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7.xml" ContentType="application/vnd.openxmlformats-officedocument.themeOverride+xml"/>
  <Override PartName="/ppt/drawings/drawing2.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9.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0.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1.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2.xml" ContentType="application/vnd.openxmlformats-officedocument.themeOverr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3.xml" ContentType="application/vnd.openxmlformats-officedocument.themeOverr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14.xml" ContentType="application/vnd.openxmlformats-officedocument.themeOverr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15.xml" ContentType="application/vnd.openxmlformats-officedocument.themeOverr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16.xml" ContentType="application/vnd.openxmlformats-officedocument.themeOverr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17.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handoutMasterIdLst>
    <p:handoutMasterId r:id="rId30"/>
  </p:handoutMasterIdLst>
  <p:sldIdLst>
    <p:sldId id="293" r:id="rId2"/>
    <p:sldId id="318" r:id="rId3"/>
    <p:sldId id="258" r:id="rId4"/>
    <p:sldId id="308" r:id="rId5"/>
    <p:sldId id="341" r:id="rId6"/>
    <p:sldId id="374" r:id="rId7"/>
    <p:sldId id="358" r:id="rId8"/>
    <p:sldId id="375" r:id="rId9"/>
    <p:sldId id="376" r:id="rId10"/>
    <p:sldId id="377" r:id="rId11"/>
    <p:sldId id="378" r:id="rId12"/>
    <p:sldId id="379" r:id="rId13"/>
    <p:sldId id="380" r:id="rId14"/>
    <p:sldId id="337" r:id="rId15"/>
    <p:sldId id="381" r:id="rId16"/>
    <p:sldId id="382" r:id="rId17"/>
    <p:sldId id="383" r:id="rId18"/>
    <p:sldId id="384" r:id="rId19"/>
    <p:sldId id="385" r:id="rId20"/>
    <p:sldId id="386" r:id="rId21"/>
    <p:sldId id="387" r:id="rId22"/>
    <p:sldId id="388" r:id="rId23"/>
    <p:sldId id="338" r:id="rId24"/>
    <p:sldId id="389" r:id="rId25"/>
    <p:sldId id="390" r:id="rId26"/>
    <p:sldId id="284" r:id="rId27"/>
    <p:sldId id="283"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3160"/>
    <a:srgbClr val="0F9ED5"/>
    <a:srgbClr val="C39B64"/>
    <a:srgbClr val="156082"/>
    <a:srgbClr val="887266"/>
    <a:srgbClr val="AED9FF"/>
    <a:srgbClr val="EDE1C7"/>
    <a:srgbClr val="163E64"/>
    <a:srgbClr val="5B5FA2"/>
    <a:srgbClr val="B8BF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813DDB-9676-4D9D-AAC6-E5CC07E268B2}" v="5" dt="2026-06-21T10:01:34.98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61"/>
    <p:restoredTop sz="95994"/>
  </p:normalViewPr>
  <p:slideViewPr>
    <p:cSldViewPr snapToGrid="0">
      <p:cViewPr varScale="1">
        <p:scale>
          <a:sx n="94" d="100"/>
          <a:sy n="94" d="100"/>
        </p:scale>
        <p:origin x="54" y="102"/>
      </p:cViewPr>
      <p:guideLst/>
    </p:cSldViewPr>
  </p:slideViewPr>
  <p:notesTextViewPr>
    <p:cViewPr>
      <p:scale>
        <a:sx n="1" d="1"/>
        <a:sy n="1" d="1"/>
      </p:scale>
      <p:origin x="0" y="0"/>
    </p:cViewPr>
  </p:notesTextViewPr>
  <p:notesViewPr>
    <p:cSldViewPr snapToGrid="0">
      <p:cViewPr varScale="1">
        <p:scale>
          <a:sx n="53" d="100"/>
          <a:sy n="53" d="100"/>
        </p:scale>
        <p:origin x="264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ena ZHOU" userId="6f8c24a5e7fee754" providerId="LiveId" clId="{88B6775D-6607-46D3-A4D4-D2BC2CF77320}"/>
    <pc:docChg chg="undo custSel modSld">
      <pc:chgData name="Athena ZHOU" userId="6f8c24a5e7fee754" providerId="LiveId" clId="{88B6775D-6607-46D3-A4D4-D2BC2CF77320}" dt="2026-06-21T10:01:14.463" v="74" actId="1076"/>
      <pc:docMkLst>
        <pc:docMk/>
      </pc:docMkLst>
      <pc:sldChg chg="modSp mod">
        <pc:chgData name="Athena ZHOU" userId="6f8c24a5e7fee754" providerId="LiveId" clId="{88B6775D-6607-46D3-A4D4-D2BC2CF77320}" dt="2026-06-21T09:55:36.813" v="44" actId="20577"/>
        <pc:sldMkLst>
          <pc:docMk/>
          <pc:sldMk cId="0" sldId="293"/>
        </pc:sldMkLst>
        <pc:spChg chg="mod">
          <ac:chgData name="Athena ZHOU" userId="6f8c24a5e7fee754" providerId="LiveId" clId="{88B6775D-6607-46D3-A4D4-D2BC2CF77320}" dt="2026-06-21T09:55:36.813" v="44" actId="20577"/>
          <ac:spMkLst>
            <pc:docMk/>
            <pc:sldMk cId="0" sldId="293"/>
            <ac:spMk id="5" creationId="{25DEBC2A-71C5-BE36-6298-D40055B1234F}"/>
          </ac:spMkLst>
        </pc:spChg>
      </pc:sldChg>
      <pc:sldChg chg="modSp mod">
        <pc:chgData name="Athena ZHOU" userId="6f8c24a5e7fee754" providerId="LiveId" clId="{88B6775D-6607-46D3-A4D4-D2BC2CF77320}" dt="2026-06-21T09:52:36.798" v="0" actId="14734"/>
        <pc:sldMkLst>
          <pc:docMk/>
          <pc:sldMk cId="2266633118" sldId="341"/>
        </pc:sldMkLst>
        <pc:graphicFrameChg chg="modGraphic">
          <ac:chgData name="Athena ZHOU" userId="6f8c24a5e7fee754" providerId="LiveId" clId="{88B6775D-6607-46D3-A4D4-D2BC2CF77320}" dt="2026-06-21T09:52:36.798" v="0" actId="14734"/>
          <ac:graphicFrameMkLst>
            <pc:docMk/>
            <pc:sldMk cId="2266633118" sldId="341"/>
            <ac:graphicFrameMk id="6" creationId="{FC52DC50-ADCB-AB3E-3049-81521683AB50}"/>
          </ac:graphicFrameMkLst>
        </pc:graphicFrameChg>
      </pc:sldChg>
      <pc:sldChg chg="modSp mod">
        <pc:chgData name="Athena ZHOU" userId="6f8c24a5e7fee754" providerId="LiveId" clId="{88B6775D-6607-46D3-A4D4-D2BC2CF77320}" dt="2026-06-21T09:52:59.763" v="6" actId="1076"/>
        <pc:sldMkLst>
          <pc:docMk/>
          <pc:sldMk cId="3723179211" sldId="376"/>
        </pc:sldMkLst>
        <pc:picChg chg="mod">
          <ac:chgData name="Athena ZHOU" userId="6f8c24a5e7fee754" providerId="LiveId" clId="{88B6775D-6607-46D3-A4D4-D2BC2CF77320}" dt="2026-06-21T09:52:59.763" v="6" actId="1076"/>
          <ac:picMkLst>
            <pc:docMk/>
            <pc:sldMk cId="3723179211" sldId="376"/>
            <ac:picMk id="6" creationId="{9C203A9F-36B0-AE75-7208-16D496BC0E6F}"/>
          </ac:picMkLst>
        </pc:picChg>
      </pc:sldChg>
      <pc:sldChg chg="modSp mod">
        <pc:chgData name="Athena ZHOU" userId="6f8c24a5e7fee754" providerId="LiveId" clId="{88B6775D-6607-46D3-A4D4-D2BC2CF77320}" dt="2026-06-21T09:53:08.166" v="7" actId="20577"/>
        <pc:sldMkLst>
          <pc:docMk/>
          <pc:sldMk cId="144096032" sldId="379"/>
        </pc:sldMkLst>
        <pc:spChg chg="mod">
          <ac:chgData name="Athena ZHOU" userId="6f8c24a5e7fee754" providerId="LiveId" clId="{88B6775D-6607-46D3-A4D4-D2BC2CF77320}" dt="2026-06-21T09:53:08.166" v="7" actId="20577"/>
          <ac:spMkLst>
            <pc:docMk/>
            <pc:sldMk cId="144096032" sldId="379"/>
            <ac:spMk id="4" creationId="{C9D8B640-C00E-A836-FE7E-695C9BDB207C}"/>
          </ac:spMkLst>
        </pc:spChg>
      </pc:sldChg>
      <pc:sldChg chg="addSp modSp mod">
        <pc:chgData name="Athena ZHOU" userId="6f8c24a5e7fee754" providerId="LiveId" clId="{88B6775D-6607-46D3-A4D4-D2BC2CF77320}" dt="2026-06-21T10:01:14.463" v="74" actId="1076"/>
        <pc:sldMkLst>
          <pc:docMk/>
          <pc:sldMk cId="1133635967" sldId="380"/>
        </pc:sldMkLst>
        <pc:graphicFrameChg chg="add mod">
          <ac:chgData name="Athena ZHOU" userId="6f8c24a5e7fee754" providerId="LiveId" clId="{88B6775D-6607-46D3-A4D4-D2BC2CF77320}" dt="2026-06-21T10:01:14.463" v="74" actId="1076"/>
          <ac:graphicFrameMkLst>
            <pc:docMk/>
            <pc:sldMk cId="1133635967" sldId="380"/>
            <ac:graphicFrameMk id="2" creationId="{81855173-A917-40B0-BFB2-D530CC14F11D}"/>
          </ac:graphicFrameMkLst>
        </pc:graphicFrameChg>
      </pc:sldChg>
      <pc:sldChg chg="modSp mod">
        <pc:chgData name="Athena ZHOU" userId="6f8c24a5e7fee754" providerId="LiveId" clId="{88B6775D-6607-46D3-A4D4-D2BC2CF77320}" dt="2026-06-21T09:59:39.558" v="46" actId="1076"/>
        <pc:sldMkLst>
          <pc:docMk/>
          <pc:sldMk cId="318423873" sldId="387"/>
        </pc:sldMkLst>
        <pc:graphicFrameChg chg="mod modGraphic">
          <ac:chgData name="Athena ZHOU" userId="6f8c24a5e7fee754" providerId="LiveId" clId="{88B6775D-6607-46D3-A4D4-D2BC2CF77320}" dt="2026-06-21T09:59:39.558" v="46" actId="1076"/>
          <ac:graphicFrameMkLst>
            <pc:docMk/>
            <pc:sldMk cId="318423873" sldId="387"/>
            <ac:graphicFrameMk id="3" creationId="{74EA104F-B2EF-B69A-9612-68949D9CE259}"/>
          </ac:graphicFrameMkLst>
        </pc:graphicFrameChg>
        <pc:graphicFrameChg chg="mod modGraphic">
          <ac:chgData name="Athena ZHOU" userId="6f8c24a5e7fee754" providerId="LiveId" clId="{88B6775D-6607-46D3-A4D4-D2BC2CF77320}" dt="2026-06-21T09:53:33.294" v="10" actId="1036"/>
          <ac:graphicFrameMkLst>
            <pc:docMk/>
            <pc:sldMk cId="318423873" sldId="387"/>
            <ac:graphicFrameMk id="10" creationId="{E3601883-EBB6-3275-77D8-EA811F957816}"/>
          </ac:graphicFrameMkLst>
        </pc:graphicFrameChg>
      </pc:sldChg>
      <pc:sldChg chg="modSp mod">
        <pc:chgData name="Athena ZHOU" userId="6f8c24a5e7fee754" providerId="LiveId" clId="{88B6775D-6607-46D3-A4D4-D2BC2CF77320}" dt="2026-06-21T10:00:12.641" v="65" actId="20577"/>
        <pc:sldMkLst>
          <pc:docMk/>
          <pc:sldMk cId="180686794" sldId="389"/>
        </pc:sldMkLst>
        <pc:graphicFrameChg chg="mod modGraphic">
          <ac:chgData name="Athena ZHOU" userId="6f8c24a5e7fee754" providerId="LiveId" clId="{88B6775D-6607-46D3-A4D4-D2BC2CF77320}" dt="2026-06-21T10:00:12.641" v="65" actId="20577"/>
          <ac:graphicFrameMkLst>
            <pc:docMk/>
            <pc:sldMk cId="180686794" sldId="389"/>
            <ac:graphicFrameMk id="3" creationId="{E6A31501-3DFD-A467-75E3-ED097D6EAAC4}"/>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embeddings/oleObject1.bin"/></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5" Type="http://schemas.openxmlformats.org/officeDocument/2006/relationships/chartUserShapes" Target="../drawings/drawing1.xml"/><Relationship Id="rId4" Type="http://schemas.openxmlformats.org/officeDocument/2006/relationships/oleObject" Target="../embeddings/oleObject2.bin"/></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embeddings/oleObject3.bin"/></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embeddings/oleObject4.bin"/></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d.docs.live.net/6f8c24a5e7fee754/Documents/GF&#31574;&#30053;%20&#25991;&#31456;&#25991;&#20214;&#65374;/&#30740;&#25253;&#25776;&#20889;&#128736;/&#21452;&#21608;&#28023;&#22806;&#21608;&#25253;&#127775;/0621&#28023;&#22806;&#21608;&#25253;/&#22797;&#30424;&#19982;&#21152;&#24687;&#24433;&#21709;%20&#24213;&#31295;.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https://d.docs.live.net/6f8c24a5e7fee754/Documents/GF&#31574;&#30053;%20&#25991;&#31456;&#25991;&#20214;&#65374;/&#30740;&#25253;&#25776;&#20889;&#128736;/&#21452;&#21608;&#28023;&#22806;&#21608;&#25253;&#127775;/0621&#28023;&#22806;&#21608;&#25253;/&#22797;&#30424;&#19982;&#21152;&#24687;&#24433;&#21709;%20&#24213;&#31295;.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7.xml"/><Relationship Id="rId1" Type="http://schemas.microsoft.com/office/2011/relationships/chartStyle" Target="style7.xml"/><Relationship Id="rId5" Type="http://schemas.openxmlformats.org/officeDocument/2006/relationships/chartUserShapes" Target="../drawings/drawing2.xml"/><Relationship Id="rId4" Type="http://schemas.openxmlformats.org/officeDocument/2006/relationships/oleObject" Target="../embeddings/oleObject5.bin"/></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embeddings/oleObject6.bin"/></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embeddings/oleObject7.bin"/></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https://d.docs.live.net/6f8c24a5e7fee754/Documents/GF&#31574;&#30053;%20&#25991;&#31456;&#25991;&#20214;&#65374;/&#30740;&#25253;&#25776;&#20889;&#128736;/&#21452;&#21608;&#28023;&#22806;&#21608;&#25253;&#127775;/0621&#28023;&#22806;&#21608;&#25253;/&#22797;&#30424;&#19982;&#21152;&#24687;&#24433;&#21709;%20&#24213;&#31295;.xlsx" TargetMode="Externa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https://d.docs.live.net/6f8c24a5e7fee754/Documents/GF&#31574;&#30053;%20&#25991;&#31456;&#25991;&#20214;&#65374;/&#30740;&#25253;&#25776;&#20889;&#128736;/&#21452;&#21608;&#28023;&#22806;&#21608;&#25253;&#127775;/0621&#28023;&#22806;&#21608;&#25253;/&#22797;&#30424;&#19982;&#21152;&#24687;&#24433;&#21709;%20&#24213;&#31295;.xlsx" TargetMode="Externa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https://d.docs.live.net/6f8c24a5e7fee754/Documents/GF&#31574;&#30053;%20&#25991;&#31456;&#25991;&#20214;&#65374;/&#30740;&#25253;&#25776;&#20889;&#128736;/&#21452;&#21608;&#28023;&#22806;&#21608;&#25253;&#127775;/0621&#28023;&#22806;&#21608;&#25253;/&#22797;&#30424;&#19982;&#21152;&#24687;&#24433;&#21709;%20&#24213;&#31295;.xlsx" TargetMode="Externa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oleObject" Target="../embeddings/oleObject8.bin"/></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oleObject" Target="../embeddings/oleObject9.bin"/></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oleObject" Target="https://d.docs.live.net/6f8c24a5e7fee754/Documents/GF&#31574;&#30053;%20&#25991;&#31456;&#25991;&#20214;&#65374;/&#30740;&#25253;&#25776;&#20889;&#128736;/&#21452;&#21608;&#28023;&#22806;&#21608;&#25253;&#127775;/0621&#28023;&#22806;&#21608;&#25253;/&#22797;&#30424;&#19982;&#21152;&#24687;&#24433;&#21709;%20&#24213;&#3129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oleObject" Target="../embeddings/oleObject10.bin"/></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oleObject" Target="https://d.docs.live.net/6f8c24a5e7fee754/Documents/GF&#31574;&#30053;%20&#25991;&#31456;&#25991;&#20214;&#65374;/&#30740;&#25253;&#25776;&#20889;&#128736;/&#21452;&#21608;&#28023;&#22806;&#21608;&#25253;&#127775;/0621&#28023;&#22806;&#21608;&#25253;/FOMC&#65292;BOJ&#38477;&#24687;&#19982;&#20840;&#29699;&#27969;&#21160;&#24615;&#25296;&#28857;%20&#24213;&#3129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'美国CPI 核心CPI'!$G$1</c:f>
              <c:strCache>
                <c:ptCount val="1"/>
                <c:pt idx="0">
                  <c:v>美国:CPI:非季调:同比（%）</c:v>
                </c:pt>
              </c:strCache>
            </c:strRef>
          </c:tx>
          <c:spPr>
            <a:ln w="25400" cap="rnd" cmpd="sng">
              <a:solidFill>
                <a:srgbClr val="7C80C8"/>
              </a:solidFill>
              <a:prstDash val="solid"/>
              <a:round/>
            </a:ln>
            <a:effectLst/>
          </c:spPr>
          <c:marker>
            <c:symbol val="none"/>
          </c:marker>
          <c:dLbls>
            <c:dLbl>
              <c:idx val="1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5E0-43C7-B701-4406268D5DA7}"/>
                </c:ext>
              </c:extLst>
            </c:dLbl>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'美国CPI 核心CPI'!$F$2:$F$18</c:f>
              <c:numCache>
                <c:formatCode>yyyy\-mm</c:formatCode>
                <c:ptCount val="17"/>
                <c:pt idx="0">
                  <c:v>46173</c:v>
                </c:pt>
                <c:pt idx="1">
                  <c:v>46142</c:v>
                </c:pt>
                <c:pt idx="2">
                  <c:v>46112</c:v>
                </c:pt>
                <c:pt idx="3">
                  <c:v>46081</c:v>
                </c:pt>
                <c:pt idx="4">
                  <c:v>46053</c:v>
                </c:pt>
                <c:pt idx="5">
                  <c:v>46022</c:v>
                </c:pt>
                <c:pt idx="6">
                  <c:v>45991</c:v>
                </c:pt>
                <c:pt idx="7">
                  <c:v>45961</c:v>
                </c:pt>
                <c:pt idx="8">
                  <c:v>45930</c:v>
                </c:pt>
                <c:pt idx="9">
                  <c:v>45900</c:v>
                </c:pt>
                <c:pt idx="10">
                  <c:v>45869</c:v>
                </c:pt>
                <c:pt idx="11">
                  <c:v>45838</c:v>
                </c:pt>
                <c:pt idx="12">
                  <c:v>45808</c:v>
                </c:pt>
                <c:pt idx="13">
                  <c:v>45777</c:v>
                </c:pt>
                <c:pt idx="14">
                  <c:v>45747</c:v>
                </c:pt>
                <c:pt idx="15">
                  <c:v>45716</c:v>
                </c:pt>
                <c:pt idx="16">
                  <c:v>45688</c:v>
                </c:pt>
              </c:numCache>
            </c:numRef>
          </c:cat>
          <c:val>
            <c:numRef>
              <c:f>'美国CPI 核心CPI'!$G$2:$G$18</c:f>
              <c:numCache>
                <c:formatCode>#,##0.00_ </c:formatCode>
                <c:ptCount val="17"/>
                <c:pt idx="0">
                  <c:v>4.2</c:v>
                </c:pt>
                <c:pt idx="1">
                  <c:v>3.8</c:v>
                </c:pt>
                <c:pt idx="2">
                  <c:v>3.3</c:v>
                </c:pt>
                <c:pt idx="3">
                  <c:v>2.4</c:v>
                </c:pt>
                <c:pt idx="4">
                  <c:v>2.4</c:v>
                </c:pt>
                <c:pt idx="5">
                  <c:v>2.7</c:v>
                </c:pt>
                <c:pt idx="6">
                  <c:v>2.7</c:v>
                </c:pt>
                <c:pt idx="8">
                  <c:v>3</c:v>
                </c:pt>
                <c:pt idx="9">
                  <c:v>2.9</c:v>
                </c:pt>
                <c:pt idx="10">
                  <c:v>2.7</c:v>
                </c:pt>
                <c:pt idx="11">
                  <c:v>2.7</c:v>
                </c:pt>
                <c:pt idx="12">
                  <c:v>2.4</c:v>
                </c:pt>
                <c:pt idx="13">
                  <c:v>2.2999999999999998</c:v>
                </c:pt>
                <c:pt idx="14">
                  <c:v>2.4</c:v>
                </c:pt>
                <c:pt idx="15">
                  <c:v>2.8</c:v>
                </c:pt>
                <c:pt idx="16">
                  <c:v>3</c:v>
                </c:pt>
              </c:numCache>
            </c:numRef>
          </c:val>
          <c:smooth val="0"/>
          <c:extLst>
            <c:ext xmlns:c16="http://schemas.microsoft.com/office/drawing/2014/chart" uri="{C3380CC4-5D6E-409C-BE32-E72D297353CC}">
              <c16:uniqueId val="{00000001-25E0-43C7-B701-4406268D5DA7}"/>
            </c:ext>
          </c:extLst>
        </c:ser>
        <c:ser>
          <c:idx val="1"/>
          <c:order val="1"/>
          <c:tx>
            <c:strRef>
              <c:f>'美国CPI 核心CPI'!$H$1</c:f>
              <c:strCache>
                <c:ptCount val="1"/>
                <c:pt idx="0">
                  <c:v>美国:核心CPI:非季调:同比（%）</c:v>
                </c:pt>
              </c:strCache>
            </c:strRef>
          </c:tx>
          <c:spPr>
            <a:ln w="25400" cap="rnd">
              <a:solidFill>
                <a:srgbClr val="2E3160"/>
              </a:solidFill>
              <a:round/>
            </a:ln>
            <a:effectLst/>
          </c:spPr>
          <c:marker>
            <c:symbol val="none"/>
          </c:marker>
          <c:dLbls>
            <c:dLbl>
              <c:idx val="1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5E0-43C7-B701-4406268D5DA7}"/>
                </c:ext>
              </c:extLst>
            </c:dLbl>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'美国CPI 核心CPI'!$F$2:$F$18</c:f>
              <c:numCache>
                <c:formatCode>yyyy\-mm</c:formatCode>
                <c:ptCount val="17"/>
                <c:pt idx="0">
                  <c:v>46173</c:v>
                </c:pt>
                <c:pt idx="1">
                  <c:v>46142</c:v>
                </c:pt>
                <c:pt idx="2">
                  <c:v>46112</c:v>
                </c:pt>
                <c:pt idx="3">
                  <c:v>46081</c:v>
                </c:pt>
                <c:pt idx="4">
                  <c:v>46053</c:v>
                </c:pt>
                <c:pt idx="5">
                  <c:v>46022</c:v>
                </c:pt>
                <c:pt idx="6">
                  <c:v>45991</c:v>
                </c:pt>
                <c:pt idx="7">
                  <c:v>45961</c:v>
                </c:pt>
                <c:pt idx="8">
                  <c:v>45930</c:v>
                </c:pt>
                <c:pt idx="9">
                  <c:v>45900</c:v>
                </c:pt>
                <c:pt idx="10">
                  <c:v>45869</c:v>
                </c:pt>
                <c:pt idx="11">
                  <c:v>45838</c:v>
                </c:pt>
                <c:pt idx="12">
                  <c:v>45808</c:v>
                </c:pt>
                <c:pt idx="13">
                  <c:v>45777</c:v>
                </c:pt>
                <c:pt idx="14">
                  <c:v>45747</c:v>
                </c:pt>
                <c:pt idx="15">
                  <c:v>45716</c:v>
                </c:pt>
                <c:pt idx="16">
                  <c:v>45688</c:v>
                </c:pt>
              </c:numCache>
            </c:numRef>
          </c:cat>
          <c:val>
            <c:numRef>
              <c:f>'美国CPI 核心CPI'!$H$2:$H$18</c:f>
              <c:numCache>
                <c:formatCode>#,##0.00_ </c:formatCode>
                <c:ptCount val="17"/>
                <c:pt idx="0">
                  <c:v>2.9</c:v>
                </c:pt>
                <c:pt idx="1">
                  <c:v>2.8</c:v>
                </c:pt>
                <c:pt idx="2">
                  <c:v>2.6</c:v>
                </c:pt>
                <c:pt idx="3">
                  <c:v>2.5</c:v>
                </c:pt>
                <c:pt idx="4">
                  <c:v>2.5</c:v>
                </c:pt>
                <c:pt idx="5">
                  <c:v>2.6</c:v>
                </c:pt>
                <c:pt idx="6">
                  <c:v>2.6</c:v>
                </c:pt>
                <c:pt idx="8">
                  <c:v>3</c:v>
                </c:pt>
                <c:pt idx="9">
                  <c:v>3.1</c:v>
                </c:pt>
                <c:pt idx="10">
                  <c:v>3.1</c:v>
                </c:pt>
                <c:pt idx="11">
                  <c:v>2.9</c:v>
                </c:pt>
                <c:pt idx="12">
                  <c:v>2.8</c:v>
                </c:pt>
                <c:pt idx="13">
                  <c:v>2.8</c:v>
                </c:pt>
                <c:pt idx="14">
                  <c:v>2.8</c:v>
                </c:pt>
                <c:pt idx="15">
                  <c:v>3.1</c:v>
                </c:pt>
                <c:pt idx="16">
                  <c:v>3.3</c:v>
                </c:pt>
              </c:numCache>
            </c:numRef>
          </c:val>
          <c:smooth val="0"/>
          <c:extLst>
            <c:ext xmlns:c16="http://schemas.microsoft.com/office/drawing/2014/chart" uri="{C3380CC4-5D6E-409C-BE32-E72D297353CC}">
              <c16:uniqueId val="{00000003-25E0-43C7-B701-4406268D5DA7}"/>
            </c:ext>
          </c:extLst>
        </c:ser>
        <c:dLbls>
          <c:showLegendKey val="0"/>
          <c:showVal val="0"/>
          <c:showCatName val="0"/>
          <c:showSerName val="0"/>
          <c:showPercent val="0"/>
          <c:showBubbleSize val="0"/>
        </c:dLbls>
        <c:smooth val="0"/>
        <c:axId val="-266031584"/>
        <c:axId val="-266031040"/>
      </c:lineChart>
      <c:date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crossAx val="-266031040"/>
        <c:crosses val="autoZero"/>
        <c:auto val="1"/>
        <c:lblOffset val="100"/>
        <c:baseTimeUnit val="months"/>
      </c:dateAx>
      <c:valAx>
        <c:axId val="-266031040"/>
        <c:scaling>
          <c:orientation val="minMax"/>
        </c:scaling>
        <c:delete val="0"/>
        <c:axPos val="l"/>
        <c:numFmt formatCode="#,##0.00_ " sourceLinked="1"/>
        <c:majorTickMark val="out"/>
        <c:minorTickMark val="none"/>
        <c:tickLblPos val="nextTo"/>
        <c:spPr>
          <a:noFill/>
          <a:ln>
            <a:noFill/>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crossAx val="-266031584"/>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legendEntry>
      <c:legendEntry>
        <c:idx val="1"/>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legendEntry>
      <c:overlay val="0"/>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050" u="none" strike="noStrike" kern="1200" cap="none" spc="0" normalizeH="0" baseline="0">
          <a:solidFill>
            <a:schemeClr val="tx1"/>
          </a:solidFill>
          <a:uFill>
            <a:solidFill>
              <a:schemeClr val="tx1"/>
            </a:solidFill>
          </a:uFill>
          <a:latin typeface="Arial" panose="020B0604020202020204" pitchFamily="34" charset="0"/>
          <a:ea typeface="思源黑体 CN Normal" panose="020B0400000000000000" pitchFamily="34" charset="-122"/>
          <a:cs typeface="Arial" panose="020B0604020202020204" pitchFamily="34" charset="0"/>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838151760880631"/>
          <c:h val="0.67971753530808654"/>
        </c:manualLayout>
      </c:layout>
      <c:lineChart>
        <c:grouping val="standard"/>
        <c:varyColors val="0"/>
        <c:ser>
          <c:idx val="0"/>
          <c:order val="0"/>
          <c:tx>
            <c:v>美国（职位空缺数量/失业数量）比值，左轴</c:v>
          </c:tx>
          <c:spPr>
            <a:ln w="25400" cap="rnd" cmpd="sng">
              <a:solidFill>
                <a:srgbClr val="7C80C8"/>
              </a:solidFill>
              <a:prstDash val="solid"/>
              <a:round/>
            </a:ln>
            <a:effectLst/>
          </c:spPr>
          <c:marker>
            <c:symbol val="none"/>
          </c:marker>
          <c:cat>
            <c:numRef>
              <c:f>'integrated data'!$A$2:$A$306</c:f>
              <c:numCache>
                <c:formatCode>m/d/yyyy</c:formatCode>
                <c:ptCount val="305"/>
                <c:pt idx="0">
                  <c:v>36861</c:v>
                </c:pt>
                <c:pt idx="1">
                  <c:v>36892</c:v>
                </c:pt>
                <c:pt idx="2">
                  <c:v>36923</c:v>
                </c:pt>
                <c:pt idx="3">
                  <c:v>36951</c:v>
                </c:pt>
                <c:pt idx="4">
                  <c:v>36982</c:v>
                </c:pt>
                <c:pt idx="5">
                  <c:v>37012</c:v>
                </c:pt>
                <c:pt idx="6">
                  <c:v>37043</c:v>
                </c:pt>
                <c:pt idx="7">
                  <c:v>37073</c:v>
                </c:pt>
                <c:pt idx="8">
                  <c:v>37104</c:v>
                </c:pt>
                <c:pt idx="9">
                  <c:v>37135</c:v>
                </c:pt>
                <c:pt idx="10">
                  <c:v>37165</c:v>
                </c:pt>
                <c:pt idx="11">
                  <c:v>37196</c:v>
                </c:pt>
                <c:pt idx="12">
                  <c:v>37226</c:v>
                </c:pt>
                <c:pt idx="13">
                  <c:v>37257</c:v>
                </c:pt>
                <c:pt idx="14">
                  <c:v>37288</c:v>
                </c:pt>
                <c:pt idx="15">
                  <c:v>37316</c:v>
                </c:pt>
                <c:pt idx="16">
                  <c:v>37347</c:v>
                </c:pt>
                <c:pt idx="17">
                  <c:v>37377</c:v>
                </c:pt>
                <c:pt idx="18">
                  <c:v>37408</c:v>
                </c:pt>
                <c:pt idx="19">
                  <c:v>37438</c:v>
                </c:pt>
                <c:pt idx="20">
                  <c:v>37469</c:v>
                </c:pt>
                <c:pt idx="21">
                  <c:v>37500</c:v>
                </c:pt>
                <c:pt idx="22">
                  <c:v>37530</c:v>
                </c:pt>
                <c:pt idx="23">
                  <c:v>37561</c:v>
                </c:pt>
                <c:pt idx="24">
                  <c:v>37591</c:v>
                </c:pt>
                <c:pt idx="25">
                  <c:v>37622</c:v>
                </c:pt>
                <c:pt idx="26">
                  <c:v>37653</c:v>
                </c:pt>
                <c:pt idx="27">
                  <c:v>37681</c:v>
                </c:pt>
                <c:pt idx="28">
                  <c:v>37712</c:v>
                </c:pt>
                <c:pt idx="29">
                  <c:v>37742</c:v>
                </c:pt>
                <c:pt idx="30">
                  <c:v>37773</c:v>
                </c:pt>
                <c:pt idx="31">
                  <c:v>37803</c:v>
                </c:pt>
                <c:pt idx="32">
                  <c:v>37834</c:v>
                </c:pt>
                <c:pt idx="33">
                  <c:v>37865</c:v>
                </c:pt>
                <c:pt idx="34">
                  <c:v>37895</c:v>
                </c:pt>
                <c:pt idx="35">
                  <c:v>37926</c:v>
                </c:pt>
                <c:pt idx="36">
                  <c:v>37956</c:v>
                </c:pt>
                <c:pt idx="37">
                  <c:v>37987</c:v>
                </c:pt>
                <c:pt idx="38">
                  <c:v>38018</c:v>
                </c:pt>
                <c:pt idx="39">
                  <c:v>38047</c:v>
                </c:pt>
                <c:pt idx="40">
                  <c:v>38078</c:v>
                </c:pt>
                <c:pt idx="41">
                  <c:v>38108</c:v>
                </c:pt>
                <c:pt idx="42">
                  <c:v>38139</c:v>
                </c:pt>
                <c:pt idx="43">
                  <c:v>38169</c:v>
                </c:pt>
                <c:pt idx="44">
                  <c:v>38200</c:v>
                </c:pt>
                <c:pt idx="45">
                  <c:v>38231</c:v>
                </c:pt>
                <c:pt idx="46">
                  <c:v>38261</c:v>
                </c:pt>
                <c:pt idx="47">
                  <c:v>38292</c:v>
                </c:pt>
                <c:pt idx="48">
                  <c:v>38322</c:v>
                </c:pt>
                <c:pt idx="49">
                  <c:v>38353</c:v>
                </c:pt>
                <c:pt idx="50">
                  <c:v>38384</c:v>
                </c:pt>
                <c:pt idx="51">
                  <c:v>38412</c:v>
                </c:pt>
                <c:pt idx="52">
                  <c:v>38443</c:v>
                </c:pt>
                <c:pt idx="53">
                  <c:v>38473</c:v>
                </c:pt>
                <c:pt idx="54">
                  <c:v>38504</c:v>
                </c:pt>
                <c:pt idx="55">
                  <c:v>38534</c:v>
                </c:pt>
                <c:pt idx="56">
                  <c:v>38565</c:v>
                </c:pt>
                <c:pt idx="57">
                  <c:v>38596</c:v>
                </c:pt>
                <c:pt idx="58">
                  <c:v>38626</c:v>
                </c:pt>
                <c:pt idx="59">
                  <c:v>38657</c:v>
                </c:pt>
                <c:pt idx="60">
                  <c:v>38687</c:v>
                </c:pt>
                <c:pt idx="61">
                  <c:v>38718</c:v>
                </c:pt>
                <c:pt idx="62">
                  <c:v>38749</c:v>
                </c:pt>
                <c:pt idx="63">
                  <c:v>38777</c:v>
                </c:pt>
                <c:pt idx="64">
                  <c:v>38808</c:v>
                </c:pt>
                <c:pt idx="65">
                  <c:v>38838</c:v>
                </c:pt>
                <c:pt idx="66">
                  <c:v>38869</c:v>
                </c:pt>
                <c:pt idx="67">
                  <c:v>38899</c:v>
                </c:pt>
                <c:pt idx="68">
                  <c:v>38930</c:v>
                </c:pt>
                <c:pt idx="69">
                  <c:v>38961</c:v>
                </c:pt>
                <c:pt idx="70">
                  <c:v>38991</c:v>
                </c:pt>
                <c:pt idx="71">
                  <c:v>39022</c:v>
                </c:pt>
                <c:pt idx="72">
                  <c:v>39052</c:v>
                </c:pt>
                <c:pt idx="73">
                  <c:v>39083</c:v>
                </c:pt>
                <c:pt idx="74">
                  <c:v>39114</c:v>
                </c:pt>
                <c:pt idx="75">
                  <c:v>39142</c:v>
                </c:pt>
                <c:pt idx="76">
                  <c:v>39173</c:v>
                </c:pt>
                <c:pt idx="77">
                  <c:v>39203</c:v>
                </c:pt>
                <c:pt idx="78">
                  <c:v>39234</c:v>
                </c:pt>
                <c:pt idx="79">
                  <c:v>39264</c:v>
                </c:pt>
                <c:pt idx="80">
                  <c:v>39295</c:v>
                </c:pt>
                <c:pt idx="81">
                  <c:v>39326</c:v>
                </c:pt>
                <c:pt idx="82">
                  <c:v>39356</c:v>
                </c:pt>
                <c:pt idx="83">
                  <c:v>39387</c:v>
                </c:pt>
                <c:pt idx="84">
                  <c:v>39417</c:v>
                </c:pt>
                <c:pt idx="85">
                  <c:v>39448</c:v>
                </c:pt>
                <c:pt idx="86">
                  <c:v>39479</c:v>
                </c:pt>
                <c:pt idx="87">
                  <c:v>39508</c:v>
                </c:pt>
                <c:pt idx="88">
                  <c:v>39539</c:v>
                </c:pt>
                <c:pt idx="89">
                  <c:v>39569</c:v>
                </c:pt>
                <c:pt idx="90">
                  <c:v>39600</c:v>
                </c:pt>
                <c:pt idx="91">
                  <c:v>39630</c:v>
                </c:pt>
                <c:pt idx="92">
                  <c:v>39661</c:v>
                </c:pt>
                <c:pt idx="93">
                  <c:v>39692</c:v>
                </c:pt>
                <c:pt idx="94">
                  <c:v>39722</c:v>
                </c:pt>
                <c:pt idx="95">
                  <c:v>39753</c:v>
                </c:pt>
                <c:pt idx="96">
                  <c:v>39783</c:v>
                </c:pt>
                <c:pt idx="97">
                  <c:v>39814</c:v>
                </c:pt>
                <c:pt idx="98">
                  <c:v>39845</c:v>
                </c:pt>
                <c:pt idx="99">
                  <c:v>39873</c:v>
                </c:pt>
                <c:pt idx="100">
                  <c:v>39904</c:v>
                </c:pt>
                <c:pt idx="101">
                  <c:v>39934</c:v>
                </c:pt>
                <c:pt idx="102">
                  <c:v>39965</c:v>
                </c:pt>
                <c:pt idx="103">
                  <c:v>39995</c:v>
                </c:pt>
                <c:pt idx="104">
                  <c:v>40026</c:v>
                </c:pt>
                <c:pt idx="105">
                  <c:v>40057</c:v>
                </c:pt>
                <c:pt idx="106">
                  <c:v>40087</c:v>
                </c:pt>
                <c:pt idx="107">
                  <c:v>40118</c:v>
                </c:pt>
                <c:pt idx="108">
                  <c:v>40148</c:v>
                </c:pt>
                <c:pt idx="109">
                  <c:v>40179</c:v>
                </c:pt>
                <c:pt idx="110">
                  <c:v>40210</c:v>
                </c:pt>
                <c:pt idx="111">
                  <c:v>40238</c:v>
                </c:pt>
                <c:pt idx="112">
                  <c:v>40269</c:v>
                </c:pt>
                <c:pt idx="113">
                  <c:v>40299</c:v>
                </c:pt>
                <c:pt idx="114">
                  <c:v>40330</c:v>
                </c:pt>
                <c:pt idx="115">
                  <c:v>40360</c:v>
                </c:pt>
                <c:pt idx="116">
                  <c:v>40391</c:v>
                </c:pt>
                <c:pt idx="117">
                  <c:v>40422</c:v>
                </c:pt>
                <c:pt idx="118">
                  <c:v>40452</c:v>
                </c:pt>
                <c:pt idx="119">
                  <c:v>40483</c:v>
                </c:pt>
                <c:pt idx="120">
                  <c:v>40513</c:v>
                </c:pt>
                <c:pt idx="121">
                  <c:v>40544</c:v>
                </c:pt>
                <c:pt idx="122">
                  <c:v>40575</c:v>
                </c:pt>
                <c:pt idx="123">
                  <c:v>40603</c:v>
                </c:pt>
                <c:pt idx="124">
                  <c:v>40634</c:v>
                </c:pt>
                <c:pt idx="125">
                  <c:v>40664</c:v>
                </c:pt>
                <c:pt idx="126">
                  <c:v>40695</c:v>
                </c:pt>
                <c:pt idx="127">
                  <c:v>40725</c:v>
                </c:pt>
                <c:pt idx="128">
                  <c:v>40756</c:v>
                </c:pt>
                <c:pt idx="129">
                  <c:v>40787</c:v>
                </c:pt>
                <c:pt idx="130">
                  <c:v>40817</c:v>
                </c:pt>
                <c:pt idx="131">
                  <c:v>40848</c:v>
                </c:pt>
                <c:pt idx="132">
                  <c:v>40878</c:v>
                </c:pt>
                <c:pt idx="133">
                  <c:v>40909</c:v>
                </c:pt>
                <c:pt idx="134">
                  <c:v>40940</c:v>
                </c:pt>
                <c:pt idx="135">
                  <c:v>40969</c:v>
                </c:pt>
                <c:pt idx="136">
                  <c:v>41000</c:v>
                </c:pt>
                <c:pt idx="137">
                  <c:v>41030</c:v>
                </c:pt>
                <c:pt idx="138">
                  <c:v>41061</c:v>
                </c:pt>
                <c:pt idx="139">
                  <c:v>41091</c:v>
                </c:pt>
                <c:pt idx="140">
                  <c:v>41122</c:v>
                </c:pt>
                <c:pt idx="141">
                  <c:v>41153</c:v>
                </c:pt>
                <c:pt idx="142">
                  <c:v>41183</c:v>
                </c:pt>
                <c:pt idx="143">
                  <c:v>41214</c:v>
                </c:pt>
                <c:pt idx="144">
                  <c:v>41244</c:v>
                </c:pt>
                <c:pt idx="145">
                  <c:v>41275</c:v>
                </c:pt>
                <c:pt idx="146">
                  <c:v>41306</c:v>
                </c:pt>
                <c:pt idx="147">
                  <c:v>41334</c:v>
                </c:pt>
                <c:pt idx="148">
                  <c:v>41365</c:v>
                </c:pt>
                <c:pt idx="149">
                  <c:v>41395</c:v>
                </c:pt>
                <c:pt idx="150">
                  <c:v>41426</c:v>
                </c:pt>
                <c:pt idx="151">
                  <c:v>41456</c:v>
                </c:pt>
                <c:pt idx="152">
                  <c:v>41487</c:v>
                </c:pt>
                <c:pt idx="153">
                  <c:v>41518</c:v>
                </c:pt>
                <c:pt idx="154">
                  <c:v>41548</c:v>
                </c:pt>
                <c:pt idx="155">
                  <c:v>41579</c:v>
                </c:pt>
                <c:pt idx="156">
                  <c:v>41609</c:v>
                </c:pt>
                <c:pt idx="157">
                  <c:v>41640</c:v>
                </c:pt>
                <c:pt idx="158">
                  <c:v>41671</c:v>
                </c:pt>
                <c:pt idx="159">
                  <c:v>41699</c:v>
                </c:pt>
                <c:pt idx="160">
                  <c:v>41730</c:v>
                </c:pt>
                <c:pt idx="161">
                  <c:v>41760</c:v>
                </c:pt>
                <c:pt idx="162">
                  <c:v>41791</c:v>
                </c:pt>
                <c:pt idx="163">
                  <c:v>41821</c:v>
                </c:pt>
                <c:pt idx="164">
                  <c:v>41852</c:v>
                </c:pt>
                <c:pt idx="165">
                  <c:v>41883</c:v>
                </c:pt>
                <c:pt idx="166">
                  <c:v>41913</c:v>
                </c:pt>
                <c:pt idx="167">
                  <c:v>41944</c:v>
                </c:pt>
                <c:pt idx="168">
                  <c:v>41974</c:v>
                </c:pt>
                <c:pt idx="169">
                  <c:v>42005</c:v>
                </c:pt>
                <c:pt idx="170">
                  <c:v>42036</c:v>
                </c:pt>
                <c:pt idx="171">
                  <c:v>42064</c:v>
                </c:pt>
                <c:pt idx="172">
                  <c:v>42095</c:v>
                </c:pt>
                <c:pt idx="173">
                  <c:v>42125</c:v>
                </c:pt>
                <c:pt idx="174">
                  <c:v>42156</c:v>
                </c:pt>
                <c:pt idx="175">
                  <c:v>42186</c:v>
                </c:pt>
                <c:pt idx="176">
                  <c:v>42217</c:v>
                </c:pt>
                <c:pt idx="177">
                  <c:v>42248</c:v>
                </c:pt>
                <c:pt idx="178">
                  <c:v>42278</c:v>
                </c:pt>
                <c:pt idx="179">
                  <c:v>42309</c:v>
                </c:pt>
                <c:pt idx="180">
                  <c:v>42339</c:v>
                </c:pt>
                <c:pt idx="181">
                  <c:v>42370</c:v>
                </c:pt>
                <c:pt idx="182">
                  <c:v>42401</c:v>
                </c:pt>
                <c:pt idx="183">
                  <c:v>42430</c:v>
                </c:pt>
                <c:pt idx="184">
                  <c:v>42461</c:v>
                </c:pt>
                <c:pt idx="185">
                  <c:v>42491</c:v>
                </c:pt>
                <c:pt idx="186">
                  <c:v>42522</c:v>
                </c:pt>
                <c:pt idx="187">
                  <c:v>42552</c:v>
                </c:pt>
                <c:pt idx="188">
                  <c:v>42583</c:v>
                </c:pt>
                <c:pt idx="189">
                  <c:v>42614</c:v>
                </c:pt>
                <c:pt idx="190">
                  <c:v>42644</c:v>
                </c:pt>
                <c:pt idx="191">
                  <c:v>42675</c:v>
                </c:pt>
                <c:pt idx="192">
                  <c:v>42705</c:v>
                </c:pt>
                <c:pt idx="193">
                  <c:v>42736</c:v>
                </c:pt>
                <c:pt idx="194">
                  <c:v>42767</c:v>
                </c:pt>
                <c:pt idx="195">
                  <c:v>42795</c:v>
                </c:pt>
                <c:pt idx="196">
                  <c:v>42826</c:v>
                </c:pt>
                <c:pt idx="197">
                  <c:v>42856</c:v>
                </c:pt>
                <c:pt idx="198">
                  <c:v>42887</c:v>
                </c:pt>
                <c:pt idx="199">
                  <c:v>42917</c:v>
                </c:pt>
                <c:pt idx="200">
                  <c:v>42948</c:v>
                </c:pt>
                <c:pt idx="201">
                  <c:v>42979</c:v>
                </c:pt>
                <c:pt idx="202">
                  <c:v>43009</c:v>
                </c:pt>
                <c:pt idx="203">
                  <c:v>43040</c:v>
                </c:pt>
                <c:pt idx="204">
                  <c:v>43070</c:v>
                </c:pt>
                <c:pt idx="205">
                  <c:v>43101</c:v>
                </c:pt>
                <c:pt idx="206">
                  <c:v>43132</c:v>
                </c:pt>
                <c:pt idx="207">
                  <c:v>43160</c:v>
                </c:pt>
                <c:pt idx="208">
                  <c:v>43191</c:v>
                </c:pt>
                <c:pt idx="209">
                  <c:v>43221</c:v>
                </c:pt>
                <c:pt idx="210">
                  <c:v>43252</c:v>
                </c:pt>
                <c:pt idx="211">
                  <c:v>43282</c:v>
                </c:pt>
                <c:pt idx="212">
                  <c:v>43313</c:v>
                </c:pt>
                <c:pt idx="213">
                  <c:v>43344</c:v>
                </c:pt>
                <c:pt idx="214">
                  <c:v>43374</c:v>
                </c:pt>
                <c:pt idx="215">
                  <c:v>43405</c:v>
                </c:pt>
                <c:pt idx="216">
                  <c:v>43435</c:v>
                </c:pt>
                <c:pt idx="217">
                  <c:v>43466</c:v>
                </c:pt>
                <c:pt idx="218">
                  <c:v>43497</c:v>
                </c:pt>
                <c:pt idx="219">
                  <c:v>43525</c:v>
                </c:pt>
                <c:pt idx="220">
                  <c:v>43556</c:v>
                </c:pt>
                <c:pt idx="221">
                  <c:v>43586</c:v>
                </c:pt>
                <c:pt idx="222">
                  <c:v>43617</c:v>
                </c:pt>
                <c:pt idx="223">
                  <c:v>43647</c:v>
                </c:pt>
                <c:pt idx="224">
                  <c:v>43678</c:v>
                </c:pt>
                <c:pt idx="225">
                  <c:v>43709</c:v>
                </c:pt>
                <c:pt idx="226">
                  <c:v>43739</c:v>
                </c:pt>
                <c:pt idx="227">
                  <c:v>43770</c:v>
                </c:pt>
                <c:pt idx="228">
                  <c:v>43800</c:v>
                </c:pt>
                <c:pt idx="229">
                  <c:v>43831</c:v>
                </c:pt>
                <c:pt idx="230">
                  <c:v>43862</c:v>
                </c:pt>
                <c:pt idx="231">
                  <c:v>43891</c:v>
                </c:pt>
                <c:pt idx="232">
                  <c:v>43922</c:v>
                </c:pt>
                <c:pt idx="233">
                  <c:v>43952</c:v>
                </c:pt>
                <c:pt idx="234">
                  <c:v>43983</c:v>
                </c:pt>
                <c:pt idx="235">
                  <c:v>44013</c:v>
                </c:pt>
                <c:pt idx="236">
                  <c:v>44044</c:v>
                </c:pt>
                <c:pt idx="237">
                  <c:v>44075</c:v>
                </c:pt>
                <c:pt idx="238">
                  <c:v>44105</c:v>
                </c:pt>
                <c:pt idx="239">
                  <c:v>44136</c:v>
                </c:pt>
                <c:pt idx="240">
                  <c:v>44166</c:v>
                </c:pt>
                <c:pt idx="241">
                  <c:v>44197</c:v>
                </c:pt>
                <c:pt idx="242">
                  <c:v>44228</c:v>
                </c:pt>
                <c:pt idx="243">
                  <c:v>44256</c:v>
                </c:pt>
                <c:pt idx="244">
                  <c:v>44287</c:v>
                </c:pt>
                <c:pt idx="245">
                  <c:v>44317</c:v>
                </c:pt>
                <c:pt idx="246">
                  <c:v>44348</c:v>
                </c:pt>
                <c:pt idx="247">
                  <c:v>44378</c:v>
                </c:pt>
                <c:pt idx="248">
                  <c:v>44409</c:v>
                </c:pt>
                <c:pt idx="249">
                  <c:v>44440</c:v>
                </c:pt>
                <c:pt idx="250">
                  <c:v>44470</c:v>
                </c:pt>
                <c:pt idx="251">
                  <c:v>44501</c:v>
                </c:pt>
                <c:pt idx="252">
                  <c:v>44531</c:v>
                </c:pt>
                <c:pt idx="253">
                  <c:v>44562</c:v>
                </c:pt>
                <c:pt idx="254">
                  <c:v>44593</c:v>
                </c:pt>
                <c:pt idx="255">
                  <c:v>44621</c:v>
                </c:pt>
                <c:pt idx="256">
                  <c:v>44652</c:v>
                </c:pt>
                <c:pt idx="257">
                  <c:v>44682</c:v>
                </c:pt>
                <c:pt idx="258">
                  <c:v>44713</c:v>
                </c:pt>
                <c:pt idx="259">
                  <c:v>44743</c:v>
                </c:pt>
                <c:pt idx="260">
                  <c:v>44774</c:v>
                </c:pt>
                <c:pt idx="261">
                  <c:v>44805</c:v>
                </c:pt>
                <c:pt idx="262">
                  <c:v>44835</c:v>
                </c:pt>
                <c:pt idx="263">
                  <c:v>44866</c:v>
                </c:pt>
                <c:pt idx="264">
                  <c:v>44896</c:v>
                </c:pt>
                <c:pt idx="265">
                  <c:v>44927</c:v>
                </c:pt>
                <c:pt idx="266">
                  <c:v>44958</c:v>
                </c:pt>
                <c:pt idx="267">
                  <c:v>44986</c:v>
                </c:pt>
                <c:pt idx="268">
                  <c:v>45017</c:v>
                </c:pt>
                <c:pt idx="269">
                  <c:v>45047</c:v>
                </c:pt>
                <c:pt idx="270">
                  <c:v>45078</c:v>
                </c:pt>
                <c:pt idx="271">
                  <c:v>45108</c:v>
                </c:pt>
                <c:pt idx="272">
                  <c:v>45139</c:v>
                </c:pt>
                <c:pt idx="273">
                  <c:v>45170</c:v>
                </c:pt>
                <c:pt idx="274">
                  <c:v>45200</c:v>
                </c:pt>
                <c:pt idx="275">
                  <c:v>45231</c:v>
                </c:pt>
                <c:pt idx="276">
                  <c:v>45261</c:v>
                </c:pt>
                <c:pt idx="277">
                  <c:v>45292</c:v>
                </c:pt>
                <c:pt idx="278">
                  <c:v>45323</c:v>
                </c:pt>
                <c:pt idx="279">
                  <c:v>45352</c:v>
                </c:pt>
                <c:pt idx="280">
                  <c:v>45383</c:v>
                </c:pt>
                <c:pt idx="281">
                  <c:v>45413</c:v>
                </c:pt>
                <c:pt idx="282">
                  <c:v>45444</c:v>
                </c:pt>
                <c:pt idx="283">
                  <c:v>45474</c:v>
                </c:pt>
                <c:pt idx="284">
                  <c:v>45505</c:v>
                </c:pt>
                <c:pt idx="285">
                  <c:v>45536</c:v>
                </c:pt>
                <c:pt idx="286">
                  <c:v>45566</c:v>
                </c:pt>
                <c:pt idx="287">
                  <c:v>45597</c:v>
                </c:pt>
                <c:pt idx="288">
                  <c:v>45627</c:v>
                </c:pt>
                <c:pt idx="289">
                  <c:v>45658</c:v>
                </c:pt>
                <c:pt idx="290">
                  <c:v>45689</c:v>
                </c:pt>
                <c:pt idx="291">
                  <c:v>45717</c:v>
                </c:pt>
                <c:pt idx="292">
                  <c:v>45748</c:v>
                </c:pt>
                <c:pt idx="293">
                  <c:v>45778</c:v>
                </c:pt>
                <c:pt idx="294">
                  <c:v>45809</c:v>
                </c:pt>
                <c:pt idx="295">
                  <c:v>45839</c:v>
                </c:pt>
                <c:pt idx="296">
                  <c:v>45870</c:v>
                </c:pt>
                <c:pt idx="297">
                  <c:v>45901</c:v>
                </c:pt>
                <c:pt idx="298">
                  <c:v>45931</c:v>
                </c:pt>
                <c:pt idx="299">
                  <c:v>45962</c:v>
                </c:pt>
                <c:pt idx="300">
                  <c:v>45992</c:v>
                </c:pt>
                <c:pt idx="301">
                  <c:v>46023</c:v>
                </c:pt>
                <c:pt idx="302">
                  <c:v>46054</c:v>
                </c:pt>
                <c:pt idx="303">
                  <c:v>46082</c:v>
                </c:pt>
                <c:pt idx="304">
                  <c:v>46113</c:v>
                </c:pt>
              </c:numCache>
            </c:numRef>
          </c:cat>
          <c:val>
            <c:numRef>
              <c:f>'integrated data'!$F$2:$F$306</c:f>
              <c:numCache>
                <c:formatCode>0.00_);[Red]\(0.00\)</c:formatCode>
                <c:ptCount val="305"/>
                <c:pt idx="0">
                  <c:v>0.90308839190628332</c:v>
                </c:pt>
                <c:pt idx="1">
                  <c:v>0.86900215839282746</c:v>
                </c:pt>
                <c:pt idx="2">
                  <c:v>0.83708326490392515</c:v>
                </c:pt>
                <c:pt idx="3">
                  <c:v>0.77544373880475492</c:v>
                </c:pt>
                <c:pt idx="4">
                  <c:v>0.73592728432466914</c:v>
                </c:pt>
                <c:pt idx="5">
                  <c:v>0.71072920012849339</c:v>
                </c:pt>
                <c:pt idx="6">
                  <c:v>0.67257865515114124</c:v>
                </c:pt>
                <c:pt idx="7">
                  <c:v>0.67552787482910526</c:v>
                </c:pt>
                <c:pt idx="8">
                  <c:v>0.5714285714285714</c:v>
                </c:pt>
                <c:pt idx="9">
                  <c:v>0.570008401008121</c:v>
                </c:pt>
                <c:pt idx="10">
                  <c:v>0.48180400311931376</c:v>
                </c:pt>
                <c:pt idx="11">
                  <c:v>0.47169811320754718</c:v>
                </c:pt>
                <c:pt idx="12">
                  <c:v>0.44526519738435455</c:v>
                </c:pt>
                <c:pt idx="13">
                  <c:v>0.45208995355658765</c:v>
                </c:pt>
                <c:pt idx="14">
                  <c:v>0.41825928180158245</c:v>
                </c:pt>
                <c:pt idx="15">
                  <c:v>0.43497109826589597</c:v>
                </c:pt>
                <c:pt idx="16">
                  <c:v>0.40365158739388302</c:v>
                </c:pt>
                <c:pt idx="17">
                  <c:v>0.41159661864507679</c:v>
                </c:pt>
                <c:pt idx="18">
                  <c:v>0.4065292505659478</c:v>
                </c:pt>
                <c:pt idx="19">
                  <c:v>0.40131108462455306</c:v>
                </c:pt>
                <c:pt idx="20">
                  <c:v>0.42353082851637763</c:v>
                </c:pt>
                <c:pt idx="21">
                  <c:v>0.40007271845836867</c:v>
                </c:pt>
                <c:pt idx="22">
                  <c:v>0.41880341880341881</c:v>
                </c:pt>
                <c:pt idx="23">
                  <c:v>0.41244131455399063</c:v>
                </c:pt>
                <c:pt idx="24">
                  <c:v>0.36678240740740742</c:v>
                </c:pt>
                <c:pt idx="25">
                  <c:v>0.40387323943661974</c:v>
                </c:pt>
                <c:pt idx="26">
                  <c:v>0.37468090044093755</c:v>
                </c:pt>
                <c:pt idx="27">
                  <c:v>0.36085235211923616</c:v>
                </c:pt>
                <c:pt idx="28">
                  <c:v>0.35150418457362587</c:v>
                </c:pt>
                <c:pt idx="29">
                  <c:v>0.3671988388969521</c:v>
                </c:pt>
                <c:pt idx="30">
                  <c:v>0.36585365853658536</c:v>
                </c:pt>
                <c:pt idx="31">
                  <c:v>0.33081788924647654</c:v>
                </c:pt>
                <c:pt idx="32">
                  <c:v>0.3585881294964029</c:v>
                </c:pt>
                <c:pt idx="33">
                  <c:v>0.34648581997533906</c:v>
                </c:pt>
                <c:pt idx="34">
                  <c:v>0.37849289967934036</c:v>
                </c:pt>
                <c:pt idx="35">
                  <c:v>0.38759328358208955</c:v>
                </c:pt>
                <c:pt idx="36">
                  <c:v>0.41048454971744619</c:v>
                </c:pt>
                <c:pt idx="37">
                  <c:v>0.40908004778972523</c:v>
                </c:pt>
                <c:pt idx="38">
                  <c:v>0.4324721439941227</c:v>
                </c:pt>
                <c:pt idx="39">
                  <c:v>0.41514544812154047</c:v>
                </c:pt>
                <c:pt idx="40">
                  <c:v>0.42974296205630352</c:v>
                </c:pt>
                <c:pt idx="41">
                  <c:v>0.45177788602045788</c:v>
                </c:pt>
                <c:pt idx="42">
                  <c:v>0.4027274921554429</c:v>
                </c:pt>
                <c:pt idx="43">
                  <c:v>0.46878072763028517</c:v>
                </c:pt>
                <c:pt idx="44">
                  <c:v>0.44317897371714643</c:v>
                </c:pt>
                <c:pt idx="45">
                  <c:v>0.4820234641100038</c:v>
                </c:pt>
                <c:pt idx="46">
                  <c:v>0.48914526733655872</c:v>
                </c:pt>
                <c:pt idx="47">
                  <c:v>0.43772062531517902</c:v>
                </c:pt>
                <c:pt idx="48">
                  <c:v>0.51348626165868416</c:v>
                </c:pt>
                <c:pt idx="49">
                  <c:v>0.48869475847893112</c:v>
                </c:pt>
                <c:pt idx="50">
                  <c:v>0.49686716791979951</c:v>
                </c:pt>
                <c:pt idx="51">
                  <c:v>0.52268321054672351</c:v>
                </c:pt>
                <c:pt idx="52">
                  <c:v>0.54210114702815437</c:v>
                </c:pt>
                <c:pt idx="53">
                  <c:v>0.49627499673245329</c:v>
                </c:pt>
                <c:pt idx="54">
                  <c:v>0.53987240829346095</c:v>
                </c:pt>
                <c:pt idx="55">
                  <c:v>0.5746691871455577</c:v>
                </c:pt>
                <c:pt idx="56">
                  <c:v>0.56392103471749488</c:v>
                </c:pt>
                <c:pt idx="57">
                  <c:v>0.57619488944790154</c:v>
                </c:pt>
                <c:pt idx="58">
                  <c:v>0.56138467731114983</c:v>
                </c:pt>
                <c:pt idx="59">
                  <c:v>0.56145915939730373</c:v>
                </c:pt>
                <c:pt idx="60">
                  <c:v>0.5882676191784586</c:v>
                </c:pt>
                <c:pt idx="61">
                  <c:v>0.62245186862967161</c:v>
                </c:pt>
                <c:pt idx="62">
                  <c:v>0.60203229398663693</c:v>
                </c:pt>
                <c:pt idx="63">
                  <c:v>0.66911764705882348</c:v>
                </c:pt>
                <c:pt idx="64">
                  <c:v>0.672752808988764</c:v>
                </c:pt>
                <c:pt idx="65">
                  <c:v>0.63939828080229222</c:v>
                </c:pt>
                <c:pt idx="66">
                  <c:v>0.65904870732752463</c:v>
                </c:pt>
                <c:pt idx="67">
                  <c:v>0.61240418118466899</c:v>
                </c:pt>
                <c:pt idx="68">
                  <c:v>0.66422225356085174</c:v>
                </c:pt>
                <c:pt idx="69">
                  <c:v>0.69183584051409375</c:v>
                </c:pt>
                <c:pt idx="70">
                  <c:v>0.68247361379515381</c:v>
                </c:pt>
                <c:pt idx="71">
                  <c:v>0.67593131548311991</c:v>
                </c:pt>
                <c:pt idx="72">
                  <c:v>0.68322981366459623</c:v>
                </c:pt>
                <c:pt idx="73">
                  <c:v>0.66933670601461492</c:v>
                </c:pt>
                <c:pt idx="74">
                  <c:v>0.67836004042153886</c:v>
                </c:pt>
                <c:pt idx="75">
                  <c:v>0.73718615361759021</c:v>
                </c:pt>
                <c:pt idx="76">
                  <c:v>0.68452554744525551</c:v>
                </c:pt>
                <c:pt idx="77">
                  <c:v>0.68829441324268403</c:v>
                </c:pt>
                <c:pt idx="78">
                  <c:v>0.69623155179825191</c:v>
                </c:pt>
                <c:pt idx="79">
                  <c:v>0.64316687648622184</c:v>
                </c:pt>
                <c:pt idx="80">
                  <c:v>0.64327154379510398</c:v>
                </c:pt>
                <c:pt idx="81">
                  <c:v>0.64881450488145054</c:v>
                </c:pt>
                <c:pt idx="82">
                  <c:v>0.64059693243056515</c:v>
                </c:pt>
                <c:pt idx="83">
                  <c:v>0.64171270718232043</c:v>
                </c:pt>
                <c:pt idx="84">
                  <c:v>0.59450621321124919</c:v>
                </c:pt>
                <c:pt idx="85">
                  <c:v>0.60169160702667535</c:v>
                </c:pt>
                <c:pt idx="86">
                  <c:v>0.57076163798852875</c:v>
                </c:pt>
                <c:pt idx="87">
                  <c:v>0.54014318588596266</c:v>
                </c:pt>
                <c:pt idx="88">
                  <c:v>0.52834882807385097</c:v>
                </c:pt>
                <c:pt idx="89">
                  <c:v>0.49958308516974387</c:v>
                </c:pt>
                <c:pt idx="90">
                  <c:v>0.4466472303206997</c:v>
                </c:pt>
                <c:pt idx="91">
                  <c:v>0.4194919995524225</c:v>
                </c:pt>
                <c:pt idx="92">
                  <c:v>0.38927738927738925</c:v>
                </c:pt>
                <c:pt idx="93">
                  <c:v>0.33937223509585002</c:v>
                </c:pt>
                <c:pt idx="94">
                  <c:v>0.33521937661306334</c:v>
                </c:pt>
                <c:pt idx="95">
                  <c:v>0.30660466881761245</c:v>
                </c:pt>
                <c:pt idx="96">
                  <c:v>0.27875243664717347</c:v>
                </c:pt>
                <c:pt idx="97">
                  <c:v>0.22706916569912092</c:v>
                </c:pt>
                <c:pt idx="98">
                  <c:v>0.2220499302217398</c:v>
                </c:pt>
                <c:pt idx="99">
                  <c:v>0.18873826903023982</c:v>
                </c:pt>
                <c:pt idx="100">
                  <c:v>0.16566808633508986</c:v>
                </c:pt>
                <c:pt idx="101">
                  <c:v>0.17580522794675496</c:v>
                </c:pt>
                <c:pt idx="102">
                  <c:v>0.1701910654790236</c:v>
                </c:pt>
                <c:pt idx="103">
                  <c:v>0.15286624203821655</c:v>
                </c:pt>
                <c:pt idx="104">
                  <c:v>0.15782368030241664</c:v>
                </c:pt>
                <c:pt idx="105">
                  <c:v>0.16570057965220866</c:v>
                </c:pt>
                <c:pt idx="106">
                  <c:v>0.15672225117248567</c:v>
                </c:pt>
                <c:pt idx="107">
                  <c:v>0.1644654707930876</c:v>
                </c:pt>
                <c:pt idx="108">
                  <c:v>0.17008875347728175</c:v>
                </c:pt>
                <c:pt idx="109">
                  <c:v>0.18855509770038548</c:v>
                </c:pt>
                <c:pt idx="110">
                  <c:v>0.17640442003573084</c:v>
                </c:pt>
                <c:pt idx="111">
                  <c:v>0.17622681226154455</c:v>
                </c:pt>
                <c:pt idx="112">
                  <c:v>0.20574225122349102</c:v>
                </c:pt>
                <c:pt idx="113">
                  <c:v>0.20122567176240824</c:v>
                </c:pt>
                <c:pt idx="114">
                  <c:v>0.19351941412187371</c:v>
                </c:pt>
                <c:pt idx="115">
                  <c:v>0.21237596471885337</c:v>
                </c:pt>
                <c:pt idx="116">
                  <c:v>0.2047378481703987</c:v>
                </c:pt>
                <c:pt idx="117">
                  <c:v>0.20015090198230331</c:v>
                </c:pt>
                <c:pt idx="118">
                  <c:v>0.22285753651143567</c:v>
                </c:pt>
                <c:pt idx="119">
                  <c:v>0.21291691532391752</c:v>
                </c:pt>
                <c:pt idx="120">
                  <c:v>0.21313074993030387</c:v>
                </c:pt>
                <c:pt idx="121">
                  <c:v>0.22150859915792478</c:v>
                </c:pt>
                <c:pt idx="122">
                  <c:v>0.23342981186685963</c:v>
                </c:pt>
                <c:pt idx="123">
                  <c:v>0.23738807599912645</c:v>
                </c:pt>
                <c:pt idx="124">
                  <c:v>0.2335029017697213</c:v>
                </c:pt>
                <c:pt idx="125">
                  <c:v>0.2294478527607362</c:v>
                </c:pt>
                <c:pt idx="126">
                  <c:v>0.24745738432889272</c:v>
                </c:pt>
                <c:pt idx="127">
                  <c:v>0.26324202572113636</c:v>
                </c:pt>
                <c:pt idx="128">
                  <c:v>0.24091764365320598</c:v>
                </c:pt>
                <c:pt idx="129">
                  <c:v>0.27057642672784626</c:v>
                </c:pt>
                <c:pt idx="130">
                  <c:v>0.26622039134912462</c:v>
                </c:pt>
                <c:pt idx="131">
                  <c:v>0.26800481130657045</c:v>
                </c:pt>
                <c:pt idx="132">
                  <c:v>0.28778736729550142</c:v>
                </c:pt>
                <c:pt idx="133">
                  <c:v>0.30546221770727516</c:v>
                </c:pt>
                <c:pt idx="134">
                  <c:v>0.28221337703894483</c:v>
                </c:pt>
                <c:pt idx="135">
                  <c:v>0.31298670652088412</c:v>
                </c:pt>
                <c:pt idx="136">
                  <c:v>0.29993673888976752</c:v>
                </c:pt>
                <c:pt idx="137">
                  <c:v>0.30292259083728279</c:v>
                </c:pt>
                <c:pt idx="138">
                  <c:v>0.30814686416640402</c:v>
                </c:pt>
                <c:pt idx="139">
                  <c:v>0.29511694058154236</c:v>
                </c:pt>
                <c:pt idx="140">
                  <c:v>0.30542859433886616</c:v>
                </c:pt>
                <c:pt idx="141">
                  <c:v>0.32042921997523732</c:v>
                </c:pt>
                <c:pt idx="142">
                  <c:v>0.31136588584625535</c:v>
                </c:pt>
                <c:pt idx="143">
                  <c:v>0.32303206997084549</c:v>
                </c:pt>
                <c:pt idx="144">
                  <c:v>0.32281671816555535</c:v>
                </c:pt>
                <c:pt idx="145">
                  <c:v>0.31456980194050199</c:v>
                </c:pt>
                <c:pt idx="146">
                  <c:v>0.33506276150627617</c:v>
                </c:pt>
                <c:pt idx="147">
                  <c:v>0.34870390965865344</c:v>
                </c:pt>
                <c:pt idx="148">
                  <c:v>0.33911564625850338</c:v>
                </c:pt>
                <c:pt idx="149">
                  <c:v>0.35567187231851727</c:v>
                </c:pt>
                <c:pt idx="150">
                  <c:v>0.35316143306952602</c:v>
                </c:pt>
                <c:pt idx="151">
                  <c:v>0.34274371415968241</c:v>
                </c:pt>
                <c:pt idx="152">
                  <c:v>0.36217749800514232</c:v>
                </c:pt>
                <c:pt idx="153">
                  <c:v>0.366282165039929</c:v>
                </c:pt>
                <c:pt idx="154">
                  <c:v>0.3791307471264368</c:v>
                </c:pt>
                <c:pt idx="155">
                  <c:v>0.38184852136831371</c:v>
                </c:pt>
                <c:pt idx="156">
                  <c:v>0.39609765474817377</c:v>
                </c:pt>
                <c:pt idx="157">
                  <c:v>0.40452852381885906</c:v>
                </c:pt>
                <c:pt idx="158">
                  <c:v>0.42255290366218956</c:v>
                </c:pt>
                <c:pt idx="159">
                  <c:v>0.42273603082851635</c:v>
                </c:pt>
                <c:pt idx="160">
                  <c:v>0.47062461348175633</c:v>
                </c:pt>
                <c:pt idx="161">
                  <c:v>0.48148899482706159</c:v>
                </c:pt>
                <c:pt idx="162">
                  <c:v>0.52663847780126849</c:v>
                </c:pt>
                <c:pt idx="163">
                  <c:v>0.50437135720233139</c:v>
                </c:pt>
                <c:pt idx="164">
                  <c:v>0.55724554641108448</c:v>
                </c:pt>
                <c:pt idx="165">
                  <c:v>0.53055495573310296</c:v>
                </c:pt>
                <c:pt idx="166">
                  <c:v>0.55750834260289206</c:v>
                </c:pt>
                <c:pt idx="167">
                  <c:v>0.53278327832783279</c:v>
                </c:pt>
                <c:pt idx="168">
                  <c:v>0.58850521968567171</c:v>
                </c:pt>
                <c:pt idx="169">
                  <c:v>0.6014631401238042</c:v>
                </c:pt>
                <c:pt idx="170">
                  <c:v>0.63565530875683218</c:v>
                </c:pt>
                <c:pt idx="171">
                  <c:v>0.61186142102172636</c:v>
                </c:pt>
                <c:pt idx="172">
                  <c:v>0.65473684210526317</c:v>
                </c:pt>
                <c:pt idx="173">
                  <c:v>0.62972605841068596</c:v>
                </c:pt>
                <c:pt idx="174">
                  <c:v>0.63635261307141988</c:v>
                </c:pt>
                <c:pt idx="175">
                  <c:v>0.74152075425492836</c:v>
                </c:pt>
                <c:pt idx="176">
                  <c:v>0.68405905905905906</c:v>
                </c:pt>
                <c:pt idx="177">
                  <c:v>0.69406854685721509</c:v>
                </c:pt>
                <c:pt idx="178">
                  <c:v>0.72873011865690485</c:v>
                </c:pt>
                <c:pt idx="179">
                  <c:v>0.71350000000000002</c:v>
                </c:pt>
                <c:pt idx="180">
                  <c:v>0.73921841406348809</c:v>
                </c:pt>
                <c:pt idx="181">
                  <c:v>0.7882522617018487</c:v>
                </c:pt>
                <c:pt idx="182">
                  <c:v>0.74915606336016616</c:v>
                </c:pt>
                <c:pt idx="183">
                  <c:v>0.76987815601055143</c:v>
                </c:pt>
                <c:pt idx="184">
                  <c:v>0.71935044006446014</c:v>
                </c:pt>
                <c:pt idx="185">
                  <c:v>0.75496602195504448</c:v>
                </c:pt>
                <c:pt idx="186">
                  <c:v>0.74147727272727271</c:v>
                </c:pt>
                <c:pt idx="187">
                  <c:v>0.78026436330323257</c:v>
                </c:pt>
                <c:pt idx="188">
                  <c:v>0.72931654676258995</c:v>
                </c:pt>
                <c:pt idx="189">
                  <c:v>0.73783477932855523</c:v>
                </c:pt>
                <c:pt idx="190">
                  <c:v>0.71578543080271417</c:v>
                </c:pt>
                <c:pt idx="191">
                  <c:v>0.79054680259499532</c:v>
                </c:pt>
                <c:pt idx="192">
                  <c:v>0.79297965696051054</c:v>
                </c:pt>
                <c:pt idx="193">
                  <c:v>0.75214247455811467</c:v>
                </c:pt>
                <c:pt idx="194">
                  <c:v>0.80268329041875597</c:v>
                </c:pt>
                <c:pt idx="195">
                  <c:v>0.82157500353456803</c:v>
                </c:pt>
                <c:pt idx="196">
                  <c:v>0.85921850754690365</c:v>
                </c:pt>
                <c:pt idx="197">
                  <c:v>0.8322857142857143</c:v>
                </c:pt>
                <c:pt idx="198">
                  <c:v>0.91735777680779862</c:v>
                </c:pt>
                <c:pt idx="199">
                  <c:v>0.90510737086477078</c:v>
                </c:pt>
                <c:pt idx="200">
                  <c:v>0.886190341711381</c:v>
                </c:pt>
                <c:pt idx="201">
                  <c:v>0.92208929092500724</c:v>
                </c:pt>
                <c:pt idx="202">
                  <c:v>0.95641791044776114</c:v>
                </c:pt>
                <c:pt idx="203">
                  <c:v>0.92574549749040447</c:v>
                </c:pt>
                <c:pt idx="204">
                  <c:v>0.95536791314837155</c:v>
                </c:pt>
                <c:pt idx="205">
                  <c:v>1.020342117429496</c:v>
                </c:pt>
                <c:pt idx="206">
                  <c:v>0.99559337486704147</c:v>
                </c:pt>
                <c:pt idx="207">
                  <c:v>1.053461063040791</c:v>
                </c:pt>
                <c:pt idx="208">
                  <c:v>1.0647159002941631</c:v>
                </c:pt>
                <c:pt idx="209">
                  <c:v>1.1323434473854099</c:v>
                </c:pt>
                <c:pt idx="210">
                  <c:v>1.121451838064216</c:v>
                </c:pt>
                <c:pt idx="211">
                  <c:v>1.1606133979015334</c:v>
                </c:pt>
                <c:pt idx="212">
                  <c:v>1.1708901884340481</c:v>
                </c:pt>
                <c:pt idx="213">
                  <c:v>1.2203194467314342</c:v>
                </c:pt>
                <c:pt idx="214">
                  <c:v>1.1759781033649976</c:v>
                </c:pt>
                <c:pt idx="215">
                  <c:v>1.2418642681929681</c:v>
                </c:pt>
                <c:pt idx="216">
                  <c:v>1.17217091876663</c:v>
                </c:pt>
                <c:pt idx="217">
                  <c:v>1.1586100386100386</c:v>
                </c:pt>
                <c:pt idx="218">
                  <c:v>1.1515645371577574</c:v>
                </c:pt>
                <c:pt idx="219">
                  <c:v>1.1797807158980973</c:v>
                </c:pt>
                <c:pt idx="220">
                  <c:v>1.2199295420231504</c:v>
                </c:pt>
                <c:pt idx="221">
                  <c:v>1.2268128161888701</c:v>
                </c:pt>
                <c:pt idx="222">
                  <c:v>1.2121314237573715</c:v>
                </c:pt>
                <c:pt idx="223">
                  <c:v>1.1618544794588352</c:v>
                </c:pt>
                <c:pt idx="224">
                  <c:v>1.2074011774600504</c:v>
                </c:pt>
                <c:pt idx="225">
                  <c:v>1.2383104467234487</c:v>
                </c:pt>
                <c:pt idx="226">
                  <c:v>1.2415261454607391</c:v>
                </c:pt>
                <c:pt idx="227">
                  <c:v>1.1738241308793456</c:v>
                </c:pt>
                <c:pt idx="228">
                  <c:v>1.1445412608918504</c:v>
                </c:pt>
                <c:pt idx="229">
                  <c:v>1.2138354063724655</c:v>
                </c:pt>
                <c:pt idx="230">
                  <c:v>1.2108465148618113</c:v>
                </c:pt>
                <c:pt idx="231">
                  <c:v>0.81792950319178459</c:v>
                </c:pt>
                <c:pt idx="232">
                  <c:v>0.19953214347600071</c:v>
                </c:pt>
                <c:pt idx="233">
                  <c:v>0.26814467963113381</c:v>
                </c:pt>
                <c:pt idx="234">
                  <c:v>0.34721278042148196</c:v>
                </c:pt>
                <c:pt idx="235">
                  <c:v>0.39933953033268099</c:v>
                </c:pt>
                <c:pt idx="236">
                  <c:v>0.47760196122130599</c:v>
                </c:pt>
                <c:pt idx="237">
                  <c:v>0.51863947745738415</c:v>
                </c:pt>
                <c:pt idx="238">
                  <c:v>0.61398121387283233</c:v>
                </c:pt>
                <c:pt idx="239">
                  <c:v>0.63774078922760424</c:v>
                </c:pt>
                <c:pt idx="240">
                  <c:v>0.62887650882079849</c:v>
                </c:pt>
                <c:pt idx="241">
                  <c:v>0.69805068226120859</c:v>
                </c:pt>
                <c:pt idx="242">
                  <c:v>0.78168381104564066</c:v>
                </c:pt>
                <c:pt idx="243">
                  <c:v>0.86972984036021284</c:v>
                </c:pt>
                <c:pt idx="244">
                  <c:v>0.95817100676645484</c:v>
                </c:pt>
                <c:pt idx="245">
                  <c:v>1.0749460043196544</c:v>
                </c:pt>
                <c:pt idx="246">
                  <c:v>1.0883873009176248</c:v>
                </c:pt>
                <c:pt idx="247">
                  <c:v>1.2579315084182796</c:v>
                </c:pt>
                <c:pt idx="248">
                  <c:v>1.3147901801910751</c:v>
                </c:pt>
                <c:pt idx="249">
                  <c:v>1.4236530880420499</c:v>
                </c:pt>
                <c:pt idx="250">
                  <c:v>1.5464428237236825</c:v>
                </c:pt>
                <c:pt idx="251">
                  <c:v>1.664288898796255</c:v>
                </c:pt>
                <c:pt idx="252">
                  <c:v>1.7963511617027912</c:v>
                </c:pt>
                <c:pt idx="253">
                  <c:v>1.7159038726465636</c:v>
                </c:pt>
                <c:pt idx="254">
                  <c:v>1.8500711687490115</c:v>
                </c:pt>
                <c:pt idx="255">
                  <c:v>2.0389524283109566</c:v>
                </c:pt>
                <c:pt idx="256">
                  <c:v>1.9784820683903253</c:v>
                </c:pt>
                <c:pt idx="257">
                  <c:v>1.9292523833416959</c:v>
                </c:pt>
                <c:pt idx="258">
                  <c:v>1.8883682008368201</c:v>
                </c:pt>
                <c:pt idx="259">
                  <c:v>2.0062391681109184</c:v>
                </c:pt>
                <c:pt idx="260">
                  <c:v>1.7079031985107462</c:v>
                </c:pt>
                <c:pt idx="261">
                  <c:v>1.8792413433095527</c:v>
                </c:pt>
                <c:pt idx="262">
                  <c:v>1.7560934610858967</c:v>
                </c:pt>
                <c:pt idx="263">
                  <c:v>1.7965528894896925</c:v>
                </c:pt>
                <c:pt idx="264">
                  <c:v>1.8858329008822003</c:v>
                </c:pt>
                <c:pt idx="265">
                  <c:v>1.788214904679376</c:v>
                </c:pt>
                <c:pt idx="266">
                  <c:v>1.6464005344913981</c:v>
                </c:pt>
                <c:pt idx="267">
                  <c:v>1.6478921317630995</c:v>
                </c:pt>
                <c:pt idx="268">
                  <c:v>1.734122150687315</c:v>
                </c:pt>
                <c:pt idx="269">
                  <c:v>1.5397764628533859</c:v>
                </c:pt>
                <c:pt idx="270">
                  <c:v>1.5338345864661653</c:v>
                </c:pt>
                <c:pt idx="271">
                  <c:v>1.4615904102650683</c:v>
                </c:pt>
                <c:pt idx="272">
                  <c:v>1.4747410358565738</c:v>
                </c:pt>
                <c:pt idx="273">
                  <c:v>1.4757730315588142</c:v>
                </c:pt>
                <c:pt idx="274">
                  <c:v>1.3275568621383258</c:v>
                </c:pt>
                <c:pt idx="275">
                  <c:v>1.3816254416961131</c:v>
                </c:pt>
                <c:pt idx="276">
                  <c:v>1.3461842313161636</c:v>
                </c:pt>
                <c:pt idx="277">
                  <c:v>1.3567611336032388</c:v>
                </c:pt>
                <c:pt idx="278">
                  <c:v>1.3012642614862782</c:v>
                </c:pt>
                <c:pt idx="279">
                  <c:v>1.2583959515411747</c:v>
                </c:pt>
                <c:pt idx="280">
                  <c:v>1.1608078939253776</c:v>
                </c:pt>
                <c:pt idx="281">
                  <c:v>1.1742870076957899</c:v>
                </c:pt>
                <c:pt idx="282">
                  <c:v>1.0777503269873565</c:v>
                </c:pt>
                <c:pt idx="283">
                  <c:v>1.046210200056354</c:v>
                </c:pt>
                <c:pt idx="284">
                  <c:v>1.0647033838312332</c:v>
                </c:pt>
                <c:pt idx="285">
                  <c:v>1.0137246313330412</c:v>
                </c:pt>
                <c:pt idx="286">
                  <c:v>1.0615738742626961</c:v>
                </c:pt>
                <c:pt idx="287">
                  <c:v>1.0672873465933135</c:v>
                </c:pt>
                <c:pt idx="288">
                  <c:v>1.0541907514450868</c:v>
                </c:pt>
                <c:pt idx="289">
                  <c:v>1.0824471959213402</c:v>
                </c:pt>
                <c:pt idx="290">
                  <c:v>1.0194256756756757</c:v>
                </c:pt>
                <c:pt idx="291">
                  <c:v>0.9747616376892877</c:v>
                </c:pt>
                <c:pt idx="292">
                  <c:v>0.99203354297693924</c:v>
                </c:pt>
                <c:pt idx="293">
                  <c:v>1.0085540838852096</c:v>
                </c:pt>
                <c:pt idx="294">
                  <c:v>1.0212645307626877</c:v>
                </c:pt>
                <c:pt idx="295">
                  <c:v>0.97483498349834985</c:v>
                </c:pt>
                <c:pt idx="296">
                  <c:v>0.93753387533875343</c:v>
                </c:pt>
                <c:pt idx="297">
                  <c:v>0.94266929651545039</c:v>
                </c:pt>
                <c:pt idx="299">
                  <c:v>0.87983549672278627</c:v>
                </c:pt>
                <c:pt idx="300">
                  <c:v>0.87298413967746236</c:v>
                </c:pt>
                <c:pt idx="301">
                  <c:v>0.98262757871878392</c:v>
                </c:pt>
                <c:pt idx="302">
                  <c:v>0.91427816668868045</c:v>
                </c:pt>
                <c:pt idx="303">
                  <c:v>0.95137449924022655</c:v>
                </c:pt>
                <c:pt idx="304">
                  <c:v>1.0332293503322936</c:v>
                </c:pt>
              </c:numCache>
            </c:numRef>
          </c:val>
          <c:smooth val="0"/>
          <c:extLst>
            <c:ext xmlns:c16="http://schemas.microsoft.com/office/drawing/2014/chart" uri="{C3380CC4-5D6E-409C-BE32-E72D297353CC}">
              <c16:uniqueId val="{00000000-0417-466B-B8A7-D52E6132D13D}"/>
            </c:ext>
          </c:extLst>
        </c:ser>
        <c:dLbls>
          <c:showLegendKey val="0"/>
          <c:showVal val="0"/>
          <c:showCatName val="0"/>
          <c:showSerName val="0"/>
          <c:showPercent val="0"/>
          <c:showBubbleSize val="0"/>
        </c:dLbls>
        <c:marker val="1"/>
        <c:smooth val="0"/>
        <c:axId val="316317840"/>
        <c:axId val="316319472"/>
      </c:lineChart>
      <c:lineChart>
        <c:grouping val="standard"/>
        <c:varyColors val="0"/>
        <c:ser>
          <c:idx val="1"/>
          <c:order val="1"/>
          <c:tx>
            <c:v>美国雇佣成本指数ECI，右轴</c:v>
          </c:tx>
          <c:spPr>
            <a:ln w="25400" cap="rnd">
              <a:solidFill>
                <a:srgbClr val="2E3160"/>
              </a:solidFill>
              <a:round/>
            </a:ln>
            <a:effectLst/>
          </c:spPr>
          <c:marker>
            <c:symbol val="none"/>
          </c:marker>
          <c:cat>
            <c:numRef>
              <c:f>'integrated data'!$A$2:$A$306</c:f>
              <c:numCache>
                <c:formatCode>m/d/yyyy</c:formatCode>
                <c:ptCount val="305"/>
                <c:pt idx="0">
                  <c:v>36861</c:v>
                </c:pt>
                <c:pt idx="1">
                  <c:v>36892</c:v>
                </c:pt>
                <c:pt idx="2">
                  <c:v>36923</c:v>
                </c:pt>
                <c:pt idx="3">
                  <c:v>36951</c:v>
                </c:pt>
                <c:pt idx="4">
                  <c:v>36982</c:v>
                </c:pt>
                <c:pt idx="5">
                  <c:v>37012</c:v>
                </c:pt>
                <c:pt idx="6">
                  <c:v>37043</c:v>
                </c:pt>
                <c:pt idx="7">
                  <c:v>37073</c:v>
                </c:pt>
                <c:pt idx="8">
                  <c:v>37104</c:v>
                </c:pt>
                <c:pt idx="9">
                  <c:v>37135</c:v>
                </c:pt>
                <c:pt idx="10">
                  <c:v>37165</c:v>
                </c:pt>
                <c:pt idx="11">
                  <c:v>37196</c:v>
                </c:pt>
                <c:pt idx="12">
                  <c:v>37226</c:v>
                </c:pt>
                <c:pt idx="13">
                  <c:v>37257</c:v>
                </c:pt>
                <c:pt idx="14">
                  <c:v>37288</c:v>
                </c:pt>
                <c:pt idx="15">
                  <c:v>37316</c:v>
                </c:pt>
                <c:pt idx="16">
                  <c:v>37347</c:v>
                </c:pt>
                <c:pt idx="17">
                  <c:v>37377</c:v>
                </c:pt>
                <c:pt idx="18">
                  <c:v>37408</c:v>
                </c:pt>
                <c:pt idx="19">
                  <c:v>37438</c:v>
                </c:pt>
                <c:pt idx="20">
                  <c:v>37469</c:v>
                </c:pt>
                <c:pt idx="21">
                  <c:v>37500</c:v>
                </c:pt>
                <c:pt idx="22">
                  <c:v>37530</c:v>
                </c:pt>
                <c:pt idx="23">
                  <c:v>37561</c:v>
                </c:pt>
                <c:pt idx="24">
                  <c:v>37591</c:v>
                </c:pt>
                <c:pt idx="25">
                  <c:v>37622</c:v>
                </c:pt>
                <c:pt idx="26">
                  <c:v>37653</c:v>
                </c:pt>
                <c:pt idx="27">
                  <c:v>37681</c:v>
                </c:pt>
                <c:pt idx="28">
                  <c:v>37712</c:v>
                </c:pt>
                <c:pt idx="29">
                  <c:v>37742</c:v>
                </c:pt>
                <c:pt idx="30">
                  <c:v>37773</c:v>
                </c:pt>
                <c:pt idx="31">
                  <c:v>37803</c:v>
                </c:pt>
                <c:pt idx="32">
                  <c:v>37834</c:v>
                </c:pt>
                <c:pt idx="33">
                  <c:v>37865</c:v>
                </c:pt>
                <c:pt idx="34">
                  <c:v>37895</c:v>
                </c:pt>
                <c:pt idx="35">
                  <c:v>37926</c:v>
                </c:pt>
                <c:pt idx="36">
                  <c:v>37956</c:v>
                </c:pt>
                <c:pt idx="37">
                  <c:v>37987</c:v>
                </c:pt>
                <c:pt idx="38">
                  <c:v>38018</c:v>
                </c:pt>
                <c:pt idx="39">
                  <c:v>38047</c:v>
                </c:pt>
                <c:pt idx="40">
                  <c:v>38078</c:v>
                </c:pt>
                <c:pt idx="41">
                  <c:v>38108</c:v>
                </c:pt>
                <c:pt idx="42">
                  <c:v>38139</c:v>
                </c:pt>
                <c:pt idx="43">
                  <c:v>38169</c:v>
                </c:pt>
                <c:pt idx="44">
                  <c:v>38200</c:v>
                </c:pt>
                <c:pt idx="45">
                  <c:v>38231</c:v>
                </c:pt>
                <c:pt idx="46">
                  <c:v>38261</c:v>
                </c:pt>
                <c:pt idx="47">
                  <c:v>38292</c:v>
                </c:pt>
                <c:pt idx="48">
                  <c:v>38322</c:v>
                </c:pt>
                <c:pt idx="49">
                  <c:v>38353</c:v>
                </c:pt>
                <c:pt idx="50">
                  <c:v>38384</c:v>
                </c:pt>
                <c:pt idx="51">
                  <c:v>38412</c:v>
                </c:pt>
                <c:pt idx="52">
                  <c:v>38443</c:v>
                </c:pt>
                <c:pt idx="53">
                  <c:v>38473</c:v>
                </c:pt>
                <c:pt idx="54">
                  <c:v>38504</c:v>
                </c:pt>
                <c:pt idx="55">
                  <c:v>38534</c:v>
                </c:pt>
                <c:pt idx="56">
                  <c:v>38565</c:v>
                </c:pt>
                <c:pt idx="57">
                  <c:v>38596</c:v>
                </c:pt>
                <c:pt idx="58">
                  <c:v>38626</c:v>
                </c:pt>
                <c:pt idx="59">
                  <c:v>38657</c:v>
                </c:pt>
                <c:pt idx="60">
                  <c:v>38687</c:v>
                </c:pt>
                <c:pt idx="61">
                  <c:v>38718</c:v>
                </c:pt>
                <c:pt idx="62">
                  <c:v>38749</c:v>
                </c:pt>
                <c:pt idx="63">
                  <c:v>38777</c:v>
                </c:pt>
                <c:pt idx="64">
                  <c:v>38808</c:v>
                </c:pt>
                <c:pt idx="65">
                  <c:v>38838</c:v>
                </c:pt>
                <c:pt idx="66">
                  <c:v>38869</c:v>
                </c:pt>
                <c:pt idx="67">
                  <c:v>38899</c:v>
                </c:pt>
                <c:pt idx="68">
                  <c:v>38930</c:v>
                </c:pt>
                <c:pt idx="69">
                  <c:v>38961</c:v>
                </c:pt>
                <c:pt idx="70">
                  <c:v>38991</c:v>
                </c:pt>
                <c:pt idx="71">
                  <c:v>39022</c:v>
                </c:pt>
                <c:pt idx="72">
                  <c:v>39052</c:v>
                </c:pt>
                <c:pt idx="73">
                  <c:v>39083</c:v>
                </c:pt>
                <c:pt idx="74">
                  <c:v>39114</c:v>
                </c:pt>
                <c:pt idx="75">
                  <c:v>39142</c:v>
                </c:pt>
                <c:pt idx="76">
                  <c:v>39173</c:v>
                </c:pt>
                <c:pt idx="77">
                  <c:v>39203</c:v>
                </c:pt>
                <c:pt idx="78">
                  <c:v>39234</c:v>
                </c:pt>
                <c:pt idx="79">
                  <c:v>39264</c:v>
                </c:pt>
                <c:pt idx="80">
                  <c:v>39295</c:v>
                </c:pt>
                <c:pt idx="81">
                  <c:v>39326</c:v>
                </c:pt>
                <c:pt idx="82">
                  <c:v>39356</c:v>
                </c:pt>
                <c:pt idx="83">
                  <c:v>39387</c:v>
                </c:pt>
                <c:pt idx="84">
                  <c:v>39417</c:v>
                </c:pt>
                <c:pt idx="85">
                  <c:v>39448</c:v>
                </c:pt>
                <c:pt idx="86">
                  <c:v>39479</c:v>
                </c:pt>
                <c:pt idx="87">
                  <c:v>39508</c:v>
                </c:pt>
                <c:pt idx="88">
                  <c:v>39539</c:v>
                </c:pt>
                <c:pt idx="89">
                  <c:v>39569</c:v>
                </c:pt>
                <c:pt idx="90">
                  <c:v>39600</c:v>
                </c:pt>
                <c:pt idx="91">
                  <c:v>39630</c:v>
                </c:pt>
                <c:pt idx="92">
                  <c:v>39661</c:v>
                </c:pt>
                <c:pt idx="93">
                  <c:v>39692</c:v>
                </c:pt>
                <c:pt idx="94">
                  <c:v>39722</c:v>
                </c:pt>
                <c:pt idx="95">
                  <c:v>39753</c:v>
                </c:pt>
                <c:pt idx="96">
                  <c:v>39783</c:v>
                </c:pt>
                <c:pt idx="97">
                  <c:v>39814</c:v>
                </c:pt>
                <c:pt idx="98">
                  <c:v>39845</c:v>
                </c:pt>
                <c:pt idx="99">
                  <c:v>39873</c:v>
                </c:pt>
                <c:pt idx="100">
                  <c:v>39904</c:v>
                </c:pt>
                <c:pt idx="101">
                  <c:v>39934</c:v>
                </c:pt>
                <c:pt idx="102">
                  <c:v>39965</c:v>
                </c:pt>
                <c:pt idx="103">
                  <c:v>39995</c:v>
                </c:pt>
                <c:pt idx="104">
                  <c:v>40026</c:v>
                </c:pt>
                <c:pt idx="105">
                  <c:v>40057</c:v>
                </c:pt>
                <c:pt idx="106">
                  <c:v>40087</c:v>
                </c:pt>
                <c:pt idx="107">
                  <c:v>40118</c:v>
                </c:pt>
                <c:pt idx="108">
                  <c:v>40148</c:v>
                </c:pt>
                <c:pt idx="109">
                  <c:v>40179</c:v>
                </c:pt>
                <c:pt idx="110">
                  <c:v>40210</c:v>
                </c:pt>
                <c:pt idx="111">
                  <c:v>40238</c:v>
                </c:pt>
                <c:pt idx="112">
                  <c:v>40269</c:v>
                </c:pt>
                <c:pt idx="113">
                  <c:v>40299</c:v>
                </c:pt>
                <c:pt idx="114">
                  <c:v>40330</c:v>
                </c:pt>
                <c:pt idx="115">
                  <c:v>40360</c:v>
                </c:pt>
                <c:pt idx="116">
                  <c:v>40391</c:v>
                </c:pt>
                <c:pt idx="117">
                  <c:v>40422</c:v>
                </c:pt>
                <c:pt idx="118">
                  <c:v>40452</c:v>
                </c:pt>
                <c:pt idx="119">
                  <c:v>40483</c:v>
                </c:pt>
                <c:pt idx="120">
                  <c:v>40513</c:v>
                </c:pt>
                <c:pt idx="121">
                  <c:v>40544</c:v>
                </c:pt>
                <c:pt idx="122">
                  <c:v>40575</c:v>
                </c:pt>
                <c:pt idx="123">
                  <c:v>40603</c:v>
                </c:pt>
                <c:pt idx="124">
                  <c:v>40634</c:v>
                </c:pt>
                <c:pt idx="125">
                  <c:v>40664</c:v>
                </c:pt>
                <c:pt idx="126">
                  <c:v>40695</c:v>
                </c:pt>
                <c:pt idx="127">
                  <c:v>40725</c:v>
                </c:pt>
                <c:pt idx="128">
                  <c:v>40756</c:v>
                </c:pt>
                <c:pt idx="129">
                  <c:v>40787</c:v>
                </c:pt>
                <c:pt idx="130">
                  <c:v>40817</c:v>
                </c:pt>
                <c:pt idx="131">
                  <c:v>40848</c:v>
                </c:pt>
                <c:pt idx="132">
                  <c:v>40878</c:v>
                </c:pt>
                <c:pt idx="133">
                  <c:v>40909</c:v>
                </c:pt>
                <c:pt idx="134">
                  <c:v>40940</c:v>
                </c:pt>
                <c:pt idx="135">
                  <c:v>40969</c:v>
                </c:pt>
                <c:pt idx="136">
                  <c:v>41000</c:v>
                </c:pt>
                <c:pt idx="137">
                  <c:v>41030</c:v>
                </c:pt>
                <c:pt idx="138">
                  <c:v>41061</c:v>
                </c:pt>
                <c:pt idx="139">
                  <c:v>41091</c:v>
                </c:pt>
                <c:pt idx="140">
                  <c:v>41122</c:v>
                </c:pt>
                <c:pt idx="141">
                  <c:v>41153</c:v>
                </c:pt>
                <c:pt idx="142">
                  <c:v>41183</c:v>
                </c:pt>
                <c:pt idx="143">
                  <c:v>41214</c:v>
                </c:pt>
                <c:pt idx="144">
                  <c:v>41244</c:v>
                </c:pt>
                <c:pt idx="145">
                  <c:v>41275</c:v>
                </c:pt>
                <c:pt idx="146">
                  <c:v>41306</c:v>
                </c:pt>
                <c:pt idx="147">
                  <c:v>41334</c:v>
                </c:pt>
                <c:pt idx="148">
                  <c:v>41365</c:v>
                </c:pt>
                <c:pt idx="149">
                  <c:v>41395</c:v>
                </c:pt>
                <c:pt idx="150">
                  <c:v>41426</c:v>
                </c:pt>
                <c:pt idx="151">
                  <c:v>41456</c:v>
                </c:pt>
                <c:pt idx="152">
                  <c:v>41487</c:v>
                </c:pt>
                <c:pt idx="153">
                  <c:v>41518</c:v>
                </c:pt>
                <c:pt idx="154">
                  <c:v>41548</c:v>
                </c:pt>
                <c:pt idx="155">
                  <c:v>41579</c:v>
                </c:pt>
                <c:pt idx="156">
                  <c:v>41609</c:v>
                </c:pt>
                <c:pt idx="157">
                  <c:v>41640</c:v>
                </c:pt>
                <c:pt idx="158">
                  <c:v>41671</c:v>
                </c:pt>
                <c:pt idx="159">
                  <c:v>41699</c:v>
                </c:pt>
                <c:pt idx="160">
                  <c:v>41730</c:v>
                </c:pt>
                <c:pt idx="161">
                  <c:v>41760</c:v>
                </c:pt>
                <c:pt idx="162">
                  <c:v>41791</c:v>
                </c:pt>
                <c:pt idx="163">
                  <c:v>41821</c:v>
                </c:pt>
                <c:pt idx="164">
                  <c:v>41852</c:v>
                </c:pt>
                <c:pt idx="165">
                  <c:v>41883</c:v>
                </c:pt>
                <c:pt idx="166">
                  <c:v>41913</c:v>
                </c:pt>
                <c:pt idx="167">
                  <c:v>41944</c:v>
                </c:pt>
                <c:pt idx="168">
                  <c:v>41974</c:v>
                </c:pt>
                <c:pt idx="169">
                  <c:v>42005</c:v>
                </c:pt>
                <c:pt idx="170">
                  <c:v>42036</c:v>
                </c:pt>
                <c:pt idx="171">
                  <c:v>42064</c:v>
                </c:pt>
                <c:pt idx="172">
                  <c:v>42095</c:v>
                </c:pt>
                <c:pt idx="173">
                  <c:v>42125</c:v>
                </c:pt>
                <c:pt idx="174">
                  <c:v>42156</c:v>
                </c:pt>
                <c:pt idx="175">
                  <c:v>42186</c:v>
                </c:pt>
                <c:pt idx="176">
                  <c:v>42217</c:v>
                </c:pt>
                <c:pt idx="177">
                  <c:v>42248</c:v>
                </c:pt>
                <c:pt idx="178">
                  <c:v>42278</c:v>
                </c:pt>
                <c:pt idx="179">
                  <c:v>42309</c:v>
                </c:pt>
                <c:pt idx="180">
                  <c:v>42339</c:v>
                </c:pt>
                <c:pt idx="181">
                  <c:v>42370</c:v>
                </c:pt>
                <c:pt idx="182">
                  <c:v>42401</c:v>
                </c:pt>
                <c:pt idx="183">
                  <c:v>42430</c:v>
                </c:pt>
                <c:pt idx="184">
                  <c:v>42461</c:v>
                </c:pt>
                <c:pt idx="185">
                  <c:v>42491</c:v>
                </c:pt>
                <c:pt idx="186">
                  <c:v>42522</c:v>
                </c:pt>
                <c:pt idx="187">
                  <c:v>42552</c:v>
                </c:pt>
                <c:pt idx="188">
                  <c:v>42583</c:v>
                </c:pt>
                <c:pt idx="189">
                  <c:v>42614</c:v>
                </c:pt>
                <c:pt idx="190">
                  <c:v>42644</c:v>
                </c:pt>
                <c:pt idx="191">
                  <c:v>42675</c:v>
                </c:pt>
                <c:pt idx="192">
                  <c:v>42705</c:v>
                </c:pt>
                <c:pt idx="193">
                  <c:v>42736</c:v>
                </c:pt>
                <c:pt idx="194">
                  <c:v>42767</c:v>
                </c:pt>
                <c:pt idx="195">
                  <c:v>42795</c:v>
                </c:pt>
                <c:pt idx="196">
                  <c:v>42826</c:v>
                </c:pt>
                <c:pt idx="197">
                  <c:v>42856</c:v>
                </c:pt>
                <c:pt idx="198">
                  <c:v>42887</c:v>
                </c:pt>
                <c:pt idx="199">
                  <c:v>42917</c:v>
                </c:pt>
                <c:pt idx="200">
                  <c:v>42948</c:v>
                </c:pt>
                <c:pt idx="201">
                  <c:v>42979</c:v>
                </c:pt>
                <c:pt idx="202">
                  <c:v>43009</c:v>
                </c:pt>
                <c:pt idx="203">
                  <c:v>43040</c:v>
                </c:pt>
                <c:pt idx="204">
                  <c:v>43070</c:v>
                </c:pt>
                <c:pt idx="205">
                  <c:v>43101</c:v>
                </c:pt>
                <c:pt idx="206">
                  <c:v>43132</c:v>
                </c:pt>
                <c:pt idx="207">
                  <c:v>43160</c:v>
                </c:pt>
                <c:pt idx="208">
                  <c:v>43191</c:v>
                </c:pt>
                <c:pt idx="209">
                  <c:v>43221</c:v>
                </c:pt>
                <c:pt idx="210">
                  <c:v>43252</c:v>
                </c:pt>
                <c:pt idx="211">
                  <c:v>43282</c:v>
                </c:pt>
                <c:pt idx="212">
                  <c:v>43313</c:v>
                </c:pt>
                <c:pt idx="213">
                  <c:v>43344</c:v>
                </c:pt>
                <c:pt idx="214">
                  <c:v>43374</c:v>
                </c:pt>
                <c:pt idx="215">
                  <c:v>43405</c:v>
                </c:pt>
                <c:pt idx="216">
                  <c:v>43435</c:v>
                </c:pt>
                <c:pt idx="217">
                  <c:v>43466</c:v>
                </c:pt>
                <c:pt idx="218">
                  <c:v>43497</c:v>
                </c:pt>
                <c:pt idx="219">
                  <c:v>43525</c:v>
                </c:pt>
                <c:pt idx="220">
                  <c:v>43556</c:v>
                </c:pt>
                <c:pt idx="221">
                  <c:v>43586</c:v>
                </c:pt>
                <c:pt idx="222">
                  <c:v>43617</c:v>
                </c:pt>
                <c:pt idx="223">
                  <c:v>43647</c:v>
                </c:pt>
                <c:pt idx="224">
                  <c:v>43678</c:v>
                </c:pt>
                <c:pt idx="225">
                  <c:v>43709</c:v>
                </c:pt>
                <c:pt idx="226">
                  <c:v>43739</c:v>
                </c:pt>
                <c:pt idx="227">
                  <c:v>43770</c:v>
                </c:pt>
                <c:pt idx="228">
                  <c:v>43800</c:v>
                </c:pt>
                <c:pt idx="229">
                  <c:v>43831</c:v>
                </c:pt>
                <c:pt idx="230">
                  <c:v>43862</c:v>
                </c:pt>
                <c:pt idx="231">
                  <c:v>43891</c:v>
                </c:pt>
                <c:pt idx="232">
                  <c:v>43922</c:v>
                </c:pt>
                <c:pt idx="233">
                  <c:v>43952</c:v>
                </c:pt>
                <c:pt idx="234">
                  <c:v>43983</c:v>
                </c:pt>
                <c:pt idx="235">
                  <c:v>44013</c:v>
                </c:pt>
                <c:pt idx="236">
                  <c:v>44044</c:v>
                </c:pt>
                <c:pt idx="237">
                  <c:v>44075</c:v>
                </c:pt>
                <c:pt idx="238">
                  <c:v>44105</c:v>
                </c:pt>
                <c:pt idx="239">
                  <c:v>44136</c:v>
                </c:pt>
                <c:pt idx="240">
                  <c:v>44166</c:v>
                </c:pt>
                <c:pt idx="241">
                  <c:v>44197</c:v>
                </c:pt>
                <c:pt idx="242">
                  <c:v>44228</c:v>
                </c:pt>
                <c:pt idx="243">
                  <c:v>44256</c:v>
                </c:pt>
                <c:pt idx="244">
                  <c:v>44287</c:v>
                </c:pt>
                <c:pt idx="245">
                  <c:v>44317</c:v>
                </c:pt>
                <c:pt idx="246">
                  <c:v>44348</c:v>
                </c:pt>
                <c:pt idx="247">
                  <c:v>44378</c:v>
                </c:pt>
                <c:pt idx="248">
                  <c:v>44409</c:v>
                </c:pt>
                <c:pt idx="249">
                  <c:v>44440</c:v>
                </c:pt>
                <c:pt idx="250">
                  <c:v>44470</c:v>
                </c:pt>
                <c:pt idx="251">
                  <c:v>44501</c:v>
                </c:pt>
                <c:pt idx="252">
                  <c:v>44531</c:v>
                </c:pt>
                <c:pt idx="253">
                  <c:v>44562</c:v>
                </c:pt>
                <c:pt idx="254">
                  <c:v>44593</c:v>
                </c:pt>
                <c:pt idx="255">
                  <c:v>44621</c:v>
                </c:pt>
                <c:pt idx="256">
                  <c:v>44652</c:v>
                </c:pt>
                <c:pt idx="257">
                  <c:v>44682</c:v>
                </c:pt>
                <c:pt idx="258">
                  <c:v>44713</c:v>
                </c:pt>
                <c:pt idx="259">
                  <c:v>44743</c:v>
                </c:pt>
                <c:pt idx="260">
                  <c:v>44774</c:v>
                </c:pt>
                <c:pt idx="261">
                  <c:v>44805</c:v>
                </c:pt>
                <c:pt idx="262">
                  <c:v>44835</c:v>
                </c:pt>
                <c:pt idx="263">
                  <c:v>44866</c:v>
                </c:pt>
                <c:pt idx="264">
                  <c:v>44896</c:v>
                </c:pt>
                <c:pt idx="265">
                  <c:v>44927</c:v>
                </c:pt>
                <c:pt idx="266">
                  <c:v>44958</c:v>
                </c:pt>
                <c:pt idx="267">
                  <c:v>44986</c:v>
                </c:pt>
                <c:pt idx="268">
                  <c:v>45017</c:v>
                </c:pt>
                <c:pt idx="269">
                  <c:v>45047</c:v>
                </c:pt>
                <c:pt idx="270">
                  <c:v>45078</c:v>
                </c:pt>
                <c:pt idx="271">
                  <c:v>45108</c:v>
                </c:pt>
                <c:pt idx="272">
                  <c:v>45139</c:v>
                </c:pt>
                <c:pt idx="273">
                  <c:v>45170</c:v>
                </c:pt>
                <c:pt idx="274">
                  <c:v>45200</c:v>
                </c:pt>
                <c:pt idx="275">
                  <c:v>45231</c:v>
                </c:pt>
                <c:pt idx="276">
                  <c:v>45261</c:v>
                </c:pt>
                <c:pt idx="277">
                  <c:v>45292</c:v>
                </c:pt>
                <c:pt idx="278">
                  <c:v>45323</c:v>
                </c:pt>
                <c:pt idx="279">
                  <c:v>45352</c:v>
                </c:pt>
                <c:pt idx="280">
                  <c:v>45383</c:v>
                </c:pt>
                <c:pt idx="281">
                  <c:v>45413</c:v>
                </c:pt>
                <c:pt idx="282">
                  <c:v>45444</c:v>
                </c:pt>
                <c:pt idx="283">
                  <c:v>45474</c:v>
                </c:pt>
                <c:pt idx="284">
                  <c:v>45505</c:v>
                </c:pt>
                <c:pt idx="285">
                  <c:v>45536</c:v>
                </c:pt>
                <c:pt idx="286">
                  <c:v>45566</c:v>
                </c:pt>
                <c:pt idx="287">
                  <c:v>45597</c:v>
                </c:pt>
                <c:pt idx="288">
                  <c:v>45627</c:v>
                </c:pt>
                <c:pt idx="289">
                  <c:v>45658</c:v>
                </c:pt>
                <c:pt idx="290">
                  <c:v>45689</c:v>
                </c:pt>
                <c:pt idx="291">
                  <c:v>45717</c:v>
                </c:pt>
                <c:pt idx="292">
                  <c:v>45748</c:v>
                </c:pt>
                <c:pt idx="293">
                  <c:v>45778</c:v>
                </c:pt>
                <c:pt idx="294">
                  <c:v>45809</c:v>
                </c:pt>
                <c:pt idx="295">
                  <c:v>45839</c:v>
                </c:pt>
                <c:pt idx="296">
                  <c:v>45870</c:v>
                </c:pt>
                <c:pt idx="297">
                  <c:v>45901</c:v>
                </c:pt>
                <c:pt idx="298">
                  <c:v>45931</c:v>
                </c:pt>
                <c:pt idx="299">
                  <c:v>45962</c:v>
                </c:pt>
                <c:pt idx="300">
                  <c:v>45992</c:v>
                </c:pt>
                <c:pt idx="301">
                  <c:v>46023</c:v>
                </c:pt>
                <c:pt idx="302">
                  <c:v>46054</c:v>
                </c:pt>
                <c:pt idx="303">
                  <c:v>46082</c:v>
                </c:pt>
                <c:pt idx="304">
                  <c:v>46113</c:v>
                </c:pt>
              </c:numCache>
            </c:numRef>
          </c:cat>
          <c:val>
            <c:numRef>
              <c:f>'integrated data'!$G$2:$G$306</c:f>
              <c:numCache>
                <c:formatCode>General</c:formatCode>
                <c:ptCount val="305"/>
                <c:pt idx="13" formatCode="0.00%">
                  <c:v>3.5388127853881381E-2</c:v>
                </c:pt>
                <c:pt idx="14" formatCode="0.00%">
                  <c:v>#N/A</c:v>
                </c:pt>
                <c:pt idx="15" formatCode="0.00%">
                  <c:v>#N/A</c:v>
                </c:pt>
                <c:pt idx="16" formatCode="0.00%">
                  <c:v>3.5067873303167352E-2</c:v>
                </c:pt>
                <c:pt idx="17" formatCode="0.00%">
                  <c:v>#N/A</c:v>
                </c:pt>
                <c:pt idx="18" formatCode="0.00%">
                  <c:v>#N/A</c:v>
                </c:pt>
                <c:pt idx="19" formatCode="0.00%">
                  <c:v>3.1390134529147948E-2</c:v>
                </c:pt>
                <c:pt idx="20" formatCode="0.00%">
                  <c:v>#N/A</c:v>
                </c:pt>
                <c:pt idx="21" formatCode="0.00%">
                  <c:v>#N/A</c:v>
                </c:pt>
                <c:pt idx="22" formatCode="0.00%">
                  <c:v>2.6666666666666731E-2</c:v>
                </c:pt>
                <c:pt idx="23" formatCode="0.00%">
                  <c:v>#N/A</c:v>
                </c:pt>
                <c:pt idx="24" formatCode="0.00%">
                  <c:v>#N/A</c:v>
                </c:pt>
                <c:pt idx="25" formatCode="0.00%">
                  <c:v>2.8665931642778326E-2</c:v>
                </c:pt>
                <c:pt idx="26" formatCode="0.00%">
                  <c:v>#N/A</c:v>
                </c:pt>
                <c:pt idx="27" formatCode="0.00%">
                  <c:v>#N/A</c:v>
                </c:pt>
                <c:pt idx="28" formatCode="0.00%">
                  <c:v>2.6229508196721374E-2</c:v>
                </c:pt>
                <c:pt idx="29" formatCode="0.00%">
                  <c:v>#N/A</c:v>
                </c:pt>
                <c:pt idx="30" formatCode="0.00%">
                  <c:v>#N/A</c:v>
                </c:pt>
                <c:pt idx="31" formatCode="0.00%">
                  <c:v>2.8260869565217329E-2</c:v>
                </c:pt>
                <c:pt idx="32" formatCode="0.00%">
                  <c:v>#N/A</c:v>
                </c:pt>
                <c:pt idx="33" formatCode="0.00%">
                  <c:v>#N/A</c:v>
                </c:pt>
                <c:pt idx="34" formatCode="0.00%">
                  <c:v>2.9220779220779095E-2</c:v>
                </c:pt>
                <c:pt idx="35" formatCode="0.00%">
                  <c:v>#N/A</c:v>
                </c:pt>
                <c:pt idx="36" formatCode="0.00%">
                  <c:v>#N/A</c:v>
                </c:pt>
                <c:pt idx="37" formatCode="0.00%">
                  <c:v>2.5723472668810352E-2</c:v>
                </c:pt>
                <c:pt idx="38" formatCode="0.00%">
                  <c:v>#N/A</c:v>
                </c:pt>
                <c:pt idx="39" formatCode="0.00%">
                  <c:v>#N/A</c:v>
                </c:pt>
                <c:pt idx="40" formatCode="0.00%">
                  <c:v>2.5559105431309813E-2</c:v>
                </c:pt>
                <c:pt idx="41" formatCode="0.00%">
                  <c:v>#N/A</c:v>
                </c:pt>
                <c:pt idx="42" formatCode="0.00%">
                  <c:v>#N/A</c:v>
                </c:pt>
                <c:pt idx="43" formatCode="0.00%">
                  <c:v>2.5369978858351013E-2</c:v>
                </c:pt>
                <c:pt idx="44" formatCode="0.00%">
                  <c:v>#N/A</c:v>
                </c:pt>
                <c:pt idx="45" formatCode="0.00%">
                  <c:v>#N/A</c:v>
                </c:pt>
                <c:pt idx="46" formatCode="0.00%">
                  <c:v>2.523659305993697E-2</c:v>
                </c:pt>
                <c:pt idx="47" formatCode="0.00%">
                  <c:v>#N/A</c:v>
                </c:pt>
                <c:pt idx="48" formatCode="0.00%">
                  <c:v>#N/A</c:v>
                </c:pt>
                <c:pt idx="49" formatCode="0.00%">
                  <c:v>2.612330198537095E-2</c:v>
                </c:pt>
                <c:pt idx="50" formatCode="0.00%">
                  <c:v>#N/A</c:v>
                </c:pt>
                <c:pt idx="51" formatCode="0.00%">
                  <c:v>#N/A</c:v>
                </c:pt>
                <c:pt idx="52" formatCode="0.00%">
                  <c:v>2.4922118380062364E-2</c:v>
                </c:pt>
                <c:pt idx="53" formatCode="0.00%">
                  <c:v>#N/A</c:v>
                </c:pt>
                <c:pt idx="54" formatCode="0.00%">
                  <c:v>#N/A</c:v>
                </c:pt>
                <c:pt idx="55" formatCode="0.00%">
                  <c:v>2.3711340206185538E-2</c:v>
                </c:pt>
                <c:pt idx="56" formatCode="0.00%">
                  <c:v>#N/A</c:v>
                </c:pt>
                <c:pt idx="57" formatCode="0.00%">
                  <c:v>#N/A</c:v>
                </c:pt>
                <c:pt idx="58" formatCode="0.00%">
                  <c:v>2.6666666666666609E-2</c:v>
                </c:pt>
                <c:pt idx="59" formatCode="0.00%">
                  <c:v>#N/A</c:v>
                </c:pt>
                <c:pt idx="60" formatCode="0.00%">
                  <c:v>#N/A</c:v>
                </c:pt>
                <c:pt idx="61" formatCode="0.00%">
                  <c:v>2.545824847250509E-2</c:v>
                </c:pt>
                <c:pt idx="62" formatCode="0.00%">
                  <c:v>#N/A</c:v>
                </c:pt>
                <c:pt idx="63" formatCode="0.00%">
                  <c:v>#N/A</c:v>
                </c:pt>
                <c:pt idx="64" formatCode="0.00%">
                  <c:v>2.8368794326241106E-2</c:v>
                </c:pt>
                <c:pt idx="65" formatCode="0.00%">
                  <c:v>#N/A</c:v>
                </c:pt>
                <c:pt idx="66" formatCode="0.00%">
                  <c:v>#N/A</c:v>
                </c:pt>
                <c:pt idx="67" formatCode="0.00%">
                  <c:v>3.2225579053373643E-2</c:v>
                </c:pt>
                <c:pt idx="68" formatCode="0.00%">
                  <c:v>#N/A</c:v>
                </c:pt>
                <c:pt idx="69" formatCode="0.00%">
                  <c:v>#N/A</c:v>
                </c:pt>
                <c:pt idx="70" formatCode="0.00%">
                  <c:v>3.1968031968031996E-2</c:v>
                </c:pt>
                <c:pt idx="71" formatCode="0.00%">
                  <c:v>#N/A</c:v>
                </c:pt>
                <c:pt idx="72" formatCode="0.00%">
                  <c:v>#N/A</c:v>
                </c:pt>
                <c:pt idx="73" formatCode="0.00%">
                  <c:v>3.5749751737835095E-2</c:v>
                </c:pt>
                <c:pt idx="74" formatCode="0.00%">
                  <c:v>#N/A</c:v>
                </c:pt>
                <c:pt idx="75" formatCode="0.00%">
                  <c:v>#N/A</c:v>
                </c:pt>
                <c:pt idx="76" formatCode="0.00%">
                  <c:v>3.5467980295566449E-2</c:v>
                </c:pt>
                <c:pt idx="77" formatCode="0.00%">
                  <c:v>#N/A</c:v>
                </c:pt>
                <c:pt idx="78" formatCode="0.00%">
                  <c:v>#N/A</c:v>
                </c:pt>
                <c:pt idx="79" formatCode="0.00%">
                  <c:v>3.317073170731713E-2</c:v>
                </c:pt>
                <c:pt idx="80" formatCode="0.00%">
                  <c:v>#N/A</c:v>
                </c:pt>
                <c:pt idx="81" formatCode="0.00%">
                  <c:v>#N/A</c:v>
                </c:pt>
                <c:pt idx="82" formatCode="0.00%">
                  <c:v>3.3881897386253634E-2</c:v>
                </c:pt>
                <c:pt idx="83" formatCode="0.00%">
                  <c:v>#N/A</c:v>
                </c:pt>
                <c:pt idx="84" formatCode="0.00%">
                  <c:v>#N/A</c:v>
                </c:pt>
                <c:pt idx="85" formatCode="0.00%">
                  <c:v>3.1639501438159127E-2</c:v>
                </c:pt>
                <c:pt idx="86" formatCode="0.00%">
                  <c:v>#N/A</c:v>
                </c:pt>
                <c:pt idx="87" formatCode="0.00%">
                  <c:v>#N/A</c:v>
                </c:pt>
                <c:pt idx="88" formatCode="0.00%">
                  <c:v>3.2350142721217945E-2</c:v>
                </c:pt>
                <c:pt idx="89" formatCode="0.00%">
                  <c:v>#N/A</c:v>
                </c:pt>
                <c:pt idx="90" formatCode="0.00%">
                  <c:v>#N/A</c:v>
                </c:pt>
                <c:pt idx="91" formatCode="0.00%">
                  <c:v>3.1161473087818668E-2</c:v>
                </c:pt>
                <c:pt idx="92" formatCode="0.00%">
                  <c:v>#N/A</c:v>
                </c:pt>
                <c:pt idx="93" formatCode="0.00%">
                  <c:v>#N/A</c:v>
                </c:pt>
                <c:pt idx="94" formatCode="0.00%">
                  <c:v>2.7153558052434509E-2</c:v>
                </c:pt>
                <c:pt idx="95" formatCode="0.00%">
                  <c:v>#N/A</c:v>
                </c:pt>
                <c:pt idx="96" formatCode="0.00%">
                  <c:v>#N/A</c:v>
                </c:pt>
                <c:pt idx="97" formatCode="0.00%">
                  <c:v>2.2304832713754701E-2</c:v>
                </c:pt>
                <c:pt idx="98" formatCode="0.00%">
                  <c:v>#N/A</c:v>
                </c:pt>
                <c:pt idx="99" formatCode="0.00%">
                  <c:v>#N/A</c:v>
                </c:pt>
                <c:pt idx="100" formatCode="0.00%">
                  <c:v>1.751152073732724E-2</c:v>
                </c:pt>
                <c:pt idx="101" formatCode="0.00%">
                  <c:v>#N/A</c:v>
                </c:pt>
                <c:pt idx="102" formatCode="0.00%">
                  <c:v>#N/A</c:v>
                </c:pt>
                <c:pt idx="103" formatCode="0.00%">
                  <c:v>1.46520146520146E-2</c:v>
                </c:pt>
                <c:pt idx="104" formatCode="0.00%">
                  <c:v>#N/A</c:v>
                </c:pt>
                <c:pt idx="105" formatCode="0.00%">
                  <c:v>#N/A</c:v>
                </c:pt>
                <c:pt idx="106" formatCode="0.00%">
                  <c:v>1.3673655423883317E-2</c:v>
                </c:pt>
                <c:pt idx="107" formatCode="0.00%">
                  <c:v>#N/A</c:v>
                </c:pt>
                <c:pt idx="108" formatCode="0.00%">
                  <c:v>#N/A</c:v>
                </c:pt>
                <c:pt idx="109" formatCode="0.00%">
                  <c:v>1.5454545454545481E-2</c:v>
                </c:pt>
                <c:pt idx="110" formatCode="0.00%">
                  <c:v>#N/A</c:v>
                </c:pt>
                <c:pt idx="111" formatCode="0.00%">
                  <c:v>#N/A</c:v>
                </c:pt>
                <c:pt idx="112" formatCode="0.00%">
                  <c:v>1.5398550724637578E-2</c:v>
                </c:pt>
                <c:pt idx="113" formatCode="0.00%">
                  <c:v>#N/A</c:v>
                </c:pt>
                <c:pt idx="114" formatCode="0.00%">
                  <c:v>#N/A</c:v>
                </c:pt>
                <c:pt idx="115" formatCode="0.00%">
                  <c:v>1.534296028880869E-2</c:v>
                </c:pt>
                <c:pt idx="116" formatCode="0.00%">
                  <c:v>#N/A</c:v>
                </c:pt>
                <c:pt idx="117" formatCode="0.00%">
                  <c:v>#N/A</c:v>
                </c:pt>
                <c:pt idx="118" formatCode="0.00%">
                  <c:v>1.6187050359712206E-2</c:v>
                </c:pt>
                <c:pt idx="119" formatCode="0.00%">
                  <c:v>#N/A</c:v>
                </c:pt>
                <c:pt idx="120" formatCode="0.00%">
                  <c:v>#N/A</c:v>
                </c:pt>
                <c:pt idx="121" formatCode="0.00%">
                  <c:v>1.5219337511190714E-2</c:v>
                </c:pt>
                <c:pt idx="122" formatCode="0.00%">
                  <c:v>#N/A</c:v>
                </c:pt>
                <c:pt idx="123" formatCode="0.00%">
                  <c:v>#N/A</c:v>
                </c:pt>
                <c:pt idx="124" formatCode="0.00%">
                  <c:v>1.6057091882248097E-2</c:v>
                </c:pt>
                <c:pt idx="125" formatCode="0.00%">
                  <c:v>#N/A</c:v>
                </c:pt>
                <c:pt idx="126" formatCode="0.00%">
                  <c:v>#N/A</c:v>
                </c:pt>
                <c:pt idx="127" formatCode="0.00%">
                  <c:v>1.5999999999999976E-2</c:v>
                </c:pt>
                <c:pt idx="128" formatCode="0.00%">
                  <c:v>#N/A</c:v>
                </c:pt>
                <c:pt idx="129" formatCode="0.00%">
                  <c:v>#N/A</c:v>
                </c:pt>
                <c:pt idx="130" formatCode="0.00%">
                  <c:v>1.5044247787610645E-2</c:v>
                </c:pt>
                <c:pt idx="131" formatCode="0.00%">
                  <c:v>#N/A</c:v>
                </c:pt>
                <c:pt idx="132" formatCode="0.00%">
                  <c:v>#N/A</c:v>
                </c:pt>
                <c:pt idx="133" formatCode="0.00%">
                  <c:v>1.6754850088183344E-2</c:v>
                </c:pt>
                <c:pt idx="134" formatCode="0.00%">
                  <c:v>#N/A</c:v>
                </c:pt>
                <c:pt idx="135" formatCode="0.00%">
                  <c:v>#N/A</c:v>
                </c:pt>
                <c:pt idx="136" formatCode="0.00%">
                  <c:v>1.6681299385425737E-2</c:v>
                </c:pt>
                <c:pt idx="137" formatCode="0.00%">
                  <c:v>#N/A</c:v>
                </c:pt>
                <c:pt idx="138" formatCode="0.00%">
                  <c:v>#N/A</c:v>
                </c:pt>
                <c:pt idx="139" formatCode="0.00%">
                  <c:v>1.6622922134733209E-2</c:v>
                </c:pt>
                <c:pt idx="140" formatCode="0.00%">
                  <c:v>#N/A</c:v>
                </c:pt>
                <c:pt idx="141" formatCode="0.00%">
                  <c:v>#N/A</c:v>
                </c:pt>
                <c:pt idx="142" formatCode="0.00%">
                  <c:v>1.6564952048822943E-2</c:v>
                </c:pt>
                <c:pt idx="143" formatCode="0.00%">
                  <c:v>#N/A</c:v>
                </c:pt>
                <c:pt idx="144" formatCode="0.00%">
                  <c:v>#N/A</c:v>
                </c:pt>
                <c:pt idx="145" formatCode="0.00%">
                  <c:v>1.6478751084128409E-2</c:v>
                </c:pt>
                <c:pt idx="146" formatCode="0.00%">
                  <c:v>#N/A</c:v>
                </c:pt>
                <c:pt idx="147" formatCode="0.00%">
                  <c:v>#N/A</c:v>
                </c:pt>
                <c:pt idx="148" formatCode="0.00%">
                  <c:v>1.6407599309153763E-2</c:v>
                </c:pt>
                <c:pt idx="149" formatCode="0.00%">
                  <c:v>#N/A</c:v>
                </c:pt>
                <c:pt idx="150" formatCode="0.00%">
                  <c:v>#N/A</c:v>
                </c:pt>
                <c:pt idx="151" formatCode="0.00%">
                  <c:v>1.7211703958691909E-2</c:v>
                </c:pt>
                <c:pt idx="152" formatCode="0.00%">
                  <c:v>#N/A</c:v>
                </c:pt>
                <c:pt idx="153" formatCode="0.00%">
                  <c:v>#N/A</c:v>
                </c:pt>
                <c:pt idx="154" formatCode="0.00%">
                  <c:v>1.886792452830191E-2</c:v>
                </c:pt>
                <c:pt idx="155" formatCode="0.00%">
                  <c:v>#N/A</c:v>
                </c:pt>
                <c:pt idx="156" formatCode="0.00%">
                  <c:v>#N/A</c:v>
                </c:pt>
                <c:pt idx="157" formatCode="0.00%">
                  <c:v>1.6211604095563065E-2</c:v>
                </c:pt>
                <c:pt idx="158" formatCode="0.00%">
                  <c:v>#N/A</c:v>
                </c:pt>
                <c:pt idx="159" formatCode="0.00%">
                  <c:v>#N/A</c:v>
                </c:pt>
                <c:pt idx="160" formatCode="0.00%">
                  <c:v>1.7841971112999101E-2</c:v>
                </c:pt>
                <c:pt idx="161" formatCode="0.00%">
                  <c:v>#N/A</c:v>
                </c:pt>
                <c:pt idx="162" formatCode="0.00%">
                  <c:v>#N/A</c:v>
                </c:pt>
                <c:pt idx="163" formatCode="0.00%">
                  <c:v>2.1150592216582064E-2</c:v>
                </c:pt>
                <c:pt idx="164" formatCode="0.00%">
                  <c:v>#N/A</c:v>
                </c:pt>
                <c:pt idx="165" formatCode="0.00%">
                  <c:v>#N/A</c:v>
                </c:pt>
                <c:pt idx="166" formatCode="0.00%">
                  <c:v>2.1043771043771045E-2</c:v>
                </c:pt>
                <c:pt idx="167" formatCode="0.00%">
                  <c:v>#N/A</c:v>
                </c:pt>
                <c:pt idx="168" formatCode="0.00%">
                  <c:v>#N/A</c:v>
                </c:pt>
                <c:pt idx="169" formatCode="0.00%">
                  <c:v>2.5188916876574308E-2</c:v>
                </c:pt>
                <c:pt idx="170" formatCode="0.00%">
                  <c:v>#N/A</c:v>
                </c:pt>
                <c:pt idx="171" formatCode="0.00%">
                  <c:v>#N/A</c:v>
                </c:pt>
                <c:pt idx="172" formatCode="0.00%">
                  <c:v>2.1702838063439138E-2</c:v>
                </c:pt>
                <c:pt idx="173" formatCode="0.00%">
                  <c:v>#N/A</c:v>
                </c:pt>
                <c:pt idx="174" formatCode="0.00%">
                  <c:v>#N/A</c:v>
                </c:pt>
                <c:pt idx="175" formatCode="0.00%">
                  <c:v>1.9884009942004899E-2</c:v>
                </c:pt>
                <c:pt idx="176" formatCode="0.00%">
                  <c:v>#N/A</c:v>
                </c:pt>
                <c:pt idx="177" formatCode="0.00%">
                  <c:v>#N/A</c:v>
                </c:pt>
                <c:pt idx="178" formatCode="0.00%">
                  <c:v>2.0610057708161583E-2</c:v>
                </c:pt>
                <c:pt idx="179" formatCode="0.00%">
                  <c:v>#N/A</c:v>
                </c:pt>
                <c:pt idx="180" formatCode="0.00%">
                  <c:v>#N/A</c:v>
                </c:pt>
                <c:pt idx="181" formatCode="0.00%">
                  <c:v>1.9656019656019704E-2</c:v>
                </c:pt>
                <c:pt idx="182" formatCode="0.00%">
                  <c:v>#N/A</c:v>
                </c:pt>
                <c:pt idx="183" formatCode="0.00%">
                  <c:v>#N/A</c:v>
                </c:pt>
                <c:pt idx="184" formatCode="0.00%">
                  <c:v>2.4509803921568627E-2</c:v>
                </c:pt>
                <c:pt idx="185" formatCode="0.00%">
                  <c:v>#N/A</c:v>
                </c:pt>
                <c:pt idx="186" formatCode="0.00%">
                  <c:v>#N/A</c:v>
                </c:pt>
                <c:pt idx="187" formatCode="0.00%">
                  <c:v>2.3558082859463897E-2</c:v>
                </c:pt>
                <c:pt idx="188" formatCode="0.00%">
                  <c:v>#N/A</c:v>
                </c:pt>
                <c:pt idx="189" formatCode="0.00%">
                  <c:v>#N/A</c:v>
                </c:pt>
                <c:pt idx="190" formatCode="0.00%">
                  <c:v>2.3424878836833651E-2</c:v>
                </c:pt>
                <c:pt idx="191" formatCode="0.00%">
                  <c:v>#N/A</c:v>
                </c:pt>
                <c:pt idx="192" formatCode="0.00%">
                  <c:v>#N/A</c:v>
                </c:pt>
                <c:pt idx="193" formatCode="0.00%">
                  <c:v>2.4096385542168676E-2</c:v>
                </c:pt>
                <c:pt idx="194" formatCode="0.00%">
                  <c:v>#N/A</c:v>
                </c:pt>
                <c:pt idx="195" formatCode="0.00%">
                  <c:v>#N/A</c:v>
                </c:pt>
                <c:pt idx="196" formatCode="0.00%">
                  <c:v>2.312599681020738E-2</c:v>
                </c:pt>
                <c:pt idx="197" formatCode="0.00%">
                  <c:v>#N/A</c:v>
                </c:pt>
                <c:pt idx="198" formatCode="0.00%">
                  <c:v>#N/A</c:v>
                </c:pt>
                <c:pt idx="199" formatCode="0.00%">
                  <c:v>2.5396825396825307E-2</c:v>
                </c:pt>
                <c:pt idx="200" formatCode="0.00%">
                  <c:v>#N/A</c:v>
                </c:pt>
                <c:pt idx="201" formatCode="0.00%">
                  <c:v>#N/A</c:v>
                </c:pt>
                <c:pt idx="202" formatCode="0.00%">
                  <c:v>2.6045777426992874E-2</c:v>
                </c:pt>
                <c:pt idx="203" formatCode="0.00%">
                  <c:v>#N/A</c:v>
                </c:pt>
                <c:pt idx="204" formatCode="0.00%">
                  <c:v>#N/A</c:v>
                </c:pt>
                <c:pt idx="205" formatCode="0.00%">
                  <c:v>2.7450980392156862E-2</c:v>
                </c:pt>
                <c:pt idx="206" formatCode="0.00%">
                  <c:v>#N/A</c:v>
                </c:pt>
                <c:pt idx="207" formatCode="0.00%">
                  <c:v>#N/A</c:v>
                </c:pt>
                <c:pt idx="208" formatCode="0.00%">
                  <c:v>2.7279812938425563E-2</c:v>
                </c:pt>
                <c:pt idx="209" formatCode="0.00%">
                  <c:v>#N/A</c:v>
                </c:pt>
                <c:pt idx="210" formatCode="0.00%">
                  <c:v>#N/A</c:v>
                </c:pt>
                <c:pt idx="211" formatCode="0.00%">
                  <c:v>2.863777089783295E-2</c:v>
                </c:pt>
                <c:pt idx="212" formatCode="0.00%">
                  <c:v>#N/A</c:v>
                </c:pt>
                <c:pt idx="213" formatCode="0.00%">
                  <c:v>#N/A</c:v>
                </c:pt>
                <c:pt idx="214" formatCode="0.00%">
                  <c:v>3.0000000000000044E-2</c:v>
                </c:pt>
                <c:pt idx="215" formatCode="0.00%">
                  <c:v>#N/A</c:v>
                </c:pt>
                <c:pt idx="216" formatCode="0.00%">
                  <c:v>#N/A</c:v>
                </c:pt>
                <c:pt idx="217" formatCode="0.00%">
                  <c:v>2.9007633587786345E-2</c:v>
                </c:pt>
                <c:pt idx="218" formatCode="0.00%">
                  <c:v>#N/A</c:v>
                </c:pt>
                <c:pt idx="219" formatCode="0.00%">
                  <c:v>#N/A</c:v>
                </c:pt>
                <c:pt idx="220" formatCode="0.00%">
                  <c:v>2.9590288315629567E-2</c:v>
                </c:pt>
                <c:pt idx="221" formatCode="0.00%">
                  <c:v>#N/A</c:v>
                </c:pt>
                <c:pt idx="222" formatCode="0.00%">
                  <c:v>#N/A</c:v>
                </c:pt>
                <c:pt idx="223" formatCode="0.00%">
                  <c:v>2.9345372460496656E-2</c:v>
                </c:pt>
                <c:pt idx="224" formatCode="0.00%">
                  <c:v>#N/A</c:v>
                </c:pt>
                <c:pt idx="225" formatCode="0.00%">
                  <c:v>#N/A</c:v>
                </c:pt>
                <c:pt idx="226" formatCode="0.00%">
                  <c:v>2.9126213592233052E-2</c:v>
                </c:pt>
                <c:pt idx="227" formatCode="0.00%">
                  <c:v>#N/A</c:v>
                </c:pt>
                <c:pt idx="228" formatCode="0.00%">
                  <c:v>#N/A</c:v>
                </c:pt>
                <c:pt idx="229" formatCode="0.00%">
                  <c:v>3.189910979228474E-2</c:v>
                </c:pt>
                <c:pt idx="230" formatCode="0.00%">
                  <c:v>#N/A</c:v>
                </c:pt>
                <c:pt idx="231" formatCode="0.00%">
                  <c:v>#N/A</c:v>
                </c:pt>
                <c:pt idx="232" formatCode="0.00%">
                  <c:v>2.8739867354458409E-2</c:v>
                </c:pt>
                <c:pt idx="233" formatCode="0.00%">
                  <c:v>#N/A</c:v>
                </c:pt>
                <c:pt idx="234" formatCode="0.00%">
                  <c:v>#N/A</c:v>
                </c:pt>
                <c:pt idx="235" formatCode="0.00%">
                  <c:v>2.4853801169590475E-2</c:v>
                </c:pt>
                <c:pt idx="236" formatCode="0.00%">
                  <c:v>#N/A</c:v>
                </c:pt>
                <c:pt idx="237" formatCode="0.00%">
                  <c:v>#N/A</c:v>
                </c:pt>
                <c:pt idx="238" formatCode="0.00%">
                  <c:v>2.6124818577648722E-2</c:v>
                </c:pt>
                <c:pt idx="239" formatCode="0.00%">
                  <c:v>#N/A</c:v>
                </c:pt>
                <c:pt idx="240" formatCode="0.00%">
                  <c:v>#N/A</c:v>
                </c:pt>
                <c:pt idx="241" formatCode="0.00%">
                  <c:v>2.7318475916606841E-2</c:v>
                </c:pt>
                <c:pt idx="242" formatCode="0.00%">
                  <c:v>#N/A</c:v>
                </c:pt>
                <c:pt idx="243" formatCode="0.00%">
                  <c:v>#N/A</c:v>
                </c:pt>
                <c:pt idx="244" formatCode="0.00%">
                  <c:v>3.2234957020057305E-2</c:v>
                </c:pt>
                <c:pt idx="245" formatCode="0.00%">
                  <c:v>#N/A</c:v>
                </c:pt>
                <c:pt idx="246" formatCode="0.00%">
                  <c:v>#N/A</c:v>
                </c:pt>
                <c:pt idx="247" formatCode="0.00%">
                  <c:v>4.2082738944365233E-2</c:v>
                </c:pt>
                <c:pt idx="248" formatCode="0.00%">
                  <c:v>#N/A</c:v>
                </c:pt>
                <c:pt idx="249" formatCode="0.00%">
                  <c:v>#N/A</c:v>
                </c:pt>
                <c:pt idx="250" formatCode="0.00%">
                  <c:v>4.5261669024045298E-2</c:v>
                </c:pt>
                <c:pt idx="251" formatCode="0.00%">
                  <c:v>#N/A</c:v>
                </c:pt>
                <c:pt idx="252" formatCode="0.00%">
                  <c:v>#N/A</c:v>
                </c:pt>
                <c:pt idx="253" formatCode="0.00%">
                  <c:v>4.6186144156752935E-2</c:v>
                </c:pt>
                <c:pt idx="254" formatCode="0.00%">
                  <c:v>#N/A</c:v>
                </c:pt>
                <c:pt idx="255" formatCode="0.00%">
                  <c:v>#N/A</c:v>
                </c:pt>
                <c:pt idx="256" formatCode="0.00%">
                  <c:v>5.2047189451769608E-2</c:v>
                </c:pt>
                <c:pt idx="257" formatCode="0.00%">
                  <c:v>#N/A</c:v>
                </c:pt>
                <c:pt idx="258" formatCode="0.00%">
                  <c:v>#N/A</c:v>
                </c:pt>
                <c:pt idx="259" formatCode="0.00%">
                  <c:v>5.0650239561943915E-2</c:v>
                </c:pt>
                <c:pt idx="260" formatCode="0.00%">
                  <c:v>#N/A</c:v>
                </c:pt>
                <c:pt idx="261" formatCode="0.00%">
                  <c:v>#N/A</c:v>
                </c:pt>
                <c:pt idx="262" formatCode="0.00%">
                  <c:v>5.0744248985115016E-2</c:v>
                </c:pt>
                <c:pt idx="263" formatCode="0.00%">
                  <c:v>#N/A</c:v>
                </c:pt>
                <c:pt idx="264" formatCode="0.00%">
                  <c:v>#N/A</c:v>
                </c:pt>
                <c:pt idx="265" formatCode="0.00%">
                  <c:v>5.016722408026756E-2</c:v>
                </c:pt>
                <c:pt idx="266" formatCode="0.00%">
                  <c:v>#N/A</c:v>
                </c:pt>
                <c:pt idx="267" formatCode="0.00%">
                  <c:v>#N/A</c:v>
                </c:pt>
                <c:pt idx="268" formatCode="0.00%">
                  <c:v>4.6833773087071207E-2</c:v>
                </c:pt>
                <c:pt idx="269" formatCode="0.00%">
                  <c:v>#N/A</c:v>
                </c:pt>
                <c:pt idx="270" formatCode="0.00%">
                  <c:v>#N/A</c:v>
                </c:pt>
                <c:pt idx="271" formatCode="0.00%">
                  <c:v>4.5602605863192182E-2</c:v>
                </c:pt>
                <c:pt idx="272" formatCode="0.00%">
                  <c:v>#N/A</c:v>
                </c:pt>
                <c:pt idx="273" formatCode="0.00%">
                  <c:v>#N/A</c:v>
                </c:pt>
                <c:pt idx="274" formatCode="0.00%">
                  <c:v>4.3786220218930985E-2</c:v>
                </c:pt>
                <c:pt idx="275" formatCode="0.00%">
                  <c:v>#N/A</c:v>
                </c:pt>
                <c:pt idx="276" formatCode="0.00%">
                  <c:v>#N/A</c:v>
                </c:pt>
                <c:pt idx="277" formatCode="0.00%">
                  <c:v>4.39490445859873E-2</c:v>
                </c:pt>
                <c:pt idx="278" formatCode="0.00%">
                  <c:v>#N/A</c:v>
                </c:pt>
                <c:pt idx="279" formatCode="0.00%">
                  <c:v>#N/A</c:v>
                </c:pt>
                <c:pt idx="280" formatCode="0.00%">
                  <c:v>4.2218021424070683E-2</c:v>
                </c:pt>
                <c:pt idx="281" formatCode="0.00%">
                  <c:v>#N/A</c:v>
                </c:pt>
                <c:pt idx="282" formatCode="0.00%">
                  <c:v>#N/A</c:v>
                </c:pt>
                <c:pt idx="283" formatCode="0.00%">
                  <c:v>3.86292834890965E-2</c:v>
                </c:pt>
                <c:pt idx="284" formatCode="0.00%">
                  <c:v>#N/A</c:v>
                </c:pt>
                <c:pt idx="285" formatCode="0.00%">
                  <c:v>#N/A</c:v>
                </c:pt>
                <c:pt idx="286" formatCode="0.00%">
                  <c:v>3.8247995064774935E-2</c:v>
                </c:pt>
                <c:pt idx="287" formatCode="0.00%">
                  <c:v>#N/A</c:v>
                </c:pt>
                <c:pt idx="288" formatCode="0.00%">
                  <c:v>#N/A</c:v>
                </c:pt>
                <c:pt idx="289" formatCode="0.00%">
                  <c:v>3.4777303233679002E-2</c:v>
                </c:pt>
                <c:pt idx="290" formatCode="0.00%">
                  <c:v>#N/A</c:v>
                </c:pt>
                <c:pt idx="291" formatCode="0.00%">
                  <c:v>#N/A</c:v>
                </c:pt>
                <c:pt idx="292" formatCode="0.00%">
                  <c:v>3.5683192261184923E-2</c:v>
                </c:pt>
                <c:pt idx="293" formatCode="0.00%">
                  <c:v>#N/A</c:v>
                </c:pt>
                <c:pt idx="294" formatCode="0.00%">
                  <c:v>#N/A</c:v>
                </c:pt>
                <c:pt idx="295" formatCode="0.00%">
                  <c:v>3.5746850629874045E-2</c:v>
                </c:pt>
                <c:pt idx="296" formatCode="0.00%">
                  <c:v>#N/A</c:v>
                </c:pt>
                <c:pt idx="297" formatCode="0.00%">
                  <c:v>#N/A</c:v>
                </c:pt>
                <c:pt idx="298" formatCode="0.00%">
                  <c:v>3.3541295306001077E-2</c:v>
                </c:pt>
                <c:pt idx="299" formatCode="0.00%">
                  <c:v>#N/A</c:v>
                </c:pt>
                <c:pt idx="300" formatCode="0.00%">
                  <c:v>#N/A</c:v>
                </c:pt>
                <c:pt idx="301" formatCode="0.00%">
                  <c:v>3.3360849056603865E-2</c:v>
                </c:pt>
                <c:pt idx="302" formatCode="0.00%">
                  <c:v>#N/A</c:v>
                </c:pt>
                <c:pt idx="303" formatCode="0.00%">
                  <c:v>#N/A</c:v>
                </c:pt>
                <c:pt idx="304" formatCode="0.00%">
                  <c:v>#N/A</c:v>
                </c:pt>
              </c:numCache>
            </c:numRef>
          </c:val>
          <c:smooth val="0"/>
          <c:extLst>
            <c:ext xmlns:c16="http://schemas.microsoft.com/office/drawing/2014/chart" uri="{C3380CC4-5D6E-409C-BE32-E72D297353CC}">
              <c16:uniqueId val="{00000001-0417-466B-B8A7-D52E6132D13D}"/>
            </c:ext>
          </c:extLst>
        </c:ser>
        <c:dLbls>
          <c:showLegendKey val="0"/>
          <c:showVal val="0"/>
          <c:showCatName val="0"/>
          <c:showSerName val="0"/>
          <c:showPercent val="0"/>
          <c:showBubbleSize val="0"/>
        </c:dLbls>
        <c:marker val="1"/>
        <c:smooth val="0"/>
        <c:axId val="886363167"/>
        <c:axId val="1249485327"/>
      </c:lineChart>
      <c:dateAx>
        <c:axId val="316317840"/>
        <c:scaling>
          <c:orientation val="minMax"/>
        </c:scaling>
        <c:delete val="0"/>
        <c:axPos val="b"/>
        <c:numFmt formatCode="m/d/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316319472"/>
        <c:crosses val="autoZero"/>
        <c:auto val="0"/>
        <c:lblOffset val="100"/>
        <c:baseTimeUnit val="months"/>
      </c:dateAx>
      <c:valAx>
        <c:axId val="316319472"/>
        <c:scaling>
          <c:orientation val="minMax"/>
        </c:scaling>
        <c:delete val="0"/>
        <c:axPos val="l"/>
        <c:numFmt formatCode="0.00_);[Red]\(0.00\)" sourceLinked="1"/>
        <c:majorTickMark val="out"/>
        <c:minorTickMark val="none"/>
        <c:tickLblPos val="nextTo"/>
        <c:spPr>
          <a:noFill/>
          <a:ln>
            <a:noFill/>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316317840"/>
        <c:crosses val="autoZero"/>
        <c:crossBetween val="between"/>
      </c:valAx>
      <c:valAx>
        <c:axId val="1249485327"/>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886363167"/>
        <c:crosses val="max"/>
        <c:crossBetween val="between"/>
      </c:valAx>
      <c:dateAx>
        <c:axId val="886363167"/>
        <c:scaling>
          <c:orientation val="minMax"/>
        </c:scaling>
        <c:delete val="1"/>
        <c:axPos val="b"/>
        <c:numFmt formatCode="m/d/yyyy" sourceLinked="1"/>
        <c:majorTickMark val="out"/>
        <c:minorTickMark val="none"/>
        <c:tickLblPos val="nextTo"/>
        <c:crossAx val="1249485327"/>
        <c:crosses val="autoZero"/>
        <c:auto val="1"/>
        <c:lblOffset val="100"/>
        <c:baseTimeUnit val="months"/>
      </c:dateAx>
      <c:spPr>
        <a:noFill/>
        <a:ln>
          <a:noFill/>
        </a:ln>
        <a:effectLst/>
      </c:spPr>
    </c:plotArea>
    <c:legend>
      <c:legendPos val="t"/>
      <c:legendEntry>
        <c:idx val="0"/>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05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userShapes r:id="rId5"/>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美国GDP!$G$1</c:f>
              <c:strCache>
                <c:ptCount val="1"/>
                <c:pt idx="0">
                  <c:v>美国CPI非季调同比（%），左轴</c:v>
                </c:pt>
              </c:strCache>
            </c:strRef>
          </c:tx>
          <c:spPr>
            <a:solidFill>
              <a:sysClr val="window" lastClr="FFFFFF">
                <a:lumMod val="75000"/>
              </a:sysClr>
            </a:solidFill>
            <a:ln>
              <a:noFill/>
            </a:ln>
            <a:effectLst/>
          </c:spPr>
          <c:invertIfNegative val="0"/>
          <c:dLbls>
            <c:dLbl>
              <c:idx val="2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F9D-4FF6-A336-FE6DDEA58F62}"/>
                </c:ext>
              </c:extLst>
            </c:dLbl>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美国GDP!$F$2:$F$30</c:f>
              <c:numCache>
                <c:formatCode>yyyy\-mm</c:formatCode>
                <c:ptCount val="29"/>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pt idx="21">
                  <c:v>45961</c:v>
                </c:pt>
                <c:pt idx="22">
                  <c:v>45991</c:v>
                </c:pt>
                <c:pt idx="23">
                  <c:v>46022</c:v>
                </c:pt>
                <c:pt idx="24">
                  <c:v>46053</c:v>
                </c:pt>
                <c:pt idx="25">
                  <c:v>46081</c:v>
                </c:pt>
                <c:pt idx="26">
                  <c:v>46112</c:v>
                </c:pt>
                <c:pt idx="27">
                  <c:v>46142</c:v>
                </c:pt>
                <c:pt idx="28">
                  <c:v>46173</c:v>
                </c:pt>
              </c:numCache>
            </c:numRef>
          </c:cat>
          <c:val>
            <c:numRef>
              <c:f>美国GDP!$G$2:$G$30</c:f>
              <c:numCache>
                <c:formatCode>#,##0.00_ </c:formatCode>
                <c:ptCount val="29"/>
                <c:pt idx="0">
                  <c:v>3.1</c:v>
                </c:pt>
                <c:pt idx="1">
                  <c:v>3.2</c:v>
                </c:pt>
                <c:pt idx="2">
                  <c:v>3.5</c:v>
                </c:pt>
                <c:pt idx="3">
                  <c:v>3.4</c:v>
                </c:pt>
                <c:pt idx="4">
                  <c:v>3.3</c:v>
                </c:pt>
                <c:pt idx="5">
                  <c:v>3</c:v>
                </c:pt>
                <c:pt idx="6">
                  <c:v>2.9</c:v>
                </c:pt>
                <c:pt idx="7">
                  <c:v>2.5</c:v>
                </c:pt>
                <c:pt idx="8">
                  <c:v>2.4</c:v>
                </c:pt>
                <c:pt idx="9">
                  <c:v>2.6</c:v>
                </c:pt>
                <c:pt idx="10">
                  <c:v>2.7</c:v>
                </c:pt>
                <c:pt idx="11">
                  <c:v>2.9</c:v>
                </c:pt>
                <c:pt idx="12">
                  <c:v>3</c:v>
                </c:pt>
                <c:pt idx="13">
                  <c:v>2.8</c:v>
                </c:pt>
                <c:pt idx="14">
                  <c:v>2.4</c:v>
                </c:pt>
                <c:pt idx="15">
                  <c:v>2.2999999999999998</c:v>
                </c:pt>
                <c:pt idx="16">
                  <c:v>2.4</c:v>
                </c:pt>
                <c:pt idx="17">
                  <c:v>2.7</c:v>
                </c:pt>
                <c:pt idx="18">
                  <c:v>2.7</c:v>
                </c:pt>
                <c:pt idx="19">
                  <c:v>2.9</c:v>
                </c:pt>
                <c:pt idx="20">
                  <c:v>3</c:v>
                </c:pt>
                <c:pt idx="22">
                  <c:v>2.7</c:v>
                </c:pt>
                <c:pt idx="23">
                  <c:v>2.7</c:v>
                </c:pt>
                <c:pt idx="24">
                  <c:v>2.4</c:v>
                </c:pt>
                <c:pt idx="25">
                  <c:v>2.4</c:v>
                </c:pt>
                <c:pt idx="26">
                  <c:v>3.3</c:v>
                </c:pt>
                <c:pt idx="27">
                  <c:v>3.8</c:v>
                </c:pt>
                <c:pt idx="28">
                  <c:v>4.2</c:v>
                </c:pt>
              </c:numCache>
            </c:numRef>
          </c:val>
          <c:extLst>
            <c:ext xmlns:c16="http://schemas.microsoft.com/office/drawing/2014/chart" uri="{C3380CC4-5D6E-409C-BE32-E72D297353CC}">
              <c16:uniqueId val="{00000001-CF9D-4FF6-A336-FE6DDEA58F62}"/>
            </c:ext>
          </c:extLst>
        </c:ser>
        <c:dLbls>
          <c:showLegendKey val="0"/>
          <c:showVal val="0"/>
          <c:showCatName val="0"/>
          <c:showSerName val="0"/>
          <c:showPercent val="0"/>
          <c:showBubbleSize val="0"/>
        </c:dLbls>
        <c:gapWidth val="150"/>
        <c:overlap val="-25"/>
        <c:axId val="-206191696"/>
        <c:axId val="-206184624"/>
      </c:barChart>
      <c:lineChart>
        <c:grouping val="standard"/>
        <c:varyColors val="0"/>
        <c:ser>
          <c:idx val="1"/>
          <c:order val="1"/>
          <c:tx>
            <c:strRef>
              <c:f>美国GDP!$H$1</c:f>
              <c:strCache>
                <c:ptCount val="1"/>
                <c:pt idx="0">
                  <c:v>美国GDP同比增速（%），右轴</c:v>
                </c:pt>
              </c:strCache>
            </c:strRef>
          </c:tx>
          <c:spPr>
            <a:ln w="28575" cap="rnd">
              <a:solidFill>
                <a:srgbClr val="8064A2"/>
              </a:solidFill>
              <a:round/>
            </a:ln>
            <a:effectLst/>
          </c:spPr>
          <c:marker>
            <c:symbol val="diamond"/>
            <c:size val="7"/>
            <c:spPr>
              <a:solidFill>
                <a:srgbClr val="7030A0"/>
              </a:solidFill>
              <a:ln w="9525">
                <a:noFill/>
              </a:ln>
              <a:effectLst/>
            </c:spPr>
          </c:marker>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F9D-4FF6-A336-FE6DDEA58F62}"/>
                </c:ext>
              </c:extLst>
            </c:dLbl>
            <c:dLbl>
              <c:idx val="26"/>
              <c:layout>
                <c:manualLayout>
                  <c:x val="-4.7222222222222325E-2"/>
                  <c:y val="-3.24074074074074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F9D-4FF6-A336-FE6DDEA58F62}"/>
                </c:ext>
              </c:extLst>
            </c:dLbl>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美国GDP!$F$2:$F$30</c:f>
              <c:numCache>
                <c:formatCode>yyyy\-mm</c:formatCode>
                <c:ptCount val="29"/>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pt idx="21">
                  <c:v>45961</c:v>
                </c:pt>
                <c:pt idx="22">
                  <c:v>45991</c:v>
                </c:pt>
                <c:pt idx="23">
                  <c:v>46022</c:v>
                </c:pt>
                <c:pt idx="24">
                  <c:v>46053</c:v>
                </c:pt>
                <c:pt idx="25">
                  <c:v>46081</c:v>
                </c:pt>
                <c:pt idx="26">
                  <c:v>46112</c:v>
                </c:pt>
                <c:pt idx="27">
                  <c:v>46142</c:v>
                </c:pt>
                <c:pt idx="28">
                  <c:v>46173</c:v>
                </c:pt>
              </c:numCache>
            </c:numRef>
          </c:cat>
          <c:val>
            <c:numRef>
              <c:f>美国GDP!$H$2:$H$30</c:f>
              <c:numCache>
                <c:formatCode>General</c:formatCode>
                <c:ptCount val="29"/>
                <c:pt idx="2">
                  <c:v>5.48</c:v>
                </c:pt>
                <c:pt idx="5">
                  <c:v>5.87</c:v>
                </c:pt>
                <c:pt idx="8">
                  <c:v>5.12</c:v>
                </c:pt>
                <c:pt idx="11">
                  <c:v>4.93</c:v>
                </c:pt>
                <c:pt idx="14">
                  <c:v>4.6500000000000004</c:v>
                </c:pt>
                <c:pt idx="17">
                  <c:v>4.59</c:v>
                </c:pt>
                <c:pt idx="20">
                  <c:v>5.38</c:v>
                </c:pt>
                <c:pt idx="23">
                  <c:v>5.36</c:v>
                </c:pt>
                <c:pt idx="26">
                  <c:v>5.92</c:v>
                </c:pt>
              </c:numCache>
            </c:numRef>
          </c:val>
          <c:smooth val="0"/>
          <c:extLst>
            <c:ext xmlns:c16="http://schemas.microsoft.com/office/drawing/2014/chart" uri="{C3380CC4-5D6E-409C-BE32-E72D297353CC}">
              <c16:uniqueId val="{00000004-CF9D-4FF6-A336-FE6DDEA58F62}"/>
            </c:ext>
          </c:extLst>
        </c:ser>
        <c:dLbls>
          <c:showLegendKey val="0"/>
          <c:showVal val="0"/>
          <c:showCatName val="0"/>
          <c:showSerName val="0"/>
          <c:showPercent val="0"/>
          <c:showBubbleSize val="0"/>
        </c:dLbls>
        <c:marker val="1"/>
        <c:smooth val="0"/>
        <c:axId val="926503679"/>
        <c:axId val="926500319"/>
      </c:lineChart>
      <c:dateAx>
        <c:axId val="-206191696"/>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206184624"/>
        <c:crosses val="autoZero"/>
        <c:auto val="1"/>
        <c:lblOffset val="100"/>
        <c:baseTimeUnit val="months"/>
      </c:dateAx>
      <c:valAx>
        <c:axId val="-206184624"/>
        <c:scaling>
          <c:orientation val="minMax"/>
        </c:scaling>
        <c:delete val="0"/>
        <c:axPos val="l"/>
        <c:numFmt formatCode="#,##0.00_ "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206191696"/>
        <c:crosses val="autoZero"/>
        <c:crossBetween val="between"/>
      </c:valAx>
      <c:valAx>
        <c:axId val="926500319"/>
        <c:scaling>
          <c:orientation val="minMax"/>
          <c:min val="4"/>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926503679"/>
        <c:crosses val="max"/>
        <c:crossBetween val="between"/>
      </c:valAx>
      <c:dateAx>
        <c:axId val="926503679"/>
        <c:scaling>
          <c:orientation val="minMax"/>
        </c:scaling>
        <c:delete val="1"/>
        <c:axPos val="b"/>
        <c:numFmt formatCode="yyyy\-mm" sourceLinked="1"/>
        <c:majorTickMark val="out"/>
        <c:minorTickMark val="none"/>
        <c:tickLblPos val="nextTo"/>
        <c:crossAx val="926500319"/>
        <c:crosses val="autoZero"/>
        <c:auto val="1"/>
        <c:lblOffset val="100"/>
        <c:baseTimeUnit val="months"/>
      </c:date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legend>
    <c:plotVisOnly val="1"/>
    <c:dispBlanksAs val="span"/>
    <c:showDLblsOverMax val="0"/>
    <c:extLst>
      <c:ext uri="{0b15fc19-7d7d-44ad-8c2d-2c3a37ce22c3}">
        <chartProps xmlns="https://web.wps.cn/et/2018/main" chartId="{7476a7fc-0a83-48f1-ab1d-e652f8f8d27d}"/>
      </c:ext>
    </c:extLst>
  </c:chart>
  <c:spPr>
    <a:noFill/>
    <a:ln w="9525" cap="flat" cmpd="sng" algn="ctr">
      <a:noFill/>
      <a:round/>
    </a:ln>
    <a:effectLst/>
  </c:spPr>
  <c:txPr>
    <a:bodyPr/>
    <a:lstStyle/>
    <a:p>
      <a:pPr>
        <a:defRPr lang="zh-CN" sz="1100" baseline="0">
          <a:solidFill>
            <a:schemeClr val="tx1"/>
          </a:solidFill>
          <a:latin typeface="Arial" panose="020B0704020202090204" pitchFamily="7" charset="0"/>
          <a:ea typeface="思源黑体 CN Light" panose="020B0800000000000000" pitchFamily="34" charset="-128"/>
        </a:defRPr>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'US CPI&amp;FFR'!$B$1</c:f>
              <c:strCache>
                <c:ptCount val="1"/>
                <c:pt idx="0">
                  <c:v>美国CPI非季调同比（%）</c:v>
                </c:pt>
              </c:strCache>
            </c:strRef>
          </c:tx>
          <c:spPr>
            <a:ln w="25400" cap="rnd" cmpd="sng">
              <a:solidFill>
                <a:srgbClr val="7C80C8"/>
              </a:solidFill>
              <a:prstDash val="solid"/>
              <a:round/>
            </a:ln>
            <a:effectLst/>
          </c:spPr>
          <c:marker>
            <c:symbol val="none"/>
          </c:marker>
          <c:cat>
            <c:numRef>
              <c:f>'US CPI&amp;FFR'!$A$2:$A$318</c:f>
              <c:numCache>
                <c:formatCode>m/d/yyyy</c:formatCode>
                <c:ptCount val="317"/>
                <c:pt idx="0">
                  <c:v>36556</c:v>
                </c:pt>
                <c:pt idx="1">
                  <c:v>36585</c:v>
                </c:pt>
                <c:pt idx="2">
                  <c:v>36616</c:v>
                </c:pt>
                <c:pt idx="3">
                  <c:v>36646</c:v>
                </c:pt>
                <c:pt idx="4">
                  <c:v>36677</c:v>
                </c:pt>
                <c:pt idx="5">
                  <c:v>36707</c:v>
                </c:pt>
                <c:pt idx="6">
                  <c:v>36738</c:v>
                </c:pt>
                <c:pt idx="7">
                  <c:v>36769</c:v>
                </c:pt>
                <c:pt idx="8">
                  <c:v>36799</c:v>
                </c:pt>
                <c:pt idx="9">
                  <c:v>36830</c:v>
                </c:pt>
                <c:pt idx="10">
                  <c:v>36860</c:v>
                </c:pt>
                <c:pt idx="11">
                  <c:v>36891</c:v>
                </c:pt>
                <c:pt idx="12">
                  <c:v>36922</c:v>
                </c:pt>
                <c:pt idx="13">
                  <c:v>36950</c:v>
                </c:pt>
                <c:pt idx="14">
                  <c:v>36981</c:v>
                </c:pt>
                <c:pt idx="15">
                  <c:v>37011</c:v>
                </c:pt>
                <c:pt idx="16">
                  <c:v>37042</c:v>
                </c:pt>
                <c:pt idx="17">
                  <c:v>37072</c:v>
                </c:pt>
                <c:pt idx="18">
                  <c:v>37103</c:v>
                </c:pt>
                <c:pt idx="19">
                  <c:v>37134</c:v>
                </c:pt>
                <c:pt idx="20">
                  <c:v>37164</c:v>
                </c:pt>
                <c:pt idx="21">
                  <c:v>37195</c:v>
                </c:pt>
                <c:pt idx="22">
                  <c:v>37225</c:v>
                </c:pt>
                <c:pt idx="23">
                  <c:v>37256</c:v>
                </c:pt>
                <c:pt idx="24">
                  <c:v>37287</c:v>
                </c:pt>
                <c:pt idx="25">
                  <c:v>37315</c:v>
                </c:pt>
                <c:pt idx="26">
                  <c:v>37346</c:v>
                </c:pt>
                <c:pt idx="27">
                  <c:v>37376</c:v>
                </c:pt>
                <c:pt idx="28">
                  <c:v>37407</c:v>
                </c:pt>
                <c:pt idx="29">
                  <c:v>37437</c:v>
                </c:pt>
                <c:pt idx="30">
                  <c:v>37468</c:v>
                </c:pt>
                <c:pt idx="31">
                  <c:v>37499</c:v>
                </c:pt>
                <c:pt idx="32">
                  <c:v>37529</c:v>
                </c:pt>
                <c:pt idx="33">
                  <c:v>37560</c:v>
                </c:pt>
                <c:pt idx="34">
                  <c:v>37590</c:v>
                </c:pt>
                <c:pt idx="35">
                  <c:v>37621</c:v>
                </c:pt>
                <c:pt idx="36">
                  <c:v>37652</c:v>
                </c:pt>
                <c:pt idx="37">
                  <c:v>37680</c:v>
                </c:pt>
                <c:pt idx="38">
                  <c:v>37711</c:v>
                </c:pt>
                <c:pt idx="39">
                  <c:v>37741</c:v>
                </c:pt>
                <c:pt idx="40">
                  <c:v>37772</c:v>
                </c:pt>
                <c:pt idx="41">
                  <c:v>37802</c:v>
                </c:pt>
                <c:pt idx="42">
                  <c:v>37833</c:v>
                </c:pt>
                <c:pt idx="43">
                  <c:v>37864</c:v>
                </c:pt>
                <c:pt idx="44">
                  <c:v>37894</c:v>
                </c:pt>
                <c:pt idx="45">
                  <c:v>37925</c:v>
                </c:pt>
                <c:pt idx="46">
                  <c:v>37955</c:v>
                </c:pt>
                <c:pt idx="47">
                  <c:v>37986</c:v>
                </c:pt>
                <c:pt idx="48">
                  <c:v>38017</c:v>
                </c:pt>
                <c:pt idx="49">
                  <c:v>38046</c:v>
                </c:pt>
                <c:pt idx="50">
                  <c:v>38077</c:v>
                </c:pt>
                <c:pt idx="51">
                  <c:v>38107</c:v>
                </c:pt>
                <c:pt idx="52">
                  <c:v>38138</c:v>
                </c:pt>
                <c:pt idx="53">
                  <c:v>38168</c:v>
                </c:pt>
                <c:pt idx="54">
                  <c:v>38199</c:v>
                </c:pt>
                <c:pt idx="55">
                  <c:v>38230</c:v>
                </c:pt>
                <c:pt idx="56">
                  <c:v>38260</c:v>
                </c:pt>
                <c:pt idx="57">
                  <c:v>38291</c:v>
                </c:pt>
                <c:pt idx="58">
                  <c:v>38321</c:v>
                </c:pt>
                <c:pt idx="59">
                  <c:v>38352</c:v>
                </c:pt>
                <c:pt idx="60">
                  <c:v>38383</c:v>
                </c:pt>
                <c:pt idx="61">
                  <c:v>38411</c:v>
                </c:pt>
                <c:pt idx="62">
                  <c:v>38442</c:v>
                </c:pt>
                <c:pt idx="63">
                  <c:v>38472</c:v>
                </c:pt>
                <c:pt idx="64">
                  <c:v>38503</c:v>
                </c:pt>
                <c:pt idx="65">
                  <c:v>38533</c:v>
                </c:pt>
                <c:pt idx="66">
                  <c:v>38564</c:v>
                </c:pt>
                <c:pt idx="67">
                  <c:v>38595</c:v>
                </c:pt>
                <c:pt idx="68">
                  <c:v>38625</c:v>
                </c:pt>
                <c:pt idx="69">
                  <c:v>38656</c:v>
                </c:pt>
                <c:pt idx="70">
                  <c:v>38686</c:v>
                </c:pt>
                <c:pt idx="71">
                  <c:v>38717</c:v>
                </c:pt>
                <c:pt idx="72">
                  <c:v>38748</c:v>
                </c:pt>
                <c:pt idx="73">
                  <c:v>38776</c:v>
                </c:pt>
                <c:pt idx="74">
                  <c:v>38807</c:v>
                </c:pt>
                <c:pt idx="75">
                  <c:v>38837</c:v>
                </c:pt>
                <c:pt idx="76">
                  <c:v>38868</c:v>
                </c:pt>
                <c:pt idx="77">
                  <c:v>38898</c:v>
                </c:pt>
                <c:pt idx="78">
                  <c:v>38929</c:v>
                </c:pt>
                <c:pt idx="79">
                  <c:v>38960</c:v>
                </c:pt>
                <c:pt idx="80">
                  <c:v>38990</c:v>
                </c:pt>
                <c:pt idx="81">
                  <c:v>39021</c:v>
                </c:pt>
                <c:pt idx="82">
                  <c:v>39051</c:v>
                </c:pt>
                <c:pt idx="83">
                  <c:v>39082</c:v>
                </c:pt>
                <c:pt idx="84">
                  <c:v>39113</c:v>
                </c:pt>
                <c:pt idx="85">
                  <c:v>39141</c:v>
                </c:pt>
                <c:pt idx="86">
                  <c:v>39172</c:v>
                </c:pt>
                <c:pt idx="87">
                  <c:v>39202</c:v>
                </c:pt>
                <c:pt idx="88">
                  <c:v>39233</c:v>
                </c:pt>
                <c:pt idx="89">
                  <c:v>39263</c:v>
                </c:pt>
                <c:pt idx="90">
                  <c:v>39294</c:v>
                </c:pt>
                <c:pt idx="91">
                  <c:v>39325</c:v>
                </c:pt>
                <c:pt idx="92">
                  <c:v>39355</c:v>
                </c:pt>
                <c:pt idx="93">
                  <c:v>39386</c:v>
                </c:pt>
                <c:pt idx="94">
                  <c:v>39416</c:v>
                </c:pt>
                <c:pt idx="95">
                  <c:v>39447</c:v>
                </c:pt>
                <c:pt idx="96">
                  <c:v>39478</c:v>
                </c:pt>
                <c:pt idx="97">
                  <c:v>39507</c:v>
                </c:pt>
                <c:pt idx="98">
                  <c:v>39538</c:v>
                </c:pt>
                <c:pt idx="99">
                  <c:v>39568</c:v>
                </c:pt>
                <c:pt idx="100">
                  <c:v>39599</c:v>
                </c:pt>
                <c:pt idx="101">
                  <c:v>39629</c:v>
                </c:pt>
                <c:pt idx="102">
                  <c:v>39660</c:v>
                </c:pt>
                <c:pt idx="103">
                  <c:v>39691</c:v>
                </c:pt>
                <c:pt idx="104">
                  <c:v>39721</c:v>
                </c:pt>
                <c:pt idx="105">
                  <c:v>39752</c:v>
                </c:pt>
                <c:pt idx="106">
                  <c:v>39782</c:v>
                </c:pt>
                <c:pt idx="107">
                  <c:v>39813</c:v>
                </c:pt>
                <c:pt idx="108">
                  <c:v>39844</c:v>
                </c:pt>
                <c:pt idx="109">
                  <c:v>39872</c:v>
                </c:pt>
                <c:pt idx="110">
                  <c:v>39903</c:v>
                </c:pt>
                <c:pt idx="111">
                  <c:v>39933</c:v>
                </c:pt>
                <c:pt idx="112">
                  <c:v>39964</c:v>
                </c:pt>
                <c:pt idx="113">
                  <c:v>39994</c:v>
                </c:pt>
                <c:pt idx="114">
                  <c:v>40025</c:v>
                </c:pt>
                <c:pt idx="115">
                  <c:v>40056</c:v>
                </c:pt>
                <c:pt idx="116">
                  <c:v>40086</c:v>
                </c:pt>
                <c:pt idx="117">
                  <c:v>40117</c:v>
                </c:pt>
                <c:pt idx="118">
                  <c:v>40147</c:v>
                </c:pt>
                <c:pt idx="119">
                  <c:v>40178</c:v>
                </c:pt>
                <c:pt idx="120">
                  <c:v>40209</c:v>
                </c:pt>
                <c:pt idx="121">
                  <c:v>40237</c:v>
                </c:pt>
                <c:pt idx="122">
                  <c:v>40268</c:v>
                </c:pt>
                <c:pt idx="123">
                  <c:v>40298</c:v>
                </c:pt>
                <c:pt idx="124">
                  <c:v>40329</c:v>
                </c:pt>
                <c:pt idx="125">
                  <c:v>40359</c:v>
                </c:pt>
                <c:pt idx="126">
                  <c:v>40390</c:v>
                </c:pt>
                <c:pt idx="127">
                  <c:v>40421</c:v>
                </c:pt>
                <c:pt idx="128">
                  <c:v>40451</c:v>
                </c:pt>
                <c:pt idx="129">
                  <c:v>40482</c:v>
                </c:pt>
                <c:pt idx="130">
                  <c:v>40512</c:v>
                </c:pt>
                <c:pt idx="131">
                  <c:v>40543</c:v>
                </c:pt>
                <c:pt idx="132">
                  <c:v>40574</c:v>
                </c:pt>
                <c:pt idx="133">
                  <c:v>40602</c:v>
                </c:pt>
                <c:pt idx="134">
                  <c:v>40633</c:v>
                </c:pt>
                <c:pt idx="135">
                  <c:v>40663</c:v>
                </c:pt>
                <c:pt idx="136">
                  <c:v>40694</c:v>
                </c:pt>
                <c:pt idx="137">
                  <c:v>40724</c:v>
                </c:pt>
                <c:pt idx="138">
                  <c:v>40755</c:v>
                </c:pt>
                <c:pt idx="139">
                  <c:v>40786</c:v>
                </c:pt>
                <c:pt idx="140">
                  <c:v>40816</c:v>
                </c:pt>
                <c:pt idx="141">
                  <c:v>40847</c:v>
                </c:pt>
                <c:pt idx="142">
                  <c:v>40877</c:v>
                </c:pt>
                <c:pt idx="143">
                  <c:v>40908</c:v>
                </c:pt>
                <c:pt idx="144">
                  <c:v>40939</c:v>
                </c:pt>
                <c:pt idx="145">
                  <c:v>40968</c:v>
                </c:pt>
                <c:pt idx="146">
                  <c:v>40999</c:v>
                </c:pt>
                <c:pt idx="147">
                  <c:v>41029</c:v>
                </c:pt>
                <c:pt idx="148">
                  <c:v>41060</c:v>
                </c:pt>
                <c:pt idx="149">
                  <c:v>41090</c:v>
                </c:pt>
                <c:pt idx="150">
                  <c:v>41121</c:v>
                </c:pt>
                <c:pt idx="151">
                  <c:v>41152</c:v>
                </c:pt>
                <c:pt idx="152">
                  <c:v>41182</c:v>
                </c:pt>
                <c:pt idx="153">
                  <c:v>41213</c:v>
                </c:pt>
                <c:pt idx="154">
                  <c:v>41243</c:v>
                </c:pt>
                <c:pt idx="155">
                  <c:v>41274</c:v>
                </c:pt>
                <c:pt idx="156">
                  <c:v>41305</c:v>
                </c:pt>
                <c:pt idx="157">
                  <c:v>41333</c:v>
                </c:pt>
                <c:pt idx="158">
                  <c:v>41364</c:v>
                </c:pt>
                <c:pt idx="159">
                  <c:v>41394</c:v>
                </c:pt>
                <c:pt idx="160">
                  <c:v>41425</c:v>
                </c:pt>
                <c:pt idx="161">
                  <c:v>41455</c:v>
                </c:pt>
                <c:pt idx="162">
                  <c:v>41486</c:v>
                </c:pt>
                <c:pt idx="163">
                  <c:v>41517</c:v>
                </c:pt>
                <c:pt idx="164">
                  <c:v>41547</c:v>
                </c:pt>
                <c:pt idx="165">
                  <c:v>41578</c:v>
                </c:pt>
                <c:pt idx="166">
                  <c:v>41608</c:v>
                </c:pt>
                <c:pt idx="167">
                  <c:v>41639</c:v>
                </c:pt>
                <c:pt idx="168">
                  <c:v>41670</c:v>
                </c:pt>
                <c:pt idx="169">
                  <c:v>41698</c:v>
                </c:pt>
                <c:pt idx="170">
                  <c:v>41729</c:v>
                </c:pt>
                <c:pt idx="171">
                  <c:v>41759</c:v>
                </c:pt>
                <c:pt idx="172">
                  <c:v>41790</c:v>
                </c:pt>
                <c:pt idx="173">
                  <c:v>41820</c:v>
                </c:pt>
                <c:pt idx="174">
                  <c:v>41851</c:v>
                </c:pt>
                <c:pt idx="175">
                  <c:v>41882</c:v>
                </c:pt>
                <c:pt idx="176">
                  <c:v>41912</c:v>
                </c:pt>
                <c:pt idx="177">
                  <c:v>41943</c:v>
                </c:pt>
                <c:pt idx="178">
                  <c:v>41973</c:v>
                </c:pt>
                <c:pt idx="179">
                  <c:v>42004</c:v>
                </c:pt>
                <c:pt idx="180">
                  <c:v>42035</c:v>
                </c:pt>
                <c:pt idx="181">
                  <c:v>42063</c:v>
                </c:pt>
                <c:pt idx="182">
                  <c:v>42094</c:v>
                </c:pt>
                <c:pt idx="183">
                  <c:v>42124</c:v>
                </c:pt>
                <c:pt idx="184">
                  <c:v>42155</c:v>
                </c:pt>
                <c:pt idx="185">
                  <c:v>42185</c:v>
                </c:pt>
                <c:pt idx="186">
                  <c:v>42216</c:v>
                </c:pt>
                <c:pt idx="187">
                  <c:v>42247</c:v>
                </c:pt>
                <c:pt idx="188">
                  <c:v>42277</c:v>
                </c:pt>
                <c:pt idx="189">
                  <c:v>42308</c:v>
                </c:pt>
                <c:pt idx="190">
                  <c:v>42338</c:v>
                </c:pt>
                <c:pt idx="191">
                  <c:v>42369</c:v>
                </c:pt>
                <c:pt idx="192">
                  <c:v>42400</c:v>
                </c:pt>
                <c:pt idx="193">
                  <c:v>42429</c:v>
                </c:pt>
                <c:pt idx="194">
                  <c:v>42460</c:v>
                </c:pt>
                <c:pt idx="195">
                  <c:v>42490</c:v>
                </c:pt>
                <c:pt idx="196">
                  <c:v>42521</c:v>
                </c:pt>
                <c:pt idx="197">
                  <c:v>42551</c:v>
                </c:pt>
                <c:pt idx="198">
                  <c:v>42582</c:v>
                </c:pt>
                <c:pt idx="199">
                  <c:v>42613</c:v>
                </c:pt>
                <c:pt idx="200">
                  <c:v>42643</c:v>
                </c:pt>
                <c:pt idx="201">
                  <c:v>42674</c:v>
                </c:pt>
                <c:pt idx="202">
                  <c:v>42704</c:v>
                </c:pt>
                <c:pt idx="203">
                  <c:v>42735</c:v>
                </c:pt>
                <c:pt idx="204">
                  <c:v>42766</c:v>
                </c:pt>
                <c:pt idx="205">
                  <c:v>42794</c:v>
                </c:pt>
                <c:pt idx="206">
                  <c:v>42825</c:v>
                </c:pt>
                <c:pt idx="207">
                  <c:v>42855</c:v>
                </c:pt>
                <c:pt idx="208">
                  <c:v>42886</c:v>
                </c:pt>
                <c:pt idx="209">
                  <c:v>42916</c:v>
                </c:pt>
                <c:pt idx="210">
                  <c:v>42947</c:v>
                </c:pt>
                <c:pt idx="211">
                  <c:v>42978</c:v>
                </c:pt>
                <c:pt idx="212">
                  <c:v>43008</c:v>
                </c:pt>
                <c:pt idx="213">
                  <c:v>43039</c:v>
                </c:pt>
                <c:pt idx="214">
                  <c:v>43069</c:v>
                </c:pt>
                <c:pt idx="215">
                  <c:v>43100</c:v>
                </c:pt>
                <c:pt idx="216">
                  <c:v>43131</c:v>
                </c:pt>
                <c:pt idx="217">
                  <c:v>43159</c:v>
                </c:pt>
                <c:pt idx="218">
                  <c:v>43190</c:v>
                </c:pt>
                <c:pt idx="219">
                  <c:v>43220</c:v>
                </c:pt>
                <c:pt idx="220">
                  <c:v>43251</c:v>
                </c:pt>
                <c:pt idx="221">
                  <c:v>43281</c:v>
                </c:pt>
                <c:pt idx="222">
                  <c:v>43312</c:v>
                </c:pt>
                <c:pt idx="223">
                  <c:v>43343</c:v>
                </c:pt>
                <c:pt idx="224">
                  <c:v>43373</c:v>
                </c:pt>
                <c:pt idx="225">
                  <c:v>43404</c:v>
                </c:pt>
                <c:pt idx="226">
                  <c:v>43434</c:v>
                </c:pt>
                <c:pt idx="227">
                  <c:v>43465</c:v>
                </c:pt>
                <c:pt idx="228">
                  <c:v>43496</c:v>
                </c:pt>
                <c:pt idx="229">
                  <c:v>43524</c:v>
                </c:pt>
                <c:pt idx="230">
                  <c:v>43555</c:v>
                </c:pt>
                <c:pt idx="231">
                  <c:v>43585</c:v>
                </c:pt>
                <c:pt idx="232">
                  <c:v>43616</c:v>
                </c:pt>
                <c:pt idx="233">
                  <c:v>43646</c:v>
                </c:pt>
                <c:pt idx="234">
                  <c:v>43677</c:v>
                </c:pt>
                <c:pt idx="235">
                  <c:v>43708</c:v>
                </c:pt>
                <c:pt idx="236">
                  <c:v>43738</c:v>
                </c:pt>
                <c:pt idx="237">
                  <c:v>43769</c:v>
                </c:pt>
                <c:pt idx="238">
                  <c:v>43799</c:v>
                </c:pt>
                <c:pt idx="239">
                  <c:v>43830</c:v>
                </c:pt>
                <c:pt idx="240">
                  <c:v>43861</c:v>
                </c:pt>
                <c:pt idx="241">
                  <c:v>43890</c:v>
                </c:pt>
                <c:pt idx="242">
                  <c:v>43921</c:v>
                </c:pt>
                <c:pt idx="243">
                  <c:v>43951</c:v>
                </c:pt>
                <c:pt idx="244">
                  <c:v>43982</c:v>
                </c:pt>
                <c:pt idx="245">
                  <c:v>44012</c:v>
                </c:pt>
                <c:pt idx="246">
                  <c:v>44043</c:v>
                </c:pt>
                <c:pt idx="247">
                  <c:v>44074</c:v>
                </c:pt>
                <c:pt idx="248">
                  <c:v>44104</c:v>
                </c:pt>
                <c:pt idx="249">
                  <c:v>44135</c:v>
                </c:pt>
                <c:pt idx="250">
                  <c:v>44165</c:v>
                </c:pt>
                <c:pt idx="251">
                  <c:v>44196</c:v>
                </c:pt>
                <c:pt idx="252">
                  <c:v>44227</c:v>
                </c:pt>
                <c:pt idx="253">
                  <c:v>44255</c:v>
                </c:pt>
                <c:pt idx="254">
                  <c:v>44286</c:v>
                </c:pt>
                <c:pt idx="255">
                  <c:v>44316</c:v>
                </c:pt>
                <c:pt idx="256">
                  <c:v>44347</c:v>
                </c:pt>
                <c:pt idx="257">
                  <c:v>44377</c:v>
                </c:pt>
                <c:pt idx="258">
                  <c:v>44408</c:v>
                </c:pt>
                <c:pt idx="259">
                  <c:v>44439</c:v>
                </c:pt>
                <c:pt idx="260">
                  <c:v>44469</c:v>
                </c:pt>
                <c:pt idx="261">
                  <c:v>44500</c:v>
                </c:pt>
                <c:pt idx="262">
                  <c:v>44530</c:v>
                </c:pt>
                <c:pt idx="263">
                  <c:v>44561</c:v>
                </c:pt>
                <c:pt idx="264">
                  <c:v>44592</c:v>
                </c:pt>
                <c:pt idx="265">
                  <c:v>44620</c:v>
                </c:pt>
                <c:pt idx="266">
                  <c:v>44651</c:v>
                </c:pt>
                <c:pt idx="267">
                  <c:v>44681</c:v>
                </c:pt>
                <c:pt idx="268">
                  <c:v>44712</c:v>
                </c:pt>
                <c:pt idx="269">
                  <c:v>44742</c:v>
                </c:pt>
                <c:pt idx="270">
                  <c:v>44773</c:v>
                </c:pt>
                <c:pt idx="271">
                  <c:v>44804</c:v>
                </c:pt>
                <c:pt idx="272">
                  <c:v>44834</c:v>
                </c:pt>
                <c:pt idx="273">
                  <c:v>44865</c:v>
                </c:pt>
                <c:pt idx="274">
                  <c:v>44895</c:v>
                </c:pt>
                <c:pt idx="275">
                  <c:v>44926</c:v>
                </c:pt>
                <c:pt idx="276">
                  <c:v>44957</c:v>
                </c:pt>
                <c:pt idx="277">
                  <c:v>44985</c:v>
                </c:pt>
                <c:pt idx="278">
                  <c:v>45016</c:v>
                </c:pt>
                <c:pt idx="279">
                  <c:v>45046</c:v>
                </c:pt>
                <c:pt idx="280">
                  <c:v>45077</c:v>
                </c:pt>
                <c:pt idx="281">
                  <c:v>45107</c:v>
                </c:pt>
                <c:pt idx="282">
                  <c:v>45138</c:v>
                </c:pt>
                <c:pt idx="283">
                  <c:v>45169</c:v>
                </c:pt>
                <c:pt idx="284">
                  <c:v>45199</c:v>
                </c:pt>
                <c:pt idx="285">
                  <c:v>45230</c:v>
                </c:pt>
                <c:pt idx="286">
                  <c:v>45260</c:v>
                </c:pt>
                <c:pt idx="287">
                  <c:v>45291</c:v>
                </c:pt>
                <c:pt idx="288">
                  <c:v>45322</c:v>
                </c:pt>
                <c:pt idx="289">
                  <c:v>45351</c:v>
                </c:pt>
                <c:pt idx="290">
                  <c:v>45382</c:v>
                </c:pt>
                <c:pt idx="291">
                  <c:v>45412</c:v>
                </c:pt>
                <c:pt idx="292">
                  <c:v>45443</c:v>
                </c:pt>
                <c:pt idx="293">
                  <c:v>45473</c:v>
                </c:pt>
                <c:pt idx="294">
                  <c:v>45504</c:v>
                </c:pt>
                <c:pt idx="295">
                  <c:v>45535</c:v>
                </c:pt>
                <c:pt idx="296">
                  <c:v>45565</c:v>
                </c:pt>
                <c:pt idx="297">
                  <c:v>45596</c:v>
                </c:pt>
                <c:pt idx="298">
                  <c:v>45626</c:v>
                </c:pt>
                <c:pt idx="299">
                  <c:v>45657</c:v>
                </c:pt>
                <c:pt idx="300">
                  <c:v>45688</c:v>
                </c:pt>
                <c:pt idx="301">
                  <c:v>45716</c:v>
                </c:pt>
                <c:pt idx="302">
                  <c:v>45747</c:v>
                </c:pt>
                <c:pt idx="303">
                  <c:v>45777</c:v>
                </c:pt>
                <c:pt idx="304">
                  <c:v>45808</c:v>
                </c:pt>
                <c:pt idx="305">
                  <c:v>45838</c:v>
                </c:pt>
                <c:pt idx="306">
                  <c:v>45869</c:v>
                </c:pt>
                <c:pt idx="307">
                  <c:v>45900</c:v>
                </c:pt>
                <c:pt idx="308">
                  <c:v>45930</c:v>
                </c:pt>
                <c:pt idx="309">
                  <c:v>45961</c:v>
                </c:pt>
                <c:pt idx="310">
                  <c:v>45991</c:v>
                </c:pt>
                <c:pt idx="311">
                  <c:v>46022</c:v>
                </c:pt>
                <c:pt idx="312">
                  <c:v>46053</c:v>
                </c:pt>
                <c:pt idx="313">
                  <c:v>46081</c:v>
                </c:pt>
                <c:pt idx="314">
                  <c:v>46112</c:v>
                </c:pt>
                <c:pt idx="315">
                  <c:v>46142</c:v>
                </c:pt>
                <c:pt idx="316">
                  <c:v>46173</c:v>
                </c:pt>
              </c:numCache>
            </c:numRef>
          </c:cat>
          <c:val>
            <c:numRef>
              <c:f>'US CPI&amp;FFR'!$B$2:$B$318</c:f>
              <c:numCache>
                <c:formatCode>General</c:formatCode>
                <c:ptCount val="317"/>
                <c:pt idx="0">
                  <c:v>2.7</c:v>
                </c:pt>
                <c:pt idx="1">
                  <c:v>3.2</c:v>
                </c:pt>
                <c:pt idx="2">
                  <c:v>3.8</c:v>
                </c:pt>
                <c:pt idx="3">
                  <c:v>3.1</c:v>
                </c:pt>
                <c:pt idx="4">
                  <c:v>3.2</c:v>
                </c:pt>
                <c:pt idx="5">
                  <c:v>3.7</c:v>
                </c:pt>
                <c:pt idx="6">
                  <c:v>3.7</c:v>
                </c:pt>
                <c:pt idx="7">
                  <c:v>3.4</c:v>
                </c:pt>
                <c:pt idx="8">
                  <c:v>3.5</c:v>
                </c:pt>
                <c:pt idx="9">
                  <c:v>3.4</c:v>
                </c:pt>
                <c:pt idx="10">
                  <c:v>3.4</c:v>
                </c:pt>
                <c:pt idx="11">
                  <c:v>3.4</c:v>
                </c:pt>
                <c:pt idx="12">
                  <c:v>3.7</c:v>
                </c:pt>
                <c:pt idx="13">
                  <c:v>3.5</c:v>
                </c:pt>
                <c:pt idx="14">
                  <c:v>2.9</c:v>
                </c:pt>
                <c:pt idx="15">
                  <c:v>3.3</c:v>
                </c:pt>
                <c:pt idx="16">
                  <c:v>3.6</c:v>
                </c:pt>
                <c:pt idx="17">
                  <c:v>3.2</c:v>
                </c:pt>
                <c:pt idx="18">
                  <c:v>2.7</c:v>
                </c:pt>
                <c:pt idx="19">
                  <c:v>2.7</c:v>
                </c:pt>
                <c:pt idx="20">
                  <c:v>2.6</c:v>
                </c:pt>
                <c:pt idx="21">
                  <c:v>2.1</c:v>
                </c:pt>
                <c:pt idx="22">
                  <c:v>1.9</c:v>
                </c:pt>
                <c:pt idx="23">
                  <c:v>1.6</c:v>
                </c:pt>
                <c:pt idx="24">
                  <c:v>1.1000000000000001</c:v>
                </c:pt>
                <c:pt idx="25">
                  <c:v>1.1000000000000001</c:v>
                </c:pt>
                <c:pt idx="26">
                  <c:v>1.5</c:v>
                </c:pt>
                <c:pt idx="27">
                  <c:v>1.6</c:v>
                </c:pt>
                <c:pt idx="28">
                  <c:v>1.2</c:v>
                </c:pt>
                <c:pt idx="29">
                  <c:v>1.1000000000000001</c:v>
                </c:pt>
                <c:pt idx="30">
                  <c:v>1.5</c:v>
                </c:pt>
                <c:pt idx="31">
                  <c:v>1.8</c:v>
                </c:pt>
                <c:pt idx="32">
                  <c:v>1.5</c:v>
                </c:pt>
                <c:pt idx="33">
                  <c:v>2</c:v>
                </c:pt>
                <c:pt idx="34">
                  <c:v>2.2000000000000002</c:v>
                </c:pt>
                <c:pt idx="35">
                  <c:v>2.4</c:v>
                </c:pt>
                <c:pt idx="36">
                  <c:v>2.6</c:v>
                </c:pt>
                <c:pt idx="37">
                  <c:v>3</c:v>
                </c:pt>
                <c:pt idx="38">
                  <c:v>3</c:v>
                </c:pt>
                <c:pt idx="39">
                  <c:v>2.2000000000000002</c:v>
                </c:pt>
                <c:pt idx="40">
                  <c:v>2.1</c:v>
                </c:pt>
                <c:pt idx="41">
                  <c:v>2.1</c:v>
                </c:pt>
                <c:pt idx="42">
                  <c:v>2.1</c:v>
                </c:pt>
                <c:pt idx="43">
                  <c:v>2.2000000000000002</c:v>
                </c:pt>
                <c:pt idx="44">
                  <c:v>2.2999999999999998</c:v>
                </c:pt>
                <c:pt idx="45">
                  <c:v>2</c:v>
                </c:pt>
                <c:pt idx="46">
                  <c:v>1.8</c:v>
                </c:pt>
                <c:pt idx="47">
                  <c:v>1.9</c:v>
                </c:pt>
                <c:pt idx="48">
                  <c:v>1.9</c:v>
                </c:pt>
                <c:pt idx="49">
                  <c:v>1.7</c:v>
                </c:pt>
                <c:pt idx="50">
                  <c:v>1.7</c:v>
                </c:pt>
                <c:pt idx="51">
                  <c:v>2.2999999999999998</c:v>
                </c:pt>
                <c:pt idx="52">
                  <c:v>3.1</c:v>
                </c:pt>
                <c:pt idx="53">
                  <c:v>3.3</c:v>
                </c:pt>
                <c:pt idx="54">
                  <c:v>3</c:v>
                </c:pt>
                <c:pt idx="55">
                  <c:v>2.7</c:v>
                </c:pt>
                <c:pt idx="56">
                  <c:v>2.5</c:v>
                </c:pt>
                <c:pt idx="57">
                  <c:v>3.2</c:v>
                </c:pt>
                <c:pt idx="58">
                  <c:v>3.5</c:v>
                </c:pt>
                <c:pt idx="59">
                  <c:v>3.3</c:v>
                </c:pt>
                <c:pt idx="60">
                  <c:v>3</c:v>
                </c:pt>
                <c:pt idx="61">
                  <c:v>3</c:v>
                </c:pt>
                <c:pt idx="62">
                  <c:v>3.1</c:v>
                </c:pt>
                <c:pt idx="63">
                  <c:v>3.5</c:v>
                </c:pt>
                <c:pt idx="64">
                  <c:v>2.8</c:v>
                </c:pt>
                <c:pt idx="65">
                  <c:v>2.5</c:v>
                </c:pt>
                <c:pt idx="66">
                  <c:v>3.2</c:v>
                </c:pt>
                <c:pt idx="67">
                  <c:v>3.6</c:v>
                </c:pt>
                <c:pt idx="68">
                  <c:v>4.7</c:v>
                </c:pt>
                <c:pt idx="69">
                  <c:v>4.3</c:v>
                </c:pt>
                <c:pt idx="70">
                  <c:v>3.5</c:v>
                </c:pt>
                <c:pt idx="71">
                  <c:v>3.4</c:v>
                </c:pt>
                <c:pt idx="72">
                  <c:v>4</c:v>
                </c:pt>
                <c:pt idx="73">
                  <c:v>3.6</c:v>
                </c:pt>
                <c:pt idx="74">
                  <c:v>3.4</c:v>
                </c:pt>
                <c:pt idx="75">
                  <c:v>3.5</c:v>
                </c:pt>
                <c:pt idx="76">
                  <c:v>4.2</c:v>
                </c:pt>
                <c:pt idx="77">
                  <c:v>4.3</c:v>
                </c:pt>
                <c:pt idx="78">
                  <c:v>4.0999999999999996</c:v>
                </c:pt>
                <c:pt idx="79">
                  <c:v>3.8</c:v>
                </c:pt>
                <c:pt idx="80">
                  <c:v>2.1</c:v>
                </c:pt>
                <c:pt idx="81">
                  <c:v>1.3</c:v>
                </c:pt>
                <c:pt idx="82">
                  <c:v>2</c:v>
                </c:pt>
                <c:pt idx="83">
                  <c:v>2.5</c:v>
                </c:pt>
                <c:pt idx="84">
                  <c:v>2.1</c:v>
                </c:pt>
                <c:pt idx="85">
                  <c:v>2.4</c:v>
                </c:pt>
                <c:pt idx="86">
                  <c:v>2.8</c:v>
                </c:pt>
                <c:pt idx="87">
                  <c:v>2.6</c:v>
                </c:pt>
                <c:pt idx="88">
                  <c:v>2.7</c:v>
                </c:pt>
                <c:pt idx="89">
                  <c:v>2.7</c:v>
                </c:pt>
                <c:pt idx="90">
                  <c:v>2.4</c:v>
                </c:pt>
                <c:pt idx="91">
                  <c:v>2</c:v>
                </c:pt>
                <c:pt idx="92">
                  <c:v>2.8</c:v>
                </c:pt>
                <c:pt idx="93">
                  <c:v>3.5</c:v>
                </c:pt>
                <c:pt idx="94">
                  <c:v>4.3</c:v>
                </c:pt>
                <c:pt idx="95">
                  <c:v>4.0999999999999996</c:v>
                </c:pt>
                <c:pt idx="96">
                  <c:v>4.3</c:v>
                </c:pt>
                <c:pt idx="97">
                  <c:v>4</c:v>
                </c:pt>
                <c:pt idx="98">
                  <c:v>4</c:v>
                </c:pt>
                <c:pt idx="99">
                  <c:v>3.9</c:v>
                </c:pt>
                <c:pt idx="100">
                  <c:v>4.2</c:v>
                </c:pt>
                <c:pt idx="101">
                  <c:v>5</c:v>
                </c:pt>
                <c:pt idx="102">
                  <c:v>5.6</c:v>
                </c:pt>
                <c:pt idx="103">
                  <c:v>5.4</c:v>
                </c:pt>
                <c:pt idx="104">
                  <c:v>4.9000000000000004</c:v>
                </c:pt>
                <c:pt idx="105">
                  <c:v>3.7</c:v>
                </c:pt>
                <c:pt idx="106">
                  <c:v>1.1000000000000001</c:v>
                </c:pt>
                <c:pt idx="107">
                  <c:v>0.1</c:v>
                </c:pt>
                <c:pt idx="108">
                  <c:v>0</c:v>
                </c:pt>
                <c:pt idx="109">
                  <c:v>0.2</c:v>
                </c:pt>
                <c:pt idx="110">
                  <c:v>-0.4</c:v>
                </c:pt>
                <c:pt idx="111">
                  <c:v>-0.7</c:v>
                </c:pt>
                <c:pt idx="112">
                  <c:v>-1.3</c:v>
                </c:pt>
                <c:pt idx="113">
                  <c:v>-1.4</c:v>
                </c:pt>
                <c:pt idx="114">
                  <c:v>-2.1</c:v>
                </c:pt>
                <c:pt idx="115">
                  <c:v>-1.5</c:v>
                </c:pt>
                <c:pt idx="116">
                  <c:v>-1.3</c:v>
                </c:pt>
                <c:pt idx="117">
                  <c:v>-0.2</c:v>
                </c:pt>
                <c:pt idx="118">
                  <c:v>1.8</c:v>
                </c:pt>
                <c:pt idx="119">
                  <c:v>2.7</c:v>
                </c:pt>
                <c:pt idx="120">
                  <c:v>2.6</c:v>
                </c:pt>
                <c:pt idx="121">
                  <c:v>2.1</c:v>
                </c:pt>
                <c:pt idx="122">
                  <c:v>2.2999999999999998</c:v>
                </c:pt>
                <c:pt idx="123">
                  <c:v>2.2000000000000002</c:v>
                </c:pt>
                <c:pt idx="124">
                  <c:v>2</c:v>
                </c:pt>
                <c:pt idx="125">
                  <c:v>1.1000000000000001</c:v>
                </c:pt>
                <c:pt idx="126">
                  <c:v>1.2</c:v>
                </c:pt>
                <c:pt idx="127">
                  <c:v>1.1000000000000001</c:v>
                </c:pt>
                <c:pt idx="128">
                  <c:v>1.1000000000000001</c:v>
                </c:pt>
                <c:pt idx="129">
                  <c:v>1.2</c:v>
                </c:pt>
                <c:pt idx="130">
                  <c:v>1.1000000000000001</c:v>
                </c:pt>
                <c:pt idx="131">
                  <c:v>1.5</c:v>
                </c:pt>
                <c:pt idx="132">
                  <c:v>1.6</c:v>
                </c:pt>
                <c:pt idx="133">
                  <c:v>2.1</c:v>
                </c:pt>
                <c:pt idx="134">
                  <c:v>2.7</c:v>
                </c:pt>
                <c:pt idx="135">
                  <c:v>3.2</c:v>
                </c:pt>
                <c:pt idx="136">
                  <c:v>3.6</c:v>
                </c:pt>
                <c:pt idx="137">
                  <c:v>3.6</c:v>
                </c:pt>
                <c:pt idx="138">
                  <c:v>3.6</c:v>
                </c:pt>
                <c:pt idx="139">
                  <c:v>3.8</c:v>
                </c:pt>
                <c:pt idx="140">
                  <c:v>3.9</c:v>
                </c:pt>
                <c:pt idx="141">
                  <c:v>3.5</c:v>
                </c:pt>
                <c:pt idx="142">
                  <c:v>3.4</c:v>
                </c:pt>
                <c:pt idx="143">
                  <c:v>3</c:v>
                </c:pt>
                <c:pt idx="144">
                  <c:v>2.9</c:v>
                </c:pt>
                <c:pt idx="145">
                  <c:v>2.9</c:v>
                </c:pt>
                <c:pt idx="146">
                  <c:v>2.7</c:v>
                </c:pt>
                <c:pt idx="147">
                  <c:v>2.2999999999999998</c:v>
                </c:pt>
                <c:pt idx="148">
                  <c:v>1.7</c:v>
                </c:pt>
                <c:pt idx="149">
                  <c:v>1.7</c:v>
                </c:pt>
                <c:pt idx="150">
                  <c:v>1.4</c:v>
                </c:pt>
                <c:pt idx="151">
                  <c:v>1.7</c:v>
                </c:pt>
                <c:pt idx="152">
                  <c:v>2</c:v>
                </c:pt>
                <c:pt idx="153">
                  <c:v>2.2000000000000002</c:v>
                </c:pt>
                <c:pt idx="154">
                  <c:v>1.8</c:v>
                </c:pt>
                <c:pt idx="155">
                  <c:v>1.7</c:v>
                </c:pt>
                <c:pt idx="156">
                  <c:v>1.6</c:v>
                </c:pt>
                <c:pt idx="157">
                  <c:v>2</c:v>
                </c:pt>
                <c:pt idx="158">
                  <c:v>1.5</c:v>
                </c:pt>
                <c:pt idx="159">
                  <c:v>1.1000000000000001</c:v>
                </c:pt>
                <c:pt idx="160">
                  <c:v>1.4</c:v>
                </c:pt>
                <c:pt idx="161">
                  <c:v>1.8</c:v>
                </c:pt>
                <c:pt idx="162">
                  <c:v>2</c:v>
                </c:pt>
                <c:pt idx="163">
                  <c:v>1.5</c:v>
                </c:pt>
                <c:pt idx="164">
                  <c:v>1.2</c:v>
                </c:pt>
                <c:pt idx="165">
                  <c:v>1</c:v>
                </c:pt>
                <c:pt idx="166">
                  <c:v>1.2</c:v>
                </c:pt>
                <c:pt idx="167">
                  <c:v>1.5</c:v>
                </c:pt>
                <c:pt idx="168">
                  <c:v>1.6</c:v>
                </c:pt>
                <c:pt idx="169">
                  <c:v>1.1000000000000001</c:v>
                </c:pt>
                <c:pt idx="170">
                  <c:v>1.5</c:v>
                </c:pt>
                <c:pt idx="171">
                  <c:v>2</c:v>
                </c:pt>
                <c:pt idx="172">
                  <c:v>2.1</c:v>
                </c:pt>
                <c:pt idx="173">
                  <c:v>2.1</c:v>
                </c:pt>
                <c:pt idx="174">
                  <c:v>2</c:v>
                </c:pt>
                <c:pt idx="175">
                  <c:v>1.7</c:v>
                </c:pt>
                <c:pt idx="176">
                  <c:v>1.7</c:v>
                </c:pt>
                <c:pt idx="177">
                  <c:v>1.7</c:v>
                </c:pt>
                <c:pt idx="178">
                  <c:v>1.3</c:v>
                </c:pt>
                <c:pt idx="179">
                  <c:v>0.8</c:v>
                </c:pt>
                <c:pt idx="180">
                  <c:v>-0.1</c:v>
                </c:pt>
                <c:pt idx="181">
                  <c:v>0</c:v>
                </c:pt>
                <c:pt idx="182">
                  <c:v>-0.1</c:v>
                </c:pt>
                <c:pt idx="183">
                  <c:v>-0.2</c:v>
                </c:pt>
                <c:pt idx="184">
                  <c:v>0</c:v>
                </c:pt>
                <c:pt idx="185">
                  <c:v>0.1</c:v>
                </c:pt>
                <c:pt idx="186">
                  <c:v>0.2</c:v>
                </c:pt>
                <c:pt idx="187">
                  <c:v>0.2</c:v>
                </c:pt>
                <c:pt idx="188">
                  <c:v>0</c:v>
                </c:pt>
                <c:pt idx="189">
                  <c:v>0.2</c:v>
                </c:pt>
                <c:pt idx="190">
                  <c:v>0.5</c:v>
                </c:pt>
                <c:pt idx="191">
                  <c:v>0.7</c:v>
                </c:pt>
                <c:pt idx="192">
                  <c:v>1.4</c:v>
                </c:pt>
                <c:pt idx="193">
                  <c:v>1</c:v>
                </c:pt>
                <c:pt idx="194">
                  <c:v>0.9</c:v>
                </c:pt>
                <c:pt idx="195">
                  <c:v>1.1000000000000001</c:v>
                </c:pt>
                <c:pt idx="196">
                  <c:v>1</c:v>
                </c:pt>
                <c:pt idx="197">
                  <c:v>1</c:v>
                </c:pt>
                <c:pt idx="198">
                  <c:v>0.8</c:v>
                </c:pt>
                <c:pt idx="199">
                  <c:v>1.1000000000000001</c:v>
                </c:pt>
                <c:pt idx="200">
                  <c:v>1.5</c:v>
                </c:pt>
                <c:pt idx="201">
                  <c:v>1.6</c:v>
                </c:pt>
                <c:pt idx="202">
                  <c:v>1.7</c:v>
                </c:pt>
                <c:pt idx="203">
                  <c:v>2.1</c:v>
                </c:pt>
                <c:pt idx="204">
                  <c:v>2.5</c:v>
                </c:pt>
                <c:pt idx="205">
                  <c:v>2.7</c:v>
                </c:pt>
                <c:pt idx="206">
                  <c:v>2.4</c:v>
                </c:pt>
                <c:pt idx="207">
                  <c:v>2.2000000000000002</c:v>
                </c:pt>
                <c:pt idx="208">
                  <c:v>1.9</c:v>
                </c:pt>
                <c:pt idx="209">
                  <c:v>1.6</c:v>
                </c:pt>
                <c:pt idx="210">
                  <c:v>1.7</c:v>
                </c:pt>
                <c:pt idx="211">
                  <c:v>1.9</c:v>
                </c:pt>
                <c:pt idx="212">
                  <c:v>2.2000000000000002</c:v>
                </c:pt>
                <c:pt idx="213">
                  <c:v>2</c:v>
                </c:pt>
                <c:pt idx="214">
                  <c:v>2.2000000000000002</c:v>
                </c:pt>
                <c:pt idx="215">
                  <c:v>2.1</c:v>
                </c:pt>
                <c:pt idx="216">
                  <c:v>2.1</c:v>
                </c:pt>
                <c:pt idx="217">
                  <c:v>2.2000000000000002</c:v>
                </c:pt>
                <c:pt idx="218">
                  <c:v>2.4</c:v>
                </c:pt>
                <c:pt idx="219">
                  <c:v>2.5</c:v>
                </c:pt>
                <c:pt idx="220">
                  <c:v>2.8</c:v>
                </c:pt>
                <c:pt idx="221">
                  <c:v>2.9</c:v>
                </c:pt>
                <c:pt idx="222">
                  <c:v>2.9</c:v>
                </c:pt>
                <c:pt idx="223">
                  <c:v>2.7</c:v>
                </c:pt>
                <c:pt idx="224">
                  <c:v>2.2999999999999998</c:v>
                </c:pt>
                <c:pt idx="225">
                  <c:v>2.5</c:v>
                </c:pt>
                <c:pt idx="226">
                  <c:v>2.2000000000000002</c:v>
                </c:pt>
                <c:pt idx="227">
                  <c:v>1.9</c:v>
                </c:pt>
                <c:pt idx="228">
                  <c:v>1.6</c:v>
                </c:pt>
                <c:pt idx="229">
                  <c:v>1.5</c:v>
                </c:pt>
                <c:pt idx="230">
                  <c:v>1.9</c:v>
                </c:pt>
                <c:pt idx="231">
                  <c:v>2</c:v>
                </c:pt>
                <c:pt idx="232">
                  <c:v>1.8</c:v>
                </c:pt>
                <c:pt idx="233">
                  <c:v>1.6</c:v>
                </c:pt>
                <c:pt idx="234">
                  <c:v>1.8</c:v>
                </c:pt>
                <c:pt idx="235">
                  <c:v>1.7</c:v>
                </c:pt>
                <c:pt idx="236">
                  <c:v>1.7</c:v>
                </c:pt>
                <c:pt idx="237">
                  <c:v>1.8</c:v>
                </c:pt>
                <c:pt idx="238">
                  <c:v>2.1</c:v>
                </c:pt>
                <c:pt idx="239">
                  <c:v>2.2999999999999998</c:v>
                </c:pt>
                <c:pt idx="240">
                  <c:v>2.5</c:v>
                </c:pt>
                <c:pt idx="241">
                  <c:v>2.2999999999999998</c:v>
                </c:pt>
                <c:pt idx="242">
                  <c:v>1.5</c:v>
                </c:pt>
                <c:pt idx="243">
                  <c:v>0.3</c:v>
                </c:pt>
                <c:pt idx="244">
                  <c:v>0.1</c:v>
                </c:pt>
                <c:pt idx="245">
                  <c:v>0.6</c:v>
                </c:pt>
                <c:pt idx="246">
                  <c:v>1</c:v>
                </c:pt>
                <c:pt idx="247">
                  <c:v>1.3</c:v>
                </c:pt>
                <c:pt idx="248">
                  <c:v>1.4</c:v>
                </c:pt>
                <c:pt idx="249">
                  <c:v>1.2</c:v>
                </c:pt>
                <c:pt idx="250">
                  <c:v>1.2</c:v>
                </c:pt>
                <c:pt idx="251">
                  <c:v>1.4</c:v>
                </c:pt>
                <c:pt idx="252">
                  <c:v>1.4</c:v>
                </c:pt>
                <c:pt idx="253">
                  <c:v>1.7</c:v>
                </c:pt>
                <c:pt idx="254">
                  <c:v>2.6</c:v>
                </c:pt>
                <c:pt idx="255">
                  <c:v>4.2</c:v>
                </c:pt>
                <c:pt idx="256">
                  <c:v>5</c:v>
                </c:pt>
                <c:pt idx="257">
                  <c:v>5.4</c:v>
                </c:pt>
                <c:pt idx="258">
                  <c:v>5.4</c:v>
                </c:pt>
                <c:pt idx="259">
                  <c:v>5.3</c:v>
                </c:pt>
                <c:pt idx="260">
                  <c:v>5.4</c:v>
                </c:pt>
                <c:pt idx="261">
                  <c:v>6.2</c:v>
                </c:pt>
                <c:pt idx="262">
                  <c:v>6.8</c:v>
                </c:pt>
                <c:pt idx="263">
                  <c:v>7</c:v>
                </c:pt>
                <c:pt idx="264">
                  <c:v>7.5</c:v>
                </c:pt>
                <c:pt idx="265">
                  <c:v>7.9</c:v>
                </c:pt>
                <c:pt idx="266">
                  <c:v>8.5</c:v>
                </c:pt>
                <c:pt idx="267">
                  <c:v>8.3000000000000007</c:v>
                </c:pt>
                <c:pt idx="268">
                  <c:v>8.6</c:v>
                </c:pt>
                <c:pt idx="269">
                  <c:v>9.1</c:v>
                </c:pt>
                <c:pt idx="270">
                  <c:v>8.5</c:v>
                </c:pt>
                <c:pt idx="271">
                  <c:v>8.3000000000000007</c:v>
                </c:pt>
                <c:pt idx="272">
                  <c:v>8.1999999999999993</c:v>
                </c:pt>
                <c:pt idx="273">
                  <c:v>7.7</c:v>
                </c:pt>
                <c:pt idx="274">
                  <c:v>7.1</c:v>
                </c:pt>
                <c:pt idx="275">
                  <c:v>6.5</c:v>
                </c:pt>
                <c:pt idx="276">
                  <c:v>6.4</c:v>
                </c:pt>
                <c:pt idx="277">
                  <c:v>6</c:v>
                </c:pt>
                <c:pt idx="278">
                  <c:v>5</c:v>
                </c:pt>
                <c:pt idx="279">
                  <c:v>4.9000000000000004</c:v>
                </c:pt>
                <c:pt idx="280">
                  <c:v>4</c:v>
                </c:pt>
                <c:pt idx="281">
                  <c:v>3</c:v>
                </c:pt>
                <c:pt idx="282">
                  <c:v>3.2</c:v>
                </c:pt>
                <c:pt idx="283">
                  <c:v>3.7</c:v>
                </c:pt>
                <c:pt idx="284">
                  <c:v>3.7</c:v>
                </c:pt>
                <c:pt idx="285">
                  <c:v>3.2</c:v>
                </c:pt>
                <c:pt idx="286">
                  <c:v>3.1</c:v>
                </c:pt>
                <c:pt idx="287">
                  <c:v>3.4</c:v>
                </c:pt>
                <c:pt idx="288">
                  <c:v>3.1</c:v>
                </c:pt>
                <c:pt idx="289">
                  <c:v>3.2</c:v>
                </c:pt>
                <c:pt idx="290">
                  <c:v>3.5</c:v>
                </c:pt>
                <c:pt idx="291">
                  <c:v>3.4</c:v>
                </c:pt>
                <c:pt idx="292">
                  <c:v>3.3</c:v>
                </c:pt>
                <c:pt idx="293">
                  <c:v>3</c:v>
                </c:pt>
                <c:pt idx="294">
                  <c:v>2.9</c:v>
                </c:pt>
                <c:pt idx="295">
                  <c:v>2.5</c:v>
                </c:pt>
                <c:pt idx="296">
                  <c:v>2.4</c:v>
                </c:pt>
                <c:pt idx="297">
                  <c:v>2.6</c:v>
                </c:pt>
                <c:pt idx="298">
                  <c:v>2.7</c:v>
                </c:pt>
                <c:pt idx="299">
                  <c:v>2.9</c:v>
                </c:pt>
                <c:pt idx="300">
                  <c:v>3</c:v>
                </c:pt>
                <c:pt idx="301">
                  <c:v>2.8</c:v>
                </c:pt>
                <c:pt idx="302">
                  <c:v>2.4</c:v>
                </c:pt>
                <c:pt idx="303">
                  <c:v>2.2999999999999998</c:v>
                </c:pt>
                <c:pt idx="304">
                  <c:v>2.4</c:v>
                </c:pt>
                <c:pt idx="305">
                  <c:v>2.7</c:v>
                </c:pt>
                <c:pt idx="306">
                  <c:v>2.7</c:v>
                </c:pt>
                <c:pt idx="307">
                  <c:v>2.9</c:v>
                </c:pt>
                <c:pt idx="308">
                  <c:v>3</c:v>
                </c:pt>
                <c:pt idx="310">
                  <c:v>2.7</c:v>
                </c:pt>
                <c:pt idx="311">
                  <c:v>2.7</c:v>
                </c:pt>
                <c:pt idx="312">
                  <c:v>2.4</c:v>
                </c:pt>
                <c:pt idx="313">
                  <c:v>2.4</c:v>
                </c:pt>
                <c:pt idx="314">
                  <c:v>3.3</c:v>
                </c:pt>
                <c:pt idx="315">
                  <c:v>3.8</c:v>
                </c:pt>
                <c:pt idx="316">
                  <c:v>4.2</c:v>
                </c:pt>
              </c:numCache>
            </c:numRef>
          </c:val>
          <c:smooth val="0"/>
          <c:extLst>
            <c:ext xmlns:c16="http://schemas.microsoft.com/office/drawing/2014/chart" uri="{C3380CC4-5D6E-409C-BE32-E72D297353CC}">
              <c16:uniqueId val="{00000000-8321-41C8-89E9-E2F5DCF5001C}"/>
            </c:ext>
          </c:extLst>
        </c:ser>
        <c:ser>
          <c:idx val="1"/>
          <c:order val="1"/>
          <c:tx>
            <c:strRef>
              <c:f>'US CPI&amp;FFR'!$C$1</c:f>
              <c:strCache>
                <c:ptCount val="1"/>
                <c:pt idx="0">
                  <c:v>美联储政策利率（%）</c:v>
                </c:pt>
              </c:strCache>
            </c:strRef>
          </c:tx>
          <c:spPr>
            <a:ln w="25400" cap="rnd">
              <a:solidFill>
                <a:srgbClr val="4BACC6">
                  <a:lumMod val="50000"/>
                </a:srgbClr>
              </a:solidFill>
              <a:round/>
            </a:ln>
            <a:effectLst/>
          </c:spPr>
          <c:marker>
            <c:symbol val="none"/>
          </c:marker>
          <c:cat>
            <c:numRef>
              <c:f>'US CPI&amp;FFR'!$A$2:$A$318</c:f>
              <c:numCache>
                <c:formatCode>m/d/yyyy</c:formatCode>
                <c:ptCount val="317"/>
                <c:pt idx="0">
                  <c:v>36556</c:v>
                </c:pt>
                <c:pt idx="1">
                  <c:v>36585</c:v>
                </c:pt>
                <c:pt idx="2">
                  <c:v>36616</c:v>
                </c:pt>
                <c:pt idx="3">
                  <c:v>36646</c:v>
                </c:pt>
                <c:pt idx="4">
                  <c:v>36677</c:v>
                </c:pt>
                <c:pt idx="5">
                  <c:v>36707</c:v>
                </c:pt>
                <c:pt idx="6">
                  <c:v>36738</c:v>
                </c:pt>
                <c:pt idx="7">
                  <c:v>36769</c:v>
                </c:pt>
                <c:pt idx="8">
                  <c:v>36799</c:v>
                </c:pt>
                <c:pt idx="9">
                  <c:v>36830</c:v>
                </c:pt>
                <c:pt idx="10">
                  <c:v>36860</c:v>
                </c:pt>
                <c:pt idx="11">
                  <c:v>36891</c:v>
                </c:pt>
                <c:pt idx="12">
                  <c:v>36922</c:v>
                </c:pt>
                <c:pt idx="13">
                  <c:v>36950</c:v>
                </c:pt>
                <c:pt idx="14">
                  <c:v>36981</c:v>
                </c:pt>
                <c:pt idx="15">
                  <c:v>37011</c:v>
                </c:pt>
                <c:pt idx="16">
                  <c:v>37042</c:v>
                </c:pt>
                <c:pt idx="17">
                  <c:v>37072</c:v>
                </c:pt>
                <c:pt idx="18">
                  <c:v>37103</c:v>
                </c:pt>
                <c:pt idx="19">
                  <c:v>37134</c:v>
                </c:pt>
                <c:pt idx="20">
                  <c:v>37164</c:v>
                </c:pt>
                <c:pt idx="21">
                  <c:v>37195</c:v>
                </c:pt>
                <c:pt idx="22">
                  <c:v>37225</c:v>
                </c:pt>
                <c:pt idx="23">
                  <c:v>37256</c:v>
                </c:pt>
                <c:pt idx="24">
                  <c:v>37287</c:v>
                </c:pt>
                <c:pt idx="25">
                  <c:v>37315</c:v>
                </c:pt>
                <c:pt idx="26">
                  <c:v>37346</c:v>
                </c:pt>
                <c:pt idx="27">
                  <c:v>37376</c:v>
                </c:pt>
                <c:pt idx="28">
                  <c:v>37407</c:v>
                </c:pt>
                <c:pt idx="29">
                  <c:v>37437</c:v>
                </c:pt>
                <c:pt idx="30">
                  <c:v>37468</c:v>
                </c:pt>
                <c:pt idx="31">
                  <c:v>37499</c:v>
                </c:pt>
                <c:pt idx="32">
                  <c:v>37529</c:v>
                </c:pt>
                <c:pt idx="33">
                  <c:v>37560</c:v>
                </c:pt>
                <c:pt idx="34">
                  <c:v>37590</c:v>
                </c:pt>
                <c:pt idx="35">
                  <c:v>37621</c:v>
                </c:pt>
                <c:pt idx="36">
                  <c:v>37652</c:v>
                </c:pt>
                <c:pt idx="37">
                  <c:v>37680</c:v>
                </c:pt>
                <c:pt idx="38">
                  <c:v>37711</c:v>
                </c:pt>
                <c:pt idx="39">
                  <c:v>37741</c:v>
                </c:pt>
                <c:pt idx="40">
                  <c:v>37772</c:v>
                </c:pt>
                <c:pt idx="41">
                  <c:v>37802</c:v>
                </c:pt>
                <c:pt idx="42">
                  <c:v>37833</c:v>
                </c:pt>
                <c:pt idx="43">
                  <c:v>37864</c:v>
                </c:pt>
                <c:pt idx="44">
                  <c:v>37894</c:v>
                </c:pt>
                <c:pt idx="45">
                  <c:v>37925</c:v>
                </c:pt>
                <c:pt idx="46">
                  <c:v>37955</c:v>
                </c:pt>
                <c:pt idx="47">
                  <c:v>37986</c:v>
                </c:pt>
                <c:pt idx="48">
                  <c:v>38017</c:v>
                </c:pt>
                <c:pt idx="49">
                  <c:v>38046</c:v>
                </c:pt>
                <c:pt idx="50">
                  <c:v>38077</c:v>
                </c:pt>
                <c:pt idx="51">
                  <c:v>38107</c:v>
                </c:pt>
                <c:pt idx="52">
                  <c:v>38138</c:v>
                </c:pt>
                <c:pt idx="53">
                  <c:v>38168</c:v>
                </c:pt>
                <c:pt idx="54">
                  <c:v>38199</c:v>
                </c:pt>
                <c:pt idx="55">
                  <c:v>38230</c:v>
                </c:pt>
                <c:pt idx="56">
                  <c:v>38260</c:v>
                </c:pt>
                <c:pt idx="57">
                  <c:v>38291</c:v>
                </c:pt>
                <c:pt idx="58">
                  <c:v>38321</c:v>
                </c:pt>
                <c:pt idx="59">
                  <c:v>38352</c:v>
                </c:pt>
                <c:pt idx="60">
                  <c:v>38383</c:v>
                </c:pt>
                <c:pt idx="61">
                  <c:v>38411</c:v>
                </c:pt>
                <c:pt idx="62">
                  <c:v>38442</c:v>
                </c:pt>
                <c:pt idx="63">
                  <c:v>38472</c:v>
                </c:pt>
                <c:pt idx="64">
                  <c:v>38503</c:v>
                </c:pt>
                <c:pt idx="65">
                  <c:v>38533</c:v>
                </c:pt>
                <c:pt idx="66">
                  <c:v>38564</c:v>
                </c:pt>
                <c:pt idx="67">
                  <c:v>38595</c:v>
                </c:pt>
                <c:pt idx="68">
                  <c:v>38625</c:v>
                </c:pt>
                <c:pt idx="69">
                  <c:v>38656</c:v>
                </c:pt>
                <c:pt idx="70">
                  <c:v>38686</c:v>
                </c:pt>
                <c:pt idx="71">
                  <c:v>38717</c:v>
                </c:pt>
                <c:pt idx="72">
                  <c:v>38748</c:v>
                </c:pt>
                <c:pt idx="73">
                  <c:v>38776</c:v>
                </c:pt>
                <c:pt idx="74">
                  <c:v>38807</c:v>
                </c:pt>
                <c:pt idx="75">
                  <c:v>38837</c:v>
                </c:pt>
                <c:pt idx="76">
                  <c:v>38868</c:v>
                </c:pt>
                <c:pt idx="77">
                  <c:v>38898</c:v>
                </c:pt>
                <c:pt idx="78">
                  <c:v>38929</c:v>
                </c:pt>
                <c:pt idx="79">
                  <c:v>38960</c:v>
                </c:pt>
                <c:pt idx="80">
                  <c:v>38990</c:v>
                </c:pt>
                <c:pt idx="81">
                  <c:v>39021</c:v>
                </c:pt>
                <c:pt idx="82">
                  <c:v>39051</c:v>
                </c:pt>
                <c:pt idx="83">
                  <c:v>39082</c:v>
                </c:pt>
                <c:pt idx="84">
                  <c:v>39113</c:v>
                </c:pt>
                <c:pt idx="85">
                  <c:v>39141</c:v>
                </c:pt>
                <c:pt idx="86">
                  <c:v>39172</c:v>
                </c:pt>
                <c:pt idx="87">
                  <c:v>39202</c:v>
                </c:pt>
                <c:pt idx="88">
                  <c:v>39233</c:v>
                </c:pt>
                <c:pt idx="89">
                  <c:v>39263</c:v>
                </c:pt>
                <c:pt idx="90">
                  <c:v>39294</c:v>
                </c:pt>
                <c:pt idx="91">
                  <c:v>39325</c:v>
                </c:pt>
                <c:pt idx="92">
                  <c:v>39355</c:v>
                </c:pt>
                <c:pt idx="93">
                  <c:v>39386</c:v>
                </c:pt>
                <c:pt idx="94">
                  <c:v>39416</c:v>
                </c:pt>
                <c:pt idx="95">
                  <c:v>39447</c:v>
                </c:pt>
                <c:pt idx="96">
                  <c:v>39478</c:v>
                </c:pt>
                <c:pt idx="97">
                  <c:v>39507</c:v>
                </c:pt>
                <c:pt idx="98">
                  <c:v>39538</c:v>
                </c:pt>
                <c:pt idx="99">
                  <c:v>39568</c:v>
                </c:pt>
                <c:pt idx="100">
                  <c:v>39599</c:v>
                </c:pt>
                <c:pt idx="101">
                  <c:v>39629</c:v>
                </c:pt>
                <c:pt idx="102">
                  <c:v>39660</c:v>
                </c:pt>
                <c:pt idx="103">
                  <c:v>39691</c:v>
                </c:pt>
                <c:pt idx="104">
                  <c:v>39721</c:v>
                </c:pt>
                <c:pt idx="105">
                  <c:v>39752</c:v>
                </c:pt>
                <c:pt idx="106">
                  <c:v>39782</c:v>
                </c:pt>
                <c:pt idx="107">
                  <c:v>39813</c:v>
                </c:pt>
                <c:pt idx="108">
                  <c:v>39844</c:v>
                </c:pt>
                <c:pt idx="109">
                  <c:v>39872</c:v>
                </c:pt>
                <c:pt idx="110">
                  <c:v>39903</c:v>
                </c:pt>
                <c:pt idx="111">
                  <c:v>39933</c:v>
                </c:pt>
                <c:pt idx="112">
                  <c:v>39964</c:v>
                </c:pt>
                <c:pt idx="113">
                  <c:v>39994</c:v>
                </c:pt>
                <c:pt idx="114">
                  <c:v>40025</c:v>
                </c:pt>
                <c:pt idx="115">
                  <c:v>40056</c:v>
                </c:pt>
                <c:pt idx="116">
                  <c:v>40086</c:v>
                </c:pt>
                <c:pt idx="117">
                  <c:v>40117</c:v>
                </c:pt>
                <c:pt idx="118">
                  <c:v>40147</c:v>
                </c:pt>
                <c:pt idx="119">
                  <c:v>40178</c:v>
                </c:pt>
                <c:pt idx="120">
                  <c:v>40209</c:v>
                </c:pt>
                <c:pt idx="121">
                  <c:v>40237</c:v>
                </c:pt>
                <c:pt idx="122">
                  <c:v>40268</c:v>
                </c:pt>
                <c:pt idx="123">
                  <c:v>40298</c:v>
                </c:pt>
                <c:pt idx="124">
                  <c:v>40329</c:v>
                </c:pt>
                <c:pt idx="125">
                  <c:v>40359</c:v>
                </c:pt>
                <c:pt idx="126">
                  <c:v>40390</c:v>
                </c:pt>
                <c:pt idx="127">
                  <c:v>40421</c:v>
                </c:pt>
                <c:pt idx="128">
                  <c:v>40451</c:v>
                </c:pt>
                <c:pt idx="129">
                  <c:v>40482</c:v>
                </c:pt>
                <c:pt idx="130">
                  <c:v>40512</c:v>
                </c:pt>
                <c:pt idx="131">
                  <c:v>40543</c:v>
                </c:pt>
                <c:pt idx="132">
                  <c:v>40574</c:v>
                </c:pt>
                <c:pt idx="133">
                  <c:v>40602</c:v>
                </c:pt>
                <c:pt idx="134">
                  <c:v>40633</c:v>
                </c:pt>
                <c:pt idx="135">
                  <c:v>40663</c:v>
                </c:pt>
                <c:pt idx="136">
                  <c:v>40694</c:v>
                </c:pt>
                <c:pt idx="137">
                  <c:v>40724</c:v>
                </c:pt>
                <c:pt idx="138">
                  <c:v>40755</c:v>
                </c:pt>
                <c:pt idx="139">
                  <c:v>40786</c:v>
                </c:pt>
                <c:pt idx="140">
                  <c:v>40816</c:v>
                </c:pt>
                <c:pt idx="141">
                  <c:v>40847</c:v>
                </c:pt>
                <c:pt idx="142">
                  <c:v>40877</c:v>
                </c:pt>
                <c:pt idx="143">
                  <c:v>40908</c:v>
                </c:pt>
                <c:pt idx="144">
                  <c:v>40939</c:v>
                </c:pt>
                <c:pt idx="145">
                  <c:v>40968</c:v>
                </c:pt>
                <c:pt idx="146">
                  <c:v>40999</c:v>
                </c:pt>
                <c:pt idx="147">
                  <c:v>41029</c:v>
                </c:pt>
                <c:pt idx="148">
                  <c:v>41060</c:v>
                </c:pt>
                <c:pt idx="149">
                  <c:v>41090</c:v>
                </c:pt>
                <c:pt idx="150">
                  <c:v>41121</c:v>
                </c:pt>
                <c:pt idx="151">
                  <c:v>41152</c:v>
                </c:pt>
                <c:pt idx="152">
                  <c:v>41182</c:v>
                </c:pt>
                <c:pt idx="153">
                  <c:v>41213</c:v>
                </c:pt>
                <c:pt idx="154">
                  <c:v>41243</c:v>
                </c:pt>
                <c:pt idx="155">
                  <c:v>41274</c:v>
                </c:pt>
                <c:pt idx="156">
                  <c:v>41305</c:v>
                </c:pt>
                <c:pt idx="157">
                  <c:v>41333</c:v>
                </c:pt>
                <c:pt idx="158">
                  <c:v>41364</c:v>
                </c:pt>
                <c:pt idx="159">
                  <c:v>41394</c:v>
                </c:pt>
                <c:pt idx="160">
                  <c:v>41425</c:v>
                </c:pt>
                <c:pt idx="161">
                  <c:v>41455</c:v>
                </c:pt>
                <c:pt idx="162">
                  <c:v>41486</c:v>
                </c:pt>
                <c:pt idx="163">
                  <c:v>41517</c:v>
                </c:pt>
                <c:pt idx="164">
                  <c:v>41547</c:v>
                </c:pt>
                <c:pt idx="165">
                  <c:v>41578</c:v>
                </c:pt>
                <c:pt idx="166">
                  <c:v>41608</c:v>
                </c:pt>
                <c:pt idx="167">
                  <c:v>41639</c:v>
                </c:pt>
                <c:pt idx="168">
                  <c:v>41670</c:v>
                </c:pt>
                <c:pt idx="169">
                  <c:v>41698</c:v>
                </c:pt>
                <c:pt idx="170">
                  <c:v>41729</c:v>
                </c:pt>
                <c:pt idx="171">
                  <c:v>41759</c:v>
                </c:pt>
                <c:pt idx="172">
                  <c:v>41790</c:v>
                </c:pt>
                <c:pt idx="173">
                  <c:v>41820</c:v>
                </c:pt>
                <c:pt idx="174">
                  <c:v>41851</c:v>
                </c:pt>
                <c:pt idx="175">
                  <c:v>41882</c:v>
                </c:pt>
                <c:pt idx="176">
                  <c:v>41912</c:v>
                </c:pt>
                <c:pt idx="177">
                  <c:v>41943</c:v>
                </c:pt>
                <c:pt idx="178">
                  <c:v>41973</c:v>
                </c:pt>
                <c:pt idx="179">
                  <c:v>42004</c:v>
                </c:pt>
                <c:pt idx="180">
                  <c:v>42035</c:v>
                </c:pt>
                <c:pt idx="181">
                  <c:v>42063</c:v>
                </c:pt>
                <c:pt idx="182">
                  <c:v>42094</c:v>
                </c:pt>
                <c:pt idx="183">
                  <c:v>42124</c:v>
                </c:pt>
                <c:pt idx="184">
                  <c:v>42155</c:v>
                </c:pt>
                <c:pt idx="185">
                  <c:v>42185</c:v>
                </c:pt>
                <c:pt idx="186">
                  <c:v>42216</c:v>
                </c:pt>
                <c:pt idx="187">
                  <c:v>42247</c:v>
                </c:pt>
                <c:pt idx="188">
                  <c:v>42277</c:v>
                </c:pt>
                <c:pt idx="189">
                  <c:v>42308</c:v>
                </c:pt>
                <c:pt idx="190">
                  <c:v>42338</c:v>
                </c:pt>
                <c:pt idx="191">
                  <c:v>42369</c:v>
                </c:pt>
                <c:pt idx="192">
                  <c:v>42400</c:v>
                </c:pt>
                <c:pt idx="193">
                  <c:v>42429</c:v>
                </c:pt>
                <c:pt idx="194">
                  <c:v>42460</c:v>
                </c:pt>
                <c:pt idx="195">
                  <c:v>42490</c:v>
                </c:pt>
                <c:pt idx="196">
                  <c:v>42521</c:v>
                </c:pt>
                <c:pt idx="197">
                  <c:v>42551</c:v>
                </c:pt>
                <c:pt idx="198">
                  <c:v>42582</c:v>
                </c:pt>
                <c:pt idx="199">
                  <c:v>42613</c:v>
                </c:pt>
                <c:pt idx="200">
                  <c:v>42643</c:v>
                </c:pt>
                <c:pt idx="201">
                  <c:v>42674</c:v>
                </c:pt>
                <c:pt idx="202">
                  <c:v>42704</c:v>
                </c:pt>
                <c:pt idx="203">
                  <c:v>42735</c:v>
                </c:pt>
                <c:pt idx="204">
                  <c:v>42766</c:v>
                </c:pt>
                <c:pt idx="205">
                  <c:v>42794</c:v>
                </c:pt>
                <c:pt idx="206">
                  <c:v>42825</c:v>
                </c:pt>
                <c:pt idx="207">
                  <c:v>42855</c:v>
                </c:pt>
                <c:pt idx="208">
                  <c:v>42886</c:v>
                </c:pt>
                <c:pt idx="209">
                  <c:v>42916</c:v>
                </c:pt>
                <c:pt idx="210">
                  <c:v>42947</c:v>
                </c:pt>
                <c:pt idx="211">
                  <c:v>42978</c:v>
                </c:pt>
                <c:pt idx="212">
                  <c:v>43008</c:v>
                </c:pt>
                <c:pt idx="213">
                  <c:v>43039</c:v>
                </c:pt>
                <c:pt idx="214">
                  <c:v>43069</c:v>
                </c:pt>
                <c:pt idx="215">
                  <c:v>43100</c:v>
                </c:pt>
                <c:pt idx="216">
                  <c:v>43131</c:v>
                </c:pt>
                <c:pt idx="217">
                  <c:v>43159</c:v>
                </c:pt>
                <c:pt idx="218">
                  <c:v>43190</c:v>
                </c:pt>
                <c:pt idx="219">
                  <c:v>43220</c:v>
                </c:pt>
                <c:pt idx="220">
                  <c:v>43251</c:v>
                </c:pt>
                <c:pt idx="221">
                  <c:v>43281</c:v>
                </c:pt>
                <c:pt idx="222">
                  <c:v>43312</c:v>
                </c:pt>
                <c:pt idx="223">
                  <c:v>43343</c:v>
                </c:pt>
                <c:pt idx="224">
                  <c:v>43373</c:v>
                </c:pt>
                <c:pt idx="225">
                  <c:v>43404</c:v>
                </c:pt>
                <c:pt idx="226">
                  <c:v>43434</c:v>
                </c:pt>
                <c:pt idx="227">
                  <c:v>43465</c:v>
                </c:pt>
                <c:pt idx="228">
                  <c:v>43496</c:v>
                </c:pt>
                <c:pt idx="229">
                  <c:v>43524</c:v>
                </c:pt>
                <c:pt idx="230">
                  <c:v>43555</c:v>
                </c:pt>
                <c:pt idx="231">
                  <c:v>43585</c:v>
                </c:pt>
                <c:pt idx="232">
                  <c:v>43616</c:v>
                </c:pt>
                <c:pt idx="233">
                  <c:v>43646</c:v>
                </c:pt>
                <c:pt idx="234">
                  <c:v>43677</c:v>
                </c:pt>
                <c:pt idx="235">
                  <c:v>43708</c:v>
                </c:pt>
                <c:pt idx="236">
                  <c:v>43738</c:v>
                </c:pt>
                <c:pt idx="237">
                  <c:v>43769</c:v>
                </c:pt>
                <c:pt idx="238">
                  <c:v>43799</c:v>
                </c:pt>
                <c:pt idx="239">
                  <c:v>43830</c:v>
                </c:pt>
                <c:pt idx="240">
                  <c:v>43861</c:v>
                </c:pt>
                <c:pt idx="241">
                  <c:v>43890</c:v>
                </c:pt>
                <c:pt idx="242">
                  <c:v>43921</c:v>
                </c:pt>
                <c:pt idx="243">
                  <c:v>43951</c:v>
                </c:pt>
                <c:pt idx="244">
                  <c:v>43982</c:v>
                </c:pt>
                <c:pt idx="245">
                  <c:v>44012</c:v>
                </c:pt>
                <c:pt idx="246">
                  <c:v>44043</c:v>
                </c:pt>
                <c:pt idx="247">
                  <c:v>44074</c:v>
                </c:pt>
                <c:pt idx="248">
                  <c:v>44104</c:v>
                </c:pt>
                <c:pt idx="249">
                  <c:v>44135</c:v>
                </c:pt>
                <c:pt idx="250">
                  <c:v>44165</c:v>
                </c:pt>
                <c:pt idx="251">
                  <c:v>44196</c:v>
                </c:pt>
                <c:pt idx="252">
                  <c:v>44227</c:v>
                </c:pt>
                <c:pt idx="253">
                  <c:v>44255</c:v>
                </c:pt>
                <c:pt idx="254">
                  <c:v>44286</c:v>
                </c:pt>
                <c:pt idx="255">
                  <c:v>44316</c:v>
                </c:pt>
                <c:pt idx="256">
                  <c:v>44347</c:v>
                </c:pt>
                <c:pt idx="257">
                  <c:v>44377</c:v>
                </c:pt>
                <c:pt idx="258">
                  <c:v>44408</c:v>
                </c:pt>
                <c:pt idx="259">
                  <c:v>44439</c:v>
                </c:pt>
                <c:pt idx="260">
                  <c:v>44469</c:v>
                </c:pt>
                <c:pt idx="261">
                  <c:v>44500</c:v>
                </c:pt>
                <c:pt idx="262">
                  <c:v>44530</c:v>
                </c:pt>
                <c:pt idx="263">
                  <c:v>44561</c:v>
                </c:pt>
                <c:pt idx="264">
                  <c:v>44592</c:v>
                </c:pt>
                <c:pt idx="265">
                  <c:v>44620</c:v>
                </c:pt>
                <c:pt idx="266">
                  <c:v>44651</c:v>
                </c:pt>
                <c:pt idx="267">
                  <c:v>44681</c:v>
                </c:pt>
                <c:pt idx="268">
                  <c:v>44712</c:v>
                </c:pt>
                <c:pt idx="269">
                  <c:v>44742</c:v>
                </c:pt>
                <c:pt idx="270">
                  <c:v>44773</c:v>
                </c:pt>
                <c:pt idx="271">
                  <c:v>44804</c:v>
                </c:pt>
                <c:pt idx="272">
                  <c:v>44834</c:v>
                </c:pt>
                <c:pt idx="273">
                  <c:v>44865</c:v>
                </c:pt>
                <c:pt idx="274">
                  <c:v>44895</c:v>
                </c:pt>
                <c:pt idx="275">
                  <c:v>44926</c:v>
                </c:pt>
                <c:pt idx="276">
                  <c:v>44957</c:v>
                </c:pt>
                <c:pt idx="277">
                  <c:v>44985</c:v>
                </c:pt>
                <c:pt idx="278">
                  <c:v>45016</c:v>
                </c:pt>
                <c:pt idx="279">
                  <c:v>45046</c:v>
                </c:pt>
                <c:pt idx="280">
                  <c:v>45077</c:v>
                </c:pt>
                <c:pt idx="281">
                  <c:v>45107</c:v>
                </c:pt>
                <c:pt idx="282">
                  <c:v>45138</c:v>
                </c:pt>
                <c:pt idx="283">
                  <c:v>45169</c:v>
                </c:pt>
                <c:pt idx="284">
                  <c:v>45199</c:v>
                </c:pt>
                <c:pt idx="285">
                  <c:v>45230</c:v>
                </c:pt>
                <c:pt idx="286">
                  <c:v>45260</c:v>
                </c:pt>
                <c:pt idx="287">
                  <c:v>45291</c:v>
                </c:pt>
                <c:pt idx="288">
                  <c:v>45322</c:v>
                </c:pt>
                <c:pt idx="289">
                  <c:v>45351</c:v>
                </c:pt>
                <c:pt idx="290">
                  <c:v>45382</c:v>
                </c:pt>
                <c:pt idx="291">
                  <c:v>45412</c:v>
                </c:pt>
                <c:pt idx="292">
                  <c:v>45443</c:v>
                </c:pt>
                <c:pt idx="293">
                  <c:v>45473</c:v>
                </c:pt>
                <c:pt idx="294">
                  <c:v>45504</c:v>
                </c:pt>
                <c:pt idx="295">
                  <c:v>45535</c:v>
                </c:pt>
                <c:pt idx="296">
                  <c:v>45565</c:v>
                </c:pt>
                <c:pt idx="297">
                  <c:v>45596</c:v>
                </c:pt>
                <c:pt idx="298">
                  <c:v>45626</c:v>
                </c:pt>
                <c:pt idx="299">
                  <c:v>45657</c:v>
                </c:pt>
                <c:pt idx="300">
                  <c:v>45688</c:v>
                </c:pt>
                <c:pt idx="301">
                  <c:v>45716</c:v>
                </c:pt>
                <c:pt idx="302">
                  <c:v>45747</c:v>
                </c:pt>
                <c:pt idx="303">
                  <c:v>45777</c:v>
                </c:pt>
                <c:pt idx="304">
                  <c:v>45808</c:v>
                </c:pt>
                <c:pt idx="305">
                  <c:v>45838</c:v>
                </c:pt>
                <c:pt idx="306">
                  <c:v>45869</c:v>
                </c:pt>
                <c:pt idx="307">
                  <c:v>45900</c:v>
                </c:pt>
                <c:pt idx="308">
                  <c:v>45930</c:v>
                </c:pt>
                <c:pt idx="309">
                  <c:v>45961</c:v>
                </c:pt>
                <c:pt idx="310">
                  <c:v>45991</c:v>
                </c:pt>
                <c:pt idx="311">
                  <c:v>46022</c:v>
                </c:pt>
                <c:pt idx="312">
                  <c:v>46053</c:v>
                </c:pt>
                <c:pt idx="313">
                  <c:v>46081</c:v>
                </c:pt>
                <c:pt idx="314">
                  <c:v>46112</c:v>
                </c:pt>
                <c:pt idx="315">
                  <c:v>46142</c:v>
                </c:pt>
                <c:pt idx="316">
                  <c:v>46173</c:v>
                </c:pt>
              </c:numCache>
            </c:numRef>
          </c:cat>
          <c:val>
            <c:numRef>
              <c:f>'US CPI&amp;FFR'!$C$2:$C$318</c:f>
              <c:numCache>
                <c:formatCode>General</c:formatCode>
                <c:ptCount val="317"/>
                <c:pt idx="0">
                  <c:v>5.5</c:v>
                </c:pt>
                <c:pt idx="1">
                  <c:v>5.75</c:v>
                </c:pt>
                <c:pt idx="2">
                  <c:v>6</c:v>
                </c:pt>
                <c:pt idx="3">
                  <c:v>6</c:v>
                </c:pt>
                <c:pt idx="4">
                  <c:v>6.5</c:v>
                </c:pt>
                <c:pt idx="5">
                  <c:v>6.5</c:v>
                </c:pt>
                <c:pt idx="6">
                  <c:v>6.5</c:v>
                </c:pt>
                <c:pt idx="7">
                  <c:v>6.5</c:v>
                </c:pt>
                <c:pt idx="8">
                  <c:v>6.5</c:v>
                </c:pt>
                <c:pt idx="9">
                  <c:v>6.5</c:v>
                </c:pt>
                <c:pt idx="10">
                  <c:v>6.5</c:v>
                </c:pt>
                <c:pt idx="11">
                  <c:v>6.5</c:v>
                </c:pt>
                <c:pt idx="12">
                  <c:v>5.5</c:v>
                </c:pt>
                <c:pt idx="13">
                  <c:v>5.5</c:v>
                </c:pt>
                <c:pt idx="14">
                  <c:v>5</c:v>
                </c:pt>
                <c:pt idx="15">
                  <c:v>4.5</c:v>
                </c:pt>
                <c:pt idx="16">
                  <c:v>4</c:v>
                </c:pt>
                <c:pt idx="17">
                  <c:v>3.75</c:v>
                </c:pt>
                <c:pt idx="18">
                  <c:v>3.75</c:v>
                </c:pt>
                <c:pt idx="19">
                  <c:v>3.5</c:v>
                </c:pt>
                <c:pt idx="20">
                  <c:v>3</c:v>
                </c:pt>
                <c:pt idx="21">
                  <c:v>2.5</c:v>
                </c:pt>
                <c:pt idx="22">
                  <c:v>2</c:v>
                </c:pt>
                <c:pt idx="23">
                  <c:v>1.75</c:v>
                </c:pt>
                <c:pt idx="24">
                  <c:v>1.75</c:v>
                </c:pt>
                <c:pt idx="25">
                  <c:v>1.75</c:v>
                </c:pt>
                <c:pt idx="26">
                  <c:v>1.75</c:v>
                </c:pt>
                <c:pt idx="27">
                  <c:v>1.75</c:v>
                </c:pt>
                <c:pt idx="28">
                  <c:v>1.75</c:v>
                </c:pt>
                <c:pt idx="29">
                  <c:v>1.75</c:v>
                </c:pt>
                <c:pt idx="30">
                  <c:v>1.75</c:v>
                </c:pt>
                <c:pt idx="31">
                  <c:v>1.75</c:v>
                </c:pt>
                <c:pt idx="32">
                  <c:v>1.75</c:v>
                </c:pt>
                <c:pt idx="33">
                  <c:v>1.75</c:v>
                </c:pt>
                <c:pt idx="34">
                  <c:v>1.25</c:v>
                </c:pt>
                <c:pt idx="35">
                  <c:v>1.25</c:v>
                </c:pt>
                <c:pt idx="36">
                  <c:v>1.25</c:v>
                </c:pt>
                <c:pt idx="37">
                  <c:v>1.25</c:v>
                </c:pt>
                <c:pt idx="38">
                  <c:v>1.25</c:v>
                </c:pt>
                <c:pt idx="39">
                  <c:v>1.25</c:v>
                </c:pt>
                <c:pt idx="40">
                  <c:v>1.25</c:v>
                </c:pt>
                <c:pt idx="41">
                  <c:v>1</c:v>
                </c:pt>
                <c:pt idx="42">
                  <c:v>1</c:v>
                </c:pt>
                <c:pt idx="43">
                  <c:v>1</c:v>
                </c:pt>
                <c:pt idx="44">
                  <c:v>1</c:v>
                </c:pt>
                <c:pt idx="45">
                  <c:v>1</c:v>
                </c:pt>
                <c:pt idx="46">
                  <c:v>1</c:v>
                </c:pt>
                <c:pt idx="47">
                  <c:v>1</c:v>
                </c:pt>
                <c:pt idx="48">
                  <c:v>1</c:v>
                </c:pt>
                <c:pt idx="49">
                  <c:v>1</c:v>
                </c:pt>
                <c:pt idx="50">
                  <c:v>1</c:v>
                </c:pt>
                <c:pt idx="51">
                  <c:v>1</c:v>
                </c:pt>
                <c:pt idx="52">
                  <c:v>1</c:v>
                </c:pt>
                <c:pt idx="53">
                  <c:v>1.25</c:v>
                </c:pt>
                <c:pt idx="54">
                  <c:v>1.25</c:v>
                </c:pt>
                <c:pt idx="55">
                  <c:v>1.5</c:v>
                </c:pt>
                <c:pt idx="56">
                  <c:v>1.75</c:v>
                </c:pt>
                <c:pt idx="57">
                  <c:v>1.75</c:v>
                </c:pt>
                <c:pt idx="58">
                  <c:v>2</c:v>
                </c:pt>
                <c:pt idx="59">
                  <c:v>2.25</c:v>
                </c:pt>
                <c:pt idx="60">
                  <c:v>2.25</c:v>
                </c:pt>
                <c:pt idx="61">
                  <c:v>2.5</c:v>
                </c:pt>
                <c:pt idx="62">
                  <c:v>2.75</c:v>
                </c:pt>
                <c:pt idx="63">
                  <c:v>2.75</c:v>
                </c:pt>
                <c:pt idx="64">
                  <c:v>3</c:v>
                </c:pt>
                <c:pt idx="65">
                  <c:v>3.25</c:v>
                </c:pt>
                <c:pt idx="66">
                  <c:v>3.25</c:v>
                </c:pt>
                <c:pt idx="67">
                  <c:v>3.5</c:v>
                </c:pt>
                <c:pt idx="68">
                  <c:v>3.75</c:v>
                </c:pt>
                <c:pt idx="69">
                  <c:v>3.75</c:v>
                </c:pt>
                <c:pt idx="70">
                  <c:v>4</c:v>
                </c:pt>
                <c:pt idx="71">
                  <c:v>4.25</c:v>
                </c:pt>
                <c:pt idx="72">
                  <c:v>4.5</c:v>
                </c:pt>
                <c:pt idx="73">
                  <c:v>4.5</c:v>
                </c:pt>
                <c:pt idx="74">
                  <c:v>4.75</c:v>
                </c:pt>
                <c:pt idx="75">
                  <c:v>4.75</c:v>
                </c:pt>
                <c:pt idx="76">
                  <c:v>5</c:v>
                </c:pt>
                <c:pt idx="77">
                  <c:v>5.25</c:v>
                </c:pt>
                <c:pt idx="78">
                  <c:v>5.25</c:v>
                </c:pt>
                <c:pt idx="79">
                  <c:v>5.25</c:v>
                </c:pt>
                <c:pt idx="80">
                  <c:v>5.25</c:v>
                </c:pt>
                <c:pt idx="81">
                  <c:v>5.25</c:v>
                </c:pt>
                <c:pt idx="82">
                  <c:v>5.25</c:v>
                </c:pt>
                <c:pt idx="83">
                  <c:v>5.25</c:v>
                </c:pt>
                <c:pt idx="84">
                  <c:v>5.25</c:v>
                </c:pt>
                <c:pt idx="85">
                  <c:v>5.25</c:v>
                </c:pt>
                <c:pt idx="86">
                  <c:v>5.25</c:v>
                </c:pt>
                <c:pt idx="87">
                  <c:v>5.25</c:v>
                </c:pt>
                <c:pt idx="88">
                  <c:v>5.25</c:v>
                </c:pt>
                <c:pt idx="89">
                  <c:v>5.25</c:v>
                </c:pt>
                <c:pt idx="90">
                  <c:v>5.25</c:v>
                </c:pt>
                <c:pt idx="91">
                  <c:v>5.25</c:v>
                </c:pt>
                <c:pt idx="92">
                  <c:v>4.75</c:v>
                </c:pt>
                <c:pt idx="93">
                  <c:v>4.5</c:v>
                </c:pt>
                <c:pt idx="94">
                  <c:v>4.5</c:v>
                </c:pt>
                <c:pt idx="95">
                  <c:v>4.25</c:v>
                </c:pt>
                <c:pt idx="96">
                  <c:v>3</c:v>
                </c:pt>
                <c:pt idx="97">
                  <c:v>3</c:v>
                </c:pt>
                <c:pt idx="98">
                  <c:v>2.25</c:v>
                </c:pt>
                <c:pt idx="99">
                  <c:v>2</c:v>
                </c:pt>
                <c:pt idx="100">
                  <c:v>2</c:v>
                </c:pt>
                <c:pt idx="101">
                  <c:v>2</c:v>
                </c:pt>
                <c:pt idx="102">
                  <c:v>2</c:v>
                </c:pt>
                <c:pt idx="103">
                  <c:v>2</c:v>
                </c:pt>
                <c:pt idx="104">
                  <c:v>2</c:v>
                </c:pt>
                <c:pt idx="105">
                  <c:v>1</c:v>
                </c:pt>
                <c:pt idx="106">
                  <c:v>1</c:v>
                </c:pt>
                <c:pt idx="107">
                  <c:v>0.25</c:v>
                </c:pt>
                <c:pt idx="108">
                  <c:v>0.25</c:v>
                </c:pt>
                <c:pt idx="109">
                  <c:v>0.25</c:v>
                </c:pt>
                <c:pt idx="110">
                  <c:v>0.25</c:v>
                </c:pt>
                <c:pt idx="111">
                  <c:v>0.25</c:v>
                </c:pt>
                <c:pt idx="112">
                  <c:v>0.25</c:v>
                </c:pt>
                <c:pt idx="113">
                  <c:v>0.25</c:v>
                </c:pt>
                <c:pt idx="114">
                  <c:v>0.25</c:v>
                </c:pt>
                <c:pt idx="115">
                  <c:v>0.25</c:v>
                </c:pt>
                <c:pt idx="116">
                  <c:v>0.25</c:v>
                </c:pt>
                <c:pt idx="117">
                  <c:v>0.25</c:v>
                </c:pt>
                <c:pt idx="118">
                  <c:v>0.25</c:v>
                </c:pt>
                <c:pt idx="119">
                  <c:v>0.25</c:v>
                </c:pt>
                <c:pt idx="120">
                  <c:v>0.25</c:v>
                </c:pt>
                <c:pt idx="121">
                  <c:v>0.25</c:v>
                </c:pt>
                <c:pt idx="122">
                  <c:v>0.25</c:v>
                </c:pt>
                <c:pt idx="123">
                  <c:v>0.25</c:v>
                </c:pt>
                <c:pt idx="124">
                  <c:v>0.25</c:v>
                </c:pt>
                <c:pt idx="125">
                  <c:v>0.25</c:v>
                </c:pt>
                <c:pt idx="126">
                  <c:v>0.25</c:v>
                </c:pt>
                <c:pt idx="127">
                  <c:v>0.25</c:v>
                </c:pt>
                <c:pt idx="128">
                  <c:v>0.25</c:v>
                </c:pt>
                <c:pt idx="129">
                  <c:v>0.25</c:v>
                </c:pt>
                <c:pt idx="130">
                  <c:v>0.25</c:v>
                </c:pt>
                <c:pt idx="131">
                  <c:v>0.25</c:v>
                </c:pt>
                <c:pt idx="132">
                  <c:v>0.25</c:v>
                </c:pt>
                <c:pt idx="133">
                  <c:v>0.25</c:v>
                </c:pt>
                <c:pt idx="134">
                  <c:v>0.25</c:v>
                </c:pt>
                <c:pt idx="135">
                  <c:v>0.25</c:v>
                </c:pt>
                <c:pt idx="136">
                  <c:v>0.25</c:v>
                </c:pt>
                <c:pt idx="137">
                  <c:v>0.25</c:v>
                </c:pt>
                <c:pt idx="138">
                  <c:v>0.25</c:v>
                </c:pt>
                <c:pt idx="139">
                  <c:v>0.25</c:v>
                </c:pt>
                <c:pt idx="140">
                  <c:v>0.25</c:v>
                </c:pt>
                <c:pt idx="141">
                  <c:v>0.25</c:v>
                </c:pt>
                <c:pt idx="142">
                  <c:v>0.25</c:v>
                </c:pt>
                <c:pt idx="143">
                  <c:v>0.25</c:v>
                </c:pt>
                <c:pt idx="144">
                  <c:v>0.25</c:v>
                </c:pt>
                <c:pt idx="145">
                  <c:v>0.25</c:v>
                </c:pt>
                <c:pt idx="146">
                  <c:v>0.25</c:v>
                </c:pt>
                <c:pt idx="147">
                  <c:v>0.25</c:v>
                </c:pt>
                <c:pt idx="148">
                  <c:v>0.25</c:v>
                </c:pt>
                <c:pt idx="149">
                  <c:v>0.25</c:v>
                </c:pt>
                <c:pt idx="150">
                  <c:v>0.25</c:v>
                </c:pt>
                <c:pt idx="151">
                  <c:v>0.25</c:v>
                </c:pt>
                <c:pt idx="152">
                  <c:v>0.25</c:v>
                </c:pt>
                <c:pt idx="153">
                  <c:v>0.25</c:v>
                </c:pt>
                <c:pt idx="154">
                  <c:v>0.25</c:v>
                </c:pt>
                <c:pt idx="155">
                  <c:v>0.25</c:v>
                </c:pt>
                <c:pt idx="156">
                  <c:v>0.25</c:v>
                </c:pt>
                <c:pt idx="157">
                  <c:v>0.25</c:v>
                </c:pt>
                <c:pt idx="158">
                  <c:v>0.25</c:v>
                </c:pt>
                <c:pt idx="159">
                  <c:v>0.25</c:v>
                </c:pt>
                <c:pt idx="160">
                  <c:v>0.25</c:v>
                </c:pt>
                <c:pt idx="161">
                  <c:v>0.25</c:v>
                </c:pt>
                <c:pt idx="162">
                  <c:v>0.25</c:v>
                </c:pt>
                <c:pt idx="163">
                  <c:v>0.25</c:v>
                </c:pt>
                <c:pt idx="164">
                  <c:v>0.25</c:v>
                </c:pt>
                <c:pt idx="165">
                  <c:v>0.25</c:v>
                </c:pt>
                <c:pt idx="166">
                  <c:v>0.25</c:v>
                </c:pt>
                <c:pt idx="167">
                  <c:v>0.25</c:v>
                </c:pt>
                <c:pt idx="168">
                  <c:v>0.25</c:v>
                </c:pt>
                <c:pt idx="169">
                  <c:v>0.25</c:v>
                </c:pt>
                <c:pt idx="170">
                  <c:v>0.25</c:v>
                </c:pt>
                <c:pt idx="171">
                  <c:v>0.25</c:v>
                </c:pt>
                <c:pt idx="172">
                  <c:v>0.25</c:v>
                </c:pt>
                <c:pt idx="173">
                  <c:v>0.25</c:v>
                </c:pt>
                <c:pt idx="174">
                  <c:v>0.25</c:v>
                </c:pt>
                <c:pt idx="175">
                  <c:v>0.25</c:v>
                </c:pt>
                <c:pt idx="176">
                  <c:v>0.25</c:v>
                </c:pt>
                <c:pt idx="177">
                  <c:v>0.25</c:v>
                </c:pt>
                <c:pt idx="178">
                  <c:v>0.25</c:v>
                </c:pt>
                <c:pt idx="179">
                  <c:v>0.25</c:v>
                </c:pt>
                <c:pt idx="180">
                  <c:v>0.25</c:v>
                </c:pt>
                <c:pt idx="181">
                  <c:v>0.25</c:v>
                </c:pt>
                <c:pt idx="182">
                  <c:v>0.25</c:v>
                </c:pt>
                <c:pt idx="183">
                  <c:v>0.25</c:v>
                </c:pt>
                <c:pt idx="184">
                  <c:v>0.25</c:v>
                </c:pt>
                <c:pt idx="185">
                  <c:v>0.25</c:v>
                </c:pt>
                <c:pt idx="186">
                  <c:v>0.25</c:v>
                </c:pt>
                <c:pt idx="187">
                  <c:v>0.25</c:v>
                </c:pt>
                <c:pt idx="188">
                  <c:v>0.25</c:v>
                </c:pt>
                <c:pt idx="189">
                  <c:v>0.25</c:v>
                </c:pt>
                <c:pt idx="190">
                  <c:v>0.25</c:v>
                </c:pt>
                <c:pt idx="191">
                  <c:v>0.5</c:v>
                </c:pt>
                <c:pt idx="192">
                  <c:v>0.5</c:v>
                </c:pt>
                <c:pt idx="193">
                  <c:v>0.5</c:v>
                </c:pt>
                <c:pt idx="194">
                  <c:v>0.5</c:v>
                </c:pt>
                <c:pt idx="195">
                  <c:v>0.5</c:v>
                </c:pt>
                <c:pt idx="196">
                  <c:v>0.5</c:v>
                </c:pt>
                <c:pt idx="197">
                  <c:v>0.5</c:v>
                </c:pt>
                <c:pt idx="198">
                  <c:v>0.5</c:v>
                </c:pt>
                <c:pt idx="199">
                  <c:v>0.5</c:v>
                </c:pt>
                <c:pt idx="200">
                  <c:v>0.5</c:v>
                </c:pt>
                <c:pt idx="201">
                  <c:v>0.5</c:v>
                </c:pt>
                <c:pt idx="202">
                  <c:v>0.5</c:v>
                </c:pt>
                <c:pt idx="203">
                  <c:v>0.75</c:v>
                </c:pt>
                <c:pt idx="204">
                  <c:v>0.75</c:v>
                </c:pt>
                <c:pt idx="205">
                  <c:v>0.75</c:v>
                </c:pt>
                <c:pt idx="206">
                  <c:v>1</c:v>
                </c:pt>
                <c:pt idx="207">
                  <c:v>1</c:v>
                </c:pt>
                <c:pt idx="208">
                  <c:v>1</c:v>
                </c:pt>
                <c:pt idx="209">
                  <c:v>1.25</c:v>
                </c:pt>
                <c:pt idx="210">
                  <c:v>1.25</c:v>
                </c:pt>
                <c:pt idx="211">
                  <c:v>1.25</c:v>
                </c:pt>
                <c:pt idx="212">
                  <c:v>1.25</c:v>
                </c:pt>
                <c:pt idx="213">
                  <c:v>1.25</c:v>
                </c:pt>
                <c:pt idx="214">
                  <c:v>1.25</c:v>
                </c:pt>
                <c:pt idx="215">
                  <c:v>1.5</c:v>
                </c:pt>
                <c:pt idx="216">
                  <c:v>1.5</c:v>
                </c:pt>
                <c:pt idx="217">
                  <c:v>1.5</c:v>
                </c:pt>
                <c:pt idx="218">
                  <c:v>1.75</c:v>
                </c:pt>
                <c:pt idx="219">
                  <c:v>1.75</c:v>
                </c:pt>
                <c:pt idx="220">
                  <c:v>1.75</c:v>
                </c:pt>
                <c:pt idx="221">
                  <c:v>2</c:v>
                </c:pt>
                <c:pt idx="222">
                  <c:v>2</c:v>
                </c:pt>
                <c:pt idx="223">
                  <c:v>2</c:v>
                </c:pt>
                <c:pt idx="224">
                  <c:v>2.25</c:v>
                </c:pt>
                <c:pt idx="225">
                  <c:v>2.25</c:v>
                </c:pt>
                <c:pt idx="226">
                  <c:v>2.25</c:v>
                </c:pt>
                <c:pt idx="227">
                  <c:v>2.5</c:v>
                </c:pt>
                <c:pt idx="228">
                  <c:v>2.5</c:v>
                </c:pt>
                <c:pt idx="229">
                  <c:v>2.5</c:v>
                </c:pt>
                <c:pt idx="230">
                  <c:v>2.5</c:v>
                </c:pt>
                <c:pt idx="231">
                  <c:v>2.5</c:v>
                </c:pt>
                <c:pt idx="232">
                  <c:v>2.5</c:v>
                </c:pt>
                <c:pt idx="233">
                  <c:v>2.5</c:v>
                </c:pt>
                <c:pt idx="234">
                  <c:v>2.25</c:v>
                </c:pt>
                <c:pt idx="235">
                  <c:v>2.25</c:v>
                </c:pt>
                <c:pt idx="236">
                  <c:v>2</c:v>
                </c:pt>
                <c:pt idx="237">
                  <c:v>1.75</c:v>
                </c:pt>
                <c:pt idx="238">
                  <c:v>1.75</c:v>
                </c:pt>
                <c:pt idx="239">
                  <c:v>1.75</c:v>
                </c:pt>
                <c:pt idx="240">
                  <c:v>1.75</c:v>
                </c:pt>
                <c:pt idx="241">
                  <c:v>1.75</c:v>
                </c:pt>
                <c:pt idx="242">
                  <c:v>0.25</c:v>
                </c:pt>
                <c:pt idx="243">
                  <c:v>0.25</c:v>
                </c:pt>
                <c:pt idx="244">
                  <c:v>0.25</c:v>
                </c:pt>
                <c:pt idx="245">
                  <c:v>0.25</c:v>
                </c:pt>
                <c:pt idx="246">
                  <c:v>0.25</c:v>
                </c:pt>
                <c:pt idx="247">
                  <c:v>0.25</c:v>
                </c:pt>
                <c:pt idx="248">
                  <c:v>0.25</c:v>
                </c:pt>
                <c:pt idx="249">
                  <c:v>0.25</c:v>
                </c:pt>
                <c:pt idx="250">
                  <c:v>0.25</c:v>
                </c:pt>
                <c:pt idx="251">
                  <c:v>0.25</c:v>
                </c:pt>
                <c:pt idx="252">
                  <c:v>0.25</c:v>
                </c:pt>
                <c:pt idx="253">
                  <c:v>0.25</c:v>
                </c:pt>
                <c:pt idx="254">
                  <c:v>0.25</c:v>
                </c:pt>
                <c:pt idx="255">
                  <c:v>0.25</c:v>
                </c:pt>
                <c:pt idx="256">
                  <c:v>0.25</c:v>
                </c:pt>
                <c:pt idx="257">
                  <c:v>0.25</c:v>
                </c:pt>
                <c:pt idx="258">
                  <c:v>0.25</c:v>
                </c:pt>
                <c:pt idx="259">
                  <c:v>0.25</c:v>
                </c:pt>
                <c:pt idx="260">
                  <c:v>0.25</c:v>
                </c:pt>
                <c:pt idx="261">
                  <c:v>0.25</c:v>
                </c:pt>
                <c:pt idx="262">
                  <c:v>0.25</c:v>
                </c:pt>
                <c:pt idx="263">
                  <c:v>0.25</c:v>
                </c:pt>
                <c:pt idx="264">
                  <c:v>0.25</c:v>
                </c:pt>
                <c:pt idx="265">
                  <c:v>0.25</c:v>
                </c:pt>
                <c:pt idx="266">
                  <c:v>0.5</c:v>
                </c:pt>
                <c:pt idx="267">
                  <c:v>0.5</c:v>
                </c:pt>
                <c:pt idx="268">
                  <c:v>1</c:v>
                </c:pt>
                <c:pt idx="269">
                  <c:v>1.75</c:v>
                </c:pt>
                <c:pt idx="270">
                  <c:v>2.5</c:v>
                </c:pt>
                <c:pt idx="271">
                  <c:v>2.5</c:v>
                </c:pt>
                <c:pt idx="272">
                  <c:v>3.25</c:v>
                </c:pt>
                <c:pt idx="273">
                  <c:v>3.25</c:v>
                </c:pt>
                <c:pt idx="274">
                  <c:v>4</c:v>
                </c:pt>
                <c:pt idx="275">
                  <c:v>4.5</c:v>
                </c:pt>
                <c:pt idx="276">
                  <c:v>4.5</c:v>
                </c:pt>
                <c:pt idx="277">
                  <c:v>4.75</c:v>
                </c:pt>
                <c:pt idx="278">
                  <c:v>5</c:v>
                </c:pt>
                <c:pt idx="279">
                  <c:v>5</c:v>
                </c:pt>
                <c:pt idx="280">
                  <c:v>5.25</c:v>
                </c:pt>
                <c:pt idx="281">
                  <c:v>5.25</c:v>
                </c:pt>
                <c:pt idx="282">
                  <c:v>5.5</c:v>
                </c:pt>
                <c:pt idx="283">
                  <c:v>5.5</c:v>
                </c:pt>
                <c:pt idx="284">
                  <c:v>5.5</c:v>
                </c:pt>
                <c:pt idx="285">
                  <c:v>5.5</c:v>
                </c:pt>
                <c:pt idx="286">
                  <c:v>5.5</c:v>
                </c:pt>
                <c:pt idx="287">
                  <c:v>5.5</c:v>
                </c:pt>
                <c:pt idx="288">
                  <c:v>5.5</c:v>
                </c:pt>
                <c:pt idx="289">
                  <c:v>5.5</c:v>
                </c:pt>
                <c:pt idx="290">
                  <c:v>5.5</c:v>
                </c:pt>
                <c:pt idx="291">
                  <c:v>5.5</c:v>
                </c:pt>
                <c:pt idx="292">
                  <c:v>5.5</c:v>
                </c:pt>
                <c:pt idx="293">
                  <c:v>5.5</c:v>
                </c:pt>
                <c:pt idx="294">
                  <c:v>5.5</c:v>
                </c:pt>
                <c:pt idx="295">
                  <c:v>5.5</c:v>
                </c:pt>
                <c:pt idx="296">
                  <c:v>5</c:v>
                </c:pt>
                <c:pt idx="297">
                  <c:v>5</c:v>
                </c:pt>
                <c:pt idx="298">
                  <c:v>4.75</c:v>
                </c:pt>
                <c:pt idx="299">
                  <c:v>4.5</c:v>
                </c:pt>
                <c:pt idx="300">
                  <c:v>4.5</c:v>
                </c:pt>
                <c:pt idx="301">
                  <c:v>4.5</c:v>
                </c:pt>
                <c:pt idx="302">
                  <c:v>4.5</c:v>
                </c:pt>
                <c:pt idx="303">
                  <c:v>4.5</c:v>
                </c:pt>
                <c:pt idx="304">
                  <c:v>4.5</c:v>
                </c:pt>
                <c:pt idx="305">
                  <c:v>4.5</c:v>
                </c:pt>
                <c:pt idx="306">
                  <c:v>4.5</c:v>
                </c:pt>
                <c:pt idx="307">
                  <c:v>4.5</c:v>
                </c:pt>
                <c:pt idx="308">
                  <c:v>4.25</c:v>
                </c:pt>
                <c:pt idx="309">
                  <c:v>4</c:v>
                </c:pt>
                <c:pt idx="310">
                  <c:v>4</c:v>
                </c:pt>
                <c:pt idx="311">
                  <c:v>3.75</c:v>
                </c:pt>
                <c:pt idx="312">
                  <c:v>3.75</c:v>
                </c:pt>
                <c:pt idx="313">
                  <c:v>3.75</c:v>
                </c:pt>
                <c:pt idx="314">
                  <c:v>3.75</c:v>
                </c:pt>
                <c:pt idx="315">
                  <c:v>3.75</c:v>
                </c:pt>
                <c:pt idx="316">
                  <c:v>3.75</c:v>
                </c:pt>
              </c:numCache>
            </c:numRef>
          </c:val>
          <c:smooth val="0"/>
          <c:extLst>
            <c:ext xmlns:c16="http://schemas.microsoft.com/office/drawing/2014/chart" uri="{C3380CC4-5D6E-409C-BE32-E72D297353CC}">
              <c16:uniqueId val="{00000001-8321-41C8-89E9-E2F5DCF5001C}"/>
            </c:ext>
          </c:extLst>
        </c:ser>
        <c:dLbls>
          <c:showLegendKey val="0"/>
          <c:showVal val="0"/>
          <c:showCatName val="0"/>
          <c:showSerName val="0"/>
          <c:showPercent val="0"/>
          <c:showBubbleSize val="0"/>
        </c:dLbls>
        <c:smooth val="0"/>
        <c:axId val="-266031584"/>
        <c:axId val="-266031040"/>
      </c:lineChart>
      <c:date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Offset val="100"/>
        <c:baseTimeUnit val="months"/>
      </c:dateAx>
      <c:valAx>
        <c:axId val="-266031040"/>
        <c:scaling>
          <c:orientation val="minMax"/>
          <c:max val="1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596349390065195"/>
          <c:h val="0.60820516991045093"/>
        </c:manualLayout>
      </c:layout>
      <c:lineChart>
        <c:grouping val="standard"/>
        <c:varyColors val="0"/>
        <c:ser>
          <c:idx val="1"/>
          <c:order val="1"/>
          <c:tx>
            <c:strRef>
              <c:f>'5min interval 0617 FOMC'!$D$1</c:f>
              <c:strCache>
                <c:ptCount val="1"/>
                <c:pt idx="0">
                  <c:v>10年期美债收益率，左轴</c:v>
                </c:pt>
              </c:strCache>
            </c:strRef>
          </c:tx>
          <c:spPr>
            <a:ln w="25400" cap="rnd">
              <a:solidFill>
                <a:srgbClr val="2E3160"/>
              </a:solidFill>
              <a:round/>
            </a:ln>
            <a:effectLst/>
          </c:spPr>
          <c:marker>
            <c:symbol val="none"/>
          </c:marker>
          <c:cat>
            <c:strRef>
              <c:f>'5min interval 0617 FOMC'!$B$2:$B$340</c:f>
              <c:strCache>
                <c:ptCount val="339"/>
                <c:pt idx="0">
                  <c:v>T +5min</c:v>
                </c:pt>
                <c:pt idx="1">
                  <c:v>T +10min</c:v>
                </c:pt>
                <c:pt idx="2">
                  <c:v>T +15min</c:v>
                </c:pt>
                <c:pt idx="3">
                  <c:v>T +20min</c:v>
                </c:pt>
                <c:pt idx="4">
                  <c:v>T +25min</c:v>
                </c:pt>
                <c:pt idx="5">
                  <c:v>T +30min</c:v>
                </c:pt>
                <c:pt idx="6">
                  <c:v>T +35min</c:v>
                </c:pt>
                <c:pt idx="7">
                  <c:v>T +40min</c:v>
                </c:pt>
                <c:pt idx="8">
                  <c:v>T +45min</c:v>
                </c:pt>
                <c:pt idx="9">
                  <c:v>T +50min</c:v>
                </c:pt>
                <c:pt idx="10">
                  <c:v>T +55min</c:v>
                </c:pt>
                <c:pt idx="11">
                  <c:v>T +60min</c:v>
                </c:pt>
                <c:pt idx="12">
                  <c:v>T +65min</c:v>
                </c:pt>
                <c:pt idx="13">
                  <c:v>T +70min</c:v>
                </c:pt>
                <c:pt idx="14">
                  <c:v>T +75min</c:v>
                </c:pt>
                <c:pt idx="15">
                  <c:v>T +80min</c:v>
                </c:pt>
                <c:pt idx="16">
                  <c:v>T +85min</c:v>
                </c:pt>
                <c:pt idx="17">
                  <c:v>T +90min</c:v>
                </c:pt>
                <c:pt idx="18">
                  <c:v>T +95min</c:v>
                </c:pt>
                <c:pt idx="19">
                  <c:v>T +100min</c:v>
                </c:pt>
                <c:pt idx="20">
                  <c:v>T +105min</c:v>
                </c:pt>
                <c:pt idx="21">
                  <c:v>T +110min</c:v>
                </c:pt>
                <c:pt idx="22">
                  <c:v>T +115min</c:v>
                </c:pt>
                <c:pt idx="23">
                  <c:v>T +120min</c:v>
                </c:pt>
                <c:pt idx="24">
                  <c:v>T +125min</c:v>
                </c:pt>
                <c:pt idx="25">
                  <c:v>T +130min</c:v>
                </c:pt>
                <c:pt idx="26">
                  <c:v>T +135min</c:v>
                </c:pt>
                <c:pt idx="27">
                  <c:v>T +140min</c:v>
                </c:pt>
                <c:pt idx="28">
                  <c:v>T +145min</c:v>
                </c:pt>
                <c:pt idx="29">
                  <c:v>T +150min</c:v>
                </c:pt>
                <c:pt idx="30">
                  <c:v>T +155min</c:v>
                </c:pt>
                <c:pt idx="31">
                  <c:v>T +160min</c:v>
                </c:pt>
                <c:pt idx="32">
                  <c:v>T +165min</c:v>
                </c:pt>
                <c:pt idx="33">
                  <c:v>T +170min</c:v>
                </c:pt>
                <c:pt idx="34">
                  <c:v>T +175min</c:v>
                </c:pt>
                <c:pt idx="35">
                  <c:v>T +180min</c:v>
                </c:pt>
                <c:pt idx="36">
                  <c:v>T +185min</c:v>
                </c:pt>
                <c:pt idx="37">
                  <c:v>T +190min</c:v>
                </c:pt>
                <c:pt idx="38">
                  <c:v>T +195min</c:v>
                </c:pt>
                <c:pt idx="39">
                  <c:v>T +200min</c:v>
                </c:pt>
                <c:pt idx="40">
                  <c:v>T +205min</c:v>
                </c:pt>
                <c:pt idx="41">
                  <c:v>T +210min</c:v>
                </c:pt>
                <c:pt idx="42">
                  <c:v>T +215min</c:v>
                </c:pt>
                <c:pt idx="43">
                  <c:v>T +220min</c:v>
                </c:pt>
                <c:pt idx="44">
                  <c:v>T +225min</c:v>
                </c:pt>
                <c:pt idx="45">
                  <c:v>T +230min</c:v>
                </c:pt>
                <c:pt idx="46">
                  <c:v>T +235min</c:v>
                </c:pt>
                <c:pt idx="47">
                  <c:v>T +240min</c:v>
                </c:pt>
                <c:pt idx="48">
                  <c:v>T +245min</c:v>
                </c:pt>
                <c:pt idx="49">
                  <c:v>T +250min</c:v>
                </c:pt>
                <c:pt idx="50">
                  <c:v>T +255min</c:v>
                </c:pt>
                <c:pt idx="51">
                  <c:v>T +260min</c:v>
                </c:pt>
                <c:pt idx="52">
                  <c:v>T +265min</c:v>
                </c:pt>
                <c:pt idx="53">
                  <c:v>T +270min</c:v>
                </c:pt>
                <c:pt idx="54">
                  <c:v>T +275min</c:v>
                </c:pt>
                <c:pt idx="55">
                  <c:v>T +280min</c:v>
                </c:pt>
                <c:pt idx="56">
                  <c:v>T +285min</c:v>
                </c:pt>
                <c:pt idx="57">
                  <c:v>T +290min</c:v>
                </c:pt>
                <c:pt idx="58">
                  <c:v>T +295min</c:v>
                </c:pt>
                <c:pt idx="59">
                  <c:v>T +300min</c:v>
                </c:pt>
                <c:pt idx="60">
                  <c:v>T +305min</c:v>
                </c:pt>
                <c:pt idx="61">
                  <c:v>T +310min</c:v>
                </c:pt>
                <c:pt idx="62">
                  <c:v>T +315min</c:v>
                </c:pt>
                <c:pt idx="63">
                  <c:v>T +320min</c:v>
                </c:pt>
                <c:pt idx="64">
                  <c:v>T +325min</c:v>
                </c:pt>
                <c:pt idx="65">
                  <c:v>T +330min</c:v>
                </c:pt>
                <c:pt idx="66">
                  <c:v>T +335min</c:v>
                </c:pt>
                <c:pt idx="67">
                  <c:v>T +340min</c:v>
                </c:pt>
                <c:pt idx="68">
                  <c:v>T +345min</c:v>
                </c:pt>
                <c:pt idx="69">
                  <c:v>T +350min</c:v>
                </c:pt>
                <c:pt idx="70">
                  <c:v>T +355min</c:v>
                </c:pt>
                <c:pt idx="71">
                  <c:v>T +360min</c:v>
                </c:pt>
                <c:pt idx="72">
                  <c:v>T +365min</c:v>
                </c:pt>
                <c:pt idx="73">
                  <c:v>T +370min</c:v>
                </c:pt>
                <c:pt idx="74">
                  <c:v>T +375min</c:v>
                </c:pt>
                <c:pt idx="75">
                  <c:v>T +380min</c:v>
                </c:pt>
                <c:pt idx="76">
                  <c:v>T +385min</c:v>
                </c:pt>
                <c:pt idx="77">
                  <c:v>T +390min</c:v>
                </c:pt>
                <c:pt idx="78">
                  <c:v>T +395min</c:v>
                </c:pt>
                <c:pt idx="79">
                  <c:v>T +400min</c:v>
                </c:pt>
                <c:pt idx="80">
                  <c:v>T +405min</c:v>
                </c:pt>
                <c:pt idx="81">
                  <c:v>T +410min</c:v>
                </c:pt>
                <c:pt idx="82">
                  <c:v>T +415min</c:v>
                </c:pt>
                <c:pt idx="83">
                  <c:v>T +420min</c:v>
                </c:pt>
                <c:pt idx="84">
                  <c:v>T +425min</c:v>
                </c:pt>
                <c:pt idx="85">
                  <c:v>T +430min</c:v>
                </c:pt>
                <c:pt idx="86">
                  <c:v>T +435min</c:v>
                </c:pt>
                <c:pt idx="87">
                  <c:v>T +440min</c:v>
                </c:pt>
                <c:pt idx="88">
                  <c:v>T +445min</c:v>
                </c:pt>
                <c:pt idx="89">
                  <c:v>T +450min</c:v>
                </c:pt>
                <c:pt idx="90">
                  <c:v>T +455min</c:v>
                </c:pt>
                <c:pt idx="91">
                  <c:v>T +460min</c:v>
                </c:pt>
                <c:pt idx="92">
                  <c:v>T +465min</c:v>
                </c:pt>
                <c:pt idx="93">
                  <c:v>T +470min</c:v>
                </c:pt>
                <c:pt idx="94">
                  <c:v>T +475min</c:v>
                </c:pt>
                <c:pt idx="95">
                  <c:v>T +480min</c:v>
                </c:pt>
                <c:pt idx="96">
                  <c:v>T +485min</c:v>
                </c:pt>
                <c:pt idx="97">
                  <c:v>T +490min</c:v>
                </c:pt>
                <c:pt idx="98">
                  <c:v>T +495min</c:v>
                </c:pt>
                <c:pt idx="99">
                  <c:v>T +500min</c:v>
                </c:pt>
                <c:pt idx="100">
                  <c:v>T +505min</c:v>
                </c:pt>
                <c:pt idx="101">
                  <c:v>T +510min</c:v>
                </c:pt>
                <c:pt idx="102">
                  <c:v>T +515min</c:v>
                </c:pt>
                <c:pt idx="103">
                  <c:v>T +520min</c:v>
                </c:pt>
                <c:pt idx="104">
                  <c:v>T +525min</c:v>
                </c:pt>
                <c:pt idx="105">
                  <c:v>T +530min</c:v>
                </c:pt>
                <c:pt idx="106">
                  <c:v>T +535min</c:v>
                </c:pt>
                <c:pt idx="107">
                  <c:v>T +540min</c:v>
                </c:pt>
                <c:pt idx="108">
                  <c:v>T +545min</c:v>
                </c:pt>
                <c:pt idx="109">
                  <c:v>T +550min</c:v>
                </c:pt>
                <c:pt idx="110">
                  <c:v>T +555min</c:v>
                </c:pt>
                <c:pt idx="111">
                  <c:v>T +560min</c:v>
                </c:pt>
                <c:pt idx="112">
                  <c:v>T +565min</c:v>
                </c:pt>
                <c:pt idx="113">
                  <c:v>T +570min</c:v>
                </c:pt>
                <c:pt idx="114">
                  <c:v>T +575min</c:v>
                </c:pt>
                <c:pt idx="115">
                  <c:v>T +580min</c:v>
                </c:pt>
                <c:pt idx="116">
                  <c:v>T +585min</c:v>
                </c:pt>
                <c:pt idx="117">
                  <c:v>T +590min</c:v>
                </c:pt>
                <c:pt idx="118">
                  <c:v>T +595min</c:v>
                </c:pt>
                <c:pt idx="119">
                  <c:v>T +600min</c:v>
                </c:pt>
                <c:pt idx="120">
                  <c:v>T +605min</c:v>
                </c:pt>
                <c:pt idx="121">
                  <c:v>T +610min</c:v>
                </c:pt>
                <c:pt idx="122">
                  <c:v>T +615min</c:v>
                </c:pt>
                <c:pt idx="123">
                  <c:v>T +620min</c:v>
                </c:pt>
                <c:pt idx="124">
                  <c:v>T +625min</c:v>
                </c:pt>
                <c:pt idx="125">
                  <c:v>T +630min</c:v>
                </c:pt>
                <c:pt idx="126">
                  <c:v>T +635min</c:v>
                </c:pt>
                <c:pt idx="127">
                  <c:v>T +640min</c:v>
                </c:pt>
                <c:pt idx="128">
                  <c:v>T +645min</c:v>
                </c:pt>
                <c:pt idx="129">
                  <c:v>T +650min</c:v>
                </c:pt>
                <c:pt idx="130">
                  <c:v>T +655min</c:v>
                </c:pt>
                <c:pt idx="131">
                  <c:v>T +660min</c:v>
                </c:pt>
                <c:pt idx="132">
                  <c:v>T +665min</c:v>
                </c:pt>
                <c:pt idx="133">
                  <c:v>T +670min</c:v>
                </c:pt>
                <c:pt idx="134">
                  <c:v>T +675min</c:v>
                </c:pt>
                <c:pt idx="135">
                  <c:v>T +680min</c:v>
                </c:pt>
                <c:pt idx="136">
                  <c:v>T +685min</c:v>
                </c:pt>
                <c:pt idx="137">
                  <c:v>T +690min</c:v>
                </c:pt>
                <c:pt idx="138">
                  <c:v>T +695min</c:v>
                </c:pt>
                <c:pt idx="139">
                  <c:v>T +700min</c:v>
                </c:pt>
                <c:pt idx="140">
                  <c:v>T +705min</c:v>
                </c:pt>
                <c:pt idx="141">
                  <c:v>T +710min</c:v>
                </c:pt>
                <c:pt idx="142">
                  <c:v>T +715min</c:v>
                </c:pt>
                <c:pt idx="143">
                  <c:v>T +720min</c:v>
                </c:pt>
                <c:pt idx="144">
                  <c:v>T +725min</c:v>
                </c:pt>
                <c:pt idx="145">
                  <c:v>T +730min</c:v>
                </c:pt>
                <c:pt idx="146">
                  <c:v>T +735min</c:v>
                </c:pt>
                <c:pt idx="147">
                  <c:v>T +740min</c:v>
                </c:pt>
                <c:pt idx="148">
                  <c:v>T +745min</c:v>
                </c:pt>
                <c:pt idx="149">
                  <c:v>T +750min</c:v>
                </c:pt>
                <c:pt idx="150">
                  <c:v>T +755min</c:v>
                </c:pt>
                <c:pt idx="151">
                  <c:v>T +760min</c:v>
                </c:pt>
                <c:pt idx="152">
                  <c:v>T +765min</c:v>
                </c:pt>
                <c:pt idx="153">
                  <c:v>T +770min</c:v>
                </c:pt>
                <c:pt idx="154">
                  <c:v>T +775min</c:v>
                </c:pt>
                <c:pt idx="155">
                  <c:v>T +780min</c:v>
                </c:pt>
                <c:pt idx="156">
                  <c:v>T +785min</c:v>
                </c:pt>
                <c:pt idx="157">
                  <c:v>T +790min</c:v>
                </c:pt>
                <c:pt idx="158">
                  <c:v>T +795min</c:v>
                </c:pt>
                <c:pt idx="159">
                  <c:v>T +800min</c:v>
                </c:pt>
                <c:pt idx="160">
                  <c:v>T +805min</c:v>
                </c:pt>
                <c:pt idx="161">
                  <c:v>T +810min</c:v>
                </c:pt>
                <c:pt idx="162">
                  <c:v>T +815min</c:v>
                </c:pt>
                <c:pt idx="163">
                  <c:v>T +820min</c:v>
                </c:pt>
                <c:pt idx="164">
                  <c:v>T +825min</c:v>
                </c:pt>
                <c:pt idx="165">
                  <c:v>T +830min</c:v>
                </c:pt>
                <c:pt idx="166">
                  <c:v>T +835min</c:v>
                </c:pt>
                <c:pt idx="167">
                  <c:v>T +840min</c:v>
                </c:pt>
                <c:pt idx="168">
                  <c:v>T +845min</c:v>
                </c:pt>
                <c:pt idx="169">
                  <c:v>T +850min</c:v>
                </c:pt>
                <c:pt idx="170">
                  <c:v>T +855min</c:v>
                </c:pt>
                <c:pt idx="171">
                  <c:v>T +860min</c:v>
                </c:pt>
                <c:pt idx="172">
                  <c:v>T +865min</c:v>
                </c:pt>
                <c:pt idx="173">
                  <c:v>T +870min</c:v>
                </c:pt>
                <c:pt idx="174">
                  <c:v>T +875min</c:v>
                </c:pt>
                <c:pt idx="175">
                  <c:v>T +880min</c:v>
                </c:pt>
                <c:pt idx="176">
                  <c:v>T +885min</c:v>
                </c:pt>
                <c:pt idx="177">
                  <c:v>T +890min</c:v>
                </c:pt>
                <c:pt idx="178">
                  <c:v>T +895min</c:v>
                </c:pt>
                <c:pt idx="179">
                  <c:v>T +900min</c:v>
                </c:pt>
                <c:pt idx="180">
                  <c:v>T +905min</c:v>
                </c:pt>
                <c:pt idx="181">
                  <c:v>T +910min</c:v>
                </c:pt>
                <c:pt idx="182">
                  <c:v>T +915min</c:v>
                </c:pt>
                <c:pt idx="183">
                  <c:v>T +920min</c:v>
                </c:pt>
                <c:pt idx="184">
                  <c:v>T +925min</c:v>
                </c:pt>
                <c:pt idx="185">
                  <c:v>T +930min</c:v>
                </c:pt>
                <c:pt idx="186">
                  <c:v>T +935min</c:v>
                </c:pt>
                <c:pt idx="187">
                  <c:v>T +940min</c:v>
                </c:pt>
                <c:pt idx="188">
                  <c:v>T +945min</c:v>
                </c:pt>
                <c:pt idx="189">
                  <c:v>T +950min</c:v>
                </c:pt>
                <c:pt idx="190">
                  <c:v>T +955min</c:v>
                </c:pt>
                <c:pt idx="191">
                  <c:v>T +960min</c:v>
                </c:pt>
                <c:pt idx="192">
                  <c:v>T +965min</c:v>
                </c:pt>
                <c:pt idx="193">
                  <c:v>T +970min</c:v>
                </c:pt>
                <c:pt idx="194">
                  <c:v>T +975min</c:v>
                </c:pt>
                <c:pt idx="195">
                  <c:v>T +980min</c:v>
                </c:pt>
                <c:pt idx="196">
                  <c:v>T +985min</c:v>
                </c:pt>
                <c:pt idx="197">
                  <c:v>T +990min</c:v>
                </c:pt>
                <c:pt idx="198">
                  <c:v>T +995min</c:v>
                </c:pt>
                <c:pt idx="199">
                  <c:v>T +1000min</c:v>
                </c:pt>
                <c:pt idx="200">
                  <c:v>T +1005min</c:v>
                </c:pt>
                <c:pt idx="201">
                  <c:v>T +1010min</c:v>
                </c:pt>
                <c:pt idx="202">
                  <c:v>T +1015min</c:v>
                </c:pt>
                <c:pt idx="203">
                  <c:v>T +1020min</c:v>
                </c:pt>
                <c:pt idx="204">
                  <c:v>T +1025min</c:v>
                </c:pt>
                <c:pt idx="205">
                  <c:v>T +1030min</c:v>
                </c:pt>
                <c:pt idx="206">
                  <c:v>T +1035min</c:v>
                </c:pt>
                <c:pt idx="207">
                  <c:v>T +1040min</c:v>
                </c:pt>
                <c:pt idx="208">
                  <c:v>T +1045min</c:v>
                </c:pt>
                <c:pt idx="209">
                  <c:v>T +1050min</c:v>
                </c:pt>
                <c:pt idx="210">
                  <c:v>T +1055min</c:v>
                </c:pt>
                <c:pt idx="211">
                  <c:v>T +1060min</c:v>
                </c:pt>
                <c:pt idx="212">
                  <c:v>T +1065min</c:v>
                </c:pt>
                <c:pt idx="213">
                  <c:v>T +1070min</c:v>
                </c:pt>
                <c:pt idx="214">
                  <c:v>T +1075min</c:v>
                </c:pt>
                <c:pt idx="215">
                  <c:v>T +1080min</c:v>
                </c:pt>
                <c:pt idx="216">
                  <c:v>T +1085min</c:v>
                </c:pt>
                <c:pt idx="217">
                  <c:v>T +1090min</c:v>
                </c:pt>
                <c:pt idx="218">
                  <c:v>T +1095min</c:v>
                </c:pt>
                <c:pt idx="219">
                  <c:v>T +1100min</c:v>
                </c:pt>
                <c:pt idx="220">
                  <c:v>T +1105min</c:v>
                </c:pt>
                <c:pt idx="221">
                  <c:v>T +1110min</c:v>
                </c:pt>
                <c:pt idx="222">
                  <c:v>T +1115min</c:v>
                </c:pt>
                <c:pt idx="223">
                  <c:v>T +1120min</c:v>
                </c:pt>
                <c:pt idx="224">
                  <c:v>T +1125min</c:v>
                </c:pt>
                <c:pt idx="225">
                  <c:v>T +1130min</c:v>
                </c:pt>
                <c:pt idx="226">
                  <c:v>T +1135min</c:v>
                </c:pt>
                <c:pt idx="227">
                  <c:v>T +1140min</c:v>
                </c:pt>
                <c:pt idx="228">
                  <c:v>T +1145min</c:v>
                </c:pt>
                <c:pt idx="229">
                  <c:v>T +1150min</c:v>
                </c:pt>
                <c:pt idx="230">
                  <c:v>T +1155min</c:v>
                </c:pt>
                <c:pt idx="231">
                  <c:v>T +1160min</c:v>
                </c:pt>
                <c:pt idx="232">
                  <c:v>T +1165min</c:v>
                </c:pt>
                <c:pt idx="233">
                  <c:v>T +1170min</c:v>
                </c:pt>
                <c:pt idx="234">
                  <c:v>T +1175min</c:v>
                </c:pt>
                <c:pt idx="235">
                  <c:v>T +1180min</c:v>
                </c:pt>
                <c:pt idx="236">
                  <c:v>T +1185min</c:v>
                </c:pt>
                <c:pt idx="237">
                  <c:v>T +1190min</c:v>
                </c:pt>
                <c:pt idx="238">
                  <c:v>T +1195min</c:v>
                </c:pt>
                <c:pt idx="239">
                  <c:v>T +1200min</c:v>
                </c:pt>
                <c:pt idx="240">
                  <c:v>T +1205min</c:v>
                </c:pt>
                <c:pt idx="241">
                  <c:v>T +1210min</c:v>
                </c:pt>
                <c:pt idx="242">
                  <c:v>T +1215min</c:v>
                </c:pt>
                <c:pt idx="243">
                  <c:v>T +1220min</c:v>
                </c:pt>
                <c:pt idx="244">
                  <c:v>T +1225min</c:v>
                </c:pt>
                <c:pt idx="245">
                  <c:v>T +1230min</c:v>
                </c:pt>
                <c:pt idx="246">
                  <c:v>T +1235min</c:v>
                </c:pt>
                <c:pt idx="247">
                  <c:v>T +1240min</c:v>
                </c:pt>
                <c:pt idx="248">
                  <c:v>T +1245min</c:v>
                </c:pt>
                <c:pt idx="249">
                  <c:v>T +1250min</c:v>
                </c:pt>
                <c:pt idx="250">
                  <c:v>T +1255min</c:v>
                </c:pt>
                <c:pt idx="251">
                  <c:v>T +1260min</c:v>
                </c:pt>
                <c:pt idx="252">
                  <c:v>T +1265min</c:v>
                </c:pt>
                <c:pt idx="253">
                  <c:v>T +1270min</c:v>
                </c:pt>
                <c:pt idx="254">
                  <c:v>T +1275min</c:v>
                </c:pt>
                <c:pt idx="255">
                  <c:v>T +1280min</c:v>
                </c:pt>
                <c:pt idx="256">
                  <c:v>T +1285min</c:v>
                </c:pt>
                <c:pt idx="257">
                  <c:v>T +1290min</c:v>
                </c:pt>
                <c:pt idx="258">
                  <c:v>T +1295min</c:v>
                </c:pt>
                <c:pt idx="259">
                  <c:v>T +1300min</c:v>
                </c:pt>
                <c:pt idx="260">
                  <c:v>T +1305min</c:v>
                </c:pt>
                <c:pt idx="261">
                  <c:v>T +1310min</c:v>
                </c:pt>
                <c:pt idx="262">
                  <c:v>T +1315min</c:v>
                </c:pt>
                <c:pt idx="263">
                  <c:v>T +1320min</c:v>
                </c:pt>
                <c:pt idx="264">
                  <c:v>T +1325min</c:v>
                </c:pt>
                <c:pt idx="265">
                  <c:v>T +1330min</c:v>
                </c:pt>
                <c:pt idx="266">
                  <c:v>T +1335min</c:v>
                </c:pt>
                <c:pt idx="267">
                  <c:v>T +1340min</c:v>
                </c:pt>
                <c:pt idx="268">
                  <c:v>T +1345min</c:v>
                </c:pt>
                <c:pt idx="269">
                  <c:v>T +1350min</c:v>
                </c:pt>
                <c:pt idx="270">
                  <c:v>T +1355min</c:v>
                </c:pt>
                <c:pt idx="271">
                  <c:v>T +1360min</c:v>
                </c:pt>
                <c:pt idx="272">
                  <c:v>T +1365min</c:v>
                </c:pt>
                <c:pt idx="273">
                  <c:v>T +1370min</c:v>
                </c:pt>
                <c:pt idx="274">
                  <c:v>T +1375min</c:v>
                </c:pt>
                <c:pt idx="275">
                  <c:v>T +1380min</c:v>
                </c:pt>
                <c:pt idx="276">
                  <c:v>T +1385min</c:v>
                </c:pt>
                <c:pt idx="277">
                  <c:v>T +1390min</c:v>
                </c:pt>
                <c:pt idx="278">
                  <c:v>T +1395min</c:v>
                </c:pt>
                <c:pt idx="279">
                  <c:v>T +1400min</c:v>
                </c:pt>
                <c:pt idx="280">
                  <c:v>T +1405min</c:v>
                </c:pt>
                <c:pt idx="281">
                  <c:v>T +1410min</c:v>
                </c:pt>
                <c:pt idx="282">
                  <c:v>T +1415min</c:v>
                </c:pt>
                <c:pt idx="283">
                  <c:v>T +1420min</c:v>
                </c:pt>
                <c:pt idx="284">
                  <c:v>T +1425min</c:v>
                </c:pt>
                <c:pt idx="285">
                  <c:v>T +1430min</c:v>
                </c:pt>
                <c:pt idx="286">
                  <c:v>T +1435min</c:v>
                </c:pt>
                <c:pt idx="287">
                  <c:v>T +1440min</c:v>
                </c:pt>
                <c:pt idx="288">
                  <c:v>T +1445min</c:v>
                </c:pt>
                <c:pt idx="289">
                  <c:v>T +1450min</c:v>
                </c:pt>
                <c:pt idx="290">
                  <c:v>T +1455min</c:v>
                </c:pt>
                <c:pt idx="291">
                  <c:v>T +1460min</c:v>
                </c:pt>
                <c:pt idx="292">
                  <c:v>T +1465min</c:v>
                </c:pt>
                <c:pt idx="293">
                  <c:v>T +1470min</c:v>
                </c:pt>
                <c:pt idx="294">
                  <c:v>T +1475min</c:v>
                </c:pt>
                <c:pt idx="295">
                  <c:v>T +1480min</c:v>
                </c:pt>
                <c:pt idx="296">
                  <c:v>T +1485min</c:v>
                </c:pt>
                <c:pt idx="297">
                  <c:v>T +1490min</c:v>
                </c:pt>
                <c:pt idx="298">
                  <c:v>T +1495min</c:v>
                </c:pt>
                <c:pt idx="299">
                  <c:v>T +1500min</c:v>
                </c:pt>
                <c:pt idx="300">
                  <c:v>T +1505min</c:v>
                </c:pt>
                <c:pt idx="301">
                  <c:v>T +1510min</c:v>
                </c:pt>
                <c:pt idx="302">
                  <c:v>T +1515min</c:v>
                </c:pt>
                <c:pt idx="303">
                  <c:v>T +1520min</c:v>
                </c:pt>
                <c:pt idx="304">
                  <c:v>T +1525min</c:v>
                </c:pt>
                <c:pt idx="305">
                  <c:v>T +1530min</c:v>
                </c:pt>
                <c:pt idx="306">
                  <c:v>T +1535min</c:v>
                </c:pt>
                <c:pt idx="307">
                  <c:v>T +1540min</c:v>
                </c:pt>
                <c:pt idx="308">
                  <c:v>T +1545min</c:v>
                </c:pt>
                <c:pt idx="309">
                  <c:v>T +1550min</c:v>
                </c:pt>
                <c:pt idx="310">
                  <c:v>T +1555min</c:v>
                </c:pt>
                <c:pt idx="311">
                  <c:v>T +1560min</c:v>
                </c:pt>
                <c:pt idx="312">
                  <c:v>T +1565min</c:v>
                </c:pt>
                <c:pt idx="313">
                  <c:v>T +1570min</c:v>
                </c:pt>
                <c:pt idx="314">
                  <c:v>T +1575min</c:v>
                </c:pt>
                <c:pt idx="315">
                  <c:v>T +1580min</c:v>
                </c:pt>
                <c:pt idx="316">
                  <c:v>T +1585min</c:v>
                </c:pt>
                <c:pt idx="317">
                  <c:v>T +1590min</c:v>
                </c:pt>
                <c:pt idx="318">
                  <c:v>T +1595min</c:v>
                </c:pt>
                <c:pt idx="319">
                  <c:v>T +1600min</c:v>
                </c:pt>
                <c:pt idx="320">
                  <c:v>T +1605min</c:v>
                </c:pt>
                <c:pt idx="321">
                  <c:v>T +1610min</c:v>
                </c:pt>
                <c:pt idx="322">
                  <c:v>T +1615min</c:v>
                </c:pt>
                <c:pt idx="323">
                  <c:v>T +1620min</c:v>
                </c:pt>
                <c:pt idx="324">
                  <c:v>T +1625min</c:v>
                </c:pt>
                <c:pt idx="325">
                  <c:v>T +1630min</c:v>
                </c:pt>
                <c:pt idx="326">
                  <c:v>T +1635min</c:v>
                </c:pt>
                <c:pt idx="327">
                  <c:v>T +1640min</c:v>
                </c:pt>
                <c:pt idx="328">
                  <c:v>T +1645min</c:v>
                </c:pt>
                <c:pt idx="329">
                  <c:v>T +1650min</c:v>
                </c:pt>
                <c:pt idx="330">
                  <c:v>T +1655min</c:v>
                </c:pt>
                <c:pt idx="331">
                  <c:v>T +1660min</c:v>
                </c:pt>
                <c:pt idx="332">
                  <c:v>T +1665min</c:v>
                </c:pt>
                <c:pt idx="333">
                  <c:v>T +1670min</c:v>
                </c:pt>
                <c:pt idx="334">
                  <c:v>T +1675min</c:v>
                </c:pt>
                <c:pt idx="335">
                  <c:v>T +1680min</c:v>
                </c:pt>
                <c:pt idx="336">
                  <c:v>T +1685min</c:v>
                </c:pt>
                <c:pt idx="337">
                  <c:v>T +1690min</c:v>
                </c:pt>
                <c:pt idx="338">
                  <c:v>T +1695min</c:v>
                </c:pt>
              </c:strCache>
            </c:strRef>
          </c:cat>
          <c:val>
            <c:numRef>
              <c:f>'5min interval 0617 FOMC'!$D$2:$D$340</c:f>
              <c:numCache>
                <c:formatCode>0.00_);[Red]\(0.00\)</c:formatCode>
                <c:ptCount val="339"/>
                <c:pt idx="0">
                  <c:v>4.4335000000000004</c:v>
                </c:pt>
                <c:pt idx="1">
                  <c:v>4.4375</c:v>
                </c:pt>
                <c:pt idx="2">
                  <c:v>4.4355000000000002</c:v>
                </c:pt>
                <c:pt idx="3">
                  <c:v>4.4316000000000004</c:v>
                </c:pt>
                <c:pt idx="4">
                  <c:v>4.4295999999999998</c:v>
                </c:pt>
                <c:pt idx="5">
                  <c:v>4.4256000000000002</c:v>
                </c:pt>
                <c:pt idx="6">
                  <c:v>4.4316000000000004</c:v>
                </c:pt>
                <c:pt idx="7">
                  <c:v>4.4316000000000004</c:v>
                </c:pt>
                <c:pt idx="8">
                  <c:v>4.4355000000000002</c:v>
                </c:pt>
                <c:pt idx="9">
                  <c:v>4.4316000000000004</c:v>
                </c:pt>
                <c:pt idx="10">
                  <c:v>4.4295999999999998</c:v>
                </c:pt>
                <c:pt idx="11">
                  <c:v>4.4316000000000004</c:v>
                </c:pt>
                <c:pt idx="12">
                  <c:v>4.4316000000000004</c:v>
                </c:pt>
                <c:pt idx="13">
                  <c:v>4.4335000000000004</c:v>
                </c:pt>
                <c:pt idx="14">
                  <c:v>4.4335000000000004</c:v>
                </c:pt>
                <c:pt idx="15">
                  <c:v>4.4394</c:v>
                </c:pt>
                <c:pt idx="16">
                  <c:v>4.4355000000000002</c:v>
                </c:pt>
                <c:pt idx="17">
                  <c:v>4.4413999999999998</c:v>
                </c:pt>
                <c:pt idx="18">
                  <c:v>4.4375</c:v>
                </c:pt>
                <c:pt idx="19">
                  <c:v>4.4355000000000002</c:v>
                </c:pt>
                <c:pt idx="20">
                  <c:v>4.4375</c:v>
                </c:pt>
                <c:pt idx="21">
                  <c:v>4.4316000000000004</c:v>
                </c:pt>
                <c:pt idx="22">
                  <c:v>4.4276</c:v>
                </c:pt>
                <c:pt idx="23">
                  <c:v>4.4295999999999998</c:v>
                </c:pt>
                <c:pt idx="24">
                  <c:v>4.4295999999999998</c:v>
                </c:pt>
                <c:pt idx="25">
                  <c:v>4.4335000000000004</c:v>
                </c:pt>
                <c:pt idx="26">
                  <c:v>4.4335000000000004</c:v>
                </c:pt>
                <c:pt idx="27">
                  <c:v>4.4335000000000004</c:v>
                </c:pt>
                <c:pt idx="28">
                  <c:v>4.4355000000000002</c:v>
                </c:pt>
                <c:pt idx="29">
                  <c:v>4.4335000000000004</c:v>
                </c:pt>
                <c:pt idx="30">
                  <c:v>4.4335000000000004</c:v>
                </c:pt>
                <c:pt idx="31">
                  <c:v>4.4316000000000004</c:v>
                </c:pt>
                <c:pt idx="32">
                  <c:v>4.4295999999999998</c:v>
                </c:pt>
                <c:pt idx="33">
                  <c:v>4.4276</c:v>
                </c:pt>
                <c:pt idx="34">
                  <c:v>4.4237000000000002</c:v>
                </c:pt>
                <c:pt idx="35">
                  <c:v>4.4256000000000002</c:v>
                </c:pt>
                <c:pt idx="36">
                  <c:v>4.4276</c:v>
                </c:pt>
                <c:pt idx="37">
                  <c:v>4.4256000000000002</c:v>
                </c:pt>
                <c:pt idx="38">
                  <c:v>4.4256000000000002</c:v>
                </c:pt>
                <c:pt idx="39">
                  <c:v>4.4256000000000002</c:v>
                </c:pt>
                <c:pt idx="40">
                  <c:v>4.4256000000000002</c:v>
                </c:pt>
                <c:pt idx="41">
                  <c:v>4.4256000000000002</c:v>
                </c:pt>
                <c:pt idx="42">
                  <c:v>4.4295999999999998</c:v>
                </c:pt>
                <c:pt idx="43">
                  <c:v>4.4295999999999998</c:v>
                </c:pt>
                <c:pt idx="44">
                  <c:v>4.4316000000000004</c:v>
                </c:pt>
                <c:pt idx="45">
                  <c:v>4.4316000000000004</c:v>
                </c:pt>
                <c:pt idx="46">
                  <c:v>4.4316000000000004</c:v>
                </c:pt>
                <c:pt idx="47">
                  <c:v>4.4295999999999998</c:v>
                </c:pt>
                <c:pt idx="48">
                  <c:v>4.4295999999999998</c:v>
                </c:pt>
                <c:pt idx="49">
                  <c:v>4.4295999999999998</c:v>
                </c:pt>
                <c:pt idx="50">
                  <c:v>4.4295999999999998</c:v>
                </c:pt>
                <c:pt idx="51">
                  <c:v>4.4295999999999998</c:v>
                </c:pt>
                <c:pt idx="52">
                  <c:v>4.4256000000000002</c:v>
                </c:pt>
                <c:pt idx="53">
                  <c:v>4.4237000000000002</c:v>
                </c:pt>
                <c:pt idx="54">
                  <c:v>4.4650999999999996</c:v>
                </c:pt>
                <c:pt idx="55">
                  <c:v>4.4611999999999998</c:v>
                </c:pt>
                <c:pt idx="56">
                  <c:v>4.4592000000000001</c:v>
                </c:pt>
                <c:pt idx="57">
                  <c:v>4.4532999999999996</c:v>
                </c:pt>
                <c:pt idx="58">
                  <c:v>4.4493</c:v>
                </c:pt>
                <c:pt idx="59">
                  <c:v>4.4512999999999998</c:v>
                </c:pt>
                <c:pt idx="60">
                  <c:v>4.4630999999999998</c:v>
                </c:pt>
                <c:pt idx="61">
                  <c:v>4.4473000000000003</c:v>
                </c:pt>
                <c:pt idx="62">
                  <c:v>4.4335000000000004</c:v>
                </c:pt>
                <c:pt idx="63">
                  <c:v>4.4375</c:v>
                </c:pt>
                <c:pt idx="64">
                  <c:v>4.4413999999999998</c:v>
                </c:pt>
                <c:pt idx="65">
                  <c:v>4.4592000000000001</c:v>
                </c:pt>
                <c:pt idx="66">
                  <c:v>4.4630999999999998</c:v>
                </c:pt>
                <c:pt idx="67">
                  <c:v>4.4691000000000001</c:v>
                </c:pt>
                <c:pt idx="68">
                  <c:v>4.4650999999999996</c:v>
                </c:pt>
                <c:pt idx="69">
                  <c:v>4.4691000000000001</c:v>
                </c:pt>
                <c:pt idx="70">
                  <c:v>4.4848999999999997</c:v>
                </c:pt>
                <c:pt idx="71">
                  <c:v>4.4848999999999997</c:v>
                </c:pt>
                <c:pt idx="72">
                  <c:v>4.4889000000000001</c:v>
                </c:pt>
                <c:pt idx="73">
                  <c:v>4.4889000000000001</c:v>
                </c:pt>
                <c:pt idx="74">
                  <c:v>4.4869000000000003</c:v>
                </c:pt>
                <c:pt idx="75">
                  <c:v>4.4947999999999997</c:v>
                </c:pt>
                <c:pt idx="76">
                  <c:v>4.4927999999999999</c:v>
                </c:pt>
                <c:pt idx="77">
                  <c:v>4.4947999999999997</c:v>
                </c:pt>
                <c:pt idx="78">
                  <c:v>4.4947999999999997</c:v>
                </c:pt>
                <c:pt idx="79">
                  <c:v>4.4947999999999997</c:v>
                </c:pt>
                <c:pt idx="80">
                  <c:v>4.4908000000000001</c:v>
                </c:pt>
                <c:pt idx="81">
                  <c:v>4.4889000000000001</c:v>
                </c:pt>
                <c:pt idx="82">
                  <c:v>4.4869000000000003</c:v>
                </c:pt>
                <c:pt idx="83">
                  <c:v>4.4848999999999997</c:v>
                </c:pt>
                <c:pt idx="84">
                  <c:v>4.4869000000000003</c:v>
                </c:pt>
                <c:pt idx="85">
                  <c:v>4.4828999999999999</c:v>
                </c:pt>
                <c:pt idx="86">
                  <c:v>4.4848999999999997</c:v>
                </c:pt>
                <c:pt idx="87">
                  <c:v>4.4828999999999999</c:v>
                </c:pt>
                <c:pt idx="88">
                  <c:v>4.4828999999999999</c:v>
                </c:pt>
                <c:pt idx="89">
                  <c:v>4.4869000000000003</c:v>
                </c:pt>
                <c:pt idx="90">
                  <c:v>4.4770000000000003</c:v>
                </c:pt>
                <c:pt idx="91">
                  <c:v>4.4729999999999999</c:v>
                </c:pt>
                <c:pt idx="92">
                  <c:v>4.4691000000000001</c:v>
                </c:pt>
                <c:pt idx="93">
                  <c:v>4.4710000000000001</c:v>
                </c:pt>
                <c:pt idx="94">
                  <c:v>4.4691000000000001</c:v>
                </c:pt>
                <c:pt idx="95">
                  <c:v>4.4671000000000003</c:v>
                </c:pt>
                <c:pt idx="96">
                  <c:v>4.4691000000000001</c:v>
                </c:pt>
                <c:pt idx="97">
                  <c:v>4.4671000000000003</c:v>
                </c:pt>
                <c:pt idx="98">
                  <c:v>4.4691000000000001</c:v>
                </c:pt>
                <c:pt idx="99">
                  <c:v>4.4691000000000001</c:v>
                </c:pt>
                <c:pt idx="100">
                  <c:v>4.4671000000000003</c:v>
                </c:pt>
                <c:pt idx="101">
                  <c:v>4.4691000000000001</c:v>
                </c:pt>
                <c:pt idx="102">
                  <c:v>4.4671000000000003</c:v>
                </c:pt>
                <c:pt idx="103">
                  <c:v>4.4671000000000003</c:v>
                </c:pt>
                <c:pt idx="104">
                  <c:v>4.4650999999999996</c:v>
                </c:pt>
                <c:pt idx="105">
                  <c:v>4.4630999999999998</c:v>
                </c:pt>
                <c:pt idx="106">
                  <c:v>4.4630999999999998</c:v>
                </c:pt>
                <c:pt idx="107">
                  <c:v>4.4611999999999998</c:v>
                </c:pt>
                <c:pt idx="108">
                  <c:v>4.4611999999999998</c:v>
                </c:pt>
                <c:pt idx="109">
                  <c:v>4.4611999999999998</c:v>
                </c:pt>
                <c:pt idx="110">
                  <c:v>4.4611999999999998</c:v>
                </c:pt>
                <c:pt idx="111">
                  <c:v>4.4592000000000001</c:v>
                </c:pt>
                <c:pt idx="112">
                  <c:v>4.4611999999999998</c:v>
                </c:pt>
                <c:pt idx="113">
                  <c:v>4.4592000000000001</c:v>
                </c:pt>
                <c:pt idx="114">
                  <c:v>4.4611999999999998</c:v>
                </c:pt>
                <c:pt idx="115">
                  <c:v>4.4611999999999998</c:v>
                </c:pt>
                <c:pt idx="116">
                  <c:v>4.4611999999999998</c:v>
                </c:pt>
                <c:pt idx="117">
                  <c:v>4.4611999999999998</c:v>
                </c:pt>
                <c:pt idx="118">
                  <c:v>4.4611999999999998</c:v>
                </c:pt>
                <c:pt idx="119">
                  <c:v>4.4592000000000001</c:v>
                </c:pt>
                <c:pt idx="120">
                  <c:v>4.4592000000000001</c:v>
                </c:pt>
                <c:pt idx="121">
                  <c:v>4.4572000000000003</c:v>
                </c:pt>
                <c:pt idx="122">
                  <c:v>4.4592000000000001</c:v>
                </c:pt>
                <c:pt idx="123">
                  <c:v>4.4592000000000001</c:v>
                </c:pt>
                <c:pt idx="124">
                  <c:v>4.4572000000000003</c:v>
                </c:pt>
                <c:pt idx="125">
                  <c:v>4.4572000000000003</c:v>
                </c:pt>
                <c:pt idx="126">
                  <c:v>4.4572000000000003</c:v>
                </c:pt>
                <c:pt idx="127">
                  <c:v>4.4572000000000003</c:v>
                </c:pt>
                <c:pt idx="128">
                  <c:v>4.4572000000000003</c:v>
                </c:pt>
                <c:pt idx="129">
                  <c:v>4.4572000000000003</c:v>
                </c:pt>
                <c:pt idx="130">
                  <c:v>4.4551999999999996</c:v>
                </c:pt>
                <c:pt idx="131">
                  <c:v>4.4532999999999996</c:v>
                </c:pt>
                <c:pt idx="132">
                  <c:v>4.4532999999999996</c:v>
                </c:pt>
                <c:pt idx="133">
                  <c:v>4.4532999999999996</c:v>
                </c:pt>
                <c:pt idx="134">
                  <c:v>4.4551999999999996</c:v>
                </c:pt>
                <c:pt idx="135">
                  <c:v>4.4532999999999996</c:v>
                </c:pt>
                <c:pt idx="136">
                  <c:v>4.4532999999999996</c:v>
                </c:pt>
                <c:pt idx="137">
                  <c:v>4.4512999999999998</c:v>
                </c:pt>
                <c:pt idx="138">
                  <c:v>4.4512999999999998</c:v>
                </c:pt>
                <c:pt idx="139">
                  <c:v>4.4493</c:v>
                </c:pt>
                <c:pt idx="140">
                  <c:v>4.4493</c:v>
                </c:pt>
                <c:pt idx="141">
                  <c:v>4.4512999999999998</c:v>
                </c:pt>
                <c:pt idx="142">
                  <c:v>4.4512999999999998</c:v>
                </c:pt>
                <c:pt idx="143">
                  <c:v>4.4512999999999998</c:v>
                </c:pt>
                <c:pt idx="144">
                  <c:v>4.4493</c:v>
                </c:pt>
                <c:pt idx="145">
                  <c:v>4.4493</c:v>
                </c:pt>
                <c:pt idx="146">
                  <c:v>4.4473000000000003</c:v>
                </c:pt>
                <c:pt idx="147">
                  <c:v>4.4433999999999996</c:v>
                </c:pt>
                <c:pt idx="148">
                  <c:v>4.4433999999999996</c:v>
                </c:pt>
                <c:pt idx="149">
                  <c:v>4.4433999999999996</c:v>
                </c:pt>
                <c:pt idx="150">
                  <c:v>4.4433999999999996</c:v>
                </c:pt>
                <c:pt idx="151">
                  <c:v>4.4454000000000002</c:v>
                </c:pt>
                <c:pt idx="152">
                  <c:v>4.4433999999999996</c:v>
                </c:pt>
                <c:pt idx="153">
                  <c:v>4.4454000000000002</c:v>
                </c:pt>
                <c:pt idx="154">
                  <c:v>4.4454000000000002</c:v>
                </c:pt>
                <c:pt idx="155">
                  <c:v>4.4454000000000002</c:v>
                </c:pt>
                <c:pt idx="156">
                  <c:v>4.4454000000000002</c:v>
                </c:pt>
                <c:pt idx="157">
                  <c:v>4.4454000000000002</c:v>
                </c:pt>
                <c:pt idx="158">
                  <c:v>4.4474</c:v>
                </c:pt>
                <c:pt idx="159">
                  <c:v>4.4474</c:v>
                </c:pt>
                <c:pt idx="160">
                  <c:v>4.4493</c:v>
                </c:pt>
                <c:pt idx="161">
                  <c:v>4.4532999999999996</c:v>
                </c:pt>
                <c:pt idx="162">
                  <c:v>4.4532999999999996</c:v>
                </c:pt>
                <c:pt idx="163">
                  <c:v>4.4532999999999996</c:v>
                </c:pt>
                <c:pt idx="164">
                  <c:v>4.4512999999999998</c:v>
                </c:pt>
                <c:pt idx="165">
                  <c:v>4.4512999999999998</c:v>
                </c:pt>
                <c:pt idx="166">
                  <c:v>4.4512999999999998</c:v>
                </c:pt>
                <c:pt idx="167">
                  <c:v>4.4493</c:v>
                </c:pt>
                <c:pt idx="168">
                  <c:v>4.4493</c:v>
                </c:pt>
                <c:pt idx="169">
                  <c:v>4.4512999999999998</c:v>
                </c:pt>
                <c:pt idx="170">
                  <c:v>4.4553000000000003</c:v>
                </c:pt>
                <c:pt idx="171">
                  <c:v>4.4553000000000003</c:v>
                </c:pt>
                <c:pt idx="172">
                  <c:v>4.4512999999999998</c:v>
                </c:pt>
                <c:pt idx="173">
                  <c:v>4.4512999999999998</c:v>
                </c:pt>
                <c:pt idx="174">
                  <c:v>4.4493</c:v>
                </c:pt>
                <c:pt idx="175">
                  <c:v>4.4454000000000002</c:v>
                </c:pt>
                <c:pt idx="176">
                  <c:v>4.4433999999999996</c:v>
                </c:pt>
                <c:pt idx="177">
                  <c:v>4.4433999999999996</c:v>
                </c:pt>
                <c:pt idx="178">
                  <c:v>4.4433999999999996</c:v>
                </c:pt>
                <c:pt idx="179">
                  <c:v>4.4454000000000002</c:v>
                </c:pt>
                <c:pt idx="180">
                  <c:v>4.4394999999999998</c:v>
                </c:pt>
                <c:pt idx="181">
                  <c:v>4.4413999999999998</c:v>
                </c:pt>
                <c:pt idx="182">
                  <c:v>4.4394999999999998</c:v>
                </c:pt>
                <c:pt idx="183">
                  <c:v>4.4413999999999998</c:v>
                </c:pt>
                <c:pt idx="184">
                  <c:v>4.4413999999999998</c:v>
                </c:pt>
                <c:pt idx="185">
                  <c:v>4.4413999999999998</c:v>
                </c:pt>
                <c:pt idx="186">
                  <c:v>4.4433999999999996</c:v>
                </c:pt>
                <c:pt idx="187">
                  <c:v>4.4433999999999996</c:v>
                </c:pt>
                <c:pt idx="188">
                  <c:v>4.4433999999999996</c:v>
                </c:pt>
                <c:pt idx="189">
                  <c:v>4.4493</c:v>
                </c:pt>
                <c:pt idx="190">
                  <c:v>4.4454000000000002</c:v>
                </c:pt>
                <c:pt idx="191">
                  <c:v>4.4454000000000002</c:v>
                </c:pt>
                <c:pt idx="192">
                  <c:v>4.4474</c:v>
                </c:pt>
                <c:pt idx="193">
                  <c:v>4.4454000000000002</c:v>
                </c:pt>
                <c:pt idx="194">
                  <c:v>4.4454000000000002</c:v>
                </c:pt>
                <c:pt idx="195">
                  <c:v>4.4474</c:v>
                </c:pt>
                <c:pt idx="196">
                  <c:v>4.4454000000000002</c:v>
                </c:pt>
                <c:pt idx="197">
                  <c:v>4.4474</c:v>
                </c:pt>
                <c:pt idx="198">
                  <c:v>4.4474</c:v>
                </c:pt>
                <c:pt idx="199">
                  <c:v>4.4474</c:v>
                </c:pt>
                <c:pt idx="200">
                  <c:v>4.4474</c:v>
                </c:pt>
                <c:pt idx="201">
                  <c:v>4.4474</c:v>
                </c:pt>
                <c:pt idx="202">
                  <c:v>4.4454000000000002</c:v>
                </c:pt>
                <c:pt idx="203">
                  <c:v>4.4454000000000002</c:v>
                </c:pt>
                <c:pt idx="204">
                  <c:v>4.4433999999999996</c:v>
                </c:pt>
                <c:pt idx="205">
                  <c:v>4.4474</c:v>
                </c:pt>
                <c:pt idx="206">
                  <c:v>4.4474</c:v>
                </c:pt>
                <c:pt idx="207">
                  <c:v>4.4493</c:v>
                </c:pt>
                <c:pt idx="208">
                  <c:v>4.4553000000000003</c:v>
                </c:pt>
                <c:pt idx="209">
                  <c:v>4.4553000000000003</c:v>
                </c:pt>
                <c:pt idx="210">
                  <c:v>4.4512999999999998</c:v>
                </c:pt>
                <c:pt idx="211">
                  <c:v>4.4553000000000003</c:v>
                </c:pt>
                <c:pt idx="212">
                  <c:v>4.4553000000000003</c:v>
                </c:pt>
                <c:pt idx="213">
                  <c:v>4.4553000000000003</c:v>
                </c:pt>
                <c:pt idx="214">
                  <c:v>4.4553000000000003</c:v>
                </c:pt>
                <c:pt idx="215">
                  <c:v>4.4532999999999996</c:v>
                </c:pt>
                <c:pt idx="216">
                  <c:v>4.4553000000000003</c:v>
                </c:pt>
                <c:pt idx="217">
                  <c:v>4.4553000000000003</c:v>
                </c:pt>
                <c:pt idx="218">
                  <c:v>4.4553000000000003</c:v>
                </c:pt>
                <c:pt idx="219">
                  <c:v>4.4572000000000003</c:v>
                </c:pt>
                <c:pt idx="220">
                  <c:v>4.4592000000000001</c:v>
                </c:pt>
                <c:pt idx="221">
                  <c:v>4.4592000000000001</c:v>
                </c:pt>
                <c:pt idx="222">
                  <c:v>4.4592000000000001</c:v>
                </c:pt>
                <c:pt idx="223">
                  <c:v>4.4553000000000003</c:v>
                </c:pt>
                <c:pt idx="224">
                  <c:v>4.4611999999999998</c:v>
                </c:pt>
                <c:pt idx="225">
                  <c:v>4.4631999999999996</c:v>
                </c:pt>
                <c:pt idx="226">
                  <c:v>4.4611999999999998</c:v>
                </c:pt>
                <c:pt idx="227">
                  <c:v>4.4572000000000003</c:v>
                </c:pt>
                <c:pt idx="228">
                  <c:v>4.4553000000000003</c:v>
                </c:pt>
                <c:pt idx="229">
                  <c:v>4.4532999999999996</c:v>
                </c:pt>
                <c:pt idx="230">
                  <c:v>4.4572000000000003</c:v>
                </c:pt>
                <c:pt idx="231">
                  <c:v>4.4592000000000001</c:v>
                </c:pt>
                <c:pt idx="232">
                  <c:v>4.4553000000000003</c:v>
                </c:pt>
                <c:pt idx="233">
                  <c:v>4.4553000000000003</c:v>
                </c:pt>
                <c:pt idx="234">
                  <c:v>4.4592000000000001</c:v>
                </c:pt>
                <c:pt idx="235">
                  <c:v>4.4553000000000003</c:v>
                </c:pt>
                <c:pt idx="236">
                  <c:v>4.4553000000000003</c:v>
                </c:pt>
                <c:pt idx="237">
                  <c:v>4.4493</c:v>
                </c:pt>
                <c:pt idx="238">
                  <c:v>4.4512999999999998</c:v>
                </c:pt>
                <c:pt idx="239">
                  <c:v>4.4413999999999998</c:v>
                </c:pt>
                <c:pt idx="240">
                  <c:v>4.4454000000000002</c:v>
                </c:pt>
                <c:pt idx="241">
                  <c:v>4.4413999999999998</c:v>
                </c:pt>
                <c:pt idx="242">
                  <c:v>4.4394999999999998</c:v>
                </c:pt>
                <c:pt idx="243">
                  <c:v>4.4413999999999998</c:v>
                </c:pt>
                <c:pt idx="244">
                  <c:v>4.4375</c:v>
                </c:pt>
                <c:pt idx="245">
                  <c:v>4.4413999999999998</c:v>
                </c:pt>
                <c:pt idx="246">
                  <c:v>4.4413999999999998</c:v>
                </c:pt>
                <c:pt idx="247">
                  <c:v>4.4454000000000002</c:v>
                </c:pt>
                <c:pt idx="248">
                  <c:v>4.4433999999999996</c:v>
                </c:pt>
                <c:pt idx="249">
                  <c:v>4.4413999999999998</c:v>
                </c:pt>
                <c:pt idx="250">
                  <c:v>4.4433999999999996</c:v>
                </c:pt>
                <c:pt idx="251">
                  <c:v>4.4433999999999996</c:v>
                </c:pt>
                <c:pt idx="252">
                  <c:v>4.4394999999999998</c:v>
                </c:pt>
                <c:pt idx="253">
                  <c:v>4.4316000000000004</c:v>
                </c:pt>
                <c:pt idx="254">
                  <c:v>4.4276</c:v>
                </c:pt>
                <c:pt idx="255">
                  <c:v>4.4295999999999998</c:v>
                </c:pt>
                <c:pt idx="256">
                  <c:v>4.4256000000000002</c:v>
                </c:pt>
                <c:pt idx="257">
                  <c:v>4.4316000000000004</c:v>
                </c:pt>
                <c:pt idx="258">
                  <c:v>4.4316000000000004</c:v>
                </c:pt>
                <c:pt idx="259">
                  <c:v>4.4335000000000004</c:v>
                </c:pt>
                <c:pt idx="260">
                  <c:v>4.4355000000000002</c:v>
                </c:pt>
                <c:pt idx="261">
                  <c:v>4.4295999999999998</c:v>
                </c:pt>
                <c:pt idx="262">
                  <c:v>4.4276</c:v>
                </c:pt>
                <c:pt idx="263">
                  <c:v>4.4295999999999998</c:v>
                </c:pt>
                <c:pt idx="264">
                  <c:v>4.4276</c:v>
                </c:pt>
                <c:pt idx="265">
                  <c:v>4.4276</c:v>
                </c:pt>
                <c:pt idx="266">
                  <c:v>4.4276</c:v>
                </c:pt>
                <c:pt idx="267">
                  <c:v>4.4276</c:v>
                </c:pt>
                <c:pt idx="268">
                  <c:v>4.4276</c:v>
                </c:pt>
                <c:pt idx="269">
                  <c:v>4.4295999999999998</c:v>
                </c:pt>
                <c:pt idx="270">
                  <c:v>4.4276</c:v>
                </c:pt>
                <c:pt idx="271">
                  <c:v>4.4276</c:v>
                </c:pt>
                <c:pt idx="272">
                  <c:v>4.4237000000000002</c:v>
                </c:pt>
                <c:pt idx="273">
                  <c:v>4.4217000000000004</c:v>
                </c:pt>
                <c:pt idx="274">
                  <c:v>4.4196999999999997</c:v>
                </c:pt>
                <c:pt idx="275">
                  <c:v>4.4256000000000002</c:v>
                </c:pt>
                <c:pt idx="276">
                  <c:v>4.4335000000000004</c:v>
                </c:pt>
                <c:pt idx="277">
                  <c:v>4.4335000000000004</c:v>
                </c:pt>
                <c:pt idx="278">
                  <c:v>4.4375</c:v>
                </c:pt>
                <c:pt idx="279">
                  <c:v>4.4335000000000004</c:v>
                </c:pt>
                <c:pt idx="280">
                  <c:v>4.4355000000000002</c:v>
                </c:pt>
                <c:pt idx="281">
                  <c:v>4.4355000000000002</c:v>
                </c:pt>
                <c:pt idx="282">
                  <c:v>4.4433999999999996</c:v>
                </c:pt>
                <c:pt idx="283">
                  <c:v>4.4454000000000002</c:v>
                </c:pt>
                <c:pt idx="284">
                  <c:v>4.4433999999999996</c:v>
                </c:pt>
                <c:pt idx="285">
                  <c:v>4.4413999999999998</c:v>
                </c:pt>
                <c:pt idx="286">
                  <c:v>4.4433999999999996</c:v>
                </c:pt>
                <c:pt idx="287">
                  <c:v>4.4413999999999998</c:v>
                </c:pt>
                <c:pt idx="288">
                  <c:v>4.4375</c:v>
                </c:pt>
                <c:pt idx="289">
                  <c:v>4.4413999999999998</c:v>
                </c:pt>
                <c:pt idx="290">
                  <c:v>4.4413999999999998</c:v>
                </c:pt>
                <c:pt idx="291">
                  <c:v>4.4394999999999998</c:v>
                </c:pt>
                <c:pt idx="292">
                  <c:v>4.4413999999999998</c:v>
                </c:pt>
                <c:pt idx="293">
                  <c:v>4.4413999999999998</c:v>
                </c:pt>
                <c:pt idx="294">
                  <c:v>4.4413999999999998</c:v>
                </c:pt>
                <c:pt idx="295">
                  <c:v>4.4394999999999998</c:v>
                </c:pt>
                <c:pt idx="296">
                  <c:v>4.4394999999999998</c:v>
                </c:pt>
                <c:pt idx="297">
                  <c:v>4.4413999999999998</c:v>
                </c:pt>
                <c:pt idx="298">
                  <c:v>4.4375</c:v>
                </c:pt>
                <c:pt idx="299">
                  <c:v>4.4355000000000002</c:v>
                </c:pt>
                <c:pt idx="300">
                  <c:v>4.4335000000000004</c:v>
                </c:pt>
                <c:pt idx="301">
                  <c:v>4.4355000000000002</c:v>
                </c:pt>
                <c:pt idx="302">
                  <c:v>4.4355000000000002</c:v>
                </c:pt>
                <c:pt idx="303">
                  <c:v>4.4355000000000002</c:v>
                </c:pt>
                <c:pt idx="304">
                  <c:v>4.4355000000000002</c:v>
                </c:pt>
                <c:pt idx="305">
                  <c:v>4.4355000000000002</c:v>
                </c:pt>
                <c:pt idx="306">
                  <c:v>4.4355000000000002</c:v>
                </c:pt>
                <c:pt idx="307">
                  <c:v>4.4355000000000002</c:v>
                </c:pt>
                <c:pt idx="308">
                  <c:v>4.4375</c:v>
                </c:pt>
                <c:pt idx="309">
                  <c:v>4.4375</c:v>
                </c:pt>
                <c:pt idx="310">
                  <c:v>4.4355000000000002</c:v>
                </c:pt>
                <c:pt idx="311">
                  <c:v>4.4355000000000002</c:v>
                </c:pt>
                <c:pt idx="312">
                  <c:v>4.4394999999999998</c:v>
                </c:pt>
                <c:pt idx="313">
                  <c:v>4.4413999999999998</c:v>
                </c:pt>
                <c:pt idx="314">
                  <c:v>4.4433999999999996</c:v>
                </c:pt>
                <c:pt idx="315">
                  <c:v>4.4454000000000002</c:v>
                </c:pt>
                <c:pt idx="316">
                  <c:v>4.4433999999999996</c:v>
                </c:pt>
                <c:pt idx="317">
                  <c:v>4.4454000000000002</c:v>
                </c:pt>
                <c:pt idx="318">
                  <c:v>4.4493</c:v>
                </c:pt>
                <c:pt idx="319">
                  <c:v>4.4532999999999996</c:v>
                </c:pt>
                <c:pt idx="320">
                  <c:v>4.4512999999999998</c:v>
                </c:pt>
                <c:pt idx="321">
                  <c:v>4.4512999999999998</c:v>
                </c:pt>
                <c:pt idx="322">
                  <c:v>4.4532999999999996</c:v>
                </c:pt>
                <c:pt idx="323">
                  <c:v>4.4553000000000003</c:v>
                </c:pt>
                <c:pt idx="324">
                  <c:v>4.4532999999999996</c:v>
                </c:pt>
                <c:pt idx="325">
                  <c:v>4.4553000000000003</c:v>
                </c:pt>
                <c:pt idx="326">
                  <c:v>4.4553000000000003</c:v>
                </c:pt>
                <c:pt idx="327">
                  <c:v>4.4553000000000003</c:v>
                </c:pt>
                <c:pt idx="328">
                  <c:v>4.4553000000000003</c:v>
                </c:pt>
                <c:pt idx="329">
                  <c:v>4.4532999999999996</c:v>
                </c:pt>
                <c:pt idx="330">
                  <c:v>4.4532999999999996</c:v>
                </c:pt>
              </c:numCache>
            </c:numRef>
          </c:val>
          <c:smooth val="0"/>
          <c:extLst>
            <c:ext xmlns:c16="http://schemas.microsoft.com/office/drawing/2014/chart" uri="{C3380CC4-5D6E-409C-BE32-E72D297353CC}">
              <c16:uniqueId val="{00000000-F6F7-479B-BE53-FFABF0C552DE}"/>
            </c:ext>
          </c:extLst>
        </c:ser>
        <c:dLbls>
          <c:showLegendKey val="0"/>
          <c:showVal val="0"/>
          <c:showCatName val="0"/>
          <c:showSerName val="0"/>
          <c:showPercent val="0"/>
          <c:showBubbleSize val="0"/>
        </c:dLbls>
        <c:marker val="1"/>
        <c:smooth val="0"/>
        <c:axId val="-266031584"/>
        <c:axId val="-266031040"/>
      </c:lineChart>
      <c:lineChart>
        <c:grouping val="standard"/>
        <c:varyColors val="0"/>
        <c:ser>
          <c:idx val="0"/>
          <c:order val="0"/>
          <c:tx>
            <c:strRef>
              <c:f>'5min interval 0617 FOMC'!$C$1</c:f>
              <c:strCache>
                <c:ptCount val="1"/>
                <c:pt idx="0">
                  <c:v>美元指数，右轴</c:v>
                </c:pt>
              </c:strCache>
            </c:strRef>
          </c:tx>
          <c:spPr>
            <a:ln w="25400" cap="rnd" cmpd="sng">
              <a:solidFill>
                <a:srgbClr val="7C80C8"/>
              </a:solidFill>
              <a:prstDash val="solid"/>
              <a:round/>
            </a:ln>
            <a:effectLst/>
          </c:spPr>
          <c:marker>
            <c:symbol val="none"/>
          </c:marker>
          <c:cat>
            <c:strRef>
              <c:f>'5min interval 0617 FOMC'!$B$2:$B$340</c:f>
              <c:strCache>
                <c:ptCount val="339"/>
                <c:pt idx="0">
                  <c:v>T +5min</c:v>
                </c:pt>
                <c:pt idx="1">
                  <c:v>T +10min</c:v>
                </c:pt>
                <c:pt idx="2">
                  <c:v>T +15min</c:v>
                </c:pt>
                <c:pt idx="3">
                  <c:v>T +20min</c:v>
                </c:pt>
                <c:pt idx="4">
                  <c:v>T +25min</c:v>
                </c:pt>
                <c:pt idx="5">
                  <c:v>T +30min</c:v>
                </c:pt>
                <c:pt idx="6">
                  <c:v>T +35min</c:v>
                </c:pt>
                <c:pt idx="7">
                  <c:v>T +40min</c:v>
                </c:pt>
                <c:pt idx="8">
                  <c:v>T +45min</c:v>
                </c:pt>
                <c:pt idx="9">
                  <c:v>T +50min</c:v>
                </c:pt>
                <c:pt idx="10">
                  <c:v>T +55min</c:v>
                </c:pt>
                <c:pt idx="11">
                  <c:v>T +60min</c:v>
                </c:pt>
                <c:pt idx="12">
                  <c:v>T +65min</c:v>
                </c:pt>
                <c:pt idx="13">
                  <c:v>T +70min</c:v>
                </c:pt>
                <c:pt idx="14">
                  <c:v>T +75min</c:v>
                </c:pt>
                <c:pt idx="15">
                  <c:v>T +80min</c:v>
                </c:pt>
                <c:pt idx="16">
                  <c:v>T +85min</c:v>
                </c:pt>
                <c:pt idx="17">
                  <c:v>T +90min</c:v>
                </c:pt>
                <c:pt idx="18">
                  <c:v>T +95min</c:v>
                </c:pt>
                <c:pt idx="19">
                  <c:v>T +100min</c:v>
                </c:pt>
                <c:pt idx="20">
                  <c:v>T +105min</c:v>
                </c:pt>
                <c:pt idx="21">
                  <c:v>T +110min</c:v>
                </c:pt>
                <c:pt idx="22">
                  <c:v>T +115min</c:v>
                </c:pt>
                <c:pt idx="23">
                  <c:v>T +120min</c:v>
                </c:pt>
                <c:pt idx="24">
                  <c:v>T +125min</c:v>
                </c:pt>
                <c:pt idx="25">
                  <c:v>T +130min</c:v>
                </c:pt>
                <c:pt idx="26">
                  <c:v>T +135min</c:v>
                </c:pt>
                <c:pt idx="27">
                  <c:v>T +140min</c:v>
                </c:pt>
                <c:pt idx="28">
                  <c:v>T +145min</c:v>
                </c:pt>
                <c:pt idx="29">
                  <c:v>T +150min</c:v>
                </c:pt>
                <c:pt idx="30">
                  <c:v>T +155min</c:v>
                </c:pt>
                <c:pt idx="31">
                  <c:v>T +160min</c:v>
                </c:pt>
                <c:pt idx="32">
                  <c:v>T +165min</c:v>
                </c:pt>
                <c:pt idx="33">
                  <c:v>T +170min</c:v>
                </c:pt>
                <c:pt idx="34">
                  <c:v>T +175min</c:v>
                </c:pt>
                <c:pt idx="35">
                  <c:v>T +180min</c:v>
                </c:pt>
                <c:pt idx="36">
                  <c:v>T +185min</c:v>
                </c:pt>
                <c:pt idx="37">
                  <c:v>T +190min</c:v>
                </c:pt>
                <c:pt idx="38">
                  <c:v>T +195min</c:v>
                </c:pt>
                <c:pt idx="39">
                  <c:v>T +200min</c:v>
                </c:pt>
                <c:pt idx="40">
                  <c:v>T +205min</c:v>
                </c:pt>
                <c:pt idx="41">
                  <c:v>T +210min</c:v>
                </c:pt>
                <c:pt idx="42">
                  <c:v>T +215min</c:v>
                </c:pt>
                <c:pt idx="43">
                  <c:v>T +220min</c:v>
                </c:pt>
                <c:pt idx="44">
                  <c:v>T +225min</c:v>
                </c:pt>
                <c:pt idx="45">
                  <c:v>T +230min</c:v>
                </c:pt>
                <c:pt idx="46">
                  <c:v>T +235min</c:v>
                </c:pt>
                <c:pt idx="47">
                  <c:v>T +240min</c:v>
                </c:pt>
                <c:pt idx="48">
                  <c:v>T +245min</c:v>
                </c:pt>
                <c:pt idx="49">
                  <c:v>T +250min</c:v>
                </c:pt>
                <c:pt idx="50">
                  <c:v>T +255min</c:v>
                </c:pt>
                <c:pt idx="51">
                  <c:v>T +260min</c:v>
                </c:pt>
                <c:pt idx="52">
                  <c:v>T +265min</c:v>
                </c:pt>
                <c:pt idx="53">
                  <c:v>T +270min</c:v>
                </c:pt>
                <c:pt idx="54">
                  <c:v>T +275min</c:v>
                </c:pt>
                <c:pt idx="55">
                  <c:v>T +280min</c:v>
                </c:pt>
                <c:pt idx="56">
                  <c:v>T +285min</c:v>
                </c:pt>
                <c:pt idx="57">
                  <c:v>T +290min</c:v>
                </c:pt>
                <c:pt idx="58">
                  <c:v>T +295min</c:v>
                </c:pt>
                <c:pt idx="59">
                  <c:v>T +300min</c:v>
                </c:pt>
                <c:pt idx="60">
                  <c:v>T +305min</c:v>
                </c:pt>
                <c:pt idx="61">
                  <c:v>T +310min</c:v>
                </c:pt>
                <c:pt idx="62">
                  <c:v>T +315min</c:v>
                </c:pt>
                <c:pt idx="63">
                  <c:v>T +320min</c:v>
                </c:pt>
                <c:pt idx="64">
                  <c:v>T +325min</c:v>
                </c:pt>
                <c:pt idx="65">
                  <c:v>T +330min</c:v>
                </c:pt>
                <c:pt idx="66">
                  <c:v>T +335min</c:v>
                </c:pt>
                <c:pt idx="67">
                  <c:v>T +340min</c:v>
                </c:pt>
                <c:pt idx="68">
                  <c:v>T +345min</c:v>
                </c:pt>
                <c:pt idx="69">
                  <c:v>T +350min</c:v>
                </c:pt>
                <c:pt idx="70">
                  <c:v>T +355min</c:v>
                </c:pt>
                <c:pt idx="71">
                  <c:v>T +360min</c:v>
                </c:pt>
                <c:pt idx="72">
                  <c:v>T +365min</c:v>
                </c:pt>
                <c:pt idx="73">
                  <c:v>T +370min</c:v>
                </c:pt>
                <c:pt idx="74">
                  <c:v>T +375min</c:v>
                </c:pt>
                <c:pt idx="75">
                  <c:v>T +380min</c:v>
                </c:pt>
                <c:pt idx="76">
                  <c:v>T +385min</c:v>
                </c:pt>
                <c:pt idx="77">
                  <c:v>T +390min</c:v>
                </c:pt>
                <c:pt idx="78">
                  <c:v>T +395min</c:v>
                </c:pt>
                <c:pt idx="79">
                  <c:v>T +400min</c:v>
                </c:pt>
                <c:pt idx="80">
                  <c:v>T +405min</c:v>
                </c:pt>
                <c:pt idx="81">
                  <c:v>T +410min</c:v>
                </c:pt>
                <c:pt idx="82">
                  <c:v>T +415min</c:v>
                </c:pt>
                <c:pt idx="83">
                  <c:v>T +420min</c:v>
                </c:pt>
                <c:pt idx="84">
                  <c:v>T +425min</c:v>
                </c:pt>
                <c:pt idx="85">
                  <c:v>T +430min</c:v>
                </c:pt>
                <c:pt idx="86">
                  <c:v>T +435min</c:v>
                </c:pt>
                <c:pt idx="87">
                  <c:v>T +440min</c:v>
                </c:pt>
                <c:pt idx="88">
                  <c:v>T +445min</c:v>
                </c:pt>
                <c:pt idx="89">
                  <c:v>T +450min</c:v>
                </c:pt>
                <c:pt idx="90">
                  <c:v>T +455min</c:v>
                </c:pt>
                <c:pt idx="91">
                  <c:v>T +460min</c:v>
                </c:pt>
                <c:pt idx="92">
                  <c:v>T +465min</c:v>
                </c:pt>
                <c:pt idx="93">
                  <c:v>T +470min</c:v>
                </c:pt>
                <c:pt idx="94">
                  <c:v>T +475min</c:v>
                </c:pt>
                <c:pt idx="95">
                  <c:v>T +480min</c:v>
                </c:pt>
                <c:pt idx="96">
                  <c:v>T +485min</c:v>
                </c:pt>
                <c:pt idx="97">
                  <c:v>T +490min</c:v>
                </c:pt>
                <c:pt idx="98">
                  <c:v>T +495min</c:v>
                </c:pt>
                <c:pt idx="99">
                  <c:v>T +500min</c:v>
                </c:pt>
                <c:pt idx="100">
                  <c:v>T +505min</c:v>
                </c:pt>
                <c:pt idx="101">
                  <c:v>T +510min</c:v>
                </c:pt>
                <c:pt idx="102">
                  <c:v>T +515min</c:v>
                </c:pt>
                <c:pt idx="103">
                  <c:v>T +520min</c:v>
                </c:pt>
                <c:pt idx="104">
                  <c:v>T +525min</c:v>
                </c:pt>
                <c:pt idx="105">
                  <c:v>T +530min</c:v>
                </c:pt>
                <c:pt idx="106">
                  <c:v>T +535min</c:v>
                </c:pt>
                <c:pt idx="107">
                  <c:v>T +540min</c:v>
                </c:pt>
                <c:pt idx="108">
                  <c:v>T +545min</c:v>
                </c:pt>
                <c:pt idx="109">
                  <c:v>T +550min</c:v>
                </c:pt>
                <c:pt idx="110">
                  <c:v>T +555min</c:v>
                </c:pt>
                <c:pt idx="111">
                  <c:v>T +560min</c:v>
                </c:pt>
                <c:pt idx="112">
                  <c:v>T +565min</c:v>
                </c:pt>
                <c:pt idx="113">
                  <c:v>T +570min</c:v>
                </c:pt>
                <c:pt idx="114">
                  <c:v>T +575min</c:v>
                </c:pt>
                <c:pt idx="115">
                  <c:v>T +580min</c:v>
                </c:pt>
                <c:pt idx="116">
                  <c:v>T +585min</c:v>
                </c:pt>
                <c:pt idx="117">
                  <c:v>T +590min</c:v>
                </c:pt>
                <c:pt idx="118">
                  <c:v>T +595min</c:v>
                </c:pt>
                <c:pt idx="119">
                  <c:v>T +600min</c:v>
                </c:pt>
                <c:pt idx="120">
                  <c:v>T +605min</c:v>
                </c:pt>
                <c:pt idx="121">
                  <c:v>T +610min</c:v>
                </c:pt>
                <c:pt idx="122">
                  <c:v>T +615min</c:v>
                </c:pt>
                <c:pt idx="123">
                  <c:v>T +620min</c:v>
                </c:pt>
                <c:pt idx="124">
                  <c:v>T +625min</c:v>
                </c:pt>
                <c:pt idx="125">
                  <c:v>T +630min</c:v>
                </c:pt>
                <c:pt idx="126">
                  <c:v>T +635min</c:v>
                </c:pt>
                <c:pt idx="127">
                  <c:v>T +640min</c:v>
                </c:pt>
                <c:pt idx="128">
                  <c:v>T +645min</c:v>
                </c:pt>
                <c:pt idx="129">
                  <c:v>T +650min</c:v>
                </c:pt>
                <c:pt idx="130">
                  <c:v>T +655min</c:v>
                </c:pt>
                <c:pt idx="131">
                  <c:v>T +660min</c:v>
                </c:pt>
                <c:pt idx="132">
                  <c:v>T +665min</c:v>
                </c:pt>
                <c:pt idx="133">
                  <c:v>T +670min</c:v>
                </c:pt>
                <c:pt idx="134">
                  <c:v>T +675min</c:v>
                </c:pt>
                <c:pt idx="135">
                  <c:v>T +680min</c:v>
                </c:pt>
                <c:pt idx="136">
                  <c:v>T +685min</c:v>
                </c:pt>
                <c:pt idx="137">
                  <c:v>T +690min</c:v>
                </c:pt>
                <c:pt idx="138">
                  <c:v>T +695min</c:v>
                </c:pt>
                <c:pt idx="139">
                  <c:v>T +700min</c:v>
                </c:pt>
                <c:pt idx="140">
                  <c:v>T +705min</c:v>
                </c:pt>
                <c:pt idx="141">
                  <c:v>T +710min</c:v>
                </c:pt>
                <c:pt idx="142">
                  <c:v>T +715min</c:v>
                </c:pt>
                <c:pt idx="143">
                  <c:v>T +720min</c:v>
                </c:pt>
                <c:pt idx="144">
                  <c:v>T +725min</c:v>
                </c:pt>
                <c:pt idx="145">
                  <c:v>T +730min</c:v>
                </c:pt>
                <c:pt idx="146">
                  <c:v>T +735min</c:v>
                </c:pt>
                <c:pt idx="147">
                  <c:v>T +740min</c:v>
                </c:pt>
                <c:pt idx="148">
                  <c:v>T +745min</c:v>
                </c:pt>
                <c:pt idx="149">
                  <c:v>T +750min</c:v>
                </c:pt>
                <c:pt idx="150">
                  <c:v>T +755min</c:v>
                </c:pt>
                <c:pt idx="151">
                  <c:v>T +760min</c:v>
                </c:pt>
                <c:pt idx="152">
                  <c:v>T +765min</c:v>
                </c:pt>
                <c:pt idx="153">
                  <c:v>T +770min</c:v>
                </c:pt>
                <c:pt idx="154">
                  <c:v>T +775min</c:v>
                </c:pt>
                <c:pt idx="155">
                  <c:v>T +780min</c:v>
                </c:pt>
                <c:pt idx="156">
                  <c:v>T +785min</c:v>
                </c:pt>
                <c:pt idx="157">
                  <c:v>T +790min</c:v>
                </c:pt>
                <c:pt idx="158">
                  <c:v>T +795min</c:v>
                </c:pt>
                <c:pt idx="159">
                  <c:v>T +800min</c:v>
                </c:pt>
                <c:pt idx="160">
                  <c:v>T +805min</c:v>
                </c:pt>
                <c:pt idx="161">
                  <c:v>T +810min</c:v>
                </c:pt>
                <c:pt idx="162">
                  <c:v>T +815min</c:v>
                </c:pt>
                <c:pt idx="163">
                  <c:v>T +820min</c:v>
                </c:pt>
                <c:pt idx="164">
                  <c:v>T +825min</c:v>
                </c:pt>
                <c:pt idx="165">
                  <c:v>T +830min</c:v>
                </c:pt>
                <c:pt idx="166">
                  <c:v>T +835min</c:v>
                </c:pt>
                <c:pt idx="167">
                  <c:v>T +840min</c:v>
                </c:pt>
                <c:pt idx="168">
                  <c:v>T +845min</c:v>
                </c:pt>
                <c:pt idx="169">
                  <c:v>T +850min</c:v>
                </c:pt>
                <c:pt idx="170">
                  <c:v>T +855min</c:v>
                </c:pt>
                <c:pt idx="171">
                  <c:v>T +860min</c:v>
                </c:pt>
                <c:pt idx="172">
                  <c:v>T +865min</c:v>
                </c:pt>
                <c:pt idx="173">
                  <c:v>T +870min</c:v>
                </c:pt>
                <c:pt idx="174">
                  <c:v>T +875min</c:v>
                </c:pt>
                <c:pt idx="175">
                  <c:v>T +880min</c:v>
                </c:pt>
                <c:pt idx="176">
                  <c:v>T +885min</c:v>
                </c:pt>
                <c:pt idx="177">
                  <c:v>T +890min</c:v>
                </c:pt>
                <c:pt idx="178">
                  <c:v>T +895min</c:v>
                </c:pt>
                <c:pt idx="179">
                  <c:v>T +900min</c:v>
                </c:pt>
                <c:pt idx="180">
                  <c:v>T +905min</c:v>
                </c:pt>
                <c:pt idx="181">
                  <c:v>T +910min</c:v>
                </c:pt>
                <c:pt idx="182">
                  <c:v>T +915min</c:v>
                </c:pt>
                <c:pt idx="183">
                  <c:v>T +920min</c:v>
                </c:pt>
                <c:pt idx="184">
                  <c:v>T +925min</c:v>
                </c:pt>
                <c:pt idx="185">
                  <c:v>T +930min</c:v>
                </c:pt>
                <c:pt idx="186">
                  <c:v>T +935min</c:v>
                </c:pt>
                <c:pt idx="187">
                  <c:v>T +940min</c:v>
                </c:pt>
                <c:pt idx="188">
                  <c:v>T +945min</c:v>
                </c:pt>
                <c:pt idx="189">
                  <c:v>T +950min</c:v>
                </c:pt>
                <c:pt idx="190">
                  <c:v>T +955min</c:v>
                </c:pt>
                <c:pt idx="191">
                  <c:v>T +960min</c:v>
                </c:pt>
                <c:pt idx="192">
                  <c:v>T +965min</c:v>
                </c:pt>
                <c:pt idx="193">
                  <c:v>T +970min</c:v>
                </c:pt>
                <c:pt idx="194">
                  <c:v>T +975min</c:v>
                </c:pt>
                <c:pt idx="195">
                  <c:v>T +980min</c:v>
                </c:pt>
                <c:pt idx="196">
                  <c:v>T +985min</c:v>
                </c:pt>
                <c:pt idx="197">
                  <c:v>T +990min</c:v>
                </c:pt>
                <c:pt idx="198">
                  <c:v>T +995min</c:v>
                </c:pt>
                <c:pt idx="199">
                  <c:v>T +1000min</c:v>
                </c:pt>
                <c:pt idx="200">
                  <c:v>T +1005min</c:v>
                </c:pt>
                <c:pt idx="201">
                  <c:v>T +1010min</c:v>
                </c:pt>
                <c:pt idx="202">
                  <c:v>T +1015min</c:v>
                </c:pt>
                <c:pt idx="203">
                  <c:v>T +1020min</c:v>
                </c:pt>
                <c:pt idx="204">
                  <c:v>T +1025min</c:v>
                </c:pt>
                <c:pt idx="205">
                  <c:v>T +1030min</c:v>
                </c:pt>
                <c:pt idx="206">
                  <c:v>T +1035min</c:v>
                </c:pt>
                <c:pt idx="207">
                  <c:v>T +1040min</c:v>
                </c:pt>
                <c:pt idx="208">
                  <c:v>T +1045min</c:v>
                </c:pt>
                <c:pt idx="209">
                  <c:v>T +1050min</c:v>
                </c:pt>
                <c:pt idx="210">
                  <c:v>T +1055min</c:v>
                </c:pt>
                <c:pt idx="211">
                  <c:v>T +1060min</c:v>
                </c:pt>
                <c:pt idx="212">
                  <c:v>T +1065min</c:v>
                </c:pt>
                <c:pt idx="213">
                  <c:v>T +1070min</c:v>
                </c:pt>
                <c:pt idx="214">
                  <c:v>T +1075min</c:v>
                </c:pt>
                <c:pt idx="215">
                  <c:v>T +1080min</c:v>
                </c:pt>
                <c:pt idx="216">
                  <c:v>T +1085min</c:v>
                </c:pt>
                <c:pt idx="217">
                  <c:v>T +1090min</c:v>
                </c:pt>
                <c:pt idx="218">
                  <c:v>T +1095min</c:v>
                </c:pt>
                <c:pt idx="219">
                  <c:v>T +1100min</c:v>
                </c:pt>
                <c:pt idx="220">
                  <c:v>T +1105min</c:v>
                </c:pt>
                <c:pt idx="221">
                  <c:v>T +1110min</c:v>
                </c:pt>
                <c:pt idx="222">
                  <c:v>T +1115min</c:v>
                </c:pt>
                <c:pt idx="223">
                  <c:v>T +1120min</c:v>
                </c:pt>
                <c:pt idx="224">
                  <c:v>T +1125min</c:v>
                </c:pt>
                <c:pt idx="225">
                  <c:v>T +1130min</c:v>
                </c:pt>
                <c:pt idx="226">
                  <c:v>T +1135min</c:v>
                </c:pt>
                <c:pt idx="227">
                  <c:v>T +1140min</c:v>
                </c:pt>
                <c:pt idx="228">
                  <c:v>T +1145min</c:v>
                </c:pt>
                <c:pt idx="229">
                  <c:v>T +1150min</c:v>
                </c:pt>
                <c:pt idx="230">
                  <c:v>T +1155min</c:v>
                </c:pt>
                <c:pt idx="231">
                  <c:v>T +1160min</c:v>
                </c:pt>
                <c:pt idx="232">
                  <c:v>T +1165min</c:v>
                </c:pt>
                <c:pt idx="233">
                  <c:v>T +1170min</c:v>
                </c:pt>
                <c:pt idx="234">
                  <c:v>T +1175min</c:v>
                </c:pt>
                <c:pt idx="235">
                  <c:v>T +1180min</c:v>
                </c:pt>
                <c:pt idx="236">
                  <c:v>T +1185min</c:v>
                </c:pt>
                <c:pt idx="237">
                  <c:v>T +1190min</c:v>
                </c:pt>
                <c:pt idx="238">
                  <c:v>T +1195min</c:v>
                </c:pt>
                <c:pt idx="239">
                  <c:v>T +1200min</c:v>
                </c:pt>
                <c:pt idx="240">
                  <c:v>T +1205min</c:v>
                </c:pt>
                <c:pt idx="241">
                  <c:v>T +1210min</c:v>
                </c:pt>
                <c:pt idx="242">
                  <c:v>T +1215min</c:v>
                </c:pt>
                <c:pt idx="243">
                  <c:v>T +1220min</c:v>
                </c:pt>
                <c:pt idx="244">
                  <c:v>T +1225min</c:v>
                </c:pt>
                <c:pt idx="245">
                  <c:v>T +1230min</c:v>
                </c:pt>
                <c:pt idx="246">
                  <c:v>T +1235min</c:v>
                </c:pt>
                <c:pt idx="247">
                  <c:v>T +1240min</c:v>
                </c:pt>
                <c:pt idx="248">
                  <c:v>T +1245min</c:v>
                </c:pt>
                <c:pt idx="249">
                  <c:v>T +1250min</c:v>
                </c:pt>
                <c:pt idx="250">
                  <c:v>T +1255min</c:v>
                </c:pt>
                <c:pt idx="251">
                  <c:v>T +1260min</c:v>
                </c:pt>
                <c:pt idx="252">
                  <c:v>T +1265min</c:v>
                </c:pt>
                <c:pt idx="253">
                  <c:v>T +1270min</c:v>
                </c:pt>
                <c:pt idx="254">
                  <c:v>T +1275min</c:v>
                </c:pt>
                <c:pt idx="255">
                  <c:v>T +1280min</c:v>
                </c:pt>
                <c:pt idx="256">
                  <c:v>T +1285min</c:v>
                </c:pt>
                <c:pt idx="257">
                  <c:v>T +1290min</c:v>
                </c:pt>
                <c:pt idx="258">
                  <c:v>T +1295min</c:v>
                </c:pt>
                <c:pt idx="259">
                  <c:v>T +1300min</c:v>
                </c:pt>
                <c:pt idx="260">
                  <c:v>T +1305min</c:v>
                </c:pt>
                <c:pt idx="261">
                  <c:v>T +1310min</c:v>
                </c:pt>
                <c:pt idx="262">
                  <c:v>T +1315min</c:v>
                </c:pt>
                <c:pt idx="263">
                  <c:v>T +1320min</c:v>
                </c:pt>
                <c:pt idx="264">
                  <c:v>T +1325min</c:v>
                </c:pt>
                <c:pt idx="265">
                  <c:v>T +1330min</c:v>
                </c:pt>
                <c:pt idx="266">
                  <c:v>T +1335min</c:v>
                </c:pt>
                <c:pt idx="267">
                  <c:v>T +1340min</c:v>
                </c:pt>
                <c:pt idx="268">
                  <c:v>T +1345min</c:v>
                </c:pt>
                <c:pt idx="269">
                  <c:v>T +1350min</c:v>
                </c:pt>
                <c:pt idx="270">
                  <c:v>T +1355min</c:v>
                </c:pt>
                <c:pt idx="271">
                  <c:v>T +1360min</c:v>
                </c:pt>
                <c:pt idx="272">
                  <c:v>T +1365min</c:v>
                </c:pt>
                <c:pt idx="273">
                  <c:v>T +1370min</c:v>
                </c:pt>
                <c:pt idx="274">
                  <c:v>T +1375min</c:v>
                </c:pt>
                <c:pt idx="275">
                  <c:v>T +1380min</c:v>
                </c:pt>
                <c:pt idx="276">
                  <c:v>T +1385min</c:v>
                </c:pt>
                <c:pt idx="277">
                  <c:v>T +1390min</c:v>
                </c:pt>
                <c:pt idx="278">
                  <c:v>T +1395min</c:v>
                </c:pt>
                <c:pt idx="279">
                  <c:v>T +1400min</c:v>
                </c:pt>
                <c:pt idx="280">
                  <c:v>T +1405min</c:v>
                </c:pt>
                <c:pt idx="281">
                  <c:v>T +1410min</c:v>
                </c:pt>
                <c:pt idx="282">
                  <c:v>T +1415min</c:v>
                </c:pt>
                <c:pt idx="283">
                  <c:v>T +1420min</c:v>
                </c:pt>
                <c:pt idx="284">
                  <c:v>T +1425min</c:v>
                </c:pt>
                <c:pt idx="285">
                  <c:v>T +1430min</c:v>
                </c:pt>
                <c:pt idx="286">
                  <c:v>T +1435min</c:v>
                </c:pt>
                <c:pt idx="287">
                  <c:v>T +1440min</c:v>
                </c:pt>
                <c:pt idx="288">
                  <c:v>T +1445min</c:v>
                </c:pt>
                <c:pt idx="289">
                  <c:v>T +1450min</c:v>
                </c:pt>
                <c:pt idx="290">
                  <c:v>T +1455min</c:v>
                </c:pt>
                <c:pt idx="291">
                  <c:v>T +1460min</c:v>
                </c:pt>
                <c:pt idx="292">
                  <c:v>T +1465min</c:v>
                </c:pt>
                <c:pt idx="293">
                  <c:v>T +1470min</c:v>
                </c:pt>
                <c:pt idx="294">
                  <c:v>T +1475min</c:v>
                </c:pt>
                <c:pt idx="295">
                  <c:v>T +1480min</c:v>
                </c:pt>
                <c:pt idx="296">
                  <c:v>T +1485min</c:v>
                </c:pt>
                <c:pt idx="297">
                  <c:v>T +1490min</c:v>
                </c:pt>
                <c:pt idx="298">
                  <c:v>T +1495min</c:v>
                </c:pt>
                <c:pt idx="299">
                  <c:v>T +1500min</c:v>
                </c:pt>
                <c:pt idx="300">
                  <c:v>T +1505min</c:v>
                </c:pt>
                <c:pt idx="301">
                  <c:v>T +1510min</c:v>
                </c:pt>
                <c:pt idx="302">
                  <c:v>T +1515min</c:v>
                </c:pt>
                <c:pt idx="303">
                  <c:v>T +1520min</c:v>
                </c:pt>
                <c:pt idx="304">
                  <c:v>T +1525min</c:v>
                </c:pt>
                <c:pt idx="305">
                  <c:v>T +1530min</c:v>
                </c:pt>
                <c:pt idx="306">
                  <c:v>T +1535min</c:v>
                </c:pt>
                <c:pt idx="307">
                  <c:v>T +1540min</c:v>
                </c:pt>
                <c:pt idx="308">
                  <c:v>T +1545min</c:v>
                </c:pt>
                <c:pt idx="309">
                  <c:v>T +1550min</c:v>
                </c:pt>
                <c:pt idx="310">
                  <c:v>T +1555min</c:v>
                </c:pt>
                <c:pt idx="311">
                  <c:v>T +1560min</c:v>
                </c:pt>
                <c:pt idx="312">
                  <c:v>T +1565min</c:v>
                </c:pt>
                <c:pt idx="313">
                  <c:v>T +1570min</c:v>
                </c:pt>
                <c:pt idx="314">
                  <c:v>T +1575min</c:v>
                </c:pt>
                <c:pt idx="315">
                  <c:v>T +1580min</c:v>
                </c:pt>
                <c:pt idx="316">
                  <c:v>T +1585min</c:v>
                </c:pt>
                <c:pt idx="317">
                  <c:v>T +1590min</c:v>
                </c:pt>
                <c:pt idx="318">
                  <c:v>T +1595min</c:v>
                </c:pt>
                <c:pt idx="319">
                  <c:v>T +1600min</c:v>
                </c:pt>
                <c:pt idx="320">
                  <c:v>T +1605min</c:v>
                </c:pt>
                <c:pt idx="321">
                  <c:v>T +1610min</c:v>
                </c:pt>
                <c:pt idx="322">
                  <c:v>T +1615min</c:v>
                </c:pt>
                <c:pt idx="323">
                  <c:v>T +1620min</c:v>
                </c:pt>
                <c:pt idx="324">
                  <c:v>T +1625min</c:v>
                </c:pt>
                <c:pt idx="325">
                  <c:v>T +1630min</c:v>
                </c:pt>
                <c:pt idx="326">
                  <c:v>T +1635min</c:v>
                </c:pt>
                <c:pt idx="327">
                  <c:v>T +1640min</c:v>
                </c:pt>
                <c:pt idx="328">
                  <c:v>T +1645min</c:v>
                </c:pt>
                <c:pt idx="329">
                  <c:v>T +1650min</c:v>
                </c:pt>
                <c:pt idx="330">
                  <c:v>T +1655min</c:v>
                </c:pt>
                <c:pt idx="331">
                  <c:v>T +1660min</c:v>
                </c:pt>
                <c:pt idx="332">
                  <c:v>T +1665min</c:v>
                </c:pt>
                <c:pt idx="333">
                  <c:v>T +1670min</c:v>
                </c:pt>
                <c:pt idx="334">
                  <c:v>T +1675min</c:v>
                </c:pt>
                <c:pt idx="335">
                  <c:v>T +1680min</c:v>
                </c:pt>
                <c:pt idx="336">
                  <c:v>T +1685min</c:v>
                </c:pt>
                <c:pt idx="337">
                  <c:v>T +1690min</c:v>
                </c:pt>
                <c:pt idx="338">
                  <c:v>T +1695min</c:v>
                </c:pt>
              </c:strCache>
            </c:strRef>
          </c:cat>
          <c:val>
            <c:numRef>
              <c:f>'5min interval 0617 FOMC'!$C$2:$C$340</c:f>
              <c:numCache>
                <c:formatCode>General</c:formatCode>
                <c:ptCount val="339"/>
                <c:pt idx="0">
                  <c:v>99.635000000000005</c:v>
                </c:pt>
                <c:pt idx="1">
                  <c:v>99.628</c:v>
                </c:pt>
                <c:pt idx="2">
                  <c:v>99.628</c:v>
                </c:pt>
                <c:pt idx="3">
                  <c:v>99.611999999999995</c:v>
                </c:pt>
                <c:pt idx="4">
                  <c:v>99.631</c:v>
                </c:pt>
                <c:pt idx="5">
                  <c:v>99.626999999999995</c:v>
                </c:pt>
                <c:pt idx="6">
                  <c:v>99.647999999999996</c:v>
                </c:pt>
                <c:pt idx="7">
                  <c:v>99.653999999999996</c:v>
                </c:pt>
                <c:pt idx="8">
                  <c:v>99.659000000000006</c:v>
                </c:pt>
                <c:pt idx="9">
                  <c:v>99.659000000000006</c:v>
                </c:pt>
                <c:pt idx="10">
                  <c:v>99.667000000000002</c:v>
                </c:pt>
                <c:pt idx="11">
                  <c:v>99.659000000000006</c:v>
                </c:pt>
                <c:pt idx="12">
                  <c:v>99.649000000000001</c:v>
                </c:pt>
                <c:pt idx="13">
                  <c:v>99.656000000000006</c:v>
                </c:pt>
                <c:pt idx="14">
                  <c:v>99.66</c:v>
                </c:pt>
                <c:pt idx="15">
                  <c:v>99.695999999999998</c:v>
                </c:pt>
                <c:pt idx="16">
                  <c:v>99.697000000000003</c:v>
                </c:pt>
                <c:pt idx="17">
                  <c:v>99.700999999999993</c:v>
                </c:pt>
                <c:pt idx="18">
                  <c:v>99.69</c:v>
                </c:pt>
                <c:pt idx="19">
                  <c:v>99.703000000000003</c:v>
                </c:pt>
                <c:pt idx="20">
                  <c:v>99.697999999999993</c:v>
                </c:pt>
                <c:pt idx="21">
                  <c:v>99.671000000000006</c:v>
                </c:pt>
                <c:pt idx="22">
                  <c:v>99.692999999999998</c:v>
                </c:pt>
                <c:pt idx="23">
                  <c:v>99.677999999999997</c:v>
                </c:pt>
                <c:pt idx="24">
                  <c:v>99.671999999999997</c:v>
                </c:pt>
                <c:pt idx="25">
                  <c:v>99.686999999999998</c:v>
                </c:pt>
                <c:pt idx="26">
                  <c:v>99.676000000000002</c:v>
                </c:pt>
                <c:pt idx="27">
                  <c:v>99.671999999999997</c:v>
                </c:pt>
                <c:pt idx="28">
                  <c:v>99.686999999999998</c:v>
                </c:pt>
                <c:pt idx="29">
                  <c:v>99.68</c:v>
                </c:pt>
                <c:pt idx="30">
                  <c:v>99.688000000000002</c:v>
                </c:pt>
                <c:pt idx="31">
                  <c:v>99.69</c:v>
                </c:pt>
                <c:pt idx="32">
                  <c:v>99.707999999999998</c:v>
                </c:pt>
                <c:pt idx="33">
                  <c:v>99.697999999999993</c:v>
                </c:pt>
                <c:pt idx="34">
                  <c:v>99.683999999999997</c:v>
                </c:pt>
                <c:pt idx="35">
                  <c:v>99.69</c:v>
                </c:pt>
                <c:pt idx="36">
                  <c:v>99.703000000000003</c:v>
                </c:pt>
                <c:pt idx="37">
                  <c:v>99.700999999999993</c:v>
                </c:pt>
                <c:pt idx="38">
                  <c:v>99.694999999999993</c:v>
                </c:pt>
                <c:pt idx="39">
                  <c:v>99.688999999999993</c:v>
                </c:pt>
                <c:pt idx="40">
                  <c:v>99.694999999999993</c:v>
                </c:pt>
                <c:pt idx="41">
                  <c:v>99.683000000000007</c:v>
                </c:pt>
                <c:pt idx="42">
                  <c:v>99.682000000000002</c:v>
                </c:pt>
                <c:pt idx="43">
                  <c:v>99.686999999999998</c:v>
                </c:pt>
                <c:pt idx="44">
                  <c:v>99.686000000000007</c:v>
                </c:pt>
                <c:pt idx="45">
                  <c:v>99.683999999999997</c:v>
                </c:pt>
                <c:pt idx="46">
                  <c:v>99.686000000000007</c:v>
                </c:pt>
                <c:pt idx="47">
                  <c:v>99.686999999999998</c:v>
                </c:pt>
                <c:pt idx="48">
                  <c:v>99.683000000000007</c:v>
                </c:pt>
                <c:pt idx="49">
                  <c:v>99.683000000000007</c:v>
                </c:pt>
                <c:pt idx="50">
                  <c:v>99.676000000000002</c:v>
                </c:pt>
                <c:pt idx="51">
                  <c:v>99.668999999999997</c:v>
                </c:pt>
                <c:pt idx="52">
                  <c:v>99.659000000000006</c:v>
                </c:pt>
                <c:pt idx="53">
                  <c:v>99.637</c:v>
                </c:pt>
                <c:pt idx="54">
                  <c:v>99.972999999999999</c:v>
                </c:pt>
                <c:pt idx="55">
                  <c:v>100.024</c:v>
                </c:pt>
                <c:pt idx="56">
                  <c:v>100.039</c:v>
                </c:pt>
                <c:pt idx="57">
                  <c:v>99.983999999999995</c:v>
                </c:pt>
                <c:pt idx="58">
                  <c:v>99.971999999999994</c:v>
                </c:pt>
                <c:pt idx="59">
                  <c:v>100.021</c:v>
                </c:pt>
                <c:pt idx="60">
                  <c:v>100.107</c:v>
                </c:pt>
                <c:pt idx="61">
                  <c:v>99.977000000000004</c:v>
                </c:pt>
                <c:pt idx="62">
                  <c:v>99.911000000000001</c:v>
                </c:pt>
                <c:pt idx="63">
                  <c:v>99.921000000000006</c:v>
                </c:pt>
                <c:pt idx="64">
                  <c:v>99.981999999999999</c:v>
                </c:pt>
                <c:pt idx="65">
                  <c:v>100.09099999999999</c:v>
                </c:pt>
                <c:pt idx="66">
                  <c:v>100.221</c:v>
                </c:pt>
                <c:pt idx="67">
                  <c:v>100.267</c:v>
                </c:pt>
                <c:pt idx="68">
                  <c:v>100.28</c:v>
                </c:pt>
                <c:pt idx="69">
                  <c:v>100.351</c:v>
                </c:pt>
                <c:pt idx="70">
                  <c:v>100.41200000000001</c:v>
                </c:pt>
                <c:pt idx="71">
                  <c:v>100.437</c:v>
                </c:pt>
                <c:pt idx="72">
                  <c:v>100.527</c:v>
                </c:pt>
                <c:pt idx="73">
                  <c:v>100.557</c:v>
                </c:pt>
                <c:pt idx="74">
                  <c:v>100.529</c:v>
                </c:pt>
                <c:pt idx="75">
                  <c:v>100.506</c:v>
                </c:pt>
                <c:pt idx="76">
                  <c:v>100.482</c:v>
                </c:pt>
                <c:pt idx="77">
                  <c:v>100.46</c:v>
                </c:pt>
                <c:pt idx="78">
                  <c:v>100.503</c:v>
                </c:pt>
                <c:pt idx="79">
                  <c:v>100.485</c:v>
                </c:pt>
                <c:pt idx="80">
                  <c:v>100.476</c:v>
                </c:pt>
                <c:pt idx="81">
                  <c:v>100.42700000000001</c:v>
                </c:pt>
                <c:pt idx="82">
                  <c:v>100.42700000000001</c:v>
                </c:pt>
                <c:pt idx="83">
                  <c:v>100.401</c:v>
                </c:pt>
                <c:pt idx="84">
                  <c:v>100.387</c:v>
                </c:pt>
                <c:pt idx="85">
                  <c:v>100.36799999999999</c:v>
                </c:pt>
                <c:pt idx="86">
                  <c:v>100.38200000000001</c:v>
                </c:pt>
                <c:pt idx="87">
                  <c:v>100.396</c:v>
                </c:pt>
                <c:pt idx="88">
                  <c:v>100.39</c:v>
                </c:pt>
                <c:pt idx="89">
                  <c:v>100.386</c:v>
                </c:pt>
                <c:pt idx="90">
                  <c:v>100.392</c:v>
                </c:pt>
                <c:pt idx="91">
                  <c:v>100.384</c:v>
                </c:pt>
                <c:pt idx="92">
                  <c:v>100.376</c:v>
                </c:pt>
                <c:pt idx="93">
                  <c:v>100.377</c:v>
                </c:pt>
                <c:pt idx="94">
                  <c:v>100.37</c:v>
                </c:pt>
                <c:pt idx="95">
                  <c:v>100.361</c:v>
                </c:pt>
                <c:pt idx="96">
                  <c:v>100.349</c:v>
                </c:pt>
                <c:pt idx="97">
                  <c:v>100.346</c:v>
                </c:pt>
                <c:pt idx="98">
                  <c:v>100.351</c:v>
                </c:pt>
                <c:pt idx="99">
                  <c:v>100.273</c:v>
                </c:pt>
                <c:pt idx="100">
                  <c:v>100.28100000000001</c:v>
                </c:pt>
                <c:pt idx="101">
                  <c:v>100.307</c:v>
                </c:pt>
                <c:pt idx="102">
                  <c:v>100.306</c:v>
                </c:pt>
                <c:pt idx="103">
                  <c:v>100.316</c:v>
                </c:pt>
                <c:pt idx="104">
                  <c:v>100.325</c:v>
                </c:pt>
                <c:pt idx="105">
                  <c:v>100.31</c:v>
                </c:pt>
                <c:pt idx="106">
                  <c:v>100.321</c:v>
                </c:pt>
                <c:pt idx="107">
                  <c:v>100.32</c:v>
                </c:pt>
                <c:pt idx="108">
                  <c:v>100.327</c:v>
                </c:pt>
                <c:pt idx="109">
                  <c:v>100.31</c:v>
                </c:pt>
                <c:pt idx="110">
                  <c:v>100.292</c:v>
                </c:pt>
                <c:pt idx="111">
                  <c:v>100.28100000000001</c:v>
                </c:pt>
                <c:pt idx="112">
                  <c:v>100.27200000000001</c:v>
                </c:pt>
                <c:pt idx="113">
                  <c:v>100.26300000000001</c:v>
                </c:pt>
                <c:pt idx="114">
                  <c:v>100.264</c:v>
                </c:pt>
                <c:pt idx="115">
                  <c:v>100.251</c:v>
                </c:pt>
                <c:pt idx="116">
                  <c:v>100.246</c:v>
                </c:pt>
                <c:pt idx="117">
                  <c:v>100.25</c:v>
                </c:pt>
                <c:pt idx="118">
                  <c:v>100.247</c:v>
                </c:pt>
                <c:pt idx="119">
                  <c:v>100.24299999999999</c:v>
                </c:pt>
                <c:pt idx="120">
                  <c:v>100.271</c:v>
                </c:pt>
                <c:pt idx="121">
                  <c:v>100.261</c:v>
                </c:pt>
                <c:pt idx="122">
                  <c:v>100.28400000000001</c:v>
                </c:pt>
                <c:pt idx="123">
                  <c:v>100.277</c:v>
                </c:pt>
                <c:pt idx="124">
                  <c:v>100.29600000000001</c:v>
                </c:pt>
                <c:pt idx="125">
                  <c:v>100.29900000000001</c:v>
                </c:pt>
                <c:pt idx="126">
                  <c:v>100.301</c:v>
                </c:pt>
                <c:pt idx="127">
                  <c:v>100.295</c:v>
                </c:pt>
                <c:pt idx="128">
                  <c:v>100.283</c:v>
                </c:pt>
                <c:pt idx="129">
                  <c:v>100.273</c:v>
                </c:pt>
                <c:pt idx="130">
                  <c:v>100.271</c:v>
                </c:pt>
                <c:pt idx="131">
                  <c:v>100.251</c:v>
                </c:pt>
                <c:pt idx="132">
                  <c:v>100.25</c:v>
                </c:pt>
                <c:pt idx="133">
                  <c:v>100.262</c:v>
                </c:pt>
                <c:pt idx="134">
                  <c:v>100.265</c:v>
                </c:pt>
                <c:pt idx="135">
                  <c:v>100.262</c:v>
                </c:pt>
                <c:pt idx="136">
                  <c:v>100.26300000000001</c:v>
                </c:pt>
                <c:pt idx="137">
                  <c:v>100.256</c:v>
                </c:pt>
                <c:pt idx="138">
                  <c:v>100.249</c:v>
                </c:pt>
                <c:pt idx="139">
                  <c:v>100.245</c:v>
                </c:pt>
                <c:pt idx="140">
                  <c:v>100.23399999999999</c:v>
                </c:pt>
                <c:pt idx="141">
                  <c:v>100.235</c:v>
                </c:pt>
                <c:pt idx="142">
                  <c:v>100.239</c:v>
                </c:pt>
                <c:pt idx="143">
                  <c:v>100.236</c:v>
                </c:pt>
                <c:pt idx="144">
                  <c:v>100.23399999999999</c:v>
                </c:pt>
                <c:pt idx="145">
                  <c:v>100.23699999999999</c:v>
                </c:pt>
                <c:pt idx="146">
                  <c:v>100.229</c:v>
                </c:pt>
                <c:pt idx="147">
                  <c:v>100.221</c:v>
                </c:pt>
                <c:pt idx="148">
                  <c:v>100.23</c:v>
                </c:pt>
                <c:pt idx="149">
                  <c:v>100.251</c:v>
                </c:pt>
                <c:pt idx="150">
                  <c:v>100.247</c:v>
                </c:pt>
                <c:pt idx="151">
                  <c:v>100.251</c:v>
                </c:pt>
                <c:pt idx="152">
                  <c:v>100.245</c:v>
                </c:pt>
                <c:pt idx="153">
                  <c:v>100.244</c:v>
                </c:pt>
                <c:pt idx="154">
                  <c:v>100.235</c:v>
                </c:pt>
                <c:pt idx="155">
                  <c:v>100.235</c:v>
                </c:pt>
                <c:pt idx="156">
                  <c:v>100.22799999999999</c:v>
                </c:pt>
                <c:pt idx="157">
                  <c:v>100.229</c:v>
                </c:pt>
                <c:pt idx="158">
                  <c:v>100.23699999999999</c:v>
                </c:pt>
                <c:pt idx="159">
                  <c:v>100.238</c:v>
                </c:pt>
                <c:pt idx="160">
                  <c:v>100.232</c:v>
                </c:pt>
                <c:pt idx="161">
                  <c:v>100.242</c:v>
                </c:pt>
                <c:pt idx="162">
                  <c:v>100.246</c:v>
                </c:pt>
                <c:pt idx="163">
                  <c:v>100.26600000000001</c:v>
                </c:pt>
                <c:pt idx="164">
                  <c:v>100.277</c:v>
                </c:pt>
                <c:pt idx="165">
                  <c:v>100.27800000000001</c:v>
                </c:pt>
                <c:pt idx="166">
                  <c:v>100.291</c:v>
                </c:pt>
                <c:pt idx="167">
                  <c:v>100.28100000000001</c:v>
                </c:pt>
                <c:pt idx="168">
                  <c:v>100.291</c:v>
                </c:pt>
                <c:pt idx="169">
                  <c:v>100.306</c:v>
                </c:pt>
                <c:pt idx="170">
                  <c:v>100.333</c:v>
                </c:pt>
                <c:pt idx="171">
                  <c:v>100.28700000000001</c:v>
                </c:pt>
                <c:pt idx="172">
                  <c:v>100.3</c:v>
                </c:pt>
                <c:pt idx="173">
                  <c:v>100.242</c:v>
                </c:pt>
                <c:pt idx="174">
                  <c:v>100.264</c:v>
                </c:pt>
                <c:pt idx="175">
                  <c:v>100.236</c:v>
                </c:pt>
                <c:pt idx="176">
                  <c:v>100.211</c:v>
                </c:pt>
                <c:pt idx="177">
                  <c:v>100.211</c:v>
                </c:pt>
                <c:pt idx="178">
                  <c:v>100.248</c:v>
                </c:pt>
                <c:pt idx="179">
                  <c:v>100.21899999999999</c:v>
                </c:pt>
                <c:pt idx="180">
                  <c:v>100.242</c:v>
                </c:pt>
                <c:pt idx="181">
                  <c:v>100.251</c:v>
                </c:pt>
                <c:pt idx="182">
                  <c:v>100.265</c:v>
                </c:pt>
                <c:pt idx="183">
                  <c:v>100.288</c:v>
                </c:pt>
                <c:pt idx="184">
                  <c:v>100.294</c:v>
                </c:pt>
                <c:pt idx="185">
                  <c:v>100.312</c:v>
                </c:pt>
                <c:pt idx="186">
                  <c:v>100.31</c:v>
                </c:pt>
                <c:pt idx="187">
                  <c:v>100.32899999999999</c:v>
                </c:pt>
                <c:pt idx="188">
                  <c:v>100.333</c:v>
                </c:pt>
                <c:pt idx="189">
                  <c:v>100.36199999999999</c:v>
                </c:pt>
                <c:pt idx="190">
                  <c:v>100.349</c:v>
                </c:pt>
                <c:pt idx="191">
                  <c:v>100.309</c:v>
                </c:pt>
                <c:pt idx="192">
                  <c:v>100.28</c:v>
                </c:pt>
                <c:pt idx="193">
                  <c:v>100.30500000000001</c:v>
                </c:pt>
                <c:pt idx="194">
                  <c:v>100.318</c:v>
                </c:pt>
                <c:pt idx="195">
                  <c:v>100.34399999999999</c:v>
                </c:pt>
                <c:pt idx="196">
                  <c:v>100.34</c:v>
                </c:pt>
                <c:pt idx="197">
                  <c:v>100.38500000000001</c:v>
                </c:pt>
                <c:pt idx="198">
                  <c:v>100.378</c:v>
                </c:pt>
                <c:pt idx="199">
                  <c:v>100.404</c:v>
                </c:pt>
                <c:pt idx="200">
                  <c:v>100.42</c:v>
                </c:pt>
                <c:pt idx="201">
                  <c:v>100.455</c:v>
                </c:pt>
                <c:pt idx="202">
                  <c:v>100.46599999999999</c:v>
                </c:pt>
                <c:pt idx="203">
                  <c:v>100.495</c:v>
                </c:pt>
                <c:pt idx="204">
                  <c:v>100.512</c:v>
                </c:pt>
                <c:pt idx="205">
                  <c:v>100.536</c:v>
                </c:pt>
                <c:pt idx="206">
                  <c:v>100.578</c:v>
                </c:pt>
                <c:pt idx="207">
                  <c:v>100.554</c:v>
                </c:pt>
                <c:pt idx="208">
                  <c:v>100.602</c:v>
                </c:pt>
                <c:pt idx="209">
                  <c:v>100.622</c:v>
                </c:pt>
                <c:pt idx="210">
                  <c:v>100.586</c:v>
                </c:pt>
                <c:pt idx="211">
                  <c:v>100.59699999999999</c:v>
                </c:pt>
                <c:pt idx="212">
                  <c:v>100.61799999999999</c:v>
                </c:pt>
                <c:pt idx="213">
                  <c:v>100.61499999999999</c:v>
                </c:pt>
                <c:pt idx="214">
                  <c:v>100.57299999999999</c:v>
                </c:pt>
                <c:pt idx="215">
                  <c:v>100.575</c:v>
                </c:pt>
                <c:pt idx="216">
                  <c:v>100.565</c:v>
                </c:pt>
                <c:pt idx="217">
                  <c:v>100.595</c:v>
                </c:pt>
                <c:pt idx="218">
                  <c:v>100.61199999999999</c:v>
                </c:pt>
                <c:pt idx="219">
                  <c:v>100.66</c:v>
                </c:pt>
                <c:pt idx="220">
                  <c:v>100.718</c:v>
                </c:pt>
                <c:pt idx="221">
                  <c:v>100.661</c:v>
                </c:pt>
                <c:pt idx="222">
                  <c:v>100.639</c:v>
                </c:pt>
                <c:pt idx="223">
                  <c:v>100.675</c:v>
                </c:pt>
                <c:pt idx="224">
                  <c:v>100.65</c:v>
                </c:pt>
                <c:pt idx="225">
                  <c:v>100.68</c:v>
                </c:pt>
                <c:pt idx="226">
                  <c:v>100.693</c:v>
                </c:pt>
                <c:pt idx="227">
                  <c:v>100.711</c:v>
                </c:pt>
                <c:pt idx="228">
                  <c:v>100.714</c:v>
                </c:pt>
                <c:pt idx="229">
                  <c:v>100.72499999999999</c:v>
                </c:pt>
                <c:pt idx="230">
                  <c:v>100.741</c:v>
                </c:pt>
                <c:pt idx="231">
                  <c:v>100.745</c:v>
                </c:pt>
                <c:pt idx="232">
                  <c:v>100.738</c:v>
                </c:pt>
                <c:pt idx="233">
                  <c:v>100.759</c:v>
                </c:pt>
                <c:pt idx="234">
                  <c:v>100.789</c:v>
                </c:pt>
                <c:pt idx="235">
                  <c:v>100.754</c:v>
                </c:pt>
                <c:pt idx="236">
                  <c:v>100.74299999999999</c:v>
                </c:pt>
                <c:pt idx="237">
                  <c:v>100.723</c:v>
                </c:pt>
                <c:pt idx="238">
                  <c:v>100.739</c:v>
                </c:pt>
                <c:pt idx="239">
                  <c:v>100.77</c:v>
                </c:pt>
                <c:pt idx="240">
                  <c:v>100.767</c:v>
                </c:pt>
                <c:pt idx="241">
                  <c:v>100.78700000000001</c:v>
                </c:pt>
                <c:pt idx="242">
                  <c:v>100.78400000000001</c:v>
                </c:pt>
                <c:pt idx="243">
                  <c:v>100.77</c:v>
                </c:pt>
                <c:pt idx="244">
                  <c:v>100.742</c:v>
                </c:pt>
                <c:pt idx="245">
                  <c:v>100.682</c:v>
                </c:pt>
                <c:pt idx="246">
                  <c:v>100.687</c:v>
                </c:pt>
                <c:pt idx="247">
                  <c:v>100.63</c:v>
                </c:pt>
                <c:pt idx="248">
                  <c:v>100.658</c:v>
                </c:pt>
                <c:pt idx="249">
                  <c:v>100.67100000000001</c:v>
                </c:pt>
                <c:pt idx="250">
                  <c:v>100.69799999999999</c:v>
                </c:pt>
                <c:pt idx="251">
                  <c:v>100.711</c:v>
                </c:pt>
                <c:pt idx="252">
                  <c:v>100.682</c:v>
                </c:pt>
                <c:pt idx="253">
                  <c:v>100.67700000000001</c:v>
                </c:pt>
                <c:pt idx="254">
                  <c:v>100.67400000000001</c:v>
                </c:pt>
                <c:pt idx="255">
                  <c:v>100.711</c:v>
                </c:pt>
                <c:pt idx="256">
                  <c:v>100.705</c:v>
                </c:pt>
                <c:pt idx="257">
                  <c:v>100.673</c:v>
                </c:pt>
                <c:pt idx="258">
                  <c:v>100.691</c:v>
                </c:pt>
                <c:pt idx="259">
                  <c:v>100.71299999999999</c:v>
                </c:pt>
                <c:pt idx="260">
                  <c:v>100.661</c:v>
                </c:pt>
                <c:pt idx="261">
                  <c:v>100.604</c:v>
                </c:pt>
                <c:pt idx="262">
                  <c:v>100.574</c:v>
                </c:pt>
                <c:pt idx="263">
                  <c:v>100.625</c:v>
                </c:pt>
                <c:pt idx="264">
                  <c:v>100.621</c:v>
                </c:pt>
                <c:pt idx="265">
                  <c:v>100.649</c:v>
                </c:pt>
                <c:pt idx="266">
                  <c:v>100.652</c:v>
                </c:pt>
                <c:pt idx="267">
                  <c:v>100.65600000000001</c:v>
                </c:pt>
                <c:pt idx="268">
                  <c:v>100.65300000000001</c:v>
                </c:pt>
                <c:pt idx="269">
                  <c:v>100.65600000000001</c:v>
                </c:pt>
                <c:pt idx="270">
                  <c:v>100.639</c:v>
                </c:pt>
                <c:pt idx="271">
                  <c:v>100.617</c:v>
                </c:pt>
                <c:pt idx="272">
                  <c:v>100.633</c:v>
                </c:pt>
                <c:pt idx="273">
                  <c:v>100.63800000000001</c:v>
                </c:pt>
                <c:pt idx="274">
                  <c:v>100.65300000000001</c:v>
                </c:pt>
                <c:pt idx="275">
                  <c:v>100.65900000000001</c:v>
                </c:pt>
                <c:pt idx="276">
                  <c:v>100.625</c:v>
                </c:pt>
                <c:pt idx="277">
                  <c:v>100.58499999999999</c:v>
                </c:pt>
                <c:pt idx="278">
                  <c:v>100.55800000000001</c:v>
                </c:pt>
                <c:pt idx="279">
                  <c:v>100.59699999999999</c:v>
                </c:pt>
                <c:pt idx="280">
                  <c:v>100.614</c:v>
                </c:pt>
                <c:pt idx="281">
                  <c:v>100.628</c:v>
                </c:pt>
                <c:pt idx="282">
                  <c:v>100.631</c:v>
                </c:pt>
                <c:pt idx="283">
                  <c:v>100.64400000000001</c:v>
                </c:pt>
                <c:pt idx="284">
                  <c:v>100.643</c:v>
                </c:pt>
                <c:pt idx="285">
                  <c:v>100.655</c:v>
                </c:pt>
                <c:pt idx="286">
                  <c:v>100.69499999999999</c:v>
                </c:pt>
                <c:pt idx="287">
                  <c:v>100.684</c:v>
                </c:pt>
                <c:pt idx="288">
                  <c:v>100.67100000000001</c:v>
                </c:pt>
                <c:pt idx="289">
                  <c:v>100.705</c:v>
                </c:pt>
                <c:pt idx="290">
                  <c:v>100.744</c:v>
                </c:pt>
                <c:pt idx="291">
                  <c:v>100.765</c:v>
                </c:pt>
                <c:pt idx="292">
                  <c:v>100.75</c:v>
                </c:pt>
                <c:pt idx="293">
                  <c:v>100.76</c:v>
                </c:pt>
                <c:pt idx="294">
                  <c:v>100.78100000000001</c:v>
                </c:pt>
                <c:pt idx="295">
                  <c:v>100.764</c:v>
                </c:pt>
                <c:pt idx="296">
                  <c:v>100.73699999999999</c:v>
                </c:pt>
                <c:pt idx="297">
                  <c:v>100.754</c:v>
                </c:pt>
                <c:pt idx="298">
                  <c:v>100.749</c:v>
                </c:pt>
                <c:pt idx="299">
                  <c:v>100.75700000000001</c:v>
                </c:pt>
                <c:pt idx="300">
                  <c:v>100.77500000000001</c:v>
                </c:pt>
                <c:pt idx="301">
                  <c:v>100.791</c:v>
                </c:pt>
                <c:pt idx="302">
                  <c:v>100.777</c:v>
                </c:pt>
                <c:pt idx="303">
                  <c:v>100.753</c:v>
                </c:pt>
                <c:pt idx="304">
                  <c:v>100.749</c:v>
                </c:pt>
                <c:pt idx="305">
                  <c:v>100.735</c:v>
                </c:pt>
                <c:pt idx="306">
                  <c:v>100.71899999999999</c:v>
                </c:pt>
                <c:pt idx="307">
                  <c:v>100.72</c:v>
                </c:pt>
                <c:pt idx="308">
                  <c:v>100.727</c:v>
                </c:pt>
                <c:pt idx="309">
                  <c:v>100.754</c:v>
                </c:pt>
                <c:pt idx="310">
                  <c:v>100.777</c:v>
                </c:pt>
                <c:pt idx="311">
                  <c:v>100.77500000000001</c:v>
                </c:pt>
                <c:pt idx="312">
                  <c:v>100.79300000000001</c:v>
                </c:pt>
                <c:pt idx="313">
                  <c:v>100.79600000000001</c:v>
                </c:pt>
                <c:pt idx="314">
                  <c:v>100.81</c:v>
                </c:pt>
                <c:pt idx="315">
                  <c:v>100.815</c:v>
                </c:pt>
                <c:pt idx="316">
                  <c:v>100.792</c:v>
                </c:pt>
                <c:pt idx="317">
                  <c:v>100.797</c:v>
                </c:pt>
                <c:pt idx="318">
                  <c:v>100.798</c:v>
                </c:pt>
                <c:pt idx="319">
                  <c:v>100.797</c:v>
                </c:pt>
                <c:pt idx="320">
                  <c:v>100.807</c:v>
                </c:pt>
                <c:pt idx="321">
                  <c:v>100.80500000000001</c:v>
                </c:pt>
                <c:pt idx="322">
                  <c:v>100.801</c:v>
                </c:pt>
                <c:pt idx="323">
                  <c:v>100.79600000000001</c:v>
                </c:pt>
                <c:pt idx="324">
                  <c:v>100.831</c:v>
                </c:pt>
                <c:pt idx="325">
                  <c:v>100.843</c:v>
                </c:pt>
                <c:pt idx="326">
                  <c:v>100.85</c:v>
                </c:pt>
                <c:pt idx="327">
                  <c:v>100.89700000000001</c:v>
                </c:pt>
                <c:pt idx="328">
                  <c:v>100.89100000000001</c:v>
                </c:pt>
                <c:pt idx="329">
                  <c:v>100.883</c:v>
                </c:pt>
                <c:pt idx="330">
                  <c:v>100.883</c:v>
                </c:pt>
                <c:pt idx="331">
                  <c:v>100.916</c:v>
                </c:pt>
                <c:pt idx="332">
                  <c:v>100.91</c:v>
                </c:pt>
                <c:pt idx="333">
                  <c:v>100.883</c:v>
                </c:pt>
                <c:pt idx="334">
                  <c:v>100.857</c:v>
                </c:pt>
                <c:pt idx="335">
                  <c:v>100.828</c:v>
                </c:pt>
                <c:pt idx="336">
                  <c:v>100.81100000000001</c:v>
                </c:pt>
                <c:pt idx="337">
                  <c:v>100.794</c:v>
                </c:pt>
                <c:pt idx="338">
                  <c:v>100.839</c:v>
                </c:pt>
              </c:numCache>
            </c:numRef>
          </c:val>
          <c:smooth val="0"/>
          <c:extLst>
            <c:ext xmlns:c16="http://schemas.microsoft.com/office/drawing/2014/chart" uri="{C3380CC4-5D6E-409C-BE32-E72D297353CC}">
              <c16:uniqueId val="{00000001-F6F7-479B-BE53-FFABF0C552DE}"/>
            </c:ext>
          </c:extLst>
        </c:ser>
        <c:dLbls>
          <c:showLegendKey val="0"/>
          <c:showVal val="0"/>
          <c:showCatName val="0"/>
          <c:showSerName val="0"/>
          <c:showPercent val="0"/>
          <c:showBubbleSize val="0"/>
        </c:dLbls>
        <c:marker val="1"/>
        <c:smooth val="0"/>
        <c:axId val="911015551"/>
        <c:axId val="1091231983"/>
      </c:lineChart>
      <c:cat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Algn val="ctr"/>
        <c:lblOffset val="100"/>
        <c:noMultiLvlLbl val="0"/>
      </c:catAx>
      <c:valAx>
        <c:axId val="-266031040"/>
        <c:scaling>
          <c:orientation val="minMax"/>
        </c:scaling>
        <c:delete val="0"/>
        <c:axPos val="l"/>
        <c:numFmt formatCode="0.00_);[Red]\(0.00\)"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valAx>
        <c:axId val="1091231983"/>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911015551"/>
        <c:crosses val="max"/>
        <c:crossBetween val="between"/>
      </c:valAx>
      <c:catAx>
        <c:axId val="911015551"/>
        <c:scaling>
          <c:orientation val="minMax"/>
        </c:scaling>
        <c:delete val="1"/>
        <c:axPos val="b"/>
        <c:numFmt formatCode="General" sourceLinked="1"/>
        <c:majorTickMark val="out"/>
        <c:minorTickMark val="none"/>
        <c:tickLblPos val="nextTo"/>
        <c:crossAx val="1091231983"/>
        <c:crosses val="autoZero"/>
        <c:auto val="1"/>
        <c:lblAlgn val="ctr"/>
        <c:lblOffset val="100"/>
        <c:noMultiLvlLbl val="0"/>
      </c:cat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'5min interval 0617 FOMC'!$F$1</c:f>
              <c:strCache>
                <c:ptCount val="1"/>
                <c:pt idx="0">
                  <c:v>COMEX黄金价格，左轴</c:v>
                </c:pt>
              </c:strCache>
            </c:strRef>
          </c:tx>
          <c:spPr>
            <a:ln w="25400" cap="rnd" cmpd="sng">
              <a:solidFill>
                <a:srgbClr val="7C80C8"/>
              </a:solidFill>
              <a:prstDash val="solid"/>
              <a:round/>
            </a:ln>
            <a:effectLst/>
          </c:spPr>
          <c:marker>
            <c:symbol val="none"/>
          </c:marker>
          <c:cat>
            <c:strRef>
              <c:f>'5min interval 0617 FOMC'!$B$2:$B$340</c:f>
              <c:strCache>
                <c:ptCount val="339"/>
                <c:pt idx="0">
                  <c:v>T +5min</c:v>
                </c:pt>
                <c:pt idx="1">
                  <c:v>T +10min</c:v>
                </c:pt>
                <c:pt idx="2">
                  <c:v>T +15min</c:v>
                </c:pt>
                <c:pt idx="3">
                  <c:v>T +20min</c:v>
                </c:pt>
                <c:pt idx="4">
                  <c:v>T +25min</c:v>
                </c:pt>
                <c:pt idx="5">
                  <c:v>T +30min</c:v>
                </c:pt>
                <c:pt idx="6">
                  <c:v>T +35min</c:v>
                </c:pt>
                <c:pt idx="7">
                  <c:v>T +40min</c:v>
                </c:pt>
                <c:pt idx="8">
                  <c:v>T +45min</c:v>
                </c:pt>
                <c:pt idx="9">
                  <c:v>T +50min</c:v>
                </c:pt>
                <c:pt idx="10">
                  <c:v>T +55min</c:v>
                </c:pt>
                <c:pt idx="11">
                  <c:v>T +60min</c:v>
                </c:pt>
                <c:pt idx="12">
                  <c:v>T +65min</c:v>
                </c:pt>
                <c:pt idx="13">
                  <c:v>T +70min</c:v>
                </c:pt>
                <c:pt idx="14">
                  <c:v>T +75min</c:v>
                </c:pt>
                <c:pt idx="15">
                  <c:v>T +80min</c:v>
                </c:pt>
                <c:pt idx="16">
                  <c:v>T +85min</c:v>
                </c:pt>
                <c:pt idx="17">
                  <c:v>T +90min</c:v>
                </c:pt>
                <c:pt idx="18">
                  <c:v>T +95min</c:v>
                </c:pt>
                <c:pt idx="19">
                  <c:v>T +100min</c:v>
                </c:pt>
                <c:pt idx="20">
                  <c:v>T +105min</c:v>
                </c:pt>
                <c:pt idx="21">
                  <c:v>T +110min</c:v>
                </c:pt>
                <c:pt idx="22">
                  <c:v>T +115min</c:v>
                </c:pt>
                <c:pt idx="23">
                  <c:v>T +120min</c:v>
                </c:pt>
                <c:pt idx="24">
                  <c:v>T +125min</c:v>
                </c:pt>
                <c:pt idx="25">
                  <c:v>T +130min</c:v>
                </c:pt>
                <c:pt idx="26">
                  <c:v>T +135min</c:v>
                </c:pt>
                <c:pt idx="27">
                  <c:v>T +140min</c:v>
                </c:pt>
                <c:pt idx="28">
                  <c:v>T +145min</c:v>
                </c:pt>
                <c:pt idx="29">
                  <c:v>T +150min</c:v>
                </c:pt>
                <c:pt idx="30">
                  <c:v>T +155min</c:v>
                </c:pt>
                <c:pt idx="31">
                  <c:v>T +160min</c:v>
                </c:pt>
                <c:pt idx="32">
                  <c:v>T +165min</c:v>
                </c:pt>
                <c:pt idx="33">
                  <c:v>T +170min</c:v>
                </c:pt>
                <c:pt idx="34">
                  <c:v>T +175min</c:v>
                </c:pt>
                <c:pt idx="35">
                  <c:v>T +180min</c:v>
                </c:pt>
                <c:pt idx="36">
                  <c:v>T +185min</c:v>
                </c:pt>
                <c:pt idx="37">
                  <c:v>T +190min</c:v>
                </c:pt>
                <c:pt idx="38">
                  <c:v>T +195min</c:v>
                </c:pt>
                <c:pt idx="39">
                  <c:v>T +200min</c:v>
                </c:pt>
                <c:pt idx="40">
                  <c:v>T +205min</c:v>
                </c:pt>
                <c:pt idx="41">
                  <c:v>T +210min</c:v>
                </c:pt>
                <c:pt idx="42">
                  <c:v>T +215min</c:v>
                </c:pt>
                <c:pt idx="43">
                  <c:v>T +220min</c:v>
                </c:pt>
                <c:pt idx="44">
                  <c:v>T +225min</c:v>
                </c:pt>
                <c:pt idx="45">
                  <c:v>T +230min</c:v>
                </c:pt>
                <c:pt idx="46">
                  <c:v>T +235min</c:v>
                </c:pt>
                <c:pt idx="47">
                  <c:v>T +240min</c:v>
                </c:pt>
                <c:pt idx="48">
                  <c:v>T +245min</c:v>
                </c:pt>
                <c:pt idx="49">
                  <c:v>T +250min</c:v>
                </c:pt>
                <c:pt idx="50">
                  <c:v>T +255min</c:v>
                </c:pt>
                <c:pt idx="51">
                  <c:v>T +260min</c:v>
                </c:pt>
                <c:pt idx="52">
                  <c:v>T +265min</c:v>
                </c:pt>
                <c:pt idx="53">
                  <c:v>T +270min</c:v>
                </c:pt>
                <c:pt idx="54">
                  <c:v>T +275min</c:v>
                </c:pt>
                <c:pt idx="55">
                  <c:v>T +280min</c:v>
                </c:pt>
                <c:pt idx="56">
                  <c:v>T +285min</c:v>
                </c:pt>
                <c:pt idx="57">
                  <c:v>T +290min</c:v>
                </c:pt>
                <c:pt idx="58">
                  <c:v>T +295min</c:v>
                </c:pt>
                <c:pt idx="59">
                  <c:v>T +300min</c:v>
                </c:pt>
                <c:pt idx="60">
                  <c:v>T +305min</c:v>
                </c:pt>
                <c:pt idx="61">
                  <c:v>T +310min</c:v>
                </c:pt>
                <c:pt idx="62">
                  <c:v>T +315min</c:v>
                </c:pt>
                <c:pt idx="63">
                  <c:v>T +320min</c:v>
                </c:pt>
                <c:pt idx="64">
                  <c:v>T +325min</c:v>
                </c:pt>
                <c:pt idx="65">
                  <c:v>T +330min</c:v>
                </c:pt>
                <c:pt idx="66">
                  <c:v>T +335min</c:v>
                </c:pt>
                <c:pt idx="67">
                  <c:v>T +340min</c:v>
                </c:pt>
                <c:pt idx="68">
                  <c:v>T +345min</c:v>
                </c:pt>
                <c:pt idx="69">
                  <c:v>T +350min</c:v>
                </c:pt>
                <c:pt idx="70">
                  <c:v>T +355min</c:v>
                </c:pt>
                <c:pt idx="71">
                  <c:v>T +360min</c:v>
                </c:pt>
                <c:pt idx="72">
                  <c:v>T +365min</c:v>
                </c:pt>
                <c:pt idx="73">
                  <c:v>T +370min</c:v>
                </c:pt>
                <c:pt idx="74">
                  <c:v>T +375min</c:v>
                </c:pt>
                <c:pt idx="75">
                  <c:v>T +380min</c:v>
                </c:pt>
                <c:pt idx="76">
                  <c:v>T +385min</c:v>
                </c:pt>
                <c:pt idx="77">
                  <c:v>T +390min</c:v>
                </c:pt>
                <c:pt idx="78">
                  <c:v>T +395min</c:v>
                </c:pt>
                <c:pt idx="79">
                  <c:v>T +400min</c:v>
                </c:pt>
                <c:pt idx="80">
                  <c:v>T +405min</c:v>
                </c:pt>
                <c:pt idx="81">
                  <c:v>T +410min</c:v>
                </c:pt>
                <c:pt idx="82">
                  <c:v>T +415min</c:v>
                </c:pt>
                <c:pt idx="83">
                  <c:v>T +420min</c:v>
                </c:pt>
                <c:pt idx="84">
                  <c:v>T +425min</c:v>
                </c:pt>
                <c:pt idx="85">
                  <c:v>T +430min</c:v>
                </c:pt>
                <c:pt idx="86">
                  <c:v>T +435min</c:v>
                </c:pt>
                <c:pt idx="87">
                  <c:v>T +440min</c:v>
                </c:pt>
                <c:pt idx="88">
                  <c:v>T +445min</c:v>
                </c:pt>
                <c:pt idx="89">
                  <c:v>T +450min</c:v>
                </c:pt>
                <c:pt idx="90">
                  <c:v>T +455min</c:v>
                </c:pt>
                <c:pt idx="91">
                  <c:v>T +460min</c:v>
                </c:pt>
                <c:pt idx="92">
                  <c:v>T +465min</c:v>
                </c:pt>
                <c:pt idx="93">
                  <c:v>T +470min</c:v>
                </c:pt>
                <c:pt idx="94">
                  <c:v>T +475min</c:v>
                </c:pt>
                <c:pt idx="95">
                  <c:v>T +480min</c:v>
                </c:pt>
                <c:pt idx="96">
                  <c:v>T +485min</c:v>
                </c:pt>
                <c:pt idx="97">
                  <c:v>T +490min</c:v>
                </c:pt>
                <c:pt idx="98">
                  <c:v>T +495min</c:v>
                </c:pt>
                <c:pt idx="99">
                  <c:v>T +500min</c:v>
                </c:pt>
                <c:pt idx="100">
                  <c:v>T +505min</c:v>
                </c:pt>
                <c:pt idx="101">
                  <c:v>T +510min</c:v>
                </c:pt>
                <c:pt idx="102">
                  <c:v>T +515min</c:v>
                </c:pt>
                <c:pt idx="103">
                  <c:v>T +520min</c:v>
                </c:pt>
                <c:pt idx="104">
                  <c:v>T +525min</c:v>
                </c:pt>
                <c:pt idx="105">
                  <c:v>T +530min</c:v>
                </c:pt>
                <c:pt idx="106">
                  <c:v>T +535min</c:v>
                </c:pt>
                <c:pt idx="107">
                  <c:v>T +540min</c:v>
                </c:pt>
                <c:pt idx="108">
                  <c:v>T +545min</c:v>
                </c:pt>
                <c:pt idx="109">
                  <c:v>T +550min</c:v>
                </c:pt>
                <c:pt idx="110">
                  <c:v>T +555min</c:v>
                </c:pt>
                <c:pt idx="111">
                  <c:v>T +560min</c:v>
                </c:pt>
                <c:pt idx="112">
                  <c:v>T +565min</c:v>
                </c:pt>
                <c:pt idx="113">
                  <c:v>T +570min</c:v>
                </c:pt>
                <c:pt idx="114">
                  <c:v>T +575min</c:v>
                </c:pt>
                <c:pt idx="115">
                  <c:v>T +580min</c:v>
                </c:pt>
                <c:pt idx="116">
                  <c:v>T +585min</c:v>
                </c:pt>
                <c:pt idx="117">
                  <c:v>T +590min</c:v>
                </c:pt>
                <c:pt idx="118">
                  <c:v>T +595min</c:v>
                </c:pt>
                <c:pt idx="119">
                  <c:v>T +600min</c:v>
                </c:pt>
                <c:pt idx="120">
                  <c:v>T +605min</c:v>
                </c:pt>
                <c:pt idx="121">
                  <c:v>T +610min</c:v>
                </c:pt>
                <c:pt idx="122">
                  <c:v>T +615min</c:v>
                </c:pt>
                <c:pt idx="123">
                  <c:v>T +620min</c:v>
                </c:pt>
                <c:pt idx="124">
                  <c:v>T +625min</c:v>
                </c:pt>
                <c:pt idx="125">
                  <c:v>T +630min</c:v>
                </c:pt>
                <c:pt idx="126">
                  <c:v>T +635min</c:v>
                </c:pt>
                <c:pt idx="127">
                  <c:v>T +640min</c:v>
                </c:pt>
                <c:pt idx="128">
                  <c:v>T +645min</c:v>
                </c:pt>
                <c:pt idx="129">
                  <c:v>T +650min</c:v>
                </c:pt>
                <c:pt idx="130">
                  <c:v>T +655min</c:v>
                </c:pt>
                <c:pt idx="131">
                  <c:v>T +660min</c:v>
                </c:pt>
                <c:pt idx="132">
                  <c:v>T +665min</c:v>
                </c:pt>
                <c:pt idx="133">
                  <c:v>T +670min</c:v>
                </c:pt>
                <c:pt idx="134">
                  <c:v>T +675min</c:v>
                </c:pt>
                <c:pt idx="135">
                  <c:v>T +680min</c:v>
                </c:pt>
                <c:pt idx="136">
                  <c:v>T +685min</c:v>
                </c:pt>
                <c:pt idx="137">
                  <c:v>T +690min</c:v>
                </c:pt>
                <c:pt idx="138">
                  <c:v>T +695min</c:v>
                </c:pt>
                <c:pt idx="139">
                  <c:v>T +700min</c:v>
                </c:pt>
                <c:pt idx="140">
                  <c:v>T +705min</c:v>
                </c:pt>
                <c:pt idx="141">
                  <c:v>T +710min</c:v>
                </c:pt>
                <c:pt idx="142">
                  <c:v>T +715min</c:v>
                </c:pt>
                <c:pt idx="143">
                  <c:v>T +720min</c:v>
                </c:pt>
                <c:pt idx="144">
                  <c:v>T +725min</c:v>
                </c:pt>
                <c:pt idx="145">
                  <c:v>T +730min</c:v>
                </c:pt>
                <c:pt idx="146">
                  <c:v>T +735min</c:v>
                </c:pt>
                <c:pt idx="147">
                  <c:v>T +740min</c:v>
                </c:pt>
                <c:pt idx="148">
                  <c:v>T +745min</c:v>
                </c:pt>
                <c:pt idx="149">
                  <c:v>T +750min</c:v>
                </c:pt>
                <c:pt idx="150">
                  <c:v>T +755min</c:v>
                </c:pt>
                <c:pt idx="151">
                  <c:v>T +760min</c:v>
                </c:pt>
                <c:pt idx="152">
                  <c:v>T +765min</c:v>
                </c:pt>
                <c:pt idx="153">
                  <c:v>T +770min</c:v>
                </c:pt>
                <c:pt idx="154">
                  <c:v>T +775min</c:v>
                </c:pt>
                <c:pt idx="155">
                  <c:v>T +780min</c:v>
                </c:pt>
                <c:pt idx="156">
                  <c:v>T +785min</c:v>
                </c:pt>
                <c:pt idx="157">
                  <c:v>T +790min</c:v>
                </c:pt>
                <c:pt idx="158">
                  <c:v>T +795min</c:v>
                </c:pt>
                <c:pt idx="159">
                  <c:v>T +800min</c:v>
                </c:pt>
                <c:pt idx="160">
                  <c:v>T +805min</c:v>
                </c:pt>
                <c:pt idx="161">
                  <c:v>T +810min</c:v>
                </c:pt>
                <c:pt idx="162">
                  <c:v>T +815min</c:v>
                </c:pt>
                <c:pt idx="163">
                  <c:v>T +820min</c:v>
                </c:pt>
                <c:pt idx="164">
                  <c:v>T +825min</c:v>
                </c:pt>
                <c:pt idx="165">
                  <c:v>T +830min</c:v>
                </c:pt>
                <c:pt idx="166">
                  <c:v>T +835min</c:v>
                </c:pt>
                <c:pt idx="167">
                  <c:v>T +840min</c:v>
                </c:pt>
                <c:pt idx="168">
                  <c:v>T +845min</c:v>
                </c:pt>
                <c:pt idx="169">
                  <c:v>T +850min</c:v>
                </c:pt>
                <c:pt idx="170">
                  <c:v>T +855min</c:v>
                </c:pt>
                <c:pt idx="171">
                  <c:v>T +860min</c:v>
                </c:pt>
                <c:pt idx="172">
                  <c:v>T +865min</c:v>
                </c:pt>
                <c:pt idx="173">
                  <c:v>T +870min</c:v>
                </c:pt>
                <c:pt idx="174">
                  <c:v>T +875min</c:v>
                </c:pt>
                <c:pt idx="175">
                  <c:v>T +880min</c:v>
                </c:pt>
                <c:pt idx="176">
                  <c:v>T +885min</c:v>
                </c:pt>
                <c:pt idx="177">
                  <c:v>T +890min</c:v>
                </c:pt>
                <c:pt idx="178">
                  <c:v>T +895min</c:v>
                </c:pt>
                <c:pt idx="179">
                  <c:v>T +900min</c:v>
                </c:pt>
                <c:pt idx="180">
                  <c:v>T +905min</c:v>
                </c:pt>
                <c:pt idx="181">
                  <c:v>T +910min</c:v>
                </c:pt>
                <c:pt idx="182">
                  <c:v>T +915min</c:v>
                </c:pt>
                <c:pt idx="183">
                  <c:v>T +920min</c:v>
                </c:pt>
                <c:pt idx="184">
                  <c:v>T +925min</c:v>
                </c:pt>
                <c:pt idx="185">
                  <c:v>T +930min</c:v>
                </c:pt>
                <c:pt idx="186">
                  <c:v>T +935min</c:v>
                </c:pt>
                <c:pt idx="187">
                  <c:v>T +940min</c:v>
                </c:pt>
                <c:pt idx="188">
                  <c:v>T +945min</c:v>
                </c:pt>
                <c:pt idx="189">
                  <c:v>T +950min</c:v>
                </c:pt>
                <c:pt idx="190">
                  <c:v>T +955min</c:v>
                </c:pt>
                <c:pt idx="191">
                  <c:v>T +960min</c:v>
                </c:pt>
                <c:pt idx="192">
                  <c:v>T +965min</c:v>
                </c:pt>
                <c:pt idx="193">
                  <c:v>T +970min</c:v>
                </c:pt>
                <c:pt idx="194">
                  <c:v>T +975min</c:v>
                </c:pt>
                <c:pt idx="195">
                  <c:v>T +980min</c:v>
                </c:pt>
                <c:pt idx="196">
                  <c:v>T +985min</c:v>
                </c:pt>
                <c:pt idx="197">
                  <c:v>T +990min</c:v>
                </c:pt>
                <c:pt idx="198">
                  <c:v>T +995min</c:v>
                </c:pt>
                <c:pt idx="199">
                  <c:v>T +1000min</c:v>
                </c:pt>
                <c:pt idx="200">
                  <c:v>T +1005min</c:v>
                </c:pt>
                <c:pt idx="201">
                  <c:v>T +1010min</c:v>
                </c:pt>
                <c:pt idx="202">
                  <c:v>T +1015min</c:v>
                </c:pt>
                <c:pt idx="203">
                  <c:v>T +1020min</c:v>
                </c:pt>
                <c:pt idx="204">
                  <c:v>T +1025min</c:v>
                </c:pt>
                <c:pt idx="205">
                  <c:v>T +1030min</c:v>
                </c:pt>
                <c:pt idx="206">
                  <c:v>T +1035min</c:v>
                </c:pt>
                <c:pt idx="207">
                  <c:v>T +1040min</c:v>
                </c:pt>
                <c:pt idx="208">
                  <c:v>T +1045min</c:v>
                </c:pt>
                <c:pt idx="209">
                  <c:v>T +1050min</c:v>
                </c:pt>
                <c:pt idx="210">
                  <c:v>T +1055min</c:v>
                </c:pt>
                <c:pt idx="211">
                  <c:v>T +1060min</c:v>
                </c:pt>
                <c:pt idx="212">
                  <c:v>T +1065min</c:v>
                </c:pt>
                <c:pt idx="213">
                  <c:v>T +1070min</c:v>
                </c:pt>
                <c:pt idx="214">
                  <c:v>T +1075min</c:v>
                </c:pt>
                <c:pt idx="215">
                  <c:v>T +1080min</c:v>
                </c:pt>
                <c:pt idx="216">
                  <c:v>T +1085min</c:v>
                </c:pt>
                <c:pt idx="217">
                  <c:v>T +1090min</c:v>
                </c:pt>
                <c:pt idx="218">
                  <c:v>T +1095min</c:v>
                </c:pt>
                <c:pt idx="219">
                  <c:v>T +1100min</c:v>
                </c:pt>
                <c:pt idx="220">
                  <c:v>T +1105min</c:v>
                </c:pt>
                <c:pt idx="221">
                  <c:v>T +1110min</c:v>
                </c:pt>
                <c:pt idx="222">
                  <c:v>T +1115min</c:v>
                </c:pt>
                <c:pt idx="223">
                  <c:v>T +1120min</c:v>
                </c:pt>
                <c:pt idx="224">
                  <c:v>T +1125min</c:v>
                </c:pt>
                <c:pt idx="225">
                  <c:v>T +1130min</c:v>
                </c:pt>
                <c:pt idx="226">
                  <c:v>T +1135min</c:v>
                </c:pt>
                <c:pt idx="227">
                  <c:v>T +1140min</c:v>
                </c:pt>
                <c:pt idx="228">
                  <c:v>T +1145min</c:v>
                </c:pt>
                <c:pt idx="229">
                  <c:v>T +1150min</c:v>
                </c:pt>
                <c:pt idx="230">
                  <c:v>T +1155min</c:v>
                </c:pt>
                <c:pt idx="231">
                  <c:v>T +1160min</c:v>
                </c:pt>
                <c:pt idx="232">
                  <c:v>T +1165min</c:v>
                </c:pt>
                <c:pt idx="233">
                  <c:v>T +1170min</c:v>
                </c:pt>
                <c:pt idx="234">
                  <c:v>T +1175min</c:v>
                </c:pt>
                <c:pt idx="235">
                  <c:v>T +1180min</c:v>
                </c:pt>
                <c:pt idx="236">
                  <c:v>T +1185min</c:v>
                </c:pt>
                <c:pt idx="237">
                  <c:v>T +1190min</c:v>
                </c:pt>
                <c:pt idx="238">
                  <c:v>T +1195min</c:v>
                </c:pt>
                <c:pt idx="239">
                  <c:v>T +1200min</c:v>
                </c:pt>
                <c:pt idx="240">
                  <c:v>T +1205min</c:v>
                </c:pt>
                <c:pt idx="241">
                  <c:v>T +1210min</c:v>
                </c:pt>
                <c:pt idx="242">
                  <c:v>T +1215min</c:v>
                </c:pt>
                <c:pt idx="243">
                  <c:v>T +1220min</c:v>
                </c:pt>
                <c:pt idx="244">
                  <c:v>T +1225min</c:v>
                </c:pt>
                <c:pt idx="245">
                  <c:v>T +1230min</c:v>
                </c:pt>
                <c:pt idx="246">
                  <c:v>T +1235min</c:v>
                </c:pt>
                <c:pt idx="247">
                  <c:v>T +1240min</c:v>
                </c:pt>
                <c:pt idx="248">
                  <c:v>T +1245min</c:v>
                </c:pt>
                <c:pt idx="249">
                  <c:v>T +1250min</c:v>
                </c:pt>
                <c:pt idx="250">
                  <c:v>T +1255min</c:v>
                </c:pt>
                <c:pt idx="251">
                  <c:v>T +1260min</c:v>
                </c:pt>
                <c:pt idx="252">
                  <c:v>T +1265min</c:v>
                </c:pt>
                <c:pt idx="253">
                  <c:v>T +1270min</c:v>
                </c:pt>
                <c:pt idx="254">
                  <c:v>T +1275min</c:v>
                </c:pt>
                <c:pt idx="255">
                  <c:v>T +1280min</c:v>
                </c:pt>
                <c:pt idx="256">
                  <c:v>T +1285min</c:v>
                </c:pt>
                <c:pt idx="257">
                  <c:v>T +1290min</c:v>
                </c:pt>
                <c:pt idx="258">
                  <c:v>T +1295min</c:v>
                </c:pt>
                <c:pt idx="259">
                  <c:v>T +1300min</c:v>
                </c:pt>
                <c:pt idx="260">
                  <c:v>T +1305min</c:v>
                </c:pt>
                <c:pt idx="261">
                  <c:v>T +1310min</c:v>
                </c:pt>
                <c:pt idx="262">
                  <c:v>T +1315min</c:v>
                </c:pt>
                <c:pt idx="263">
                  <c:v>T +1320min</c:v>
                </c:pt>
                <c:pt idx="264">
                  <c:v>T +1325min</c:v>
                </c:pt>
                <c:pt idx="265">
                  <c:v>T +1330min</c:v>
                </c:pt>
                <c:pt idx="266">
                  <c:v>T +1335min</c:v>
                </c:pt>
                <c:pt idx="267">
                  <c:v>T +1340min</c:v>
                </c:pt>
                <c:pt idx="268">
                  <c:v>T +1345min</c:v>
                </c:pt>
                <c:pt idx="269">
                  <c:v>T +1350min</c:v>
                </c:pt>
                <c:pt idx="270">
                  <c:v>T +1355min</c:v>
                </c:pt>
                <c:pt idx="271">
                  <c:v>T +1360min</c:v>
                </c:pt>
                <c:pt idx="272">
                  <c:v>T +1365min</c:v>
                </c:pt>
                <c:pt idx="273">
                  <c:v>T +1370min</c:v>
                </c:pt>
                <c:pt idx="274">
                  <c:v>T +1375min</c:v>
                </c:pt>
                <c:pt idx="275">
                  <c:v>T +1380min</c:v>
                </c:pt>
                <c:pt idx="276">
                  <c:v>T +1385min</c:v>
                </c:pt>
                <c:pt idx="277">
                  <c:v>T +1390min</c:v>
                </c:pt>
                <c:pt idx="278">
                  <c:v>T +1395min</c:v>
                </c:pt>
                <c:pt idx="279">
                  <c:v>T +1400min</c:v>
                </c:pt>
                <c:pt idx="280">
                  <c:v>T +1405min</c:v>
                </c:pt>
                <c:pt idx="281">
                  <c:v>T +1410min</c:v>
                </c:pt>
                <c:pt idx="282">
                  <c:v>T +1415min</c:v>
                </c:pt>
                <c:pt idx="283">
                  <c:v>T +1420min</c:v>
                </c:pt>
                <c:pt idx="284">
                  <c:v>T +1425min</c:v>
                </c:pt>
                <c:pt idx="285">
                  <c:v>T +1430min</c:v>
                </c:pt>
                <c:pt idx="286">
                  <c:v>T +1435min</c:v>
                </c:pt>
                <c:pt idx="287">
                  <c:v>T +1440min</c:v>
                </c:pt>
                <c:pt idx="288">
                  <c:v>T +1445min</c:v>
                </c:pt>
                <c:pt idx="289">
                  <c:v>T +1450min</c:v>
                </c:pt>
                <c:pt idx="290">
                  <c:v>T +1455min</c:v>
                </c:pt>
                <c:pt idx="291">
                  <c:v>T +1460min</c:v>
                </c:pt>
                <c:pt idx="292">
                  <c:v>T +1465min</c:v>
                </c:pt>
                <c:pt idx="293">
                  <c:v>T +1470min</c:v>
                </c:pt>
                <c:pt idx="294">
                  <c:v>T +1475min</c:v>
                </c:pt>
                <c:pt idx="295">
                  <c:v>T +1480min</c:v>
                </c:pt>
                <c:pt idx="296">
                  <c:v>T +1485min</c:v>
                </c:pt>
                <c:pt idx="297">
                  <c:v>T +1490min</c:v>
                </c:pt>
                <c:pt idx="298">
                  <c:v>T +1495min</c:v>
                </c:pt>
                <c:pt idx="299">
                  <c:v>T +1500min</c:v>
                </c:pt>
                <c:pt idx="300">
                  <c:v>T +1505min</c:v>
                </c:pt>
                <c:pt idx="301">
                  <c:v>T +1510min</c:v>
                </c:pt>
                <c:pt idx="302">
                  <c:v>T +1515min</c:v>
                </c:pt>
                <c:pt idx="303">
                  <c:v>T +1520min</c:v>
                </c:pt>
                <c:pt idx="304">
                  <c:v>T +1525min</c:v>
                </c:pt>
                <c:pt idx="305">
                  <c:v>T +1530min</c:v>
                </c:pt>
                <c:pt idx="306">
                  <c:v>T +1535min</c:v>
                </c:pt>
                <c:pt idx="307">
                  <c:v>T +1540min</c:v>
                </c:pt>
                <c:pt idx="308">
                  <c:v>T +1545min</c:v>
                </c:pt>
                <c:pt idx="309">
                  <c:v>T +1550min</c:v>
                </c:pt>
                <c:pt idx="310">
                  <c:v>T +1555min</c:v>
                </c:pt>
                <c:pt idx="311">
                  <c:v>T +1560min</c:v>
                </c:pt>
                <c:pt idx="312">
                  <c:v>T +1565min</c:v>
                </c:pt>
                <c:pt idx="313">
                  <c:v>T +1570min</c:v>
                </c:pt>
                <c:pt idx="314">
                  <c:v>T +1575min</c:v>
                </c:pt>
                <c:pt idx="315">
                  <c:v>T +1580min</c:v>
                </c:pt>
                <c:pt idx="316">
                  <c:v>T +1585min</c:v>
                </c:pt>
                <c:pt idx="317">
                  <c:v>T +1590min</c:v>
                </c:pt>
                <c:pt idx="318">
                  <c:v>T +1595min</c:v>
                </c:pt>
                <c:pt idx="319">
                  <c:v>T +1600min</c:v>
                </c:pt>
                <c:pt idx="320">
                  <c:v>T +1605min</c:v>
                </c:pt>
                <c:pt idx="321">
                  <c:v>T +1610min</c:v>
                </c:pt>
                <c:pt idx="322">
                  <c:v>T +1615min</c:v>
                </c:pt>
                <c:pt idx="323">
                  <c:v>T +1620min</c:v>
                </c:pt>
                <c:pt idx="324">
                  <c:v>T +1625min</c:v>
                </c:pt>
                <c:pt idx="325">
                  <c:v>T +1630min</c:v>
                </c:pt>
                <c:pt idx="326">
                  <c:v>T +1635min</c:v>
                </c:pt>
                <c:pt idx="327">
                  <c:v>T +1640min</c:v>
                </c:pt>
                <c:pt idx="328">
                  <c:v>T +1645min</c:v>
                </c:pt>
                <c:pt idx="329">
                  <c:v>T +1650min</c:v>
                </c:pt>
                <c:pt idx="330">
                  <c:v>T +1655min</c:v>
                </c:pt>
                <c:pt idx="331">
                  <c:v>T +1660min</c:v>
                </c:pt>
                <c:pt idx="332">
                  <c:v>T +1665min</c:v>
                </c:pt>
                <c:pt idx="333">
                  <c:v>T +1670min</c:v>
                </c:pt>
                <c:pt idx="334">
                  <c:v>T +1675min</c:v>
                </c:pt>
                <c:pt idx="335">
                  <c:v>T +1680min</c:v>
                </c:pt>
                <c:pt idx="336">
                  <c:v>T +1685min</c:v>
                </c:pt>
                <c:pt idx="337">
                  <c:v>T +1690min</c:v>
                </c:pt>
                <c:pt idx="338">
                  <c:v>T +1695min</c:v>
                </c:pt>
              </c:strCache>
            </c:strRef>
          </c:cat>
          <c:val>
            <c:numRef>
              <c:f>'5min interval 0617 FOMC'!$F$2:$F$340</c:f>
              <c:numCache>
                <c:formatCode>General</c:formatCode>
                <c:ptCount val="339"/>
                <c:pt idx="0">
                  <c:v>4354.8</c:v>
                </c:pt>
                <c:pt idx="1">
                  <c:v>4357.7</c:v>
                </c:pt>
                <c:pt idx="2">
                  <c:v>4361.5</c:v>
                </c:pt>
                <c:pt idx="3">
                  <c:v>4361.8999999999996</c:v>
                </c:pt>
                <c:pt idx="4">
                  <c:v>4360.2</c:v>
                </c:pt>
                <c:pt idx="5">
                  <c:v>4359.7</c:v>
                </c:pt>
                <c:pt idx="6">
                  <c:v>4360.5</c:v>
                </c:pt>
                <c:pt idx="7">
                  <c:v>4362.8999999999996</c:v>
                </c:pt>
                <c:pt idx="8">
                  <c:v>4362.5</c:v>
                </c:pt>
                <c:pt idx="9">
                  <c:v>4361.6000000000004</c:v>
                </c:pt>
                <c:pt idx="10">
                  <c:v>4378.1000000000004</c:v>
                </c:pt>
                <c:pt idx="11">
                  <c:v>4380</c:v>
                </c:pt>
                <c:pt idx="12">
                  <c:v>4380.8</c:v>
                </c:pt>
                <c:pt idx="13">
                  <c:v>4371.7</c:v>
                </c:pt>
                <c:pt idx="14">
                  <c:v>4372.1000000000004</c:v>
                </c:pt>
                <c:pt idx="15">
                  <c:v>4366.1000000000004</c:v>
                </c:pt>
                <c:pt idx="16">
                  <c:v>4366.8</c:v>
                </c:pt>
                <c:pt idx="17">
                  <c:v>4364.8</c:v>
                </c:pt>
                <c:pt idx="18">
                  <c:v>4366.5</c:v>
                </c:pt>
                <c:pt idx="19">
                  <c:v>4364.3</c:v>
                </c:pt>
                <c:pt idx="20">
                  <c:v>4367.3</c:v>
                </c:pt>
                <c:pt idx="21">
                  <c:v>4373.7</c:v>
                </c:pt>
                <c:pt idx="22">
                  <c:v>4378.7</c:v>
                </c:pt>
                <c:pt idx="23">
                  <c:v>4375.3999999999996</c:v>
                </c:pt>
                <c:pt idx="24">
                  <c:v>4378.8</c:v>
                </c:pt>
                <c:pt idx="25">
                  <c:v>4379.3999999999996</c:v>
                </c:pt>
                <c:pt idx="26">
                  <c:v>4378.3999999999996</c:v>
                </c:pt>
                <c:pt idx="27">
                  <c:v>4378.7</c:v>
                </c:pt>
                <c:pt idx="28">
                  <c:v>4378.8</c:v>
                </c:pt>
                <c:pt idx="29">
                  <c:v>4384.2</c:v>
                </c:pt>
                <c:pt idx="30">
                  <c:v>4383</c:v>
                </c:pt>
                <c:pt idx="31">
                  <c:v>4383.1000000000004</c:v>
                </c:pt>
                <c:pt idx="32">
                  <c:v>4382.5</c:v>
                </c:pt>
                <c:pt idx="33">
                  <c:v>4385.5</c:v>
                </c:pt>
                <c:pt idx="34">
                  <c:v>4385.5</c:v>
                </c:pt>
                <c:pt idx="35">
                  <c:v>4384.8999999999996</c:v>
                </c:pt>
                <c:pt idx="36">
                  <c:v>4382</c:v>
                </c:pt>
                <c:pt idx="37">
                  <c:v>4380.1000000000004</c:v>
                </c:pt>
                <c:pt idx="38">
                  <c:v>4377.8999999999996</c:v>
                </c:pt>
                <c:pt idx="39">
                  <c:v>4377</c:v>
                </c:pt>
                <c:pt idx="40">
                  <c:v>4377.5</c:v>
                </c:pt>
                <c:pt idx="41">
                  <c:v>4379.8</c:v>
                </c:pt>
                <c:pt idx="42">
                  <c:v>4376.8</c:v>
                </c:pt>
                <c:pt idx="43">
                  <c:v>4379.5</c:v>
                </c:pt>
                <c:pt idx="44">
                  <c:v>4379.2</c:v>
                </c:pt>
                <c:pt idx="45">
                  <c:v>4382.3</c:v>
                </c:pt>
                <c:pt idx="46">
                  <c:v>4382.5</c:v>
                </c:pt>
                <c:pt idx="47">
                  <c:v>4382</c:v>
                </c:pt>
                <c:pt idx="48">
                  <c:v>4398.6000000000004</c:v>
                </c:pt>
                <c:pt idx="49">
                  <c:v>4395.3999999999996</c:v>
                </c:pt>
                <c:pt idx="50">
                  <c:v>4397.1000000000004</c:v>
                </c:pt>
                <c:pt idx="51">
                  <c:v>4396.7</c:v>
                </c:pt>
                <c:pt idx="52">
                  <c:v>4398.6000000000004</c:v>
                </c:pt>
                <c:pt idx="53">
                  <c:v>4401.1000000000004</c:v>
                </c:pt>
                <c:pt idx="54">
                  <c:v>4335.2</c:v>
                </c:pt>
                <c:pt idx="55">
                  <c:v>4312.3999999999996</c:v>
                </c:pt>
                <c:pt idx="56">
                  <c:v>4304</c:v>
                </c:pt>
                <c:pt idx="57">
                  <c:v>4325.8</c:v>
                </c:pt>
                <c:pt idx="58">
                  <c:v>4311.7</c:v>
                </c:pt>
                <c:pt idx="59">
                  <c:v>4312.5</c:v>
                </c:pt>
                <c:pt idx="60">
                  <c:v>4290.6000000000004</c:v>
                </c:pt>
                <c:pt idx="61">
                  <c:v>4324.5</c:v>
                </c:pt>
                <c:pt idx="62">
                  <c:v>4343.3</c:v>
                </c:pt>
                <c:pt idx="63">
                  <c:v>4338.3</c:v>
                </c:pt>
                <c:pt idx="64">
                  <c:v>4330.8</c:v>
                </c:pt>
                <c:pt idx="65">
                  <c:v>4304</c:v>
                </c:pt>
                <c:pt idx="66">
                  <c:v>4290.7</c:v>
                </c:pt>
                <c:pt idx="67">
                  <c:v>4287</c:v>
                </c:pt>
                <c:pt idx="68">
                  <c:v>4283.6000000000004</c:v>
                </c:pt>
                <c:pt idx="69">
                  <c:v>4260.3</c:v>
                </c:pt>
                <c:pt idx="70">
                  <c:v>4254.6000000000004</c:v>
                </c:pt>
                <c:pt idx="71">
                  <c:v>4245.6000000000004</c:v>
                </c:pt>
                <c:pt idx="72">
                  <c:v>4246.8</c:v>
                </c:pt>
                <c:pt idx="73">
                  <c:v>4241.1000000000004</c:v>
                </c:pt>
                <c:pt idx="74">
                  <c:v>4249.1000000000004</c:v>
                </c:pt>
                <c:pt idx="75">
                  <c:v>4254</c:v>
                </c:pt>
                <c:pt idx="76">
                  <c:v>4257.2</c:v>
                </c:pt>
                <c:pt idx="77">
                  <c:v>4253.8</c:v>
                </c:pt>
                <c:pt idx="78">
                  <c:v>4259.5</c:v>
                </c:pt>
                <c:pt idx="79">
                  <c:v>4272.6000000000004</c:v>
                </c:pt>
                <c:pt idx="80">
                  <c:v>4276.8</c:v>
                </c:pt>
                <c:pt idx="81">
                  <c:v>4285.8999999999996</c:v>
                </c:pt>
                <c:pt idx="82">
                  <c:v>4278.6000000000004</c:v>
                </c:pt>
                <c:pt idx="83">
                  <c:v>4277.5</c:v>
                </c:pt>
                <c:pt idx="84">
                  <c:v>4279.3</c:v>
                </c:pt>
                <c:pt idx="85">
                  <c:v>4284</c:v>
                </c:pt>
                <c:pt idx="86">
                  <c:v>4279.1000000000004</c:v>
                </c:pt>
                <c:pt idx="87">
                  <c:v>4278</c:v>
                </c:pt>
                <c:pt idx="88">
                  <c:v>4277.3999999999996</c:v>
                </c:pt>
                <c:pt idx="89">
                  <c:v>4276.3</c:v>
                </c:pt>
                <c:pt idx="90">
                  <c:v>4277.5</c:v>
                </c:pt>
                <c:pt idx="91">
                  <c:v>4285.5</c:v>
                </c:pt>
                <c:pt idx="92">
                  <c:v>4285.1000000000004</c:v>
                </c:pt>
                <c:pt idx="93">
                  <c:v>4287.5</c:v>
                </c:pt>
                <c:pt idx="94">
                  <c:v>4288</c:v>
                </c:pt>
                <c:pt idx="95">
                  <c:v>4285.3</c:v>
                </c:pt>
                <c:pt idx="96">
                  <c:v>4284.3999999999996</c:v>
                </c:pt>
                <c:pt idx="97">
                  <c:v>4286.2</c:v>
                </c:pt>
                <c:pt idx="98">
                  <c:v>4283.3999999999996</c:v>
                </c:pt>
                <c:pt idx="99">
                  <c:v>4282.7</c:v>
                </c:pt>
                <c:pt idx="100">
                  <c:v>4286.8</c:v>
                </c:pt>
                <c:pt idx="101">
                  <c:v>4285.8</c:v>
                </c:pt>
                <c:pt idx="102">
                  <c:v>4284.2</c:v>
                </c:pt>
                <c:pt idx="103">
                  <c:v>4293.1000000000004</c:v>
                </c:pt>
                <c:pt idx="104">
                  <c:v>4301.3999999999996</c:v>
                </c:pt>
                <c:pt idx="105">
                  <c:v>4295.8999999999996</c:v>
                </c:pt>
                <c:pt idx="106">
                  <c:v>4297.5</c:v>
                </c:pt>
                <c:pt idx="107">
                  <c:v>4299</c:v>
                </c:pt>
                <c:pt idx="108">
                  <c:v>4300</c:v>
                </c:pt>
                <c:pt idx="109">
                  <c:v>4293.6000000000004</c:v>
                </c:pt>
                <c:pt idx="110">
                  <c:v>4295.3999999999996</c:v>
                </c:pt>
                <c:pt idx="111">
                  <c:v>4293.3</c:v>
                </c:pt>
                <c:pt idx="112">
                  <c:v>4294.6000000000004</c:v>
                </c:pt>
                <c:pt idx="113">
                  <c:v>4298.3999999999996</c:v>
                </c:pt>
                <c:pt idx="114">
                  <c:v>4311.3999999999996</c:v>
                </c:pt>
                <c:pt idx="115">
                  <c:v>4313</c:v>
                </c:pt>
                <c:pt idx="116">
                  <c:v>4317.1000000000004</c:v>
                </c:pt>
                <c:pt idx="117">
                  <c:v>4316.5</c:v>
                </c:pt>
                <c:pt idx="118">
                  <c:v>4315.8999999999996</c:v>
                </c:pt>
                <c:pt idx="119">
                  <c:v>4320</c:v>
                </c:pt>
                <c:pt idx="120">
                  <c:v>4326.7</c:v>
                </c:pt>
                <c:pt idx="121">
                  <c:v>4324.6000000000004</c:v>
                </c:pt>
                <c:pt idx="122">
                  <c:v>4330.6000000000004</c:v>
                </c:pt>
                <c:pt idx="123">
                  <c:v>4332.8999999999996</c:v>
                </c:pt>
                <c:pt idx="124">
                  <c:v>4333.8</c:v>
                </c:pt>
                <c:pt idx="125">
                  <c:v>4328.3999999999996</c:v>
                </c:pt>
                <c:pt idx="126">
                  <c:v>4341.2</c:v>
                </c:pt>
                <c:pt idx="127">
                  <c:v>4341</c:v>
                </c:pt>
                <c:pt idx="128">
                  <c:v>4342.6000000000004</c:v>
                </c:pt>
                <c:pt idx="129">
                  <c:v>4337.3</c:v>
                </c:pt>
                <c:pt idx="130">
                  <c:v>4339.2</c:v>
                </c:pt>
                <c:pt idx="131">
                  <c:v>4339.2</c:v>
                </c:pt>
                <c:pt idx="132">
                  <c:v>4337.8</c:v>
                </c:pt>
                <c:pt idx="133">
                  <c:v>4340.1000000000004</c:v>
                </c:pt>
                <c:pt idx="134">
                  <c:v>4342.2</c:v>
                </c:pt>
                <c:pt idx="135">
                  <c:v>4340.8</c:v>
                </c:pt>
                <c:pt idx="136">
                  <c:v>4338.3999999999996</c:v>
                </c:pt>
                <c:pt idx="137">
                  <c:v>4338.2</c:v>
                </c:pt>
                <c:pt idx="138">
                  <c:v>4342.3</c:v>
                </c:pt>
                <c:pt idx="139">
                  <c:v>4345.8</c:v>
                </c:pt>
                <c:pt idx="140">
                  <c:v>4347.2</c:v>
                </c:pt>
                <c:pt idx="141">
                  <c:v>4346.8</c:v>
                </c:pt>
                <c:pt idx="142">
                  <c:v>4345.8</c:v>
                </c:pt>
                <c:pt idx="143">
                  <c:v>4343.8</c:v>
                </c:pt>
                <c:pt idx="144">
                  <c:v>4343.1000000000004</c:v>
                </c:pt>
                <c:pt idx="145">
                  <c:v>4341</c:v>
                </c:pt>
                <c:pt idx="146">
                  <c:v>4336.1000000000004</c:v>
                </c:pt>
                <c:pt idx="147">
                  <c:v>4333.3999999999996</c:v>
                </c:pt>
                <c:pt idx="148">
                  <c:v>4333.8</c:v>
                </c:pt>
                <c:pt idx="149">
                  <c:v>4331</c:v>
                </c:pt>
                <c:pt idx="150">
                  <c:v>4331.8999999999996</c:v>
                </c:pt>
                <c:pt idx="151">
                  <c:v>4333.2</c:v>
                </c:pt>
                <c:pt idx="152">
                  <c:v>4331.3</c:v>
                </c:pt>
                <c:pt idx="153">
                  <c:v>4334.3999999999996</c:v>
                </c:pt>
                <c:pt idx="154">
                  <c:v>4335.8999999999996</c:v>
                </c:pt>
                <c:pt idx="155">
                  <c:v>4334.8</c:v>
                </c:pt>
                <c:pt idx="156">
                  <c:v>4339.8999999999996</c:v>
                </c:pt>
                <c:pt idx="157">
                  <c:v>4340.8</c:v>
                </c:pt>
                <c:pt idx="158">
                  <c:v>4339</c:v>
                </c:pt>
                <c:pt idx="159">
                  <c:v>4337.8999999999996</c:v>
                </c:pt>
                <c:pt idx="160">
                  <c:v>4338.6000000000004</c:v>
                </c:pt>
                <c:pt idx="161">
                  <c:v>4340.1000000000004</c:v>
                </c:pt>
                <c:pt idx="162">
                  <c:v>4340.6000000000004</c:v>
                </c:pt>
                <c:pt idx="163">
                  <c:v>4337.1000000000004</c:v>
                </c:pt>
                <c:pt idx="164">
                  <c:v>4338.2</c:v>
                </c:pt>
                <c:pt idx="165">
                  <c:v>4335.3999999999996</c:v>
                </c:pt>
                <c:pt idx="166">
                  <c:v>4334</c:v>
                </c:pt>
                <c:pt idx="167">
                  <c:v>4333.6000000000004</c:v>
                </c:pt>
                <c:pt idx="168">
                  <c:v>4336.6000000000004</c:v>
                </c:pt>
                <c:pt idx="169">
                  <c:v>4332.8999999999996</c:v>
                </c:pt>
                <c:pt idx="170">
                  <c:v>4330.2</c:v>
                </c:pt>
                <c:pt idx="171">
                  <c:v>4335.5</c:v>
                </c:pt>
                <c:pt idx="172">
                  <c:v>4335.6000000000004</c:v>
                </c:pt>
                <c:pt idx="173">
                  <c:v>4335.5</c:v>
                </c:pt>
                <c:pt idx="174">
                  <c:v>4335.3</c:v>
                </c:pt>
                <c:pt idx="175">
                  <c:v>4337.8999999999996</c:v>
                </c:pt>
                <c:pt idx="176">
                  <c:v>4335.6000000000004</c:v>
                </c:pt>
                <c:pt idx="177">
                  <c:v>4341.7</c:v>
                </c:pt>
                <c:pt idx="178">
                  <c:v>4339.3999999999996</c:v>
                </c:pt>
                <c:pt idx="179">
                  <c:v>4342.8</c:v>
                </c:pt>
                <c:pt idx="180">
                  <c:v>4342.7</c:v>
                </c:pt>
                <c:pt idx="181">
                  <c:v>4336.8999999999996</c:v>
                </c:pt>
                <c:pt idx="182">
                  <c:v>4330.5</c:v>
                </c:pt>
                <c:pt idx="183">
                  <c:v>4322.7</c:v>
                </c:pt>
                <c:pt idx="184">
                  <c:v>4328.5</c:v>
                </c:pt>
                <c:pt idx="185">
                  <c:v>4328.8999999999996</c:v>
                </c:pt>
                <c:pt idx="186">
                  <c:v>4327.5</c:v>
                </c:pt>
                <c:pt idx="187">
                  <c:v>4321.1000000000004</c:v>
                </c:pt>
                <c:pt idx="188">
                  <c:v>4319</c:v>
                </c:pt>
                <c:pt idx="189">
                  <c:v>4319</c:v>
                </c:pt>
                <c:pt idx="190">
                  <c:v>4323</c:v>
                </c:pt>
                <c:pt idx="191">
                  <c:v>4325</c:v>
                </c:pt>
                <c:pt idx="192">
                  <c:v>4324.1000000000004</c:v>
                </c:pt>
                <c:pt idx="193">
                  <c:v>4321.3999999999996</c:v>
                </c:pt>
                <c:pt idx="194">
                  <c:v>4321.3999999999996</c:v>
                </c:pt>
                <c:pt idx="195">
                  <c:v>4324.5</c:v>
                </c:pt>
                <c:pt idx="196">
                  <c:v>4326</c:v>
                </c:pt>
                <c:pt idx="197">
                  <c:v>4327.2</c:v>
                </c:pt>
                <c:pt idx="198">
                  <c:v>4324.1000000000004</c:v>
                </c:pt>
                <c:pt idx="199">
                  <c:v>4324.8</c:v>
                </c:pt>
                <c:pt idx="200">
                  <c:v>4327</c:v>
                </c:pt>
                <c:pt idx="201">
                  <c:v>4327.5</c:v>
                </c:pt>
                <c:pt idx="202">
                  <c:v>4324.6000000000004</c:v>
                </c:pt>
                <c:pt idx="203">
                  <c:v>4327.2</c:v>
                </c:pt>
                <c:pt idx="204">
                  <c:v>4318.6000000000004</c:v>
                </c:pt>
                <c:pt idx="205">
                  <c:v>4314.2</c:v>
                </c:pt>
                <c:pt idx="206">
                  <c:v>4317.3</c:v>
                </c:pt>
                <c:pt idx="207">
                  <c:v>4314.6000000000004</c:v>
                </c:pt>
                <c:pt idx="208">
                  <c:v>4312</c:v>
                </c:pt>
                <c:pt idx="209">
                  <c:v>4308.3</c:v>
                </c:pt>
                <c:pt idx="210">
                  <c:v>4309.8999999999996</c:v>
                </c:pt>
                <c:pt idx="211">
                  <c:v>4310.8999999999996</c:v>
                </c:pt>
                <c:pt idx="212">
                  <c:v>4306.7</c:v>
                </c:pt>
                <c:pt idx="213">
                  <c:v>4307.3999999999996</c:v>
                </c:pt>
                <c:pt idx="214">
                  <c:v>4306.8</c:v>
                </c:pt>
                <c:pt idx="215">
                  <c:v>4304.1000000000004</c:v>
                </c:pt>
                <c:pt idx="216">
                  <c:v>4304.6000000000004</c:v>
                </c:pt>
                <c:pt idx="217">
                  <c:v>4304.6000000000004</c:v>
                </c:pt>
                <c:pt idx="218">
                  <c:v>4300.3</c:v>
                </c:pt>
                <c:pt idx="219">
                  <c:v>4298.3999999999996</c:v>
                </c:pt>
                <c:pt idx="220">
                  <c:v>4296.2</c:v>
                </c:pt>
                <c:pt idx="221">
                  <c:v>4286</c:v>
                </c:pt>
                <c:pt idx="222">
                  <c:v>4287.8</c:v>
                </c:pt>
                <c:pt idx="223">
                  <c:v>4284.5</c:v>
                </c:pt>
                <c:pt idx="224">
                  <c:v>4286.8999999999996</c:v>
                </c:pt>
                <c:pt idx="225">
                  <c:v>4291.3999999999996</c:v>
                </c:pt>
                <c:pt idx="226">
                  <c:v>4286.5</c:v>
                </c:pt>
                <c:pt idx="227">
                  <c:v>4284.8</c:v>
                </c:pt>
                <c:pt idx="228">
                  <c:v>4284.8</c:v>
                </c:pt>
                <c:pt idx="229">
                  <c:v>4286.2</c:v>
                </c:pt>
                <c:pt idx="230">
                  <c:v>4287.7</c:v>
                </c:pt>
                <c:pt idx="231">
                  <c:v>4288.3</c:v>
                </c:pt>
                <c:pt idx="232">
                  <c:v>4289.3999999999996</c:v>
                </c:pt>
                <c:pt idx="233">
                  <c:v>4288.1000000000004</c:v>
                </c:pt>
                <c:pt idx="234">
                  <c:v>4287.3</c:v>
                </c:pt>
                <c:pt idx="235">
                  <c:v>4283.1000000000004</c:v>
                </c:pt>
                <c:pt idx="236">
                  <c:v>4287.2</c:v>
                </c:pt>
                <c:pt idx="237">
                  <c:v>4288.1000000000004</c:v>
                </c:pt>
                <c:pt idx="238">
                  <c:v>4284.8999999999996</c:v>
                </c:pt>
                <c:pt idx="239">
                  <c:v>4288.5</c:v>
                </c:pt>
                <c:pt idx="240">
                  <c:v>4284.8999999999996</c:v>
                </c:pt>
                <c:pt idx="241">
                  <c:v>4285.7</c:v>
                </c:pt>
                <c:pt idx="242">
                  <c:v>4283.3999999999996</c:v>
                </c:pt>
                <c:pt idx="243">
                  <c:v>4281.3</c:v>
                </c:pt>
                <c:pt idx="244">
                  <c:v>4280</c:v>
                </c:pt>
                <c:pt idx="245">
                  <c:v>4273.6000000000004</c:v>
                </c:pt>
                <c:pt idx="246">
                  <c:v>4270.1000000000004</c:v>
                </c:pt>
                <c:pt idx="247">
                  <c:v>4266.8</c:v>
                </c:pt>
                <c:pt idx="248">
                  <c:v>4265.7</c:v>
                </c:pt>
                <c:pt idx="249">
                  <c:v>4264.1000000000004</c:v>
                </c:pt>
                <c:pt idx="250">
                  <c:v>4266.6000000000004</c:v>
                </c:pt>
                <c:pt idx="251">
                  <c:v>4268</c:v>
                </c:pt>
                <c:pt idx="252">
                  <c:v>4267.3999999999996</c:v>
                </c:pt>
                <c:pt idx="253">
                  <c:v>4261.3999999999996</c:v>
                </c:pt>
                <c:pt idx="254">
                  <c:v>4262.6000000000004</c:v>
                </c:pt>
                <c:pt idx="255">
                  <c:v>4260.6000000000004</c:v>
                </c:pt>
                <c:pt idx="256">
                  <c:v>4260.8999999999996</c:v>
                </c:pt>
                <c:pt idx="257">
                  <c:v>4261.3</c:v>
                </c:pt>
                <c:pt idx="258">
                  <c:v>4262</c:v>
                </c:pt>
                <c:pt idx="259">
                  <c:v>4262.8999999999996</c:v>
                </c:pt>
                <c:pt idx="260">
                  <c:v>4275.8999999999996</c:v>
                </c:pt>
                <c:pt idx="261">
                  <c:v>4279.8</c:v>
                </c:pt>
                <c:pt idx="262">
                  <c:v>4283.3</c:v>
                </c:pt>
                <c:pt idx="263">
                  <c:v>4273.3</c:v>
                </c:pt>
                <c:pt idx="264">
                  <c:v>4268.3999999999996</c:v>
                </c:pt>
                <c:pt idx="265">
                  <c:v>4261.3999999999996</c:v>
                </c:pt>
                <c:pt idx="266">
                  <c:v>4261.8999999999996</c:v>
                </c:pt>
                <c:pt idx="267">
                  <c:v>4262.8</c:v>
                </c:pt>
                <c:pt idx="268">
                  <c:v>4263</c:v>
                </c:pt>
                <c:pt idx="269">
                  <c:v>4265.2</c:v>
                </c:pt>
                <c:pt idx="270">
                  <c:v>4265</c:v>
                </c:pt>
                <c:pt idx="271">
                  <c:v>4270.8</c:v>
                </c:pt>
                <c:pt idx="272">
                  <c:v>4278.3</c:v>
                </c:pt>
                <c:pt idx="273">
                  <c:v>4277.7</c:v>
                </c:pt>
                <c:pt idx="274">
                  <c:v>4277.2</c:v>
                </c:pt>
                <c:pt idx="275">
                  <c:v>4282.5</c:v>
                </c:pt>
                <c:pt idx="276">
                  <c:v>4291.6000000000004</c:v>
                </c:pt>
                <c:pt idx="277">
                  <c:v>4291.3999999999996</c:v>
                </c:pt>
                <c:pt idx="278">
                  <c:v>4283.8</c:v>
                </c:pt>
                <c:pt idx="279">
                  <c:v>4279.5</c:v>
                </c:pt>
                <c:pt idx="280">
                  <c:v>4280.3</c:v>
                </c:pt>
                <c:pt idx="281">
                  <c:v>4275.5</c:v>
                </c:pt>
                <c:pt idx="282">
                  <c:v>4266.8</c:v>
                </c:pt>
                <c:pt idx="283">
                  <c:v>4262.7</c:v>
                </c:pt>
                <c:pt idx="284">
                  <c:v>4260</c:v>
                </c:pt>
                <c:pt idx="285">
                  <c:v>4268.5</c:v>
                </c:pt>
                <c:pt idx="286">
                  <c:v>4272</c:v>
                </c:pt>
                <c:pt idx="287">
                  <c:v>4263.8</c:v>
                </c:pt>
                <c:pt idx="288">
                  <c:v>4269</c:v>
                </c:pt>
                <c:pt idx="289">
                  <c:v>4270.7</c:v>
                </c:pt>
                <c:pt idx="290">
                  <c:v>4263.6000000000004</c:v>
                </c:pt>
                <c:pt idx="291">
                  <c:v>4262.3</c:v>
                </c:pt>
                <c:pt idx="292">
                  <c:v>4266.1000000000004</c:v>
                </c:pt>
                <c:pt idx="293">
                  <c:v>4272.3</c:v>
                </c:pt>
                <c:pt idx="294">
                  <c:v>4270.3</c:v>
                </c:pt>
                <c:pt idx="295">
                  <c:v>4272.7</c:v>
                </c:pt>
                <c:pt idx="296">
                  <c:v>4266.1000000000004</c:v>
                </c:pt>
                <c:pt idx="297">
                  <c:v>4261.3</c:v>
                </c:pt>
                <c:pt idx="298">
                  <c:v>4259.2</c:v>
                </c:pt>
                <c:pt idx="299">
                  <c:v>4254.5</c:v>
                </c:pt>
                <c:pt idx="300">
                  <c:v>4252.1000000000004</c:v>
                </c:pt>
                <c:pt idx="301">
                  <c:v>4245.8</c:v>
                </c:pt>
                <c:pt idx="302">
                  <c:v>4250.2</c:v>
                </c:pt>
                <c:pt idx="303">
                  <c:v>4246.2</c:v>
                </c:pt>
                <c:pt idx="304">
                  <c:v>4243.3999999999996</c:v>
                </c:pt>
                <c:pt idx="305">
                  <c:v>4245.8</c:v>
                </c:pt>
                <c:pt idx="306">
                  <c:v>4245.6000000000004</c:v>
                </c:pt>
                <c:pt idx="307">
                  <c:v>4250.8</c:v>
                </c:pt>
                <c:pt idx="308">
                  <c:v>4246.8</c:v>
                </c:pt>
                <c:pt idx="309">
                  <c:v>4242.6000000000004</c:v>
                </c:pt>
                <c:pt idx="310">
                  <c:v>4241.7</c:v>
                </c:pt>
                <c:pt idx="311">
                  <c:v>4245.2</c:v>
                </c:pt>
                <c:pt idx="312">
                  <c:v>4241.1000000000004</c:v>
                </c:pt>
                <c:pt idx="313">
                  <c:v>4242.8</c:v>
                </c:pt>
                <c:pt idx="314">
                  <c:v>4241.3999999999996</c:v>
                </c:pt>
                <c:pt idx="315">
                  <c:v>4236.8999999999996</c:v>
                </c:pt>
                <c:pt idx="316">
                  <c:v>4236.6000000000004</c:v>
                </c:pt>
                <c:pt idx="317">
                  <c:v>4238.8</c:v>
                </c:pt>
                <c:pt idx="318">
                  <c:v>4243</c:v>
                </c:pt>
                <c:pt idx="319">
                  <c:v>4244.1000000000004</c:v>
                </c:pt>
                <c:pt idx="320">
                  <c:v>4247</c:v>
                </c:pt>
                <c:pt idx="321">
                  <c:v>4249.3999999999996</c:v>
                </c:pt>
                <c:pt idx="322">
                  <c:v>4248</c:v>
                </c:pt>
                <c:pt idx="323">
                  <c:v>4244.8</c:v>
                </c:pt>
                <c:pt idx="324">
                  <c:v>4241.8999999999996</c:v>
                </c:pt>
                <c:pt idx="325">
                  <c:v>4243.5</c:v>
                </c:pt>
                <c:pt idx="326">
                  <c:v>4249.3999999999996</c:v>
                </c:pt>
                <c:pt idx="327">
                  <c:v>4248.3999999999996</c:v>
                </c:pt>
                <c:pt idx="328">
                  <c:v>4251</c:v>
                </c:pt>
                <c:pt idx="329">
                  <c:v>4249.2</c:v>
                </c:pt>
                <c:pt idx="330">
                  <c:v>4247.8999999999996</c:v>
                </c:pt>
                <c:pt idx="331">
                  <c:v>4250.8999999999996</c:v>
                </c:pt>
                <c:pt idx="332">
                  <c:v>4247.2</c:v>
                </c:pt>
                <c:pt idx="333">
                  <c:v>4247.3</c:v>
                </c:pt>
                <c:pt idx="334">
                  <c:v>4246.8999999999996</c:v>
                </c:pt>
                <c:pt idx="335">
                  <c:v>4245.2</c:v>
                </c:pt>
                <c:pt idx="336">
                  <c:v>4241.6000000000004</c:v>
                </c:pt>
                <c:pt idx="337">
                  <c:v>4240</c:v>
                </c:pt>
                <c:pt idx="338">
                  <c:v>4243.8</c:v>
                </c:pt>
              </c:numCache>
            </c:numRef>
          </c:val>
          <c:smooth val="0"/>
          <c:extLst>
            <c:ext xmlns:c16="http://schemas.microsoft.com/office/drawing/2014/chart" uri="{C3380CC4-5D6E-409C-BE32-E72D297353CC}">
              <c16:uniqueId val="{00000000-5029-4F40-8980-7A3786E423F8}"/>
            </c:ext>
          </c:extLst>
        </c:ser>
        <c:dLbls>
          <c:showLegendKey val="0"/>
          <c:showVal val="0"/>
          <c:showCatName val="0"/>
          <c:showSerName val="0"/>
          <c:showPercent val="0"/>
          <c:showBubbleSize val="0"/>
        </c:dLbls>
        <c:marker val="1"/>
        <c:smooth val="0"/>
        <c:axId val="-266031584"/>
        <c:axId val="-266031040"/>
      </c:lineChart>
      <c:lineChart>
        <c:grouping val="standard"/>
        <c:varyColors val="0"/>
        <c:ser>
          <c:idx val="1"/>
          <c:order val="1"/>
          <c:tx>
            <c:strRef>
              <c:f>'5min interval 0617 FOMC'!$E$1</c:f>
              <c:strCache>
                <c:ptCount val="1"/>
                <c:pt idx="0">
                  <c:v>纳斯达克综合指数，右轴</c:v>
                </c:pt>
              </c:strCache>
            </c:strRef>
          </c:tx>
          <c:spPr>
            <a:ln w="25400" cap="rnd">
              <a:solidFill>
                <a:srgbClr val="2E3160"/>
              </a:solidFill>
              <a:round/>
            </a:ln>
            <a:effectLst/>
          </c:spPr>
          <c:marker>
            <c:symbol val="none"/>
          </c:marker>
          <c:cat>
            <c:strRef>
              <c:f>'5min interval 0617 FOMC'!$B$2:$B$340</c:f>
              <c:strCache>
                <c:ptCount val="339"/>
                <c:pt idx="0">
                  <c:v>T +5min</c:v>
                </c:pt>
                <c:pt idx="1">
                  <c:v>T +10min</c:v>
                </c:pt>
                <c:pt idx="2">
                  <c:v>T +15min</c:v>
                </c:pt>
                <c:pt idx="3">
                  <c:v>T +20min</c:v>
                </c:pt>
                <c:pt idx="4">
                  <c:v>T +25min</c:v>
                </c:pt>
                <c:pt idx="5">
                  <c:v>T +30min</c:v>
                </c:pt>
                <c:pt idx="6">
                  <c:v>T +35min</c:v>
                </c:pt>
                <c:pt idx="7">
                  <c:v>T +40min</c:v>
                </c:pt>
                <c:pt idx="8">
                  <c:v>T +45min</c:v>
                </c:pt>
                <c:pt idx="9">
                  <c:v>T +50min</c:v>
                </c:pt>
                <c:pt idx="10">
                  <c:v>T +55min</c:v>
                </c:pt>
                <c:pt idx="11">
                  <c:v>T +60min</c:v>
                </c:pt>
                <c:pt idx="12">
                  <c:v>T +65min</c:v>
                </c:pt>
                <c:pt idx="13">
                  <c:v>T +70min</c:v>
                </c:pt>
                <c:pt idx="14">
                  <c:v>T +75min</c:v>
                </c:pt>
                <c:pt idx="15">
                  <c:v>T +80min</c:v>
                </c:pt>
                <c:pt idx="16">
                  <c:v>T +85min</c:v>
                </c:pt>
                <c:pt idx="17">
                  <c:v>T +90min</c:v>
                </c:pt>
                <c:pt idx="18">
                  <c:v>T +95min</c:v>
                </c:pt>
                <c:pt idx="19">
                  <c:v>T +100min</c:v>
                </c:pt>
                <c:pt idx="20">
                  <c:v>T +105min</c:v>
                </c:pt>
                <c:pt idx="21">
                  <c:v>T +110min</c:v>
                </c:pt>
                <c:pt idx="22">
                  <c:v>T +115min</c:v>
                </c:pt>
                <c:pt idx="23">
                  <c:v>T +120min</c:v>
                </c:pt>
                <c:pt idx="24">
                  <c:v>T +125min</c:v>
                </c:pt>
                <c:pt idx="25">
                  <c:v>T +130min</c:v>
                </c:pt>
                <c:pt idx="26">
                  <c:v>T +135min</c:v>
                </c:pt>
                <c:pt idx="27">
                  <c:v>T +140min</c:v>
                </c:pt>
                <c:pt idx="28">
                  <c:v>T +145min</c:v>
                </c:pt>
                <c:pt idx="29">
                  <c:v>T +150min</c:v>
                </c:pt>
                <c:pt idx="30">
                  <c:v>T +155min</c:v>
                </c:pt>
                <c:pt idx="31">
                  <c:v>T +160min</c:v>
                </c:pt>
                <c:pt idx="32">
                  <c:v>T +165min</c:v>
                </c:pt>
                <c:pt idx="33">
                  <c:v>T +170min</c:v>
                </c:pt>
                <c:pt idx="34">
                  <c:v>T +175min</c:v>
                </c:pt>
                <c:pt idx="35">
                  <c:v>T +180min</c:v>
                </c:pt>
                <c:pt idx="36">
                  <c:v>T +185min</c:v>
                </c:pt>
                <c:pt idx="37">
                  <c:v>T +190min</c:v>
                </c:pt>
                <c:pt idx="38">
                  <c:v>T +195min</c:v>
                </c:pt>
                <c:pt idx="39">
                  <c:v>T +200min</c:v>
                </c:pt>
                <c:pt idx="40">
                  <c:v>T +205min</c:v>
                </c:pt>
                <c:pt idx="41">
                  <c:v>T +210min</c:v>
                </c:pt>
                <c:pt idx="42">
                  <c:v>T +215min</c:v>
                </c:pt>
                <c:pt idx="43">
                  <c:v>T +220min</c:v>
                </c:pt>
                <c:pt idx="44">
                  <c:v>T +225min</c:v>
                </c:pt>
                <c:pt idx="45">
                  <c:v>T +230min</c:v>
                </c:pt>
                <c:pt idx="46">
                  <c:v>T +235min</c:v>
                </c:pt>
                <c:pt idx="47">
                  <c:v>T +240min</c:v>
                </c:pt>
                <c:pt idx="48">
                  <c:v>T +245min</c:v>
                </c:pt>
                <c:pt idx="49">
                  <c:v>T +250min</c:v>
                </c:pt>
                <c:pt idx="50">
                  <c:v>T +255min</c:v>
                </c:pt>
                <c:pt idx="51">
                  <c:v>T +260min</c:v>
                </c:pt>
                <c:pt idx="52">
                  <c:v>T +265min</c:v>
                </c:pt>
                <c:pt idx="53">
                  <c:v>T +270min</c:v>
                </c:pt>
                <c:pt idx="54">
                  <c:v>T +275min</c:v>
                </c:pt>
                <c:pt idx="55">
                  <c:v>T +280min</c:v>
                </c:pt>
                <c:pt idx="56">
                  <c:v>T +285min</c:v>
                </c:pt>
                <c:pt idx="57">
                  <c:v>T +290min</c:v>
                </c:pt>
                <c:pt idx="58">
                  <c:v>T +295min</c:v>
                </c:pt>
                <c:pt idx="59">
                  <c:v>T +300min</c:v>
                </c:pt>
                <c:pt idx="60">
                  <c:v>T +305min</c:v>
                </c:pt>
                <c:pt idx="61">
                  <c:v>T +310min</c:v>
                </c:pt>
                <c:pt idx="62">
                  <c:v>T +315min</c:v>
                </c:pt>
                <c:pt idx="63">
                  <c:v>T +320min</c:v>
                </c:pt>
                <c:pt idx="64">
                  <c:v>T +325min</c:v>
                </c:pt>
                <c:pt idx="65">
                  <c:v>T +330min</c:v>
                </c:pt>
                <c:pt idx="66">
                  <c:v>T +335min</c:v>
                </c:pt>
                <c:pt idx="67">
                  <c:v>T +340min</c:v>
                </c:pt>
                <c:pt idx="68">
                  <c:v>T +345min</c:v>
                </c:pt>
                <c:pt idx="69">
                  <c:v>T +350min</c:v>
                </c:pt>
                <c:pt idx="70">
                  <c:v>T +355min</c:v>
                </c:pt>
                <c:pt idx="71">
                  <c:v>T +360min</c:v>
                </c:pt>
                <c:pt idx="72">
                  <c:v>T +365min</c:v>
                </c:pt>
                <c:pt idx="73">
                  <c:v>T +370min</c:v>
                </c:pt>
                <c:pt idx="74">
                  <c:v>T +375min</c:v>
                </c:pt>
                <c:pt idx="75">
                  <c:v>T +380min</c:v>
                </c:pt>
                <c:pt idx="76">
                  <c:v>T +385min</c:v>
                </c:pt>
                <c:pt idx="77">
                  <c:v>T +390min</c:v>
                </c:pt>
                <c:pt idx="78">
                  <c:v>T +395min</c:v>
                </c:pt>
                <c:pt idx="79">
                  <c:v>T +400min</c:v>
                </c:pt>
                <c:pt idx="80">
                  <c:v>T +405min</c:v>
                </c:pt>
                <c:pt idx="81">
                  <c:v>T +410min</c:v>
                </c:pt>
                <c:pt idx="82">
                  <c:v>T +415min</c:v>
                </c:pt>
                <c:pt idx="83">
                  <c:v>T +420min</c:v>
                </c:pt>
                <c:pt idx="84">
                  <c:v>T +425min</c:v>
                </c:pt>
                <c:pt idx="85">
                  <c:v>T +430min</c:v>
                </c:pt>
                <c:pt idx="86">
                  <c:v>T +435min</c:v>
                </c:pt>
                <c:pt idx="87">
                  <c:v>T +440min</c:v>
                </c:pt>
                <c:pt idx="88">
                  <c:v>T +445min</c:v>
                </c:pt>
                <c:pt idx="89">
                  <c:v>T +450min</c:v>
                </c:pt>
                <c:pt idx="90">
                  <c:v>T +455min</c:v>
                </c:pt>
                <c:pt idx="91">
                  <c:v>T +460min</c:v>
                </c:pt>
                <c:pt idx="92">
                  <c:v>T +465min</c:v>
                </c:pt>
                <c:pt idx="93">
                  <c:v>T +470min</c:v>
                </c:pt>
                <c:pt idx="94">
                  <c:v>T +475min</c:v>
                </c:pt>
                <c:pt idx="95">
                  <c:v>T +480min</c:v>
                </c:pt>
                <c:pt idx="96">
                  <c:v>T +485min</c:v>
                </c:pt>
                <c:pt idx="97">
                  <c:v>T +490min</c:v>
                </c:pt>
                <c:pt idx="98">
                  <c:v>T +495min</c:v>
                </c:pt>
                <c:pt idx="99">
                  <c:v>T +500min</c:v>
                </c:pt>
                <c:pt idx="100">
                  <c:v>T +505min</c:v>
                </c:pt>
                <c:pt idx="101">
                  <c:v>T +510min</c:v>
                </c:pt>
                <c:pt idx="102">
                  <c:v>T +515min</c:v>
                </c:pt>
                <c:pt idx="103">
                  <c:v>T +520min</c:v>
                </c:pt>
                <c:pt idx="104">
                  <c:v>T +525min</c:v>
                </c:pt>
                <c:pt idx="105">
                  <c:v>T +530min</c:v>
                </c:pt>
                <c:pt idx="106">
                  <c:v>T +535min</c:v>
                </c:pt>
                <c:pt idx="107">
                  <c:v>T +540min</c:v>
                </c:pt>
                <c:pt idx="108">
                  <c:v>T +545min</c:v>
                </c:pt>
                <c:pt idx="109">
                  <c:v>T +550min</c:v>
                </c:pt>
                <c:pt idx="110">
                  <c:v>T +555min</c:v>
                </c:pt>
                <c:pt idx="111">
                  <c:v>T +560min</c:v>
                </c:pt>
                <c:pt idx="112">
                  <c:v>T +565min</c:v>
                </c:pt>
                <c:pt idx="113">
                  <c:v>T +570min</c:v>
                </c:pt>
                <c:pt idx="114">
                  <c:v>T +575min</c:v>
                </c:pt>
                <c:pt idx="115">
                  <c:v>T +580min</c:v>
                </c:pt>
                <c:pt idx="116">
                  <c:v>T +585min</c:v>
                </c:pt>
                <c:pt idx="117">
                  <c:v>T +590min</c:v>
                </c:pt>
                <c:pt idx="118">
                  <c:v>T +595min</c:v>
                </c:pt>
                <c:pt idx="119">
                  <c:v>T +600min</c:v>
                </c:pt>
                <c:pt idx="120">
                  <c:v>T +605min</c:v>
                </c:pt>
                <c:pt idx="121">
                  <c:v>T +610min</c:v>
                </c:pt>
                <c:pt idx="122">
                  <c:v>T +615min</c:v>
                </c:pt>
                <c:pt idx="123">
                  <c:v>T +620min</c:v>
                </c:pt>
                <c:pt idx="124">
                  <c:v>T +625min</c:v>
                </c:pt>
                <c:pt idx="125">
                  <c:v>T +630min</c:v>
                </c:pt>
                <c:pt idx="126">
                  <c:v>T +635min</c:v>
                </c:pt>
                <c:pt idx="127">
                  <c:v>T +640min</c:v>
                </c:pt>
                <c:pt idx="128">
                  <c:v>T +645min</c:v>
                </c:pt>
                <c:pt idx="129">
                  <c:v>T +650min</c:v>
                </c:pt>
                <c:pt idx="130">
                  <c:v>T +655min</c:v>
                </c:pt>
                <c:pt idx="131">
                  <c:v>T +660min</c:v>
                </c:pt>
                <c:pt idx="132">
                  <c:v>T +665min</c:v>
                </c:pt>
                <c:pt idx="133">
                  <c:v>T +670min</c:v>
                </c:pt>
                <c:pt idx="134">
                  <c:v>T +675min</c:v>
                </c:pt>
                <c:pt idx="135">
                  <c:v>T +680min</c:v>
                </c:pt>
                <c:pt idx="136">
                  <c:v>T +685min</c:v>
                </c:pt>
                <c:pt idx="137">
                  <c:v>T +690min</c:v>
                </c:pt>
                <c:pt idx="138">
                  <c:v>T +695min</c:v>
                </c:pt>
                <c:pt idx="139">
                  <c:v>T +700min</c:v>
                </c:pt>
                <c:pt idx="140">
                  <c:v>T +705min</c:v>
                </c:pt>
                <c:pt idx="141">
                  <c:v>T +710min</c:v>
                </c:pt>
                <c:pt idx="142">
                  <c:v>T +715min</c:v>
                </c:pt>
                <c:pt idx="143">
                  <c:v>T +720min</c:v>
                </c:pt>
                <c:pt idx="144">
                  <c:v>T +725min</c:v>
                </c:pt>
                <c:pt idx="145">
                  <c:v>T +730min</c:v>
                </c:pt>
                <c:pt idx="146">
                  <c:v>T +735min</c:v>
                </c:pt>
                <c:pt idx="147">
                  <c:v>T +740min</c:v>
                </c:pt>
                <c:pt idx="148">
                  <c:v>T +745min</c:v>
                </c:pt>
                <c:pt idx="149">
                  <c:v>T +750min</c:v>
                </c:pt>
                <c:pt idx="150">
                  <c:v>T +755min</c:v>
                </c:pt>
                <c:pt idx="151">
                  <c:v>T +760min</c:v>
                </c:pt>
                <c:pt idx="152">
                  <c:v>T +765min</c:v>
                </c:pt>
                <c:pt idx="153">
                  <c:v>T +770min</c:v>
                </c:pt>
                <c:pt idx="154">
                  <c:v>T +775min</c:v>
                </c:pt>
                <c:pt idx="155">
                  <c:v>T +780min</c:v>
                </c:pt>
                <c:pt idx="156">
                  <c:v>T +785min</c:v>
                </c:pt>
                <c:pt idx="157">
                  <c:v>T +790min</c:v>
                </c:pt>
                <c:pt idx="158">
                  <c:v>T +795min</c:v>
                </c:pt>
                <c:pt idx="159">
                  <c:v>T +800min</c:v>
                </c:pt>
                <c:pt idx="160">
                  <c:v>T +805min</c:v>
                </c:pt>
                <c:pt idx="161">
                  <c:v>T +810min</c:v>
                </c:pt>
                <c:pt idx="162">
                  <c:v>T +815min</c:v>
                </c:pt>
                <c:pt idx="163">
                  <c:v>T +820min</c:v>
                </c:pt>
                <c:pt idx="164">
                  <c:v>T +825min</c:v>
                </c:pt>
                <c:pt idx="165">
                  <c:v>T +830min</c:v>
                </c:pt>
                <c:pt idx="166">
                  <c:v>T +835min</c:v>
                </c:pt>
                <c:pt idx="167">
                  <c:v>T +840min</c:v>
                </c:pt>
                <c:pt idx="168">
                  <c:v>T +845min</c:v>
                </c:pt>
                <c:pt idx="169">
                  <c:v>T +850min</c:v>
                </c:pt>
                <c:pt idx="170">
                  <c:v>T +855min</c:v>
                </c:pt>
                <c:pt idx="171">
                  <c:v>T +860min</c:v>
                </c:pt>
                <c:pt idx="172">
                  <c:v>T +865min</c:v>
                </c:pt>
                <c:pt idx="173">
                  <c:v>T +870min</c:v>
                </c:pt>
                <c:pt idx="174">
                  <c:v>T +875min</c:v>
                </c:pt>
                <c:pt idx="175">
                  <c:v>T +880min</c:v>
                </c:pt>
                <c:pt idx="176">
                  <c:v>T +885min</c:v>
                </c:pt>
                <c:pt idx="177">
                  <c:v>T +890min</c:v>
                </c:pt>
                <c:pt idx="178">
                  <c:v>T +895min</c:v>
                </c:pt>
                <c:pt idx="179">
                  <c:v>T +900min</c:v>
                </c:pt>
                <c:pt idx="180">
                  <c:v>T +905min</c:v>
                </c:pt>
                <c:pt idx="181">
                  <c:v>T +910min</c:v>
                </c:pt>
                <c:pt idx="182">
                  <c:v>T +915min</c:v>
                </c:pt>
                <c:pt idx="183">
                  <c:v>T +920min</c:v>
                </c:pt>
                <c:pt idx="184">
                  <c:v>T +925min</c:v>
                </c:pt>
                <c:pt idx="185">
                  <c:v>T +930min</c:v>
                </c:pt>
                <c:pt idx="186">
                  <c:v>T +935min</c:v>
                </c:pt>
                <c:pt idx="187">
                  <c:v>T +940min</c:v>
                </c:pt>
                <c:pt idx="188">
                  <c:v>T +945min</c:v>
                </c:pt>
                <c:pt idx="189">
                  <c:v>T +950min</c:v>
                </c:pt>
                <c:pt idx="190">
                  <c:v>T +955min</c:v>
                </c:pt>
                <c:pt idx="191">
                  <c:v>T +960min</c:v>
                </c:pt>
                <c:pt idx="192">
                  <c:v>T +965min</c:v>
                </c:pt>
                <c:pt idx="193">
                  <c:v>T +970min</c:v>
                </c:pt>
                <c:pt idx="194">
                  <c:v>T +975min</c:v>
                </c:pt>
                <c:pt idx="195">
                  <c:v>T +980min</c:v>
                </c:pt>
                <c:pt idx="196">
                  <c:v>T +985min</c:v>
                </c:pt>
                <c:pt idx="197">
                  <c:v>T +990min</c:v>
                </c:pt>
                <c:pt idx="198">
                  <c:v>T +995min</c:v>
                </c:pt>
                <c:pt idx="199">
                  <c:v>T +1000min</c:v>
                </c:pt>
                <c:pt idx="200">
                  <c:v>T +1005min</c:v>
                </c:pt>
                <c:pt idx="201">
                  <c:v>T +1010min</c:v>
                </c:pt>
                <c:pt idx="202">
                  <c:v>T +1015min</c:v>
                </c:pt>
                <c:pt idx="203">
                  <c:v>T +1020min</c:v>
                </c:pt>
                <c:pt idx="204">
                  <c:v>T +1025min</c:v>
                </c:pt>
                <c:pt idx="205">
                  <c:v>T +1030min</c:v>
                </c:pt>
                <c:pt idx="206">
                  <c:v>T +1035min</c:v>
                </c:pt>
                <c:pt idx="207">
                  <c:v>T +1040min</c:v>
                </c:pt>
                <c:pt idx="208">
                  <c:v>T +1045min</c:v>
                </c:pt>
                <c:pt idx="209">
                  <c:v>T +1050min</c:v>
                </c:pt>
                <c:pt idx="210">
                  <c:v>T +1055min</c:v>
                </c:pt>
                <c:pt idx="211">
                  <c:v>T +1060min</c:v>
                </c:pt>
                <c:pt idx="212">
                  <c:v>T +1065min</c:v>
                </c:pt>
                <c:pt idx="213">
                  <c:v>T +1070min</c:v>
                </c:pt>
                <c:pt idx="214">
                  <c:v>T +1075min</c:v>
                </c:pt>
                <c:pt idx="215">
                  <c:v>T +1080min</c:v>
                </c:pt>
                <c:pt idx="216">
                  <c:v>T +1085min</c:v>
                </c:pt>
                <c:pt idx="217">
                  <c:v>T +1090min</c:v>
                </c:pt>
                <c:pt idx="218">
                  <c:v>T +1095min</c:v>
                </c:pt>
                <c:pt idx="219">
                  <c:v>T +1100min</c:v>
                </c:pt>
                <c:pt idx="220">
                  <c:v>T +1105min</c:v>
                </c:pt>
                <c:pt idx="221">
                  <c:v>T +1110min</c:v>
                </c:pt>
                <c:pt idx="222">
                  <c:v>T +1115min</c:v>
                </c:pt>
                <c:pt idx="223">
                  <c:v>T +1120min</c:v>
                </c:pt>
                <c:pt idx="224">
                  <c:v>T +1125min</c:v>
                </c:pt>
                <c:pt idx="225">
                  <c:v>T +1130min</c:v>
                </c:pt>
                <c:pt idx="226">
                  <c:v>T +1135min</c:v>
                </c:pt>
                <c:pt idx="227">
                  <c:v>T +1140min</c:v>
                </c:pt>
                <c:pt idx="228">
                  <c:v>T +1145min</c:v>
                </c:pt>
                <c:pt idx="229">
                  <c:v>T +1150min</c:v>
                </c:pt>
                <c:pt idx="230">
                  <c:v>T +1155min</c:v>
                </c:pt>
                <c:pt idx="231">
                  <c:v>T +1160min</c:v>
                </c:pt>
                <c:pt idx="232">
                  <c:v>T +1165min</c:v>
                </c:pt>
                <c:pt idx="233">
                  <c:v>T +1170min</c:v>
                </c:pt>
                <c:pt idx="234">
                  <c:v>T +1175min</c:v>
                </c:pt>
                <c:pt idx="235">
                  <c:v>T +1180min</c:v>
                </c:pt>
                <c:pt idx="236">
                  <c:v>T +1185min</c:v>
                </c:pt>
                <c:pt idx="237">
                  <c:v>T +1190min</c:v>
                </c:pt>
                <c:pt idx="238">
                  <c:v>T +1195min</c:v>
                </c:pt>
                <c:pt idx="239">
                  <c:v>T +1200min</c:v>
                </c:pt>
                <c:pt idx="240">
                  <c:v>T +1205min</c:v>
                </c:pt>
                <c:pt idx="241">
                  <c:v>T +1210min</c:v>
                </c:pt>
                <c:pt idx="242">
                  <c:v>T +1215min</c:v>
                </c:pt>
                <c:pt idx="243">
                  <c:v>T +1220min</c:v>
                </c:pt>
                <c:pt idx="244">
                  <c:v>T +1225min</c:v>
                </c:pt>
                <c:pt idx="245">
                  <c:v>T +1230min</c:v>
                </c:pt>
                <c:pt idx="246">
                  <c:v>T +1235min</c:v>
                </c:pt>
                <c:pt idx="247">
                  <c:v>T +1240min</c:v>
                </c:pt>
                <c:pt idx="248">
                  <c:v>T +1245min</c:v>
                </c:pt>
                <c:pt idx="249">
                  <c:v>T +1250min</c:v>
                </c:pt>
                <c:pt idx="250">
                  <c:v>T +1255min</c:v>
                </c:pt>
                <c:pt idx="251">
                  <c:v>T +1260min</c:v>
                </c:pt>
                <c:pt idx="252">
                  <c:v>T +1265min</c:v>
                </c:pt>
                <c:pt idx="253">
                  <c:v>T +1270min</c:v>
                </c:pt>
                <c:pt idx="254">
                  <c:v>T +1275min</c:v>
                </c:pt>
                <c:pt idx="255">
                  <c:v>T +1280min</c:v>
                </c:pt>
                <c:pt idx="256">
                  <c:v>T +1285min</c:v>
                </c:pt>
                <c:pt idx="257">
                  <c:v>T +1290min</c:v>
                </c:pt>
                <c:pt idx="258">
                  <c:v>T +1295min</c:v>
                </c:pt>
                <c:pt idx="259">
                  <c:v>T +1300min</c:v>
                </c:pt>
                <c:pt idx="260">
                  <c:v>T +1305min</c:v>
                </c:pt>
                <c:pt idx="261">
                  <c:v>T +1310min</c:v>
                </c:pt>
                <c:pt idx="262">
                  <c:v>T +1315min</c:v>
                </c:pt>
                <c:pt idx="263">
                  <c:v>T +1320min</c:v>
                </c:pt>
                <c:pt idx="264">
                  <c:v>T +1325min</c:v>
                </c:pt>
                <c:pt idx="265">
                  <c:v>T +1330min</c:v>
                </c:pt>
                <c:pt idx="266">
                  <c:v>T +1335min</c:v>
                </c:pt>
                <c:pt idx="267">
                  <c:v>T +1340min</c:v>
                </c:pt>
                <c:pt idx="268">
                  <c:v>T +1345min</c:v>
                </c:pt>
                <c:pt idx="269">
                  <c:v>T +1350min</c:v>
                </c:pt>
                <c:pt idx="270">
                  <c:v>T +1355min</c:v>
                </c:pt>
                <c:pt idx="271">
                  <c:v>T +1360min</c:v>
                </c:pt>
                <c:pt idx="272">
                  <c:v>T +1365min</c:v>
                </c:pt>
                <c:pt idx="273">
                  <c:v>T +1370min</c:v>
                </c:pt>
                <c:pt idx="274">
                  <c:v>T +1375min</c:v>
                </c:pt>
                <c:pt idx="275">
                  <c:v>T +1380min</c:v>
                </c:pt>
                <c:pt idx="276">
                  <c:v>T +1385min</c:v>
                </c:pt>
                <c:pt idx="277">
                  <c:v>T +1390min</c:v>
                </c:pt>
                <c:pt idx="278">
                  <c:v>T +1395min</c:v>
                </c:pt>
                <c:pt idx="279">
                  <c:v>T +1400min</c:v>
                </c:pt>
                <c:pt idx="280">
                  <c:v>T +1405min</c:v>
                </c:pt>
                <c:pt idx="281">
                  <c:v>T +1410min</c:v>
                </c:pt>
                <c:pt idx="282">
                  <c:v>T +1415min</c:v>
                </c:pt>
                <c:pt idx="283">
                  <c:v>T +1420min</c:v>
                </c:pt>
                <c:pt idx="284">
                  <c:v>T +1425min</c:v>
                </c:pt>
                <c:pt idx="285">
                  <c:v>T +1430min</c:v>
                </c:pt>
                <c:pt idx="286">
                  <c:v>T +1435min</c:v>
                </c:pt>
                <c:pt idx="287">
                  <c:v>T +1440min</c:v>
                </c:pt>
                <c:pt idx="288">
                  <c:v>T +1445min</c:v>
                </c:pt>
                <c:pt idx="289">
                  <c:v>T +1450min</c:v>
                </c:pt>
                <c:pt idx="290">
                  <c:v>T +1455min</c:v>
                </c:pt>
                <c:pt idx="291">
                  <c:v>T +1460min</c:v>
                </c:pt>
                <c:pt idx="292">
                  <c:v>T +1465min</c:v>
                </c:pt>
                <c:pt idx="293">
                  <c:v>T +1470min</c:v>
                </c:pt>
                <c:pt idx="294">
                  <c:v>T +1475min</c:v>
                </c:pt>
                <c:pt idx="295">
                  <c:v>T +1480min</c:v>
                </c:pt>
                <c:pt idx="296">
                  <c:v>T +1485min</c:v>
                </c:pt>
                <c:pt idx="297">
                  <c:v>T +1490min</c:v>
                </c:pt>
                <c:pt idx="298">
                  <c:v>T +1495min</c:v>
                </c:pt>
                <c:pt idx="299">
                  <c:v>T +1500min</c:v>
                </c:pt>
                <c:pt idx="300">
                  <c:v>T +1505min</c:v>
                </c:pt>
                <c:pt idx="301">
                  <c:v>T +1510min</c:v>
                </c:pt>
                <c:pt idx="302">
                  <c:v>T +1515min</c:v>
                </c:pt>
                <c:pt idx="303">
                  <c:v>T +1520min</c:v>
                </c:pt>
                <c:pt idx="304">
                  <c:v>T +1525min</c:v>
                </c:pt>
                <c:pt idx="305">
                  <c:v>T +1530min</c:v>
                </c:pt>
                <c:pt idx="306">
                  <c:v>T +1535min</c:v>
                </c:pt>
                <c:pt idx="307">
                  <c:v>T +1540min</c:v>
                </c:pt>
                <c:pt idx="308">
                  <c:v>T +1545min</c:v>
                </c:pt>
                <c:pt idx="309">
                  <c:v>T +1550min</c:v>
                </c:pt>
                <c:pt idx="310">
                  <c:v>T +1555min</c:v>
                </c:pt>
                <c:pt idx="311">
                  <c:v>T +1560min</c:v>
                </c:pt>
                <c:pt idx="312">
                  <c:v>T +1565min</c:v>
                </c:pt>
                <c:pt idx="313">
                  <c:v>T +1570min</c:v>
                </c:pt>
                <c:pt idx="314">
                  <c:v>T +1575min</c:v>
                </c:pt>
                <c:pt idx="315">
                  <c:v>T +1580min</c:v>
                </c:pt>
                <c:pt idx="316">
                  <c:v>T +1585min</c:v>
                </c:pt>
                <c:pt idx="317">
                  <c:v>T +1590min</c:v>
                </c:pt>
                <c:pt idx="318">
                  <c:v>T +1595min</c:v>
                </c:pt>
                <c:pt idx="319">
                  <c:v>T +1600min</c:v>
                </c:pt>
                <c:pt idx="320">
                  <c:v>T +1605min</c:v>
                </c:pt>
                <c:pt idx="321">
                  <c:v>T +1610min</c:v>
                </c:pt>
                <c:pt idx="322">
                  <c:v>T +1615min</c:v>
                </c:pt>
                <c:pt idx="323">
                  <c:v>T +1620min</c:v>
                </c:pt>
                <c:pt idx="324">
                  <c:v>T +1625min</c:v>
                </c:pt>
                <c:pt idx="325">
                  <c:v>T +1630min</c:v>
                </c:pt>
                <c:pt idx="326">
                  <c:v>T +1635min</c:v>
                </c:pt>
                <c:pt idx="327">
                  <c:v>T +1640min</c:v>
                </c:pt>
                <c:pt idx="328">
                  <c:v>T +1645min</c:v>
                </c:pt>
                <c:pt idx="329">
                  <c:v>T +1650min</c:v>
                </c:pt>
                <c:pt idx="330">
                  <c:v>T +1655min</c:v>
                </c:pt>
                <c:pt idx="331">
                  <c:v>T +1660min</c:v>
                </c:pt>
                <c:pt idx="332">
                  <c:v>T +1665min</c:v>
                </c:pt>
                <c:pt idx="333">
                  <c:v>T +1670min</c:v>
                </c:pt>
                <c:pt idx="334">
                  <c:v>T +1675min</c:v>
                </c:pt>
                <c:pt idx="335">
                  <c:v>T +1680min</c:v>
                </c:pt>
                <c:pt idx="336">
                  <c:v>T +1685min</c:v>
                </c:pt>
                <c:pt idx="337">
                  <c:v>T +1690min</c:v>
                </c:pt>
                <c:pt idx="338">
                  <c:v>T +1695min</c:v>
                </c:pt>
              </c:strCache>
            </c:strRef>
          </c:cat>
          <c:val>
            <c:numRef>
              <c:f>'5min interval 0617 FOMC'!$E$2:$E$340</c:f>
              <c:numCache>
                <c:formatCode>0.00_);[Red]\(0.00\)</c:formatCode>
                <c:ptCount val="339"/>
                <c:pt idx="0">
                  <c:v>26455</c:v>
                </c:pt>
                <c:pt idx="1">
                  <c:v>26432.25</c:v>
                </c:pt>
                <c:pt idx="2">
                  <c:v>26505.48</c:v>
                </c:pt>
                <c:pt idx="3">
                  <c:v>26453.91</c:v>
                </c:pt>
                <c:pt idx="4">
                  <c:v>26460.84</c:v>
                </c:pt>
                <c:pt idx="5">
                  <c:v>26358.54</c:v>
                </c:pt>
                <c:pt idx="6">
                  <c:v>26355.39</c:v>
                </c:pt>
                <c:pt idx="7">
                  <c:v>26366.63</c:v>
                </c:pt>
                <c:pt idx="8">
                  <c:v>26417.21</c:v>
                </c:pt>
                <c:pt idx="9">
                  <c:v>26425.279999999999</c:v>
                </c:pt>
                <c:pt idx="10">
                  <c:v>26485.54</c:v>
                </c:pt>
                <c:pt idx="11">
                  <c:v>26449.41</c:v>
                </c:pt>
                <c:pt idx="12">
                  <c:v>26399.32</c:v>
                </c:pt>
                <c:pt idx="13">
                  <c:v>26362.12</c:v>
                </c:pt>
                <c:pt idx="14">
                  <c:v>26365.5</c:v>
                </c:pt>
                <c:pt idx="15">
                  <c:v>26313.42</c:v>
                </c:pt>
                <c:pt idx="16">
                  <c:v>26355.439999999999</c:v>
                </c:pt>
                <c:pt idx="17">
                  <c:v>26308.18</c:v>
                </c:pt>
                <c:pt idx="18">
                  <c:v>26299.18</c:v>
                </c:pt>
                <c:pt idx="19">
                  <c:v>26281.21</c:v>
                </c:pt>
                <c:pt idx="20">
                  <c:v>26323.81</c:v>
                </c:pt>
                <c:pt idx="21">
                  <c:v>26336</c:v>
                </c:pt>
                <c:pt idx="22">
                  <c:v>26331.79</c:v>
                </c:pt>
                <c:pt idx="23">
                  <c:v>26329.23</c:v>
                </c:pt>
                <c:pt idx="24">
                  <c:v>26360.400000000001</c:v>
                </c:pt>
                <c:pt idx="25">
                  <c:v>26373.18</c:v>
                </c:pt>
                <c:pt idx="26">
                  <c:v>26352.99</c:v>
                </c:pt>
                <c:pt idx="27">
                  <c:v>26374.17</c:v>
                </c:pt>
                <c:pt idx="28">
                  <c:v>26368.18</c:v>
                </c:pt>
                <c:pt idx="29">
                  <c:v>26390.07</c:v>
                </c:pt>
                <c:pt idx="30">
                  <c:v>26394.61</c:v>
                </c:pt>
                <c:pt idx="31">
                  <c:v>26391.06</c:v>
                </c:pt>
                <c:pt idx="32">
                  <c:v>26394.57</c:v>
                </c:pt>
                <c:pt idx="33">
                  <c:v>26411.22</c:v>
                </c:pt>
                <c:pt idx="34">
                  <c:v>26418.77</c:v>
                </c:pt>
                <c:pt idx="35">
                  <c:v>26415.63</c:v>
                </c:pt>
                <c:pt idx="36">
                  <c:v>26387.05</c:v>
                </c:pt>
                <c:pt idx="37">
                  <c:v>26400.85</c:v>
                </c:pt>
                <c:pt idx="38">
                  <c:v>26389.45</c:v>
                </c:pt>
                <c:pt idx="39">
                  <c:v>26370.720000000001</c:v>
                </c:pt>
                <c:pt idx="40">
                  <c:v>26365.040000000001</c:v>
                </c:pt>
                <c:pt idx="41">
                  <c:v>26367.53</c:v>
                </c:pt>
                <c:pt idx="42">
                  <c:v>26341.89</c:v>
                </c:pt>
                <c:pt idx="43">
                  <c:v>26348.02</c:v>
                </c:pt>
                <c:pt idx="44">
                  <c:v>26345.43</c:v>
                </c:pt>
                <c:pt idx="45">
                  <c:v>26362.799999999999</c:v>
                </c:pt>
                <c:pt idx="46">
                  <c:v>26372.69</c:v>
                </c:pt>
                <c:pt idx="47">
                  <c:v>26386.54</c:v>
                </c:pt>
                <c:pt idx="48">
                  <c:v>26367.02</c:v>
                </c:pt>
                <c:pt idx="49">
                  <c:v>26391.93</c:v>
                </c:pt>
                <c:pt idx="50">
                  <c:v>26373.33</c:v>
                </c:pt>
                <c:pt idx="51">
                  <c:v>26390</c:v>
                </c:pt>
                <c:pt idx="52">
                  <c:v>26422.18</c:v>
                </c:pt>
                <c:pt idx="53">
                  <c:v>26426.98</c:v>
                </c:pt>
                <c:pt idx="54">
                  <c:v>26195.93</c:v>
                </c:pt>
                <c:pt idx="55">
                  <c:v>26258.22</c:v>
                </c:pt>
                <c:pt idx="56">
                  <c:v>26263.98</c:v>
                </c:pt>
                <c:pt idx="57">
                  <c:v>26312.31</c:v>
                </c:pt>
                <c:pt idx="58">
                  <c:v>26236.07</c:v>
                </c:pt>
                <c:pt idx="59">
                  <c:v>26244.92</c:v>
                </c:pt>
                <c:pt idx="60">
                  <c:v>26233.61</c:v>
                </c:pt>
                <c:pt idx="61">
                  <c:v>26331.88</c:v>
                </c:pt>
                <c:pt idx="62">
                  <c:v>26432.46</c:v>
                </c:pt>
                <c:pt idx="63">
                  <c:v>26388.41</c:v>
                </c:pt>
                <c:pt idx="64">
                  <c:v>26362.240000000002</c:v>
                </c:pt>
                <c:pt idx="65">
                  <c:v>26251.26</c:v>
                </c:pt>
                <c:pt idx="66">
                  <c:v>26263.040000000001</c:v>
                </c:pt>
                <c:pt idx="67">
                  <c:v>26244.58</c:v>
                </c:pt>
                <c:pt idx="68">
                  <c:v>26289.47</c:v>
                </c:pt>
                <c:pt idx="69">
                  <c:v>26192.13</c:v>
                </c:pt>
                <c:pt idx="70">
                  <c:v>26098.34</c:v>
                </c:pt>
                <c:pt idx="71">
                  <c:v>26106.959999999999</c:v>
                </c:pt>
                <c:pt idx="72">
                  <c:v>26054.31</c:v>
                </c:pt>
                <c:pt idx="73">
                  <c:v>25980.9</c:v>
                </c:pt>
                <c:pt idx="74">
                  <c:v>25980.09</c:v>
                </c:pt>
                <c:pt idx="75">
                  <c:v>26014.79</c:v>
                </c:pt>
                <c:pt idx="76">
                  <c:v>25985.08</c:v>
                </c:pt>
                <c:pt idx="77">
                  <c:v>26027.21</c:v>
                </c:pt>
                <c:pt idx="78">
                  <c:v>26021.66</c:v>
                </c:pt>
                <c:pt idx="79">
                  <c:v>26021.66</c:v>
                </c:pt>
                <c:pt idx="80">
                  <c:v>26021.66</c:v>
                </c:pt>
                <c:pt idx="81">
                  <c:v>26288.94</c:v>
                </c:pt>
                <c:pt idx="82">
                  <c:v>26227</c:v>
                </c:pt>
                <c:pt idx="83">
                  <c:v>26188.69</c:v>
                </c:pt>
                <c:pt idx="84">
                  <c:v>26262.81</c:v>
                </c:pt>
                <c:pt idx="85">
                  <c:v>26242.26</c:v>
                </c:pt>
                <c:pt idx="86">
                  <c:v>26238.47</c:v>
                </c:pt>
                <c:pt idx="87">
                  <c:v>26275.84</c:v>
                </c:pt>
                <c:pt idx="88">
                  <c:v>26336.46</c:v>
                </c:pt>
                <c:pt idx="89">
                  <c:v>26300.35</c:v>
                </c:pt>
                <c:pt idx="90">
                  <c:v>26366.93</c:v>
                </c:pt>
                <c:pt idx="91">
                  <c:v>26380.7</c:v>
                </c:pt>
                <c:pt idx="92">
                  <c:v>26301.75</c:v>
                </c:pt>
                <c:pt idx="93">
                  <c:v>26320.560000000001</c:v>
                </c:pt>
                <c:pt idx="94">
                  <c:v>26353.7</c:v>
                </c:pt>
                <c:pt idx="95">
                  <c:v>26332.68</c:v>
                </c:pt>
                <c:pt idx="96">
                  <c:v>26391.01</c:v>
                </c:pt>
                <c:pt idx="97">
                  <c:v>26368.83</c:v>
                </c:pt>
                <c:pt idx="98">
                  <c:v>26370.59</c:v>
                </c:pt>
                <c:pt idx="99">
                  <c:v>26369.279999999999</c:v>
                </c:pt>
                <c:pt idx="100">
                  <c:v>26375.040000000001</c:v>
                </c:pt>
                <c:pt idx="101">
                  <c:v>26370.17</c:v>
                </c:pt>
                <c:pt idx="102">
                  <c:v>26351.64</c:v>
                </c:pt>
                <c:pt idx="103">
                  <c:v>26334.1</c:v>
                </c:pt>
                <c:pt idx="104">
                  <c:v>26322.34</c:v>
                </c:pt>
                <c:pt idx="105">
                  <c:v>26320.71</c:v>
                </c:pt>
                <c:pt idx="106">
                  <c:v>26293.46</c:v>
                </c:pt>
                <c:pt idx="107">
                  <c:v>26289.53</c:v>
                </c:pt>
                <c:pt idx="108">
                  <c:v>26303.42</c:v>
                </c:pt>
                <c:pt idx="109">
                  <c:v>26358.82</c:v>
                </c:pt>
                <c:pt idx="110">
                  <c:v>26373.9</c:v>
                </c:pt>
                <c:pt idx="111">
                  <c:v>26360.53</c:v>
                </c:pt>
                <c:pt idx="112">
                  <c:v>26356.81</c:v>
                </c:pt>
                <c:pt idx="113">
                  <c:v>26361.07</c:v>
                </c:pt>
                <c:pt idx="114">
                  <c:v>26373.78</c:v>
                </c:pt>
                <c:pt idx="115">
                  <c:v>26386.59</c:v>
                </c:pt>
                <c:pt idx="116">
                  <c:v>26391.59</c:v>
                </c:pt>
                <c:pt idx="117">
                  <c:v>26384.77</c:v>
                </c:pt>
                <c:pt idx="118">
                  <c:v>26410.89</c:v>
                </c:pt>
                <c:pt idx="119">
                  <c:v>26407.15</c:v>
                </c:pt>
                <c:pt idx="120">
                  <c:v>26410.6</c:v>
                </c:pt>
                <c:pt idx="121">
                  <c:v>26392</c:v>
                </c:pt>
                <c:pt idx="122">
                  <c:v>26403.85</c:v>
                </c:pt>
                <c:pt idx="123">
                  <c:v>26430.05</c:v>
                </c:pt>
                <c:pt idx="124">
                  <c:v>26438.69</c:v>
                </c:pt>
                <c:pt idx="125">
                  <c:v>26445.95</c:v>
                </c:pt>
                <c:pt idx="126">
                  <c:v>26467.41</c:v>
                </c:pt>
                <c:pt idx="127">
                  <c:v>26444.92</c:v>
                </c:pt>
                <c:pt idx="128">
                  <c:v>26450.15</c:v>
                </c:pt>
                <c:pt idx="129">
                  <c:v>26466.639999999999</c:v>
                </c:pt>
                <c:pt idx="130">
                  <c:v>26453.39</c:v>
                </c:pt>
                <c:pt idx="131">
                  <c:v>26463.63</c:v>
                </c:pt>
                <c:pt idx="132">
                  <c:v>26461.89</c:v>
                </c:pt>
                <c:pt idx="133">
                  <c:v>26457.08</c:v>
                </c:pt>
                <c:pt idx="134">
                  <c:v>26453.62</c:v>
                </c:pt>
                <c:pt idx="135">
                  <c:v>26437.27</c:v>
                </c:pt>
                <c:pt idx="136">
                  <c:v>26442.19</c:v>
                </c:pt>
                <c:pt idx="137">
                  <c:v>26437.52</c:v>
                </c:pt>
                <c:pt idx="138">
                  <c:v>26428.7</c:v>
                </c:pt>
                <c:pt idx="139">
                  <c:v>26433.38</c:v>
                </c:pt>
                <c:pt idx="140">
                  <c:v>26427.52</c:v>
                </c:pt>
                <c:pt idx="141">
                  <c:v>26420.98</c:v>
                </c:pt>
                <c:pt idx="142">
                  <c:v>26416.94</c:v>
                </c:pt>
                <c:pt idx="143">
                  <c:v>26423.65</c:v>
                </c:pt>
                <c:pt idx="144">
                  <c:v>26443.5</c:v>
                </c:pt>
                <c:pt idx="145">
                  <c:v>26441.48</c:v>
                </c:pt>
                <c:pt idx="146">
                  <c:v>26427.25</c:v>
                </c:pt>
                <c:pt idx="147">
                  <c:v>26412.81</c:v>
                </c:pt>
                <c:pt idx="148">
                  <c:v>26417.27</c:v>
                </c:pt>
                <c:pt idx="149">
                  <c:v>26402.89</c:v>
                </c:pt>
                <c:pt idx="150">
                  <c:v>26422.58</c:v>
                </c:pt>
                <c:pt idx="151">
                  <c:v>26422.86</c:v>
                </c:pt>
                <c:pt idx="152">
                  <c:v>26439.55</c:v>
                </c:pt>
                <c:pt idx="153">
                  <c:v>26441.919999999998</c:v>
                </c:pt>
                <c:pt idx="154">
                  <c:v>26490.87</c:v>
                </c:pt>
                <c:pt idx="155">
                  <c:v>26514.28</c:v>
                </c:pt>
                <c:pt idx="156">
                  <c:v>26528.31</c:v>
                </c:pt>
                <c:pt idx="157">
                  <c:v>26532.74</c:v>
                </c:pt>
                <c:pt idx="158">
                  <c:v>26507.05</c:v>
                </c:pt>
              </c:numCache>
            </c:numRef>
          </c:val>
          <c:smooth val="0"/>
          <c:extLst>
            <c:ext xmlns:c16="http://schemas.microsoft.com/office/drawing/2014/chart" uri="{C3380CC4-5D6E-409C-BE32-E72D297353CC}">
              <c16:uniqueId val="{00000001-5029-4F40-8980-7A3786E423F8}"/>
            </c:ext>
          </c:extLst>
        </c:ser>
        <c:dLbls>
          <c:showLegendKey val="0"/>
          <c:showVal val="0"/>
          <c:showCatName val="0"/>
          <c:showSerName val="0"/>
          <c:showPercent val="0"/>
          <c:showBubbleSize val="0"/>
        </c:dLbls>
        <c:marker val="1"/>
        <c:smooth val="0"/>
        <c:axId val="44196464"/>
        <c:axId val="44195984"/>
      </c:lineChart>
      <c:cat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Algn val="ctr"/>
        <c:lblOffset val="100"/>
        <c:noMultiLvlLbl val="0"/>
      </c:catAx>
      <c:valAx>
        <c:axId val="-266031040"/>
        <c:scaling>
          <c:orientation val="minMax"/>
          <c:min val="420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valAx>
        <c:axId val="44195984"/>
        <c:scaling>
          <c:orientation val="minMax"/>
          <c:min val="25800"/>
        </c:scaling>
        <c:delete val="0"/>
        <c:axPos val="r"/>
        <c:numFmt formatCode="0.00_);[Red]\(0.00\)"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44196464"/>
        <c:crosses val="max"/>
        <c:crossBetween val="between"/>
      </c:valAx>
      <c:catAx>
        <c:axId val="44196464"/>
        <c:scaling>
          <c:orientation val="minMax"/>
        </c:scaling>
        <c:delete val="1"/>
        <c:axPos val="b"/>
        <c:numFmt formatCode="General" sourceLinked="1"/>
        <c:majorTickMark val="out"/>
        <c:minorTickMark val="none"/>
        <c:tickLblPos val="nextTo"/>
        <c:crossAx val="44195984"/>
        <c:crosses val="autoZero"/>
        <c:auto val="1"/>
        <c:lblAlgn val="ctr"/>
        <c:lblOffset val="100"/>
        <c:noMultiLvlLbl val="0"/>
      </c:cat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'US CPI&amp;FFR'!$B$1</c:f>
              <c:strCache>
                <c:ptCount val="1"/>
                <c:pt idx="0">
                  <c:v>美国CPI非季调同比（%）</c:v>
                </c:pt>
              </c:strCache>
            </c:strRef>
          </c:tx>
          <c:spPr>
            <a:ln w="25400" cap="rnd" cmpd="sng">
              <a:solidFill>
                <a:srgbClr val="7C80C8"/>
              </a:solidFill>
              <a:prstDash val="solid"/>
              <a:round/>
            </a:ln>
            <a:effectLst/>
          </c:spPr>
          <c:marker>
            <c:symbol val="none"/>
          </c:marker>
          <c:cat>
            <c:numRef>
              <c:f>'US CPI&amp;FFR'!$A$2:$A$318</c:f>
              <c:numCache>
                <c:formatCode>m/d/yyyy</c:formatCode>
                <c:ptCount val="317"/>
                <c:pt idx="0">
                  <c:v>36556</c:v>
                </c:pt>
                <c:pt idx="1">
                  <c:v>36585</c:v>
                </c:pt>
                <c:pt idx="2">
                  <c:v>36616</c:v>
                </c:pt>
                <c:pt idx="3">
                  <c:v>36646</c:v>
                </c:pt>
                <c:pt idx="4">
                  <c:v>36677</c:v>
                </c:pt>
                <c:pt idx="5">
                  <c:v>36707</c:v>
                </c:pt>
                <c:pt idx="6">
                  <c:v>36738</c:v>
                </c:pt>
                <c:pt idx="7">
                  <c:v>36769</c:v>
                </c:pt>
                <c:pt idx="8">
                  <c:v>36799</c:v>
                </c:pt>
                <c:pt idx="9">
                  <c:v>36830</c:v>
                </c:pt>
                <c:pt idx="10">
                  <c:v>36860</c:v>
                </c:pt>
                <c:pt idx="11">
                  <c:v>36891</c:v>
                </c:pt>
                <c:pt idx="12">
                  <c:v>36922</c:v>
                </c:pt>
                <c:pt idx="13">
                  <c:v>36950</c:v>
                </c:pt>
                <c:pt idx="14">
                  <c:v>36981</c:v>
                </c:pt>
                <c:pt idx="15">
                  <c:v>37011</c:v>
                </c:pt>
                <c:pt idx="16">
                  <c:v>37042</c:v>
                </c:pt>
                <c:pt idx="17">
                  <c:v>37072</c:v>
                </c:pt>
                <c:pt idx="18">
                  <c:v>37103</c:v>
                </c:pt>
                <c:pt idx="19">
                  <c:v>37134</c:v>
                </c:pt>
                <c:pt idx="20">
                  <c:v>37164</c:v>
                </c:pt>
                <c:pt idx="21">
                  <c:v>37195</c:v>
                </c:pt>
                <c:pt idx="22">
                  <c:v>37225</c:v>
                </c:pt>
                <c:pt idx="23">
                  <c:v>37256</c:v>
                </c:pt>
                <c:pt idx="24">
                  <c:v>37287</c:v>
                </c:pt>
                <c:pt idx="25">
                  <c:v>37315</c:v>
                </c:pt>
                <c:pt idx="26">
                  <c:v>37346</c:v>
                </c:pt>
                <c:pt idx="27">
                  <c:v>37376</c:v>
                </c:pt>
                <c:pt idx="28">
                  <c:v>37407</c:v>
                </c:pt>
                <c:pt idx="29">
                  <c:v>37437</c:v>
                </c:pt>
                <c:pt idx="30">
                  <c:v>37468</c:v>
                </c:pt>
                <c:pt idx="31">
                  <c:v>37499</c:v>
                </c:pt>
                <c:pt idx="32">
                  <c:v>37529</c:v>
                </c:pt>
                <c:pt idx="33">
                  <c:v>37560</c:v>
                </c:pt>
                <c:pt idx="34">
                  <c:v>37590</c:v>
                </c:pt>
                <c:pt idx="35">
                  <c:v>37621</c:v>
                </c:pt>
                <c:pt idx="36">
                  <c:v>37652</c:v>
                </c:pt>
                <c:pt idx="37">
                  <c:v>37680</c:v>
                </c:pt>
                <c:pt idx="38">
                  <c:v>37711</c:v>
                </c:pt>
                <c:pt idx="39">
                  <c:v>37741</c:v>
                </c:pt>
                <c:pt idx="40">
                  <c:v>37772</c:v>
                </c:pt>
                <c:pt idx="41">
                  <c:v>37802</c:v>
                </c:pt>
                <c:pt idx="42">
                  <c:v>37833</c:v>
                </c:pt>
                <c:pt idx="43">
                  <c:v>37864</c:v>
                </c:pt>
                <c:pt idx="44">
                  <c:v>37894</c:v>
                </c:pt>
                <c:pt idx="45">
                  <c:v>37925</c:v>
                </c:pt>
                <c:pt idx="46">
                  <c:v>37955</c:v>
                </c:pt>
                <c:pt idx="47">
                  <c:v>37986</c:v>
                </c:pt>
                <c:pt idx="48">
                  <c:v>38017</c:v>
                </c:pt>
                <c:pt idx="49">
                  <c:v>38046</c:v>
                </c:pt>
                <c:pt idx="50">
                  <c:v>38077</c:v>
                </c:pt>
                <c:pt idx="51">
                  <c:v>38107</c:v>
                </c:pt>
                <c:pt idx="52">
                  <c:v>38138</c:v>
                </c:pt>
                <c:pt idx="53">
                  <c:v>38168</c:v>
                </c:pt>
                <c:pt idx="54">
                  <c:v>38199</c:v>
                </c:pt>
                <c:pt idx="55">
                  <c:v>38230</c:v>
                </c:pt>
                <c:pt idx="56">
                  <c:v>38260</c:v>
                </c:pt>
                <c:pt idx="57">
                  <c:v>38291</c:v>
                </c:pt>
                <c:pt idx="58">
                  <c:v>38321</c:v>
                </c:pt>
                <c:pt idx="59">
                  <c:v>38352</c:v>
                </c:pt>
                <c:pt idx="60">
                  <c:v>38383</c:v>
                </c:pt>
                <c:pt idx="61">
                  <c:v>38411</c:v>
                </c:pt>
                <c:pt idx="62">
                  <c:v>38442</c:v>
                </c:pt>
                <c:pt idx="63">
                  <c:v>38472</c:v>
                </c:pt>
                <c:pt idx="64">
                  <c:v>38503</c:v>
                </c:pt>
                <c:pt idx="65">
                  <c:v>38533</c:v>
                </c:pt>
                <c:pt idx="66">
                  <c:v>38564</c:v>
                </c:pt>
                <c:pt idx="67">
                  <c:v>38595</c:v>
                </c:pt>
                <c:pt idx="68">
                  <c:v>38625</c:v>
                </c:pt>
                <c:pt idx="69">
                  <c:v>38656</c:v>
                </c:pt>
                <c:pt idx="70">
                  <c:v>38686</c:v>
                </c:pt>
                <c:pt idx="71">
                  <c:v>38717</c:v>
                </c:pt>
                <c:pt idx="72">
                  <c:v>38748</c:v>
                </c:pt>
                <c:pt idx="73">
                  <c:v>38776</c:v>
                </c:pt>
                <c:pt idx="74">
                  <c:v>38807</c:v>
                </c:pt>
                <c:pt idx="75">
                  <c:v>38837</c:v>
                </c:pt>
                <c:pt idx="76">
                  <c:v>38868</c:v>
                </c:pt>
                <c:pt idx="77">
                  <c:v>38898</c:v>
                </c:pt>
                <c:pt idx="78">
                  <c:v>38929</c:v>
                </c:pt>
                <c:pt idx="79">
                  <c:v>38960</c:v>
                </c:pt>
                <c:pt idx="80">
                  <c:v>38990</c:v>
                </c:pt>
                <c:pt idx="81">
                  <c:v>39021</c:v>
                </c:pt>
                <c:pt idx="82">
                  <c:v>39051</c:v>
                </c:pt>
                <c:pt idx="83">
                  <c:v>39082</c:v>
                </c:pt>
                <c:pt idx="84">
                  <c:v>39113</c:v>
                </c:pt>
                <c:pt idx="85">
                  <c:v>39141</c:v>
                </c:pt>
                <c:pt idx="86">
                  <c:v>39172</c:v>
                </c:pt>
                <c:pt idx="87">
                  <c:v>39202</c:v>
                </c:pt>
                <c:pt idx="88">
                  <c:v>39233</c:v>
                </c:pt>
                <c:pt idx="89">
                  <c:v>39263</c:v>
                </c:pt>
                <c:pt idx="90">
                  <c:v>39294</c:v>
                </c:pt>
                <c:pt idx="91">
                  <c:v>39325</c:v>
                </c:pt>
                <c:pt idx="92">
                  <c:v>39355</c:v>
                </c:pt>
                <c:pt idx="93">
                  <c:v>39386</c:v>
                </c:pt>
                <c:pt idx="94">
                  <c:v>39416</c:v>
                </c:pt>
                <c:pt idx="95">
                  <c:v>39447</c:v>
                </c:pt>
                <c:pt idx="96">
                  <c:v>39478</c:v>
                </c:pt>
                <c:pt idx="97">
                  <c:v>39507</c:v>
                </c:pt>
                <c:pt idx="98">
                  <c:v>39538</c:v>
                </c:pt>
                <c:pt idx="99">
                  <c:v>39568</c:v>
                </c:pt>
                <c:pt idx="100">
                  <c:v>39599</c:v>
                </c:pt>
                <c:pt idx="101">
                  <c:v>39629</c:v>
                </c:pt>
                <c:pt idx="102">
                  <c:v>39660</c:v>
                </c:pt>
                <c:pt idx="103">
                  <c:v>39691</c:v>
                </c:pt>
                <c:pt idx="104">
                  <c:v>39721</c:v>
                </c:pt>
                <c:pt idx="105">
                  <c:v>39752</c:v>
                </c:pt>
                <c:pt idx="106">
                  <c:v>39782</c:v>
                </c:pt>
                <c:pt idx="107">
                  <c:v>39813</c:v>
                </c:pt>
                <c:pt idx="108">
                  <c:v>39844</c:v>
                </c:pt>
                <c:pt idx="109">
                  <c:v>39872</c:v>
                </c:pt>
                <c:pt idx="110">
                  <c:v>39903</c:v>
                </c:pt>
                <c:pt idx="111">
                  <c:v>39933</c:v>
                </c:pt>
                <c:pt idx="112">
                  <c:v>39964</c:v>
                </c:pt>
                <c:pt idx="113">
                  <c:v>39994</c:v>
                </c:pt>
                <c:pt idx="114">
                  <c:v>40025</c:v>
                </c:pt>
                <c:pt idx="115">
                  <c:v>40056</c:v>
                </c:pt>
                <c:pt idx="116">
                  <c:v>40086</c:v>
                </c:pt>
                <c:pt idx="117">
                  <c:v>40117</c:v>
                </c:pt>
                <c:pt idx="118">
                  <c:v>40147</c:v>
                </c:pt>
                <c:pt idx="119">
                  <c:v>40178</c:v>
                </c:pt>
                <c:pt idx="120">
                  <c:v>40209</c:v>
                </c:pt>
                <c:pt idx="121">
                  <c:v>40237</c:v>
                </c:pt>
                <c:pt idx="122">
                  <c:v>40268</c:v>
                </c:pt>
                <c:pt idx="123">
                  <c:v>40298</c:v>
                </c:pt>
                <c:pt idx="124">
                  <c:v>40329</c:v>
                </c:pt>
                <c:pt idx="125">
                  <c:v>40359</c:v>
                </c:pt>
                <c:pt idx="126">
                  <c:v>40390</c:v>
                </c:pt>
                <c:pt idx="127">
                  <c:v>40421</c:v>
                </c:pt>
                <c:pt idx="128">
                  <c:v>40451</c:v>
                </c:pt>
                <c:pt idx="129">
                  <c:v>40482</c:v>
                </c:pt>
                <c:pt idx="130">
                  <c:v>40512</c:v>
                </c:pt>
                <c:pt idx="131">
                  <c:v>40543</c:v>
                </c:pt>
                <c:pt idx="132">
                  <c:v>40574</c:v>
                </c:pt>
                <c:pt idx="133">
                  <c:v>40602</c:v>
                </c:pt>
                <c:pt idx="134">
                  <c:v>40633</c:v>
                </c:pt>
                <c:pt idx="135">
                  <c:v>40663</c:v>
                </c:pt>
                <c:pt idx="136">
                  <c:v>40694</c:v>
                </c:pt>
                <c:pt idx="137">
                  <c:v>40724</c:v>
                </c:pt>
                <c:pt idx="138">
                  <c:v>40755</c:v>
                </c:pt>
                <c:pt idx="139">
                  <c:v>40786</c:v>
                </c:pt>
                <c:pt idx="140">
                  <c:v>40816</c:v>
                </c:pt>
                <c:pt idx="141">
                  <c:v>40847</c:v>
                </c:pt>
                <c:pt idx="142">
                  <c:v>40877</c:v>
                </c:pt>
                <c:pt idx="143">
                  <c:v>40908</c:v>
                </c:pt>
                <c:pt idx="144">
                  <c:v>40939</c:v>
                </c:pt>
                <c:pt idx="145">
                  <c:v>40968</c:v>
                </c:pt>
                <c:pt idx="146">
                  <c:v>40999</c:v>
                </c:pt>
                <c:pt idx="147">
                  <c:v>41029</c:v>
                </c:pt>
                <c:pt idx="148">
                  <c:v>41060</c:v>
                </c:pt>
                <c:pt idx="149">
                  <c:v>41090</c:v>
                </c:pt>
                <c:pt idx="150">
                  <c:v>41121</c:v>
                </c:pt>
                <c:pt idx="151">
                  <c:v>41152</c:v>
                </c:pt>
                <c:pt idx="152">
                  <c:v>41182</c:v>
                </c:pt>
                <c:pt idx="153">
                  <c:v>41213</c:v>
                </c:pt>
                <c:pt idx="154">
                  <c:v>41243</c:v>
                </c:pt>
                <c:pt idx="155">
                  <c:v>41274</c:v>
                </c:pt>
                <c:pt idx="156">
                  <c:v>41305</c:v>
                </c:pt>
                <c:pt idx="157">
                  <c:v>41333</c:v>
                </c:pt>
                <c:pt idx="158">
                  <c:v>41364</c:v>
                </c:pt>
                <c:pt idx="159">
                  <c:v>41394</c:v>
                </c:pt>
                <c:pt idx="160">
                  <c:v>41425</c:v>
                </c:pt>
                <c:pt idx="161">
                  <c:v>41455</c:v>
                </c:pt>
                <c:pt idx="162">
                  <c:v>41486</c:v>
                </c:pt>
                <c:pt idx="163">
                  <c:v>41517</c:v>
                </c:pt>
                <c:pt idx="164">
                  <c:v>41547</c:v>
                </c:pt>
                <c:pt idx="165">
                  <c:v>41578</c:v>
                </c:pt>
                <c:pt idx="166">
                  <c:v>41608</c:v>
                </c:pt>
                <c:pt idx="167">
                  <c:v>41639</c:v>
                </c:pt>
                <c:pt idx="168">
                  <c:v>41670</c:v>
                </c:pt>
                <c:pt idx="169">
                  <c:v>41698</c:v>
                </c:pt>
                <c:pt idx="170">
                  <c:v>41729</c:v>
                </c:pt>
                <c:pt idx="171">
                  <c:v>41759</c:v>
                </c:pt>
                <c:pt idx="172">
                  <c:v>41790</c:v>
                </c:pt>
                <c:pt idx="173">
                  <c:v>41820</c:v>
                </c:pt>
                <c:pt idx="174">
                  <c:v>41851</c:v>
                </c:pt>
                <c:pt idx="175">
                  <c:v>41882</c:v>
                </c:pt>
                <c:pt idx="176">
                  <c:v>41912</c:v>
                </c:pt>
                <c:pt idx="177">
                  <c:v>41943</c:v>
                </c:pt>
                <c:pt idx="178">
                  <c:v>41973</c:v>
                </c:pt>
                <c:pt idx="179">
                  <c:v>42004</c:v>
                </c:pt>
                <c:pt idx="180">
                  <c:v>42035</c:v>
                </c:pt>
                <c:pt idx="181">
                  <c:v>42063</c:v>
                </c:pt>
                <c:pt idx="182">
                  <c:v>42094</c:v>
                </c:pt>
                <c:pt idx="183">
                  <c:v>42124</c:v>
                </c:pt>
                <c:pt idx="184">
                  <c:v>42155</c:v>
                </c:pt>
                <c:pt idx="185">
                  <c:v>42185</c:v>
                </c:pt>
                <c:pt idx="186">
                  <c:v>42216</c:v>
                </c:pt>
                <c:pt idx="187">
                  <c:v>42247</c:v>
                </c:pt>
                <c:pt idx="188">
                  <c:v>42277</c:v>
                </c:pt>
                <c:pt idx="189">
                  <c:v>42308</c:v>
                </c:pt>
                <c:pt idx="190">
                  <c:v>42338</c:v>
                </c:pt>
                <c:pt idx="191">
                  <c:v>42369</c:v>
                </c:pt>
                <c:pt idx="192">
                  <c:v>42400</c:v>
                </c:pt>
                <c:pt idx="193">
                  <c:v>42429</c:v>
                </c:pt>
                <c:pt idx="194">
                  <c:v>42460</c:v>
                </c:pt>
                <c:pt idx="195">
                  <c:v>42490</c:v>
                </c:pt>
                <c:pt idx="196">
                  <c:v>42521</c:v>
                </c:pt>
                <c:pt idx="197">
                  <c:v>42551</c:v>
                </c:pt>
                <c:pt idx="198">
                  <c:v>42582</c:v>
                </c:pt>
                <c:pt idx="199">
                  <c:v>42613</c:v>
                </c:pt>
                <c:pt idx="200">
                  <c:v>42643</c:v>
                </c:pt>
                <c:pt idx="201">
                  <c:v>42674</c:v>
                </c:pt>
                <c:pt idx="202">
                  <c:v>42704</c:v>
                </c:pt>
                <c:pt idx="203">
                  <c:v>42735</c:v>
                </c:pt>
                <c:pt idx="204">
                  <c:v>42766</c:v>
                </c:pt>
                <c:pt idx="205">
                  <c:v>42794</c:v>
                </c:pt>
                <c:pt idx="206">
                  <c:v>42825</c:v>
                </c:pt>
                <c:pt idx="207">
                  <c:v>42855</c:v>
                </c:pt>
                <c:pt idx="208">
                  <c:v>42886</c:v>
                </c:pt>
                <c:pt idx="209">
                  <c:v>42916</c:v>
                </c:pt>
                <c:pt idx="210">
                  <c:v>42947</c:v>
                </c:pt>
                <c:pt idx="211">
                  <c:v>42978</c:v>
                </c:pt>
                <c:pt idx="212">
                  <c:v>43008</c:v>
                </c:pt>
                <c:pt idx="213">
                  <c:v>43039</c:v>
                </c:pt>
                <c:pt idx="214">
                  <c:v>43069</c:v>
                </c:pt>
                <c:pt idx="215">
                  <c:v>43100</c:v>
                </c:pt>
                <c:pt idx="216">
                  <c:v>43131</c:v>
                </c:pt>
                <c:pt idx="217">
                  <c:v>43159</c:v>
                </c:pt>
                <c:pt idx="218">
                  <c:v>43190</c:v>
                </c:pt>
                <c:pt idx="219">
                  <c:v>43220</c:v>
                </c:pt>
                <c:pt idx="220">
                  <c:v>43251</c:v>
                </c:pt>
                <c:pt idx="221">
                  <c:v>43281</c:v>
                </c:pt>
                <c:pt idx="222">
                  <c:v>43312</c:v>
                </c:pt>
                <c:pt idx="223">
                  <c:v>43343</c:v>
                </c:pt>
                <c:pt idx="224">
                  <c:v>43373</c:v>
                </c:pt>
                <c:pt idx="225">
                  <c:v>43404</c:v>
                </c:pt>
                <c:pt idx="226">
                  <c:v>43434</c:v>
                </c:pt>
                <c:pt idx="227">
                  <c:v>43465</c:v>
                </c:pt>
                <c:pt idx="228">
                  <c:v>43496</c:v>
                </c:pt>
                <c:pt idx="229">
                  <c:v>43524</c:v>
                </c:pt>
                <c:pt idx="230">
                  <c:v>43555</c:v>
                </c:pt>
                <c:pt idx="231">
                  <c:v>43585</c:v>
                </c:pt>
                <c:pt idx="232">
                  <c:v>43616</c:v>
                </c:pt>
                <c:pt idx="233">
                  <c:v>43646</c:v>
                </c:pt>
                <c:pt idx="234">
                  <c:v>43677</c:v>
                </c:pt>
                <c:pt idx="235">
                  <c:v>43708</c:v>
                </c:pt>
                <c:pt idx="236">
                  <c:v>43738</c:v>
                </c:pt>
                <c:pt idx="237">
                  <c:v>43769</c:v>
                </c:pt>
                <c:pt idx="238">
                  <c:v>43799</c:v>
                </c:pt>
                <c:pt idx="239">
                  <c:v>43830</c:v>
                </c:pt>
                <c:pt idx="240">
                  <c:v>43861</c:v>
                </c:pt>
                <c:pt idx="241">
                  <c:v>43890</c:v>
                </c:pt>
                <c:pt idx="242">
                  <c:v>43921</c:v>
                </c:pt>
                <c:pt idx="243">
                  <c:v>43951</c:v>
                </c:pt>
                <c:pt idx="244">
                  <c:v>43982</c:v>
                </c:pt>
                <c:pt idx="245">
                  <c:v>44012</c:v>
                </c:pt>
                <c:pt idx="246">
                  <c:v>44043</c:v>
                </c:pt>
                <c:pt idx="247">
                  <c:v>44074</c:v>
                </c:pt>
                <c:pt idx="248">
                  <c:v>44104</c:v>
                </c:pt>
                <c:pt idx="249">
                  <c:v>44135</c:v>
                </c:pt>
                <c:pt idx="250">
                  <c:v>44165</c:v>
                </c:pt>
                <c:pt idx="251">
                  <c:v>44196</c:v>
                </c:pt>
                <c:pt idx="252">
                  <c:v>44227</c:v>
                </c:pt>
                <c:pt idx="253">
                  <c:v>44255</c:v>
                </c:pt>
                <c:pt idx="254">
                  <c:v>44286</c:v>
                </c:pt>
                <c:pt idx="255">
                  <c:v>44316</c:v>
                </c:pt>
                <c:pt idx="256">
                  <c:v>44347</c:v>
                </c:pt>
                <c:pt idx="257">
                  <c:v>44377</c:v>
                </c:pt>
                <c:pt idx="258">
                  <c:v>44408</c:v>
                </c:pt>
                <c:pt idx="259">
                  <c:v>44439</c:v>
                </c:pt>
                <c:pt idx="260">
                  <c:v>44469</c:v>
                </c:pt>
                <c:pt idx="261">
                  <c:v>44500</c:v>
                </c:pt>
                <c:pt idx="262">
                  <c:v>44530</c:v>
                </c:pt>
                <c:pt idx="263">
                  <c:v>44561</c:v>
                </c:pt>
                <c:pt idx="264">
                  <c:v>44592</c:v>
                </c:pt>
                <c:pt idx="265">
                  <c:v>44620</c:v>
                </c:pt>
                <c:pt idx="266">
                  <c:v>44651</c:v>
                </c:pt>
                <c:pt idx="267">
                  <c:v>44681</c:v>
                </c:pt>
                <c:pt idx="268">
                  <c:v>44712</c:v>
                </c:pt>
                <c:pt idx="269">
                  <c:v>44742</c:v>
                </c:pt>
                <c:pt idx="270">
                  <c:v>44773</c:v>
                </c:pt>
                <c:pt idx="271">
                  <c:v>44804</c:v>
                </c:pt>
                <c:pt idx="272">
                  <c:v>44834</c:v>
                </c:pt>
                <c:pt idx="273">
                  <c:v>44865</c:v>
                </c:pt>
                <c:pt idx="274">
                  <c:v>44895</c:v>
                </c:pt>
                <c:pt idx="275">
                  <c:v>44926</c:v>
                </c:pt>
                <c:pt idx="276">
                  <c:v>44957</c:v>
                </c:pt>
                <c:pt idx="277">
                  <c:v>44985</c:v>
                </c:pt>
                <c:pt idx="278">
                  <c:v>45016</c:v>
                </c:pt>
                <c:pt idx="279">
                  <c:v>45046</c:v>
                </c:pt>
                <c:pt idx="280">
                  <c:v>45077</c:v>
                </c:pt>
                <c:pt idx="281">
                  <c:v>45107</c:v>
                </c:pt>
                <c:pt idx="282">
                  <c:v>45138</c:v>
                </c:pt>
                <c:pt idx="283">
                  <c:v>45169</c:v>
                </c:pt>
                <c:pt idx="284">
                  <c:v>45199</c:v>
                </c:pt>
                <c:pt idx="285">
                  <c:v>45230</c:v>
                </c:pt>
                <c:pt idx="286">
                  <c:v>45260</c:v>
                </c:pt>
                <c:pt idx="287">
                  <c:v>45291</c:v>
                </c:pt>
                <c:pt idx="288">
                  <c:v>45322</c:v>
                </c:pt>
                <c:pt idx="289">
                  <c:v>45351</c:v>
                </c:pt>
                <c:pt idx="290">
                  <c:v>45382</c:v>
                </c:pt>
                <c:pt idx="291">
                  <c:v>45412</c:v>
                </c:pt>
                <c:pt idx="292">
                  <c:v>45443</c:v>
                </c:pt>
                <c:pt idx="293">
                  <c:v>45473</c:v>
                </c:pt>
                <c:pt idx="294">
                  <c:v>45504</c:v>
                </c:pt>
                <c:pt idx="295">
                  <c:v>45535</c:v>
                </c:pt>
                <c:pt idx="296">
                  <c:v>45565</c:v>
                </c:pt>
                <c:pt idx="297">
                  <c:v>45596</c:v>
                </c:pt>
                <c:pt idx="298">
                  <c:v>45626</c:v>
                </c:pt>
                <c:pt idx="299">
                  <c:v>45657</c:v>
                </c:pt>
                <c:pt idx="300">
                  <c:v>45688</c:v>
                </c:pt>
                <c:pt idx="301">
                  <c:v>45716</c:v>
                </c:pt>
                <c:pt idx="302">
                  <c:v>45747</c:v>
                </c:pt>
                <c:pt idx="303">
                  <c:v>45777</c:v>
                </c:pt>
                <c:pt idx="304">
                  <c:v>45808</c:v>
                </c:pt>
                <c:pt idx="305">
                  <c:v>45838</c:v>
                </c:pt>
                <c:pt idx="306">
                  <c:v>45869</c:v>
                </c:pt>
                <c:pt idx="307">
                  <c:v>45900</c:v>
                </c:pt>
                <c:pt idx="308">
                  <c:v>45930</c:v>
                </c:pt>
                <c:pt idx="309">
                  <c:v>45961</c:v>
                </c:pt>
                <c:pt idx="310">
                  <c:v>45991</c:v>
                </c:pt>
                <c:pt idx="311">
                  <c:v>46022</c:v>
                </c:pt>
                <c:pt idx="312">
                  <c:v>46053</c:v>
                </c:pt>
                <c:pt idx="313">
                  <c:v>46081</c:v>
                </c:pt>
                <c:pt idx="314">
                  <c:v>46112</c:v>
                </c:pt>
                <c:pt idx="315">
                  <c:v>46142</c:v>
                </c:pt>
                <c:pt idx="316">
                  <c:v>46173</c:v>
                </c:pt>
              </c:numCache>
            </c:numRef>
          </c:cat>
          <c:val>
            <c:numRef>
              <c:f>'US CPI&amp;FFR'!$B$2:$B$318</c:f>
              <c:numCache>
                <c:formatCode>General</c:formatCode>
                <c:ptCount val="317"/>
                <c:pt idx="0">
                  <c:v>2.7</c:v>
                </c:pt>
                <c:pt idx="1">
                  <c:v>3.2</c:v>
                </c:pt>
                <c:pt idx="2">
                  <c:v>3.8</c:v>
                </c:pt>
                <c:pt idx="3">
                  <c:v>3.1</c:v>
                </c:pt>
                <c:pt idx="4">
                  <c:v>3.2</c:v>
                </c:pt>
                <c:pt idx="5">
                  <c:v>3.7</c:v>
                </c:pt>
                <c:pt idx="6">
                  <c:v>3.7</c:v>
                </c:pt>
                <c:pt idx="7">
                  <c:v>3.4</c:v>
                </c:pt>
                <c:pt idx="8">
                  <c:v>3.5</c:v>
                </c:pt>
                <c:pt idx="9">
                  <c:v>3.4</c:v>
                </c:pt>
                <c:pt idx="10">
                  <c:v>3.4</c:v>
                </c:pt>
                <c:pt idx="11">
                  <c:v>3.4</c:v>
                </c:pt>
                <c:pt idx="12">
                  <c:v>3.7</c:v>
                </c:pt>
                <c:pt idx="13">
                  <c:v>3.5</c:v>
                </c:pt>
                <c:pt idx="14">
                  <c:v>2.9</c:v>
                </c:pt>
                <c:pt idx="15">
                  <c:v>3.3</c:v>
                </c:pt>
                <c:pt idx="16">
                  <c:v>3.6</c:v>
                </c:pt>
                <c:pt idx="17">
                  <c:v>3.2</c:v>
                </c:pt>
                <c:pt idx="18">
                  <c:v>2.7</c:v>
                </c:pt>
                <c:pt idx="19">
                  <c:v>2.7</c:v>
                </c:pt>
                <c:pt idx="20">
                  <c:v>2.6</c:v>
                </c:pt>
                <c:pt idx="21">
                  <c:v>2.1</c:v>
                </c:pt>
                <c:pt idx="22">
                  <c:v>1.9</c:v>
                </c:pt>
                <c:pt idx="23">
                  <c:v>1.6</c:v>
                </c:pt>
                <c:pt idx="24">
                  <c:v>1.1000000000000001</c:v>
                </c:pt>
                <c:pt idx="25">
                  <c:v>1.1000000000000001</c:v>
                </c:pt>
                <c:pt idx="26">
                  <c:v>1.5</c:v>
                </c:pt>
                <c:pt idx="27">
                  <c:v>1.6</c:v>
                </c:pt>
                <c:pt idx="28">
                  <c:v>1.2</c:v>
                </c:pt>
                <c:pt idx="29">
                  <c:v>1.1000000000000001</c:v>
                </c:pt>
                <c:pt idx="30">
                  <c:v>1.5</c:v>
                </c:pt>
                <c:pt idx="31">
                  <c:v>1.8</c:v>
                </c:pt>
                <c:pt idx="32">
                  <c:v>1.5</c:v>
                </c:pt>
                <c:pt idx="33">
                  <c:v>2</c:v>
                </c:pt>
                <c:pt idx="34">
                  <c:v>2.2000000000000002</c:v>
                </c:pt>
                <c:pt idx="35">
                  <c:v>2.4</c:v>
                </c:pt>
                <c:pt idx="36">
                  <c:v>2.6</c:v>
                </c:pt>
                <c:pt idx="37">
                  <c:v>3</c:v>
                </c:pt>
                <c:pt idx="38">
                  <c:v>3</c:v>
                </c:pt>
                <c:pt idx="39">
                  <c:v>2.2000000000000002</c:v>
                </c:pt>
                <c:pt idx="40">
                  <c:v>2.1</c:v>
                </c:pt>
                <c:pt idx="41">
                  <c:v>2.1</c:v>
                </c:pt>
                <c:pt idx="42">
                  <c:v>2.1</c:v>
                </c:pt>
                <c:pt idx="43">
                  <c:v>2.2000000000000002</c:v>
                </c:pt>
                <c:pt idx="44">
                  <c:v>2.2999999999999998</c:v>
                </c:pt>
                <c:pt idx="45">
                  <c:v>2</c:v>
                </c:pt>
                <c:pt idx="46">
                  <c:v>1.8</c:v>
                </c:pt>
                <c:pt idx="47">
                  <c:v>1.9</c:v>
                </c:pt>
                <c:pt idx="48">
                  <c:v>1.9</c:v>
                </c:pt>
                <c:pt idx="49">
                  <c:v>1.7</c:v>
                </c:pt>
                <c:pt idx="50">
                  <c:v>1.7</c:v>
                </c:pt>
                <c:pt idx="51">
                  <c:v>2.2999999999999998</c:v>
                </c:pt>
                <c:pt idx="52">
                  <c:v>3.1</c:v>
                </c:pt>
                <c:pt idx="53">
                  <c:v>3.3</c:v>
                </c:pt>
                <c:pt idx="54">
                  <c:v>3</c:v>
                </c:pt>
                <c:pt idx="55">
                  <c:v>2.7</c:v>
                </c:pt>
                <c:pt idx="56">
                  <c:v>2.5</c:v>
                </c:pt>
                <c:pt idx="57">
                  <c:v>3.2</c:v>
                </c:pt>
                <c:pt idx="58">
                  <c:v>3.5</c:v>
                </c:pt>
                <c:pt idx="59">
                  <c:v>3.3</c:v>
                </c:pt>
                <c:pt idx="60">
                  <c:v>3</c:v>
                </c:pt>
                <c:pt idx="61">
                  <c:v>3</c:v>
                </c:pt>
                <c:pt idx="62">
                  <c:v>3.1</c:v>
                </c:pt>
                <c:pt idx="63">
                  <c:v>3.5</c:v>
                </c:pt>
                <c:pt idx="64">
                  <c:v>2.8</c:v>
                </c:pt>
                <c:pt idx="65">
                  <c:v>2.5</c:v>
                </c:pt>
                <c:pt idx="66">
                  <c:v>3.2</c:v>
                </c:pt>
                <c:pt idx="67">
                  <c:v>3.6</c:v>
                </c:pt>
                <c:pt idx="68">
                  <c:v>4.7</c:v>
                </c:pt>
                <c:pt idx="69">
                  <c:v>4.3</c:v>
                </c:pt>
                <c:pt idx="70">
                  <c:v>3.5</c:v>
                </c:pt>
                <c:pt idx="71">
                  <c:v>3.4</c:v>
                </c:pt>
                <c:pt idx="72">
                  <c:v>4</c:v>
                </c:pt>
                <c:pt idx="73">
                  <c:v>3.6</c:v>
                </c:pt>
                <c:pt idx="74">
                  <c:v>3.4</c:v>
                </c:pt>
                <c:pt idx="75">
                  <c:v>3.5</c:v>
                </c:pt>
                <c:pt idx="76">
                  <c:v>4.2</c:v>
                </c:pt>
                <c:pt idx="77">
                  <c:v>4.3</c:v>
                </c:pt>
                <c:pt idx="78">
                  <c:v>4.0999999999999996</c:v>
                </c:pt>
                <c:pt idx="79">
                  <c:v>3.8</c:v>
                </c:pt>
                <c:pt idx="80">
                  <c:v>2.1</c:v>
                </c:pt>
                <c:pt idx="81">
                  <c:v>1.3</c:v>
                </c:pt>
                <c:pt idx="82">
                  <c:v>2</c:v>
                </c:pt>
                <c:pt idx="83">
                  <c:v>2.5</c:v>
                </c:pt>
                <c:pt idx="84">
                  <c:v>2.1</c:v>
                </c:pt>
                <c:pt idx="85">
                  <c:v>2.4</c:v>
                </c:pt>
                <c:pt idx="86">
                  <c:v>2.8</c:v>
                </c:pt>
                <c:pt idx="87">
                  <c:v>2.6</c:v>
                </c:pt>
                <c:pt idx="88">
                  <c:v>2.7</c:v>
                </c:pt>
                <c:pt idx="89">
                  <c:v>2.7</c:v>
                </c:pt>
                <c:pt idx="90">
                  <c:v>2.4</c:v>
                </c:pt>
                <c:pt idx="91">
                  <c:v>2</c:v>
                </c:pt>
                <c:pt idx="92">
                  <c:v>2.8</c:v>
                </c:pt>
                <c:pt idx="93">
                  <c:v>3.5</c:v>
                </c:pt>
                <c:pt idx="94">
                  <c:v>4.3</c:v>
                </c:pt>
                <c:pt idx="95">
                  <c:v>4.0999999999999996</c:v>
                </c:pt>
                <c:pt idx="96">
                  <c:v>4.3</c:v>
                </c:pt>
                <c:pt idx="97">
                  <c:v>4</c:v>
                </c:pt>
                <c:pt idx="98">
                  <c:v>4</c:v>
                </c:pt>
                <c:pt idx="99">
                  <c:v>3.9</c:v>
                </c:pt>
                <c:pt idx="100">
                  <c:v>4.2</c:v>
                </c:pt>
                <c:pt idx="101">
                  <c:v>5</c:v>
                </c:pt>
                <c:pt idx="102">
                  <c:v>5.6</c:v>
                </c:pt>
                <c:pt idx="103">
                  <c:v>5.4</c:v>
                </c:pt>
                <c:pt idx="104">
                  <c:v>4.9000000000000004</c:v>
                </c:pt>
                <c:pt idx="105">
                  <c:v>3.7</c:v>
                </c:pt>
                <c:pt idx="106">
                  <c:v>1.1000000000000001</c:v>
                </c:pt>
                <c:pt idx="107">
                  <c:v>0.1</c:v>
                </c:pt>
                <c:pt idx="108">
                  <c:v>0</c:v>
                </c:pt>
                <c:pt idx="109">
                  <c:v>0.2</c:v>
                </c:pt>
                <c:pt idx="110">
                  <c:v>-0.4</c:v>
                </c:pt>
                <c:pt idx="111">
                  <c:v>-0.7</c:v>
                </c:pt>
                <c:pt idx="112">
                  <c:v>-1.3</c:v>
                </c:pt>
                <c:pt idx="113">
                  <c:v>-1.4</c:v>
                </c:pt>
                <c:pt idx="114">
                  <c:v>-2.1</c:v>
                </c:pt>
                <c:pt idx="115">
                  <c:v>-1.5</c:v>
                </c:pt>
                <c:pt idx="116">
                  <c:v>-1.3</c:v>
                </c:pt>
                <c:pt idx="117">
                  <c:v>-0.2</c:v>
                </c:pt>
                <c:pt idx="118">
                  <c:v>1.8</c:v>
                </c:pt>
                <c:pt idx="119">
                  <c:v>2.7</c:v>
                </c:pt>
                <c:pt idx="120">
                  <c:v>2.6</c:v>
                </c:pt>
                <c:pt idx="121">
                  <c:v>2.1</c:v>
                </c:pt>
                <c:pt idx="122">
                  <c:v>2.2999999999999998</c:v>
                </c:pt>
                <c:pt idx="123">
                  <c:v>2.2000000000000002</c:v>
                </c:pt>
                <c:pt idx="124">
                  <c:v>2</c:v>
                </c:pt>
                <c:pt idx="125">
                  <c:v>1.1000000000000001</c:v>
                </c:pt>
                <c:pt idx="126">
                  <c:v>1.2</c:v>
                </c:pt>
                <c:pt idx="127">
                  <c:v>1.1000000000000001</c:v>
                </c:pt>
                <c:pt idx="128">
                  <c:v>1.1000000000000001</c:v>
                </c:pt>
                <c:pt idx="129">
                  <c:v>1.2</c:v>
                </c:pt>
                <c:pt idx="130">
                  <c:v>1.1000000000000001</c:v>
                </c:pt>
                <c:pt idx="131">
                  <c:v>1.5</c:v>
                </c:pt>
                <c:pt idx="132">
                  <c:v>1.6</c:v>
                </c:pt>
                <c:pt idx="133">
                  <c:v>2.1</c:v>
                </c:pt>
                <c:pt idx="134">
                  <c:v>2.7</c:v>
                </c:pt>
                <c:pt idx="135">
                  <c:v>3.2</c:v>
                </c:pt>
                <c:pt idx="136">
                  <c:v>3.6</c:v>
                </c:pt>
                <c:pt idx="137">
                  <c:v>3.6</c:v>
                </c:pt>
                <c:pt idx="138">
                  <c:v>3.6</c:v>
                </c:pt>
                <c:pt idx="139">
                  <c:v>3.8</c:v>
                </c:pt>
                <c:pt idx="140">
                  <c:v>3.9</c:v>
                </c:pt>
                <c:pt idx="141">
                  <c:v>3.5</c:v>
                </c:pt>
                <c:pt idx="142">
                  <c:v>3.4</c:v>
                </c:pt>
                <c:pt idx="143">
                  <c:v>3</c:v>
                </c:pt>
                <c:pt idx="144">
                  <c:v>2.9</c:v>
                </c:pt>
                <c:pt idx="145">
                  <c:v>2.9</c:v>
                </c:pt>
                <c:pt idx="146">
                  <c:v>2.7</c:v>
                </c:pt>
                <c:pt idx="147">
                  <c:v>2.2999999999999998</c:v>
                </c:pt>
                <c:pt idx="148">
                  <c:v>1.7</c:v>
                </c:pt>
                <c:pt idx="149">
                  <c:v>1.7</c:v>
                </c:pt>
                <c:pt idx="150">
                  <c:v>1.4</c:v>
                </c:pt>
                <c:pt idx="151">
                  <c:v>1.7</c:v>
                </c:pt>
                <c:pt idx="152">
                  <c:v>2</c:v>
                </c:pt>
                <c:pt idx="153">
                  <c:v>2.2000000000000002</c:v>
                </c:pt>
                <c:pt idx="154">
                  <c:v>1.8</c:v>
                </c:pt>
                <c:pt idx="155">
                  <c:v>1.7</c:v>
                </c:pt>
                <c:pt idx="156">
                  <c:v>1.6</c:v>
                </c:pt>
                <c:pt idx="157">
                  <c:v>2</c:v>
                </c:pt>
                <c:pt idx="158">
                  <c:v>1.5</c:v>
                </c:pt>
                <c:pt idx="159">
                  <c:v>1.1000000000000001</c:v>
                </c:pt>
                <c:pt idx="160">
                  <c:v>1.4</c:v>
                </c:pt>
                <c:pt idx="161">
                  <c:v>1.8</c:v>
                </c:pt>
                <c:pt idx="162">
                  <c:v>2</c:v>
                </c:pt>
                <c:pt idx="163">
                  <c:v>1.5</c:v>
                </c:pt>
                <c:pt idx="164">
                  <c:v>1.2</c:v>
                </c:pt>
                <c:pt idx="165">
                  <c:v>1</c:v>
                </c:pt>
                <c:pt idx="166">
                  <c:v>1.2</c:v>
                </c:pt>
                <c:pt idx="167">
                  <c:v>1.5</c:v>
                </c:pt>
                <c:pt idx="168">
                  <c:v>1.6</c:v>
                </c:pt>
                <c:pt idx="169">
                  <c:v>1.1000000000000001</c:v>
                </c:pt>
                <c:pt idx="170">
                  <c:v>1.5</c:v>
                </c:pt>
                <c:pt idx="171">
                  <c:v>2</c:v>
                </c:pt>
                <c:pt idx="172">
                  <c:v>2.1</c:v>
                </c:pt>
                <c:pt idx="173">
                  <c:v>2.1</c:v>
                </c:pt>
                <c:pt idx="174">
                  <c:v>2</c:v>
                </c:pt>
                <c:pt idx="175">
                  <c:v>1.7</c:v>
                </c:pt>
                <c:pt idx="176">
                  <c:v>1.7</c:v>
                </c:pt>
                <c:pt idx="177">
                  <c:v>1.7</c:v>
                </c:pt>
                <c:pt idx="178">
                  <c:v>1.3</c:v>
                </c:pt>
                <c:pt idx="179">
                  <c:v>0.8</c:v>
                </c:pt>
                <c:pt idx="180">
                  <c:v>-0.1</c:v>
                </c:pt>
                <c:pt idx="181">
                  <c:v>0</c:v>
                </c:pt>
                <c:pt idx="182">
                  <c:v>-0.1</c:v>
                </c:pt>
                <c:pt idx="183">
                  <c:v>-0.2</c:v>
                </c:pt>
                <c:pt idx="184">
                  <c:v>0</c:v>
                </c:pt>
                <c:pt idx="185">
                  <c:v>0.1</c:v>
                </c:pt>
                <c:pt idx="186">
                  <c:v>0.2</c:v>
                </c:pt>
                <c:pt idx="187">
                  <c:v>0.2</c:v>
                </c:pt>
                <c:pt idx="188">
                  <c:v>0</c:v>
                </c:pt>
                <c:pt idx="189">
                  <c:v>0.2</c:v>
                </c:pt>
                <c:pt idx="190">
                  <c:v>0.5</c:v>
                </c:pt>
                <c:pt idx="191">
                  <c:v>0.7</c:v>
                </c:pt>
                <c:pt idx="192">
                  <c:v>1.4</c:v>
                </c:pt>
                <c:pt idx="193">
                  <c:v>1</c:v>
                </c:pt>
                <c:pt idx="194">
                  <c:v>0.9</c:v>
                </c:pt>
                <c:pt idx="195">
                  <c:v>1.1000000000000001</c:v>
                </c:pt>
                <c:pt idx="196">
                  <c:v>1</c:v>
                </c:pt>
                <c:pt idx="197">
                  <c:v>1</c:v>
                </c:pt>
                <c:pt idx="198">
                  <c:v>0.8</c:v>
                </c:pt>
                <c:pt idx="199">
                  <c:v>1.1000000000000001</c:v>
                </c:pt>
                <c:pt idx="200">
                  <c:v>1.5</c:v>
                </c:pt>
                <c:pt idx="201">
                  <c:v>1.6</c:v>
                </c:pt>
                <c:pt idx="202">
                  <c:v>1.7</c:v>
                </c:pt>
                <c:pt idx="203">
                  <c:v>2.1</c:v>
                </c:pt>
                <c:pt idx="204">
                  <c:v>2.5</c:v>
                </c:pt>
                <c:pt idx="205">
                  <c:v>2.7</c:v>
                </c:pt>
                <c:pt idx="206">
                  <c:v>2.4</c:v>
                </c:pt>
                <c:pt idx="207">
                  <c:v>2.2000000000000002</c:v>
                </c:pt>
                <c:pt idx="208">
                  <c:v>1.9</c:v>
                </c:pt>
                <c:pt idx="209">
                  <c:v>1.6</c:v>
                </c:pt>
                <c:pt idx="210">
                  <c:v>1.7</c:v>
                </c:pt>
                <c:pt idx="211">
                  <c:v>1.9</c:v>
                </c:pt>
                <c:pt idx="212">
                  <c:v>2.2000000000000002</c:v>
                </c:pt>
                <c:pt idx="213">
                  <c:v>2</c:v>
                </c:pt>
                <c:pt idx="214">
                  <c:v>2.2000000000000002</c:v>
                </c:pt>
                <c:pt idx="215">
                  <c:v>2.1</c:v>
                </c:pt>
                <c:pt idx="216">
                  <c:v>2.1</c:v>
                </c:pt>
                <c:pt idx="217">
                  <c:v>2.2000000000000002</c:v>
                </c:pt>
                <c:pt idx="218">
                  <c:v>2.4</c:v>
                </c:pt>
                <c:pt idx="219">
                  <c:v>2.5</c:v>
                </c:pt>
                <c:pt idx="220">
                  <c:v>2.8</c:v>
                </c:pt>
                <c:pt idx="221">
                  <c:v>2.9</c:v>
                </c:pt>
                <c:pt idx="222">
                  <c:v>2.9</c:v>
                </c:pt>
                <c:pt idx="223">
                  <c:v>2.7</c:v>
                </c:pt>
                <c:pt idx="224">
                  <c:v>2.2999999999999998</c:v>
                </c:pt>
                <c:pt idx="225">
                  <c:v>2.5</c:v>
                </c:pt>
                <c:pt idx="226">
                  <c:v>2.2000000000000002</c:v>
                </c:pt>
                <c:pt idx="227">
                  <c:v>1.9</c:v>
                </c:pt>
                <c:pt idx="228">
                  <c:v>1.6</c:v>
                </c:pt>
                <c:pt idx="229">
                  <c:v>1.5</c:v>
                </c:pt>
                <c:pt idx="230">
                  <c:v>1.9</c:v>
                </c:pt>
                <c:pt idx="231">
                  <c:v>2</c:v>
                </c:pt>
                <c:pt idx="232">
                  <c:v>1.8</c:v>
                </c:pt>
                <c:pt idx="233">
                  <c:v>1.6</c:v>
                </c:pt>
                <c:pt idx="234">
                  <c:v>1.8</c:v>
                </c:pt>
                <c:pt idx="235">
                  <c:v>1.7</c:v>
                </c:pt>
                <c:pt idx="236">
                  <c:v>1.7</c:v>
                </c:pt>
                <c:pt idx="237">
                  <c:v>1.8</c:v>
                </c:pt>
                <c:pt idx="238">
                  <c:v>2.1</c:v>
                </c:pt>
                <c:pt idx="239">
                  <c:v>2.2999999999999998</c:v>
                </c:pt>
                <c:pt idx="240">
                  <c:v>2.5</c:v>
                </c:pt>
                <c:pt idx="241">
                  <c:v>2.2999999999999998</c:v>
                </c:pt>
                <c:pt idx="242">
                  <c:v>1.5</c:v>
                </c:pt>
                <c:pt idx="243">
                  <c:v>0.3</c:v>
                </c:pt>
                <c:pt idx="244">
                  <c:v>0.1</c:v>
                </c:pt>
                <c:pt idx="245">
                  <c:v>0.6</c:v>
                </c:pt>
                <c:pt idx="246">
                  <c:v>1</c:v>
                </c:pt>
                <c:pt idx="247">
                  <c:v>1.3</c:v>
                </c:pt>
                <c:pt idx="248">
                  <c:v>1.4</c:v>
                </c:pt>
                <c:pt idx="249">
                  <c:v>1.2</c:v>
                </c:pt>
                <c:pt idx="250">
                  <c:v>1.2</c:v>
                </c:pt>
                <c:pt idx="251">
                  <c:v>1.4</c:v>
                </c:pt>
                <c:pt idx="252">
                  <c:v>1.4</c:v>
                </c:pt>
                <c:pt idx="253">
                  <c:v>1.7</c:v>
                </c:pt>
                <c:pt idx="254">
                  <c:v>2.6</c:v>
                </c:pt>
                <c:pt idx="255">
                  <c:v>4.2</c:v>
                </c:pt>
                <c:pt idx="256">
                  <c:v>5</c:v>
                </c:pt>
                <c:pt idx="257">
                  <c:v>5.4</c:v>
                </c:pt>
                <c:pt idx="258">
                  <c:v>5.4</c:v>
                </c:pt>
                <c:pt idx="259">
                  <c:v>5.3</c:v>
                </c:pt>
                <c:pt idx="260">
                  <c:v>5.4</c:v>
                </c:pt>
                <c:pt idx="261">
                  <c:v>6.2</c:v>
                </c:pt>
                <c:pt idx="262">
                  <c:v>6.8</c:v>
                </c:pt>
                <c:pt idx="263">
                  <c:v>7</c:v>
                </c:pt>
                <c:pt idx="264">
                  <c:v>7.5</c:v>
                </c:pt>
                <c:pt idx="265">
                  <c:v>7.9</c:v>
                </c:pt>
                <c:pt idx="266">
                  <c:v>8.5</c:v>
                </c:pt>
                <c:pt idx="267">
                  <c:v>8.3000000000000007</c:v>
                </c:pt>
                <c:pt idx="268">
                  <c:v>8.6</c:v>
                </c:pt>
                <c:pt idx="269">
                  <c:v>9.1</c:v>
                </c:pt>
                <c:pt idx="270">
                  <c:v>8.5</c:v>
                </c:pt>
                <c:pt idx="271">
                  <c:v>8.3000000000000007</c:v>
                </c:pt>
                <c:pt idx="272">
                  <c:v>8.1999999999999993</c:v>
                </c:pt>
                <c:pt idx="273">
                  <c:v>7.7</c:v>
                </c:pt>
                <c:pt idx="274">
                  <c:v>7.1</c:v>
                </c:pt>
                <c:pt idx="275">
                  <c:v>6.5</c:v>
                </c:pt>
                <c:pt idx="276">
                  <c:v>6.4</c:v>
                </c:pt>
                <c:pt idx="277">
                  <c:v>6</c:v>
                </c:pt>
                <c:pt idx="278">
                  <c:v>5</c:v>
                </c:pt>
                <c:pt idx="279">
                  <c:v>4.9000000000000004</c:v>
                </c:pt>
                <c:pt idx="280">
                  <c:v>4</c:v>
                </c:pt>
                <c:pt idx="281">
                  <c:v>3</c:v>
                </c:pt>
                <c:pt idx="282">
                  <c:v>3.2</c:v>
                </c:pt>
                <c:pt idx="283">
                  <c:v>3.7</c:v>
                </c:pt>
                <c:pt idx="284">
                  <c:v>3.7</c:v>
                </c:pt>
                <c:pt idx="285">
                  <c:v>3.2</c:v>
                </c:pt>
                <c:pt idx="286">
                  <c:v>3.1</c:v>
                </c:pt>
                <c:pt idx="287">
                  <c:v>3.4</c:v>
                </c:pt>
                <c:pt idx="288">
                  <c:v>3.1</c:v>
                </c:pt>
                <c:pt idx="289">
                  <c:v>3.2</c:v>
                </c:pt>
                <c:pt idx="290">
                  <c:v>3.5</c:v>
                </c:pt>
                <c:pt idx="291">
                  <c:v>3.4</c:v>
                </c:pt>
                <c:pt idx="292">
                  <c:v>3.3</c:v>
                </c:pt>
                <c:pt idx="293">
                  <c:v>3</c:v>
                </c:pt>
                <c:pt idx="294">
                  <c:v>2.9</c:v>
                </c:pt>
                <c:pt idx="295">
                  <c:v>2.5</c:v>
                </c:pt>
                <c:pt idx="296">
                  <c:v>2.4</c:v>
                </c:pt>
                <c:pt idx="297">
                  <c:v>2.6</c:v>
                </c:pt>
                <c:pt idx="298">
                  <c:v>2.7</c:v>
                </c:pt>
                <c:pt idx="299">
                  <c:v>2.9</c:v>
                </c:pt>
                <c:pt idx="300">
                  <c:v>3</c:v>
                </c:pt>
                <c:pt idx="301">
                  <c:v>2.8</c:v>
                </c:pt>
                <c:pt idx="302">
                  <c:v>2.4</c:v>
                </c:pt>
                <c:pt idx="303">
                  <c:v>2.2999999999999998</c:v>
                </c:pt>
                <c:pt idx="304">
                  <c:v>2.4</c:v>
                </c:pt>
                <c:pt idx="305">
                  <c:v>2.7</c:v>
                </c:pt>
                <c:pt idx="306">
                  <c:v>2.7</c:v>
                </c:pt>
                <c:pt idx="307">
                  <c:v>2.9</c:v>
                </c:pt>
                <c:pt idx="308">
                  <c:v>3</c:v>
                </c:pt>
                <c:pt idx="310">
                  <c:v>2.7</c:v>
                </c:pt>
                <c:pt idx="311">
                  <c:v>2.7</c:v>
                </c:pt>
                <c:pt idx="312">
                  <c:v>2.4</c:v>
                </c:pt>
                <c:pt idx="313">
                  <c:v>2.4</c:v>
                </c:pt>
                <c:pt idx="314">
                  <c:v>3.3</c:v>
                </c:pt>
                <c:pt idx="315">
                  <c:v>3.8</c:v>
                </c:pt>
                <c:pt idx="316">
                  <c:v>4.2</c:v>
                </c:pt>
              </c:numCache>
            </c:numRef>
          </c:val>
          <c:smooth val="0"/>
          <c:extLst>
            <c:ext xmlns:c16="http://schemas.microsoft.com/office/drawing/2014/chart" uri="{C3380CC4-5D6E-409C-BE32-E72D297353CC}">
              <c16:uniqueId val="{00000000-87A1-4EF0-A048-568DF68B8130}"/>
            </c:ext>
          </c:extLst>
        </c:ser>
        <c:ser>
          <c:idx val="1"/>
          <c:order val="1"/>
          <c:tx>
            <c:strRef>
              <c:f>'US CPI&amp;FFR'!$C$1</c:f>
              <c:strCache>
                <c:ptCount val="1"/>
                <c:pt idx="0">
                  <c:v>美联储政策利率（%）</c:v>
                </c:pt>
              </c:strCache>
            </c:strRef>
          </c:tx>
          <c:spPr>
            <a:ln w="25400" cap="rnd">
              <a:solidFill>
                <a:srgbClr val="4BACC6">
                  <a:lumMod val="50000"/>
                </a:srgbClr>
              </a:solidFill>
              <a:round/>
            </a:ln>
            <a:effectLst/>
          </c:spPr>
          <c:marker>
            <c:symbol val="none"/>
          </c:marker>
          <c:cat>
            <c:numRef>
              <c:f>'US CPI&amp;FFR'!$A$2:$A$318</c:f>
              <c:numCache>
                <c:formatCode>m/d/yyyy</c:formatCode>
                <c:ptCount val="317"/>
                <c:pt idx="0">
                  <c:v>36556</c:v>
                </c:pt>
                <c:pt idx="1">
                  <c:v>36585</c:v>
                </c:pt>
                <c:pt idx="2">
                  <c:v>36616</c:v>
                </c:pt>
                <c:pt idx="3">
                  <c:v>36646</c:v>
                </c:pt>
                <c:pt idx="4">
                  <c:v>36677</c:v>
                </c:pt>
                <c:pt idx="5">
                  <c:v>36707</c:v>
                </c:pt>
                <c:pt idx="6">
                  <c:v>36738</c:v>
                </c:pt>
                <c:pt idx="7">
                  <c:v>36769</c:v>
                </c:pt>
                <c:pt idx="8">
                  <c:v>36799</c:v>
                </c:pt>
                <c:pt idx="9">
                  <c:v>36830</c:v>
                </c:pt>
                <c:pt idx="10">
                  <c:v>36860</c:v>
                </c:pt>
                <c:pt idx="11">
                  <c:v>36891</c:v>
                </c:pt>
                <c:pt idx="12">
                  <c:v>36922</c:v>
                </c:pt>
                <c:pt idx="13">
                  <c:v>36950</c:v>
                </c:pt>
                <c:pt idx="14">
                  <c:v>36981</c:v>
                </c:pt>
                <c:pt idx="15">
                  <c:v>37011</c:v>
                </c:pt>
                <c:pt idx="16">
                  <c:v>37042</c:v>
                </c:pt>
                <c:pt idx="17">
                  <c:v>37072</c:v>
                </c:pt>
                <c:pt idx="18">
                  <c:v>37103</c:v>
                </c:pt>
                <c:pt idx="19">
                  <c:v>37134</c:v>
                </c:pt>
                <c:pt idx="20">
                  <c:v>37164</c:v>
                </c:pt>
                <c:pt idx="21">
                  <c:v>37195</c:v>
                </c:pt>
                <c:pt idx="22">
                  <c:v>37225</c:v>
                </c:pt>
                <c:pt idx="23">
                  <c:v>37256</c:v>
                </c:pt>
                <c:pt idx="24">
                  <c:v>37287</c:v>
                </c:pt>
                <c:pt idx="25">
                  <c:v>37315</c:v>
                </c:pt>
                <c:pt idx="26">
                  <c:v>37346</c:v>
                </c:pt>
                <c:pt idx="27">
                  <c:v>37376</c:v>
                </c:pt>
                <c:pt idx="28">
                  <c:v>37407</c:v>
                </c:pt>
                <c:pt idx="29">
                  <c:v>37437</c:v>
                </c:pt>
                <c:pt idx="30">
                  <c:v>37468</c:v>
                </c:pt>
                <c:pt idx="31">
                  <c:v>37499</c:v>
                </c:pt>
                <c:pt idx="32">
                  <c:v>37529</c:v>
                </c:pt>
                <c:pt idx="33">
                  <c:v>37560</c:v>
                </c:pt>
                <c:pt idx="34">
                  <c:v>37590</c:v>
                </c:pt>
                <c:pt idx="35">
                  <c:v>37621</c:v>
                </c:pt>
                <c:pt idx="36">
                  <c:v>37652</c:v>
                </c:pt>
                <c:pt idx="37">
                  <c:v>37680</c:v>
                </c:pt>
                <c:pt idx="38">
                  <c:v>37711</c:v>
                </c:pt>
                <c:pt idx="39">
                  <c:v>37741</c:v>
                </c:pt>
                <c:pt idx="40">
                  <c:v>37772</c:v>
                </c:pt>
                <c:pt idx="41">
                  <c:v>37802</c:v>
                </c:pt>
                <c:pt idx="42">
                  <c:v>37833</c:v>
                </c:pt>
                <c:pt idx="43">
                  <c:v>37864</c:v>
                </c:pt>
                <c:pt idx="44">
                  <c:v>37894</c:v>
                </c:pt>
                <c:pt idx="45">
                  <c:v>37925</c:v>
                </c:pt>
                <c:pt idx="46">
                  <c:v>37955</c:v>
                </c:pt>
                <c:pt idx="47">
                  <c:v>37986</c:v>
                </c:pt>
                <c:pt idx="48">
                  <c:v>38017</c:v>
                </c:pt>
                <c:pt idx="49">
                  <c:v>38046</c:v>
                </c:pt>
                <c:pt idx="50">
                  <c:v>38077</c:v>
                </c:pt>
                <c:pt idx="51">
                  <c:v>38107</c:v>
                </c:pt>
                <c:pt idx="52">
                  <c:v>38138</c:v>
                </c:pt>
                <c:pt idx="53">
                  <c:v>38168</c:v>
                </c:pt>
                <c:pt idx="54">
                  <c:v>38199</c:v>
                </c:pt>
                <c:pt idx="55">
                  <c:v>38230</c:v>
                </c:pt>
                <c:pt idx="56">
                  <c:v>38260</c:v>
                </c:pt>
                <c:pt idx="57">
                  <c:v>38291</c:v>
                </c:pt>
                <c:pt idx="58">
                  <c:v>38321</c:v>
                </c:pt>
                <c:pt idx="59">
                  <c:v>38352</c:v>
                </c:pt>
                <c:pt idx="60">
                  <c:v>38383</c:v>
                </c:pt>
                <c:pt idx="61">
                  <c:v>38411</c:v>
                </c:pt>
                <c:pt idx="62">
                  <c:v>38442</c:v>
                </c:pt>
                <c:pt idx="63">
                  <c:v>38472</c:v>
                </c:pt>
                <c:pt idx="64">
                  <c:v>38503</c:v>
                </c:pt>
                <c:pt idx="65">
                  <c:v>38533</c:v>
                </c:pt>
                <c:pt idx="66">
                  <c:v>38564</c:v>
                </c:pt>
                <c:pt idx="67">
                  <c:v>38595</c:v>
                </c:pt>
                <c:pt idx="68">
                  <c:v>38625</c:v>
                </c:pt>
                <c:pt idx="69">
                  <c:v>38656</c:v>
                </c:pt>
                <c:pt idx="70">
                  <c:v>38686</c:v>
                </c:pt>
                <c:pt idx="71">
                  <c:v>38717</c:v>
                </c:pt>
                <c:pt idx="72">
                  <c:v>38748</c:v>
                </c:pt>
                <c:pt idx="73">
                  <c:v>38776</c:v>
                </c:pt>
                <c:pt idx="74">
                  <c:v>38807</c:v>
                </c:pt>
                <c:pt idx="75">
                  <c:v>38837</c:v>
                </c:pt>
                <c:pt idx="76">
                  <c:v>38868</c:v>
                </c:pt>
                <c:pt idx="77">
                  <c:v>38898</c:v>
                </c:pt>
                <c:pt idx="78">
                  <c:v>38929</c:v>
                </c:pt>
                <c:pt idx="79">
                  <c:v>38960</c:v>
                </c:pt>
                <c:pt idx="80">
                  <c:v>38990</c:v>
                </c:pt>
                <c:pt idx="81">
                  <c:v>39021</c:v>
                </c:pt>
                <c:pt idx="82">
                  <c:v>39051</c:v>
                </c:pt>
                <c:pt idx="83">
                  <c:v>39082</c:v>
                </c:pt>
                <c:pt idx="84">
                  <c:v>39113</c:v>
                </c:pt>
                <c:pt idx="85">
                  <c:v>39141</c:v>
                </c:pt>
                <c:pt idx="86">
                  <c:v>39172</c:v>
                </c:pt>
                <c:pt idx="87">
                  <c:v>39202</c:v>
                </c:pt>
                <c:pt idx="88">
                  <c:v>39233</c:v>
                </c:pt>
                <c:pt idx="89">
                  <c:v>39263</c:v>
                </c:pt>
                <c:pt idx="90">
                  <c:v>39294</c:v>
                </c:pt>
                <c:pt idx="91">
                  <c:v>39325</c:v>
                </c:pt>
                <c:pt idx="92">
                  <c:v>39355</c:v>
                </c:pt>
                <c:pt idx="93">
                  <c:v>39386</c:v>
                </c:pt>
                <c:pt idx="94">
                  <c:v>39416</c:v>
                </c:pt>
                <c:pt idx="95">
                  <c:v>39447</c:v>
                </c:pt>
                <c:pt idx="96">
                  <c:v>39478</c:v>
                </c:pt>
                <c:pt idx="97">
                  <c:v>39507</c:v>
                </c:pt>
                <c:pt idx="98">
                  <c:v>39538</c:v>
                </c:pt>
                <c:pt idx="99">
                  <c:v>39568</c:v>
                </c:pt>
                <c:pt idx="100">
                  <c:v>39599</c:v>
                </c:pt>
                <c:pt idx="101">
                  <c:v>39629</c:v>
                </c:pt>
                <c:pt idx="102">
                  <c:v>39660</c:v>
                </c:pt>
                <c:pt idx="103">
                  <c:v>39691</c:v>
                </c:pt>
                <c:pt idx="104">
                  <c:v>39721</c:v>
                </c:pt>
                <c:pt idx="105">
                  <c:v>39752</c:v>
                </c:pt>
                <c:pt idx="106">
                  <c:v>39782</c:v>
                </c:pt>
                <c:pt idx="107">
                  <c:v>39813</c:v>
                </c:pt>
                <c:pt idx="108">
                  <c:v>39844</c:v>
                </c:pt>
                <c:pt idx="109">
                  <c:v>39872</c:v>
                </c:pt>
                <c:pt idx="110">
                  <c:v>39903</c:v>
                </c:pt>
                <c:pt idx="111">
                  <c:v>39933</c:v>
                </c:pt>
                <c:pt idx="112">
                  <c:v>39964</c:v>
                </c:pt>
                <c:pt idx="113">
                  <c:v>39994</c:v>
                </c:pt>
                <c:pt idx="114">
                  <c:v>40025</c:v>
                </c:pt>
                <c:pt idx="115">
                  <c:v>40056</c:v>
                </c:pt>
                <c:pt idx="116">
                  <c:v>40086</c:v>
                </c:pt>
                <c:pt idx="117">
                  <c:v>40117</c:v>
                </c:pt>
                <c:pt idx="118">
                  <c:v>40147</c:v>
                </c:pt>
                <c:pt idx="119">
                  <c:v>40178</c:v>
                </c:pt>
                <c:pt idx="120">
                  <c:v>40209</c:v>
                </c:pt>
                <c:pt idx="121">
                  <c:v>40237</c:v>
                </c:pt>
                <c:pt idx="122">
                  <c:v>40268</c:v>
                </c:pt>
                <c:pt idx="123">
                  <c:v>40298</c:v>
                </c:pt>
                <c:pt idx="124">
                  <c:v>40329</c:v>
                </c:pt>
                <c:pt idx="125">
                  <c:v>40359</c:v>
                </c:pt>
                <c:pt idx="126">
                  <c:v>40390</c:v>
                </c:pt>
                <c:pt idx="127">
                  <c:v>40421</c:v>
                </c:pt>
                <c:pt idx="128">
                  <c:v>40451</c:v>
                </c:pt>
                <c:pt idx="129">
                  <c:v>40482</c:v>
                </c:pt>
                <c:pt idx="130">
                  <c:v>40512</c:v>
                </c:pt>
                <c:pt idx="131">
                  <c:v>40543</c:v>
                </c:pt>
                <c:pt idx="132">
                  <c:v>40574</c:v>
                </c:pt>
                <c:pt idx="133">
                  <c:v>40602</c:v>
                </c:pt>
                <c:pt idx="134">
                  <c:v>40633</c:v>
                </c:pt>
                <c:pt idx="135">
                  <c:v>40663</c:v>
                </c:pt>
                <c:pt idx="136">
                  <c:v>40694</c:v>
                </c:pt>
                <c:pt idx="137">
                  <c:v>40724</c:v>
                </c:pt>
                <c:pt idx="138">
                  <c:v>40755</c:v>
                </c:pt>
                <c:pt idx="139">
                  <c:v>40786</c:v>
                </c:pt>
                <c:pt idx="140">
                  <c:v>40816</c:v>
                </c:pt>
                <c:pt idx="141">
                  <c:v>40847</c:v>
                </c:pt>
                <c:pt idx="142">
                  <c:v>40877</c:v>
                </c:pt>
                <c:pt idx="143">
                  <c:v>40908</c:v>
                </c:pt>
                <c:pt idx="144">
                  <c:v>40939</c:v>
                </c:pt>
                <c:pt idx="145">
                  <c:v>40968</c:v>
                </c:pt>
                <c:pt idx="146">
                  <c:v>40999</c:v>
                </c:pt>
                <c:pt idx="147">
                  <c:v>41029</c:v>
                </c:pt>
                <c:pt idx="148">
                  <c:v>41060</c:v>
                </c:pt>
                <c:pt idx="149">
                  <c:v>41090</c:v>
                </c:pt>
                <c:pt idx="150">
                  <c:v>41121</c:v>
                </c:pt>
                <c:pt idx="151">
                  <c:v>41152</c:v>
                </c:pt>
                <c:pt idx="152">
                  <c:v>41182</c:v>
                </c:pt>
                <c:pt idx="153">
                  <c:v>41213</c:v>
                </c:pt>
                <c:pt idx="154">
                  <c:v>41243</c:v>
                </c:pt>
                <c:pt idx="155">
                  <c:v>41274</c:v>
                </c:pt>
                <c:pt idx="156">
                  <c:v>41305</c:v>
                </c:pt>
                <c:pt idx="157">
                  <c:v>41333</c:v>
                </c:pt>
                <c:pt idx="158">
                  <c:v>41364</c:v>
                </c:pt>
                <c:pt idx="159">
                  <c:v>41394</c:v>
                </c:pt>
                <c:pt idx="160">
                  <c:v>41425</c:v>
                </c:pt>
                <c:pt idx="161">
                  <c:v>41455</c:v>
                </c:pt>
                <c:pt idx="162">
                  <c:v>41486</c:v>
                </c:pt>
                <c:pt idx="163">
                  <c:v>41517</c:v>
                </c:pt>
                <c:pt idx="164">
                  <c:v>41547</c:v>
                </c:pt>
                <c:pt idx="165">
                  <c:v>41578</c:v>
                </c:pt>
                <c:pt idx="166">
                  <c:v>41608</c:v>
                </c:pt>
                <c:pt idx="167">
                  <c:v>41639</c:v>
                </c:pt>
                <c:pt idx="168">
                  <c:v>41670</c:v>
                </c:pt>
                <c:pt idx="169">
                  <c:v>41698</c:v>
                </c:pt>
                <c:pt idx="170">
                  <c:v>41729</c:v>
                </c:pt>
                <c:pt idx="171">
                  <c:v>41759</c:v>
                </c:pt>
                <c:pt idx="172">
                  <c:v>41790</c:v>
                </c:pt>
                <c:pt idx="173">
                  <c:v>41820</c:v>
                </c:pt>
                <c:pt idx="174">
                  <c:v>41851</c:v>
                </c:pt>
                <c:pt idx="175">
                  <c:v>41882</c:v>
                </c:pt>
                <c:pt idx="176">
                  <c:v>41912</c:v>
                </c:pt>
                <c:pt idx="177">
                  <c:v>41943</c:v>
                </c:pt>
                <c:pt idx="178">
                  <c:v>41973</c:v>
                </c:pt>
                <c:pt idx="179">
                  <c:v>42004</c:v>
                </c:pt>
                <c:pt idx="180">
                  <c:v>42035</c:v>
                </c:pt>
                <c:pt idx="181">
                  <c:v>42063</c:v>
                </c:pt>
                <c:pt idx="182">
                  <c:v>42094</c:v>
                </c:pt>
                <c:pt idx="183">
                  <c:v>42124</c:v>
                </c:pt>
                <c:pt idx="184">
                  <c:v>42155</c:v>
                </c:pt>
                <c:pt idx="185">
                  <c:v>42185</c:v>
                </c:pt>
                <c:pt idx="186">
                  <c:v>42216</c:v>
                </c:pt>
                <c:pt idx="187">
                  <c:v>42247</c:v>
                </c:pt>
                <c:pt idx="188">
                  <c:v>42277</c:v>
                </c:pt>
                <c:pt idx="189">
                  <c:v>42308</c:v>
                </c:pt>
                <c:pt idx="190">
                  <c:v>42338</c:v>
                </c:pt>
                <c:pt idx="191">
                  <c:v>42369</c:v>
                </c:pt>
                <c:pt idx="192">
                  <c:v>42400</c:v>
                </c:pt>
                <c:pt idx="193">
                  <c:v>42429</c:v>
                </c:pt>
                <c:pt idx="194">
                  <c:v>42460</c:v>
                </c:pt>
                <c:pt idx="195">
                  <c:v>42490</c:v>
                </c:pt>
                <c:pt idx="196">
                  <c:v>42521</c:v>
                </c:pt>
                <c:pt idx="197">
                  <c:v>42551</c:v>
                </c:pt>
                <c:pt idx="198">
                  <c:v>42582</c:v>
                </c:pt>
                <c:pt idx="199">
                  <c:v>42613</c:v>
                </c:pt>
                <c:pt idx="200">
                  <c:v>42643</c:v>
                </c:pt>
                <c:pt idx="201">
                  <c:v>42674</c:v>
                </c:pt>
                <c:pt idx="202">
                  <c:v>42704</c:v>
                </c:pt>
                <c:pt idx="203">
                  <c:v>42735</c:v>
                </c:pt>
                <c:pt idx="204">
                  <c:v>42766</c:v>
                </c:pt>
                <c:pt idx="205">
                  <c:v>42794</c:v>
                </c:pt>
                <c:pt idx="206">
                  <c:v>42825</c:v>
                </c:pt>
                <c:pt idx="207">
                  <c:v>42855</c:v>
                </c:pt>
                <c:pt idx="208">
                  <c:v>42886</c:v>
                </c:pt>
                <c:pt idx="209">
                  <c:v>42916</c:v>
                </c:pt>
                <c:pt idx="210">
                  <c:v>42947</c:v>
                </c:pt>
                <c:pt idx="211">
                  <c:v>42978</c:v>
                </c:pt>
                <c:pt idx="212">
                  <c:v>43008</c:v>
                </c:pt>
                <c:pt idx="213">
                  <c:v>43039</c:v>
                </c:pt>
                <c:pt idx="214">
                  <c:v>43069</c:v>
                </c:pt>
                <c:pt idx="215">
                  <c:v>43100</c:v>
                </c:pt>
                <c:pt idx="216">
                  <c:v>43131</c:v>
                </c:pt>
                <c:pt idx="217">
                  <c:v>43159</c:v>
                </c:pt>
                <c:pt idx="218">
                  <c:v>43190</c:v>
                </c:pt>
                <c:pt idx="219">
                  <c:v>43220</c:v>
                </c:pt>
                <c:pt idx="220">
                  <c:v>43251</c:v>
                </c:pt>
                <c:pt idx="221">
                  <c:v>43281</c:v>
                </c:pt>
                <c:pt idx="222">
                  <c:v>43312</c:v>
                </c:pt>
                <c:pt idx="223">
                  <c:v>43343</c:v>
                </c:pt>
                <c:pt idx="224">
                  <c:v>43373</c:v>
                </c:pt>
                <c:pt idx="225">
                  <c:v>43404</c:v>
                </c:pt>
                <c:pt idx="226">
                  <c:v>43434</c:v>
                </c:pt>
                <c:pt idx="227">
                  <c:v>43465</c:v>
                </c:pt>
                <c:pt idx="228">
                  <c:v>43496</c:v>
                </c:pt>
                <c:pt idx="229">
                  <c:v>43524</c:v>
                </c:pt>
                <c:pt idx="230">
                  <c:v>43555</c:v>
                </c:pt>
                <c:pt idx="231">
                  <c:v>43585</c:v>
                </c:pt>
                <c:pt idx="232">
                  <c:v>43616</c:v>
                </c:pt>
                <c:pt idx="233">
                  <c:v>43646</c:v>
                </c:pt>
                <c:pt idx="234">
                  <c:v>43677</c:v>
                </c:pt>
                <c:pt idx="235">
                  <c:v>43708</c:v>
                </c:pt>
                <c:pt idx="236">
                  <c:v>43738</c:v>
                </c:pt>
                <c:pt idx="237">
                  <c:v>43769</c:v>
                </c:pt>
                <c:pt idx="238">
                  <c:v>43799</c:v>
                </c:pt>
                <c:pt idx="239">
                  <c:v>43830</c:v>
                </c:pt>
                <c:pt idx="240">
                  <c:v>43861</c:v>
                </c:pt>
                <c:pt idx="241">
                  <c:v>43890</c:v>
                </c:pt>
                <c:pt idx="242">
                  <c:v>43921</c:v>
                </c:pt>
                <c:pt idx="243">
                  <c:v>43951</c:v>
                </c:pt>
                <c:pt idx="244">
                  <c:v>43982</c:v>
                </c:pt>
                <c:pt idx="245">
                  <c:v>44012</c:v>
                </c:pt>
                <c:pt idx="246">
                  <c:v>44043</c:v>
                </c:pt>
                <c:pt idx="247">
                  <c:v>44074</c:v>
                </c:pt>
                <c:pt idx="248">
                  <c:v>44104</c:v>
                </c:pt>
                <c:pt idx="249">
                  <c:v>44135</c:v>
                </c:pt>
                <c:pt idx="250">
                  <c:v>44165</c:v>
                </c:pt>
                <c:pt idx="251">
                  <c:v>44196</c:v>
                </c:pt>
                <c:pt idx="252">
                  <c:v>44227</c:v>
                </c:pt>
                <c:pt idx="253">
                  <c:v>44255</c:v>
                </c:pt>
                <c:pt idx="254">
                  <c:v>44286</c:v>
                </c:pt>
                <c:pt idx="255">
                  <c:v>44316</c:v>
                </c:pt>
                <c:pt idx="256">
                  <c:v>44347</c:v>
                </c:pt>
                <c:pt idx="257">
                  <c:v>44377</c:v>
                </c:pt>
                <c:pt idx="258">
                  <c:v>44408</c:v>
                </c:pt>
                <c:pt idx="259">
                  <c:v>44439</c:v>
                </c:pt>
                <c:pt idx="260">
                  <c:v>44469</c:v>
                </c:pt>
                <c:pt idx="261">
                  <c:v>44500</c:v>
                </c:pt>
                <c:pt idx="262">
                  <c:v>44530</c:v>
                </c:pt>
                <c:pt idx="263">
                  <c:v>44561</c:v>
                </c:pt>
                <c:pt idx="264">
                  <c:v>44592</c:v>
                </c:pt>
                <c:pt idx="265">
                  <c:v>44620</c:v>
                </c:pt>
                <c:pt idx="266">
                  <c:v>44651</c:v>
                </c:pt>
                <c:pt idx="267">
                  <c:v>44681</c:v>
                </c:pt>
                <c:pt idx="268">
                  <c:v>44712</c:v>
                </c:pt>
                <c:pt idx="269">
                  <c:v>44742</c:v>
                </c:pt>
                <c:pt idx="270">
                  <c:v>44773</c:v>
                </c:pt>
                <c:pt idx="271">
                  <c:v>44804</c:v>
                </c:pt>
                <c:pt idx="272">
                  <c:v>44834</c:v>
                </c:pt>
                <c:pt idx="273">
                  <c:v>44865</c:v>
                </c:pt>
                <c:pt idx="274">
                  <c:v>44895</c:v>
                </c:pt>
                <c:pt idx="275">
                  <c:v>44926</c:v>
                </c:pt>
                <c:pt idx="276">
                  <c:v>44957</c:v>
                </c:pt>
                <c:pt idx="277">
                  <c:v>44985</c:v>
                </c:pt>
                <c:pt idx="278">
                  <c:v>45016</c:v>
                </c:pt>
                <c:pt idx="279">
                  <c:v>45046</c:v>
                </c:pt>
                <c:pt idx="280">
                  <c:v>45077</c:v>
                </c:pt>
                <c:pt idx="281">
                  <c:v>45107</c:v>
                </c:pt>
                <c:pt idx="282">
                  <c:v>45138</c:v>
                </c:pt>
                <c:pt idx="283">
                  <c:v>45169</c:v>
                </c:pt>
                <c:pt idx="284">
                  <c:v>45199</c:v>
                </c:pt>
                <c:pt idx="285">
                  <c:v>45230</c:v>
                </c:pt>
                <c:pt idx="286">
                  <c:v>45260</c:v>
                </c:pt>
                <c:pt idx="287">
                  <c:v>45291</c:v>
                </c:pt>
                <c:pt idx="288">
                  <c:v>45322</c:v>
                </c:pt>
                <c:pt idx="289">
                  <c:v>45351</c:v>
                </c:pt>
                <c:pt idx="290">
                  <c:v>45382</c:v>
                </c:pt>
                <c:pt idx="291">
                  <c:v>45412</c:v>
                </c:pt>
                <c:pt idx="292">
                  <c:v>45443</c:v>
                </c:pt>
                <c:pt idx="293">
                  <c:v>45473</c:v>
                </c:pt>
                <c:pt idx="294">
                  <c:v>45504</c:v>
                </c:pt>
                <c:pt idx="295">
                  <c:v>45535</c:v>
                </c:pt>
                <c:pt idx="296">
                  <c:v>45565</c:v>
                </c:pt>
                <c:pt idx="297">
                  <c:v>45596</c:v>
                </c:pt>
                <c:pt idx="298">
                  <c:v>45626</c:v>
                </c:pt>
                <c:pt idx="299">
                  <c:v>45657</c:v>
                </c:pt>
                <c:pt idx="300">
                  <c:v>45688</c:v>
                </c:pt>
                <c:pt idx="301">
                  <c:v>45716</c:v>
                </c:pt>
                <c:pt idx="302">
                  <c:v>45747</c:v>
                </c:pt>
                <c:pt idx="303">
                  <c:v>45777</c:v>
                </c:pt>
                <c:pt idx="304">
                  <c:v>45808</c:v>
                </c:pt>
                <c:pt idx="305">
                  <c:v>45838</c:v>
                </c:pt>
                <c:pt idx="306">
                  <c:v>45869</c:v>
                </c:pt>
                <c:pt idx="307">
                  <c:v>45900</c:v>
                </c:pt>
                <c:pt idx="308">
                  <c:v>45930</c:v>
                </c:pt>
                <c:pt idx="309">
                  <c:v>45961</c:v>
                </c:pt>
                <c:pt idx="310">
                  <c:v>45991</c:v>
                </c:pt>
                <c:pt idx="311">
                  <c:v>46022</c:v>
                </c:pt>
                <c:pt idx="312">
                  <c:v>46053</c:v>
                </c:pt>
                <c:pt idx="313">
                  <c:v>46081</c:v>
                </c:pt>
                <c:pt idx="314">
                  <c:v>46112</c:v>
                </c:pt>
                <c:pt idx="315">
                  <c:v>46142</c:v>
                </c:pt>
                <c:pt idx="316">
                  <c:v>46173</c:v>
                </c:pt>
              </c:numCache>
            </c:numRef>
          </c:cat>
          <c:val>
            <c:numRef>
              <c:f>'US CPI&amp;FFR'!$C$2:$C$318</c:f>
              <c:numCache>
                <c:formatCode>General</c:formatCode>
                <c:ptCount val="317"/>
                <c:pt idx="0">
                  <c:v>5.5</c:v>
                </c:pt>
                <c:pt idx="1">
                  <c:v>5.75</c:v>
                </c:pt>
                <c:pt idx="2">
                  <c:v>6</c:v>
                </c:pt>
                <c:pt idx="3">
                  <c:v>6</c:v>
                </c:pt>
                <c:pt idx="4">
                  <c:v>6.5</c:v>
                </c:pt>
                <c:pt idx="5">
                  <c:v>6.5</c:v>
                </c:pt>
                <c:pt idx="6">
                  <c:v>6.5</c:v>
                </c:pt>
                <c:pt idx="7">
                  <c:v>6.5</c:v>
                </c:pt>
                <c:pt idx="8">
                  <c:v>6.5</c:v>
                </c:pt>
                <c:pt idx="9">
                  <c:v>6.5</c:v>
                </c:pt>
                <c:pt idx="10">
                  <c:v>6.5</c:v>
                </c:pt>
                <c:pt idx="11">
                  <c:v>6.5</c:v>
                </c:pt>
                <c:pt idx="12">
                  <c:v>5.5</c:v>
                </c:pt>
                <c:pt idx="13">
                  <c:v>5.5</c:v>
                </c:pt>
                <c:pt idx="14">
                  <c:v>5</c:v>
                </c:pt>
                <c:pt idx="15">
                  <c:v>4.5</c:v>
                </c:pt>
                <c:pt idx="16">
                  <c:v>4</c:v>
                </c:pt>
                <c:pt idx="17">
                  <c:v>3.75</c:v>
                </c:pt>
                <c:pt idx="18">
                  <c:v>3.75</c:v>
                </c:pt>
                <c:pt idx="19">
                  <c:v>3.5</c:v>
                </c:pt>
                <c:pt idx="20">
                  <c:v>3</c:v>
                </c:pt>
                <c:pt idx="21">
                  <c:v>2.5</c:v>
                </c:pt>
                <c:pt idx="22">
                  <c:v>2</c:v>
                </c:pt>
                <c:pt idx="23">
                  <c:v>1.75</c:v>
                </c:pt>
                <c:pt idx="24">
                  <c:v>1.75</c:v>
                </c:pt>
                <c:pt idx="25">
                  <c:v>1.75</c:v>
                </c:pt>
                <c:pt idx="26">
                  <c:v>1.75</c:v>
                </c:pt>
                <c:pt idx="27">
                  <c:v>1.75</c:v>
                </c:pt>
                <c:pt idx="28">
                  <c:v>1.75</c:v>
                </c:pt>
                <c:pt idx="29">
                  <c:v>1.75</c:v>
                </c:pt>
                <c:pt idx="30">
                  <c:v>1.75</c:v>
                </c:pt>
                <c:pt idx="31">
                  <c:v>1.75</c:v>
                </c:pt>
                <c:pt idx="32">
                  <c:v>1.75</c:v>
                </c:pt>
                <c:pt idx="33">
                  <c:v>1.75</c:v>
                </c:pt>
                <c:pt idx="34">
                  <c:v>1.25</c:v>
                </c:pt>
                <c:pt idx="35">
                  <c:v>1.25</c:v>
                </c:pt>
                <c:pt idx="36">
                  <c:v>1.25</c:v>
                </c:pt>
                <c:pt idx="37">
                  <c:v>1.25</c:v>
                </c:pt>
                <c:pt idx="38">
                  <c:v>1.25</c:v>
                </c:pt>
                <c:pt idx="39">
                  <c:v>1.25</c:v>
                </c:pt>
                <c:pt idx="40">
                  <c:v>1.25</c:v>
                </c:pt>
                <c:pt idx="41">
                  <c:v>1</c:v>
                </c:pt>
                <c:pt idx="42">
                  <c:v>1</c:v>
                </c:pt>
                <c:pt idx="43">
                  <c:v>1</c:v>
                </c:pt>
                <c:pt idx="44">
                  <c:v>1</c:v>
                </c:pt>
                <c:pt idx="45">
                  <c:v>1</c:v>
                </c:pt>
                <c:pt idx="46">
                  <c:v>1</c:v>
                </c:pt>
                <c:pt idx="47">
                  <c:v>1</c:v>
                </c:pt>
                <c:pt idx="48">
                  <c:v>1</c:v>
                </c:pt>
                <c:pt idx="49">
                  <c:v>1</c:v>
                </c:pt>
                <c:pt idx="50">
                  <c:v>1</c:v>
                </c:pt>
                <c:pt idx="51">
                  <c:v>1</c:v>
                </c:pt>
                <c:pt idx="52">
                  <c:v>1</c:v>
                </c:pt>
                <c:pt idx="53">
                  <c:v>1.25</c:v>
                </c:pt>
                <c:pt idx="54">
                  <c:v>1.25</c:v>
                </c:pt>
                <c:pt idx="55">
                  <c:v>1.5</c:v>
                </c:pt>
                <c:pt idx="56">
                  <c:v>1.75</c:v>
                </c:pt>
                <c:pt idx="57">
                  <c:v>1.75</c:v>
                </c:pt>
                <c:pt idx="58">
                  <c:v>2</c:v>
                </c:pt>
                <c:pt idx="59">
                  <c:v>2.25</c:v>
                </c:pt>
                <c:pt idx="60">
                  <c:v>2.25</c:v>
                </c:pt>
                <c:pt idx="61">
                  <c:v>2.5</c:v>
                </c:pt>
                <c:pt idx="62">
                  <c:v>2.75</c:v>
                </c:pt>
                <c:pt idx="63">
                  <c:v>2.75</c:v>
                </c:pt>
                <c:pt idx="64">
                  <c:v>3</c:v>
                </c:pt>
                <c:pt idx="65">
                  <c:v>3.25</c:v>
                </c:pt>
                <c:pt idx="66">
                  <c:v>3.25</c:v>
                </c:pt>
                <c:pt idx="67">
                  <c:v>3.5</c:v>
                </c:pt>
                <c:pt idx="68">
                  <c:v>3.75</c:v>
                </c:pt>
                <c:pt idx="69">
                  <c:v>3.75</c:v>
                </c:pt>
                <c:pt idx="70">
                  <c:v>4</c:v>
                </c:pt>
                <c:pt idx="71">
                  <c:v>4.25</c:v>
                </c:pt>
                <c:pt idx="72">
                  <c:v>4.5</c:v>
                </c:pt>
                <c:pt idx="73">
                  <c:v>4.5</c:v>
                </c:pt>
                <c:pt idx="74">
                  <c:v>4.75</c:v>
                </c:pt>
                <c:pt idx="75">
                  <c:v>4.75</c:v>
                </c:pt>
                <c:pt idx="76">
                  <c:v>5</c:v>
                </c:pt>
                <c:pt idx="77">
                  <c:v>5.25</c:v>
                </c:pt>
                <c:pt idx="78">
                  <c:v>5.25</c:v>
                </c:pt>
                <c:pt idx="79">
                  <c:v>5.25</c:v>
                </c:pt>
                <c:pt idx="80">
                  <c:v>5.25</c:v>
                </c:pt>
                <c:pt idx="81">
                  <c:v>5.25</c:v>
                </c:pt>
                <c:pt idx="82">
                  <c:v>5.25</c:v>
                </c:pt>
                <c:pt idx="83">
                  <c:v>5.25</c:v>
                </c:pt>
                <c:pt idx="84">
                  <c:v>5.25</c:v>
                </c:pt>
                <c:pt idx="85">
                  <c:v>5.25</c:v>
                </c:pt>
                <c:pt idx="86">
                  <c:v>5.25</c:v>
                </c:pt>
                <c:pt idx="87">
                  <c:v>5.25</c:v>
                </c:pt>
                <c:pt idx="88">
                  <c:v>5.25</c:v>
                </c:pt>
                <c:pt idx="89">
                  <c:v>5.25</c:v>
                </c:pt>
                <c:pt idx="90">
                  <c:v>5.25</c:v>
                </c:pt>
                <c:pt idx="91">
                  <c:v>5.25</c:v>
                </c:pt>
                <c:pt idx="92">
                  <c:v>4.75</c:v>
                </c:pt>
                <c:pt idx="93">
                  <c:v>4.5</c:v>
                </c:pt>
                <c:pt idx="94">
                  <c:v>4.5</c:v>
                </c:pt>
                <c:pt idx="95">
                  <c:v>4.25</c:v>
                </c:pt>
                <c:pt idx="96">
                  <c:v>3</c:v>
                </c:pt>
                <c:pt idx="97">
                  <c:v>3</c:v>
                </c:pt>
                <c:pt idx="98">
                  <c:v>2.25</c:v>
                </c:pt>
                <c:pt idx="99">
                  <c:v>2</c:v>
                </c:pt>
                <c:pt idx="100">
                  <c:v>2</c:v>
                </c:pt>
                <c:pt idx="101">
                  <c:v>2</c:v>
                </c:pt>
                <c:pt idx="102">
                  <c:v>2</c:v>
                </c:pt>
                <c:pt idx="103">
                  <c:v>2</c:v>
                </c:pt>
                <c:pt idx="104">
                  <c:v>2</c:v>
                </c:pt>
                <c:pt idx="105">
                  <c:v>1</c:v>
                </c:pt>
                <c:pt idx="106">
                  <c:v>1</c:v>
                </c:pt>
                <c:pt idx="107">
                  <c:v>0.25</c:v>
                </c:pt>
                <c:pt idx="108">
                  <c:v>0.25</c:v>
                </c:pt>
                <c:pt idx="109">
                  <c:v>0.25</c:v>
                </c:pt>
                <c:pt idx="110">
                  <c:v>0.25</c:v>
                </c:pt>
                <c:pt idx="111">
                  <c:v>0.25</c:v>
                </c:pt>
                <c:pt idx="112">
                  <c:v>0.25</c:v>
                </c:pt>
                <c:pt idx="113">
                  <c:v>0.25</c:v>
                </c:pt>
                <c:pt idx="114">
                  <c:v>0.25</c:v>
                </c:pt>
                <c:pt idx="115">
                  <c:v>0.25</c:v>
                </c:pt>
                <c:pt idx="116">
                  <c:v>0.25</c:v>
                </c:pt>
                <c:pt idx="117">
                  <c:v>0.25</c:v>
                </c:pt>
                <c:pt idx="118">
                  <c:v>0.25</c:v>
                </c:pt>
                <c:pt idx="119">
                  <c:v>0.25</c:v>
                </c:pt>
                <c:pt idx="120">
                  <c:v>0.25</c:v>
                </c:pt>
                <c:pt idx="121">
                  <c:v>0.25</c:v>
                </c:pt>
                <c:pt idx="122">
                  <c:v>0.25</c:v>
                </c:pt>
                <c:pt idx="123">
                  <c:v>0.25</c:v>
                </c:pt>
                <c:pt idx="124">
                  <c:v>0.25</c:v>
                </c:pt>
                <c:pt idx="125">
                  <c:v>0.25</c:v>
                </c:pt>
                <c:pt idx="126">
                  <c:v>0.25</c:v>
                </c:pt>
                <c:pt idx="127">
                  <c:v>0.25</c:v>
                </c:pt>
                <c:pt idx="128">
                  <c:v>0.25</c:v>
                </c:pt>
                <c:pt idx="129">
                  <c:v>0.25</c:v>
                </c:pt>
                <c:pt idx="130">
                  <c:v>0.25</c:v>
                </c:pt>
                <c:pt idx="131">
                  <c:v>0.25</c:v>
                </c:pt>
                <c:pt idx="132">
                  <c:v>0.25</c:v>
                </c:pt>
                <c:pt idx="133">
                  <c:v>0.25</c:v>
                </c:pt>
                <c:pt idx="134">
                  <c:v>0.25</c:v>
                </c:pt>
                <c:pt idx="135">
                  <c:v>0.25</c:v>
                </c:pt>
                <c:pt idx="136">
                  <c:v>0.25</c:v>
                </c:pt>
                <c:pt idx="137">
                  <c:v>0.25</c:v>
                </c:pt>
                <c:pt idx="138">
                  <c:v>0.25</c:v>
                </c:pt>
                <c:pt idx="139">
                  <c:v>0.25</c:v>
                </c:pt>
                <c:pt idx="140">
                  <c:v>0.25</c:v>
                </c:pt>
                <c:pt idx="141">
                  <c:v>0.25</c:v>
                </c:pt>
                <c:pt idx="142">
                  <c:v>0.25</c:v>
                </c:pt>
                <c:pt idx="143">
                  <c:v>0.25</c:v>
                </c:pt>
                <c:pt idx="144">
                  <c:v>0.25</c:v>
                </c:pt>
                <c:pt idx="145">
                  <c:v>0.25</c:v>
                </c:pt>
                <c:pt idx="146">
                  <c:v>0.25</c:v>
                </c:pt>
                <c:pt idx="147">
                  <c:v>0.25</c:v>
                </c:pt>
                <c:pt idx="148">
                  <c:v>0.25</c:v>
                </c:pt>
                <c:pt idx="149">
                  <c:v>0.25</c:v>
                </c:pt>
                <c:pt idx="150">
                  <c:v>0.25</c:v>
                </c:pt>
                <c:pt idx="151">
                  <c:v>0.25</c:v>
                </c:pt>
                <c:pt idx="152">
                  <c:v>0.25</c:v>
                </c:pt>
                <c:pt idx="153">
                  <c:v>0.25</c:v>
                </c:pt>
                <c:pt idx="154">
                  <c:v>0.25</c:v>
                </c:pt>
                <c:pt idx="155">
                  <c:v>0.25</c:v>
                </c:pt>
                <c:pt idx="156">
                  <c:v>0.25</c:v>
                </c:pt>
                <c:pt idx="157">
                  <c:v>0.25</c:v>
                </c:pt>
                <c:pt idx="158">
                  <c:v>0.25</c:v>
                </c:pt>
                <c:pt idx="159">
                  <c:v>0.25</c:v>
                </c:pt>
                <c:pt idx="160">
                  <c:v>0.25</c:v>
                </c:pt>
                <c:pt idx="161">
                  <c:v>0.25</c:v>
                </c:pt>
                <c:pt idx="162">
                  <c:v>0.25</c:v>
                </c:pt>
                <c:pt idx="163">
                  <c:v>0.25</c:v>
                </c:pt>
                <c:pt idx="164">
                  <c:v>0.25</c:v>
                </c:pt>
                <c:pt idx="165">
                  <c:v>0.25</c:v>
                </c:pt>
                <c:pt idx="166">
                  <c:v>0.25</c:v>
                </c:pt>
                <c:pt idx="167">
                  <c:v>0.25</c:v>
                </c:pt>
                <c:pt idx="168">
                  <c:v>0.25</c:v>
                </c:pt>
                <c:pt idx="169">
                  <c:v>0.25</c:v>
                </c:pt>
                <c:pt idx="170">
                  <c:v>0.25</c:v>
                </c:pt>
                <c:pt idx="171">
                  <c:v>0.25</c:v>
                </c:pt>
                <c:pt idx="172">
                  <c:v>0.25</c:v>
                </c:pt>
                <c:pt idx="173">
                  <c:v>0.25</c:v>
                </c:pt>
                <c:pt idx="174">
                  <c:v>0.25</c:v>
                </c:pt>
                <c:pt idx="175">
                  <c:v>0.25</c:v>
                </c:pt>
                <c:pt idx="176">
                  <c:v>0.25</c:v>
                </c:pt>
                <c:pt idx="177">
                  <c:v>0.25</c:v>
                </c:pt>
                <c:pt idx="178">
                  <c:v>0.25</c:v>
                </c:pt>
                <c:pt idx="179">
                  <c:v>0.25</c:v>
                </c:pt>
                <c:pt idx="180">
                  <c:v>0.25</c:v>
                </c:pt>
                <c:pt idx="181">
                  <c:v>0.25</c:v>
                </c:pt>
                <c:pt idx="182">
                  <c:v>0.25</c:v>
                </c:pt>
                <c:pt idx="183">
                  <c:v>0.25</c:v>
                </c:pt>
                <c:pt idx="184">
                  <c:v>0.25</c:v>
                </c:pt>
                <c:pt idx="185">
                  <c:v>0.25</c:v>
                </c:pt>
                <c:pt idx="186">
                  <c:v>0.25</c:v>
                </c:pt>
                <c:pt idx="187">
                  <c:v>0.25</c:v>
                </c:pt>
                <c:pt idx="188">
                  <c:v>0.25</c:v>
                </c:pt>
                <c:pt idx="189">
                  <c:v>0.25</c:v>
                </c:pt>
                <c:pt idx="190">
                  <c:v>0.25</c:v>
                </c:pt>
                <c:pt idx="191">
                  <c:v>0.5</c:v>
                </c:pt>
                <c:pt idx="192">
                  <c:v>0.5</c:v>
                </c:pt>
                <c:pt idx="193">
                  <c:v>0.5</c:v>
                </c:pt>
                <c:pt idx="194">
                  <c:v>0.5</c:v>
                </c:pt>
                <c:pt idx="195">
                  <c:v>0.5</c:v>
                </c:pt>
                <c:pt idx="196">
                  <c:v>0.5</c:v>
                </c:pt>
                <c:pt idx="197">
                  <c:v>0.5</c:v>
                </c:pt>
                <c:pt idx="198">
                  <c:v>0.5</c:v>
                </c:pt>
                <c:pt idx="199">
                  <c:v>0.5</c:v>
                </c:pt>
                <c:pt idx="200">
                  <c:v>0.5</c:v>
                </c:pt>
                <c:pt idx="201">
                  <c:v>0.5</c:v>
                </c:pt>
                <c:pt idx="202">
                  <c:v>0.5</c:v>
                </c:pt>
                <c:pt idx="203">
                  <c:v>0.75</c:v>
                </c:pt>
                <c:pt idx="204">
                  <c:v>0.75</c:v>
                </c:pt>
                <c:pt idx="205">
                  <c:v>0.75</c:v>
                </c:pt>
                <c:pt idx="206">
                  <c:v>1</c:v>
                </c:pt>
                <c:pt idx="207">
                  <c:v>1</c:v>
                </c:pt>
                <c:pt idx="208">
                  <c:v>1</c:v>
                </c:pt>
                <c:pt idx="209">
                  <c:v>1.25</c:v>
                </c:pt>
                <c:pt idx="210">
                  <c:v>1.25</c:v>
                </c:pt>
                <c:pt idx="211">
                  <c:v>1.25</c:v>
                </c:pt>
                <c:pt idx="212">
                  <c:v>1.25</c:v>
                </c:pt>
                <c:pt idx="213">
                  <c:v>1.25</c:v>
                </c:pt>
                <c:pt idx="214">
                  <c:v>1.25</c:v>
                </c:pt>
                <c:pt idx="215">
                  <c:v>1.5</c:v>
                </c:pt>
                <c:pt idx="216">
                  <c:v>1.5</c:v>
                </c:pt>
                <c:pt idx="217">
                  <c:v>1.5</c:v>
                </c:pt>
                <c:pt idx="218">
                  <c:v>1.75</c:v>
                </c:pt>
                <c:pt idx="219">
                  <c:v>1.75</c:v>
                </c:pt>
                <c:pt idx="220">
                  <c:v>1.75</c:v>
                </c:pt>
                <c:pt idx="221">
                  <c:v>2</c:v>
                </c:pt>
                <c:pt idx="222">
                  <c:v>2</c:v>
                </c:pt>
                <c:pt idx="223">
                  <c:v>2</c:v>
                </c:pt>
                <c:pt idx="224">
                  <c:v>2.25</c:v>
                </c:pt>
                <c:pt idx="225">
                  <c:v>2.25</c:v>
                </c:pt>
                <c:pt idx="226">
                  <c:v>2.25</c:v>
                </c:pt>
                <c:pt idx="227">
                  <c:v>2.5</c:v>
                </c:pt>
                <c:pt idx="228">
                  <c:v>2.5</c:v>
                </c:pt>
                <c:pt idx="229">
                  <c:v>2.5</c:v>
                </c:pt>
                <c:pt idx="230">
                  <c:v>2.5</c:v>
                </c:pt>
                <c:pt idx="231">
                  <c:v>2.5</c:v>
                </c:pt>
                <c:pt idx="232">
                  <c:v>2.5</c:v>
                </c:pt>
                <c:pt idx="233">
                  <c:v>2.5</c:v>
                </c:pt>
                <c:pt idx="234">
                  <c:v>2.25</c:v>
                </c:pt>
                <c:pt idx="235">
                  <c:v>2.25</c:v>
                </c:pt>
                <c:pt idx="236">
                  <c:v>2</c:v>
                </c:pt>
                <c:pt idx="237">
                  <c:v>1.75</c:v>
                </c:pt>
                <c:pt idx="238">
                  <c:v>1.75</c:v>
                </c:pt>
                <c:pt idx="239">
                  <c:v>1.75</c:v>
                </c:pt>
                <c:pt idx="240">
                  <c:v>1.75</c:v>
                </c:pt>
                <c:pt idx="241">
                  <c:v>1.75</c:v>
                </c:pt>
                <c:pt idx="242">
                  <c:v>0.25</c:v>
                </c:pt>
                <c:pt idx="243">
                  <c:v>0.25</c:v>
                </c:pt>
                <c:pt idx="244">
                  <c:v>0.25</c:v>
                </c:pt>
                <c:pt idx="245">
                  <c:v>0.25</c:v>
                </c:pt>
                <c:pt idx="246">
                  <c:v>0.25</c:v>
                </c:pt>
                <c:pt idx="247">
                  <c:v>0.25</c:v>
                </c:pt>
                <c:pt idx="248">
                  <c:v>0.25</c:v>
                </c:pt>
                <c:pt idx="249">
                  <c:v>0.25</c:v>
                </c:pt>
                <c:pt idx="250">
                  <c:v>0.25</c:v>
                </c:pt>
                <c:pt idx="251">
                  <c:v>0.25</c:v>
                </c:pt>
                <c:pt idx="252">
                  <c:v>0.25</c:v>
                </c:pt>
                <c:pt idx="253">
                  <c:v>0.25</c:v>
                </c:pt>
                <c:pt idx="254">
                  <c:v>0.25</c:v>
                </c:pt>
                <c:pt idx="255">
                  <c:v>0.25</c:v>
                </c:pt>
                <c:pt idx="256">
                  <c:v>0.25</c:v>
                </c:pt>
                <c:pt idx="257">
                  <c:v>0.25</c:v>
                </c:pt>
                <c:pt idx="258">
                  <c:v>0.25</c:v>
                </c:pt>
                <c:pt idx="259">
                  <c:v>0.25</c:v>
                </c:pt>
                <c:pt idx="260">
                  <c:v>0.25</c:v>
                </c:pt>
                <c:pt idx="261">
                  <c:v>0.25</c:v>
                </c:pt>
                <c:pt idx="262">
                  <c:v>0.25</c:v>
                </c:pt>
                <c:pt idx="263">
                  <c:v>0.25</c:v>
                </c:pt>
                <c:pt idx="264">
                  <c:v>0.25</c:v>
                </c:pt>
                <c:pt idx="265">
                  <c:v>0.25</c:v>
                </c:pt>
                <c:pt idx="266">
                  <c:v>0.5</c:v>
                </c:pt>
                <c:pt idx="267">
                  <c:v>0.5</c:v>
                </c:pt>
                <c:pt idx="268">
                  <c:v>1</c:v>
                </c:pt>
                <c:pt idx="269">
                  <c:v>1.75</c:v>
                </c:pt>
                <c:pt idx="270">
                  <c:v>2.5</c:v>
                </c:pt>
                <c:pt idx="271">
                  <c:v>2.5</c:v>
                </c:pt>
                <c:pt idx="272">
                  <c:v>3.25</c:v>
                </c:pt>
                <c:pt idx="273">
                  <c:v>3.25</c:v>
                </c:pt>
                <c:pt idx="274">
                  <c:v>4</c:v>
                </c:pt>
                <c:pt idx="275">
                  <c:v>4.5</c:v>
                </c:pt>
                <c:pt idx="276">
                  <c:v>4.5</c:v>
                </c:pt>
                <c:pt idx="277">
                  <c:v>4.75</c:v>
                </c:pt>
                <c:pt idx="278">
                  <c:v>5</c:v>
                </c:pt>
                <c:pt idx="279">
                  <c:v>5</c:v>
                </c:pt>
                <c:pt idx="280">
                  <c:v>5.25</c:v>
                </c:pt>
                <c:pt idx="281">
                  <c:v>5.25</c:v>
                </c:pt>
                <c:pt idx="282">
                  <c:v>5.5</c:v>
                </c:pt>
                <c:pt idx="283">
                  <c:v>5.5</c:v>
                </c:pt>
                <c:pt idx="284">
                  <c:v>5.5</c:v>
                </c:pt>
                <c:pt idx="285">
                  <c:v>5.5</c:v>
                </c:pt>
                <c:pt idx="286">
                  <c:v>5.5</c:v>
                </c:pt>
                <c:pt idx="287">
                  <c:v>5.5</c:v>
                </c:pt>
                <c:pt idx="288">
                  <c:v>5.5</c:v>
                </c:pt>
                <c:pt idx="289">
                  <c:v>5.5</c:v>
                </c:pt>
                <c:pt idx="290">
                  <c:v>5.5</c:v>
                </c:pt>
                <c:pt idx="291">
                  <c:v>5.5</c:v>
                </c:pt>
                <c:pt idx="292">
                  <c:v>5.5</c:v>
                </c:pt>
                <c:pt idx="293">
                  <c:v>5.5</c:v>
                </c:pt>
                <c:pt idx="294">
                  <c:v>5.5</c:v>
                </c:pt>
                <c:pt idx="295">
                  <c:v>5.5</c:v>
                </c:pt>
                <c:pt idx="296">
                  <c:v>5</c:v>
                </c:pt>
                <c:pt idx="297">
                  <c:v>5</c:v>
                </c:pt>
                <c:pt idx="298">
                  <c:v>4.75</c:v>
                </c:pt>
                <c:pt idx="299">
                  <c:v>4.5</c:v>
                </c:pt>
                <c:pt idx="300">
                  <c:v>4.5</c:v>
                </c:pt>
                <c:pt idx="301">
                  <c:v>4.5</c:v>
                </c:pt>
                <c:pt idx="302">
                  <c:v>4.5</c:v>
                </c:pt>
                <c:pt idx="303">
                  <c:v>4.5</c:v>
                </c:pt>
                <c:pt idx="304">
                  <c:v>4.5</c:v>
                </c:pt>
                <c:pt idx="305">
                  <c:v>4.5</c:v>
                </c:pt>
                <c:pt idx="306">
                  <c:v>4.5</c:v>
                </c:pt>
                <c:pt idx="307">
                  <c:v>4.5</c:v>
                </c:pt>
                <c:pt idx="308">
                  <c:v>4.25</c:v>
                </c:pt>
                <c:pt idx="309">
                  <c:v>4</c:v>
                </c:pt>
                <c:pt idx="310">
                  <c:v>4</c:v>
                </c:pt>
                <c:pt idx="311">
                  <c:v>3.75</c:v>
                </c:pt>
                <c:pt idx="312">
                  <c:v>3.75</c:v>
                </c:pt>
                <c:pt idx="313">
                  <c:v>3.75</c:v>
                </c:pt>
                <c:pt idx="314">
                  <c:v>3.75</c:v>
                </c:pt>
                <c:pt idx="315">
                  <c:v>3.75</c:v>
                </c:pt>
                <c:pt idx="316">
                  <c:v>3.75</c:v>
                </c:pt>
              </c:numCache>
            </c:numRef>
          </c:val>
          <c:smooth val="0"/>
          <c:extLst>
            <c:ext xmlns:c16="http://schemas.microsoft.com/office/drawing/2014/chart" uri="{C3380CC4-5D6E-409C-BE32-E72D297353CC}">
              <c16:uniqueId val="{00000001-87A1-4EF0-A048-568DF68B8130}"/>
            </c:ext>
          </c:extLst>
        </c:ser>
        <c:dLbls>
          <c:showLegendKey val="0"/>
          <c:showVal val="0"/>
          <c:showCatName val="0"/>
          <c:showSerName val="0"/>
          <c:showPercent val="0"/>
          <c:showBubbleSize val="0"/>
        </c:dLbls>
        <c:smooth val="0"/>
        <c:axId val="-266031584"/>
        <c:axId val="-266031040"/>
      </c:lineChart>
      <c:date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Offset val="100"/>
        <c:baseTimeUnit val="months"/>
      </c:dateAx>
      <c:valAx>
        <c:axId val="-266031040"/>
        <c:scaling>
          <c:orientation val="minMax"/>
          <c:max val="1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userShapes r:id="rId5"/>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'BOJ policy rate'!$B$1</c:f>
              <c:strCache>
                <c:ptCount val="1"/>
                <c:pt idx="0">
                  <c:v>日本政策利率,%</c:v>
                </c:pt>
              </c:strCache>
            </c:strRef>
          </c:tx>
          <c:spPr>
            <a:ln w="25400" cap="rnd" cmpd="sng">
              <a:solidFill>
                <a:srgbClr val="7C80C8"/>
              </a:solidFill>
              <a:prstDash val="solid"/>
              <a:round/>
            </a:ln>
            <a:effectLst/>
          </c:spPr>
          <c:marker>
            <c:symbol val="none"/>
          </c:marker>
          <c:dLbls>
            <c:dLbl>
              <c:idx val="389"/>
              <c:layout>
                <c:manualLayout>
                  <c:x val="-1.3893714614787667E-2"/>
                  <c:y val="-2.7777777777777776E-2"/>
                </c:manualLayout>
              </c:layout>
              <c:tx>
                <c:rich>
                  <a:bodyPr/>
                  <a:lstStyle/>
                  <a:p>
                    <a:r>
                      <a:rPr lang="en-US" altLang="zh-CN"/>
                      <a:t>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40A-430B-802A-009445DF5C2A}"/>
                </c:ext>
              </c:extLst>
            </c:dLbl>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'BOJ policy rate'!$A$2:$A$391</c:f>
              <c:strCache>
                <c:ptCount val="390"/>
                <c:pt idx="0">
                  <c:v>1994 - Jan</c:v>
                </c:pt>
                <c:pt idx="1">
                  <c:v>1994 - Feb</c:v>
                </c:pt>
                <c:pt idx="2">
                  <c:v>1994 - Mar</c:v>
                </c:pt>
                <c:pt idx="3">
                  <c:v>1994 - Apr</c:v>
                </c:pt>
                <c:pt idx="4">
                  <c:v>1994 - May</c:v>
                </c:pt>
                <c:pt idx="5">
                  <c:v>1994 - Jun</c:v>
                </c:pt>
                <c:pt idx="6">
                  <c:v>1994 - Jul</c:v>
                </c:pt>
                <c:pt idx="7">
                  <c:v>1994 - Aug</c:v>
                </c:pt>
                <c:pt idx="8">
                  <c:v>1994 - Sep</c:v>
                </c:pt>
                <c:pt idx="9">
                  <c:v>1994 - Oct</c:v>
                </c:pt>
                <c:pt idx="10">
                  <c:v>1994 - Nov</c:v>
                </c:pt>
                <c:pt idx="11">
                  <c:v>1994 - Dec</c:v>
                </c:pt>
                <c:pt idx="12">
                  <c:v>1995 - Jan</c:v>
                </c:pt>
                <c:pt idx="13">
                  <c:v>1995 - Feb</c:v>
                </c:pt>
                <c:pt idx="14">
                  <c:v>1995 - Mar</c:v>
                </c:pt>
                <c:pt idx="15">
                  <c:v>1995 - Apr</c:v>
                </c:pt>
                <c:pt idx="16">
                  <c:v>1995 - May</c:v>
                </c:pt>
                <c:pt idx="17">
                  <c:v>1995 - Jun</c:v>
                </c:pt>
                <c:pt idx="18">
                  <c:v>1995 - Jul</c:v>
                </c:pt>
                <c:pt idx="19">
                  <c:v>1995 - Aug</c:v>
                </c:pt>
                <c:pt idx="20">
                  <c:v>1995 - Sep</c:v>
                </c:pt>
                <c:pt idx="21">
                  <c:v>1995 - Oct</c:v>
                </c:pt>
                <c:pt idx="22">
                  <c:v>1995 - Nov</c:v>
                </c:pt>
                <c:pt idx="23">
                  <c:v>1995 - Dec</c:v>
                </c:pt>
                <c:pt idx="24">
                  <c:v>1996 - Jan</c:v>
                </c:pt>
                <c:pt idx="25">
                  <c:v>1996 - Feb</c:v>
                </c:pt>
                <c:pt idx="26">
                  <c:v>1996 - Mar</c:v>
                </c:pt>
                <c:pt idx="27">
                  <c:v>1996 - Apr</c:v>
                </c:pt>
                <c:pt idx="28">
                  <c:v>1996 - May</c:v>
                </c:pt>
                <c:pt idx="29">
                  <c:v>1996 - Jun</c:v>
                </c:pt>
                <c:pt idx="30">
                  <c:v>1996 - Jul</c:v>
                </c:pt>
                <c:pt idx="31">
                  <c:v>1996 - Aug</c:v>
                </c:pt>
                <c:pt idx="32">
                  <c:v>1996 - Sep</c:v>
                </c:pt>
                <c:pt idx="33">
                  <c:v>1996 - Oct</c:v>
                </c:pt>
                <c:pt idx="34">
                  <c:v>1996 - Nov</c:v>
                </c:pt>
                <c:pt idx="35">
                  <c:v>1996 - Dec</c:v>
                </c:pt>
                <c:pt idx="36">
                  <c:v>1997 - Jan</c:v>
                </c:pt>
                <c:pt idx="37">
                  <c:v>1997 - Feb</c:v>
                </c:pt>
                <c:pt idx="38">
                  <c:v>1997 - Mar</c:v>
                </c:pt>
                <c:pt idx="39">
                  <c:v>1997 - Apr</c:v>
                </c:pt>
                <c:pt idx="40">
                  <c:v>1997 - May</c:v>
                </c:pt>
                <c:pt idx="41">
                  <c:v>1997 - Jun</c:v>
                </c:pt>
                <c:pt idx="42">
                  <c:v>1997 - Jul</c:v>
                </c:pt>
                <c:pt idx="43">
                  <c:v>1997 - Aug</c:v>
                </c:pt>
                <c:pt idx="44">
                  <c:v>1997 - Sep</c:v>
                </c:pt>
                <c:pt idx="45">
                  <c:v>1997 - Oct</c:v>
                </c:pt>
                <c:pt idx="46">
                  <c:v>1997 - Nov</c:v>
                </c:pt>
                <c:pt idx="47">
                  <c:v>1997 - Dec</c:v>
                </c:pt>
                <c:pt idx="48">
                  <c:v>1998 - Jan</c:v>
                </c:pt>
                <c:pt idx="49">
                  <c:v>1998 - Feb</c:v>
                </c:pt>
                <c:pt idx="50">
                  <c:v>1998 - Mar</c:v>
                </c:pt>
                <c:pt idx="51">
                  <c:v>1998 - Apr</c:v>
                </c:pt>
                <c:pt idx="52">
                  <c:v>1998 - May</c:v>
                </c:pt>
                <c:pt idx="53">
                  <c:v>1998 - Jun</c:v>
                </c:pt>
                <c:pt idx="54">
                  <c:v>1998 - Jul</c:v>
                </c:pt>
                <c:pt idx="55">
                  <c:v>1998 - Aug</c:v>
                </c:pt>
                <c:pt idx="56">
                  <c:v>1998 - Sep</c:v>
                </c:pt>
                <c:pt idx="57">
                  <c:v>1998 - Oct</c:v>
                </c:pt>
                <c:pt idx="58">
                  <c:v>1998 - Nov</c:v>
                </c:pt>
                <c:pt idx="59">
                  <c:v>1998 - Dec</c:v>
                </c:pt>
                <c:pt idx="60">
                  <c:v>1999 - Jan</c:v>
                </c:pt>
                <c:pt idx="61">
                  <c:v>1999 - Feb</c:v>
                </c:pt>
                <c:pt idx="62">
                  <c:v>1999 - Mar</c:v>
                </c:pt>
                <c:pt idx="63">
                  <c:v>1999 - Apr</c:v>
                </c:pt>
                <c:pt idx="64">
                  <c:v>1999 - May</c:v>
                </c:pt>
                <c:pt idx="65">
                  <c:v>1999 - Jun</c:v>
                </c:pt>
                <c:pt idx="66">
                  <c:v>1999 - Jul</c:v>
                </c:pt>
                <c:pt idx="67">
                  <c:v>1999 - Aug</c:v>
                </c:pt>
                <c:pt idx="68">
                  <c:v>1999 - Sep</c:v>
                </c:pt>
                <c:pt idx="69">
                  <c:v>1999 - Oct</c:v>
                </c:pt>
                <c:pt idx="70">
                  <c:v>1999 - Nov</c:v>
                </c:pt>
                <c:pt idx="71">
                  <c:v>1999 - Dec</c:v>
                </c:pt>
                <c:pt idx="72">
                  <c:v>2000 - Jan</c:v>
                </c:pt>
                <c:pt idx="73">
                  <c:v>2000 - Feb</c:v>
                </c:pt>
                <c:pt idx="74">
                  <c:v>2000 - Mar</c:v>
                </c:pt>
                <c:pt idx="75">
                  <c:v>2000 - Apr</c:v>
                </c:pt>
                <c:pt idx="76">
                  <c:v>2000 - May</c:v>
                </c:pt>
                <c:pt idx="77">
                  <c:v>2000 - Jun</c:v>
                </c:pt>
                <c:pt idx="78">
                  <c:v>2000 - Jul</c:v>
                </c:pt>
                <c:pt idx="79">
                  <c:v>2000 - Aug</c:v>
                </c:pt>
                <c:pt idx="80">
                  <c:v>2000 - Sep</c:v>
                </c:pt>
                <c:pt idx="81">
                  <c:v>2000 - Oct</c:v>
                </c:pt>
                <c:pt idx="82">
                  <c:v>2000 - Nov</c:v>
                </c:pt>
                <c:pt idx="83">
                  <c:v>2000 - Dec</c:v>
                </c:pt>
                <c:pt idx="84">
                  <c:v>2001 - Jan</c:v>
                </c:pt>
                <c:pt idx="85">
                  <c:v>2001 - Feb</c:v>
                </c:pt>
                <c:pt idx="86">
                  <c:v>2001 - Mar</c:v>
                </c:pt>
                <c:pt idx="87">
                  <c:v>2001 - Apr</c:v>
                </c:pt>
                <c:pt idx="88">
                  <c:v>2001 - May</c:v>
                </c:pt>
                <c:pt idx="89">
                  <c:v>2001 - Jun</c:v>
                </c:pt>
                <c:pt idx="90">
                  <c:v>2001 - Jul</c:v>
                </c:pt>
                <c:pt idx="91">
                  <c:v>2001 - Aug</c:v>
                </c:pt>
                <c:pt idx="92">
                  <c:v>2001 - Sep</c:v>
                </c:pt>
                <c:pt idx="93">
                  <c:v>2001 - Oct</c:v>
                </c:pt>
                <c:pt idx="94">
                  <c:v>2001 - Nov</c:v>
                </c:pt>
                <c:pt idx="95">
                  <c:v>2001 - Dec</c:v>
                </c:pt>
                <c:pt idx="96">
                  <c:v>2002 - Jan</c:v>
                </c:pt>
                <c:pt idx="97">
                  <c:v>2002 - Feb</c:v>
                </c:pt>
                <c:pt idx="98">
                  <c:v>2002 - Mar</c:v>
                </c:pt>
                <c:pt idx="99">
                  <c:v>2002 - Apr</c:v>
                </c:pt>
                <c:pt idx="100">
                  <c:v>2002 - May</c:v>
                </c:pt>
                <c:pt idx="101">
                  <c:v>2002 - Jun</c:v>
                </c:pt>
                <c:pt idx="102">
                  <c:v>2002 - Jul</c:v>
                </c:pt>
                <c:pt idx="103">
                  <c:v>2002 - Aug</c:v>
                </c:pt>
                <c:pt idx="104">
                  <c:v>2002 - Sep</c:v>
                </c:pt>
                <c:pt idx="105">
                  <c:v>2002 - Oct</c:v>
                </c:pt>
                <c:pt idx="106">
                  <c:v>2002 - Nov</c:v>
                </c:pt>
                <c:pt idx="107">
                  <c:v>2002 - Dec</c:v>
                </c:pt>
                <c:pt idx="108">
                  <c:v>2003 - Jan</c:v>
                </c:pt>
                <c:pt idx="109">
                  <c:v>2003 - Feb</c:v>
                </c:pt>
                <c:pt idx="110">
                  <c:v>2003 - Mar</c:v>
                </c:pt>
                <c:pt idx="111">
                  <c:v>2003 - Apr</c:v>
                </c:pt>
                <c:pt idx="112">
                  <c:v>2003 - May</c:v>
                </c:pt>
                <c:pt idx="113">
                  <c:v>2003 - Jun</c:v>
                </c:pt>
                <c:pt idx="114">
                  <c:v>2003 - Jul</c:v>
                </c:pt>
                <c:pt idx="115">
                  <c:v>2003 - Aug</c:v>
                </c:pt>
                <c:pt idx="116">
                  <c:v>2003 - Sep</c:v>
                </c:pt>
                <c:pt idx="117">
                  <c:v>2003 - Oct</c:v>
                </c:pt>
                <c:pt idx="118">
                  <c:v>2003 - Nov</c:v>
                </c:pt>
                <c:pt idx="119">
                  <c:v>2003 - Dec</c:v>
                </c:pt>
                <c:pt idx="120">
                  <c:v>2004 - Jan</c:v>
                </c:pt>
                <c:pt idx="121">
                  <c:v>2004 - Feb</c:v>
                </c:pt>
                <c:pt idx="122">
                  <c:v>2004 - Mar</c:v>
                </c:pt>
                <c:pt idx="123">
                  <c:v>2004 - Apr</c:v>
                </c:pt>
                <c:pt idx="124">
                  <c:v>2004 - May</c:v>
                </c:pt>
                <c:pt idx="125">
                  <c:v>2004 - Jun</c:v>
                </c:pt>
                <c:pt idx="126">
                  <c:v>2004 - Jul</c:v>
                </c:pt>
                <c:pt idx="127">
                  <c:v>2004 - Aug</c:v>
                </c:pt>
                <c:pt idx="128">
                  <c:v>2004 - Sep</c:v>
                </c:pt>
                <c:pt idx="129">
                  <c:v>2004 - Oct</c:v>
                </c:pt>
                <c:pt idx="130">
                  <c:v>2004 - Nov</c:v>
                </c:pt>
                <c:pt idx="131">
                  <c:v>2004 - Dec</c:v>
                </c:pt>
                <c:pt idx="132">
                  <c:v>2005 - Jan</c:v>
                </c:pt>
                <c:pt idx="133">
                  <c:v>2005 - Feb</c:v>
                </c:pt>
                <c:pt idx="134">
                  <c:v>2005 - Mar</c:v>
                </c:pt>
                <c:pt idx="135">
                  <c:v>2005 - Apr</c:v>
                </c:pt>
                <c:pt idx="136">
                  <c:v>2005 - May</c:v>
                </c:pt>
                <c:pt idx="137">
                  <c:v>2005 - Jun</c:v>
                </c:pt>
                <c:pt idx="138">
                  <c:v>2005 - Jul</c:v>
                </c:pt>
                <c:pt idx="139">
                  <c:v>2005 - Aug</c:v>
                </c:pt>
                <c:pt idx="140">
                  <c:v>2005 - Sep</c:v>
                </c:pt>
                <c:pt idx="141">
                  <c:v>2005 - Oct</c:v>
                </c:pt>
                <c:pt idx="142">
                  <c:v>2005 - Nov</c:v>
                </c:pt>
                <c:pt idx="143">
                  <c:v>2005 - Dec</c:v>
                </c:pt>
                <c:pt idx="144">
                  <c:v>2006 - Jan</c:v>
                </c:pt>
                <c:pt idx="145">
                  <c:v>2006 - Feb</c:v>
                </c:pt>
                <c:pt idx="146">
                  <c:v>2006 - Mar</c:v>
                </c:pt>
                <c:pt idx="147">
                  <c:v>2006 - Apr</c:v>
                </c:pt>
                <c:pt idx="148">
                  <c:v>2006 - May</c:v>
                </c:pt>
                <c:pt idx="149">
                  <c:v>2006 - Jun</c:v>
                </c:pt>
                <c:pt idx="150">
                  <c:v>2006 - Jul</c:v>
                </c:pt>
                <c:pt idx="151">
                  <c:v>2006 - Aug</c:v>
                </c:pt>
                <c:pt idx="152">
                  <c:v>2006 - Sep</c:v>
                </c:pt>
                <c:pt idx="153">
                  <c:v>2006 - Oct</c:v>
                </c:pt>
                <c:pt idx="154">
                  <c:v>2006 - Nov</c:v>
                </c:pt>
                <c:pt idx="155">
                  <c:v>2006 - Dec</c:v>
                </c:pt>
                <c:pt idx="156">
                  <c:v>2007 - Jan</c:v>
                </c:pt>
                <c:pt idx="157">
                  <c:v>2007 - Feb</c:v>
                </c:pt>
                <c:pt idx="158">
                  <c:v>2007 - Mar</c:v>
                </c:pt>
                <c:pt idx="159">
                  <c:v>2007 - Apr</c:v>
                </c:pt>
                <c:pt idx="160">
                  <c:v>2007 - May</c:v>
                </c:pt>
                <c:pt idx="161">
                  <c:v>2007 - Jun</c:v>
                </c:pt>
                <c:pt idx="162">
                  <c:v>2007 - Jul</c:v>
                </c:pt>
                <c:pt idx="163">
                  <c:v>2007 - Aug</c:v>
                </c:pt>
                <c:pt idx="164">
                  <c:v>2007 - Sep</c:v>
                </c:pt>
                <c:pt idx="165">
                  <c:v>2007 - Oct</c:v>
                </c:pt>
                <c:pt idx="166">
                  <c:v>2007 - Nov</c:v>
                </c:pt>
                <c:pt idx="167">
                  <c:v>2007 - Dec</c:v>
                </c:pt>
                <c:pt idx="168">
                  <c:v>2008 - Jan</c:v>
                </c:pt>
                <c:pt idx="169">
                  <c:v>2008 - Feb</c:v>
                </c:pt>
                <c:pt idx="170">
                  <c:v>2008 - Mar</c:v>
                </c:pt>
                <c:pt idx="171">
                  <c:v>2008 - Apr</c:v>
                </c:pt>
                <c:pt idx="172">
                  <c:v>2008 - May</c:v>
                </c:pt>
                <c:pt idx="173">
                  <c:v>2008 - Jun</c:v>
                </c:pt>
                <c:pt idx="174">
                  <c:v>2008 - Jul</c:v>
                </c:pt>
                <c:pt idx="175">
                  <c:v>2008 - Aug</c:v>
                </c:pt>
                <c:pt idx="176">
                  <c:v>2008 - Sep</c:v>
                </c:pt>
                <c:pt idx="177">
                  <c:v>2008 - Oct</c:v>
                </c:pt>
                <c:pt idx="178">
                  <c:v>2008 - Nov</c:v>
                </c:pt>
                <c:pt idx="179">
                  <c:v>2008 - Dec</c:v>
                </c:pt>
                <c:pt idx="180">
                  <c:v>2009 - Jan</c:v>
                </c:pt>
                <c:pt idx="181">
                  <c:v>2009 - Feb</c:v>
                </c:pt>
                <c:pt idx="182">
                  <c:v>2009 - Mar</c:v>
                </c:pt>
                <c:pt idx="183">
                  <c:v>2009 - Apr</c:v>
                </c:pt>
                <c:pt idx="184">
                  <c:v>2009 - May</c:v>
                </c:pt>
                <c:pt idx="185">
                  <c:v>2009 - Jun</c:v>
                </c:pt>
                <c:pt idx="186">
                  <c:v>2009 - Jul</c:v>
                </c:pt>
                <c:pt idx="187">
                  <c:v>2009 - Aug</c:v>
                </c:pt>
                <c:pt idx="188">
                  <c:v>2009 - Sep</c:v>
                </c:pt>
                <c:pt idx="189">
                  <c:v>2009 - Oct</c:v>
                </c:pt>
                <c:pt idx="190">
                  <c:v>2009 - Nov</c:v>
                </c:pt>
                <c:pt idx="191">
                  <c:v>2009 - Dec</c:v>
                </c:pt>
                <c:pt idx="192">
                  <c:v>2010 - Jan</c:v>
                </c:pt>
                <c:pt idx="193">
                  <c:v>2010 - Feb</c:v>
                </c:pt>
                <c:pt idx="194">
                  <c:v>2010 - Mar</c:v>
                </c:pt>
                <c:pt idx="195">
                  <c:v>2010 - Apr</c:v>
                </c:pt>
                <c:pt idx="196">
                  <c:v>2010 - May</c:v>
                </c:pt>
                <c:pt idx="197">
                  <c:v>2010 - Jun</c:v>
                </c:pt>
                <c:pt idx="198">
                  <c:v>2010 - Jul</c:v>
                </c:pt>
                <c:pt idx="199">
                  <c:v>2010 - Aug</c:v>
                </c:pt>
                <c:pt idx="200">
                  <c:v>2010 - Sep</c:v>
                </c:pt>
                <c:pt idx="201">
                  <c:v>2010 - Oct</c:v>
                </c:pt>
                <c:pt idx="202">
                  <c:v>2010 - Nov</c:v>
                </c:pt>
                <c:pt idx="203">
                  <c:v>2010 - Dec</c:v>
                </c:pt>
                <c:pt idx="204">
                  <c:v>2011 - Jan</c:v>
                </c:pt>
                <c:pt idx="205">
                  <c:v>2011 - Feb</c:v>
                </c:pt>
                <c:pt idx="206">
                  <c:v>2011 - Mar</c:v>
                </c:pt>
                <c:pt idx="207">
                  <c:v>2011 - Apr</c:v>
                </c:pt>
                <c:pt idx="208">
                  <c:v>2011 - May</c:v>
                </c:pt>
                <c:pt idx="209">
                  <c:v>2011 - Jun</c:v>
                </c:pt>
                <c:pt idx="210">
                  <c:v>2011 - Jul</c:v>
                </c:pt>
                <c:pt idx="211">
                  <c:v>2011 - Aug</c:v>
                </c:pt>
                <c:pt idx="212">
                  <c:v>2011 - Sep</c:v>
                </c:pt>
                <c:pt idx="213">
                  <c:v>2011 - Oct</c:v>
                </c:pt>
                <c:pt idx="214">
                  <c:v>2011 - Nov</c:v>
                </c:pt>
                <c:pt idx="215">
                  <c:v>2011 - Dec</c:v>
                </c:pt>
                <c:pt idx="216">
                  <c:v>2012 - Jan</c:v>
                </c:pt>
                <c:pt idx="217">
                  <c:v>2012 - Feb</c:v>
                </c:pt>
                <c:pt idx="218">
                  <c:v>2012 - Mar</c:v>
                </c:pt>
                <c:pt idx="219">
                  <c:v>2012 - Apr</c:v>
                </c:pt>
                <c:pt idx="220">
                  <c:v>2012 - May</c:v>
                </c:pt>
                <c:pt idx="221">
                  <c:v>2012 - Jun</c:v>
                </c:pt>
                <c:pt idx="222">
                  <c:v>2012 - Jul</c:v>
                </c:pt>
                <c:pt idx="223">
                  <c:v>2012 - Aug</c:v>
                </c:pt>
                <c:pt idx="224">
                  <c:v>2012 - Sep</c:v>
                </c:pt>
                <c:pt idx="225">
                  <c:v>2012 - Oct</c:v>
                </c:pt>
                <c:pt idx="226">
                  <c:v>2012 - Nov</c:v>
                </c:pt>
                <c:pt idx="227">
                  <c:v>2012 - Dec</c:v>
                </c:pt>
                <c:pt idx="228">
                  <c:v>2013 - Jan</c:v>
                </c:pt>
                <c:pt idx="229">
                  <c:v>2013 - Feb</c:v>
                </c:pt>
                <c:pt idx="230">
                  <c:v>2013 - Mar</c:v>
                </c:pt>
                <c:pt idx="231">
                  <c:v>2013 - Apr</c:v>
                </c:pt>
                <c:pt idx="232">
                  <c:v>2013 - May</c:v>
                </c:pt>
                <c:pt idx="233">
                  <c:v>2013 - Jun</c:v>
                </c:pt>
                <c:pt idx="234">
                  <c:v>2013 - Jul</c:v>
                </c:pt>
                <c:pt idx="235">
                  <c:v>2013 - Aug</c:v>
                </c:pt>
                <c:pt idx="236">
                  <c:v>2013 - Sep</c:v>
                </c:pt>
                <c:pt idx="237">
                  <c:v>2013 - Oct</c:v>
                </c:pt>
                <c:pt idx="238">
                  <c:v>2013 - Nov</c:v>
                </c:pt>
                <c:pt idx="239">
                  <c:v>2013 - Dec</c:v>
                </c:pt>
                <c:pt idx="240">
                  <c:v>2014 - Jan</c:v>
                </c:pt>
                <c:pt idx="241">
                  <c:v>2014 - Feb</c:v>
                </c:pt>
                <c:pt idx="242">
                  <c:v>2014 - Mar</c:v>
                </c:pt>
                <c:pt idx="243">
                  <c:v>2014 - Apr</c:v>
                </c:pt>
                <c:pt idx="244">
                  <c:v>2014 - May</c:v>
                </c:pt>
                <c:pt idx="245">
                  <c:v>2014 - Jun</c:v>
                </c:pt>
                <c:pt idx="246">
                  <c:v>2014 - Jul</c:v>
                </c:pt>
                <c:pt idx="247">
                  <c:v>2014 - Aug</c:v>
                </c:pt>
                <c:pt idx="248">
                  <c:v>2014 - Sep</c:v>
                </c:pt>
                <c:pt idx="249">
                  <c:v>2014 - Oct</c:v>
                </c:pt>
                <c:pt idx="250">
                  <c:v>2014 - Nov</c:v>
                </c:pt>
                <c:pt idx="251">
                  <c:v>2014 - Dec</c:v>
                </c:pt>
                <c:pt idx="252">
                  <c:v>2015 - Jan</c:v>
                </c:pt>
                <c:pt idx="253">
                  <c:v>2015 - Feb</c:v>
                </c:pt>
                <c:pt idx="254">
                  <c:v>2015 - Mar</c:v>
                </c:pt>
                <c:pt idx="255">
                  <c:v>2015 - Apr</c:v>
                </c:pt>
                <c:pt idx="256">
                  <c:v>2015 - May</c:v>
                </c:pt>
                <c:pt idx="257">
                  <c:v>2015 - Jun</c:v>
                </c:pt>
                <c:pt idx="258">
                  <c:v>2015 - Jul</c:v>
                </c:pt>
                <c:pt idx="259">
                  <c:v>2015 - Aug</c:v>
                </c:pt>
                <c:pt idx="260">
                  <c:v>2015 - Sep</c:v>
                </c:pt>
                <c:pt idx="261">
                  <c:v>2015 - Oct</c:v>
                </c:pt>
                <c:pt idx="262">
                  <c:v>2015 - Nov</c:v>
                </c:pt>
                <c:pt idx="263">
                  <c:v>2015 - Dec</c:v>
                </c:pt>
                <c:pt idx="264">
                  <c:v>2016 - Jan</c:v>
                </c:pt>
                <c:pt idx="265">
                  <c:v>2016 - Feb</c:v>
                </c:pt>
                <c:pt idx="266">
                  <c:v>2016 - Mar</c:v>
                </c:pt>
                <c:pt idx="267">
                  <c:v>2016 - Apr</c:v>
                </c:pt>
                <c:pt idx="268">
                  <c:v>2016 - May</c:v>
                </c:pt>
                <c:pt idx="269">
                  <c:v>2016 - Jun</c:v>
                </c:pt>
                <c:pt idx="270">
                  <c:v>2016 - Jul</c:v>
                </c:pt>
                <c:pt idx="271">
                  <c:v>2016 - Aug</c:v>
                </c:pt>
                <c:pt idx="272">
                  <c:v>2016 - Sep</c:v>
                </c:pt>
                <c:pt idx="273">
                  <c:v>2016 - Oct</c:v>
                </c:pt>
                <c:pt idx="274">
                  <c:v>2016 - Nov</c:v>
                </c:pt>
                <c:pt idx="275">
                  <c:v>2016 - Dec</c:v>
                </c:pt>
                <c:pt idx="276">
                  <c:v>2017 - Jan</c:v>
                </c:pt>
                <c:pt idx="277">
                  <c:v>2017 - Feb</c:v>
                </c:pt>
                <c:pt idx="278">
                  <c:v>2017 - Mar</c:v>
                </c:pt>
                <c:pt idx="279">
                  <c:v>2017 - Apr</c:v>
                </c:pt>
                <c:pt idx="280">
                  <c:v>2017 - May</c:v>
                </c:pt>
                <c:pt idx="281">
                  <c:v>2017 - Jun</c:v>
                </c:pt>
                <c:pt idx="282">
                  <c:v>2017 - Jul</c:v>
                </c:pt>
                <c:pt idx="283">
                  <c:v>2017 - Aug</c:v>
                </c:pt>
                <c:pt idx="284">
                  <c:v>2017 - Sep</c:v>
                </c:pt>
                <c:pt idx="285">
                  <c:v>2017 - Oct</c:v>
                </c:pt>
                <c:pt idx="286">
                  <c:v>2017 - Nov</c:v>
                </c:pt>
                <c:pt idx="287">
                  <c:v>2017 - Dec</c:v>
                </c:pt>
                <c:pt idx="288">
                  <c:v>2018 - Jan</c:v>
                </c:pt>
                <c:pt idx="289">
                  <c:v>2018 - Feb</c:v>
                </c:pt>
                <c:pt idx="290">
                  <c:v>2018 - Mar</c:v>
                </c:pt>
                <c:pt idx="291">
                  <c:v>2018 - Apr</c:v>
                </c:pt>
                <c:pt idx="292">
                  <c:v>2018 - May</c:v>
                </c:pt>
                <c:pt idx="293">
                  <c:v>2018 - Jun</c:v>
                </c:pt>
                <c:pt idx="294">
                  <c:v>2018 - Jul</c:v>
                </c:pt>
                <c:pt idx="295">
                  <c:v>2018 - Aug</c:v>
                </c:pt>
                <c:pt idx="296">
                  <c:v>2018 - Sep</c:v>
                </c:pt>
                <c:pt idx="297">
                  <c:v>2018 - Oct</c:v>
                </c:pt>
                <c:pt idx="298">
                  <c:v>2018 - Nov</c:v>
                </c:pt>
                <c:pt idx="299">
                  <c:v>2018 - Dec</c:v>
                </c:pt>
                <c:pt idx="300">
                  <c:v>2019 - Jan</c:v>
                </c:pt>
                <c:pt idx="301">
                  <c:v>2019 - Feb</c:v>
                </c:pt>
                <c:pt idx="302">
                  <c:v>2019 - Mar</c:v>
                </c:pt>
                <c:pt idx="303">
                  <c:v>2019 - Apr</c:v>
                </c:pt>
                <c:pt idx="304">
                  <c:v>2019 - May</c:v>
                </c:pt>
                <c:pt idx="305">
                  <c:v>2019 - Jun</c:v>
                </c:pt>
                <c:pt idx="306">
                  <c:v>2019 - Jul</c:v>
                </c:pt>
                <c:pt idx="307">
                  <c:v>2019 - Aug</c:v>
                </c:pt>
                <c:pt idx="308">
                  <c:v>2019 - Sep</c:v>
                </c:pt>
                <c:pt idx="309">
                  <c:v>2019 - Oct</c:v>
                </c:pt>
                <c:pt idx="310">
                  <c:v>2019 - Nov</c:v>
                </c:pt>
                <c:pt idx="311">
                  <c:v>2019 - Dec</c:v>
                </c:pt>
                <c:pt idx="312">
                  <c:v>2020 - Jan</c:v>
                </c:pt>
                <c:pt idx="313">
                  <c:v>2020 - Feb</c:v>
                </c:pt>
                <c:pt idx="314">
                  <c:v>2020 - Mar</c:v>
                </c:pt>
                <c:pt idx="315">
                  <c:v>2020 - Apr</c:v>
                </c:pt>
                <c:pt idx="316">
                  <c:v>2020 - May</c:v>
                </c:pt>
                <c:pt idx="317">
                  <c:v>2020 - Jun</c:v>
                </c:pt>
                <c:pt idx="318">
                  <c:v>2020 - Jul</c:v>
                </c:pt>
                <c:pt idx="319">
                  <c:v>2020 - Aug</c:v>
                </c:pt>
                <c:pt idx="320">
                  <c:v>2020 - Sep</c:v>
                </c:pt>
                <c:pt idx="321">
                  <c:v>2020 - Oct</c:v>
                </c:pt>
                <c:pt idx="322">
                  <c:v>2020 - Nov</c:v>
                </c:pt>
                <c:pt idx="323">
                  <c:v>2020 - Dec</c:v>
                </c:pt>
                <c:pt idx="324">
                  <c:v>2021 - Jan</c:v>
                </c:pt>
                <c:pt idx="325">
                  <c:v>2021 - Feb</c:v>
                </c:pt>
                <c:pt idx="326">
                  <c:v>2021 - Mar</c:v>
                </c:pt>
                <c:pt idx="327">
                  <c:v>2021 - Apr</c:v>
                </c:pt>
                <c:pt idx="328">
                  <c:v>2021 - May</c:v>
                </c:pt>
                <c:pt idx="329">
                  <c:v>2021 - Jun</c:v>
                </c:pt>
                <c:pt idx="330">
                  <c:v>2021 - Jul</c:v>
                </c:pt>
                <c:pt idx="331">
                  <c:v>2021 - Aug</c:v>
                </c:pt>
                <c:pt idx="332">
                  <c:v>2021 - Sep</c:v>
                </c:pt>
                <c:pt idx="333">
                  <c:v>2021 - Oct</c:v>
                </c:pt>
                <c:pt idx="334">
                  <c:v>2021 - Nov</c:v>
                </c:pt>
                <c:pt idx="335">
                  <c:v>2021 - Dec</c:v>
                </c:pt>
                <c:pt idx="336">
                  <c:v>2022 - Jan</c:v>
                </c:pt>
                <c:pt idx="337">
                  <c:v>2022 - Feb</c:v>
                </c:pt>
                <c:pt idx="338">
                  <c:v>2022 - Mar</c:v>
                </c:pt>
                <c:pt idx="339">
                  <c:v>2022 - Apr</c:v>
                </c:pt>
                <c:pt idx="340">
                  <c:v>2022 - May</c:v>
                </c:pt>
                <c:pt idx="341">
                  <c:v>2022 - Jun</c:v>
                </c:pt>
                <c:pt idx="342">
                  <c:v>2022 - Jul</c:v>
                </c:pt>
                <c:pt idx="343">
                  <c:v>2022 - Aug</c:v>
                </c:pt>
                <c:pt idx="344">
                  <c:v>2022 - Sep</c:v>
                </c:pt>
                <c:pt idx="345">
                  <c:v>2022 - Oct</c:v>
                </c:pt>
                <c:pt idx="346">
                  <c:v>2022 - Nov</c:v>
                </c:pt>
                <c:pt idx="347">
                  <c:v>2022 - Dec</c:v>
                </c:pt>
                <c:pt idx="348">
                  <c:v>2023 - Jan</c:v>
                </c:pt>
                <c:pt idx="349">
                  <c:v>2023 - Feb</c:v>
                </c:pt>
                <c:pt idx="350">
                  <c:v>2023 - Mar</c:v>
                </c:pt>
                <c:pt idx="351">
                  <c:v>2023 - Apr</c:v>
                </c:pt>
                <c:pt idx="352">
                  <c:v>2023 - May</c:v>
                </c:pt>
                <c:pt idx="353">
                  <c:v>2023 - Jun</c:v>
                </c:pt>
                <c:pt idx="354">
                  <c:v>2023 - Jul</c:v>
                </c:pt>
                <c:pt idx="355">
                  <c:v>2023 - Aug</c:v>
                </c:pt>
                <c:pt idx="356">
                  <c:v>2023 - Sep</c:v>
                </c:pt>
                <c:pt idx="357">
                  <c:v>2023 - Oct</c:v>
                </c:pt>
                <c:pt idx="358">
                  <c:v>2023 - Nov</c:v>
                </c:pt>
                <c:pt idx="359">
                  <c:v>2023 - Dec</c:v>
                </c:pt>
                <c:pt idx="360">
                  <c:v>2024 - Jan</c:v>
                </c:pt>
                <c:pt idx="361">
                  <c:v>2024 - Feb</c:v>
                </c:pt>
                <c:pt idx="362">
                  <c:v>2024 - Mar</c:v>
                </c:pt>
                <c:pt idx="363">
                  <c:v>2024 - Apr</c:v>
                </c:pt>
                <c:pt idx="364">
                  <c:v>2024 - May</c:v>
                </c:pt>
                <c:pt idx="365">
                  <c:v>2024 - Jun</c:v>
                </c:pt>
                <c:pt idx="366">
                  <c:v>2024 - Jul</c:v>
                </c:pt>
                <c:pt idx="367">
                  <c:v>2024 - Aug</c:v>
                </c:pt>
                <c:pt idx="368">
                  <c:v>2024 - Sep</c:v>
                </c:pt>
                <c:pt idx="369">
                  <c:v>2024 - Oct</c:v>
                </c:pt>
                <c:pt idx="370">
                  <c:v>2024 - Nov</c:v>
                </c:pt>
                <c:pt idx="371">
                  <c:v>2024 - Dec</c:v>
                </c:pt>
                <c:pt idx="372">
                  <c:v>2025 - Jan</c:v>
                </c:pt>
                <c:pt idx="373">
                  <c:v>2025 - Feb</c:v>
                </c:pt>
                <c:pt idx="374">
                  <c:v>2025 - Mar</c:v>
                </c:pt>
                <c:pt idx="375">
                  <c:v>2025 - Apr</c:v>
                </c:pt>
                <c:pt idx="376">
                  <c:v>2025 - May</c:v>
                </c:pt>
                <c:pt idx="377">
                  <c:v>2025 - Jun</c:v>
                </c:pt>
                <c:pt idx="378">
                  <c:v>2025 - Jul</c:v>
                </c:pt>
                <c:pt idx="379">
                  <c:v>2025 - Aug</c:v>
                </c:pt>
                <c:pt idx="380">
                  <c:v>2025 - Sep</c:v>
                </c:pt>
                <c:pt idx="381">
                  <c:v>2025 - Oct</c:v>
                </c:pt>
                <c:pt idx="382">
                  <c:v>2025 - Nov</c:v>
                </c:pt>
                <c:pt idx="383">
                  <c:v>2025 - Dec</c:v>
                </c:pt>
                <c:pt idx="384">
                  <c:v>2026 - Jan</c:v>
                </c:pt>
                <c:pt idx="385">
                  <c:v>2026 - Feb</c:v>
                </c:pt>
                <c:pt idx="386">
                  <c:v>2026 - Mar</c:v>
                </c:pt>
                <c:pt idx="387">
                  <c:v>2026 - Apr</c:v>
                </c:pt>
                <c:pt idx="388">
                  <c:v>2026 - May</c:v>
                </c:pt>
                <c:pt idx="389">
                  <c:v>2026 - Jun</c:v>
                </c:pt>
              </c:strCache>
            </c:strRef>
          </c:cat>
          <c:val>
            <c:numRef>
              <c:f>'BOJ policy rate'!$B$2:$B$391</c:f>
              <c:numCache>
                <c:formatCode>General</c:formatCode>
                <c:ptCount val="390"/>
                <c:pt idx="0">
                  <c:v>1.75</c:v>
                </c:pt>
                <c:pt idx="1">
                  <c:v>1.75</c:v>
                </c:pt>
                <c:pt idx="2">
                  <c:v>1.75</c:v>
                </c:pt>
                <c:pt idx="3">
                  <c:v>1.75</c:v>
                </c:pt>
                <c:pt idx="4">
                  <c:v>1.75</c:v>
                </c:pt>
                <c:pt idx="5">
                  <c:v>1.75</c:v>
                </c:pt>
                <c:pt idx="6">
                  <c:v>1.75</c:v>
                </c:pt>
                <c:pt idx="7">
                  <c:v>1.75</c:v>
                </c:pt>
                <c:pt idx="8">
                  <c:v>1.75</c:v>
                </c:pt>
                <c:pt idx="9">
                  <c:v>1.75</c:v>
                </c:pt>
                <c:pt idx="10">
                  <c:v>1.75</c:v>
                </c:pt>
                <c:pt idx="11">
                  <c:v>1.75</c:v>
                </c:pt>
                <c:pt idx="12">
                  <c:v>1.75</c:v>
                </c:pt>
                <c:pt idx="13">
                  <c:v>1.75</c:v>
                </c:pt>
                <c:pt idx="14">
                  <c:v>1.75</c:v>
                </c:pt>
                <c:pt idx="15">
                  <c:v>1</c:v>
                </c:pt>
                <c:pt idx="16">
                  <c:v>1</c:v>
                </c:pt>
                <c:pt idx="17">
                  <c:v>1</c:v>
                </c:pt>
                <c:pt idx="18">
                  <c:v>1</c:v>
                </c:pt>
                <c:pt idx="19">
                  <c:v>1</c:v>
                </c:pt>
                <c:pt idx="20">
                  <c:v>0.5</c:v>
                </c:pt>
                <c:pt idx="21">
                  <c:v>0.5</c:v>
                </c:pt>
                <c:pt idx="22">
                  <c:v>0.5</c:v>
                </c:pt>
                <c:pt idx="23">
                  <c:v>0.5</c:v>
                </c:pt>
                <c:pt idx="24">
                  <c:v>0.5</c:v>
                </c:pt>
                <c:pt idx="25">
                  <c:v>0.5</c:v>
                </c:pt>
                <c:pt idx="26">
                  <c:v>0.5</c:v>
                </c:pt>
                <c:pt idx="27">
                  <c:v>0.5</c:v>
                </c:pt>
                <c:pt idx="28">
                  <c:v>0.5</c:v>
                </c:pt>
                <c:pt idx="29">
                  <c:v>0.5</c:v>
                </c:pt>
                <c:pt idx="30">
                  <c:v>0.5</c:v>
                </c:pt>
                <c:pt idx="31">
                  <c:v>0.5</c:v>
                </c:pt>
                <c:pt idx="32">
                  <c:v>0.5</c:v>
                </c:pt>
                <c:pt idx="33">
                  <c:v>0.5</c:v>
                </c:pt>
                <c:pt idx="34">
                  <c:v>0.5</c:v>
                </c:pt>
                <c:pt idx="35">
                  <c:v>0.5</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0.25</c:v>
                </c:pt>
                <c:pt idx="57">
                  <c:v>0.25</c:v>
                </c:pt>
                <c:pt idx="58">
                  <c:v>0.25</c:v>
                </c:pt>
                <c:pt idx="59">
                  <c:v>0.25</c:v>
                </c:pt>
                <c:pt idx="60">
                  <c:v>0.25</c:v>
                </c:pt>
                <c:pt idx="61">
                  <c:v>0.15</c:v>
                </c:pt>
                <c:pt idx="62">
                  <c:v>0.15</c:v>
                </c:pt>
                <c:pt idx="63">
                  <c:v>0.15</c:v>
                </c:pt>
                <c:pt idx="64">
                  <c:v>0.15</c:v>
                </c:pt>
                <c:pt idx="65">
                  <c:v>0.15</c:v>
                </c:pt>
                <c:pt idx="66">
                  <c:v>0.15</c:v>
                </c:pt>
                <c:pt idx="67">
                  <c:v>0.15</c:v>
                </c:pt>
                <c:pt idx="68">
                  <c:v>0.15</c:v>
                </c:pt>
                <c:pt idx="69">
                  <c:v>0</c:v>
                </c:pt>
                <c:pt idx="70">
                  <c:v>0</c:v>
                </c:pt>
                <c:pt idx="71">
                  <c:v>0</c:v>
                </c:pt>
                <c:pt idx="72">
                  <c:v>0</c:v>
                </c:pt>
                <c:pt idx="73">
                  <c:v>0</c:v>
                </c:pt>
                <c:pt idx="74">
                  <c:v>0</c:v>
                </c:pt>
                <c:pt idx="75">
                  <c:v>0</c:v>
                </c:pt>
                <c:pt idx="76">
                  <c:v>0</c:v>
                </c:pt>
                <c:pt idx="77">
                  <c:v>0</c:v>
                </c:pt>
                <c:pt idx="78">
                  <c:v>0</c:v>
                </c:pt>
                <c:pt idx="79">
                  <c:v>0.25</c:v>
                </c:pt>
                <c:pt idx="80">
                  <c:v>0.25</c:v>
                </c:pt>
                <c:pt idx="81">
                  <c:v>0.25</c:v>
                </c:pt>
                <c:pt idx="82">
                  <c:v>0.25</c:v>
                </c:pt>
                <c:pt idx="83">
                  <c:v>0.25</c:v>
                </c:pt>
                <c:pt idx="84">
                  <c:v>0.25</c:v>
                </c:pt>
                <c:pt idx="85">
                  <c:v>0.15</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0.25</c:v>
                </c:pt>
                <c:pt idx="151">
                  <c:v>0.25</c:v>
                </c:pt>
                <c:pt idx="152">
                  <c:v>0.25</c:v>
                </c:pt>
                <c:pt idx="153">
                  <c:v>0.25</c:v>
                </c:pt>
                <c:pt idx="154">
                  <c:v>0.25</c:v>
                </c:pt>
                <c:pt idx="155">
                  <c:v>0.25</c:v>
                </c:pt>
                <c:pt idx="156">
                  <c:v>0.25</c:v>
                </c:pt>
                <c:pt idx="157">
                  <c:v>0.5</c:v>
                </c:pt>
                <c:pt idx="158">
                  <c:v>0.5</c:v>
                </c:pt>
                <c:pt idx="159">
                  <c:v>0.5</c:v>
                </c:pt>
                <c:pt idx="160">
                  <c:v>0.5</c:v>
                </c:pt>
                <c:pt idx="161">
                  <c:v>0.5</c:v>
                </c:pt>
                <c:pt idx="162">
                  <c:v>0.5</c:v>
                </c:pt>
                <c:pt idx="163">
                  <c:v>0.5</c:v>
                </c:pt>
                <c:pt idx="164">
                  <c:v>0.5</c:v>
                </c:pt>
                <c:pt idx="165">
                  <c:v>0.5</c:v>
                </c:pt>
                <c:pt idx="166">
                  <c:v>0.5</c:v>
                </c:pt>
                <c:pt idx="167">
                  <c:v>0.5</c:v>
                </c:pt>
                <c:pt idx="168">
                  <c:v>0.5</c:v>
                </c:pt>
                <c:pt idx="169">
                  <c:v>0.5</c:v>
                </c:pt>
                <c:pt idx="170">
                  <c:v>0.5</c:v>
                </c:pt>
                <c:pt idx="171">
                  <c:v>0.5</c:v>
                </c:pt>
                <c:pt idx="172">
                  <c:v>0.5</c:v>
                </c:pt>
                <c:pt idx="173">
                  <c:v>0.5</c:v>
                </c:pt>
                <c:pt idx="174">
                  <c:v>0.5</c:v>
                </c:pt>
                <c:pt idx="175">
                  <c:v>0.5</c:v>
                </c:pt>
                <c:pt idx="176">
                  <c:v>0.5</c:v>
                </c:pt>
                <c:pt idx="177">
                  <c:v>0.3</c:v>
                </c:pt>
                <c:pt idx="178">
                  <c:v>0.3</c:v>
                </c:pt>
                <c:pt idx="179">
                  <c:v>0.1</c:v>
                </c:pt>
                <c:pt idx="180">
                  <c:v>0.1</c:v>
                </c:pt>
                <c:pt idx="181">
                  <c:v>0.1</c:v>
                </c:pt>
                <c:pt idx="182">
                  <c:v>0.1</c:v>
                </c:pt>
                <c:pt idx="183">
                  <c:v>0.1</c:v>
                </c:pt>
                <c:pt idx="184">
                  <c:v>0.1</c:v>
                </c:pt>
                <c:pt idx="185">
                  <c:v>0.1</c:v>
                </c:pt>
                <c:pt idx="186">
                  <c:v>0.1</c:v>
                </c:pt>
                <c:pt idx="187">
                  <c:v>0.1</c:v>
                </c:pt>
                <c:pt idx="188">
                  <c:v>0.1</c:v>
                </c:pt>
                <c:pt idx="189">
                  <c:v>0.1</c:v>
                </c:pt>
                <c:pt idx="190">
                  <c:v>0.1</c:v>
                </c:pt>
                <c:pt idx="191">
                  <c:v>0.1</c:v>
                </c:pt>
                <c:pt idx="192">
                  <c:v>0.1</c:v>
                </c:pt>
                <c:pt idx="193">
                  <c:v>0.1</c:v>
                </c:pt>
                <c:pt idx="194">
                  <c:v>0.1</c:v>
                </c:pt>
                <c:pt idx="195">
                  <c:v>0.1</c:v>
                </c:pt>
                <c:pt idx="196">
                  <c:v>0.1</c:v>
                </c:pt>
                <c:pt idx="197">
                  <c:v>0.1</c:v>
                </c:pt>
                <c:pt idx="198">
                  <c:v>0.1</c:v>
                </c:pt>
                <c:pt idx="199">
                  <c:v>0.1</c:v>
                </c:pt>
                <c:pt idx="200">
                  <c:v>0.1</c:v>
                </c:pt>
                <c:pt idx="201">
                  <c:v>0.05</c:v>
                </c:pt>
                <c:pt idx="202">
                  <c:v>0.05</c:v>
                </c:pt>
                <c:pt idx="203">
                  <c:v>0.05</c:v>
                </c:pt>
                <c:pt idx="204">
                  <c:v>0.05</c:v>
                </c:pt>
                <c:pt idx="205">
                  <c:v>0.05</c:v>
                </c:pt>
                <c:pt idx="206">
                  <c:v>0.05</c:v>
                </c:pt>
                <c:pt idx="207">
                  <c:v>0.05</c:v>
                </c:pt>
                <c:pt idx="208">
                  <c:v>0.05</c:v>
                </c:pt>
                <c:pt idx="209">
                  <c:v>0.05</c:v>
                </c:pt>
                <c:pt idx="210">
                  <c:v>0.05</c:v>
                </c:pt>
                <c:pt idx="211">
                  <c:v>0.05</c:v>
                </c:pt>
                <c:pt idx="212">
                  <c:v>0.05</c:v>
                </c:pt>
                <c:pt idx="213">
                  <c:v>0.05</c:v>
                </c:pt>
                <c:pt idx="214">
                  <c:v>0.05</c:v>
                </c:pt>
                <c:pt idx="215">
                  <c:v>0.05</c:v>
                </c:pt>
                <c:pt idx="216">
                  <c:v>0.05</c:v>
                </c:pt>
                <c:pt idx="217">
                  <c:v>0.05</c:v>
                </c:pt>
                <c:pt idx="218">
                  <c:v>0.05</c:v>
                </c:pt>
                <c:pt idx="219">
                  <c:v>0.05</c:v>
                </c:pt>
                <c:pt idx="220">
                  <c:v>0.05</c:v>
                </c:pt>
                <c:pt idx="221">
                  <c:v>0.05</c:v>
                </c:pt>
                <c:pt idx="222">
                  <c:v>0.05</c:v>
                </c:pt>
                <c:pt idx="223">
                  <c:v>0.05</c:v>
                </c:pt>
                <c:pt idx="224">
                  <c:v>0.05</c:v>
                </c:pt>
                <c:pt idx="225">
                  <c:v>0.05</c:v>
                </c:pt>
                <c:pt idx="226">
                  <c:v>0.05</c:v>
                </c:pt>
                <c:pt idx="227">
                  <c:v>0.05</c:v>
                </c:pt>
                <c:pt idx="228">
                  <c:v>0.05</c:v>
                </c:pt>
                <c:pt idx="229">
                  <c:v>0.05</c:v>
                </c:pt>
                <c:pt idx="230">
                  <c:v>0.05</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-0.1</c:v>
                </c:pt>
                <c:pt idx="266">
                  <c:v>-0.1</c:v>
                </c:pt>
                <c:pt idx="267">
                  <c:v>-0.1</c:v>
                </c:pt>
                <c:pt idx="268">
                  <c:v>-0.1</c:v>
                </c:pt>
                <c:pt idx="269">
                  <c:v>-0.1</c:v>
                </c:pt>
                <c:pt idx="270">
                  <c:v>-0.1</c:v>
                </c:pt>
                <c:pt idx="271">
                  <c:v>-0.1</c:v>
                </c:pt>
                <c:pt idx="272">
                  <c:v>-0.1</c:v>
                </c:pt>
                <c:pt idx="273">
                  <c:v>-0.1</c:v>
                </c:pt>
                <c:pt idx="274">
                  <c:v>-0.1</c:v>
                </c:pt>
                <c:pt idx="275">
                  <c:v>-0.1</c:v>
                </c:pt>
                <c:pt idx="276">
                  <c:v>-0.1</c:v>
                </c:pt>
                <c:pt idx="277">
                  <c:v>-0.1</c:v>
                </c:pt>
                <c:pt idx="278">
                  <c:v>-0.1</c:v>
                </c:pt>
                <c:pt idx="279">
                  <c:v>-0.1</c:v>
                </c:pt>
                <c:pt idx="280">
                  <c:v>-0.1</c:v>
                </c:pt>
                <c:pt idx="281">
                  <c:v>-0.1</c:v>
                </c:pt>
                <c:pt idx="282">
                  <c:v>-0.1</c:v>
                </c:pt>
                <c:pt idx="283">
                  <c:v>-0.1</c:v>
                </c:pt>
                <c:pt idx="284">
                  <c:v>-0.1</c:v>
                </c:pt>
                <c:pt idx="285">
                  <c:v>-0.1</c:v>
                </c:pt>
                <c:pt idx="286">
                  <c:v>-0.1</c:v>
                </c:pt>
                <c:pt idx="287">
                  <c:v>-0.1</c:v>
                </c:pt>
                <c:pt idx="288">
                  <c:v>-0.1</c:v>
                </c:pt>
                <c:pt idx="289">
                  <c:v>-0.1</c:v>
                </c:pt>
                <c:pt idx="290">
                  <c:v>-0.1</c:v>
                </c:pt>
                <c:pt idx="291">
                  <c:v>-0.1</c:v>
                </c:pt>
                <c:pt idx="292">
                  <c:v>-0.1</c:v>
                </c:pt>
                <c:pt idx="293">
                  <c:v>-0.1</c:v>
                </c:pt>
                <c:pt idx="294">
                  <c:v>-0.1</c:v>
                </c:pt>
                <c:pt idx="295">
                  <c:v>-0.1</c:v>
                </c:pt>
                <c:pt idx="296">
                  <c:v>-0.1</c:v>
                </c:pt>
                <c:pt idx="297">
                  <c:v>-0.1</c:v>
                </c:pt>
                <c:pt idx="298">
                  <c:v>-0.1</c:v>
                </c:pt>
                <c:pt idx="299">
                  <c:v>-0.1</c:v>
                </c:pt>
                <c:pt idx="300">
                  <c:v>-0.1</c:v>
                </c:pt>
                <c:pt idx="301">
                  <c:v>-0.1</c:v>
                </c:pt>
                <c:pt idx="302">
                  <c:v>-0.1</c:v>
                </c:pt>
                <c:pt idx="303">
                  <c:v>-0.1</c:v>
                </c:pt>
                <c:pt idx="304">
                  <c:v>-0.1</c:v>
                </c:pt>
                <c:pt idx="305">
                  <c:v>-0.1</c:v>
                </c:pt>
                <c:pt idx="306">
                  <c:v>-0.1</c:v>
                </c:pt>
                <c:pt idx="307">
                  <c:v>-0.1</c:v>
                </c:pt>
                <c:pt idx="308">
                  <c:v>-0.1</c:v>
                </c:pt>
                <c:pt idx="309">
                  <c:v>-0.1</c:v>
                </c:pt>
                <c:pt idx="310">
                  <c:v>-0.1</c:v>
                </c:pt>
                <c:pt idx="311">
                  <c:v>-0.1</c:v>
                </c:pt>
                <c:pt idx="312">
                  <c:v>-0.1</c:v>
                </c:pt>
                <c:pt idx="313">
                  <c:v>-0.1</c:v>
                </c:pt>
                <c:pt idx="314">
                  <c:v>-0.1</c:v>
                </c:pt>
                <c:pt idx="315">
                  <c:v>-0.1</c:v>
                </c:pt>
                <c:pt idx="316">
                  <c:v>-0.1</c:v>
                </c:pt>
                <c:pt idx="317">
                  <c:v>-0.1</c:v>
                </c:pt>
                <c:pt idx="318">
                  <c:v>-0.1</c:v>
                </c:pt>
                <c:pt idx="319">
                  <c:v>-0.1</c:v>
                </c:pt>
                <c:pt idx="320">
                  <c:v>-0.1</c:v>
                </c:pt>
                <c:pt idx="321">
                  <c:v>-0.1</c:v>
                </c:pt>
                <c:pt idx="322">
                  <c:v>-0.1</c:v>
                </c:pt>
                <c:pt idx="323">
                  <c:v>-0.1</c:v>
                </c:pt>
                <c:pt idx="324">
                  <c:v>-0.1</c:v>
                </c:pt>
                <c:pt idx="325">
                  <c:v>-0.1</c:v>
                </c:pt>
                <c:pt idx="326">
                  <c:v>-0.1</c:v>
                </c:pt>
                <c:pt idx="327">
                  <c:v>-0.1</c:v>
                </c:pt>
                <c:pt idx="328">
                  <c:v>-0.1</c:v>
                </c:pt>
                <c:pt idx="329">
                  <c:v>-0.1</c:v>
                </c:pt>
                <c:pt idx="330">
                  <c:v>-0.1</c:v>
                </c:pt>
                <c:pt idx="331">
                  <c:v>-0.1</c:v>
                </c:pt>
                <c:pt idx="332">
                  <c:v>-0.1</c:v>
                </c:pt>
                <c:pt idx="333">
                  <c:v>-0.1</c:v>
                </c:pt>
                <c:pt idx="334">
                  <c:v>-0.1</c:v>
                </c:pt>
                <c:pt idx="335">
                  <c:v>-0.1</c:v>
                </c:pt>
                <c:pt idx="336">
                  <c:v>-0.1</c:v>
                </c:pt>
                <c:pt idx="337">
                  <c:v>-0.1</c:v>
                </c:pt>
                <c:pt idx="338">
                  <c:v>-0.1</c:v>
                </c:pt>
                <c:pt idx="339">
                  <c:v>-0.1</c:v>
                </c:pt>
                <c:pt idx="340">
                  <c:v>-0.1</c:v>
                </c:pt>
                <c:pt idx="341">
                  <c:v>-0.1</c:v>
                </c:pt>
                <c:pt idx="342">
                  <c:v>-0.1</c:v>
                </c:pt>
                <c:pt idx="343">
                  <c:v>-0.1</c:v>
                </c:pt>
                <c:pt idx="344">
                  <c:v>-0.1</c:v>
                </c:pt>
                <c:pt idx="345">
                  <c:v>-0.1</c:v>
                </c:pt>
                <c:pt idx="346">
                  <c:v>-0.1</c:v>
                </c:pt>
                <c:pt idx="347">
                  <c:v>-0.1</c:v>
                </c:pt>
                <c:pt idx="348">
                  <c:v>-0.1</c:v>
                </c:pt>
                <c:pt idx="349">
                  <c:v>-0.1</c:v>
                </c:pt>
                <c:pt idx="350">
                  <c:v>-0.1</c:v>
                </c:pt>
                <c:pt idx="351">
                  <c:v>-0.1</c:v>
                </c:pt>
                <c:pt idx="352">
                  <c:v>-0.1</c:v>
                </c:pt>
                <c:pt idx="353">
                  <c:v>-0.1</c:v>
                </c:pt>
                <c:pt idx="354">
                  <c:v>-0.1</c:v>
                </c:pt>
                <c:pt idx="355">
                  <c:v>-0.1</c:v>
                </c:pt>
                <c:pt idx="356">
                  <c:v>-0.1</c:v>
                </c:pt>
                <c:pt idx="357">
                  <c:v>-0.1</c:v>
                </c:pt>
                <c:pt idx="358">
                  <c:v>-0.1</c:v>
                </c:pt>
                <c:pt idx="359">
                  <c:v>-0.1</c:v>
                </c:pt>
                <c:pt idx="360">
                  <c:v>-0.1</c:v>
                </c:pt>
                <c:pt idx="361">
                  <c:v>-0.1</c:v>
                </c:pt>
                <c:pt idx="362">
                  <c:v>0.05</c:v>
                </c:pt>
                <c:pt idx="363">
                  <c:v>0.05</c:v>
                </c:pt>
                <c:pt idx="364">
                  <c:v>0.05</c:v>
                </c:pt>
                <c:pt idx="365">
                  <c:v>0.05</c:v>
                </c:pt>
                <c:pt idx="366">
                  <c:v>0.05</c:v>
                </c:pt>
                <c:pt idx="367">
                  <c:v>0.25</c:v>
                </c:pt>
                <c:pt idx="368">
                  <c:v>0.25</c:v>
                </c:pt>
                <c:pt idx="369">
                  <c:v>0.25</c:v>
                </c:pt>
                <c:pt idx="370">
                  <c:v>0.25</c:v>
                </c:pt>
                <c:pt idx="371">
                  <c:v>0.25</c:v>
                </c:pt>
                <c:pt idx="372">
                  <c:v>0.5</c:v>
                </c:pt>
                <c:pt idx="373">
                  <c:v>0.5</c:v>
                </c:pt>
                <c:pt idx="374">
                  <c:v>0.5</c:v>
                </c:pt>
                <c:pt idx="375">
                  <c:v>0.5</c:v>
                </c:pt>
                <c:pt idx="376">
                  <c:v>0.5</c:v>
                </c:pt>
                <c:pt idx="377">
                  <c:v>0.5</c:v>
                </c:pt>
                <c:pt idx="378">
                  <c:v>0.5</c:v>
                </c:pt>
                <c:pt idx="379">
                  <c:v>0.5</c:v>
                </c:pt>
                <c:pt idx="380">
                  <c:v>0.5</c:v>
                </c:pt>
                <c:pt idx="381">
                  <c:v>0.5</c:v>
                </c:pt>
                <c:pt idx="382">
                  <c:v>0.5</c:v>
                </c:pt>
                <c:pt idx="383">
                  <c:v>0.75</c:v>
                </c:pt>
                <c:pt idx="384">
                  <c:v>0.75</c:v>
                </c:pt>
                <c:pt idx="385">
                  <c:v>0.75</c:v>
                </c:pt>
                <c:pt idx="386">
                  <c:v>0.75</c:v>
                </c:pt>
                <c:pt idx="387">
                  <c:v>0.75</c:v>
                </c:pt>
                <c:pt idx="388">
                  <c:v>0.75</c:v>
                </c:pt>
                <c:pt idx="389">
                  <c:v>1</c:v>
                </c:pt>
              </c:numCache>
            </c:numRef>
          </c:val>
          <c:smooth val="0"/>
          <c:extLst>
            <c:ext xmlns:c16="http://schemas.microsoft.com/office/drawing/2014/chart" uri="{C3380CC4-5D6E-409C-BE32-E72D297353CC}">
              <c16:uniqueId val="{00000001-140A-430B-802A-009445DF5C2A}"/>
            </c:ext>
          </c:extLst>
        </c:ser>
        <c:dLbls>
          <c:showLegendKey val="0"/>
          <c:showVal val="0"/>
          <c:showCatName val="0"/>
          <c:showSerName val="0"/>
          <c:showPercent val="0"/>
          <c:showBubbleSize val="0"/>
        </c:dLbls>
        <c:smooth val="0"/>
        <c:axId val="-266031584"/>
        <c:axId val="-266031040"/>
      </c:lineChart>
      <c:cat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Algn val="ctr"/>
        <c:lblOffset val="100"/>
        <c:noMultiLvlLbl val="0"/>
      </c:catAx>
      <c:valAx>
        <c:axId val="-266031040"/>
        <c:scaling>
          <c:orientation val="minMax"/>
        </c:scaling>
        <c:delete val="0"/>
        <c:axPos val="l"/>
        <c:numFmt formatCode="#,##0.0_);[Red]\(#,##0.0\)" sourceLinked="0"/>
        <c:majorTickMark val="out"/>
        <c:minorTickMark val="none"/>
        <c:tickLblPos val="nextTo"/>
        <c:spPr>
          <a:noFill/>
          <a:ln>
            <a:noFill/>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05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'日本CPI 核心CPI'!$I$1</c:f>
              <c:strCache>
                <c:ptCount val="1"/>
                <c:pt idx="0">
                  <c:v>日本CPI:当月同比</c:v>
                </c:pt>
              </c:strCache>
            </c:strRef>
          </c:tx>
          <c:spPr>
            <a:ln w="25400" cap="rnd" cmpd="sng">
              <a:solidFill>
                <a:srgbClr val="4BACC6">
                  <a:lumMod val="75000"/>
                </a:srgbClr>
              </a:solidFill>
              <a:prstDash val="solid"/>
              <a:round/>
            </a:ln>
            <a:effectLst/>
          </c:spPr>
          <c:marker>
            <c:symbol val="none"/>
          </c:marker>
          <c:cat>
            <c:numRef>
              <c:f>'日本CPI 核心CPI'!$H$2:$H$65</c:f>
              <c:numCache>
                <c:formatCode>yyyy\-mm</c:formatCode>
                <c:ptCount val="64"/>
                <c:pt idx="0">
                  <c:v>46142</c:v>
                </c:pt>
                <c:pt idx="1">
                  <c:v>46112</c:v>
                </c:pt>
                <c:pt idx="2">
                  <c:v>46081</c:v>
                </c:pt>
                <c:pt idx="3">
                  <c:v>46053</c:v>
                </c:pt>
                <c:pt idx="4">
                  <c:v>46022</c:v>
                </c:pt>
                <c:pt idx="5">
                  <c:v>45991</c:v>
                </c:pt>
                <c:pt idx="6">
                  <c:v>45961</c:v>
                </c:pt>
                <c:pt idx="7">
                  <c:v>45930</c:v>
                </c:pt>
                <c:pt idx="8">
                  <c:v>45900</c:v>
                </c:pt>
                <c:pt idx="9">
                  <c:v>45869</c:v>
                </c:pt>
                <c:pt idx="10">
                  <c:v>45838</c:v>
                </c:pt>
                <c:pt idx="11">
                  <c:v>45808</c:v>
                </c:pt>
                <c:pt idx="12">
                  <c:v>45777</c:v>
                </c:pt>
                <c:pt idx="13">
                  <c:v>45747</c:v>
                </c:pt>
                <c:pt idx="14">
                  <c:v>45716</c:v>
                </c:pt>
                <c:pt idx="15">
                  <c:v>45688</c:v>
                </c:pt>
                <c:pt idx="16">
                  <c:v>45657</c:v>
                </c:pt>
                <c:pt idx="17">
                  <c:v>45626</c:v>
                </c:pt>
                <c:pt idx="18">
                  <c:v>45596</c:v>
                </c:pt>
                <c:pt idx="19">
                  <c:v>45565</c:v>
                </c:pt>
                <c:pt idx="20">
                  <c:v>45535</c:v>
                </c:pt>
                <c:pt idx="21">
                  <c:v>45504</c:v>
                </c:pt>
                <c:pt idx="22">
                  <c:v>45473</c:v>
                </c:pt>
                <c:pt idx="23">
                  <c:v>45443</c:v>
                </c:pt>
                <c:pt idx="24">
                  <c:v>45412</c:v>
                </c:pt>
                <c:pt idx="25">
                  <c:v>45382</c:v>
                </c:pt>
                <c:pt idx="26">
                  <c:v>45351</c:v>
                </c:pt>
                <c:pt idx="27">
                  <c:v>45322</c:v>
                </c:pt>
                <c:pt idx="28">
                  <c:v>45291</c:v>
                </c:pt>
                <c:pt idx="29">
                  <c:v>45260</c:v>
                </c:pt>
                <c:pt idx="30">
                  <c:v>45230</c:v>
                </c:pt>
                <c:pt idx="31">
                  <c:v>45199</c:v>
                </c:pt>
                <c:pt idx="32">
                  <c:v>45169</c:v>
                </c:pt>
                <c:pt idx="33">
                  <c:v>45138</c:v>
                </c:pt>
                <c:pt idx="34">
                  <c:v>45107</c:v>
                </c:pt>
                <c:pt idx="35">
                  <c:v>45077</c:v>
                </c:pt>
                <c:pt idx="36">
                  <c:v>45046</c:v>
                </c:pt>
                <c:pt idx="37">
                  <c:v>45016</c:v>
                </c:pt>
                <c:pt idx="38">
                  <c:v>44985</c:v>
                </c:pt>
                <c:pt idx="39">
                  <c:v>44957</c:v>
                </c:pt>
                <c:pt idx="40">
                  <c:v>44926</c:v>
                </c:pt>
                <c:pt idx="41">
                  <c:v>44895</c:v>
                </c:pt>
                <c:pt idx="42">
                  <c:v>44865</c:v>
                </c:pt>
                <c:pt idx="43">
                  <c:v>44834</c:v>
                </c:pt>
                <c:pt idx="44">
                  <c:v>44804</c:v>
                </c:pt>
                <c:pt idx="45">
                  <c:v>44773</c:v>
                </c:pt>
                <c:pt idx="46">
                  <c:v>44742</c:v>
                </c:pt>
                <c:pt idx="47">
                  <c:v>44712</c:v>
                </c:pt>
                <c:pt idx="48">
                  <c:v>44681</c:v>
                </c:pt>
                <c:pt idx="49">
                  <c:v>44651</c:v>
                </c:pt>
                <c:pt idx="50">
                  <c:v>44620</c:v>
                </c:pt>
                <c:pt idx="51">
                  <c:v>44592</c:v>
                </c:pt>
                <c:pt idx="52">
                  <c:v>44561</c:v>
                </c:pt>
                <c:pt idx="53">
                  <c:v>44530</c:v>
                </c:pt>
                <c:pt idx="54">
                  <c:v>44500</c:v>
                </c:pt>
                <c:pt idx="55">
                  <c:v>44469</c:v>
                </c:pt>
                <c:pt idx="56">
                  <c:v>44439</c:v>
                </c:pt>
                <c:pt idx="57">
                  <c:v>44408</c:v>
                </c:pt>
                <c:pt idx="58">
                  <c:v>44377</c:v>
                </c:pt>
                <c:pt idx="59">
                  <c:v>44347</c:v>
                </c:pt>
                <c:pt idx="60">
                  <c:v>44316</c:v>
                </c:pt>
                <c:pt idx="61">
                  <c:v>44286</c:v>
                </c:pt>
                <c:pt idx="62">
                  <c:v>44255</c:v>
                </c:pt>
                <c:pt idx="63">
                  <c:v>44227</c:v>
                </c:pt>
              </c:numCache>
            </c:numRef>
          </c:cat>
          <c:val>
            <c:numRef>
              <c:f>'日本CPI 核心CPI'!$I$2:$I$65</c:f>
              <c:numCache>
                <c:formatCode>#,##0.00_ </c:formatCode>
                <c:ptCount val="64"/>
                <c:pt idx="0">
                  <c:v>1.4</c:v>
                </c:pt>
                <c:pt idx="1">
                  <c:v>1.5</c:v>
                </c:pt>
                <c:pt idx="2">
                  <c:v>1.3</c:v>
                </c:pt>
                <c:pt idx="3">
                  <c:v>1.5</c:v>
                </c:pt>
                <c:pt idx="4">
                  <c:v>2.1</c:v>
                </c:pt>
                <c:pt idx="5">
                  <c:v>2.9</c:v>
                </c:pt>
                <c:pt idx="6">
                  <c:v>3</c:v>
                </c:pt>
                <c:pt idx="7">
                  <c:v>2.9</c:v>
                </c:pt>
                <c:pt idx="8">
                  <c:v>2.7</c:v>
                </c:pt>
                <c:pt idx="9">
                  <c:v>3.1</c:v>
                </c:pt>
                <c:pt idx="10">
                  <c:v>3.3</c:v>
                </c:pt>
                <c:pt idx="11">
                  <c:v>3.5</c:v>
                </c:pt>
                <c:pt idx="12">
                  <c:v>3.6</c:v>
                </c:pt>
                <c:pt idx="13">
                  <c:v>3.6</c:v>
                </c:pt>
                <c:pt idx="14">
                  <c:v>3.7</c:v>
                </c:pt>
                <c:pt idx="15">
                  <c:v>4</c:v>
                </c:pt>
                <c:pt idx="16">
                  <c:v>3.6</c:v>
                </c:pt>
                <c:pt idx="17">
                  <c:v>2.9</c:v>
                </c:pt>
                <c:pt idx="18">
                  <c:v>2.2999999999999998</c:v>
                </c:pt>
                <c:pt idx="19">
                  <c:v>2.5</c:v>
                </c:pt>
                <c:pt idx="20">
                  <c:v>3</c:v>
                </c:pt>
                <c:pt idx="21">
                  <c:v>2.8</c:v>
                </c:pt>
                <c:pt idx="22">
                  <c:v>2.8</c:v>
                </c:pt>
                <c:pt idx="23">
                  <c:v>2.8</c:v>
                </c:pt>
                <c:pt idx="24">
                  <c:v>2.5</c:v>
                </c:pt>
                <c:pt idx="25">
                  <c:v>2.7</c:v>
                </c:pt>
                <c:pt idx="26">
                  <c:v>2.8</c:v>
                </c:pt>
                <c:pt idx="27">
                  <c:v>2.2000000000000002</c:v>
                </c:pt>
                <c:pt idx="28">
                  <c:v>2.6</c:v>
                </c:pt>
                <c:pt idx="29">
                  <c:v>2.8</c:v>
                </c:pt>
                <c:pt idx="30">
                  <c:v>3.3</c:v>
                </c:pt>
                <c:pt idx="31">
                  <c:v>3</c:v>
                </c:pt>
                <c:pt idx="32">
                  <c:v>3.2</c:v>
                </c:pt>
                <c:pt idx="33">
                  <c:v>3.3</c:v>
                </c:pt>
                <c:pt idx="34">
                  <c:v>3.3</c:v>
                </c:pt>
                <c:pt idx="35">
                  <c:v>3.2</c:v>
                </c:pt>
                <c:pt idx="36">
                  <c:v>3.5</c:v>
                </c:pt>
                <c:pt idx="37">
                  <c:v>3.2</c:v>
                </c:pt>
                <c:pt idx="38">
                  <c:v>3.3</c:v>
                </c:pt>
                <c:pt idx="39">
                  <c:v>4.3</c:v>
                </c:pt>
                <c:pt idx="40">
                  <c:v>4</c:v>
                </c:pt>
                <c:pt idx="41">
                  <c:v>3.8</c:v>
                </c:pt>
                <c:pt idx="42">
                  <c:v>3.7</c:v>
                </c:pt>
                <c:pt idx="43">
                  <c:v>3</c:v>
                </c:pt>
                <c:pt idx="44">
                  <c:v>3</c:v>
                </c:pt>
                <c:pt idx="45">
                  <c:v>2.6</c:v>
                </c:pt>
                <c:pt idx="46">
                  <c:v>2.4</c:v>
                </c:pt>
                <c:pt idx="47">
                  <c:v>2.5</c:v>
                </c:pt>
                <c:pt idx="48">
                  <c:v>2.5</c:v>
                </c:pt>
                <c:pt idx="49">
                  <c:v>1.2</c:v>
                </c:pt>
                <c:pt idx="50">
                  <c:v>0.9</c:v>
                </c:pt>
                <c:pt idx="51">
                  <c:v>0.5</c:v>
                </c:pt>
                <c:pt idx="52">
                  <c:v>0.8</c:v>
                </c:pt>
                <c:pt idx="53">
                  <c:v>0.6</c:v>
                </c:pt>
                <c:pt idx="54">
                  <c:v>0.1</c:v>
                </c:pt>
                <c:pt idx="55">
                  <c:v>0.2</c:v>
                </c:pt>
                <c:pt idx="56">
                  <c:v>-0.4</c:v>
                </c:pt>
                <c:pt idx="57">
                  <c:v>-0.3</c:v>
                </c:pt>
                <c:pt idx="58">
                  <c:v>-0.5</c:v>
                </c:pt>
                <c:pt idx="59">
                  <c:v>-0.8</c:v>
                </c:pt>
                <c:pt idx="60">
                  <c:v>-1.1000000000000001</c:v>
                </c:pt>
                <c:pt idx="61">
                  <c:v>-0.4</c:v>
                </c:pt>
                <c:pt idx="62">
                  <c:v>-0.5</c:v>
                </c:pt>
                <c:pt idx="63">
                  <c:v>-0.7</c:v>
                </c:pt>
              </c:numCache>
            </c:numRef>
          </c:val>
          <c:smooth val="0"/>
          <c:extLst>
            <c:ext xmlns:c16="http://schemas.microsoft.com/office/drawing/2014/chart" uri="{C3380CC4-5D6E-409C-BE32-E72D297353CC}">
              <c16:uniqueId val="{00000000-3646-423B-9D39-23A5B4D26C89}"/>
            </c:ext>
          </c:extLst>
        </c:ser>
        <c:ser>
          <c:idx val="1"/>
          <c:order val="1"/>
          <c:tx>
            <c:strRef>
              <c:f>'日本CPI 核心CPI'!$J$1</c:f>
              <c:strCache>
                <c:ptCount val="1"/>
                <c:pt idx="0">
                  <c:v>日本Core CPI:当月同比</c:v>
                </c:pt>
              </c:strCache>
            </c:strRef>
          </c:tx>
          <c:spPr>
            <a:ln w="25400" cap="rnd">
              <a:solidFill>
                <a:srgbClr val="2E3160"/>
              </a:solidFill>
              <a:round/>
            </a:ln>
            <a:effectLst/>
          </c:spPr>
          <c:marker>
            <c:symbol val="none"/>
          </c:marker>
          <c:cat>
            <c:numRef>
              <c:f>'日本CPI 核心CPI'!$H$2:$H$65</c:f>
              <c:numCache>
                <c:formatCode>yyyy\-mm</c:formatCode>
                <c:ptCount val="64"/>
                <c:pt idx="0">
                  <c:v>46142</c:v>
                </c:pt>
                <c:pt idx="1">
                  <c:v>46112</c:v>
                </c:pt>
                <c:pt idx="2">
                  <c:v>46081</c:v>
                </c:pt>
                <c:pt idx="3">
                  <c:v>46053</c:v>
                </c:pt>
                <c:pt idx="4">
                  <c:v>46022</c:v>
                </c:pt>
                <c:pt idx="5">
                  <c:v>45991</c:v>
                </c:pt>
                <c:pt idx="6">
                  <c:v>45961</c:v>
                </c:pt>
                <c:pt idx="7">
                  <c:v>45930</c:v>
                </c:pt>
                <c:pt idx="8">
                  <c:v>45900</c:v>
                </c:pt>
                <c:pt idx="9">
                  <c:v>45869</c:v>
                </c:pt>
                <c:pt idx="10">
                  <c:v>45838</c:v>
                </c:pt>
                <c:pt idx="11">
                  <c:v>45808</c:v>
                </c:pt>
                <c:pt idx="12">
                  <c:v>45777</c:v>
                </c:pt>
                <c:pt idx="13">
                  <c:v>45747</c:v>
                </c:pt>
                <c:pt idx="14">
                  <c:v>45716</c:v>
                </c:pt>
                <c:pt idx="15">
                  <c:v>45688</c:v>
                </c:pt>
                <c:pt idx="16">
                  <c:v>45657</c:v>
                </c:pt>
                <c:pt idx="17">
                  <c:v>45626</c:v>
                </c:pt>
                <c:pt idx="18">
                  <c:v>45596</c:v>
                </c:pt>
                <c:pt idx="19">
                  <c:v>45565</c:v>
                </c:pt>
                <c:pt idx="20">
                  <c:v>45535</c:v>
                </c:pt>
                <c:pt idx="21">
                  <c:v>45504</c:v>
                </c:pt>
                <c:pt idx="22">
                  <c:v>45473</c:v>
                </c:pt>
                <c:pt idx="23">
                  <c:v>45443</c:v>
                </c:pt>
                <c:pt idx="24">
                  <c:v>45412</c:v>
                </c:pt>
                <c:pt idx="25">
                  <c:v>45382</c:v>
                </c:pt>
                <c:pt idx="26">
                  <c:v>45351</c:v>
                </c:pt>
                <c:pt idx="27">
                  <c:v>45322</c:v>
                </c:pt>
                <c:pt idx="28">
                  <c:v>45291</c:v>
                </c:pt>
                <c:pt idx="29">
                  <c:v>45260</c:v>
                </c:pt>
                <c:pt idx="30">
                  <c:v>45230</c:v>
                </c:pt>
                <c:pt idx="31">
                  <c:v>45199</c:v>
                </c:pt>
                <c:pt idx="32">
                  <c:v>45169</c:v>
                </c:pt>
                <c:pt idx="33">
                  <c:v>45138</c:v>
                </c:pt>
                <c:pt idx="34">
                  <c:v>45107</c:v>
                </c:pt>
                <c:pt idx="35">
                  <c:v>45077</c:v>
                </c:pt>
                <c:pt idx="36">
                  <c:v>45046</c:v>
                </c:pt>
                <c:pt idx="37">
                  <c:v>45016</c:v>
                </c:pt>
                <c:pt idx="38">
                  <c:v>44985</c:v>
                </c:pt>
                <c:pt idx="39">
                  <c:v>44957</c:v>
                </c:pt>
                <c:pt idx="40">
                  <c:v>44926</c:v>
                </c:pt>
                <c:pt idx="41">
                  <c:v>44895</c:v>
                </c:pt>
                <c:pt idx="42">
                  <c:v>44865</c:v>
                </c:pt>
                <c:pt idx="43">
                  <c:v>44834</c:v>
                </c:pt>
                <c:pt idx="44">
                  <c:v>44804</c:v>
                </c:pt>
                <c:pt idx="45">
                  <c:v>44773</c:v>
                </c:pt>
                <c:pt idx="46">
                  <c:v>44742</c:v>
                </c:pt>
                <c:pt idx="47">
                  <c:v>44712</c:v>
                </c:pt>
                <c:pt idx="48">
                  <c:v>44681</c:v>
                </c:pt>
                <c:pt idx="49">
                  <c:v>44651</c:v>
                </c:pt>
                <c:pt idx="50">
                  <c:v>44620</c:v>
                </c:pt>
                <c:pt idx="51">
                  <c:v>44592</c:v>
                </c:pt>
                <c:pt idx="52">
                  <c:v>44561</c:v>
                </c:pt>
                <c:pt idx="53">
                  <c:v>44530</c:v>
                </c:pt>
                <c:pt idx="54">
                  <c:v>44500</c:v>
                </c:pt>
                <c:pt idx="55">
                  <c:v>44469</c:v>
                </c:pt>
                <c:pt idx="56">
                  <c:v>44439</c:v>
                </c:pt>
                <c:pt idx="57">
                  <c:v>44408</c:v>
                </c:pt>
                <c:pt idx="58">
                  <c:v>44377</c:v>
                </c:pt>
                <c:pt idx="59">
                  <c:v>44347</c:v>
                </c:pt>
                <c:pt idx="60">
                  <c:v>44316</c:v>
                </c:pt>
                <c:pt idx="61">
                  <c:v>44286</c:v>
                </c:pt>
                <c:pt idx="62">
                  <c:v>44255</c:v>
                </c:pt>
                <c:pt idx="63">
                  <c:v>44227</c:v>
                </c:pt>
              </c:numCache>
            </c:numRef>
          </c:cat>
          <c:val>
            <c:numRef>
              <c:f>'日本CPI 核心CPI'!$J$2:$J$65</c:f>
              <c:numCache>
                <c:formatCode>#,##0.00_ </c:formatCode>
                <c:ptCount val="64"/>
                <c:pt idx="0">
                  <c:v>1.4</c:v>
                </c:pt>
                <c:pt idx="1">
                  <c:v>1.8</c:v>
                </c:pt>
                <c:pt idx="2">
                  <c:v>1.6</c:v>
                </c:pt>
                <c:pt idx="3">
                  <c:v>2</c:v>
                </c:pt>
                <c:pt idx="4">
                  <c:v>2.4</c:v>
                </c:pt>
                <c:pt idx="5">
                  <c:v>3</c:v>
                </c:pt>
                <c:pt idx="6">
                  <c:v>3</c:v>
                </c:pt>
                <c:pt idx="7">
                  <c:v>2.9</c:v>
                </c:pt>
                <c:pt idx="8">
                  <c:v>2.7</c:v>
                </c:pt>
                <c:pt idx="9">
                  <c:v>3.1</c:v>
                </c:pt>
                <c:pt idx="10">
                  <c:v>3.3</c:v>
                </c:pt>
                <c:pt idx="11">
                  <c:v>3.7</c:v>
                </c:pt>
                <c:pt idx="12">
                  <c:v>3.5</c:v>
                </c:pt>
                <c:pt idx="13">
                  <c:v>3.2</c:v>
                </c:pt>
                <c:pt idx="14">
                  <c:v>3</c:v>
                </c:pt>
                <c:pt idx="15">
                  <c:v>3.2</c:v>
                </c:pt>
                <c:pt idx="16">
                  <c:v>3</c:v>
                </c:pt>
                <c:pt idx="17">
                  <c:v>2.7</c:v>
                </c:pt>
                <c:pt idx="18">
                  <c:v>2.2999999999999998</c:v>
                </c:pt>
                <c:pt idx="19">
                  <c:v>2.4</c:v>
                </c:pt>
                <c:pt idx="20">
                  <c:v>2.8</c:v>
                </c:pt>
                <c:pt idx="21">
                  <c:v>2.7</c:v>
                </c:pt>
                <c:pt idx="22">
                  <c:v>2.6</c:v>
                </c:pt>
                <c:pt idx="23">
                  <c:v>2.5</c:v>
                </c:pt>
                <c:pt idx="24">
                  <c:v>2.2000000000000002</c:v>
                </c:pt>
                <c:pt idx="25">
                  <c:v>2.6</c:v>
                </c:pt>
                <c:pt idx="26">
                  <c:v>2.8</c:v>
                </c:pt>
                <c:pt idx="27">
                  <c:v>2</c:v>
                </c:pt>
                <c:pt idx="28">
                  <c:v>2.2999999999999998</c:v>
                </c:pt>
                <c:pt idx="29">
                  <c:v>2.5</c:v>
                </c:pt>
                <c:pt idx="30">
                  <c:v>2.9</c:v>
                </c:pt>
                <c:pt idx="31">
                  <c:v>2.8</c:v>
                </c:pt>
                <c:pt idx="32">
                  <c:v>3.1</c:v>
                </c:pt>
                <c:pt idx="33">
                  <c:v>3.1</c:v>
                </c:pt>
                <c:pt idx="34">
                  <c:v>3.3</c:v>
                </c:pt>
                <c:pt idx="35">
                  <c:v>3.2</c:v>
                </c:pt>
                <c:pt idx="36">
                  <c:v>3.4</c:v>
                </c:pt>
                <c:pt idx="37">
                  <c:v>3.1</c:v>
                </c:pt>
                <c:pt idx="38">
                  <c:v>3.1</c:v>
                </c:pt>
                <c:pt idx="39">
                  <c:v>4.2</c:v>
                </c:pt>
                <c:pt idx="40">
                  <c:v>4</c:v>
                </c:pt>
                <c:pt idx="41">
                  <c:v>3.7</c:v>
                </c:pt>
                <c:pt idx="42">
                  <c:v>3.6</c:v>
                </c:pt>
                <c:pt idx="43">
                  <c:v>3</c:v>
                </c:pt>
                <c:pt idx="44">
                  <c:v>2.8</c:v>
                </c:pt>
                <c:pt idx="45">
                  <c:v>2.4</c:v>
                </c:pt>
                <c:pt idx="46">
                  <c:v>2.2000000000000002</c:v>
                </c:pt>
                <c:pt idx="47">
                  <c:v>2.1</c:v>
                </c:pt>
                <c:pt idx="48">
                  <c:v>2.1</c:v>
                </c:pt>
                <c:pt idx="49">
                  <c:v>0.8</c:v>
                </c:pt>
                <c:pt idx="50">
                  <c:v>0.6</c:v>
                </c:pt>
                <c:pt idx="51">
                  <c:v>0.2</c:v>
                </c:pt>
                <c:pt idx="52">
                  <c:v>0.5</c:v>
                </c:pt>
                <c:pt idx="53">
                  <c:v>0.5</c:v>
                </c:pt>
                <c:pt idx="54">
                  <c:v>0.1</c:v>
                </c:pt>
                <c:pt idx="55">
                  <c:v>0.1</c:v>
                </c:pt>
                <c:pt idx="56">
                  <c:v>0</c:v>
                </c:pt>
                <c:pt idx="57">
                  <c:v>-0.2</c:v>
                </c:pt>
                <c:pt idx="58">
                  <c:v>-0.5</c:v>
                </c:pt>
                <c:pt idx="59">
                  <c:v>-0.6</c:v>
                </c:pt>
                <c:pt idx="60">
                  <c:v>-0.9</c:v>
                </c:pt>
                <c:pt idx="61">
                  <c:v>-0.3</c:v>
                </c:pt>
                <c:pt idx="62">
                  <c:v>-0.5</c:v>
                </c:pt>
                <c:pt idx="63">
                  <c:v>-0.7</c:v>
                </c:pt>
              </c:numCache>
            </c:numRef>
          </c:val>
          <c:smooth val="0"/>
          <c:extLst>
            <c:ext xmlns:c16="http://schemas.microsoft.com/office/drawing/2014/chart" uri="{C3380CC4-5D6E-409C-BE32-E72D297353CC}">
              <c16:uniqueId val="{00000001-3646-423B-9D39-23A5B4D26C89}"/>
            </c:ext>
          </c:extLst>
        </c:ser>
        <c:ser>
          <c:idx val="2"/>
          <c:order val="2"/>
          <c:tx>
            <c:strRef>
              <c:f>'日本CPI 核心CPI'!$K$1</c:f>
              <c:strCache>
                <c:ptCount val="1"/>
                <c:pt idx="0">
                  <c:v>日本Core-core CPI(剔除新鲜食品和能源):当月同比</c:v>
                </c:pt>
              </c:strCache>
            </c:strRef>
          </c:tx>
          <c:spPr>
            <a:ln w="25400" cap="rnd">
              <a:solidFill>
                <a:srgbClr val="B8BFE4"/>
              </a:solidFill>
              <a:round/>
            </a:ln>
            <a:effectLst/>
          </c:spPr>
          <c:marker>
            <c:symbol val="none"/>
          </c:marker>
          <c:cat>
            <c:numRef>
              <c:f>'日本CPI 核心CPI'!$H$2:$H$65</c:f>
              <c:numCache>
                <c:formatCode>yyyy\-mm</c:formatCode>
                <c:ptCount val="64"/>
                <c:pt idx="0">
                  <c:v>46142</c:v>
                </c:pt>
                <c:pt idx="1">
                  <c:v>46112</c:v>
                </c:pt>
                <c:pt idx="2">
                  <c:v>46081</c:v>
                </c:pt>
                <c:pt idx="3">
                  <c:v>46053</c:v>
                </c:pt>
                <c:pt idx="4">
                  <c:v>46022</c:v>
                </c:pt>
                <c:pt idx="5">
                  <c:v>45991</c:v>
                </c:pt>
                <c:pt idx="6">
                  <c:v>45961</c:v>
                </c:pt>
                <c:pt idx="7">
                  <c:v>45930</c:v>
                </c:pt>
                <c:pt idx="8">
                  <c:v>45900</c:v>
                </c:pt>
                <c:pt idx="9">
                  <c:v>45869</c:v>
                </c:pt>
                <c:pt idx="10">
                  <c:v>45838</c:v>
                </c:pt>
                <c:pt idx="11">
                  <c:v>45808</c:v>
                </c:pt>
                <c:pt idx="12">
                  <c:v>45777</c:v>
                </c:pt>
                <c:pt idx="13">
                  <c:v>45747</c:v>
                </c:pt>
                <c:pt idx="14">
                  <c:v>45716</c:v>
                </c:pt>
                <c:pt idx="15">
                  <c:v>45688</c:v>
                </c:pt>
                <c:pt idx="16">
                  <c:v>45657</c:v>
                </c:pt>
                <c:pt idx="17">
                  <c:v>45626</c:v>
                </c:pt>
                <c:pt idx="18">
                  <c:v>45596</c:v>
                </c:pt>
                <c:pt idx="19">
                  <c:v>45565</c:v>
                </c:pt>
                <c:pt idx="20">
                  <c:v>45535</c:v>
                </c:pt>
                <c:pt idx="21">
                  <c:v>45504</c:v>
                </c:pt>
                <c:pt idx="22">
                  <c:v>45473</c:v>
                </c:pt>
                <c:pt idx="23">
                  <c:v>45443</c:v>
                </c:pt>
                <c:pt idx="24">
                  <c:v>45412</c:v>
                </c:pt>
                <c:pt idx="25">
                  <c:v>45382</c:v>
                </c:pt>
                <c:pt idx="26">
                  <c:v>45351</c:v>
                </c:pt>
                <c:pt idx="27">
                  <c:v>45322</c:v>
                </c:pt>
                <c:pt idx="28">
                  <c:v>45291</c:v>
                </c:pt>
                <c:pt idx="29">
                  <c:v>45260</c:v>
                </c:pt>
                <c:pt idx="30">
                  <c:v>45230</c:v>
                </c:pt>
                <c:pt idx="31">
                  <c:v>45199</c:v>
                </c:pt>
                <c:pt idx="32">
                  <c:v>45169</c:v>
                </c:pt>
                <c:pt idx="33">
                  <c:v>45138</c:v>
                </c:pt>
                <c:pt idx="34">
                  <c:v>45107</c:v>
                </c:pt>
                <c:pt idx="35">
                  <c:v>45077</c:v>
                </c:pt>
                <c:pt idx="36">
                  <c:v>45046</c:v>
                </c:pt>
                <c:pt idx="37">
                  <c:v>45016</c:v>
                </c:pt>
                <c:pt idx="38">
                  <c:v>44985</c:v>
                </c:pt>
                <c:pt idx="39">
                  <c:v>44957</c:v>
                </c:pt>
                <c:pt idx="40">
                  <c:v>44926</c:v>
                </c:pt>
                <c:pt idx="41">
                  <c:v>44895</c:v>
                </c:pt>
                <c:pt idx="42">
                  <c:v>44865</c:v>
                </c:pt>
                <c:pt idx="43">
                  <c:v>44834</c:v>
                </c:pt>
                <c:pt idx="44">
                  <c:v>44804</c:v>
                </c:pt>
                <c:pt idx="45">
                  <c:v>44773</c:v>
                </c:pt>
                <c:pt idx="46">
                  <c:v>44742</c:v>
                </c:pt>
                <c:pt idx="47">
                  <c:v>44712</c:v>
                </c:pt>
                <c:pt idx="48">
                  <c:v>44681</c:v>
                </c:pt>
                <c:pt idx="49">
                  <c:v>44651</c:v>
                </c:pt>
                <c:pt idx="50">
                  <c:v>44620</c:v>
                </c:pt>
                <c:pt idx="51">
                  <c:v>44592</c:v>
                </c:pt>
                <c:pt idx="52">
                  <c:v>44561</c:v>
                </c:pt>
                <c:pt idx="53">
                  <c:v>44530</c:v>
                </c:pt>
                <c:pt idx="54">
                  <c:v>44500</c:v>
                </c:pt>
                <c:pt idx="55">
                  <c:v>44469</c:v>
                </c:pt>
                <c:pt idx="56">
                  <c:v>44439</c:v>
                </c:pt>
                <c:pt idx="57">
                  <c:v>44408</c:v>
                </c:pt>
                <c:pt idx="58">
                  <c:v>44377</c:v>
                </c:pt>
                <c:pt idx="59">
                  <c:v>44347</c:v>
                </c:pt>
                <c:pt idx="60">
                  <c:v>44316</c:v>
                </c:pt>
                <c:pt idx="61">
                  <c:v>44286</c:v>
                </c:pt>
                <c:pt idx="62">
                  <c:v>44255</c:v>
                </c:pt>
                <c:pt idx="63">
                  <c:v>44227</c:v>
                </c:pt>
              </c:numCache>
            </c:numRef>
          </c:cat>
          <c:val>
            <c:numRef>
              <c:f>'日本CPI 核心CPI'!$K$2:$K$65</c:f>
              <c:numCache>
                <c:formatCode>#,##0.00_ </c:formatCode>
                <c:ptCount val="64"/>
                <c:pt idx="0">
                  <c:v>1.9</c:v>
                </c:pt>
                <c:pt idx="1">
                  <c:v>2.4</c:v>
                </c:pt>
                <c:pt idx="2">
                  <c:v>2.5</c:v>
                </c:pt>
                <c:pt idx="3">
                  <c:v>2.6</c:v>
                </c:pt>
                <c:pt idx="4">
                  <c:v>2.9</c:v>
                </c:pt>
                <c:pt idx="5">
                  <c:v>3</c:v>
                </c:pt>
                <c:pt idx="6">
                  <c:v>3.1</c:v>
                </c:pt>
                <c:pt idx="7">
                  <c:v>3</c:v>
                </c:pt>
                <c:pt idx="8">
                  <c:v>3.3</c:v>
                </c:pt>
                <c:pt idx="9">
                  <c:v>3.4</c:v>
                </c:pt>
                <c:pt idx="10">
                  <c:v>3.4</c:v>
                </c:pt>
                <c:pt idx="11">
                  <c:v>3.3</c:v>
                </c:pt>
                <c:pt idx="12">
                  <c:v>3</c:v>
                </c:pt>
                <c:pt idx="13">
                  <c:v>2.9</c:v>
                </c:pt>
                <c:pt idx="14">
                  <c:v>2.6</c:v>
                </c:pt>
                <c:pt idx="15">
                  <c:v>2.5</c:v>
                </c:pt>
                <c:pt idx="16">
                  <c:v>2.4</c:v>
                </c:pt>
                <c:pt idx="17">
                  <c:v>2.4</c:v>
                </c:pt>
                <c:pt idx="18">
                  <c:v>2.2999999999999998</c:v>
                </c:pt>
                <c:pt idx="19">
                  <c:v>2.1</c:v>
                </c:pt>
                <c:pt idx="20">
                  <c:v>2</c:v>
                </c:pt>
                <c:pt idx="21">
                  <c:v>1.9</c:v>
                </c:pt>
                <c:pt idx="22">
                  <c:v>2.2000000000000002</c:v>
                </c:pt>
                <c:pt idx="23">
                  <c:v>2.1</c:v>
                </c:pt>
                <c:pt idx="24">
                  <c:v>2.4</c:v>
                </c:pt>
                <c:pt idx="25">
                  <c:v>2.9</c:v>
                </c:pt>
                <c:pt idx="26">
                  <c:v>3.2</c:v>
                </c:pt>
                <c:pt idx="27">
                  <c:v>3.5</c:v>
                </c:pt>
                <c:pt idx="28">
                  <c:v>3.7</c:v>
                </c:pt>
                <c:pt idx="29">
                  <c:v>3.8</c:v>
                </c:pt>
                <c:pt idx="30">
                  <c:v>4</c:v>
                </c:pt>
                <c:pt idx="31">
                  <c:v>4.2</c:v>
                </c:pt>
                <c:pt idx="32">
                  <c:v>4.3</c:v>
                </c:pt>
                <c:pt idx="33">
                  <c:v>4.3</c:v>
                </c:pt>
                <c:pt idx="34">
                  <c:v>4.2</c:v>
                </c:pt>
                <c:pt idx="35">
                  <c:v>4.3</c:v>
                </c:pt>
                <c:pt idx="36">
                  <c:v>4.0999999999999996</c:v>
                </c:pt>
                <c:pt idx="37">
                  <c:v>3.8</c:v>
                </c:pt>
                <c:pt idx="38">
                  <c:v>3.5</c:v>
                </c:pt>
                <c:pt idx="39">
                  <c:v>3.2</c:v>
                </c:pt>
                <c:pt idx="40">
                  <c:v>3</c:v>
                </c:pt>
                <c:pt idx="41">
                  <c:v>2.8</c:v>
                </c:pt>
                <c:pt idx="42">
                  <c:v>2.5</c:v>
                </c:pt>
                <c:pt idx="43">
                  <c:v>1.8</c:v>
                </c:pt>
                <c:pt idx="44">
                  <c:v>1.6</c:v>
                </c:pt>
                <c:pt idx="45">
                  <c:v>1.2</c:v>
                </c:pt>
                <c:pt idx="46">
                  <c:v>1</c:v>
                </c:pt>
                <c:pt idx="47">
                  <c:v>0.8</c:v>
                </c:pt>
                <c:pt idx="48">
                  <c:v>0.8</c:v>
                </c:pt>
                <c:pt idx="49">
                  <c:v>-0.7</c:v>
                </c:pt>
                <c:pt idx="50">
                  <c:v>-1</c:v>
                </c:pt>
                <c:pt idx="51">
                  <c:v>-1.1000000000000001</c:v>
                </c:pt>
                <c:pt idx="52">
                  <c:v>-0.7</c:v>
                </c:pt>
                <c:pt idx="53">
                  <c:v>-0.6</c:v>
                </c:pt>
                <c:pt idx="54">
                  <c:v>-0.7</c:v>
                </c:pt>
                <c:pt idx="55">
                  <c:v>-0.5</c:v>
                </c:pt>
                <c:pt idx="56">
                  <c:v>-0.5</c:v>
                </c:pt>
                <c:pt idx="57">
                  <c:v>-0.6</c:v>
                </c:pt>
                <c:pt idx="58">
                  <c:v>-0.9</c:v>
                </c:pt>
                <c:pt idx="59">
                  <c:v>-0.9</c:v>
                </c:pt>
                <c:pt idx="60">
                  <c:v>-0.9</c:v>
                </c:pt>
                <c:pt idx="61">
                  <c:v>0</c:v>
                </c:pt>
                <c:pt idx="62">
                  <c:v>0</c:v>
                </c:pt>
                <c:pt idx="63">
                  <c:v>0</c:v>
                </c:pt>
              </c:numCache>
            </c:numRef>
          </c:val>
          <c:smooth val="0"/>
          <c:extLst>
            <c:ext xmlns:c16="http://schemas.microsoft.com/office/drawing/2014/chart" uri="{C3380CC4-5D6E-409C-BE32-E72D297353CC}">
              <c16:uniqueId val="{00000002-3646-423B-9D39-23A5B4D26C89}"/>
            </c:ext>
          </c:extLst>
        </c:ser>
        <c:dLbls>
          <c:showLegendKey val="0"/>
          <c:showVal val="0"/>
          <c:showCatName val="0"/>
          <c:showSerName val="0"/>
          <c:showPercent val="0"/>
          <c:showBubbleSize val="0"/>
        </c:dLbls>
        <c:smooth val="0"/>
        <c:axId val="-266031584"/>
        <c:axId val="-266031040"/>
      </c:lineChart>
      <c:date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Offset val="100"/>
        <c:baseTimeUnit val="months"/>
      </c:dateAx>
      <c:valAx>
        <c:axId val="-266031040"/>
        <c:scaling>
          <c:orientation val="minMax"/>
        </c:scaling>
        <c:delete val="0"/>
        <c:axPos val="l"/>
        <c:numFmt formatCode="#,##0.00_ "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2"/>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日本春斗加薪!$B$1</c:f>
              <c:strCache>
                <c:ptCount val="1"/>
                <c:pt idx="0">
                  <c:v>日本连合春斗，总加薪率</c:v>
                </c:pt>
              </c:strCache>
            </c:strRef>
          </c:tx>
          <c:spPr>
            <a:solidFill>
              <a:srgbClr val="7C80C9"/>
            </a:solidFill>
            <a:ln>
              <a:noFill/>
            </a:ln>
            <a:effectLst/>
          </c:spPr>
          <c:invertIfNegative val="0"/>
          <c:dLbls>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日本春斗加薪!$A$2:$A$7</c:f>
              <c:numCache>
                <c:formatCode>General</c:formatCode>
                <c:ptCount val="6"/>
                <c:pt idx="0">
                  <c:v>2021</c:v>
                </c:pt>
                <c:pt idx="1">
                  <c:v>2022</c:v>
                </c:pt>
                <c:pt idx="2">
                  <c:v>2023</c:v>
                </c:pt>
                <c:pt idx="3">
                  <c:v>2024</c:v>
                </c:pt>
                <c:pt idx="4">
                  <c:v>2025</c:v>
                </c:pt>
                <c:pt idx="5">
                  <c:v>2026</c:v>
                </c:pt>
              </c:numCache>
            </c:numRef>
          </c:cat>
          <c:val>
            <c:numRef>
              <c:f>日本春斗加薪!$B$2:$B$7</c:f>
              <c:numCache>
                <c:formatCode>0.00%</c:formatCode>
                <c:ptCount val="6"/>
                <c:pt idx="0">
                  <c:v>1.78E-2</c:v>
                </c:pt>
                <c:pt idx="1">
                  <c:v>2.07E-2</c:v>
                </c:pt>
                <c:pt idx="2">
                  <c:v>3.5799999999999998E-2</c:v>
                </c:pt>
                <c:pt idx="3">
                  <c:v>5.0999999999999997E-2</c:v>
                </c:pt>
                <c:pt idx="4">
                  <c:v>5.2499999999999998E-2</c:v>
                </c:pt>
                <c:pt idx="5">
                  <c:v>5.0200000000000002E-2</c:v>
                </c:pt>
              </c:numCache>
            </c:numRef>
          </c:val>
          <c:extLst>
            <c:ext xmlns:c16="http://schemas.microsoft.com/office/drawing/2014/chart" uri="{C3380CC4-5D6E-409C-BE32-E72D297353CC}">
              <c16:uniqueId val="{00000000-914A-4A6A-A6A6-41D5C4C02F7D}"/>
            </c:ext>
          </c:extLst>
        </c:ser>
        <c:dLbls>
          <c:showLegendKey val="0"/>
          <c:showVal val="0"/>
          <c:showCatName val="0"/>
          <c:showSerName val="0"/>
          <c:showPercent val="0"/>
          <c:showBubbleSize val="0"/>
        </c:dLbls>
        <c:gapWidth val="150"/>
        <c:overlap val="-25"/>
        <c:axId val="-206191696"/>
        <c:axId val="-206184624"/>
      </c:barChart>
      <c:catAx>
        <c:axId val="-206191696"/>
        <c:scaling>
          <c:orientation val="minMax"/>
        </c:scaling>
        <c:delete val="0"/>
        <c:axPos val="b"/>
        <c:numFmt formatCode="General"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206184624"/>
        <c:crosses val="autoZero"/>
        <c:auto val="1"/>
        <c:lblAlgn val="ctr"/>
        <c:lblOffset val="100"/>
        <c:noMultiLvlLbl val="0"/>
      </c:catAx>
      <c:valAx>
        <c:axId val="-206184624"/>
        <c:scaling>
          <c:orientation val="minMax"/>
        </c:scaling>
        <c:delete val="0"/>
        <c:axPos val="l"/>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2061916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legend>
    <c:plotVisOnly val="1"/>
    <c:dispBlanksAs val="gap"/>
    <c:showDLblsOverMax val="0"/>
    <c:extLst>
      <c:ext uri="{0b15fc19-7d7d-44ad-8c2d-2c3a37ce22c3}">
        <chartProps xmlns="https://web.wps.cn/et/2018/main" chartId="{7476a7fc-0a83-48f1-ab1d-e652f8f8d27d}"/>
      </c:ext>
    </c:extLst>
  </c:chart>
  <c:spPr>
    <a:noFill/>
    <a:ln w="9525" cap="flat" cmpd="sng" algn="ctr">
      <a:noFill/>
      <a:round/>
    </a:ln>
    <a:effectLst/>
  </c:spPr>
  <c:txPr>
    <a:bodyPr/>
    <a:lstStyle/>
    <a:p>
      <a:pPr>
        <a:defRPr lang="zh-CN" sz="1100" baseline="0">
          <a:solidFill>
            <a:schemeClr val="tx1"/>
          </a:solidFill>
          <a:latin typeface="Arial" panose="020B0704020202090204" pitchFamily="7" charset="0"/>
          <a:ea typeface="思源黑体 CN Light" panose="020B0800000000000000" pitchFamily="34" charset="-128"/>
        </a:defRPr>
      </a:pPr>
      <a:endParaRPr lang="zh-CN"/>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1"/>
          <c:order val="1"/>
          <c:tx>
            <c:v>美元兑日元，左轴</c:v>
          </c:tx>
          <c:spPr>
            <a:ln w="25400" cap="rnd">
              <a:solidFill>
                <a:srgbClr val="2E3160"/>
              </a:solidFill>
              <a:round/>
            </a:ln>
            <a:effectLst/>
          </c:spPr>
          <c:marker>
            <c:symbol val="none"/>
          </c:marker>
          <c:cat>
            <c:numRef>
              <c:f>'DXY, bond yield, USDJPY spot'!$A$12005:$A$12125</c:f>
              <c:numCache>
                <c:formatCode>m/d/yyyy</c:formatCode>
                <c:ptCount val="121"/>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46069</c:v>
                </c:pt>
                <c:pt idx="33">
                  <c:v>46070</c:v>
                </c:pt>
                <c:pt idx="34">
                  <c:v>46071</c:v>
                </c:pt>
                <c:pt idx="35">
                  <c:v>46072</c:v>
                </c:pt>
                <c:pt idx="36">
                  <c:v>46073</c:v>
                </c:pt>
                <c:pt idx="37">
                  <c:v>46076</c:v>
                </c:pt>
                <c:pt idx="38">
                  <c:v>46077</c:v>
                </c:pt>
                <c:pt idx="39">
                  <c:v>46078</c:v>
                </c:pt>
                <c:pt idx="40">
                  <c:v>46079</c:v>
                </c:pt>
                <c:pt idx="41">
                  <c:v>46080</c:v>
                </c:pt>
                <c:pt idx="42">
                  <c:v>46083</c:v>
                </c:pt>
                <c:pt idx="43">
                  <c:v>46084</c:v>
                </c:pt>
                <c:pt idx="44">
                  <c:v>46085</c:v>
                </c:pt>
                <c:pt idx="45">
                  <c:v>46086</c:v>
                </c:pt>
                <c:pt idx="46">
                  <c:v>46087</c:v>
                </c:pt>
                <c:pt idx="47">
                  <c:v>46090</c:v>
                </c:pt>
                <c:pt idx="48">
                  <c:v>46091</c:v>
                </c:pt>
                <c:pt idx="49">
                  <c:v>46092</c:v>
                </c:pt>
                <c:pt idx="50">
                  <c:v>46093</c:v>
                </c:pt>
                <c:pt idx="51">
                  <c:v>46094</c:v>
                </c:pt>
                <c:pt idx="52">
                  <c:v>46097</c:v>
                </c:pt>
                <c:pt idx="53">
                  <c:v>46098</c:v>
                </c:pt>
                <c:pt idx="54">
                  <c:v>46099</c:v>
                </c:pt>
                <c:pt idx="55">
                  <c:v>46100</c:v>
                </c:pt>
                <c:pt idx="56">
                  <c:v>46101</c:v>
                </c:pt>
                <c:pt idx="57">
                  <c:v>46104</c:v>
                </c:pt>
                <c:pt idx="58">
                  <c:v>46105</c:v>
                </c:pt>
                <c:pt idx="59">
                  <c:v>46106</c:v>
                </c:pt>
                <c:pt idx="60">
                  <c:v>46107</c:v>
                </c:pt>
                <c:pt idx="61">
                  <c:v>46108</c:v>
                </c:pt>
                <c:pt idx="62">
                  <c:v>46111</c:v>
                </c:pt>
                <c:pt idx="63">
                  <c:v>46112</c:v>
                </c:pt>
                <c:pt idx="64">
                  <c:v>46113</c:v>
                </c:pt>
                <c:pt idx="65">
                  <c:v>46114</c:v>
                </c:pt>
                <c:pt idx="66">
                  <c:v>46115</c:v>
                </c:pt>
                <c:pt idx="67">
                  <c:v>46118</c:v>
                </c:pt>
                <c:pt idx="68">
                  <c:v>46119</c:v>
                </c:pt>
                <c:pt idx="69">
                  <c:v>46120</c:v>
                </c:pt>
                <c:pt idx="70">
                  <c:v>46121</c:v>
                </c:pt>
                <c:pt idx="71">
                  <c:v>46122</c:v>
                </c:pt>
                <c:pt idx="72">
                  <c:v>46125</c:v>
                </c:pt>
                <c:pt idx="73">
                  <c:v>46126</c:v>
                </c:pt>
                <c:pt idx="74">
                  <c:v>46127</c:v>
                </c:pt>
                <c:pt idx="75">
                  <c:v>46128</c:v>
                </c:pt>
                <c:pt idx="76">
                  <c:v>46129</c:v>
                </c:pt>
                <c:pt idx="77">
                  <c:v>46132</c:v>
                </c:pt>
                <c:pt idx="78">
                  <c:v>46133</c:v>
                </c:pt>
                <c:pt idx="79">
                  <c:v>46134</c:v>
                </c:pt>
                <c:pt idx="80">
                  <c:v>46135</c:v>
                </c:pt>
                <c:pt idx="81">
                  <c:v>46136</c:v>
                </c:pt>
                <c:pt idx="82">
                  <c:v>46139</c:v>
                </c:pt>
                <c:pt idx="83">
                  <c:v>46140</c:v>
                </c:pt>
                <c:pt idx="84">
                  <c:v>46141</c:v>
                </c:pt>
                <c:pt idx="85">
                  <c:v>46142</c:v>
                </c:pt>
                <c:pt idx="86">
                  <c:v>46143</c:v>
                </c:pt>
                <c:pt idx="87">
                  <c:v>46146</c:v>
                </c:pt>
                <c:pt idx="88">
                  <c:v>46147</c:v>
                </c:pt>
                <c:pt idx="89">
                  <c:v>46148</c:v>
                </c:pt>
                <c:pt idx="90">
                  <c:v>46149</c:v>
                </c:pt>
                <c:pt idx="91">
                  <c:v>46150</c:v>
                </c:pt>
                <c:pt idx="92">
                  <c:v>46153</c:v>
                </c:pt>
                <c:pt idx="93">
                  <c:v>46154</c:v>
                </c:pt>
                <c:pt idx="94">
                  <c:v>46155</c:v>
                </c:pt>
                <c:pt idx="95">
                  <c:v>46156</c:v>
                </c:pt>
                <c:pt idx="96">
                  <c:v>46157</c:v>
                </c:pt>
                <c:pt idx="97">
                  <c:v>46160</c:v>
                </c:pt>
                <c:pt idx="98">
                  <c:v>46161</c:v>
                </c:pt>
                <c:pt idx="99">
                  <c:v>46162</c:v>
                </c:pt>
                <c:pt idx="100">
                  <c:v>46163</c:v>
                </c:pt>
                <c:pt idx="101">
                  <c:v>46164</c:v>
                </c:pt>
                <c:pt idx="102">
                  <c:v>46167</c:v>
                </c:pt>
                <c:pt idx="103">
                  <c:v>46168</c:v>
                </c:pt>
                <c:pt idx="104">
                  <c:v>46169</c:v>
                </c:pt>
                <c:pt idx="105">
                  <c:v>46170</c:v>
                </c:pt>
                <c:pt idx="106">
                  <c:v>46171</c:v>
                </c:pt>
                <c:pt idx="107">
                  <c:v>46174</c:v>
                </c:pt>
                <c:pt idx="108">
                  <c:v>46175</c:v>
                </c:pt>
                <c:pt idx="109">
                  <c:v>46176</c:v>
                </c:pt>
                <c:pt idx="110">
                  <c:v>46177</c:v>
                </c:pt>
                <c:pt idx="111">
                  <c:v>46178</c:v>
                </c:pt>
                <c:pt idx="112">
                  <c:v>46181</c:v>
                </c:pt>
                <c:pt idx="113">
                  <c:v>46182</c:v>
                </c:pt>
                <c:pt idx="114">
                  <c:v>46183</c:v>
                </c:pt>
                <c:pt idx="115">
                  <c:v>46184</c:v>
                </c:pt>
                <c:pt idx="116">
                  <c:v>46185</c:v>
                </c:pt>
                <c:pt idx="117">
                  <c:v>46188</c:v>
                </c:pt>
                <c:pt idx="118">
                  <c:v>46189</c:v>
                </c:pt>
                <c:pt idx="119">
                  <c:v>46190</c:v>
                </c:pt>
                <c:pt idx="120">
                  <c:v>46191</c:v>
                </c:pt>
              </c:numCache>
            </c:numRef>
          </c:cat>
          <c:val>
            <c:numRef>
              <c:f>'DXY, bond yield, USDJPY spot'!$C$12005:$C$12125</c:f>
              <c:numCache>
                <c:formatCode>General</c:formatCode>
                <c:ptCount val="121"/>
                <c:pt idx="0">
                  <c:v>156.75</c:v>
                </c:pt>
                <c:pt idx="1">
                  <c:v>156.84</c:v>
                </c:pt>
                <c:pt idx="2">
                  <c:v>156.38</c:v>
                </c:pt>
                <c:pt idx="3">
                  <c:v>156.65</c:v>
                </c:pt>
                <c:pt idx="4">
                  <c:v>156.76</c:v>
                </c:pt>
                <c:pt idx="5">
                  <c:v>156.87</c:v>
                </c:pt>
                <c:pt idx="6">
                  <c:v>157.88999999999999</c:v>
                </c:pt>
                <c:pt idx="7">
                  <c:v>158.13999999999999</c:v>
                </c:pt>
                <c:pt idx="8">
                  <c:v>159.13999999999999</c:v>
                </c:pt>
                <c:pt idx="9">
                  <c:v>158.46</c:v>
                </c:pt>
                <c:pt idx="10">
                  <c:v>158.63</c:v>
                </c:pt>
                <c:pt idx="11">
                  <c:v>158.12</c:v>
                </c:pt>
                <c:pt idx="12">
                  <c:v>158.11000000000001</c:v>
                </c:pt>
                <c:pt idx="13">
                  <c:v>158.15</c:v>
                </c:pt>
                <c:pt idx="14">
                  <c:v>158.30000000000001</c:v>
                </c:pt>
                <c:pt idx="15">
                  <c:v>158.41</c:v>
                </c:pt>
                <c:pt idx="16">
                  <c:v>155.69999999999999</c:v>
                </c:pt>
                <c:pt idx="17">
                  <c:v>154.18</c:v>
                </c:pt>
                <c:pt idx="18">
                  <c:v>152.21</c:v>
                </c:pt>
                <c:pt idx="19">
                  <c:v>153.41</c:v>
                </c:pt>
                <c:pt idx="20">
                  <c:v>153.11000000000001</c:v>
                </c:pt>
                <c:pt idx="21">
                  <c:v>154.78</c:v>
                </c:pt>
                <c:pt idx="22">
                  <c:v>155.63</c:v>
                </c:pt>
                <c:pt idx="23">
                  <c:v>155.75</c:v>
                </c:pt>
                <c:pt idx="24">
                  <c:v>156.86000000000001</c:v>
                </c:pt>
                <c:pt idx="25">
                  <c:v>157.04</c:v>
                </c:pt>
                <c:pt idx="26">
                  <c:v>157.22</c:v>
                </c:pt>
                <c:pt idx="27">
                  <c:v>155.88</c:v>
                </c:pt>
                <c:pt idx="28">
                  <c:v>154.38999999999999</c:v>
                </c:pt>
                <c:pt idx="29">
                  <c:v>153.26</c:v>
                </c:pt>
                <c:pt idx="30">
                  <c:v>152.74</c:v>
                </c:pt>
                <c:pt idx="31">
                  <c:v>152.69999999999999</c:v>
                </c:pt>
                <c:pt idx="32">
                  <c:v>153.47</c:v>
                </c:pt>
                <c:pt idx="33">
                  <c:v>153.31</c:v>
                </c:pt>
                <c:pt idx="34">
                  <c:v>154.81</c:v>
                </c:pt>
                <c:pt idx="35">
                  <c:v>155.01</c:v>
                </c:pt>
                <c:pt idx="36">
                  <c:v>155.05000000000001</c:v>
                </c:pt>
                <c:pt idx="37">
                  <c:v>154.65</c:v>
                </c:pt>
                <c:pt idx="38">
                  <c:v>155.87</c:v>
                </c:pt>
                <c:pt idx="39">
                  <c:v>156.37</c:v>
                </c:pt>
                <c:pt idx="40">
                  <c:v>156.13</c:v>
                </c:pt>
                <c:pt idx="41">
                  <c:v>156.05000000000001</c:v>
                </c:pt>
                <c:pt idx="42">
                  <c:v>157.38999999999999</c:v>
                </c:pt>
                <c:pt idx="43">
                  <c:v>157.74</c:v>
                </c:pt>
                <c:pt idx="44">
                  <c:v>157.06</c:v>
                </c:pt>
                <c:pt idx="45">
                  <c:v>157.59</c:v>
                </c:pt>
                <c:pt idx="46">
                  <c:v>157.78</c:v>
                </c:pt>
                <c:pt idx="47">
                  <c:v>157.66999999999999</c:v>
                </c:pt>
                <c:pt idx="48">
                  <c:v>158.05000000000001</c:v>
                </c:pt>
                <c:pt idx="49">
                  <c:v>158.94999999999999</c:v>
                </c:pt>
                <c:pt idx="50">
                  <c:v>159.35</c:v>
                </c:pt>
                <c:pt idx="51">
                  <c:v>159.72999999999999</c:v>
                </c:pt>
                <c:pt idx="52">
                  <c:v>159.07</c:v>
                </c:pt>
                <c:pt idx="53">
                  <c:v>159</c:v>
                </c:pt>
                <c:pt idx="54">
                  <c:v>159.86000000000001</c:v>
                </c:pt>
                <c:pt idx="55">
                  <c:v>157.72999999999999</c:v>
                </c:pt>
                <c:pt idx="56">
                  <c:v>159.22999999999999</c:v>
                </c:pt>
                <c:pt idx="57">
                  <c:v>158.44</c:v>
                </c:pt>
                <c:pt idx="58">
                  <c:v>158.69999999999999</c:v>
                </c:pt>
                <c:pt idx="59">
                  <c:v>159.47</c:v>
                </c:pt>
                <c:pt idx="60">
                  <c:v>159.81</c:v>
                </c:pt>
                <c:pt idx="61">
                  <c:v>160.31</c:v>
                </c:pt>
                <c:pt idx="62">
                  <c:v>159.71</c:v>
                </c:pt>
                <c:pt idx="63">
                  <c:v>158.72</c:v>
                </c:pt>
                <c:pt idx="64">
                  <c:v>158.82</c:v>
                </c:pt>
                <c:pt idx="65">
                  <c:v>159.6</c:v>
                </c:pt>
                <c:pt idx="66">
                  <c:v>159.66999999999999</c:v>
                </c:pt>
                <c:pt idx="67">
                  <c:v>159.68</c:v>
                </c:pt>
                <c:pt idx="68">
                  <c:v>159.62</c:v>
                </c:pt>
                <c:pt idx="69">
                  <c:v>158.57</c:v>
                </c:pt>
                <c:pt idx="70">
                  <c:v>158.96</c:v>
                </c:pt>
                <c:pt idx="71">
                  <c:v>159.27000000000001</c:v>
                </c:pt>
                <c:pt idx="72">
                  <c:v>159.44999999999999</c:v>
                </c:pt>
                <c:pt idx="73">
                  <c:v>158.79</c:v>
                </c:pt>
                <c:pt idx="74">
                  <c:v>159</c:v>
                </c:pt>
                <c:pt idx="75">
                  <c:v>159.16999999999999</c:v>
                </c:pt>
                <c:pt idx="76">
                  <c:v>158.63999999999999</c:v>
                </c:pt>
                <c:pt idx="77">
                  <c:v>158.81</c:v>
                </c:pt>
                <c:pt idx="78">
                  <c:v>159.37</c:v>
                </c:pt>
                <c:pt idx="79">
                  <c:v>159.47999999999999</c:v>
                </c:pt>
                <c:pt idx="80">
                  <c:v>159.71</c:v>
                </c:pt>
                <c:pt idx="81">
                  <c:v>159.38</c:v>
                </c:pt>
                <c:pt idx="82">
                  <c:v>159.41999999999999</c:v>
                </c:pt>
                <c:pt idx="83">
                  <c:v>159.62</c:v>
                </c:pt>
                <c:pt idx="84">
                  <c:v>160.41</c:v>
                </c:pt>
                <c:pt idx="85">
                  <c:v>156.59</c:v>
                </c:pt>
                <c:pt idx="86">
                  <c:v>157.01</c:v>
                </c:pt>
                <c:pt idx="87">
                  <c:v>157.24</c:v>
                </c:pt>
                <c:pt idx="88">
                  <c:v>157.88</c:v>
                </c:pt>
                <c:pt idx="89">
                  <c:v>156.38999999999999</c:v>
                </c:pt>
                <c:pt idx="90">
                  <c:v>156.93</c:v>
                </c:pt>
                <c:pt idx="91">
                  <c:v>156.68</c:v>
                </c:pt>
                <c:pt idx="92">
                  <c:v>157.19</c:v>
                </c:pt>
                <c:pt idx="93">
                  <c:v>157.63</c:v>
                </c:pt>
                <c:pt idx="94">
                  <c:v>157.86000000000001</c:v>
                </c:pt>
                <c:pt idx="95">
                  <c:v>158.37</c:v>
                </c:pt>
                <c:pt idx="96">
                  <c:v>158.74</c:v>
                </c:pt>
                <c:pt idx="97">
                  <c:v>158.82</c:v>
                </c:pt>
                <c:pt idx="98">
                  <c:v>159.07</c:v>
                </c:pt>
                <c:pt idx="99">
                  <c:v>158.91999999999999</c:v>
                </c:pt>
                <c:pt idx="100">
                  <c:v>158.97999999999999</c:v>
                </c:pt>
                <c:pt idx="101">
                  <c:v>159.18</c:v>
                </c:pt>
                <c:pt idx="102">
                  <c:v>158.91</c:v>
                </c:pt>
                <c:pt idx="103">
                  <c:v>159.30000000000001</c:v>
                </c:pt>
                <c:pt idx="104">
                  <c:v>159.52000000000001</c:v>
                </c:pt>
                <c:pt idx="105">
                  <c:v>159.24</c:v>
                </c:pt>
                <c:pt idx="106">
                  <c:v>159.27000000000001</c:v>
                </c:pt>
                <c:pt idx="107">
                  <c:v>159.66</c:v>
                </c:pt>
                <c:pt idx="108">
                  <c:v>159.91</c:v>
                </c:pt>
                <c:pt idx="109">
                  <c:v>160.07</c:v>
                </c:pt>
                <c:pt idx="110">
                  <c:v>160.02000000000001</c:v>
                </c:pt>
                <c:pt idx="111">
                  <c:v>160.29</c:v>
                </c:pt>
                <c:pt idx="112">
                  <c:v>160.16</c:v>
                </c:pt>
                <c:pt idx="113">
                  <c:v>160.36000000000001</c:v>
                </c:pt>
                <c:pt idx="114">
                  <c:v>160.55000000000001</c:v>
                </c:pt>
                <c:pt idx="115">
                  <c:v>159.93</c:v>
                </c:pt>
                <c:pt idx="116">
                  <c:v>160.24</c:v>
                </c:pt>
                <c:pt idx="117">
                  <c:v>160.34</c:v>
                </c:pt>
                <c:pt idx="118">
                  <c:v>160.43</c:v>
                </c:pt>
                <c:pt idx="119">
                  <c:v>160.65</c:v>
                </c:pt>
                <c:pt idx="120">
                  <c:v>160.59</c:v>
                </c:pt>
              </c:numCache>
            </c:numRef>
          </c:val>
          <c:smooth val="0"/>
          <c:extLst>
            <c:ext xmlns:c16="http://schemas.microsoft.com/office/drawing/2014/chart" uri="{C3380CC4-5D6E-409C-BE32-E72D297353CC}">
              <c16:uniqueId val="{00000000-6526-4839-A3CB-16D336915D4C}"/>
            </c:ext>
          </c:extLst>
        </c:ser>
        <c:dLbls>
          <c:showLegendKey val="0"/>
          <c:showVal val="0"/>
          <c:showCatName val="0"/>
          <c:showSerName val="0"/>
          <c:showPercent val="0"/>
          <c:showBubbleSize val="0"/>
        </c:dLbls>
        <c:marker val="1"/>
        <c:smooth val="0"/>
        <c:axId val="-266031584"/>
        <c:axId val="-266031040"/>
      </c:lineChart>
      <c:lineChart>
        <c:grouping val="standard"/>
        <c:varyColors val="0"/>
        <c:ser>
          <c:idx val="0"/>
          <c:order val="0"/>
          <c:tx>
            <c:v>美元指数，右轴</c:v>
          </c:tx>
          <c:spPr>
            <a:ln w="25400" cap="rnd" cmpd="sng">
              <a:solidFill>
                <a:srgbClr val="7C80C8"/>
              </a:solidFill>
              <a:prstDash val="solid"/>
              <a:round/>
            </a:ln>
            <a:effectLst/>
          </c:spPr>
          <c:marker>
            <c:symbol val="none"/>
          </c:marker>
          <c:cat>
            <c:numRef>
              <c:f>'DXY, bond yield, USDJPY spot'!$A$12005:$A$12125</c:f>
              <c:numCache>
                <c:formatCode>m/d/yyyy</c:formatCode>
                <c:ptCount val="121"/>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46069</c:v>
                </c:pt>
                <c:pt idx="33">
                  <c:v>46070</c:v>
                </c:pt>
                <c:pt idx="34">
                  <c:v>46071</c:v>
                </c:pt>
                <c:pt idx="35">
                  <c:v>46072</c:v>
                </c:pt>
                <c:pt idx="36">
                  <c:v>46073</c:v>
                </c:pt>
                <c:pt idx="37">
                  <c:v>46076</c:v>
                </c:pt>
                <c:pt idx="38">
                  <c:v>46077</c:v>
                </c:pt>
                <c:pt idx="39">
                  <c:v>46078</c:v>
                </c:pt>
                <c:pt idx="40">
                  <c:v>46079</c:v>
                </c:pt>
                <c:pt idx="41">
                  <c:v>46080</c:v>
                </c:pt>
                <c:pt idx="42">
                  <c:v>46083</c:v>
                </c:pt>
                <c:pt idx="43">
                  <c:v>46084</c:v>
                </c:pt>
                <c:pt idx="44">
                  <c:v>46085</c:v>
                </c:pt>
                <c:pt idx="45">
                  <c:v>46086</c:v>
                </c:pt>
                <c:pt idx="46">
                  <c:v>46087</c:v>
                </c:pt>
                <c:pt idx="47">
                  <c:v>46090</c:v>
                </c:pt>
                <c:pt idx="48">
                  <c:v>46091</c:v>
                </c:pt>
                <c:pt idx="49">
                  <c:v>46092</c:v>
                </c:pt>
                <c:pt idx="50">
                  <c:v>46093</c:v>
                </c:pt>
                <c:pt idx="51">
                  <c:v>46094</c:v>
                </c:pt>
                <c:pt idx="52">
                  <c:v>46097</c:v>
                </c:pt>
                <c:pt idx="53">
                  <c:v>46098</c:v>
                </c:pt>
                <c:pt idx="54">
                  <c:v>46099</c:v>
                </c:pt>
                <c:pt idx="55">
                  <c:v>46100</c:v>
                </c:pt>
                <c:pt idx="56">
                  <c:v>46101</c:v>
                </c:pt>
                <c:pt idx="57">
                  <c:v>46104</c:v>
                </c:pt>
                <c:pt idx="58">
                  <c:v>46105</c:v>
                </c:pt>
                <c:pt idx="59">
                  <c:v>46106</c:v>
                </c:pt>
                <c:pt idx="60">
                  <c:v>46107</c:v>
                </c:pt>
                <c:pt idx="61">
                  <c:v>46108</c:v>
                </c:pt>
                <c:pt idx="62">
                  <c:v>46111</c:v>
                </c:pt>
                <c:pt idx="63">
                  <c:v>46112</c:v>
                </c:pt>
                <c:pt idx="64">
                  <c:v>46113</c:v>
                </c:pt>
                <c:pt idx="65">
                  <c:v>46114</c:v>
                </c:pt>
                <c:pt idx="66">
                  <c:v>46115</c:v>
                </c:pt>
                <c:pt idx="67">
                  <c:v>46118</c:v>
                </c:pt>
                <c:pt idx="68">
                  <c:v>46119</c:v>
                </c:pt>
                <c:pt idx="69">
                  <c:v>46120</c:v>
                </c:pt>
                <c:pt idx="70">
                  <c:v>46121</c:v>
                </c:pt>
                <c:pt idx="71">
                  <c:v>46122</c:v>
                </c:pt>
                <c:pt idx="72">
                  <c:v>46125</c:v>
                </c:pt>
                <c:pt idx="73">
                  <c:v>46126</c:v>
                </c:pt>
                <c:pt idx="74">
                  <c:v>46127</c:v>
                </c:pt>
                <c:pt idx="75">
                  <c:v>46128</c:v>
                </c:pt>
                <c:pt idx="76">
                  <c:v>46129</c:v>
                </c:pt>
                <c:pt idx="77">
                  <c:v>46132</c:v>
                </c:pt>
                <c:pt idx="78">
                  <c:v>46133</c:v>
                </c:pt>
                <c:pt idx="79">
                  <c:v>46134</c:v>
                </c:pt>
                <c:pt idx="80">
                  <c:v>46135</c:v>
                </c:pt>
                <c:pt idx="81">
                  <c:v>46136</c:v>
                </c:pt>
                <c:pt idx="82">
                  <c:v>46139</c:v>
                </c:pt>
                <c:pt idx="83">
                  <c:v>46140</c:v>
                </c:pt>
                <c:pt idx="84">
                  <c:v>46141</c:v>
                </c:pt>
                <c:pt idx="85">
                  <c:v>46142</c:v>
                </c:pt>
                <c:pt idx="86">
                  <c:v>46143</c:v>
                </c:pt>
                <c:pt idx="87">
                  <c:v>46146</c:v>
                </c:pt>
                <c:pt idx="88">
                  <c:v>46147</c:v>
                </c:pt>
                <c:pt idx="89">
                  <c:v>46148</c:v>
                </c:pt>
                <c:pt idx="90">
                  <c:v>46149</c:v>
                </c:pt>
                <c:pt idx="91">
                  <c:v>46150</c:v>
                </c:pt>
                <c:pt idx="92">
                  <c:v>46153</c:v>
                </c:pt>
                <c:pt idx="93">
                  <c:v>46154</c:v>
                </c:pt>
                <c:pt idx="94">
                  <c:v>46155</c:v>
                </c:pt>
                <c:pt idx="95">
                  <c:v>46156</c:v>
                </c:pt>
                <c:pt idx="96">
                  <c:v>46157</c:v>
                </c:pt>
                <c:pt idx="97">
                  <c:v>46160</c:v>
                </c:pt>
                <c:pt idx="98">
                  <c:v>46161</c:v>
                </c:pt>
                <c:pt idx="99">
                  <c:v>46162</c:v>
                </c:pt>
                <c:pt idx="100">
                  <c:v>46163</c:v>
                </c:pt>
                <c:pt idx="101">
                  <c:v>46164</c:v>
                </c:pt>
                <c:pt idx="102">
                  <c:v>46167</c:v>
                </c:pt>
                <c:pt idx="103">
                  <c:v>46168</c:v>
                </c:pt>
                <c:pt idx="104">
                  <c:v>46169</c:v>
                </c:pt>
                <c:pt idx="105">
                  <c:v>46170</c:v>
                </c:pt>
                <c:pt idx="106">
                  <c:v>46171</c:v>
                </c:pt>
                <c:pt idx="107">
                  <c:v>46174</c:v>
                </c:pt>
                <c:pt idx="108">
                  <c:v>46175</c:v>
                </c:pt>
                <c:pt idx="109">
                  <c:v>46176</c:v>
                </c:pt>
                <c:pt idx="110">
                  <c:v>46177</c:v>
                </c:pt>
                <c:pt idx="111">
                  <c:v>46178</c:v>
                </c:pt>
                <c:pt idx="112">
                  <c:v>46181</c:v>
                </c:pt>
                <c:pt idx="113">
                  <c:v>46182</c:v>
                </c:pt>
                <c:pt idx="114">
                  <c:v>46183</c:v>
                </c:pt>
                <c:pt idx="115">
                  <c:v>46184</c:v>
                </c:pt>
                <c:pt idx="116">
                  <c:v>46185</c:v>
                </c:pt>
                <c:pt idx="117">
                  <c:v>46188</c:v>
                </c:pt>
                <c:pt idx="118">
                  <c:v>46189</c:v>
                </c:pt>
                <c:pt idx="119">
                  <c:v>46190</c:v>
                </c:pt>
                <c:pt idx="120">
                  <c:v>46191</c:v>
                </c:pt>
              </c:numCache>
            </c:numRef>
          </c:cat>
          <c:val>
            <c:numRef>
              <c:f>'DXY, bond yield, USDJPY spot'!$B$12005:$B$12125</c:f>
              <c:numCache>
                <c:formatCode>General</c:formatCode>
                <c:ptCount val="121"/>
                <c:pt idx="0">
                  <c:v>98.322000000000003</c:v>
                </c:pt>
                <c:pt idx="1">
                  <c:v>98.424000000000007</c:v>
                </c:pt>
                <c:pt idx="2">
                  <c:v>98.27</c:v>
                </c:pt>
                <c:pt idx="3">
                  <c:v>98.58</c:v>
                </c:pt>
                <c:pt idx="4">
                  <c:v>98.683999999999997</c:v>
                </c:pt>
                <c:pt idx="5">
                  <c:v>98.933999999999997</c:v>
                </c:pt>
                <c:pt idx="6">
                  <c:v>99.132999999999996</c:v>
                </c:pt>
                <c:pt idx="7">
                  <c:v>98.861999999999995</c:v>
                </c:pt>
                <c:pt idx="8">
                  <c:v>99.134</c:v>
                </c:pt>
                <c:pt idx="9">
                  <c:v>99.055000000000007</c:v>
                </c:pt>
                <c:pt idx="10">
                  <c:v>99.320999999999998</c:v>
                </c:pt>
                <c:pt idx="11">
                  <c:v>99.393000000000001</c:v>
                </c:pt>
                <c:pt idx="12">
                  <c:v>99.393000000000001</c:v>
                </c:pt>
                <c:pt idx="13">
                  <c:v>98.641000000000005</c:v>
                </c:pt>
                <c:pt idx="14">
                  <c:v>98.760999999999996</c:v>
                </c:pt>
                <c:pt idx="15">
                  <c:v>98.358999999999995</c:v>
                </c:pt>
                <c:pt idx="16">
                  <c:v>97.599000000000004</c:v>
                </c:pt>
                <c:pt idx="17">
                  <c:v>97.04</c:v>
                </c:pt>
                <c:pt idx="18">
                  <c:v>96.216999999999999</c:v>
                </c:pt>
                <c:pt idx="19">
                  <c:v>96.445999999999998</c:v>
                </c:pt>
                <c:pt idx="20">
                  <c:v>96.283000000000001</c:v>
                </c:pt>
                <c:pt idx="21">
                  <c:v>96.991</c:v>
                </c:pt>
                <c:pt idx="22">
                  <c:v>97.632000000000005</c:v>
                </c:pt>
                <c:pt idx="23">
                  <c:v>97.436999999999998</c:v>
                </c:pt>
                <c:pt idx="24">
                  <c:v>97.616</c:v>
                </c:pt>
                <c:pt idx="25">
                  <c:v>97.823999999999998</c:v>
                </c:pt>
                <c:pt idx="26">
                  <c:v>97.632999999999996</c:v>
                </c:pt>
                <c:pt idx="27">
                  <c:v>96.816000000000003</c:v>
                </c:pt>
                <c:pt idx="28">
                  <c:v>96.799000000000007</c:v>
                </c:pt>
                <c:pt idx="29">
                  <c:v>96.834000000000003</c:v>
                </c:pt>
                <c:pt idx="30">
                  <c:v>96.924999999999997</c:v>
                </c:pt>
                <c:pt idx="31">
                  <c:v>96.915000000000006</c:v>
                </c:pt>
                <c:pt idx="32">
                  <c:v>96.915000000000006</c:v>
                </c:pt>
                <c:pt idx="33">
                  <c:v>97.155000000000001</c:v>
                </c:pt>
                <c:pt idx="34">
                  <c:v>97.703000000000003</c:v>
                </c:pt>
                <c:pt idx="35">
                  <c:v>97.924999999999997</c:v>
                </c:pt>
                <c:pt idx="36">
                  <c:v>97.796000000000006</c:v>
                </c:pt>
                <c:pt idx="37">
                  <c:v>97.706000000000003</c:v>
                </c:pt>
                <c:pt idx="38">
                  <c:v>97.843000000000004</c:v>
                </c:pt>
                <c:pt idx="39">
                  <c:v>97.7</c:v>
                </c:pt>
                <c:pt idx="40">
                  <c:v>97.790999999999997</c:v>
                </c:pt>
                <c:pt idx="41">
                  <c:v>97.608000000000004</c:v>
                </c:pt>
                <c:pt idx="42">
                  <c:v>98.381</c:v>
                </c:pt>
                <c:pt idx="43">
                  <c:v>99.052000000000007</c:v>
                </c:pt>
                <c:pt idx="44">
                  <c:v>98.769000000000005</c:v>
                </c:pt>
                <c:pt idx="45">
                  <c:v>99.316999999999993</c:v>
                </c:pt>
                <c:pt idx="46">
                  <c:v>98.986000000000004</c:v>
                </c:pt>
                <c:pt idx="47">
                  <c:v>99.174999999999997</c:v>
                </c:pt>
                <c:pt idx="48">
                  <c:v>98.825999999999993</c:v>
                </c:pt>
                <c:pt idx="49">
                  <c:v>99.230999999999995</c:v>
                </c:pt>
                <c:pt idx="50">
                  <c:v>99.739000000000004</c:v>
                </c:pt>
                <c:pt idx="51">
                  <c:v>100.36199999999999</c:v>
                </c:pt>
                <c:pt idx="52">
                  <c:v>99.712000000000003</c:v>
                </c:pt>
                <c:pt idx="53">
                  <c:v>99.575000000000003</c:v>
                </c:pt>
                <c:pt idx="54">
                  <c:v>100.086</c:v>
                </c:pt>
                <c:pt idx="55">
                  <c:v>99.231999999999999</c:v>
                </c:pt>
                <c:pt idx="56">
                  <c:v>99.647000000000006</c:v>
                </c:pt>
                <c:pt idx="57">
                  <c:v>98.95</c:v>
                </c:pt>
                <c:pt idx="58">
                  <c:v>99.433999999999997</c:v>
                </c:pt>
                <c:pt idx="59">
                  <c:v>99.599000000000004</c:v>
                </c:pt>
                <c:pt idx="60">
                  <c:v>99.9</c:v>
                </c:pt>
                <c:pt idx="61">
                  <c:v>100.151</c:v>
                </c:pt>
                <c:pt idx="62">
                  <c:v>100.509</c:v>
                </c:pt>
                <c:pt idx="63">
                  <c:v>99.960999999999999</c:v>
                </c:pt>
                <c:pt idx="64">
                  <c:v>99.650999999999996</c:v>
                </c:pt>
                <c:pt idx="65">
                  <c:v>100.02800000000001</c:v>
                </c:pt>
                <c:pt idx="66">
                  <c:v>100.02800000000001</c:v>
                </c:pt>
                <c:pt idx="67">
                  <c:v>99.980999999999995</c:v>
                </c:pt>
                <c:pt idx="68">
                  <c:v>99.858000000000004</c:v>
                </c:pt>
                <c:pt idx="69">
                  <c:v>99.132999999999996</c:v>
                </c:pt>
                <c:pt idx="70">
                  <c:v>98.819000000000003</c:v>
                </c:pt>
                <c:pt idx="71">
                  <c:v>98.65</c:v>
                </c:pt>
                <c:pt idx="72">
                  <c:v>98.366</c:v>
                </c:pt>
                <c:pt idx="73">
                  <c:v>98.123999999999995</c:v>
                </c:pt>
                <c:pt idx="74">
                  <c:v>98.055000000000007</c:v>
                </c:pt>
                <c:pt idx="75">
                  <c:v>98.215000000000003</c:v>
                </c:pt>
                <c:pt idx="76">
                  <c:v>98.097999999999999</c:v>
                </c:pt>
                <c:pt idx="77">
                  <c:v>98.096999999999994</c:v>
                </c:pt>
                <c:pt idx="78">
                  <c:v>98.394000000000005</c:v>
                </c:pt>
                <c:pt idx="79">
                  <c:v>98.59</c:v>
                </c:pt>
                <c:pt idx="80">
                  <c:v>98.77</c:v>
                </c:pt>
                <c:pt idx="81">
                  <c:v>98.533000000000001</c:v>
                </c:pt>
                <c:pt idx="82">
                  <c:v>98.495999999999995</c:v>
                </c:pt>
                <c:pt idx="83">
                  <c:v>98.64</c:v>
                </c:pt>
                <c:pt idx="84">
                  <c:v>98.960999999999999</c:v>
                </c:pt>
                <c:pt idx="85">
                  <c:v>98.055999999999997</c:v>
                </c:pt>
                <c:pt idx="86">
                  <c:v>98.156000000000006</c:v>
                </c:pt>
                <c:pt idx="87">
                  <c:v>98.373999999999995</c:v>
                </c:pt>
                <c:pt idx="88">
                  <c:v>98.444000000000003</c:v>
                </c:pt>
                <c:pt idx="89">
                  <c:v>98.022999999999996</c:v>
                </c:pt>
                <c:pt idx="90">
                  <c:v>98.066999999999993</c:v>
                </c:pt>
                <c:pt idx="91">
                  <c:v>97.9</c:v>
                </c:pt>
                <c:pt idx="92">
                  <c:v>97.954999999999998</c:v>
                </c:pt>
                <c:pt idx="93">
                  <c:v>98.298000000000002</c:v>
                </c:pt>
                <c:pt idx="94">
                  <c:v>98.524000000000001</c:v>
                </c:pt>
                <c:pt idx="95">
                  <c:v>98.819000000000003</c:v>
                </c:pt>
                <c:pt idx="96">
                  <c:v>99.284000000000006</c:v>
                </c:pt>
                <c:pt idx="97">
                  <c:v>99.192999999999998</c:v>
                </c:pt>
                <c:pt idx="98">
                  <c:v>99.326999999999998</c:v>
                </c:pt>
                <c:pt idx="99">
                  <c:v>99.091999999999999</c:v>
                </c:pt>
                <c:pt idx="100">
                  <c:v>99.257000000000005</c:v>
                </c:pt>
                <c:pt idx="101">
                  <c:v>99.239000000000004</c:v>
                </c:pt>
                <c:pt idx="102">
                  <c:v>99.239000000000004</c:v>
                </c:pt>
                <c:pt idx="103">
                  <c:v>99.168999999999997</c:v>
                </c:pt>
                <c:pt idx="104">
                  <c:v>99.206000000000003</c:v>
                </c:pt>
                <c:pt idx="105">
                  <c:v>99.02</c:v>
                </c:pt>
                <c:pt idx="106">
                  <c:v>98.941999999999993</c:v>
                </c:pt>
                <c:pt idx="107">
                  <c:v>99.200999999999993</c:v>
                </c:pt>
                <c:pt idx="108">
                  <c:v>99.218999999999994</c:v>
                </c:pt>
                <c:pt idx="109">
                  <c:v>99.528999999999996</c:v>
                </c:pt>
                <c:pt idx="110">
                  <c:v>99.412999999999997</c:v>
                </c:pt>
                <c:pt idx="111">
                  <c:v>100.069</c:v>
                </c:pt>
                <c:pt idx="112">
                  <c:v>100.045</c:v>
                </c:pt>
                <c:pt idx="113">
                  <c:v>99.909000000000006</c:v>
                </c:pt>
                <c:pt idx="114">
                  <c:v>99.947000000000003</c:v>
                </c:pt>
                <c:pt idx="115">
                  <c:v>99.858000000000004</c:v>
                </c:pt>
                <c:pt idx="116">
                  <c:v>99.747</c:v>
                </c:pt>
                <c:pt idx="117">
                  <c:v>99.631</c:v>
                </c:pt>
                <c:pt idx="118">
                  <c:v>99.54</c:v>
                </c:pt>
                <c:pt idx="119">
                  <c:v>100.089</c:v>
                </c:pt>
                <c:pt idx="120">
                  <c:v>100.22799999999999</c:v>
                </c:pt>
              </c:numCache>
            </c:numRef>
          </c:val>
          <c:smooth val="0"/>
          <c:extLst>
            <c:ext xmlns:c16="http://schemas.microsoft.com/office/drawing/2014/chart" uri="{C3380CC4-5D6E-409C-BE32-E72D297353CC}">
              <c16:uniqueId val="{00000001-6526-4839-A3CB-16D336915D4C}"/>
            </c:ext>
          </c:extLst>
        </c:ser>
        <c:dLbls>
          <c:showLegendKey val="0"/>
          <c:showVal val="0"/>
          <c:showCatName val="0"/>
          <c:showSerName val="0"/>
          <c:showPercent val="0"/>
          <c:showBubbleSize val="0"/>
        </c:dLbls>
        <c:marker val="1"/>
        <c:smooth val="0"/>
        <c:axId val="1439227231"/>
        <c:axId val="453433775"/>
      </c:lineChart>
      <c:date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Offset val="100"/>
        <c:baseTimeUnit val="days"/>
        <c:majorUnit val="30"/>
        <c:majorTimeUnit val="days"/>
      </c:dateAx>
      <c:valAx>
        <c:axId val="-266031040"/>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valAx>
        <c:axId val="453433775"/>
        <c:scaling>
          <c:orientation val="minMax"/>
          <c:min val="95"/>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1439227231"/>
        <c:crosses val="max"/>
        <c:crossBetween val="between"/>
      </c:valAx>
      <c:dateAx>
        <c:axId val="1439227231"/>
        <c:scaling>
          <c:orientation val="minMax"/>
        </c:scaling>
        <c:delete val="1"/>
        <c:axPos val="b"/>
        <c:numFmt formatCode="m/d/yyyy" sourceLinked="1"/>
        <c:majorTickMark val="out"/>
        <c:minorTickMark val="none"/>
        <c:tickLblPos val="nextTo"/>
        <c:crossAx val="453433775"/>
        <c:crosses val="autoZero"/>
        <c:auto val="1"/>
        <c:lblOffset val="100"/>
        <c:baseTimeUnit val="days"/>
      </c:dateAx>
      <c:spPr>
        <a:noFill/>
        <a:ln>
          <a:noFill/>
        </a:ln>
        <a:effectLst/>
      </c:spPr>
    </c:plotArea>
    <c:legend>
      <c:legendPos val="t"/>
      <c:legendEntry>
        <c:idx val="0"/>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05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05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'BOJ JGB购买规模'!$B$1</c:f>
              <c:strCache>
                <c:ptCount val="1"/>
                <c:pt idx="0">
                  <c:v>日本央行对长期日本国债的(计划)购进规模，万亿日元</c:v>
                </c:pt>
              </c:strCache>
            </c:strRef>
          </c:tx>
          <c:spPr>
            <a:solidFill>
              <a:srgbClr val="7C80C9"/>
            </a:solidFill>
            <a:ln>
              <a:noFill/>
            </a:ln>
            <a:effectLst/>
          </c:spPr>
          <c:invertIfNegative val="0"/>
          <c:dLbls>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'BOJ JGB购买规模'!$A$2:$A$23</c:f>
              <c:numCache>
                <c:formatCode>mmm\-yy</c:formatCode>
                <c:ptCount val="22"/>
                <c:pt idx="0">
                  <c:v>46023</c:v>
                </c:pt>
                <c:pt idx="1">
                  <c:v>46054</c:v>
                </c:pt>
                <c:pt idx="2">
                  <c:v>46082</c:v>
                </c:pt>
                <c:pt idx="3">
                  <c:v>46113</c:v>
                </c:pt>
                <c:pt idx="4">
                  <c:v>46143</c:v>
                </c:pt>
                <c:pt idx="5">
                  <c:v>46174</c:v>
                </c:pt>
                <c:pt idx="6">
                  <c:v>46204</c:v>
                </c:pt>
                <c:pt idx="7">
                  <c:v>46235</c:v>
                </c:pt>
                <c:pt idx="8">
                  <c:v>46266</c:v>
                </c:pt>
                <c:pt idx="9">
                  <c:v>46296</c:v>
                </c:pt>
                <c:pt idx="10">
                  <c:v>46327</c:v>
                </c:pt>
                <c:pt idx="11">
                  <c:v>46357</c:v>
                </c:pt>
                <c:pt idx="12">
                  <c:v>46388</c:v>
                </c:pt>
                <c:pt idx="13">
                  <c:v>46419</c:v>
                </c:pt>
                <c:pt idx="14">
                  <c:v>46447</c:v>
                </c:pt>
                <c:pt idx="15">
                  <c:v>46478</c:v>
                </c:pt>
                <c:pt idx="16">
                  <c:v>46508</c:v>
                </c:pt>
                <c:pt idx="17">
                  <c:v>46539</c:v>
                </c:pt>
                <c:pt idx="18">
                  <c:v>46569</c:v>
                </c:pt>
                <c:pt idx="19">
                  <c:v>46600</c:v>
                </c:pt>
                <c:pt idx="20">
                  <c:v>46631</c:v>
                </c:pt>
                <c:pt idx="21">
                  <c:v>46661</c:v>
                </c:pt>
              </c:numCache>
            </c:numRef>
          </c:cat>
          <c:val>
            <c:numRef>
              <c:f>'BOJ JGB购买规模'!$B$2:$B$23</c:f>
              <c:numCache>
                <c:formatCode>General</c:formatCode>
                <c:ptCount val="22"/>
                <c:pt idx="0">
                  <c:v>2.73</c:v>
                </c:pt>
                <c:pt idx="1">
                  <c:v>2.78</c:v>
                </c:pt>
                <c:pt idx="2">
                  <c:v>2.74</c:v>
                </c:pt>
                <c:pt idx="3">
                  <c:v>2.57</c:v>
                </c:pt>
                <c:pt idx="4">
                  <c:v>2.5</c:v>
                </c:pt>
                <c:pt idx="5">
                  <c:v>2.7</c:v>
                </c:pt>
                <c:pt idx="6">
                  <c:v>2.5</c:v>
                </c:pt>
                <c:pt idx="7">
                  <c:v>2.5</c:v>
                </c:pt>
                <c:pt idx="8">
                  <c:v>2.5</c:v>
                </c:pt>
                <c:pt idx="9">
                  <c:v>2.2999999999999998</c:v>
                </c:pt>
                <c:pt idx="10">
                  <c:v>2.2999999999999998</c:v>
                </c:pt>
                <c:pt idx="11">
                  <c:v>2.2999999999999998</c:v>
                </c:pt>
                <c:pt idx="12">
                  <c:v>2.1</c:v>
                </c:pt>
                <c:pt idx="13">
                  <c:v>2.1</c:v>
                </c:pt>
                <c:pt idx="14">
                  <c:v>2.1</c:v>
                </c:pt>
                <c:pt idx="15">
                  <c:v>2</c:v>
                </c:pt>
                <c:pt idx="16">
                  <c:v>2</c:v>
                </c:pt>
                <c:pt idx="17">
                  <c:v>2</c:v>
                </c:pt>
                <c:pt idx="18">
                  <c:v>2</c:v>
                </c:pt>
                <c:pt idx="19">
                  <c:v>2</c:v>
                </c:pt>
                <c:pt idx="20">
                  <c:v>2</c:v>
                </c:pt>
                <c:pt idx="21">
                  <c:v>2</c:v>
                </c:pt>
              </c:numCache>
            </c:numRef>
          </c:val>
          <c:extLst>
            <c:ext xmlns:c16="http://schemas.microsoft.com/office/drawing/2014/chart" uri="{C3380CC4-5D6E-409C-BE32-E72D297353CC}">
              <c16:uniqueId val="{00000000-951B-4E0F-A27C-8C3310974726}"/>
            </c:ext>
          </c:extLst>
        </c:ser>
        <c:dLbls>
          <c:showLegendKey val="0"/>
          <c:showVal val="0"/>
          <c:showCatName val="0"/>
          <c:showSerName val="0"/>
          <c:showPercent val="0"/>
          <c:showBubbleSize val="0"/>
        </c:dLbls>
        <c:gapWidth val="150"/>
        <c:overlap val="-25"/>
        <c:axId val="-206191696"/>
        <c:axId val="-206184624"/>
      </c:barChart>
      <c:dateAx>
        <c:axId val="-206191696"/>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206184624"/>
        <c:crosses val="autoZero"/>
        <c:auto val="1"/>
        <c:lblOffset val="100"/>
        <c:baseTimeUnit val="months"/>
      </c:dateAx>
      <c:valAx>
        <c:axId val="-206184624"/>
        <c:scaling>
          <c:orientation val="minMax"/>
          <c:max val="2.8"/>
          <c:min val="1.5"/>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crossAx val="-2061916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00" b="0" i="0" u="none" strike="noStrike" kern="1200" baseline="0">
              <a:solidFill>
                <a:schemeClr val="tx1"/>
              </a:solidFill>
              <a:latin typeface="Arial" panose="020B0704020202090204" pitchFamily="7" charset="0"/>
              <a:ea typeface="思源黑体 CN Light" panose="020B0800000000000000" pitchFamily="34" charset="-128"/>
              <a:cs typeface="+mn-cs"/>
            </a:defRPr>
          </a:pPr>
          <a:endParaRPr lang="zh-CN"/>
        </a:p>
      </c:txPr>
    </c:legend>
    <c:plotVisOnly val="1"/>
    <c:dispBlanksAs val="gap"/>
    <c:showDLblsOverMax val="0"/>
    <c:extLst>
      <c:ext uri="{0b15fc19-7d7d-44ad-8c2d-2c3a37ce22c3}">
        <chartProps xmlns="https://web.wps.cn/et/2018/main" chartId="{7476a7fc-0a83-48f1-ab1d-e652f8f8d27d}"/>
      </c:ext>
    </c:extLst>
  </c:chart>
  <c:spPr>
    <a:noFill/>
    <a:ln w="9525" cap="flat" cmpd="sng" algn="ctr">
      <a:noFill/>
      <a:round/>
    </a:ln>
    <a:effectLst/>
  </c:spPr>
  <c:txPr>
    <a:bodyPr/>
    <a:lstStyle/>
    <a:p>
      <a:pPr>
        <a:defRPr lang="zh-CN" sz="1100" baseline="0">
          <a:solidFill>
            <a:schemeClr val="tx1"/>
          </a:solidFill>
          <a:latin typeface="Arial" panose="020B0704020202090204" pitchFamily="7" charset="0"/>
          <a:ea typeface="思源黑体 CN Light" panose="020B0800000000000000" pitchFamily="34" charset="-128"/>
        </a:defRPr>
      </a:pPr>
      <a:endParaRPr lang="zh-CN"/>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49065783481806E-2"/>
          <c:y val="0.129494649678736"/>
          <c:w val="0.89018684330363895"/>
          <c:h val="0.76083918650849303"/>
        </c:manualLayout>
      </c:layout>
      <c:barChart>
        <c:barDir val="col"/>
        <c:grouping val="clustered"/>
        <c:varyColors val="0"/>
        <c:ser>
          <c:idx val="0"/>
          <c:order val="0"/>
          <c:tx>
            <c:strRef>
              <c:f>'日本政策利率预期 OIS'!$C$1</c:f>
              <c:strCache>
                <c:ptCount val="1"/>
                <c:pt idx="0">
                  <c:v>该日期定价的加息/降息次数，右轴</c:v>
                </c:pt>
              </c:strCache>
            </c:strRef>
          </c:tx>
          <c:spPr>
            <a:solidFill>
              <a:srgbClr val="D8D9D8"/>
            </a:solidFill>
            <a:ln>
              <a:noFill/>
            </a:ln>
            <a:effectLst/>
          </c:spPr>
          <c:invertIfNegative val="0"/>
          <c:cat>
            <c:strRef>
              <c:f>'日本政策利率预期 OIS'!$A$2:$A$5</c:f>
              <c:strCache>
                <c:ptCount val="4"/>
                <c:pt idx="0">
                  <c:v>07/31/2026</c:v>
                </c:pt>
                <c:pt idx="1">
                  <c:v>09/18/2026</c:v>
                </c:pt>
                <c:pt idx="2">
                  <c:v>10/30/2026</c:v>
                </c:pt>
                <c:pt idx="3">
                  <c:v>12/18/2026</c:v>
                </c:pt>
              </c:strCache>
            </c:strRef>
          </c:cat>
          <c:val>
            <c:numRef>
              <c:f>'日本政策利率预期 OIS'!$C$2:$C$5</c:f>
              <c:numCache>
                <c:formatCode>General</c:formatCode>
                <c:ptCount val="4"/>
                <c:pt idx="0">
                  <c:v>1.0999999999999999E-2</c:v>
                </c:pt>
                <c:pt idx="1">
                  <c:v>0.16400000000000001</c:v>
                </c:pt>
                <c:pt idx="2">
                  <c:v>0.51200000000000001</c:v>
                </c:pt>
                <c:pt idx="3">
                  <c:v>0.79300000000000004</c:v>
                </c:pt>
              </c:numCache>
            </c:numRef>
          </c:val>
          <c:extLst>
            <c:ext xmlns:c16="http://schemas.microsoft.com/office/drawing/2014/chart" uri="{C3380CC4-5D6E-409C-BE32-E72D297353CC}">
              <c16:uniqueId val="{00000000-991A-401A-A10B-9C0FA503F5AA}"/>
            </c:ext>
          </c:extLst>
        </c:ser>
        <c:dLbls>
          <c:showLegendKey val="0"/>
          <c:showVal val="0"/>
          <c:showCatName val="0"/>
          <c:showSerName val="0"/>
          <c:showPercent val="0"/>
          <c:showBubbleSize val="0"/>
        </c:dLbls>
        <c:gapWidth val="219"/>
        <c:axId val="-208460064"/>
        <c:axId val="-208459520"/>
      </c:barChart>
      <c:lineChart>
        <c:grouping val="standard"/>
        <c:varyColors val="0"/>
        <c:ser>
          <c:idx val="1"/>
          <c:order val="1"/>
          <c:tx>
            <c:strRef>
              <c:f>'日本政策利率预期 OIS'!$B$1</c:f>
              <c:strCache>
                <c:ptCount val="1"/>
                <c:pt idx="0">
                  <c:v>日本OIS隐含隔夜利率(%)，左轴</c:v>
                </c:pt>
              </c:strCache>
            </c:strRef>
          </c:tx>
          <c:spPr>
            <a:ln w="28575" cap="rnd" cmpd="sng">
              <a:solidFill>
                <a:srgbClr val="7C80C8"/>
              </a:solidFill>
              <a:prstDash val="solid"/>
              <a:round/>
            </a:ln>
            <a:effectLst/>
          </c:spPr>
          <c:marker>
            <c:symbol val="circle"/>
            <c:size val="5"/>
            <c:spPr>
              <a:solidFill>
                <a:schemeClr val="accent2"/>
              </a:solidFill>
              <a:ln w="9525">
                <a:solidFill>
                  <a:schemeClr val="accent2"/>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1-991A-401A-A10B-9C0FA503F5AA}"/>
                </c:ext>
              </c:extLst>
            </c:dLbl>
            <c:dLbl>
              <c:idx val="1"/>
              <c:delete val="1"/>
              <c:extLst>
                <c:ext xmlns:c15="http://schemas.microsoft.com/office/drawing/2012/chart" uri="{CE6537A1-D6FC-4f65-9D91-7224C49458BB}"/>
                <c:ext xmlns:c16="http://schemas.microsoft.com/office/drawing/2014/chart" uri="{C3380CC4-5D6E-409C-BE32-E72D297353CC}">
                  <c16:uniqueId val="{00000002-991A-401A-A10B-9C0FA503F5AA}"/>
                </c:ext>
              </c:extLst>
            </c:dLbl>
            <c:dLbl>
              <c:idx val="2"/>
              <c:delete val="1"/>
              <c:extLst>
                <c:ext xmlns:c15="http://schemas.microsoft.com/office/drawing/2012/chart" uri="{CE6537A1-D6FC-4f65-9D91-7224C49458BB}"/>
                <c:ext xmlns:c16="http://schemas.microsoft.com/office/drawing/2014/chart" uri="{C3380CC4-5D6E-409C-BE32-E72D297353CC}">
                  <c16:uniqueId val="{00000003-991A-401A-A10B-9C0FA503F5AA}"/>
                </c:ext>
              </c:extLst>
            </c:dLbl>
            <c:dLbl>
              <c:idx val="3"/>
              <c:layout>
                <c:manualLayout>
                  <c:x val="-0.10369410239792622"/>
                  <c:y val="-4.1690800886485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91A-401A-A10B-9C0FA503F5AA}"/>
                </c:ext>
              </c:extLst>
            </c:dLbl>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'日本政策利率预期 OIS'!$A$2:$A$5</c:f>
              <c:strCache>
                <c:ptCount val="4"/>
                <c:pt idx="0">
                  <c:v>07/31/2026</c:v>
                </c:pt>
                <c:pt idx="1">
                  <c:v>09/18/2026</c:v>
                </c:pt>
                <c:pt idx="2">
                  <c:v>10/30/2026</c:v>
                </c:pt>
                <c:pt idx="3">
                  <c:v>12/18/2026</c:v>
                </c:pt>
              </c:strCache>
            </c:strRef>
          </c:cat>
          <c:val>
            <c:numRef>
              <c:f>'日本政策利率预期 OIS'!$B$2:$B$5</c:f>
              <c:numCache>
                <c:formatCode>General</c:formatCode>
                <c:ptCount val="4"/>
                <c:pt idx="0">
                  <c:v>0.98</c:v>
                </c:pt>
                <c:pt idx="1">
                  <c:v>1.018</c:v>
                </c:pt>
                <c:pt idx="2">
                  <c:v>1.105</c:v>
                </c:pt>
                <c:pt idx="3">
                  <c:v>1.1759999999999999</c:v>
                </c:pt>
              </c:numCache>
            </c:numRef>
          </c:val>
          <c:smooth val="0"/>
          <c:extLst>
            <c:ext xmlns:c16="http://schemas.microsoft.com/office/drawing/2014/chart" uri="{C3380CC4-5D6E-409C-BE32-E72D297353CC}">
              <c16:uniqueId val="{00000005-991A-401A-A10B-9C0FA503F5AA}"/>
            </c:ext>
          </c:extLst>
        </c:ser>
        <c:dLbls>
          <c:showLegendKey val="0"/>
          <c:showVal val="1"/>
          <c:showCatName val="0"/>
          <c:showSerName val="0"/>
          <c:showPercent val="0"/>
          <c:showBubbleSize val="0"/>
        </c:dLbls>
        <c:marker val="1"/>
        <c:smooth val="0"/>
        <c:axId val="1804289504"/>
        <c:axId val="323128287"/>
      </c:lineChart>
      <c:catAx>
        <c:axId val="-208460064"/>
        <c:scaling>
          <c:orientation val="minMax"/>
        </c:scaling>
        <c:delete val="0"/>
        <c:axPos val="b"/>
        <c:numFmt formatCode="General" sourceLinked="1"/>
        <c:majorTickMark val="out"/>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08459520"/>
        <c:crosses val="autoZero"/>
        <c:auto val="1"/>
        <c:lblAlgn val="ctr"/>
        <c:lblOffset val="100"/>
        <c:noMultiLvlLbl val="0"/>
      </c:catAx>
      <c:valAx>
        <c:axId val="-20845952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08460064"/>
        <c:crosses val="max"/>
        <c:crossBetween val="between"/>
      </c:valAx>
      <c:valAx>
        <c:axId val="323128287"/>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1804289504"/>
        <c:crosses val="autoZero"/>
        <c:crossBetween val="between"/>
      </c:valAx>
      <c:catAx>
        <c:axId val="1804289504"/>
        <c:scaling>
          <c:orientation val="minMax"/>
        </c:scaling>
        <c:delete val="1"/>
        <c:axPos val="b"/>
        <c:numFmt formatCode="General" sourceLinked="1"/>
        <c:majorTickMark val="out"/>
        <c:minorTickMark val="none"/>
        <c:tickLblPos val="nextTo"/>
        <c:crossAx val="323128287"/>
        <c:crosses val="autoZero"/>
        <c:auto val="1"/>
        <c:lblAlgn val="ctr"/>
        <c:lblOffset val="100"/>
        <c:noMultiLvlLbl val="0"/>
      </c:cat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3da90cb6-71ee-4dac-b5a2-0136bb09c5e0}"/>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74558204367605"/>
          <c:w val="0.84340643929044301"/>
          <c:h val="0.74717790047048405"/>
        </c:manualLayout>
      </c:layout>
      <c:lineChart>
        <c:grouping val="standard"/>
        <c:varyColors val="0"/>
        <c:ser>
          <c:idx val="0"/>
          <c:order val="0"/>
          <c:tx>
            <c:strRef>
              <c:f>'ECB policy rate'!$B$1</c:f>
              <c:strCache>
                <c:ptCount val="1"/>
                <c:pt idx="0">
                  <c:v>欧洲央行存款利率</c:v>
                </c:pt>
              </c:strCache>
            </c:strRef>
          </c:tx>
          <c:spPr>
            <a:ln w="25400" cap="rnd" cmpd="sng">
              <a:solidFill>
                <a:srgbClr val="7C80C8"/>
              </a:solidFill>
              <a:prstDash val="solid"/>
              <a:round/>
            </a:ln>
            <a:effectLst/>
          </c:spPr>
          <c:marker>
            <c:symbol val="none"/>
          </c:marker>
          <c:cat>
            <c:numRef>
              <c:f>'ECB policy rate'!$A$2:$A$6901</c:f>
              <c:numCache>
                <c:formatCode>m/d/yyyy</c:formatCode>
                <c:ptCount val="6900"/>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36637</c:v>
                </c:pt>
                <c:pt idx="80">
                  <c:v>36640</c:v>
                </c:pt>
                <c:pt idx="81">
                  <c:v>36641</c:v>
                </c:pt>
                <c:pt idx="82">
                  <c:v>36642</c:v>
                </c:pt>
                <c:pt idx="83">
                  <c:v>36643</c:v>
                </c:pt>
                <c:pt idx="84">
                  <c:v>36644</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36801</c:v>
                </c:pt>
                <c:pt idx="196">
                  <c:v>36802</c:v>
                </c:pt>
                <c:pt idx="197">
                  <c:v>36803</c:v>
                </c:pt>
                <c:pt idx="198">
                  <c:v>36804</c:v>
                </c:pt>
                <c:pt idx="199">
                  <c:v>36805</c:v>
                </c:pt>
                <c:pt idx="200">
                  <c:v>36808</c:v>
                </c:pt>
                <c:pt idx="201">
                  <c:v>36809</c:v>
                </c:pt>
                <c:pt idx="202">
                  <c:v>36810</c:v>
                </c:pt>
                <c:pt idx="203">
                  <c:v>36811</c:v>
                </c:pt>
                <c:pt idx="204">
                  <c:v>36812</c:v>
                </c:pt>
                <c:pt idx="205">
                  <c:v>36815</c:v>
                </c:pt>
                <c:pt idx="206">
                  <c:v>36816</c:v>
                </c:pt>
                <c:pt idx="207">
                  <c:v>36817</c:v>
                </c:pt>
                <c:pt idx="208">
                  <c:v>36818</c:v>
                </c:pt>
                <c:pt idx="209">
                  <c:v>36819</c:v>
                </c:pt>
                <c:pt idx="210">
                  <c:v>36822</c:v>
                </c:pt>
                <c:pt idx="211">
                  <c:v>36823</c:v>
                </c:pt>
                <c:pt idx="212">
                  <c:v>36824</c:v>
                </c:pt>
                <c:pt idx="213">
                  <c:v>36825</c:v>
                </c:pt>
                <c:pt idx="214">
                  <c:v>36826</c:v>
                </c:pt>
                <c:pt idx="215">
                  <c:v>36829</c:v>
                </c:pt>
                <c:pt idx="216">
                  <c:v>36830</c:v>
                </c:pt>
                <c:pt idx="217">
                  <c:v>36831</c:v>
                </c:pt>
                <c:pt idx="218">
                  <c:v>36832</c:v>
                </c:pt>
                <c:pt idx="219">
                  <c:v>36833</c:v>
                </c:pt>
                <c:pt idx="220">
                  <c:v>36836</c:v>
                </c:pt>
                <c:pt idx="221">
                  <c:v>36837</c:v>
                </c:pt>
                <c:pt idx="222">
                  <c:v>36838</c:v>
                </c:pt>
                <c:pt idx="223">
                  <c:v>36839</c:v>
                </c:pt>
                <c:pt idx="224">
                  <c:v>36840</c:v>
                </c:pt>
                <c:pt idx="225">
                  <c:v>36843</c:v>
                </c:pt>
                <c:pt idx="226">
                  <c:v>36844</c:v>
                </c:pt>
                <c:pt idx="227">
                  <c:v>36845</c:v>
                </c:pt>
                <c:pt idx="228">
                  <c:v>36846</c:v>
                </c:pt>
                <c:pt idx="229">
                  <c:v>36847</c:v>
                </c:pt>
                <c:pt idx="230">
                  <c:v>36850</c:v>
                </c:pt>
                <c:pt idx="231">
                  <c:v>36851</c:v>
                </c:pt>
                <c:pt idx="232">
                  <c:v>36852</c:v>
                </c:pt>
                <c:pt idx="233">
                  <c:v>36853</c:v>
                </c:pt>
                <c:pt idx="234">
                  <c:v>36854</c:v>
                </c:pt>
                <c:pt idx="235">
                  <c:v>36857</c:v>
                </c:pt>
                <c:pt idx="236">
                  <c:v>36858</c:v>
                </c:pt>
                <c:pt idx="237">
                  <c:v>36859</c:v>
                </c:pt>
                <c:pt idx="238">
                  <c:v>36860</c:v>
                </c:pt>
                <c:pt idx="239">
                  <c:v>36861</c:v>
                </c:pt>
                <c:pt idx="240">
                  <c:v>36864</c:v>
                </c:pt>
                <c:pt idx="241">
                  <c:v>36865</c:v>
                </c:pt>
                <c:pt idx="242">
                  <c:v>36866</c:v>
                </c:pt>
                <c:pt idx="243">
                  <c:v>36867</c:v>
                </c:pt>
                <c:pt idx="244">
                  <c:v>36868</c:v>
                </c:pt>
                <c:pt idx="245">
                  <c:v>36871</c:v>
                </c:pt>
                <c:pt idx="246">
                  <c:v>36872</c:v>
                </c:pt>
                <c:pt idx="247">
                  <c:v>36873</c:v>
                </c:pt>
                <c:pt idx="248">
                  <c:v>36874</c:v>
                </c:pt>
                <c:pt idx="249">
                  <c:v>36875</c:v>
                </c:pt>
                <c:pt idx="250">
                  <c:v>36878</c:v>
                </c:pt>
                <c:pt idx="251">
                  <c:v>36879</c:v>
                </c:pt>
                <c:pt idx="252">
                  <c:v>36880</c:v>
                </c:pt>
                <c:pt idx="253">
                  <c:v>36881</c:v>
                </c:pt>
                <c:pt idx="254">
                  <c:v>36882</c:v>
                </c:pt>
                <c:pt idx="255">
                  <c:v>36885</c:v>
                </c:pt>
                <c:pt idx="256">
                  <c:v>36886</c:v>
                </c:pt>
                <c:pt idx="257">
                  <c:v>36887</c:v>
                </c:pt>
                <c:pt idx="258">
                  <c:v>36888</c:v>
                </c:pt>
                <c:pt idx="259">
                  <c:v>36889</c:v>
                </c:pt>
                <c:pt idx="260">
                  <c:v>36892</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36983</c:v>
                </c:pt>
                <c:pt idx="326">
                  <c:v>36984</c:v>
                </c:pt>
                <c:pt idx="327">
                  <c:v>36985</c:v>
                </c:pt>
                <c:pt idx="328">
                  <c:v>36986</c:v>
                </c:pt>
                <c:pt idx="329">
                  <c:v>36987</c:v>
                </c:pt>
                <c:pt idx="330">
                  <c:v>36990</c:v>
                </c:pt>
                <c:pt idx="331">
                  <c:v>36991</c:v>
                </c:pt>
                <c:pt idx="332">
                  <c:v>36992</c:v>
                </c:pt>
                <c:pt idx="333">
                  <c:v>36993</c:v>
                </c:pt>
                <c:pt idx="334">
                  <c:v>36994</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37074</c:v>
                </c:pt>
                <c:pt idx="391">
                  <c:v>37075</c:v>
                </c:pt>
                <c:pt idx="392">
                  <c:v>37076</c:v>
                </c:pt>
                <c:pt idx="393">
                  <c:v>37077</c:v>
                </c:pt>
                <c:pt idx="394">
                  <c:v>37078</c:v>
                </c:pt>
                <c:pt idx="395">
                  <c:v>37081</c:v>
                </c:pt>
                <c:pt idx="396">
                  <c:v>37082</c:v>
                </c:pt>
                <c:pt idx="397">
                  <c:v>37083</c:v>
                </c:pt>
                <c:pt idx="398">
                  <c:v>37084</c:v>
                </c:pt>
                <c:pt idx="399">
                  <c:v>37085</c:v>
                </c:pt>
                <c:pt idx="400">
                  <c:v>37088</c:v>
                </c:pt>
                <c:pt idx="401">
                  <c:v>37089</c:v>
                </c:pt>
                <c:pt idx="402">
                  <c:v>37090</c:v>
                </c:pt>
                <c:pt idx="403">
                  <c:v>37091</c:v>
                </c:pt>
                <c:pt idx="404">
                  <c:v>37092</c:v>
                </c:pt>
                <c:pt idx="405">
                  <c:v>37095</c:v>
                </c:pt>
                <c:pt idx="406">
                  <c:v>37096</c:v>
                </c:pt>
                <c:pt idx="407">
                  <c:v>37097</c:v>
                </c:pt>
                <c:pt idx="408">
                  <c:v>37098</c:v>
                </c:pt>
                <c:pt idx="409">
                  <c:v>37099</c:v>
                </c:pt>
                <c:pt idx="410">
                  <c:v>37102</c:v>
                </c:pt>
                <c:pt idx="411">
                  <c:v>37103</c:v>
                </c:pt>
                <c:pt idx="412">
                  <c:v>37104</c:v>
                </c:pt>
                <c:pt idx="413">
                  <c:v>37105</c:v>
                </c:pt>
                <c:pt idx="414">
                  <c:v>37106</c:v>
                </c:pt>
                <c:pt idx="415">
                  <c:v>37109</c:v>
                </c:pt>
                <c:pt idx="416">
                  <c:v>37110</c:v>
                </c:pt>
                <c:pt idx="417">
                  <c:v>37111</c:v>
                </c:pt>
                <c:pt idx="418">
                  <c:v>37112</c:v>
                </c:pt>
                <c:pt idx="419">
                  <c:v>37113</c:v>
                </c:pt>
                <c:pt idx="420">
                  <c:v>37116</c:v>
                </c:pt>
                <c:pt idx="421">
                  <c:v>37117</c:v>
                </c:pt>
                <c:pt idx="422">
                  <c:v>37118</c:v>
                </c:pt>
                <c:pt idx="423">
                  <c:v>37119</c:v>
                </c:pt>
                <c:pt idx="424">
                  <c:v>37120</c:v>
                </c:pt>
                <c:pt idx="425">
                  <c:v>37123</c:v>
                </c:pt>
                <c:pt idx="426">
                  <c:v>37124</c:v>
                </c:pt>
                <c:pt idx="427">
                  <c:v>37125</c:v>
                </c:pt>
                <c:pt idx="428">
                  <c:v>37126</c:v>
                </c:pt>
                <c:pt idx="429">
                  <c:v>37127</c:v>
                </c:pt>
                <c:pt idx="430">
                  <c:v>37130</c:v>
                </c:pt>
                <c:pt idx="431">
                  <c:v>37131</c:v>
                </c:pt>
                <c:pt idx="432">
                  <c:v>37132</c:v>
                </c:pt>
                <c:pt idx="433">
                  <c:v>37133</c:v>
                </c:pt>
                <c:pt idx="434">
                  <c:v>37134</c:v>
                </c:pt>
                <c:pt idx="435">
                  <c:v>37137</c:v>
                </c:pt>
                <c:pt idx="436">
                  <c:v>37138</c:v>
                </c:pt>
                <c:pt idx="437">
                  <c:v>37139</c:v>
                </c:pt>
                <c:pt idx="438">
                  <c:v>37140</c:v>
                </c:pt>
                <c:pt idx="439">
                  <c:v>37141</c:v>
                </c:pt>
                <c:pt idx="440">
                  <c:v>37144</c:v>
                </c:pt>
                <c:pt idx="441">
                  <c:v>37145</c:v>
                </c:pt>
                <c:pt idx="442">
                  <c:v>37146</c:v>
                </c:pt>
                <c:pt idx="443">
                  <c:v>37147</c:v>
                </c:pt>
                <c:pt idx="444">
                  <c:v>37148</c:v>
                </c:pt>
                <c:pt idx="445">
                  <c:v>37151</c:v>
                </c:pt>
                <c:pt idx="446">
                  <c:v>37152</c:v>
                </c:pt>
                <c:pt idx="447">
                  <c:v>37153</c:v>
                </c:pt>
                <c:pt idx="448">
                  <c:v>37154</c:v>
                </c:pt>
                <c:pt idx="449">
                  <c:v>37155</c:v>
                </c:pt>
                <c:pt idx="450">
                  <c:v>37158</c:v>
                </c:pt>
                <c:pt idx="451">
                  <c:v>37159</c:v>
                </c:pt>
                <c:pt idx="452">
                  <c:v>37160</c:v>
                </c:pt>
                <c:pt idx="453">
                  <c:v>37161</c:v>
                </c:pt>
                <c:pt idx="454">
                  <c:v>37162</c:v>
                </c:pt>
                <c:pt idx="455">
                  <c:v>37165</c:v>
                </c:pt>
                <c:pt idx="456">
                  <c:v>37166</c:v>
                </c:pt>
                <c:pt idx="457">
                  <c:v>37167</c:v>
                </c:pt>
                <c:pt idx="458">
                  <c:v>37168</c:v>
                </c:pt>
                <c:pt idx="459">
                  <c:v>37169</c:v>
                </c:pt>
                <c:pt idx="460">
                  <c:v>37172</c:v>
                </c:pt>
                <c:pt idx="461">
                  <c:v>37173</c:v>
                </c:pt>
                <c:pt idx="462">
                  <c:v>37174</c:v>
                </c:pt>
                <c:pt idx="463">
                  <c:v>37175</c:v>
                </c:pt>
                <c:pt idx="464">
                  <c:v>37176</c:v>
                </c:pt>
                <c:pt idx="465">
                  <c:v>37179</c:v>
                </c:pt>
                <c:pt idx="466">
                  <c:v>37180</c:v>
                </c:pt>
                <c:pt idx="467">
                  <c:v>37181</c:v>
                </c:pt>
                <c:pt idx="468">
                  <c:v>37182</c:v>
                </c:pt>
                <c:pt idx="469">
                  <c:v>37183</c:v>
                </c:pt>
                <c:pt idx="470">
                  <c:v>37186</c:v>
                </c:pt>
                <c:pt idx="471">
                  <c:v>37187</c:v>
                </c:pt>
                <c:pt idx="472">
                  <c:v>37188</c:v>
                </c:pt>
                <c:pt idx="473">
                  <c:v>37189</c:v>
                </c:pt>
                <c:pt idx="474">
                  <c:v>37190</c:v>
                </c:pt>
                <c:pt idx="475">
                  <c:v>37193</c:v>
                </c:pt>
                <c:pt idx="476">
                  <c:v>37194</c:v>
                </c:pt>
                <c:pt idx="477">
                  <c:v>37195</c:v>
                </c:pt>
                <c:pt idx="478">
                  <c:v>37196</c:v>
                </c:pt>
                <c:pt idx="479">
                  <c:v>37197</c:v>
                </c:pt>
                <c:pt idx="480">
                  <c:v>37200</c:v>
                </c:pt>
                <c:pt idx="481">
                  <c:v>37201</c:v>
                </c:pt>
                <c:pt idx="482">
                  <c:v>37202</c:v>
                </c:pt>
                <c:pt idx="483">
                  <c:v>37203</c:v>
                </c:pt>
                <c:pt idx="484">
                  <c:v>37204</c:v>
                </c:pt>
                <c:pt idx="485">
                  <c:v>37207</c:v>
                </c:pt>
                <c:pt idx="486">
                  <c:v>37208</c:v>
                </c:pt>
                <c:pt idx="487">
                  <c:v>37209</c:v>
                </c:pt>
                <c:pt idx="488">
                  <c:v>37210</c:v>
                </c:pt>
                <c:pt idx="489">
                  <c:v>37211</c:v>
                </c:pt>
                <c:pt idx="490">
                  <c:v>37214</c:v>
                </c:pt>
                <c:pt idx="491">
                  <c:v>37215</c:v>
                </c:pt>
                <c:pt idx="492">
                  <c:v>37216</c:v>
                </c:pt>
                <c:pt idx="493">
                  <c:v>37217</c:v>
                </c:pt>
                <c:pt idx="494">
                  <c:v>37218</c:v>
                </c:pt>
                <c:pt idx="495">
                  <c:v>37221</c:v>
                </c:pt>
                <c:pt idx="496">
                  <c:v>37222</c:v>
                </c:pt>
                <c:pt idx="497">
                  <c:v>37223</c:v>
                </c:pt>
                <c:pt idx="498">
                  <c:v>37224</c:v>
                </c:pt>
                <c:pt idx="499">
                  <c:v>37225</c:v>
                </c:pt>
                <c:pt idx="500">
                  <c:v>37228</c:v>
                </c:pt>
                <c:pt idx="501">
                  <c:v>37229</c:v>
                </c:pt>
                <c:pt idx="502">
                  <c:v>37230</c:v>
                </c:pt>
                <c:pt idx="503">
                  <c:v>37231</c:v>
                </c:pt>
                <c:pt idx="504">
                  <c:v>37232</c:v>
                </c:pt>
                <c:pt idx="505">
                  <c:v>37235</c:v>
                </c:pt>
                <c:pt idx="506">
                  <c:v>37236</c:v>
                </c:pt>
                <c:pt idx="507">
                  <c:v>37237</c:v>
                </c:pt>
                <c:pt idx="508">
                  <c:v>37238</c:v>
                </c:pt>
                <c:pt idx="509">
                  <c:v>37239</c:v>
                </c:pt>
                <c:pt idx="510">
                  <c:v>37242</c:v>
                </c:pt>
                <c:pt idx="511">
                  <c:v>37243</c:v>
                </c:pt>
                <c:pt idx="512">
                  <c:v>37244</c:v>
                </c:pt>
                <c:pt idx="513">
                  <c:v>37245</c:v>
                </c:pt>
                <c:pt idx="514">
                  <c:v>37246</c:v>
                </c:pt>
                <c:pt idx="515">
                  <c:v>37249</c:v>
                </c:pt>
                <c:pt idx="516">
                  <c:v>37250</c:v>
                </c:pt>
                <c:pt idx="517">
                  <c:v>37251</c:v>
                </c:pt>
                <c:pt idx="518">
                  <c:v>37252</c:v>
                </c:pt>
                <c:pt idx="519">
                  <c:v>37253</c:v>
                </c:pt>
                <c:pt idx="520">
                  <c:v>37256</c:v>
                </c:pt>
                <c:pt idx="521">
                  <c:v>37257</c:v>
                </c:pt>
                <c:pt idx="522">
                  <c:v>37258</c:v>
                </c:pt>
                <c:pt idx="523">
                  <c:v>37259</c:v>
                </c:pt>
                <c:pt idx="524">
                  <c:v>37260</c:v>
                </c:pt>
                <c:pt idx="525">
                  <c:v>37263</c:v>
                </c:pt>
                <c:pt idx="526">
                  <c:v>37264</c:v>
                </c:pt>
                <c:pt idx="527">
                  <c:v>37265</c:v>
                </c:pt>
                <c:pt idx="528">
                  <c:v>37266</c:v>
                </c:pt>
                <c:pt idx="529">
                  <c:v>37267</c:v>
                </c:pt>
                <c:pt idx="530">
                  <c:v>37270</c:v>
                </c:pt>
                <c:pt idx="531">
                  <c:v>37271</c:v>
                </c:pt>
                <c:pt idx="532">
                  <c:v>37272</c:v>
                </c:pt>
                <c:pt idx="533">
                  <c:v>37273</c:v>
                </c:pt>
                <c:pt idx="534">
                  <c:v>37274</c:v>
                </c:pt>
                <c:pt idx="535">
                  <c:v>37277</c:v>
                </c:pt>
                <c:pt idx="536">
                  <c:v>37278</c:v>
                </c:pt>
                <c:pt idx="537">
                  <c:v>37279</c:v>
                </c:pt>
                <c:pt idx="538">
                  <c:v>37280</c:v>
                </c:pt>
                <c:pt idx="539">
                  <c:v>37281</c:v>
                </c:pt>
                <c:pt idx="540">
                  <c:v>37284</c:v>
                </c:pt>
                <c:pt idx="541">
                  <c:v>37285</c:v>
                </c:pt>
                <c:pt idx="542">
                  <c:v>37286</c:v>
                </c:pt>
                <c:pt idx="543">
                  <c:v>37287</c:v>
                </c:pt>
                <c:pt idx="544">
                  <c:v>37288</c:v>
                </c:pt>
                <c:pt idx="545">
                  <c:v>37291</c:v>
                </c:pt>
                <c:pt idx="546">
                  <c:v>37292</c:v>
                </c:pt>
                <c:pt idx="547">
                  <c:v>37293</c:v>
                </c:pt>
                <c:pt idx="548">
                  <c:v>37294</c:v>
                </c:pt>
                <c:pt idx="549">
                  <c:v>37295</c:v>
                </c:pt>
                <c:pt idx="550">
                  <c:v>37298</c:v>
                </c:pt>
                <c:pt idx="551">
                  <c:v>37299</c:v>
                </c:pt>
                <c:pt idx="552">
                  <c:v>37300</c:v>
                </c:pt>
                <c:pt idx="553">
                  <c:v>37301</c:v>
                </c:pt>
                <c:pt idx="554">
                  <c:v>37302</c:v>
                </c:pt>
                <c:pt idx="555">
                  <c:v>37305</c:v>
                </c:pt>
                <c:pt idx="556">
                  <c:v>37306</c:v>
                </c:pt>
                <c:pt idx="557">
                  <c:v>37307</c:v>
                </c:pt>
                <c:pt idx="558">
                  <c:v>37308</c:v>
                </c:pt>
                <c:pt idx="559">
                  <c:v>37309</c:v>
                </c:pt>
                <c:pt idx="560">
                  <c:v>37312</c:v>
                </c:pt>
                <c:pt idx="561">
                  <c:v>37313</c:v>
                </c:pt>
                <c:pt idx="562">
                  <c:v>37314</c:v>
                </c:pt>
                <c:pt idx="563">
                  <c:v>37315</c:v>
                </c:pt>
                <c:pt idx="564">
                  <c:v>37316</c:v>
                </c:pt>
                <c:pt idx="565">
                  <c:v>37319</c:v>
                </c:pt>
                <c:pt idx="566">
                  <c:v>37320</c:v>
                </c:pt>
                <c:pt idx="567">
                  <c:v>37321</c:v>
                </c:pt>
                <c:pt idx="568">
                  <c:v>37322</c:v>
                </c:pt>
                <c:pt idx="569">
                  <c:v>37323</c:v>
                </c:pt>
                <c:pt idx="570">
                  <c:v>37326</c:v>
                </c:pt>
                <c:pt idx="571">
                  <c:v>37327</c:v>
                </c:pt>
                <c:pt idx="572">
                  <c:v>37328</c:v>
                </c:pt>
                <c:pt idx="573">
                  <c:v>37329</c:v>
                </c:pt>
                <c:pt idx="574">
                  <c:v>37330</c:v>
                </c:pt>
                <c:pt idx="575">
                  <c:v>37333</c:v>
                </c:pt>
                <c:pt idx="576">
                  <c:v>37334</c:v>
                </c:pt>
                <c:pt idx="577">
                  <c:v>37335</c:v>
                </c:pt>
                <c:pt idx="578">
                  <c:v>37336</c:v>
                </c:pt>
                <c:pt idx="579">
                  <c:v>37337</c:v>
                </c:pt>
                <c:pt idx="580">
                  <c:v>37340</c:v>
                </c:pt>
                <c:pt idx="581">
                  <c:v>37341</c:v>
                </c:pt>
                <c:pt idx="582">
                  <c:v>37342</c:v>
                </c:pt>
                <c:pt idx="583">
                  <c:v>37343</c:v>
                </c:pt>
                <c:pt idx="584">
                  <c:v>37344</c:v>
                </c:pt>
                <c:pt idx="585">
                  <c:v>37347</c:v>
                </c:pt>
                <c:pt idx="586">
                  <c:v>37348</c:v>
                </c:pt>
                <c:pt idx="587">
                  <c:v>37349</c:v>
                </c:pt>
                <c:pt idx="588">
                  <c:v>37350</c:v>
                </c:pt>
                <c:pt idx="589">
                  <c:v>37351</c:v>
                </c:pt>
                <c:pt idx="590">
                  <c:v>37354</c:v>
                </c:pt>
                <c:pt idx="591">
                  <c:v>37355</c:v>
                </c:pt>
                <c:pt idx="592">
                  <c:v>37356</c:v>
                </c:pt>
                <c:pt idx="593">
                  <c:v>37357</c:v>
                </c:pt>
                <c:pt idx="594">
                  <c:v>37358</c:v>
                </c:pt>
                <c:pt idx="595">
                  <c:v>37361</c:v>
                </c:pt>
                <c:pt idx="596">
                  <c:v>37362</c:v>
                </c:pt>
                <c:pt idx="597">
                  <c:v>37363</c:v>
                </c:pt>
                <c:pt idx="598">
                  <c:v>37364</c:v>
                </c:pt>
                <c:pt idx="599">
                  <c:v>37365</c:v>
                </c:pt>
                <c:pt idx="600">
                  <c:v>37368</c:v>
                </c:pt>
                <c:pt idx="601">
                  <c:v>37369</c:v>
                </c:pt>
                <c:pt idx="602">
                  <c:v>37370</c:v>
                </c:pt>
                <c:pt idx="603">
                  <c:v>37371</c:v>
                </c:pt>
                <c:pt idx="604">
                  <c:v>37372</c:v>
                </c:pt>
                <c:pt idx="605">
                  <c:v>37375</c:v>
                </c:pt>
                <c:pt idx="606">
                  <c:v>37376</c:v>
                </c:pt>
                <c:pt idx="607">
                  <c:v>37377</c:v>
                </c:pt>
                <c:pt idx="608">
                  <c:v>37378</c:v>
                </c:pt>
                <c:pt idx="609">
                  <c:v>37379</c:v>
                </c:pt>
                <c:pt idx="610">
                  <c:v>37382</c:v>
                </c:pt>
                <c:pt idx="611">
                  <c:v>37383</c:v>
                </c:pt>
                <c:pt idx="612">
                  <c:v>37384</c:v>
                </c:pt>
                <c:pt idx="613">
                  <c:v>37385</c:v>
                </c:pt>
                <c:pt idx="614">
                  <c:v>37386</c:v>
                </c:pt>
                <c:pt idx="615">
                  <c:v>37389</c:v>
                </c:pt>
                <c:pt idx="616">
                  <c:v>37390</c:v>
                </c:pt>
                <c:pt idx="617">
                  <c:v>37391</c:v>
                </c:pt>
                <c:pt idx="618">
                  <c:v>37392</c:v>
                </c:pt>
                <c:pt idx="619">
                  <c:v>37393</c:v>
                </c:pt>
                <c:pt idx="620">
                  <c:v>37396</c:v>
                </c:pt>
                <c:pt idx="621">
                  <c:v>37397</c:v>
                </c:pt>
                <c:pt idx="622">
                  <c:v>37398</c:v>
                </c:pt>
                <c:pt idx="623">
                  <c:v>37399</c:v>
                </c:pt>
                <c:pt idx="624">
                  <c:v>37400</c:v>
                </c:pt>
                <c:pt idx="625">
                  <c:v>37403</c:v>
                </c:pt>
                <c:pt idx="626">
                  <c:v>37404</c:v>
                </c:pt>
                <c:pt idx="627">
                  <c:v>37405</c:v>
                </c:pt>
                <c:pt idx="628">
                  <c:v>37406</c:v>
                </c:pt>
                <c:pt idx="629">
                  <c:v>37407</c:v>
                </c:pt>
                <c:pt idx="630">
                  <c:v>37410</c:v>
                </c:pt>
                <c:pt idx="631">
                  <c:v>37411</c:v>
                </c:pt>
                <c:pt idx="632">
                  <c:v>37412</c:v>
                </c:pt>
                <c:pt idx="633">
                  <c:v>37413</c:v>
                </c:pt>
                <c:pt idx="634">
                  <c:v>37414</c:v>
                </c:pt>
                <c:pt idx="635">
                  <c:v>37417</c:v>
                </c:pt>
                <c:pt idx="636">
                  <c:v>37418</c:v>
                </c:pt>
                <c:pt idx="637">
                  <c:v>37419</c:v>
                </c:pt>
                <c:pt idx="638">
                  <c:v>37420</c:v>
                </c:pt>
                <c:pt idx="639">
                  <c:v>37421</c:v>
                </c:pt>
                <c:pt idx="640">
                  <c:v>37424</c:v>
                </c:pt>
                <c:pt idx="641">
                  <c:v>37425</c:v>
                </c:pt>
                <c:pt idx="642">
                  <c:v>37426</c:v>
                </c:pt>
                <c:pt idx="643">
                  <c:v>37427</c:v>
                </c:pt>
                <c:pt idx="644">
                  <c:v>37428</c:v>
                </c:pt>
                <c:pt idx="645">
                  <c:v>37431</c:v>
                </c:pt>
                <c:pt idx="646">
                  <c:v>37432</c:v>
                </c:pt>
                <c:pt idx="647">
                  <c:v>37433</c:v>
                </c:pt>
                <c:pt idx="648">
                  <c:v>37434</c:v>
                </c:pt>
                <c:pt idx="649">
                  <c:v>37435</c:v>
                </c:pt>
                <c:pt idx="650">
                  <c:v>37438</c:v>
                </c:pt>
                <c:pt idx="651">
                  <c:v>37439</c:v>
                </c:pt>
                <c:pt idx="652">
                  <c:v>37440</c:v>
                </c:pt>
                <c:pt idx="653">
                  <c:v>37441</c:v>
                </c:pt>
                <c:pt idx="654">
                  <c:v>37442</c:v>
                </c:pt>
                <c:pt idx="655">
                  <c:v>37445</c:v>
                </c:pt>
                <c:pt idx="656">
                  <c:v>37446</c:v>
                </c:pt>
                <c:pt idx="657">
                  <c:v>37447</c:v>
                </c:pt>
                <c:pt idx="658">
                  <c:v>37448</c:v>
                </c:pt>
                <c:pt idx="659">
                  <c:v>37449</c:v>
                </c:pt>
                <c:pt idx="660">
                  <c:v>37452</c:v>
                </c:pt>
                <c:pt idx="661">
                  <c:v>37453</c:v>
                </c:pt>
                <c:pt idx="662">
                  <c:v>37454</c:v>
                </c:pt>
                <c:pt idx="663">
                  <c:v>37455</c:v>
                </c:pt>
                <c:pt idx="664">
                  <c:v>37456</c:v>
                </c:pt>
                <c:pt idx="665">
                  <c:v>37459</c:v>
                </c:pt>
                <c:pt idx="666">
                  <c:v>37460</c:v>
                </c:pt>
                <c:pt idx="667">
                  <c:v>37461</c:v>
                </c:pt>
                <c:pt idx="668">
                  <c:v>37462</c:v>
                </c:pt>
                <c:pt idx="669">
                  <c:v>37463</c:v>
                </c:pt>
                <c:pt idx="670">
                  <c:v>37466</c:v>
                </c:pt>
                <c:pt idx="671">
                  <c:v>37467</c:v>
                </c:pt>
                <c:pt idx="672">
                  <c:v>37468</c:v>
                </c:pt>
                <c:pt idx="673">
                  <c:v>37469</c:v>
                </c:pt>
                <c:pt idx="674">
                  <c:v>37470</c:v>
                </c:pt>
                <c:pt idx="675">
                  <c:v>37473</c:v>
                </c:pt>
                <c:pt idx="676">
                  <c:v>37474</c:v>
                </c:pt>
                <c:pt idx="677">
                  <c:v>37475</c:v>
                </c:pt>
                <c:pt idx="678">
                  <c:v>37476</c:v>
                </c:pt>
                <c:pt idx="679">
                  <c:v>37477</c:v>
                </c:pt>
                <c:pt idx="680">
                  <c:v>37480</c:v>
                </c:pt>
                <c:pt idx="681">
                  <c:v>37481</c:v>
                </c:pt>
                <c:pt idx="682">
                  <c:v>37482</c:v>
                </c:pt>
                <c:pt idx="683">
                  <c:v>37483</c:v>
                </c:pt>
                <c:pt idx="684">
                  <c:v>37484</c:v>
                </c:pt>
                <c:pt idx="685">
                  <c:v>37487</c:v>
                </c:pt>
                <c:pt idx="686">
                  <c:v>37488</c:v>
                </c:pt>
                <c:pt idx="687">
                  <c:v>37489</c:v>
                </c:pt>
                <c:pt idx="688">
                  <c:v>37490</c:v>
                </c:pt>
                <c:pt idx="689">
                  <c:v>37491</c:v>
                </c:pt>
                <c:pt idx="690">
                  <c:v>37494</c:v>
                </c:pt>
                <c:pt idx="691">
                  <c:v>37495</c:v>
                </c:pt>
                <c:pt idx="692">
                  <c:v>37496</c:v>
                </c:pt>
                <c:pt idx="693">
                  <c:v>37497</c:v>
                </c:pt>
                <c:pt idx="694">
                  <c:v>37498</c:v>
                </c:pt>
                <c:pt idx="695">
                  <c:v>37501</c:v>
                </c:pt>
                <c:pt idx="696">
                  <c:v>37502</c:v>
                </c:pt>
                <c:pt idx="697">
                  <c:v>37503</c:v>
                </c:pt>
                <c:pt idx="698">
                  <c:v>37504</c:v>
                </c:pt>
                <c:pt idx="699">
                  <c:v>37505</c:v>
                </c:pt>
                <c:pt idx="700">
                  <c:v>37508</c:v>
                </c:pt>
                <c:pt idx="701">
                  <c:v>37509</c:v>
                </c:pt>
                <c:pt idx="702">
                  <c:v>37510</c:v>
                </c:pt>
                <c:pt idx="703">
                  <c:v>37511</c:v>
                </c:pt>
                <c:pt idx="704">
                  <c:v>37512</c:v>
                </c:pt>
                <c:pt idx="705">
                  <c:v>37515</c:v>
                </c:pt>
                <c:pt idx="706">
                  <c:v>37516</c:v>
                </c:pt>
                <c:pt idx="707">
                  <c:v>37517</c:v>
                </c:pt>
                <c:pt idx="708">
                  <c:v>37518</c:v>
                </c:pt>
                <c:pt idx="709">
                  <c:v>37519</c:v>
                </c:pt>
                <c:pt idx="710">
                  <c:v>37522</c:v>
                </c:pt>
                <c:pt idx="711">
                  <c:v>37523</c:v>
                </c:pt>
                <c:pt idx="712">
                  <c:v>37524</c:v>
                </c:pt>
                <c:pt idx="713">
                  <c:v>37525</c:v>
                </c:pt>
                <c:pt idx="714">
                  <c:v>37526</c:v>
                </c:pt>
                <c:pt idx="715">
                  <c:v>37529</c:v>
                </c:pt>
                <c:pt idx="716">
                  <c:v>37530</c:v>
                </c:pt>
                <c:pt idx="717">
                  <c:v>37531</c:v>
                </c:pt>
                <c:pt idx="718">
                  <c:v>37532</c:v>
                </c:pt>
                <c:pt idx="719">
                  <c:v>37533</c:v>
                </c:pt>
                <c:pt idx="720">
                  <c:v>37536</c:v>
                </c:pt>
                <c:pt idx="721">
                  <c:v>37537</c:v>
                </c:pt>
                <c:pt idx="722">
                  <c:v>37538</c:v>
                </c:pt>
                <c:pt idx="723">
                  <c:v>37539</c:v>
                </c:pt>
                <c:pt idx="724">
                  <c:v>37540</c:v>
                </c:pt>
                <c:pt idx="725">
                  <c:v>37543</c:v>
                </c:pt>
                <c:pt idx="726">
                  <c:v>37544</c:v>
                </c:pt>
                <c:pt idx="727">
                  <c:v>37545</c:v>
                </c:pt>
                <c:pt idx="728">
                  <c:v>37546</c:v>
                </c:pt>
                <c:pt idx="729">
                  <c:v>37547</c:v>
                </c:pt>
                <c:pt idx="730">
                  <c:v>37550</c:v>
                </c:pt>
                <c:pt idx="731">
                  <c:v>37551</c:v>
                </c:pt>
                <c:pt idx="732">
                  <c:v>37552</c:v>
                </c:pt>
                <c:pt idx="733">
                  <c:v>37553</c:v>
                </c:pt>
                <c:pt idx="734">
                  <c:v>37554</c:v>
                </c:pt>
                <c:pt idx="735">
                  <c:v>37557</c:v>
                </c:pt>
                <c:pt idx="736">
                  <c:v>37558</c:v>
                </c:pt>
                <c:pt idx="737">
                  <c:v>37559</c:v>
                </c:pt>
                <c:pt idx="738">
                  <c:v>37560</c:v>
                </c:pt>
                <c:pt idx="739">
                  <c:v>37561</c:v>
                </c:pt>
                <c:pt idx="740">
                  <c:v>37564</c:v>
                </c:pt>
                <c:pt idx="741">
                  <c:v>37565</c:v>
                </c:pt>
                <c:pt idx="742">
                  <c:v>37566</c:v>
                </c:pt>
                <c:pt idx="743">
                  <c:v>37567</c:v>
                </c:pt>
                <c:pt idx="744">
                  <c:v>37568</c:v>
                </c:pt>
                <c:pt idx="745">
                  <c:v>37571</c:v>
                </c:pt>
                <c:pt idx="746">
                  <c:v>37572</c:v>
                </c:pt>
                <c:pt idx="747">
                  <c:v>37573</c:v>
                </c:pt>
                <c:pt idx="748">
                  <c:v>37574</c:v>
                </c:pt>
                <c:pt idx="749">
                  <c:v>37575</c:v>
                </c:pt>
                <c:pt idx="750">
                  <c:v>37578</c:v>
                </c:pt>
                <c:pt idx="751">
                  <c:v>37579</c:v>
                </c:pt>
                <c:pt idx="752">
                  <c:v>37580</c:v>
                </c:pt>
                <c:pt idx="753">
                  <c:v>37581</c:v>
                </c:pt>
                <c:pt idx="754">
                  <c:v>37582</c:v>
                </c:pt>
                <c:pt idx="755">
                  <c:v>37585</c:v>
                </c:pt>
                <c:pt idx="756">
                  <c:v>37586</c:v>
                </c:pt>
                <c:pt idx="757">
                  <c:v>37587</c:v>
                </c:pt>
                <c:pt idx="758">
                  <c:v>37588</c:v>
                </c:pt>
                <c:pt idx="759">
                  <c:v>37589</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37615</c:v>
                </c:pt>
                <c:pt idx="778">
                  <c:v>37616</c:v>
                </c:pt>
                <c:pt idx="779">
                  <c:v>37617</c:v>
                </c:pt>
                <c:pt idx="780">
                  <c:v>37620</c:v>
                </c:pt>
                <c:pt idx="781">
                  <c:v>37621</c:v>
                </c:pt>
                <c:pt idx="782">
                  <c:v>37622</c:v>
                </c:pt>
                <c:pt idx="783">
                  <c:v>37623</c:v>
                </c:pt>
                <c:pt idx="784">
                  <c:v>37624</c:v>
                </c:pt>
                <c:pt idx="785">
                  <c:v>37627</c:v>
                </c:pt>
                <c:pt idx="786">
                  <c:v>37628</c:v>
                </c:pt>
                <c:pt idx="787">
                  <c:v>37629</c:v>
                </c:pt>
                <c:pt idx="788">
                  <c:v>37630</c:v>
                </c:pt>
                <c:pt idx="789">
                  <c:v>37631</c:v>
                </c:pt>
                <c:pt idx="790">
                  <c:v>37634</c:v>
                </c:pt>
                <c:pt idx="791">
                  <c:v>37635</c:v>
                </c:pt>
                <c:pt idx="792">
                  <c:v>37636</c:v>
                </c:pt>
                <c:pt idx="793">
                  <c:v>37637</c:v>
                </c:pt>
                <c:pt idx="794">
                  <c:v>37638</c:v>
                </c:pt>
                <c:pt idx="795">
                  <c:v>37641</c:v>
                </c:pt>
                <c:pt idx="796">
                  <c:v>37642</c:v>
                </c:pt>
                <c:pt idx="797">
                  <c:v>37643</c:v>
                </c:pt>
                <c:pt idx="798">
                  <c:v>37644</c:v>
                </c:pt>
                <c:pt idx="799">
                  <c:v>37645</c:v>
                </c:pt>
                <c:pt idx="800">
                  <c:v>37648</c:v>
                </c:pt>
                <c:pt idx="801">
                  <c:v>37649</c:v>
                </c:pt>
                <c:pt idx="802">
                  <c:v>37650</c:v>
                </c:pt>
                <c:pt idx="803">
                  <c:v>37651</c:v>
                </c:pt>
                <c:pt idx="804">
                  <c:v>37652</c:v>
                </c:pt>
                <c:pt idx="805">
                  <c:v>37655</c:v>
                </c:pt>
                <c:pt idx="806">
                  <c:v>37656</c:v>
                </c:pt>
                <c:pt idx="807">
                  <c:v>37657</c:v>
                </c:pt>
                <c:pt idx="808">
                  <c:v>37658</c:v>
                </c:pt>
                <c:pt idx="809">
                  <c:v>37659</c:v>
                </c:pt>
                <c:pt idx="810">
                  <c:v>37662</c:v>
                </c:pt>
                <c:pt idx="811">
                  <c:v>37663</c:v>
                </c:pt>
                <c:pt idx="812">
                  <c:v>37664</c:v>
                </c:pt>
                <c:pt idx="813">
                  <c:v>37665</c:v>
                </c:pt>
                <c:pt idx="814">
                  <c:v>37666</c:v>
                </c:pt>
                <c:pt idx="815">
                  <c:v>37669</c:v>
                </c:pt>
                <c:pt idx="816">
                  <c:v>37670</c:v>
                </c:pt>
                <c:pt idx="817">
                  <c:v>37671</c:v>
                </c:pt>
                <c:pt idx="818">
                  <c:v>37672</c:v>
                </c:pt>
                <c:pt idx="819">
                  <c:v>37673</c:v>
                </c:pt>
                <c:pt idx="820">
                  <c:v>37676</c:v>
                </c:pt>
                <c:pt idx="821">
                  <c:v>37677</c:v>
                </c:pt>
                <c:pt idx="822">
                  <c:v>37678</c:v>
                </c:pt>
                <c:pt idx="823">
                  <c:v>37679</c:v>
                </c:pt>
                <c:pt idx="824">
                  <c:v>37680</c:v>
                </c:pt>
                <c:pt idx="825">
                  <c:v>37683</c:v>
                </c:pt>
                <c:pt idx="826">
                  <c:v>37684</c:v>
                </c:pt>
                <c:pt idx="827">
                  <c:v>37685</c:v>
                </c:pt>
                <c:pt idx="828">
                  <c:v>37686</c:v>
                </c:pt>
                <c:pt idx="829">
                  <c:v>37687</c:v>
                </c:pt>
                <c:pt idx="830">
                  <c:v>37690</c:v>
                </c:pt>
                <c:pt idx="831">
                  <c:v>37691</c:v>
                </c:pt>
                <c:pt idx="832">
                  <c:v>37692</c:v>
                </c:pt>
                <c:pt idx="833">
                  <c:v>37693</c:v>
                </c:pt>
                <c:pt idx="834">
                  <c:v>37694</c:v>
                </c:pt>
                <c:pt idx="835">
                  <c:v>37697</c:v>
                </c:pt>
                <c:pt idx="836">
                  <c:v>37698</c:v>
                </c:pt>
                <c:pt idx="837">
                  <c:v>37699</c:v>
                </c:pt>
                <c:pt idx="838">
                  <c:v>37700</c:v>
                </c:pt>
                <c:pt idx="839">
                  <c:v>37701</c:v>
                </c:pt>
                <c:pt idx="840">
                  <c:v>37704</c:v>
                </c:pt>
                <c:pt idx="841">
                  <c:v>37705</c:v>
                </c:pt>
                <c:pt idx="842">
                  <c:v>37706</c:v>
                </c:pt>
                <c:pt idx="843">
                  <c:v>37707</c:v>
                </c:pt>
                <c:pt idx="844">
                  <c:v>37708</c:v>
                </c:pt>
                <c:pt idx="845">
                  <c:v>37711</c:v>
                </c:pt>
                <c:pt idx="846">
                  <c:v>37712</c:v>
                </c:pt>
                <c:pt idx="847">
                  <c:v>37713</c:v>
                </c:pt>
                <c:pt idx="848">
                  <c:v>37714</c:v>
                </c:pt>
                <c:pt idx="849">
                  <c:v>37715</c:v>
                </c:pt>
                <c:pt idx="850">
                  <c:v>37718</c:v>
                </c:pt>
                <c:pt idx="851">
                  <c:v>37719</c:v>
                </c:pt>
                <c:pt idx="852">
                  <c:v>37720</c:v>
                </c:pt>
                <c:pt idx="853">
                  <c:v>37721</c:v>
                </c:pt>
                <c:pt idx="854">
                  <c:v>37722</c:v>
                </c:pt>
                <c:pt idx="855">
                  <c:v>37725</c:v>
                </c:pt>
                <c:pt idx="856">
                  <c:v>37726</c:v>
                </c:pt>
                <c:pt idx="857">
                  <c:v>37727</c:v>
                </c:pt>
                <c:pt idx="858">
                  <c:v>37728</c:v>
                </c:pt>
                <c:pt idx="859">
                  <c:v>37729</c:v>
                </c:pt>
                <c:pt idx="860">
                  <c:v>37732</c:v>
                </c:pt>
                <c:pt idx="861">
                  <c:v>37733</c:v>
                </c:pt>
                <c:pt idx="862">
                  <c:v>37734</c:v>
                </c:pt>
                <c:pt idx="863">
                  <c:v>37735</c:v>
                </c:pt>
                <c:pt idx="864">
                  <c:v>37736</c:v>
                </c:pt>
                <c:pt idx="865">
                  <c:v>37739</c:v>
                </c:pt>
                <c:pt idx="866">
                  <c:v>37740</c:v>
                </c:pt>
                <c:pt idx="867">
                  <c:v>37741</c:v>
                </c:pt>
                <c:pt idx="868">
                  <c:v>37742</c:v>
                </c:pt>
                <c:pt idx="869">
                  <c:v>37743</c:v>
                </c:pt>
                <c:pt idx="870">
                  <c:v>37746</c:v>
                </c:pt>
                <c:pt idx="871">
                  <c:v>37747</c:v>
                </c:pt>
                <c:pt idx="872">
                  <c:v>37748</c:v>
                </c:pt>
                <c:pt idx="873">
                  <c:v>37749</c:v>
                </c:pt>
                <c:pt idx="874">
                  <c:v>37750</c:v>
                </c:pt>
                <c:pt idx="875">
                  <c:v>37753</c:v>
                </c:pt>
                <c:pt idx="876">
                  <c:v>37754</c:v>
                </c:pt>
                <c:pt idx="877">
                  <c:v>37755</c:v>
                </c:pt>
                <c:pt idx="878">
                  <c:v>37756</c:v>
                </c:pt>
                <c:pt idx="879">
                  <c:v>37757</c:v>
                </c:pt>
                <c:pt idx="880">
                  <c:v>37760</c:v>
                </c:pt>
                <c:pt idx="881">
                  <c:v>37761</c:v>
                </c:pt>
                <c:pt idx="882">
                  <c:v>37762</c:v>
                </c:pt>
                <c:pt idx="883">
                  <c:v>37763</c:v>
                </c:pt>
                <c:pt idx="884">
                  <c:v>37764</c:v>
                </c:pt>
                <c:pt idx="885">
                  <c:v>37767</c:v>
                </c:pt>
                <c:pt idx="886">
                  <c:v>37768</c:v>
                </c:pt>
                <c:pt idx="887">
                  <c:v>37769</c:v>
                </c:pt>
                <c:pt idx="888">
                  <c:v>37770</c:v>
                </c:pt>
                <c:pt idx="889">
                  <c:v>37771</c:v>
                </c:pt>
                <c:pt idx="890">
                  <c:v>37774</c:v>
                </c:pt>
                <c:pt idx="891">
                  <c:v>37775</c:v>
                </c:pt>
                <c:pt idx="892">
                  <c:v>37776</c:v>
                </c:pt>
                <c:pt idx="893">
                  <c:v>37777</c:v>
                </c:pt>
                <c:pt idx="894">
                  <c:v>37778</c:v>
                </c:pt>
                <c:pt idx="895">
                  <c:v>37781</c:v>
                </c:pt>
                <c:pt idx="896">
                  <c:v>37782</c:v>
                </c:pt>
                <c:pt idx="897">
                  <c:v>37783</c:v>
                </c:pt>
                <c:pt idx="898">
                  <c:v>37784</c:v>
                </c:pt>
                <c:pt idx="899">
                  <c:v>37785</c:v>
                </c:pt>
                <c:pt idx="900">
                  <c:v>37788</c:v>
                </c:pt>
                <c:pt idx="901">
                  <c:v>37789</c:v>
                </c:pt>
                <c:pt idx="902">
                  <c:v>37790</c:v>
                </c:pt>
                <c:pt idx="903">
                  <c:v>37791</c:v>
                </c:pt>
                <c:pt idx="904">
                  <c:v>37792</c:v>
                </c:pt>
                <c:pt idx="905">
                  <c:v>37795</c:v>
                </c:pt>
                <c:pt idx="906">
                  <c:v>37796</c:v>
                </c:pt>
                <c:pt idx="907">
                  <c:v>37797</c:v>
                </c:pt>
                <c:pt idx="908">
                  <c:v>37798</c:v>
                </c:pt>
                <c:pt idx="909">
                  <c:v>37799</c:v>
                </c:pt>
                <c:pt idx="910">
                  <c:v>37802</c:v>
                </c:pt>
                <c:pt idx="911">
                  <c:v>37803</c:v>
                </c:pt>
                <c:pt idx="912">
                  <c:v>37804</c:v>
                </c:pt>
                <c:pt idx="913">
                  <c:v>37805</c:v>
                </c:pt>
                <c:pt idx="914">
                  <c:v>37806</c:v>
                </c:pt>
                <c:pt idx="915">
                  <c:v>37809</c:v>
                </c:pt>
                <c:pt idx="916">
                  <c:v>37810</c:v>
                </c:pt>
                <c:pt idx="917">
                  <c:v>37811</c:v>
                </c:pt>
                <c:pt idx="918">
                  <c:v>37812</c:v>
                </c:pt>
                <c:pt idx="919">
                  <c:v>37813</c:v>
                </c:pt>
                <c:pt idx="920">
                  <c:v>37816</c:v>
                </c:pt>
                <c:pt idx="921">
                  <c:v>37817</c:v>
                </c:pt>
                <c:pt idx="922">
                  <c:v>37818</c:v>
                </c:pt>
                <c:pt idx="923">
                  <c:v>37819</c:v>
                </c:pt>
                <c:pt idx="924">
                  <c:v>37820</c:v>
                </c:pt>
                <c:pt idx="925">
                  <c:v>37823</c:v>
                </c:pt>
                <c:pt idx="926">
                  <c:v>37824</c:v>
                </c:pt>
                <c:pt idx="927">
                  <c:v>37825</c:v>
                </c:pt>
                <c:pt idx="928">
                  <c:v>37826</c:v>
                </c:pt>
                <c:pt idx="929">
                  <c:v>37827</c:v>
                </c:pt>
                <c:pt idx="930">
                  <c:v>37830</c:v>
                </c:pt>
                <c:pt idx="931">
                  <c:v>37831</c:v>
                </c:pt>
                <c:pt idx="932">
                  <c:v>37832</c:v>
                </c:pt>
                <c:pt idx="933">
                  <c:v>37833</c:v>
                </c:pt>
                <c:pt idx="934">
                  <c:v>37834</c:v>
                </c:pt>
                <c:pt idx="935">
                  <c:v>37837</c:v>
                </c:pt>
                <c:pt idx="936">
                  <c:v>37838</c:v>
                </c:pt>
                <c:pt idx="937">
                  <c:v>37839</c:v>
                </c:pt>
                <c:pt idx="938">
                  <c:v>37840</c:v>
                </c:pt>
                <c:pt idx="939">
                  <c:v>37841</c:v>
                </c:pt>
                <c:pt idx="940">
                  <c:v>37844</c:v>
                </c:pt>
                <c:pt idx="941">
                  <c:v>37845</c:v>
                </c:pt>
                <c:pt idx="942">
                  <c:v>37846</c:v>
                </c:pt>
                <c:pt idx="943">
                  <c:v>37847</c:v>
                </c:pt>
                <c:pt idx="944">
                  <c:v>37848</c:v>
                </c:pt>
                <c:pt idx="945">
                  <c:v>37851</c:v>
                </c:pt>
                <c:pt idx="946">
                  <c:v>37852</c:v>
                </c:pt>
                <c:pt idx="947">
                  <c:v>37853</c:v>
                </c:pt>
                <c:pt idx="948">
                  <c:v>37854</c:v>
                </c:pt>
                <c:pt idx="949">
                  <c:v>37855</c:v>
                </c:pt>
                <c:pt idx="950">
                  <c:v>37858</c:v>
                </c:pt>
                <c:pt idx="951">
                  <c:v>37859</c:v>
                </c:pt>
                <c:pt idx="952">
                  <c:v>37860</c:v>
                </c:pt>
                <c:pt idx="953">
                  <c:v>37861</c:v>
                </c:pt>
                <c:pt idx="954">
                  <c:v>37862</c:v>
                </c:pt>
                <c:pt idx="955">
                  <c:v>37865</c:v>
                </c:pt>
                <c:pt idx="956">
                  <c:v>37866</c:v>
                </c:pt>
                <c:pt idx="957">
                  <c:v>37867</c:v>
                </c:pt>
                <c:pt idx="958">
                  <c:v>37868</c:v>
                </c:pt>
                <c:pt idx="959">
                  <c:v>37869</c:v>
                </c:pt>
                <c:pt idx="960">
                  <c:v>37872</c:v>
                </c:pt>
                <c:pt idx="961">
                  <c:v>37873</c:v>
                </c:pt>
                <c:pt idx="962">
                  <c:v>37874</c:v>
                </c:pt>
                <c:pt idx="963">
                  <c:v>37875</c:v>
                </c:pt>
                <c:pt idx="964">
                  <c:v>37876</c:v>
                </c:pt>
                <c:pt idx="965">
                  <c:v>37879</c:v>
                </c:pt>
                <c:pt idx="966">
                  <c:v>37880</c:v>
                </c:pt>
                <c:pt idx="967">
                  <c:v>37881</c:v>
                </c:pt>
                <c:pt idx="968">
                  <c:v>37882</c:v>
                </c:pt>
                <c:pt idx="969">
                  <c:v>37883</c:v>
                </c:pt>
                <c:pt idx="970">
                  <c:v>37886</c:v>
                </c:pt>
                <c:pt idx="971">
                  <c:v>37887</c:v>
                </c:pt>
                <c:pt idx="972">
                  <c:v>37888</c:v>
                </c:pt>
                <c:pt idx="973">
                  <c:v>37889</c:v>
                </c:pt>
                <c:pt idx="974">
                  <c:v>37890</c:v>
                </c:pt>
                <c:pt idx="975">
                  <c:v>37893</c:v>
                </c:pt>
                <c:pt idx="976">
                  <c:v>37894</c:v>
                </c:pt>
                <c:pt idx="977">
                  <c:v>37895</c:v>
                </c:pt>
                <c:pt idx="978">
                  <c:v>37896</c:v>
                </c:pt>
                <c:pt idx="979">
                  <c:v>37897</c:v>
                </c:pt>
                <c:pt idx="980">
                  <c:v>37900</c:v>
                </c:pt>
                <c:pt idx="981">
                  <c:v>37901</c:v>
                </c:pt>
                <c:pt idx="982">
                  <c:v>37902</c:v>
                </c:pt>
                <c:pt idx="983">
                  <c:v>37903</c:v>
                </c:pt>
                <c:pt idx="984">
                  <c:v>37904</c:v>
                </c:pt>
                <c:pt idx="985">
                  <c:v>37907</c:v>
                </c:pt>
                <c:pt idx="986">
                  <c:v>37908</c:v>
                </c:pt>
                <c:pt idx="987">
                  <c:v>37909</c:v>
                </c:pt>
                <c:pt idx="988">
                  <c:v>37910</c:v>
                </c:pt>
                <c:pt idx="989">
                  <c:v>37911</c:v>
                </c:pt>
                <c:pt idx="990">
                  <c:v>37914</c:v>
                </c:pt>
                <c:pt idx="991">
                  <c:v>37915</c:v>
                </c:pt>
                <c:pt idx="992">
                  <c:v>37916</c:v>
                </c:pt>
                <c:pt idx="993">
                  <c:v>37917</c:v>
                </c:pt>
                <c:pt idx="994">
                  <c:v>37918</c:v>
                </c:pt>
                <c:pt idx="995">
                  <c:v>37921</c:v>
                </c:pt>
                <c:pt idx="996">
                  <c:v>37922</c:v>
                </c:pt>
                <c:pt idx="997">
                  <c:v>37923</c:v>
                </c:pt>
                <c:pt idx="998">
                  <c:v>37924</c:v>
                </c:pt>
                <c:pt idx="999">
                  <c:v>37925</c:v>
                </c:pt>
                <c:pt idx="1000">
                  <c:v>37928</c:v>
                </c:pt>
                <c:pt idx="1001">
                  <c:v>37929</c:v>
                </c:pt>
                <c:pt idx="1002">
                  <c:v>37930</c:v>
                </c:pt>
                <c:pt idx="1003">
                  <c:v>37931</c:v>
                </c:pt>
                <c:pt idx="1004">
                  <c:v>37932</c:v>
                </c:pt>
                <c:pt idx="1005">
                  <c:v>37935</c:v>
                </c:pt>
                <c:pt idx="1006">
                  <c:v>37936</c:v>
                </c:pt>
                <c:pt idx="1007">
                  <c:v>37937</c:v>
                </c:pt>
                <c:pt idx="1008">
                  <c:v>37938</c:v>
                </c:pt>
                <c:pt idx="1009">
                  <c:v>37939</c:v>
                </c:pt>
                <c:pt idx="1010">
                  <c:v>37942</c:v>
                </c:pt>
                <c:pt idx="1011">
                  <c:v>37943</c:v>
                </c:pt>
                <c:pt idx="1012">
                  <c:v>37944</c:v>
                </c:pt>
                <c:pt idx="1013">
                  <c:v>37945</c:v>
                </c:pt>
                <c:pt idx="1014">
                  <c:v>37946</c:v>
                </c:pt>
                <c:pt idx="1015">
                  <c:v>37949</c:v>
                </c:pt>
                <c:pt idx="1016">
                  <c:v>37950</c:v>
                </c:pt>
                <c:pt idx="1017">
                  <c:v>37951</c:v>
                </c:pt>
                <c:pt idx="1018">
                  <c:v>37952</c:v>
                </c:pt>
                <c:pt idx="1019">
                  <c:v>37953</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37980</c:v>
                </c:pt>
                <c:pt idx="1039">
                  <c:v>37981</c:v>
                </c:pt>
                <c:pt idx="1040">
                  <c:v>37984</c:v>
                </c:pt>
                <c:pt idx="1041">
                  <c:v>37985</c:v>
                </c:pt>
                <c:pt idx="1042">
                  <c:v>37986</c:v>
                </c:pt>
                <c:pt idx="1043">
                  <c:v>37987</c:v>
                </c:pt>
                <c:pt idx="1044">
                  <c:v>37988</c:v>
                </c:pt>
                <c:pt idx="1045">
                  <c:v>37991</c:v>
                </c:pt>
                <c:pt idx="1046">
                  <c:v>37992</c:v>
                </c:pt>
                <c:pt idx="1047">
                  <c:v>37993</c:v>
                </c:pt>
                <c:pt idx="1048">
                  <c:v>37994</c:v>
                </c:pt>
                <c:pt idx="1049">
                  <c:v>37995</c:v>
                </c:pt>
                <c:pt idx="1050">
                  <c:v>37998</c:v>
                </c:pt>
                <c:pt idx="1051">
                  <c:v>37999</c:v>
                </c:pt>
                <c:pt idx="1052">
                  <c:v>38000</c:v>
                </c:pt>
                <c:pt idx="1053">
                  <c:v>38001</c:v>
                </c:pt>
                <c:pt idx="1054">
                  <c:v>38002</c:v>
                </c:pt>
                <c:pt idx="1055">
                  <c:v>38005</c:v>
                </c:pt>
                <c:pt idx="1056">
                  <c:v>38006</c:v>
                </c:pt>
                <c:pt idx="1057">
                  <c:v>38007</c:v>
                </c:pt>
                <c:pt idx="1058">
                  <c:v>38008</c:v>
                </c:pt>
                <c:pt idx="1059">
                  <c:v>38009</c:v>
                </c:pt>
                <c:pt idx="1060">
                  <c:v>38012</c:v>
                </c:pt>
                <c:pt idx="1061">
                  <c:v>38013</c:v>
                </c:pt>
                <c:pt idx="1062">
                  <c:v>38014</c:v>
                </c:pt>
                <c:pt idx="1063">
                  <c:v>38015</c:v>
                </c:pt>
                <c:pt idx="1064">
                  <c:v>38016</c:v>
                </c:pt>
                <c:pt idx="1065">
                  <c:v>38019</c:v>
                </c:pt>
                <c:pt idx="1066">
                  <c:v>38020</c:v>
                </c:pt>
                <c:pt idx="1067">
                  <c:v>38021</c:v>
                </c:pt>
                <c:pt idx="1068">
                  <c:v>38022</c:v>
                </c:pt>
                <c:pt idx="1069">
                  <c:v>38023</c:v>
                </c:pt>
                <c:pt idx="1070">
                  <c:v>38026</c:v>
                </c:pt>
                <c:pt idx="1071">
                  <c:v>38027</c:v>
                </c:pt>
                <c:pt idx="1072">
                  <c:v>38028</c:v>
                </c:pt>
                <c:pt idx="1073">
                  <c:v>38029</c:v>
                </c:pt>
                <c:pt idx="1074">
                  <c:v>38030</c:v>
                </c:pt>
                <c:pt idx="1075">
                  <c:v>38033</c:v>
                </c:pt>
                <c:pt idx="1076">
                  <c:v>38034</c:v>
                </c:pt>
                <c:pt idx="1077">
                  <c:v>38035</c:v>
                </c:pt>
                <c:pt idx="1078">
                  <c:v>38036</c:v>
                </c:pt>
                <c:pt idx="1079">
                  <c:v>38037</c:v>
                </c:pt>
                <c:pt idx="1080">
                  <c:v>38040</c:v>
                </c:pt>
                <c:pt idx="1081">
                  <c:v>38041</c:v>
                </c:pt>
                <c:pt idx="1082">
                  <c:v>38042</c:v>
                </c:pt>
                <c:pt idx="1083">
                  <c:v>38043</c:v>
                </c:pt>
                <c:pt idx="1084">
                  <c:v>38044</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38086</c:v>
                </c:pt>
                <c:pt idx="1115">
                  <c:v>38089</c:v>
                </c:pt>
                <c:pt idx="1116">
                  <c:v>38090</c:v>
                </c:pt>
                <c:pt idx="1117">
                  <c:v>38091</c:v>
                </c:pt>
                <c:pt idx="1118">
                  <c:v>38092</c:v>
                </c:pt>
                <c:pt idx="1119">
                  <c:v>38093</c:v>
                </c:pt>
                <c:pt idx="1120">
                  <c:v>38096</c:v>
                </c:pt>
                <c:pt idx="1121">
                  <c:v>38097</c:v>
                </c:pt>
                <c:pt idx="1122">
                  <c:v>38098</c:v>
                </c:pt>
                <c:pt idx="1123">
                  <c:v>38099</c:v>
                </c:pt>
                <c:pt idx="1124">
                  <c:v>38100</c:v>
                </c:pt>
                <c:pt idx="1125">
                  <c:v>38103</c:v>
                </c:pt>
                <c:pt idx="1126">
                  <c:v>38104</c:v>
                </c:pt>
                <c:pt idx="1127">
                  <c:v>38105</c:v>
                </c:pt>
                <c:pt idx="1128">
                  <c:v>38106</c:v>
                </c:pt>
                <c:pt idx="1129">
                  <c:v>38107</c:v>
                </c:pt>
                <c:pt idx="1130">
                  <c:v>38110</c:v>
                </c:pt>
                <c:pt idx="1131">
                  <c:v>38111</c:v>
                </c:pt>
                <c:pt idx="1132">
                  <c:v>38112</c:v>
                </c:pt>
                <c:pt idx="1133">
                  <c:v>38113</c:v>
                </c:pt>
                <c:pt idx="1134">
                  <c:v>38114</c:v>
                </c:pt>
                <c:pt idx="1135">
                  <c:v>38117</c:v>
                </c:pt>
                <c:pt idx="1136">
                  <c:v>38118</c:v>
                </c:pt>
                <c:pt idx="1137">
                  <c:v>38119</c:v>
                </c:pt>
                <c:pt idx="1138">
                  <c:v>38120</c:v>
                </c:pt>
                <c:pt idx="1139">
                  <c:v>38121</c:v>
                </c:pt>
                <c:pt idx="1140">
                  <c:v>38124</c:v>
                </c:pt>
                <c:pt idx="1141">
                  <c:v>38125</c:v>
                </c:pt>
                <c:pt idx="1142">
                  <c:v>38126</c:v>
                </c:pt>
                <c:pt idx="1143">
                  <c:v>38127</c:v>
                </c:pt>
                <c:pt idx="1144">
                  <c:v>38128</c:v>
                </c:pt>
                <c:pt idx="1145">
                  <c:v>38131</c:v>
                </c:pt>
                <c:pt idx="1146">
                  <c:v>38132</c:v>
                </c:pt>
                <c:pt idx="1147">
                  <c:v>38133</c:v>
                </c:pt>
                <c:pt idx="1148">
                  <c:v>38134</c:v>
                </c:pt>
                <c:pt idx="1149">
                  <c:v>38135</c:v>
                </c:pt>
                <c:pt idx="1150">
                  <c:v>38138</c:v>
                </c:pt>
                <c:pt idx="1151">
                  <c:v>38139</c:v>
                </c:pt>
                <c:pt idx="1152">
                  <c:v>38140</c:v>
                </c:pt>
                <c:pt idx="1153">
                  <c:v>38141</c:v>
                </c:pt>
                <c:pt idx="1154">
                  <c:v>38142</c:v>
                </c:pt>
                <c:pt idx="1155">
                  <c:v>38145</c:v>
                </c:pt>
                <c:pt idx="1156">
                  <c:v>38146</c:v>
                </c:pt>
                <c:pt idx="1157">
                  <c:v>38147</c:v>
                </c:pt>
                <c:pt idx="1158">
                  <c:v>38148</c:v>
                </c:pt>
                <c:pt idx="1159">
                  <c:v>38149</c:v>
                </c:pt>
                <c:pt idx="1160">
                  <c:v>38152</c:v>
                </c:pt>
                <c:pt idx="1161">
                  <c:v>38153</c:v>
                </c:pt>
                <c:pt idx="1162">
                  <c:v>38154</c:v>
                </c:pt>
                <c:pt idx="1163">
                  <c:v>38155</c:v>
                </c:pt>
                <c:pt idx="1164">
                  <c:v>38156</c:v>
                </c:pt>
                <c:pt idx="1165">
                  <c:v>38159</c:v>
                </c:pt>
                <c:pt idx="1166">
                  <c:v>38160</c:v>
                </c:pt>
                <c:pt idx="1167">
                  <c:v>38161</c:v>
                </c:pt>
                <c:pt idx="1168">
                  <c:v>38162</c:v>
                </c:pt>
                <c:pt idx="1169">
                  <c:v>38163</c:v>
                </c:pt>
                <c:pt idx="1170">
                  <c:v>38166</c:v>
                </c:pt>
                <c:pt idx="1171">
                  <c:v>38167</c:v>
                </c:pt>
                <c:pt idx="1172">
                  <c:v>38168</c:v>
                </c:pt>
                <c:pt idx="1173">
                  <c:v>38169</c:v>
                </c:pt>
                <c:pt idx="1174">
                  <c:v>38170</c:v>
                </c:pt>
                <c:pt idx="1175">
                  <c:v>38173</c:v>
                </c:pt>
                <c:pt idx="1176">
                  <c:v>38174</c:v>
                </c:pt>
                <c:pt idx="1177">
                  <c:v>38175</c:v>
                </c:pt>
                <c:pt idx="1178">
                  <c:v>38176</c:v>
                </c:pt>
                <c:pt idx="1179">
                  <c:v>38177</c:v>
                </c:pt>
                <c:pt idx="1180">
                  <c:v>38180</c:v>
                </c:pt>
                <c:pt idx="1181">
                  <c:v>38181</c:v>
                </c:pt>
                <c:pt idx="1182">
                  <c:v>38182</c:v>
                </c:pt>
                <c:pt idx="1183">
                  <c:v>38183</c:v>
                </c:pt>
                <c:pt idx="1184">
                  <c:v>38184</c:v>
                </c:pt>
                <c:pt idx="1185">
                  <c:v>38187</c:v>
                </c:pt>
                <c:pt idx="1186">
                  <c:v>38188</c:v>
                </c:pt>
                <c:pt idx="1187">
                  <c:v>38189</c:v>
                </c:pt>
                <c:pt idx="1188">
                  <c:v>38190</c:v>
                </c:pt>
                <c:pt idx="1189">
                  <c:v>38191</c:v>
                </c:pt>
                <c:pt idx="1190">
                  <c:v>38194</c:v>
                </c:pt>
                <c:pt idx="1191">
                  <c:v>38195</c:v>
                </c:pt>
                <c:pt idx="1192">
                  <c:v>38196</c:v>
                </c:pt>
                <c:pt idx="1193">
                  <c:v>38197</c:v>
                </c:pt>
                <c:pt idx="1194">
                  <c:v>38198</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38292</c:v>
                </c:pt>
                <c:pt idx="1261">
                  <c:v>38293</c:v>
                </c:pt>
                <c:pt idx="1262">
                  <c:v>38294</c:v>
                </c:pt>
                <c:pt idx="1263">
                  <c:v>38295</c:v>
                </c:pt>
                <c:pt idx="1264">
                  <c:v>38296</c:v>
                </c:pt>
                <c:pt idx="1265">
                  <c:v>38299</c:v>
                </c:pt>
                <c:pt idx="1266">
                  <c:v>38300</c:v>
                </c:pt>
                <c:pt idx="1267">
                  <c:v>38301</c:v>
                </c:pt>
                <c:pt idx="1268">
                  <c:v>38302</c:v>
                </c:pt>
                <c:pt idx="1269">
                  <c:v>38303</c:v>
                </c:pt>
                <c:pt idx="1270">
                  <c:v>38306</c:v>
                </c:pt>
                <c:pt idx="1271">
                  <c:v>38307</c:v>
                </c:pt>
                <c:pt idx="1272">
                  <c:v>38308</c:v>
                </c:pt>
                <c:pt idx="1273">
                  <c:v>38309</c:v>
                </c:pt>
                <c:pt idx="1274">
                  <c:v>38310</c:v>
                </c:pt>
                <c:pt idx="1275">
                  <c:v>38313</c:v>
                </c:pt>
                <c:pt idx="1276">
                  <c:v>38314</c:v>
                </c:pt>
                <c:pt idx="1277">
                  <c:v>38315</c:v>
                </c:pt>
                <c:pt idx="1278">
                  <c:v>38316</c:v>
                </c:pt>
                <c:pt idx="1279">
                  <c:v>38317</c:v>
                </c:pt>
                <c:pt idx="1280">
                  <c:v>38320</c:v>
                </c:pt>
                <c:pt idx="1281">
                  <c:v>38321</c:v>
                </c:pt>
                <c:pt idx="1282">
                  <c:v>38322</c:v>
                </c:pt>
                <c:pt idx="1283">
                  <c:v>38323</c:v>
                </c:pt>
                <c:pt idx="1284">
                  <c:v>38324</c:v>
                </c:pt>
                <c:pt idx="1285">
                  <c:v>38327</c:v>
                </c:pt>
                <c:pt idx="1286">
                  <c:v>38328</c:v>
                </c:pt>
                <c:pt idx="1287">
                  <c:v>38329</c:v>
                </c:pt>
                <c:pt idx="1288">
                  <c:v>38330</c:v>
                </c:pt>
                <c:pt idx="1289">
                  <c:v>38331</c:v>
                </c:pt>
                <c:pt idx="1290">
                  <c:v>38334</c:v>
                </c:pt>
                <c:pt idx="1291">
                  <c:v>38335</c:v>
                </c:pt>
                <c:pt idx="1292">
                  <c:v>38336</c:v>
                </c:pt>
                <c:pt idx="1293">
                  <c:v>38337</c:v>
                </c:pt>
                <c:pt idx="1294">
                  <c:v>38338</c:v>
                </c:pt>
                <c:pt idx="1295">
                  <c:v>38341</c:v>
                </c:pt>
                <c:pt idx="1296">
                  <c:v>38342</c:v>
                </c:pt>
                <c:pt idx="1297">
                  <c:v>38343</c:v>
                </c:pt>
                <c:pt idx="1298">
                  <c:v>38344</c:v>
                </c:pt>
                <c:pt idx="1299">
                  <c:v>38345</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38436</c:v>
                </c:pt>
                <c:pt idx="1365">
                  <c:v>38439</c:v>
                </c:pt>
                <c:pt idx="1366">
                  <c:v>38440</c:v>
                </c:pt>
                <c:pt idx="1367">
                  <c:v>38441</c:v>
                </c:pt>
                <c:pt idx="1368">
                  <c:v>38442</c:v>
                </c:pt>
                <c:pt idx="1369">
                  <c:v>38443</c:v>
                </c:pt>
                <c:pt idx="1370">
                  <c:v>38446</c:v>
                </c:pt>
                <c:pt idx="1371">
                  <c:v>38447</c:v>
                </c:pt>
                <c:pt idx="1372">
                  <c:v>38448</c:v>
                </c:pt>
                <c:pt idx="1373">
                  <c:v>38449</c:v>
                </c:pt>
                <c:pt idx="1374">
                  <c:v>38450</c:v>
                </c:pt>
                <c:pt idx="1375">
                  <c:v>38453</c:v>
                </c:pt>
                <c:pt idx="1376">
                  <c:v>38454</c:v>
                </c:pt>
                <c:pt idx="1377">
                  <c:v>38455</c:v>
                </c:pt>
                <c:pt idx="1378">
                  <c:v>38456</c:v>
                </c:pt>
                <c:pt idx="1379">
                  <c:v>38457</c:v>
                </c:pt>
                <c:pt idx="1380">
                  <c:v>38460</c:v>
                </c:pt>
                <c:pt idx="1381">
                  <c:v>38461</c:v>
                </c:pt>
                <c:pt idx="1382">
                  <c:v>38462</c:v>
                </c:pt>
                <c:pt idx="1383">
                  <c:v>38463</c:v>
                </c:pt>
                <c:pt idx="1384">
                  <c:v>38464</c:v>
                </c:pt>
                <c:pt idx="1385">
                  <c:v>38467</c:v>
                </c:pt>
                <c:pt idx="1386">
                  <c:v>38468</c:v>
                </c:pt>
                <c:pt idx="1387">
                  <c:v>38469</c:v>
                </c:pt>
                <c:pt idx="1388">
                  <c:v>38470</c:v>
                </c:pt>
                <c:pt idx="1389">
                  <c:v>38471</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38565</c:v>
                </c:pt>
                <c:pt idx="1456">
                  <c:v>38566</c:v>
                </c:pt>
                <c:pt idx="1457">
                  <c:v>38567</c:v>
                </c:pt>
                <c:pt idx="1458">
                  <c:v>38568</c:v>
                </c:pt>
                <c:pt idx="1459">
                  <c:v>38569</c:v>
                </c:pt>
                <c:pt idx="1460">
                  <c:v>38572</c:v>
                </c:pt>
                <c:pt idx="1461">
                  <c:v>38573</c:v>
                </c:pt>
                <c:pt idx="1462">
                  <c:v>38574</c:v>
                </c:pt>
                <c:pt idx="1463">
                  <c:v>38575</c:v>
                </c:pt>
                <c:pt idx="1464">
                  <c:v>38576</c:v>
                </c:pt>
                <c:pt idx="1465">
                  <c:v>38579</c:v>
                </c:pt>
                <c:pt idx="1466">
                  <c:v>38580</c:v>
                </c:pt>
                <c:pt idx="1467">
                  <c:v>38581</c:v>
                </c:pt>
                <c:pt idx="1468">
                  <c:v>38582</c:v>
                </c:pt>
                <c:pt idx="1469">
                  <c:v>38583</c:v>
                </c:pt>
                <c:pt idx="1470">
                  <c:v>38586</c:v>
                </c:pt>
                <c:pt idx="1471">
                  <c:v>38587</c:v>
                </c:pt>
                <c:pt idx="1472">
                  <c:v>38588</c:v>
                </c:pt>
                <c:pt idx="1473">
                  <c:v>38589</c:v>
                </c:pt>
                <c:pt idx="1474">
                  <c:v>38590</c:v>
                </c:pt>
                <c:pt idx="1475">
                  <c:v>38593</c:v>
                </c:pt>
                <c:pt idx="1476">
                  <c:v>38594</c:v>
                </c:pt>
                <c:pt idx="1477">
                  <c:v>38595</c:v>
                </c:pt>
                <c:pt idx="1478">
                  <c:v>38596</c:v>
                </c:pt>
                <c:pt idx="1479">
                  <c:v>38597</c:v>
                </c:pt>
                <c:pt idx="1480">
                  <c:v>38600</c:v>
                </c:pt>
                <c:pt idx="1481">
                  <c:v>38601</c:v>
                </c:pt>
                <c:pt idx="1482">
                  <c:v>38602</c:v>
                </c:pt>
                <c:pt idx="1483">
                  <c:v>38603</c:v>
                </c:pt>
                <c:pt idx="1484">
                  <c:v>38604</c:v>
                </c:pt>
                <c:pt idx="1485">
                  <c:v>38607</c:v>
                </c:pt>
                <c:pt idx="1486">
                  <c:v>38608</c:v>
                </c:pt>
                <c:pt idx="1487">
                  <c:v>38609</c:v>
                </c:pt>
                <c:pt idx="1488">
                  <c:v>38610</c:v>
                </c:pt>
                <c:pt idx="1489">
                  <c:v>38611</c:v>
                </c:pt>
                <c:pt idx="1490">
                  <c:v>38614</c:v>
                </c:pt>
                <c:pt idx="1491">
                  <c:v>38615</c:v>
                </c:pt>
                <c:pt idx="1492">
                  <c:v>38616</c:v>
                </c:pt>
                <c:pt idx="1493">
                  <c:v>38617</c:v>
                </c:pt>
                <c:pt idx="1494">
                  <c:v>38618</c:v>
                </c:pt>
                <c:pt idx="1495">
                  <c:v>38621</c:v>
                </c:pt>
                <c:pt idx="1496">
                  <c:v>38622</c:v>
                </c:pt>
                <c:pt idx="1497">
                  <c:v>38623</c:v>
                </c:pt>
                <c:pt idx="1498">
                  <c:v>38624</c:v>
                </c:pt>
                <c:pt idx="1499">
                  <c:v>38625</c:v>
                </c:pt>
                <c:pt idx="1500">
                  <c:v>38628</c:v>
                </c:pt>
                <c:pt idx="1501">
                  <c:v>38629</c:v>
                </c:pt>
                <c:pt idx="1502">
                  <c:v>38630</c:v>
                </c:pt>
                <c:pt idx="1503">
                  <c:v>38631</c:v>
                </c:pt>
                <c:pt idx="1504">
                  <c:v>38632</c:v>
                </c:pt>
                <c:pt idx="1505">
                  <c:v>38635</c:v>
                </c:pt>
                <c:pt idx="1506">
                  <c:v>38636</c:v>
                </c:pt>
                <c:pt idx="1507">
                  <c:v>38637</c:v>
                </c:pt>
                <c:pt idx="1508">
                  <c:v>38638</c:v>
                </c:pt>
                <c:pt idx="1509">
                  <c:v>38639</c:v>
                </c:pt>
                <c:pt idx="1510">
                  <c:v>38642</c:v>
                </c:pt>
                <c:pt idx="1511">
                  <c:v>38643</c:v>
                </c:pt>
                <c:pt idx="1512">
                  <c:v>38644</c:v>
                </c:pt>
                <c:pt idx="1513">
                  <c:v>38645</c:v>
                </c:pt>
                <c:pt idx="1514">
                  <c:v>38646</c:v>
                </c:pt>
                <c:pt idx="1515">
                  <c:v>38649</c:v>
                </c:pt>
                <c:pt idx="1516">
                  <c:v>38650</c:v>
                </c:pt>
                <c:pt idx="1517">
                  <c:v>38651</c:v>
                </c:pt>
                <c:pt idx="1518">
                  <c:v>38652</c:v>
                </c:pt>
                <c:pt idx="1519">
                  <c:v>38653</c:v>
                </c:pt>
                <c:pt idx="1520">
                  <c:v>38656</c:v>
                </c:pt>
                <c:pt idx="1521">
                  <c:v>38657</c:v>
                </c:pt>
                <c:pt idx="1522">
                  <c:v>38658</c:v>
                </c:pt>
                <c:pt idx="1523">
                  <c:v>38659</c:v>
                </c:pt>
                <c:pt idx="1524">
                  <c:v>38660</c:v>
                </c:pt>
                <c:pt idx="1525">
                  <c:v>38663</c:v>
                </c:pt>
                <c:pt idx="1526">
                  <c:v>38664</c:v>
                </c:pt>
                <c:pt idx="1527">
                  <c:v>38665</c:v>
                </c:pt>
                <c:pt idx="1528">
                  <c:v>38666</c:v>
                </c:pt>
                <c:pt idx="1529">
                  <c:v>38667</c:v>
                </c:pt>
                <c:pt idx="1530">
                  <c:v>38670</c:v>
                </c:pt>
                <c:pt idx="1531">
                  <c:v>38671</c:v>
                </c:pt>
                <c:pt idx="1532">
                  <c:v>38672</c:v>
                </c:pt>
                <c:pt idx="1533">
                  <c:v>38673</c:v>
                </c:pt>
                <c:pt idx="1534">
                  <c:v>38674</c:v>
                </c:pt>
                <c:pt idx="1535">
                  <c:v>38677</c:v>
                </c:pt>
                <c:pt idx="1536">
                  <c:v>38678</c:v>
                </c:pt>
                <c:pt idx="1537">
                  <c:v>38679</c:v>
                </c:pt>
                <c:pt idx="1538">
                  <c:v>38680</c:v>
                </c:pt>
                <c:pt idx="1539">
                  <c:v>38681</c:v>
                </c:pt>
                <c:pt idx="1540">
                  <c:v>38684</c:v>
                </c:pt>
                <c:pt idx="1541">
                  <c:v>38685</c:v>
                </c:pt>
                <c:pt idx="1542">
                  <c:v>38686</c:v>
                </c:pt>
                <c:pt idx="1543">
                  <c:v>38687</c:v>
                </c:pt>
                <c:pt idx="1544">
                  <c:v>38688</c:v>
                </c:pt>
                <c:pt idx="1545">
                  <c:v>38691</c:v>
                </c:pt>
                <c:pt idx="1546">
                  <c:v>38692</c:v>
                </c:pt>
                <c:pt idx="1547">
                  <c:v>38693</c:v>
                </c:pt>
                <c:pt idx="1548">
                  <c:v>38694</c:v>
                </c:pt>
                <c:pt idx="1549">
                  <c:v>38695</c:v>
                </c:pt>
                <c:pt idx="1550">
                  <c:v>38698</c:v>
                </c:pt>
                <c:pt idx="1551">
                  <c:v>38699</c:v>
                </c:pt>
                <c:pt idx="1552">
                  <c:v>38700</c:v>
                </c:pt>
                <c:pt idx="1553">
                  <c:v>38701</c:v>
                </c:pt>
                <c:pt idx="1554">
                  <c:v>38702</c:v>
                </c:pt>
                <c:pt idx="1555">
                  <c:v>38705</c:v>
                </c:pt>
                <c:pt idx="1556">
                  <c:v>38706</c:v>
                </c:pt>
                <c:pt idx="1557">
                  <c:v>38707</c:v>
                </c:pt>
                <c:pt idx="1558">
                  <c:v>38708</c:v>
                </c:pt>
                <c:pt idx="1559">
                  <c:v>38709</c:v>
                </c:pt>
                <c:pt idx="1560">
                  <c:v>38712</c:v>
                </c:pt>
                <c:pt idx="1561">
                  <c:v>38713</c:v>
                </c:pt>
                <c:pt idx="1562">
                  <c:v>38714</c:v>
                </c:pt>
                <c:pt idx="1563">
                  <c:v>38715</c:v>
                </c:pt>
                <c:pt idx="1564">
                  <c:v>38716</c:v>
                </c:pt>
                <c:pt idx="1565">
                  <c:v>38719</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38821</c:v>
                </c:pt>
                <c:pt idx="1640">
                  <c:v>38824</c:v>
                </c:pt>
                <c:pt idx="1641">
                  <c:v>38825</c:v>
                </c:pt>
                <c:pt idx="1642">
                  <c:v>38826</c:v>
                </c:pt>
                <c:pt idx="1643">
                  <c:v>38827</c:v>
                </c:pt>
                <c:pt idx="1644">
                  <c:v>38828</c:v>
                </c:pt>
                <c:pt idx="1645">
                  <c:v>38831</c:v>
                </c:pt>
                <c:pt idx="1646">
                  <c:v>38832</c:v>
                </c:pt>
                <c:pt idx="1647">
                  <c:v>38833</c:v>
                </c:pt>
                <c:pt idx="1648">
                  <c:v>38834</c:v>
                </c:pt>
                <c:pt idx="1649">
                  <c:v>38835</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38992</c:v>
                </c:pt>
                <c:pt idx="1761">
                  <c:v>38993</c:v>
                </c:pt>
                <c:pt idx="1762">
                  <c:v>38994</c:v>
                </c:pt>
                <c:pt idx="1763">
                  <c:v>38995</c:v>
                </c:pt>
                <c:pt idx="1764">
                  <c:v>38996</c:v>
                </c:pt>
                <c:pt idx="1765">
                  <c:v>38999</c:v>
                </c:pt>
                <c:pt idx="1766">
                  <c:v>39000</c:v>
                </c:pt>
                <c:pt idx="1767">
                  <c:v>39001</c:v>
                </c:pt>
                <c:pt idx="1768">
                  <c:v>39002</c:v>
                </c:pt>
                <c:pt idx="1769">
                  <c:v>39003</c:v>
                </c:pt>
                <c:pt idx="1770">
                  <c:v>39006</c:v>
                </c:pt>
                <c:pt idx="1771">
                  <c:v>39007</c:v>
                </c:pt>
                <c:pt idx="1772">
                  <c:v>39008</c:v>
                </c:pt>
                <c:pt idx="1773">
                  <c:v>39009</c:v>
                </c:pt>
                <c:pt idx="1774">
                  <c:v>39010</c:v>
                </c:pt>
                <c:pt idx="1775">
                  <c:v>39013</c:v>
                </c:pt>
                <c:pt idx="1776">
                  <c:v>39014</c:v>
                </c:pt>
                <c:pt idx="1777">
                  <c:v>39015</c:v>
                </c:pt>
                <c:pt idx="1778">
                  <c:v>39016</c:v>
                </c:pt>
                <c:pt idx="1779">
                  <c:v>39017</c:v>
                </c:pt>
                <c:pt idx="1780">
                  <c:v>39020</c:v>
                </c:pt>
                <c:pt idx="1781">
                  <c:v>39021</c:v>
                </c:pt>
                <c:pt idx="1782">
                  <c:v>39022</c:v>
                </c:pt>
                <c:pt idx="1783">
                  <c:v>39023</c:v>
                </c:pt>
                <c:pt idx="1784">
                  <c:v>39024</c:v>
                </c:pt>
                <c:pt idx="1785">
                  <c:v>39027</c:v>
                </c:pt>
                <c:pt idx="1786">
                  <c:v>39028</c:v>
                </c:pt>
                <c:pt idx="1787">
                  <c:v>39029</c:v>
                </c:pt>
                <c:pt idx="1788">
                  <c:v>39030</c:v>
                </c:pt>
                <c:pt idx="1789">
                  <c:v>39031</c:v>
                </c:pt>
                <c:pt idx="1790">
                  <c:v>39034</c:v>
                </c:pt>
                <c:pt idx="1791">
                  <c:v>39035</c:v>
                </c:pt>
                <c:pt idx="1792">
                  <c:v>39036</c:v>
                </c:pt>
                <c:pt idx="1793">
                  <c:v>39037</c:v>
                </c:pt>
                <c:pt idx="1794">
                  <c:v>39038</c:v>
                </c:pt>
                <c:pt idx="1795">
                  <c:v>39041</c:v>
                </c:pt>
                <c:pt idx="1796">
                  <c:v>39042</c:v>
                </c:pt>
                <c:pt idx="1797">
                  <c:v>39043</c:v>
                </c:pt>
                <c:pt idx="1798">
                  <c:v>39044</c:v>
                </c:pt>
                <c:pt idx="1799">
                  <c:v>39045</c:v>
                </c:pt>
                <c:pt idx="1800">
                  <c:v>39048</c:v>
                </c:pt>
                <c:pt idx="1801">
                  <c:v>39049</c:v>
                </c:pt>
                <c:pt idx="1802">
                  <c:v>39050</c:v>
                </c:pt>
                <c:pt idx="1803">
                  <c:v>39051</c:v>
                </c:pt>
                <c:pt idx="1804">
                  <c:v>39052</c:v>
                </c:pt>
                <c:pt idx="1805">
                  <c:v>39055</c:v>
                </c:pt>
                <c:pt idx="1806">
                  <c:v>39056</c:v>
                </c:pt>
                <c:pt idx="1807">
                  <c:v>39057</c:v>
                </c:pt>
                <c:pt idx="1808">
                  <c:v>39058</c:v>
                </c:pt>
                <c:pt idx="1809">
                  <c:v>39059</c:v>
                </c:pt>
                <c:pt idx="1810">
                  <c:v>39062</c:v>
                </c:pt>
                <c:pt idx="1811">
                  <c:v>39063</c:v>
                </c:pt>
                <c:pt idx="1812">
                  <c:v>39064</c:v>
                </c:pt>
                <c:pt idx="1813">
                  <c:v>39065</c:v>
                </c:pt>
                <c:pt idx="1814">
                  <c:v>39066</c:v>
                </c:pt>
                <c:pt idx="1815">
                  <c:v>39069</c:v>
                </c:pt>
                <c:pt idx="1816">
                  <c:v>39070</c:v>
                </c:pt>
                <c:pt idx="1817">
                  <c:v>39071</c:v>
                </c:pt>
                <c:pt idx="1818">
                  <c:v>39072</c:v>
                </c:pt>
                <c:pt idx="1819">
                  <c:v>39073</c:v>
                </c:pt>
                <c:pt idx="1820">
                  <c:v>39076</c:v>
                </c:pt>
                <c:pt idx="1821">
                  <c:v>39077</c:v>
                </c:pt>
                <c:pt idx="1822">
                  <c:v>39078</c:v>
                </c:pt>
                <c:pt idx="1823">
                  <c:v>39079</c:v>
                </c:pt>
                <c:pt idx="1824">
                  <c:v>39080</c:v>
                </c:pt>
                <c:pt idx="1825">
                  <c:v>39083</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39174</c:v>
                </c:pt>
                <c:pt idx="1891">
                  <c:v>39175</c:v>
                </c:pt>
                <c:pt idx="1892">
                  <c:v>39176</c:v>
                </c:pt>
                <c:pt idx="1893">
                  <c:v>39177</c:v>
                </c:pt>
                <c:pt idx="1894">
                  <c:v>39178</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39230</c:v>
                </c:pt>
                <c:pt idx="1931">
                  <c:v>39231</c:v>
                </c:pt>
                <c:pt idx="1932">
                  <c:v>39232</c:v>
                </c:pt>
                <c:pt idx="1933">
                  <c:v>39233</c:v>
                </c:pt>
                <c:pt idx="1934">
                  <c:v>39234</c:v>
                </c:pt>
                <c:pt idx="1935">
                  <c:v>39237</c:v>
                </c:pt>
                <c:pt idx="1936">
                  <c:v>39238</c:v>
                </c:pt>
                <c:pt idx="1937">
                  <c:v>39239</c:v>
                </c:pt>
                <c:pt idx="1938">
                  <c:v>39240</c:v>
                </c:pt>
                <c:pt idx="1939">
                  <c:v>39241</c:v>
                </c:pt>
                <c:pt idx="1940">
                  <c:v>39244</c:v>
                </c:pt>
                <c:pt idx="1941">
                  <c:v>39245</c:v>
                </c:pt>
                <c:pt idx="1942">
                  <c:v>39246</c:v>
                </c:pt>
                <c:pt idx="1943">
                  <c:v>39247</c:v>
                </c:pt>
                <c:pt idx="1944">
                  <c:v>39248</c:v>
                </c:pt>
                <c:pt idx="1945">
                  <c:v>39251</c:v>
                </c:pt>
                <c:pt idx="1946">
                  <c:v>39252</c:v>
                </c:pt>
                <c:pt idx="1947">
                  <c:v>39253</c:v>
                </c:pt>
                <c:pt idx="1948">
                  <c:v>39254</c:v>
                </c:pt>
                <c:pt idx="1949">
                  <c:v>39255</c:v>
                </c:pt>
                <c:pt idx="1950">
                  <c:v>39258</c:v>
                </c:pt>
                <c:pt idx="1951">
                  <c:v>39259</c:v>
                </c:pt>
                <c:pt idx="1952">
                  <c:v>39260</c:v>
                </c:pt>
                <c:pt idx="1953">
                  <c:v>39261</c:v>
                </c:pt>
                <c:pt idx="1954">
                  <c:v>39262</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39356</c:v>
                </c:pt>
                <c:pt idx="2021">
                  <c:v>39357</c:v>
                </c:pt>
                <c:pt idx="2022">
                  <c:v>39358</c:v>
                </c:pt>
                <c:pt idx="2023">
                  <c:v>39359</c:v>
                </c:pt>
                <c:pt idx="2024">
                  <c:v>39360</c:v>
                </c:pt>
                <c:pt idx="2025">
                  <c:v>39363</c:v>
                </c:pt>
                <c:pt idx="2026">
                  <c:v>39364</c:v>
                </c:pt>
                <c:pt idx="2027">
                  <c:v>39365</c:v>
                </c:pt>
                <c:pt idx="2028">
                  <c:v>39366</c:v>
                </c:pt>
                <c:pt idx="2029">
                  <c:v>39367</c:v>
                </c:pt>
                <c:pt idx="2030">
                  <c:v>39370</c:v>
                </c:pt>
                <c:pt idx="2031">
                  <c:v>39371</c:v>
                </c:pt>
                <c:pt idx="2032">
                  <c:v>39372</c:v>
                </c:pt>
                <c:pt idx="2033">
                  <c:v>39373</c:v>
                </c:pt>
                <c:pt idx="2034">
                  <c:v>39374</c:v>
                </c:pt>
                <c:pt idx="2035">
                  <c:v>39377</c:v>
                </c:pt>
                <c:pt idx="2036">
                  <c:v>39378</c:v>
                </c:pt>
                <c:pt idx="2037">
                  <c:v>39379</c:v>
                </c:pt>
                <c:pt idx="2038">
                  <c:v>39380</c:v>
                </c:pt>
                <c:pt idx="2039">
                  <c:v>39381</c:v>
                </c:pt>
                <c:pt idx="2040">
                  <c:v>39384</c:v>
                </c:pt>
                <c:pt idx="2041">
                  <c:v>39385</c:v>
                </c:pt>
                <c:pt idx="2042">
                  <c:v>39386</c:v>
                </c:pt>
                <c:pt idx="2043">
                  <c:v>39387</c:v>
                </c:pt>
                <c:pt idx="2044">
                  <c:v>39388</c:v>
                </c:pt>
                <c:pt idx="2045">
                  <c:v>39391</c:v>
                </c:pt>
                <c:pt idx="2046">
                  <c:v>39392</c:v>
                </c:pt>
                <c:pt idx="2047">
                  <c:v>39393</c:v>
                </c:pt>
                <c:pt idx="2048">
                  <c:v>39394</c:v>
                </c:pt>
                <c:pt idx="2049">
                  <c:v>39395</c:v>
                </c:pt>
                <c:pt idx="2050">
                  <c:v>39398</c:v>
                </c:pt>
                <c:pt idx="2051">
                  <c:v>39399</c:v>
                </c:pt>
                <c:pt idx="2052">
                  <c:v>39400</c:v>
                </c:pt>
                <c:pt idx="2053">
                  <c:v>39401</c:v>
                </c:pt>
                <c:pt idx="2054">
                  <c:v>39402</c:v>
                </c:pt>
                <c:pt idx="2055">
                  <c:v>39405</c:v>
                </c:pt>
                <c:pt idx="2056">
                  <c:v>39406</c:v>
                </c:pt>
                <c:pt idx="2057">
                  <c:v>39407</c:v>
                </c:pt>
                <c:pt idx="2058">
                  <c:v>39408</c:v>
                </c:pt>
                <c:pt idx="2059">
                  <c:v>39409</c:v>
                </c:pt>
                <c:pt idx="2060">
                  <c:v>39412</c:v>
                </c:pt>
                <c:pt idx="2061">
                  <c:v>39413</c:v>
                </c:pt>
                <c:pt idx="2062">
                  <c:v>39414</c:v>
                </c:pt>
                <c:pt idx="2063">
                  <c:v>39415</c:v>
                </c:pt>
                <c:pt idx="2064">
                  <c:v>39416</c:v>
                </c:pt>
                <c:pt idx="2065">
                  <c:v>39419</c:v>
                </c:pt>
                <c:pt idx="2066">
                  <c:v>39420</c:v>
                </c:pt>
                <c:pt idx="2067">
                  <c:v>39421</c:v>
                </c:pt>
                <c:pt idx="2068">
                  <c:v>39422</c:v>
                </c:pt>
                <c:pt idx="2069">
                  <c:v>39423</c:v>
                </c:pt>
                <c:pt idx="2070">
                  <c:v>39426</c:v>
                </c:pt>
                <c:pt idx="2071">
                  <c:v>39427</c:v>
                </c:pt>
                <c:pt idx="2072">
                  <c:v>39428</c:v>
                </c:pt>
                <c:pt idx="2073">
                  <c:v>39429</c:v>
                </c:pt>
                <c:pt idx="2074">
                  <c:v>39430</c:v>
                </c:pt>
                <c:pt idx="2075">
                  <c:v>39433</c:v>
                </c:pt>
                <c:pt idx="2076">
                  <c:v>39434</c:v>
                </c:pt>
                <c:pt idx="2077">
                  <c:v>39435</c:v>
                </c:pt>
                <c:pt idx="2078">
                  <c:v>39436</c:v>
                </c:pt>
                <c:pt idx="2079">
                  <c:v>39437</c:v>
                </c:pt>
                <c:pt idx="2080">
                  <c:v>39440</c:v>
                </c:pt>
                <c:pt idx="2081">
                  <c:v>39441</c:v>
                </c:pt>
                <c:pt idx="2082">
                  <c:v>39442</c:v>
                </c:pt>
                <c:pt idx="2083">
                  <c:v>39443</c:v>
                </c:pt>
                <c:pt idx="2084">
                  <c:v>39444</c:v>
                </c:pt>
                <c:pt idx="2085">
                  <c:v>39447</c:v>
                </c:pt>
                <c:pt idx="2086">
                  <c:v>39448</c:v>
                </c:pt>
                <c:pt idx="2087">
                  <c:v>39449</c:v>
                </c:pt>
                <c:pt idx="2088">
                  <c:v>39450</c:v>
                </c:pt>
                <c:pt idx="2089">
                  <c:v>39451</c:v>
                </c:pt>
                <c:pt idx="2090">
                  <c:v>39454</c:v>
                </c:pt>
                <c:pt idx="2091">
                  <c:v>39455</c:v>
                </c:pt>
                <c:pt idx="2092">
                  <c:v>39456</c:v>
                </c:pt>
                <c:pt idx="2093">
                  <c:v>39457</c:v>
                </c:pt>
                <c:pt idx="2094">
                  <c:v>39458</c:v>
                </c:pt>
                <c:pt idx="2095">
                  <c:v>39461</c:v>
                </c:pt>
                <c:pt idx="2096">
                  <c:v>39462</c:v>
                </c:pt>
                <c:pt idx="2097">
                  <c:v>39463</c:v>
                </c:pt>
                <c:pt idx="2098">
                  <c:v>39464</c:v>
                </c:pt>
                <c:pt idx="2099">
                  <c:v>39465</c:v>
                </c:pt>
                <c:pt idx="2100">
                  <c:v>39468</c:v>
                </c:pt>
                <c:pt idx="2101">
                  <c:v>39469</c:v>
                </c:pt>
                <c:pt idx="2102">
                  <c:v>39470</c:v>
                </c:pt>
                <c:pt idx="2103">
                  <c:v>39471</c:v>
                </c:pt>
                <c:pt idx="2104">
                  <c:v>39472</c:v>
                </c:pt>
                <c:pt idx="2105">
                  <c:v>39475</c:v>
                </c:pt>
                <c:pt idx="2106">
                  <c:v>39476</c:v>
                </c:pt>
                <c:pt idx="2107">
                  <c:v>39477</c:v>
                </c:pt>
                <c:pt idx="2108">
                  <c:v>39478</c:v>
                </c:pt>
                <c:pt idx="2109">
                  <c:v>39479</c:v>
                </c:pt>
                <c:pt idx="2110">
                  <c:v>39482</c:v>
                </c:pt>
                <c:pt idx="2111">
                  <c:v>39483</c:v>
                </c:pt>
                <c:pt idx="2112">
                  <c:v>39484</c:v>
                </c:pt>
                <c:pt idx="2113">
                  <c:v>39485</c:v>
                </c:pt>
                <c:pt idx="2114">
                  <c:v>39486</c:v>
                </c:pt>
                <c:pt idx="2115">
                  <c:v>39489</c:v>
                </c:pt>
                <c:pt idx="2116">
                  <c:v>39490</c:v>
                </c:pt>
                <c:pt idx="2117">
                  <c:v>39491</c:v>
                </c:pt>
                <c:pt idx="2118">
                  <c:v>39492</c:v>
                </c:pt>
                <c:pt idx="2119">
                  <c:v>39493</c:v>
                </c:pt>
                <c:pt idx="2120">
                  <c:v>39496</c:v>
                </c:pt>
                <c:pt idx="2121">
                  <c:v>39497</c:v>
                </c:pt>
                <c:pt idx="2122">
                  <c:v>39498</c:v>
                </c:pt>
                <c:pt idx="2123">
                  <c:v>39499</c:v>
                </c:pt>
                <c:pt idx="2124">
                  <c:v>39500</c:v>
                </c:pt>
                <c:pt idx="2125">
                  <c:v>39503</c:v>
                </c:pt>
                <c:pt idx="2126">
                  <c:v>39504</c:v>
                </c:pt>
                <c:pt idx="2127">
                  <c:v>39505</c:v>
                </c:pt>
                <c:pt idx="2128">
                  <c:v>39506</c:v>
                </c:pt>
                <c:pt idx="2129">
                  <c:v>39507</c:v>
                </c:pt>
                <c:pt idx="2130">
                  <c:v>39510</c:v>
                </c:pt>
                <c:pt idx="2131">
                  <c:v>39511</c:v>
                </c:pt>
                <c:pt idx="2132">
                  <c:v>39512</c:v>
                </c:pt>
                <c:pt idx="2133">
                  <c:v>39513</c:v>
                </c:pt>
                <c:pt idx="2134">
                  <c:v>39514</c:v>
                </c:pt>
                <c:pt idx="2135">
                  <c:v>39517</c:v>
                </c:pt>
                <c:pt idx="2136">
                  <c:v>39518</c:v>
                </c:pt>
                <c:pt idx="2137">
                  <c:v>39519</c:v>
                </c:pt>
                <c:pt idx="2138">
                  <c:v>39520</c:v>
                </c:pt>
                <c:pt idx="2139">
                  <c:v>39521</c:v>
                </c:pt>
                <c:pt idx="2140">
                  <c:v>39524</c:v>
                </c:pt>
                <c:pt idx="2141">
                  <c:v>39525</c:v>
                </c:pt>
                <c:pt idx="2142">
                  <c:v>39526</c:v>
                </c:pt>
                <c:pt idx="2143">
                  <c:v>39527</c:v>
                </c:pt>
                <c:pt idx="2144">
                  <c:v>39528</c:v>
                </c:pt>
                <c:pt idx="2145">
                  <c:v>39531</c:v>
                </c:pt>
                <c:pt idx="2146">
                  <c:v>39532</c:v>
                </c:pt>
                <c:pt idx="2147">
                  <c:v>39533</c:v>
                </c:pt>
                <c:pt idx="2148">
                  <c:v>39534</c:v>
                </c:pt>
                <c:pt idx="2149">
                  <c:v>39535</c:v>
                </c:pt>
                <c:pt idx="2150">
                  <c:v>39538</c:v>
                </c:pt>
                <c:pt idx="2151">
                  <c:v>39539</c:v>
                </c:pt>
                <c:pt idx="2152">
                  <c:v>39540</c:v>
                </c:pt>
                <c:pt idx="2153">
                  <c:v>39541</c:v>
                </c:pt>
                <c:pt idx="2154">
                  <c:v>39542</c:v>
                </c:pt>
                <c:pt idx="2155">
                  <c:v>39545</c:v>
                </c:pt>
                <c:pt idx="2156">
                  <c:v>39546</c:v>
                </c:pt>
                <c:pt idx="2157">
                  <c:v>39547</c:v>
                </c:pt>
                <c:pt idx="2158">
                  <c:v>39548</c:v>
                </c:pt>
                <c:pt idx="2159">
                  <c:v>39549</c:v>
                </c:pt>
                <c:pt idx="2160">
                  <c:v>39552</c:v>
                </c:pt>
                <c:pt idx="2161">
                  <c:v>39553</c:v>
                </c:pt>
                <c:pt idx="2162">
                  <c:v>39554</c:v>
                </c:pt>
                <c:pt idx="2163">
                  <c:v>39555</c:v>
                </c:pt>
                <c:pt idx="2164">
                  <c:v>39556</c:v>
                </c:pt>
                <c:pt idx="2165">
                  <c:v>39559</c:v>
                </c:pt>
                <c:pt idx="2166">
                  <c:v>39560</c:v>
                </c:pt>
                <c:pt idx="2167">
                  <c:v>39561</c:v>
                </c:pt>
                <c:pt idx="2168">
                  <c:v>39562</c:v>
                </c:pt>
                <c:pt idx="2169">
                  <c:v>39563</c:v>
                </c:pt>
                <c:pt idx="2170">
                  <c:v>39566</c:v>
                </c:pt>
                <c:pt idx="2171">
                  <c:v>39567</c:v>
                </c:pt>
                <c:pt idx="2172">
                  <c:v>39568</c:v>
                </c:pt>
                <c:pt idx="2173">
                  <c:v>39569</c:v>
                </c:pt>
                <c:pt idx="2174">
                  <c:v>39570</c:v>
                </c:pt>
                <c:pt idx="2175">
                  <c:v>39573</c:v>
                </c:pt>
                <c:pt idx="2176">
                  <c:v>39574</c:v>
                </c:pt>
                <c:pt idx="2177">
                  <c:v>39575</c:v>
                </c:pt>
                <c:pt idx="2178">
                  <c:v>39576</c:v>
                </c:pt>
                <c:pt idx="2179">
                  <c:v>39577</c:v>
                </c:pt>
                <c:pt idx="2180">
                  <c:v>39580</c:v>
                </c:pt>
                <c:pt idx="2181">
                  <c:v>39581</c:v>
                </c:pt>
                <c:pt idx="2182">
                  <c:v>39582</c:v>
                </c:pt>
                <c:pt idx="2183">
                  <c:v>39583</c:v>
                </c:pt>
                <c:pt idx="2184">
                  <c:v>39584</c:v>
                </c:pt>
                <c:pt idx="2185">
                  <c:v>39587</c:v>
                </c:pt>
                <c:pt idx="2186">
                  <c:v>39588</c:v>
                </c:pt>
                <c:pt idx="2187">
                  <c:v>39589</c:v>
                </c:pt>
                <c:pt idx="2188">
                  <c:v>39590</c:v>
                </c:pt>
                <c:pt idx="2189">
                  <c:v>39591</c:v>
                </c:pt>
                <c:pt idx="2190">
                  <c:v>39594</c:v>
                </c:pt>
                <c:pt idx="2191">
                  <c:v>39595</c:v>
                </c:pt>
                <c:pt idx="2192">
                  <c:v>39596</c:v>
                </c:pt>
                <c:pt idx="2193">
                  <c:v>39597</c:v>
                </c:pt>
                <c:pt idx="2194">
                  <c:v>39598</c:v>
                </c:pt>
                <c:pt idx="2195">
                  <c:v>39601</c:v>
                </c:pt>
                <c:pt idx="2196">
                  <c:v>39602</c:v>
                </c:pt>
                <c:pt idx="2197">
                  <c:v>39603</c:v>
                </c:pt>
                <c:pt idx="2198">
                  <c:v>39604</c:v>
                </c:pt>
                <c:pt idx="2199">
                  <c:v>39605</c:v>
                </c:pt>
                <c:pt idx="2200">
                  <c:v>39608</c:v>
                </c:pt>
                <c:pt idx="2201">
                  <c:v>39609</c:v>
                </c:pt>
                <c:pt idx="2202">
                  <c:v>39610</c:v>
                </c:pt>
                <c:pt idx="2203">
                  <c:v>39611</c:v>
                </c:pt>
                <c:pt idx="2204">
                  <c:v>39612</c:v>
                </c:pt>
                <c:pt idx="2205">
                  <c:v>39615</c:v>
                </c:pt>
                <c:pt idx="2206">
                  <c:v>39616</c:v>
                </c:pt>
                <c:pt idx="2207">
                  <c:v>39617</c:v>
                </c:pt>
                <c:pt idx="2208">
                  <c:v>39618</c:v>
                </c:pt>
                <c:pt idx="2209">
                  <c:v>39619</c:v>
                </c:pt>
                <c:pt idx="2210">
                  <c:v>39622</c:v>
                </c:pt>
                <c:pt idx="2211">
                  <c:v>39623</c:v>
                </c:pt>
                <c:pt idx="2212">
                  <c:v>39624</c:v>
                </c:pt>
                <c:pt idx="2213">
                  <c:v>39625</c:v>
                </c:pt>
                <c:pt idx="2214">
                  <c:v>39626</c:v>
                </c:pt>
                <c:pt idx="2215">
                  <c:v>39629</c:v>
                </c:pt>
                <c:pt idx="2216">
                  <c:v>39630</c:v>
                </c:pt>
                <c:pt idx="2217">
                  <c:v>39631</c:v>
                </c:pt>
                <c:pt idx="2218">
                  <c:v>39632</c:v>
                </c:pt>
                <c:pt idx="2219">
                  <c:v>39633</c:v>
                </c:pt>
                <c:pt idx="2220">
                  <c:v>39636</c:v>
                </c:pt>
                <c:pt idx="2221">
                  <c:v>39637</c:v>
                </c:pt>
                <c:pt idx="2222">
                  <c:v>39638</c:v>
                </c:pt>
                <c:pt idx="2223">
                  <c:v>39639</c:v>
                </c:pt>
                <c:pt idx="2224">
                  <c:v>39640</c:v>
                </c:pt>
                <c:pt idx="2225">
                  <c:v>39643</c:v>
                </c:pt>
                <c:pt idx="2226">
                  <c:v>39644</c:v>
                </c:pt>
                <c:pt idx="2227">
                  <c:v>39645</c:v>
                </c:pt>
                <c:pt idx="2228">
                  <c:v>39646</c:v>
                </c:pt>
                <c:pt idx="2229">
                  <c:v>39647</c:v>
                </c:pt>
                <c:pt idx="2230">
                  <c:v>39650</c:v>
                </c:pt>
                <c:pt idx="2231">
                  <c:v>39651</c:v>
                </c:pt>
                <c:pt idx="2232">
                  <c:v>39652</c:v>
                </c:pt>
                <c:pt idx="2233">
                  <c:v>39653</c:v>
                </c:pt>
                <c:pt idx="2234">
                  <c:v>39654</c:v>
                </c:pt>
                <c:pt idx="2235">
                  <c:v>39657</c:v>
                </c:pt>
                <c:pt idx="2236">
                  <c:v>39658</c:v>
                </c:pt>
                <c:pt idx="2237">
                  <c:v>39659</c:v>
                </c:pt>
                <c:pt idx="2238">
                  <c:v>39660</c:v>
                </c:pt>
                <c:pt idx="2239">
                  <c:v>39661</c:v>
                </c:pt>
                <c:pt idx="2240">
                  <c:v>39664</c:v>
                </c:pt>
                <c:pt idx="2241">
                  <c:v>39665</c:v>
                </c:pt>
                <c:pt idx="2242">
                  <c:v>39666</c:v>
                </c:pt>
                <c:pt idx="2243">
                  <c:v>39667</c:v>
                </c:pt>
                <c:pt idx="2244">
                  <c:v>39668</c:v>
                </c:pt>
                <c:pt idx="2245">
                  <c:v>39671</c:v>
                </c:pt>
                <c:pt idx="2246">
                  <c:v>39672</c:v>
                </c:pt>
                <c:pt idx="2247">
                  <c:v>39673</c:v>
                </c:pt>
                <c:pt idx="2248">
                  <c:v>39674</c:v>
                </c:pt>
                <c:pt idx="2249">
                  <c:v>39675</c:v>
                </c:pt>
                <c:pt idx="2250">
                  <c:v>39678</c:v>
                </c:pt>
                <c:pt idx="2251">
                  <c:v>39679</c:v>
                </c:pt>
                <c:pt idx="2252">
                  <c:v>39680</c:v>
                </c:pt>
                <c:pt idx="2253">
                  <c:v>39681</c:v>
                </c:pt>
                <c:pt idx="2254">
                  <c:v>39682</c:v>
                </c:pt>
                <c:pt idx="2255">
                  <c:v>39685</c:v>
                </c:pt>
                <c:pt idx="2256">
                  <c:v>39686</c:v>
                </c:pt>
                <c:pt idx="2257">
                  <c:v>39687</c:v>
                </c:pt>
                <c:pt idx="2258">
                  <c:v>39688</c:v>
                </c:pt>
                <c:pt idx="2259">
                  <c:v>39689</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39783</c:v>
                </c:pt>
                <c:pt idx="2326">
                  <c:v>39784</c:v>
                </c:pt>
                <c:pt idx="2327">
                  <c:v>39785</c:v>
                </c:pt>
                <c:pt idx="2328">
                  <c:v>39786</c:v>
                </c:pt>
                <c:pt idx="2329">
                  <c:v>39787</c:v>
                </c:pt>
                <c:pt idx="2330">
                  <c:v>39790</c:v>
                </c:pt>
                <c:pt idx="2331">
                  <c:v>39791</c:v>
                </c:pt>
                <c:pt idx="2332">
                  <c:v>39792</c:v>
                </c:pt>
                <c:pt idx="2333">
                  <c:v>39793</c:v>
                </c:pt>
                <c:pt idx="2334">
                  <c:v>39794</c:v>
                </c:pt>
                <c:pt idx="2335">
                  <c:v>39797</c:v>
                </c:pt>
                <c:pt idx="2336">
                  <c:v>39798</c:v>
                </c:pt>
                <c:pt idx="2337">
                  <c:v>39799</c:v>
                </c:pt>
                <c:pt idx="2338">
                  <c:v>39800</c:v>
                </c:pt>
                <c:pt idx="2339">
                  <c:v>39801</c:v>
                </c:pt>
                <c:pt idx="2340">
                  <c:v>39804</c:v>
                </c:pt>
                <c:pt idx="2341">
                  <c:v>39805</c:v>
                </c:pt>
                <c:pt idx="2342">
                  <c:v>39806</c:v>
                </c:pt>
                <c:pt idx="2343">
                  <c:v>39807</c:v>
                </c:pt>
                <c:pt idx="2344">
                  <c:v>39808</c:v>
                </c:pt>
                <c:pt idx="2345">
                  <c:v>39811</c:v>
                </c:pt>
                <c:pt idx="2346">
                  <c:v>39812</c:v>
                </c:pt>
                <c:pt idx="2347">
                  <c:v>39813</c:v>
                </c:pt>
                <c:pt idx="2348">
                  <c:v>39814</c:v>
                </c:pt>
                <c:pt idx="2349">
                  <c:v>39815</c:v>
                </c:pt>
                <c:pt idx="2350">
                  <c:v>39818</c:v>
                </c:pt>
                <c:pt idx="2351">
                  <c:v>39819</c:v>
                </c:pt>
                <c:pt idx="2352">
                  <c:v>39820</c:v>
                </c:pt>
                <c:pt idx="2353">
                  <c:v>39821</c:v>
                </c:pt>
                <c:pt idx="2354">
                  <c:v>39822</c:v>
                </c:pt>
                <c:pt idx="2355">
                  <c:v>39825</c:v>
                </c:pt>
                <c:pt idx="2356">
                  <c:v>39826</c:v>
                </c:pt>
                <c:pt idx="2357">
                  <c:v>39827</c:v>
                </c:pt>
                <c:pt idx="2358">
                  <c:v>39828</c:v>
                </c:pt>
                <c:pt idx="2359">
                  <c:v>39829</c:v>
                </c:pt>
                <c:pt idx="2360">
                  <c:v>39832</c:v>
                </c:pt>
                <c:pt idx="2361">
                  <c:v>39833</c:v>
                </c:pt>
                <c:pt idx="2362">
                  <c:v>39834</c:v>
                </c:pt>
                <c:pt idx="2363">
                  <c:v>39835</c:v>
                </c:pt>
                <c:pt idx="2364">
                  <c:v>39836</c:v>
                </c:pt>
                <c:pt idx="2365">
                  <c:v>39839</c:v>
                </c:pt>
                <c:pt idx="2366">
                  <c:v>39840</c:v>
                </c:pt>
                <c:pt idx="2367">
                  <c:v>39841</c:v>
                </c:pt>
                <c:pt idx="2368">
                  <c:v>39842</c:v>
                </c:pt>
                <c:pt idx="2369">
                  <c:v>39843</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39874</c:v>
                </c:pt>
                <c:pt idx="2391">
                  <c:v>39875</c:v>
                </c:pt>
                <c:pt idx="2392">
                  <c:v>39876</c:v>
                </c:pt>
                <c:pt idx="2393">
                  <c:v>39877</c:v>
                </c:pt>
                <c:pt idx="2394">
                  <c:v>39878</c:v>
                </c:pt>
                <c:pt idx="2395">
                  <c:v>39881</c:v>
                </c:pt>
                <c:pt idx="2396">
                  <c:v>39882</c:v>
                </c:pt>
                <c:pt idx="2397">
                  <c:v>39883</c:v>
                </c:pt>
                <c:pt idx="2398">
                  <c:v>39884</c:v>
                </c:pt>
                <c:pt idx="2399">
                  <c:v>39885</c:v>
                </c:pt>
                <c:pt idx="2400">
                  <c:v>39888</c:v>
                </c:pt>
                <c:pt idx="2401">
                  <c:v>39889</c:v>
                </c:pt>
                <c:pt idx="2402">
                  <c:v>39890</c:v>
                </c:pt>
                <c:pt idx="2403">
                  <c:v>39891</c:v>
                </c:pt>
                <c:pt idx="2404">
                  <c:v>39892</c:v>
                </c:pt>
                <c:pt idx="2405">
                  <c:v>39895</c:v>
                </c:pt>
                <c:pt idx="2406">
                  <c:v>39896</c:v>
                </c:pt>
                <c:pt idx="2407">
                  <c:v>39897</c:v>
                </c:pt>
                <c:pt idx="2408">
                  <c:v>39898</c:v>
                </c:pt>
                <c:pt idx="2409">
                  <c:v>39899</c:v>
                </c:pt>
                <c:pt idx="2410">
                  <c:v>39902</c:v>
                </c:pt>
                <c:pt idx="2411">
                  <c:v>39903</c:v>
                </c:pt>
                <c:pt idx="2412">
                  <c:v>39904</c:v>
                </c:pt>
                <c:pt idx="2413">
                  <c:v>39905</c:v>
                </c:pt>
                <c:pt idx="2414">
                  <c:v>39906</c:v>
                </c:pt>
                <c:pt idx="2415">
                  <c:v>39909</c:v>
                </c:pt>
                <c:pt idx="2416">
                  <c:v>39910</c:v>
                </c:pt>
                <c:pt idx="2417">
                  <c:v>39911</c:v>
                </c:pt>
                <c:pt idx="2418">
                  <c:v>39912</c:v>
                </c:pt>
                <c:pt idx="2419">
                  <c:v>39913</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39965</c:v>
                </c:pt>
                <c:pt idx="2456">
                  <c:v>39966</c:v>
                </c:pt>
                <c:pt idx="2457">
                  <c:v>39967</c:v>
                </c:pt>
                <c:pt idx="2458">
                  <c:v>39968</c:v>
                </c:pt>
                <c:pt idx="2459">
                  <c:v>39969</c:v>
                </c:pt>
                <c:pt idx="2460">
                  <c:v>39972</c:v>
                </c:pt>
                <c:pt idx="2461">
                  <c:v>39973</c:v>
                </c:pt>
                <c:pt idx="2462">
                  <c:v>39974</c:v>
                </c:pt>
                <c:pt idx="2463">
                  <c:v>39975</c:v>
                </c:pt>
                <c:pt idx="2464">
                  <c:v>39976</c:v>
                </c:pt>
                <c:pt idx="2465">
                  <c:v>39979</c:v>
                </c:pt>
                <c:pt idx="2466">
                  <c:v>39980</c:v>
                </c:pt>
                <c:pt idx="2467">
                  <c:v>39981</c:v>
                </c:pt>
                <c:pt idx="2468">
                  <c:v>39982</c:v>
                </c:pt>
                <c:pt idx="2469">
                  <c:v>39983</c:v>
                </c:pt>
                <c:pt idx="2470">
                  <c:v>39986</c:v>
                </c:pt>
                <c:pt idx="2471">
                  <c:v>39987</c:v>
                </c:pt>
                <c:pt idx="2472">
                  <c:v>39988</c:v>
                </c:pt>
                <c:pt idx="2473">
                  <c:v>39989</c:v>
                </c:pt>
                <c:pt idx="2474">
                  <c:v>39990</c:v>
                </c:pt>
                <c:pt idx="2475">
                  <c:v>39993</c:v>
                </c:pt>
                <c:pt idx="2476">
                  <c:v>39994</c:v>
                </c:pt>
                <c:pt idx="2477">
                  <c:v>39995</c:v>
                </c:pt>
                <c:pt idx="2478">
                  <c:v>39996</c:v>
                </c:pt>
                <c:pt idx="2479">
                  <c:v>39997</c:v>
                </c:pt>
                <c:pt idx="2480">
                  <c:v>40000</c:v>
                </c:pt>
                <c:pt idx="2481">
                  <c:v>40001</c:v>
                </c:pt>
                <c:pt idx="2482">
                  <c:v>40002</c:v>
                </c:pt>
                <c:pt idx="2483">
                  <c:v>40003</c:v>
                </c:pt>
                <c:pt idx="2484">
                  <c:v>40004</c:v>
                </c:pt>
                <c:pt idx="2485">
                  <c:v>40007</c:v>
                </c:pt>
                <c:pt idx="2486">
                  <c:v>40008</c:v>
                </c:pt>
                <c:pt idx="2487">
                  <c:v>40009</c:v>
                </c:pt>
                <c:pt idx="2488">
                  <c:v>40010</c:v>
                </c:pt>
                <c:pt idx="2489">
                  <c:v>40011</c:v>
                </c:pt>
                <c:pt idx="2490">
                  <c:v>40014</c:v>
                </c:pt>
                <c:pt idx="2491">
                  <c:v>40015</c:v>
                </c:pt>
                <c:pt idx="2492">
                  <c:v>40016</c:v>
                </c:pt>
                <c:pt idx="2493">
                  <c:v>40017</c:v>
                </c:pt>
                <c:pt idx="2494">
                  <c:v>40018</c:v>
                </c:pt>
                <c:pt idx="2495">
                  <c:v>40021</c:v>
                </c:pt>
                <c:pt idx="2496">
                  <c:v>40022</c:v>
                </c:pt>
                <c:pt idx="2497">
                  <c:v>40023</c:v>
                </c:pt>
                <c:pt idx="2498">
                  <c:v>40024</c:v>
                </c:pt>
                <c:pt idx="2499">
                  <c:v>40025</c:v>
                </c:pt>
                <c:pt idx="2500">
                  <c:v>40028</c:v>
                </c:pt>
                <c:pt idx="2501">
                  <c:v>40029</c:v>
                </c:pt>
                <c:pt idx="2502">
                  <c:v>40030</c:v>
                </c:pt>
                <c:pt idx="2503">
                  <c:v>40031</c:v>
                </c:pt>
                <c:pt idx="2504">
                  <c:v>40032</c:v>
                </c:pt>
                <c:pt idx="2505">
                  <c:v>40035</c:v>
                </c:pt>
                <c:pt idx="2506">
                  <c:v>40036</c:v>
                </c:pt>
                <c:pt idx="2507">
                  <c:v>40037</c:v>
                </c:pt>
                <c:pt idx="2508">
                  <c:v>40038</c:v>
                </c:pt>
                <c:pt idx="2509">
                  <c:v>40039</c:v>
                </c:pt>
                <c:pt idx="2510">
                  <c:v>40042</c:v>
                </c:pt>
                <c:pt idx="2511">
                  <c:v>40043</c:v>
                </c:pt>
                <c:pt idx="2512">
                  <c:v>40044</c:v>
                </c:pt>
                <c:pt idx="2513">
                  <c:v>40045</c:v>
                </c:pt>
                <c:pt idx="2514">
                  <c:v>40046</c:v>
                </c:pt>
                <c:pt idx="2515">
                  <c:v>40049</c:v>
                </c:pt>
                <c:pt idx="2516">
                  <c:v>40050</c:v>
                </c:pt>
                <c:pt idx="2517">
                  <c:v>40051</c:v>
                </c:pt>
                <c:pt idx="2518">
                  <c:v>40052</c:v>
                </c:pt>
                <c:pt idx="2519">
                  <c:v>40053</c:v>
                </c:pt>
                <c:pt idx="2520">
                  <c:v>40056</c:v>
                </c:pt>
                <c:pt idx="2521">
                  <c:v>40057</c:v>
                </c:pt>
                <c:pt idx="2522">
                  <c:v>40058</c:v>
                </c:pt>
                <c:pt idx="2523">
                  <c:v>40059</c:v>
                </c:pt>
                <c:pt idx="2524">
                  <c:v>40060</c:v>
                </c:pt>
                <c:pt idx="2525">
                  <c:v>40063</c:v>
                </c:pt>
                <c:pt idx="2526">
                  <c:v>40064</c:v>
                </c:pt>
                <c:pt idx="2527">
                  <c:v>40065</c:v>
                </c:pt>
                <c:pt idx="2528">
                  <c:v>40066</c:v>
                </c:pt>
                <c:pt idx="2529">
                  <c:v>40067</c:v>
                </c:pt>
                <c:pt idx="2530">
                  <c:v>40070</c:v>
                </c:pt>
                <c:pt idx="2531">
                  <c:v>40071</c:v>
                </c:pt>
                <c:pt idx="2532">
                  <c:v>40072</c:v>
                </c:pt>
                <c:pt idx="2533">
                  <c:v>40073</c:v>
                </c:pt>
                <c:pt idx="2534">
                  <c:v>40074</c:v>
                </c:pt>
                <c:pt idx="2535">
                  <c:v>40077</c:v>
                </c:pt>
                <c:pt idx="2536">
                  <c:v>40078</c:v>
                </c:pt>
                <c:pt idx="2537">
                  <c:v>40079</c:v>
                </c:pt>
                <c:pt idx="2538">
                  <c:v>40080</c:v>
                </c:pt>
                <c:pt idx="2539">
                  <c:v>40081</c:v>
                </c:pt>
                <c:pt idx="2540">
                  <c:v>40084</c:v>
                </c:pt>
                <c:pt idx="2541">
                  <c:v>40085</c:v>
                </c:pt>
                <c:pt idx="2542">
                  <c:v>40086</c:v>
                </c:pt>
                <c:pt idx="2543">
                  <c:v>40087</c:v>
                </c:pt>
                <c:pt idx="2544">
                  <c:v>40088</c:v>
                </c:pt>
                <c:pt idx="2545">
                  <c:v>40091</c:v>
                </c:pt>
                <c:pt idx="2546">
                  <c:v>40092</c:v>
                </c:pt>
                <c:pt idx="2547">
                  <c:v>40093</c:v>
                </c:pt>
                <c:pt idx="2548">
                  <c:v>40094</c:v>
                </c:pt>
                <c:pt idx="2549">
                  <c:v>40095</c:v>
                </c:pt>
                <c:pt idx="2550">
                  <c:v>40098</c:v>
                </c:pt>
                <c:pt idx="2551">
                  <c:v>40099</c:v>
                </c:pt>
                <c:pt idx="2552">
                  <c:v>40100</c:v>
                </c:pt>
                <c:pt idx="2553">
                  <c:v>40101</c:v>
                </c:pt>
                <c:pt idx="2554">
                  <c:v>40102</c:v>
                </c:pt>
                <c:pt idx="2555">
                  <c:v>40105</c:v>
                </c:pt>
                <c:pt idx="2556">
                  <c:v>40106</c:v>
                </c:pt>
                <c:pt idx="2557">
                  <c:v>40107</c:v>
                </c:pt>
                <c:pt idx="2558">
                  <c:v>40108</c:v>
                </c:pt>
                <c:pt idx="2559">
                  <c:v>40109</c:v>
                </c:pt>
                <c:pt idx="2560">
                  <c:v>40112</c:v>
                </c:pt>
                <c:pt idx="2561">
                  <c:v>40113</c:v>
                </c:pt>
                <c:pt idx="2562">
                  <c:v>40114</c:v>
                </c:pt>
                <c:pt idx="2563">
                  <c:v>40115</c:v>
                </c:pt>
                <c:pt idx="2564">
                  <c:v>40116</c:v>
                </c:pt>
                <c:pt idx="2565">
                  <c:v>40119</c:v>
                </c:pt>
                <c:pt idx="2566">
                  <c:v>40120</c:v>
                </c:pt>
                <c:pt idx="2567">
                  <c:v>40121</c:v>
                </c:pt>
                <c:pt idx="2568">
                  <c:v>40122</c:v>
                </c:pt>
                <c:pt idx="2569">
                  <c:v>40123</c:v>
                </c:pt>
                <c:pt idx="2570">
                  <c:v>40126</c:v>
                </c:pt>
                <c:pt idx="2571">
                  <c:v>40127</c:v>
                </c:pt>
                <c:pt idx="2572">
                  <c:v>40128</c:v>
                </c:pt>
                <c:pt idx="2573">
                  <c:v>40129</c:v>
                </c:pt>
                <c:pt idx="2574">
                  <c:v>40130</c:v>
                </c:pt>
                <c:pt idx="2575">
                  <c:v>40133</c:v>
                </c:pt>
                <c:pt idx="2576">
                  <c:v>40134</c:v>
                </c:pt>
                <c:pt idx="2577">
                  <c:v>40135</c:v>
                </c:pt>
                <c:pt idx="2578">
                  <c:v>40136</c:v>
                </c:pt>
                <c:pt idx="2579">
                  <c:v>40137</c:v>
                </c:pt>
                <c:pt idx="2580">
                  <c:v>40140</c:v>
                </c:pt>
                <c:pt idx="2581">
                  <c:v>40141</c:v>
                </c:pt>
                <c:pt idx="2582">
                  <c:v>40142</c:v>
                </c:pt>
                <c:pt idx="2583">
                  <c:v>40143</c:v>
                </c:pt>
                <c:pt idx="2584">
                  <c:v>40144</c:v>
                </c:pt>
                <c:pt idx="2585">
                  <c:v>40147</c:v>
                </c:pt>
                <c:pt idx="2586">
                  <c:v>40148</c:v>
                </c:pt>
                <c:pt idx="2587">
                  <c:v>40149</c:v>
                </c:pt>
                <c:pt idx="2588">
                  <c:v>40150</c:v>
                </c:pt>
                <c:pt idx="2589">
                  <c:v>40151</c:v>
                </c:pt>
                <c:pt idx="2590">
                  <c:v>40154</c:v>
                </c:pt>
                <c:pt idx="2591">
                  <c:v>40155</c:v>
                </c:pt>
                <c:pt idx="2592">
                  <c:v>40156</c:v>
                </c:pt>
                <c:pt idx="2593">
                  <c:v>40157</c:v>
                </c:pt>
                <c:pt idx="2594">
                  <c:v>40158</c:v>
                </c:pt>
                <c:pt idx="2595">
                  <c:v>40161</c:v>
                </c:pt>
                <c:pt idx="2596">
                  <c:v>40162</c:v>
                </c:pt>
                <c:pt idx="2597">
                  <c:v>40163</c:v>
                </c:pt>
                <c:pt idx="2598">
                  <c:v>40164</c:v>
                </c:pt>
                <c:pt idx="2599">
                  <c:v>40165</c:v>
                </c:pt>
                <c:pt idx="2600">
                  <c:v>40168</c:v>
                </c:pt>
                <c:pt idx="2601">
                  <c:v>40169</c:v>
                </c:pt>
                <c:pt idx="2602">
                  <c:v>40170</c:v>
                </c:pt>
                <c:pt idx="2603">
                  <c:v>40171</c:v>
                </c:pt>
                <c:pt idx="2604">
                  <c:v>40172</c:v>
                </c:pt>
                <c:pt idx="2605">
                  <c:v>40175</c:v>
                </c:pt>
                <c:pt idx="2606">
                  <c:v>40176</c:v>
                </c:pt>
                <c:pt idx="2607">
                  <c:v>40177</c:v>
                </c:pt>
                <c:pt idx="2608">
                  <c:v>40178</c:v>
                </c:pt>
                <c:pt idx="2609">
                  <c:v>40179</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40210</c:v>
                </c:pt>
                <c:pt idx="2631">
                  <c:v>40211</c:v>
                </c:pt>
                <c:pt idx="2632">
                  <c:v>40212</c:v>
                </c:pt>
                <c:pt idx="2633">
                  <c:v>40213</c:v>
                </c:pt>
                <c:pt idx="2634">
                  <c:v>40214</c:v>
                </c:pt>
                <c:pt idx="2635">
                  <c:v>40217</c:v>
                </c:pt>
                <c:pt idx="2636">
                  <c:v>40218</c:v>
                </c:pt>
                <c:pt idx="2637">
                  <c:v>40219</c:v>
                </c:pt>
                <c:pt idx="2638">
                  <c:v>40220</c:v>
                </c:pt>
                <c:pt idx="2639">
                  <c:v>40221</c:v>
                </c:pt>
                <c:pt idx="2640">
                  <c:v>40224</c:v>
                </c:pt>
                <c:pt idx="2641">
                  <c:v>40225</c:v>
                </c:pt>
                <c:pt idx="2642">
                  <c:v>40226</c:v>
                </c:pt>
                <c:pt idx="2643">
                  <c:v>40227</c:v>
                </c:pt>
                <c:pt idx="2644">
                  <c:v>40228</c:v>
                </c:pt>
                <c:pt idx="2645">
                  <c:v>40231</c:v>
                </c:pt>
                <c:pt idx="2646">
                  <c:v>40232</c:v>
                </c:pt>
                <c:pt idx="2647">
                  <c:v>40233</c:v>
                </c:pt>
                <c:pt idx="2648">
                  <c:v>40234</c:v>
                </c:pt>
                <c:pt idx="2649">
                  <c:v>40235</c:v>
                </c:pt>
                <c:pt idx="2650">
                  <c:v>40238</c:v>
                </c:pt>
                <c:pt idx="2651">
                  <c:v>40239</c:v>
                </c:pt>
                <c:pt idx="2652">
                  <c:v>40240</c:v>
                </c:pt>
                <c:pt idx="2653">
                  <c:v>40241</c:v>
                </c:pt>
                <c:pt idx="2654">
                  <c:v>40242</c:v>
                </c:pt>
                <c:pt idx="2655">
                  <c:v>40245</c:v>
                </c:pt>
                <c:pt idx="2656">
                  <c:v>40246</c:v>
                </c:pt>
                <c:pt idx="2657">
                  <c:v>40247</c:v>
                </c:pt>
                <c:pt idx="2658">
                  <c:v>40248</c:v>
                </c:pt>
                <c:pt idx="2659">
                  <c:v>40249</c:v>
                </c:pt>
                <c:pt idx="2660">
                  <c:v>40252</c:v>
                </c:pt>
                <c:pt idx="2661">
                  <c:v>40253</c:v>
                </c:pt>
                <c:pt idx="2662">
                  <c:v>40254</c:v>
                </c:pt>
                <c:pt idx="2663">
                  <c:v>40255</c:v>
                </c:pt>
                <c:pt idx="2664">
                  <c:v>40256</c:v>
                </c:pt>
                <c:pt idx="2665">
                  <c:v>40259</c:v>
                </c:pt>
                <c:pt idx="2666">
                  <c:v>40260</c:v>
                </c:pt>
                <c:pt idx="2667">
                  <c:v>40261</c:v>
                </c:pt>
                <c:pt idx="2668">
                  <c:v>40262</c:v>
                </c:pt>
                <c:pt idx="2669">
                  <c:v>40263</c:v>
                </c:pt>
                <c:pt idx="2670">
                  <c:v>40266</c:v>
                </c:pt>
                <c:pt idx="2671">
                  <c:v>40267</c:v>
                </c:pt>
                <c:pt idx="2672">
                  <c:v>40268</c:v>
                </c:pt>
                <c:pt idx="2673">
                  <c:v>40269</c:v>
                </c:pt>
                <c:pt idx="2674">
                  <c:v>40270</c:v>
                </c:pt>
                <c:pt idx="2675">
                  <c:v>40273</c:v>
                </c:pt>
                <c:pt idx="2676">
                  <c:v>40274</c:v>
                </c:pt>
                <c:pt idx="2677">
                  <c:v>40275</c:v>
                </c:pt>
                <c:pt idx="2678">
                  <c:v>40276</c:v>
                </c:pt>
                <c:pt idx="2679">
                  <c:v>40277</c:v>
                </c:pt>
                <c:pt idx="2680">
                  <c:v>40280</c:v>
                </c:pt>
                <c:pt idx="2681">
                  <c:v>40281</c:v>
                </c:pt>
                <c:pt idx="2682">
                  <c:v>40282</c:v>
                </c:pt>
                <c:pt idx="2683">
                  <c:v>40283</c:v>
                </c:pt>
                <c:pt idx="2684">
                  <c:v>40284</c:v>
                </c:pt>
                <c:pt idx="2685">
                  <c:v>40287</c:v>
                </c:pt>
                <c:pt idx="2686">
                  <c:v>40288</c:v>
                </c:pt>
                <c:pt idx="2687">
                  <c:v>40289</c:v>
                </c:pt>
                <c:pt idx="2688">
                  <c:v>40290</c:v>
                </c:pt>
                <c:pt idx="2689">
                  <c:v>40291</c:v>
                </c:pt>
                <c:pt idx="2690">
                  <c:v>40294</c:v>
                </c:pt>
                <c:pt idx="2691">
                  <c:v>40295</c:v>
                </c:pt>
                <c:pt idx="2692">
                  <c:v>40296</c:v>
                </c:pt>
                <c:pt idx="2693">
                  <c:v>40297</c:v>
                </c:pt>
                <c:pt idx="2694">
                  <c:v>40298</c:v>
                </c:pt>
                <c:pt idx="2695">
                  <c:v>40301</c:v>
                </c:pt>
                <c:pt idx="2696">
                  <c:v>40302</c:v>
                </c:pt>
                <c:pt idx="2697">
                  <c:v>40303</c:v>
                </c:pt>
                <c:pt idx="2698">
                  <c:v>40304</c:v>
                </c:pt>
                <c:pt idx="2699">
                  <c:v>40305</c:v>
                </c:pt>
                <c:pt idx="2700">
                  <c:v>40308</c:v>
                </c:pt>
                <c:pt idx="2701">
                  <c:v>40309</c:v>
                </c:pt>
                <c:pt idx="2702">
                  <c:v>40310</c:v>
                </c:pt>
                <c:pt idx="2703">
                  <c:v>40311</c:v>
                </c:pt>
                <c:pt idx="2704">
                  <c:v>40312</c:v>
                </c:pt>
                <c:pt idx="2705">
                  <c:v>40315</c:v>
                </c:pt>
                <c:pt idx="2706">
                  <c:v>40316</c:v>
                </c:pt>
                <c:pt idx="2707">
                  <c:v>40317</c:v>
                </c:pt>
                <c:pt idx="2708">
                  <c:v>40318</c:v>
                </c:pt>
                <c:pt idx="2709">
                  <c:v>40319</c:v>
                </c:pt>
                <c:pt idx="2710">
                  <c:v>40322</c:v>
                </c:pt>
                <c:pt idx="2711">
                  <c:v>40323</c:v>
                </c:pt>
                <c:pt idx="2712">
                  <c:v>40324</c:v>
                </c:pt>
                <c:pt idx="2713">
                  <c:v>40325</c:v>
                </c:pt>
                <c:pt idx="2714">
                  <c:v>40326</c:v>
                </c:pt>
                <c:pt idx="2715">
                  <c:v>40329</c:v>
                </c:pt>
                <c:pt idx="2716">
                  <c:v>40330</c:v>
                </c:pt>
                <c:pt idx="2717">
                  <c:v>40331</c:v>
                </c:pt>
                <c:pt idx="2718">
                  <c:v>40332</c:v>
                </c:pt>
                <c:pt idx="2719">
                  <c:v>40333</c:v>
                </c:pt>
                <c:pt idx="2720">
                  <c:v>40336</c:v>
                </c:pt>
                <c:pt idx="2721">
                  <c:v>40337</c:v>
                </c:pt>
                <c:pt idx="2722">
                  <c:v>40338</c:v>
                </c:pt>
                <c:pt idx="2723">
                  <c:v>40339</c:v>
                </c:pt>
                <c:pt idx="2724">
                  <c:v>40340</c:v>
                </c:pt>
                <c:pt idx="2725">
                  <c:v>40343</c:v>
                </c:pt>
                <c:pt idx="2726">
                  <c:v>40344</c:v>
                </c:pt>
                <c:pt idx="2727">
                  <c:v>40345</c:v>
                </c:pt>
                <c:pt idx="2728">
                  <c:v>40346</c:v>
                </c:pt>
                <c:pt idx="2729">
                  <c:v>40347</c:v>
                </c:pt>
                <c:pt idx="2730">
                  <c:v>40350</c:v>
                </c:pt>
                <c:pt idx="2731">
                  <c:v>40351</c:v>
                </c:pt>
                <c:pt idx="2732">
                  <c:v>40352</c:v>
                </c:pt>
                <c:pt idx="2733">
                  <c:v>40353</c:v>
                </c:pt>
                <c:pt idx="2734">
                  <c:v>40354</c:v>
                </c:pt>
                <c:pt idx="2735">
                  <c:v>40357</c:v>
                </c:pt>
                <c:pt idx="2736">
                  <c:v>40358</c:v>
                </c:pt>
                <c:pt idx="2737">
                  <c:v>40359</c:v>
                </c:pt>
                <c:pt idx="2738">
                  <c:v>40360</c:v>
                </c:pt>
                <c:pt idx="2739">
                  <c:v>40361</c:v>
                </c:pt>
                <c:pt idx="2740">
                  <c:v>40364</c:v>
                </c:pt>
                <c:pt idx="2741">
                  <c:v>40365</c:v>
                </c:pt>
                <c:pt idx="2742">
                  <c:v>40366</c:v>
                </c:pt>
                <c:pt idx="2743">
                  <c:v>40367</c:v>
                </c:pt>
                <c:pt idx="2744">
                  <c:v>40368</c:v>
                </c:pt>
                <c:pt idx="2745">
                  <c:v>40371</c:v>
                </c:pt>
                <c:pt idx="2746">
                  <c:v>40372</c:v>
                </c:pt>
                <c:pt idx="2747">
                  <c:v>40373</c:v>
                </c:pt>
                <c:pt idx="2748">
                  <c:v>40374</c:v>
                </c:pt>
                <c:pt idx="2749">
                  <c:v>40375</c:v>
                </c:pt>
                <c:pt idx="2750">
                  <c:v>40378</c:v>
                </c:pt>
                <c:pt idx="2751">
                  <c:v>40379</c:v>
                </c:pt>
                <c:pt idx="2752">
                  <c:v>40380</c:v>
                </c:pt>
                <c:pt idx="2753">
                  <c:v>40381</c:v>
                </c:pt>
                <c:pt idx="2754">
                  <c:v>40382</c:v>
                </c:pt>
                <c:pt idx="2755">
                  <c:v>40385</c:v>
                </c:pt>
                <c:pt idx="2756">
                  <c:v>40386</c:v>
                </c:pt>
                <c:pt idx="2757">
                  <c:v>40387</c:v>
                </c:pt>
                <c:pt idx="2758">
                  <c:v>40388</c:v>
                </c:pt>
                <c:pt idx="2759">
                  <c:v>40389</c:v>
                </c:pt>
                <c:pt idx="2760">
                  <c:v>40392</c:v>
                </c:pt>
                <c:pt idx="2761">
                  <c:v>40393</c:v>
                </c:pt>
                <c:pt idx="2762">
                  <c:v>40394</c:v>
                </c:pt>
                <c:pt idx="2763">
                  <c:v>40395</c:v>
                </c:pt>
                <c:pt idx="2764">
                  <c:v>40396</c:v>
                </c:pt>
                <c:pt idx="2765">
                  <c:v>40399</c:v>
                </c:pt>
                <c:pt idx="2766">
                  <c:v>40400</c:v>
                </c:pt>
                <c:pt idx="2767">
                  <c:v>40401</c:v>
                </c:pt>
                <c:pt idx="2768">
                  <c:v>40402</c:v>
                </c:pt>
                <c:pt idx="2769">
                  <c:v>40403</c:v>
                </c:pt>
                <c:pt idx="2770">
                  <c:v>40406</c:v>
                </c:pt>
                <c:pt idx="2771">
                  <c:v>40407</c:v>
                </c:pt>
                <c:pt idx="2772">
                  <c:v>40408</c:v>
                </c:pt>
                <c:pt idx="2773">
                  <c:v>40409</c:v>
                </c:pt>
                <c:pt idx="2774">
                  <c:v>40410</c:v>
                </c:pt>
                <c:pt idx="2775">
                  <c:v>40413</c:v>
                </c:pt>
                <c:pt idx="2776">
                  <c:v>40414</c:v>
                </c:pt>
                <c:pt idx="2777">
                  <c:v>40415</c:v>
                </c:pt>
                <c:pt idx="2778">
                  <c:v>40416</c:v>
                </c:pt>
                <c:pt idx="2779">
                  <c:v>40417</c:v>
                </c:pt>
                <c:pt idx="2780">
                  <c:v>40420</c:v>
                </c:pt>
                <c:pt idx="2781">
                  <c:v>40421</c:v>
                </c:pt>
                <c:pt idx="2782">
                  <c:v>40422</c:v>
                </c:pt>
                <c:pt idx="2783">
                  <c:v>40423</c:v>
                </c:pt>
                <c:pt idx="2784">
                  <c:v>40424</c:v>
                </c:pt>
                <c:pt idx="2785">
                  <c:v>40427</c:v>
                </c:pt>
                <c:pt idx="2786">
                  <c:v>40428</c:v>
                </c:pt>
                <c:pt idx="2787">
                  <c:v>40429</c:v>
                </c:pt>
                <c:pt idx="2788">
                  <c:v>40430</c:v>
                </c:pt>
                <c:pt idx="2789">
                  <c:v>40431</c:v>
                </c:pt>
                <c:pt idx="2790">
                  <c:v>40434</c:v>
                </c:pt>
                <c:pt idx="2791">
                  <c:v>40435</c:v>
                </c:pt>
                <c:pt idx="2792">
                  <c:v>40436</c:v>
                </c:pt>
                <c:pt idx="2793">
                  <c:v>40437</c:v>
                </c:pt>
                <c:pt idx="2794">
                  <c:v>40438</c:v>
                </c:pt>
                <c:pt idx="2795">
                  <c:v>40441</c:v>
                </c:pt>
                <c:pt idx="2796">
                  <c:v>40442</c:v>
                </c:pt>
                <c:pt idx="2797">
                  <c:v>40443</c:v>
                </c:pt>
                <c:pt idx="2798">
                  <c:v>40444</c:v>
                </c:pt>
                <c:pt idx="2799">
                  <c:v>40445</c:v>
                </c:pt>
                <c:pt idx="2800">
                  <c:v>40448</c:v>
                </c:pt>
                <c:pt idx="2801">
                  <c:v>40449</c:v>
                </c:pt>
                <c:pt idx="2802">
                  <c:v>40450</c:v>
                </c:pt>
                <c:pt idx="2803">
                  <c:v>40451</c:v>
                </c:pt>
                <c:pt idx="2804">
                  <c:v>40452</c:v>
                </c:pt>
                <c:pt idx="2805">
                  <c:v>40455</c:v>
                </c:pt>
                <c:pt idx="2806">
                  <c:v>40456</c:v>
                </c:pt>
                <c:pt idx="2807">
                  <c:v>40457</c:v>
                </c:pt>
                <c:pt idx="2808">
                  <c:v>40458</c:v>
                </c:pt>
                <c:pt idx="2809">
                  <c:v>40459</c:v>
                </c:pt>
                <c:pt idx="2810">
                  <c:v>40462</c:v>
                </c:pt>
                <c:pt idx="2811">
                  <c:v>40463</c:v>
                </c:pt>
                <c:pt idx="2812">
                  <c:v>40464</c:v>
                </c:pt>
                <c:pt idx="2813">
                  <c:v>40465</c:v>
                </c:pt>
                <c:pt idx="2814">
                  <c:v>40466</c:v>
                </c:pt>
                <c:pt idx="2815">
                  <c:v>40469</c:v>
                </c:pt>
                <c:pt idx="2816">
                  <c:v>40470</c:v>
                </c:pt>
                <c:pt idx="2817">
                  <c:v>40471</c:v>
                </c:pt>
                <c:pt idx="2818">
                  <c:v>40472</c:v>
                </c:pt>
                <c:pt idx="2819">
                  <c:v>40473</c:v>
                </c:pt>
                <c:pt idx="2820">
                  <c:v>40476</c:v>
                </c:pt>
                <c:pt idx="2821">
                  <c:v>40477</c:v>
                </c:pt>
                <c:pt idx="2822">
                  <c:v>40478</c:v>
                </c:pt>
                <c:pt idx="2823">
                  <c:v>40479</c:v>
                </c:pt>
                <c:pt idx="2824">
                  <c:v>40480</c:v>
                </c:pt>
                <c:pt idx="2825">
                  <c:v>40483</c:v>
                </c:pt>
                <c:pt idx="2826">
                  <c:v>40484</c:v>
                </c:pt>
                <c:pt idx="2827">
                  <c:v>40485</c:v>
                </c:pt>
                <c:pt idx="2828">
                  <c:v>40486</c:v>
                </c:pt>
                <c:pt idx="2829">
                  <c:v>40487</c:v>
                </c:pt>
                <c:pt idx="2830">
                  <c:v>40490</c:v>
                </c:pt>
                <c:pt idx="2831">
                  <c:v>40491</c:v>
                </c:pt>
                <c:pt idx="2832">
                  <c:v>40492</c:v>
                </c:pt>
                <c:pt idx="2833">
                  <c:v>40493</c:v>
                </c:pt>
                <c:pt idx="2834">
                  <c:v>40494</c:v>
                </c:pt>
                <c:pt idx="2835">
                  <c:v>40497</c:v>
                </c:pt>
                <c:pt idx="2836">
                  <c:v>40498</c:v>
                </c:pt>
                <c:pt idx="2837">
                  <c:v>40499</c:v>
                </c:pt>
                <c:pt idx="2838">
                  <c:v>40500</c:v>
                </c:pt>
                <c:pt idx="2839">
                  <c:v>40501</c:v>
                </c:pt>
                <c:pt idx="2840">
                  <c:v>40504</c:v>
                </c:pt>
                <c:pt idx="2841">
                  <c:v>40505</c:v>
                </c:pt>
                <c:pt idx="2842">
                  <c:v>40506</c:v>
                </c:pt>
                <c:pt idx="2843">
                  <c:v>40507</c:v>
                </c:pt>
                <c:pt idx="2844">
                  <c:v>40508</c:v>
                </c:pt>
                <c:pt idx="2845">
                  <c:v>40511</c:v>
                </c:pt>
                <c:pt idx="2846">
                  <c:v>40512</c:v>
                </c:pt>
                <c:pt idx="2847">
                  <c:v>40513</c:v>
                </c:pt>
                <c:pt idx="2848">
                  <c:v>40514</c:v>
                </c:pt>
                <c:pt idx="2849">
                  <c:v>40515</c:v>
                </c:pt>
                <c:pt idx="2850">
                  <c:v>40518</c:v>
                </c:pt>
                <c:pt idx="2851">
                  <c:v>40519</c:v>
                </c:pt>
                <c:pt idx="2852">
                  <c:v>40520</c:v>
                </c:pt>
                <c:pt idx="2853">
                  <c:v>40521</c:v>
                </c:pt>
                <c:pt idx="2854">
                  <c:v>40522</c:v>
                </c:pt>
                <c:pt idx="2855">
                  <c:v>40525</c:v>
                </c:pt>
                <c:pt idx="2856">
                  <c:v>40526</c:v>
                </c:pt>
                <c:pt idx="2857">
                  <c:v>40527</c:v>
                </c:pt>
                <c:pt idx="2858">
                  <c:v>40528</c:v>
                </c:pt>
                <c:pt idx="2859">
                  <c:v>40529</c:v>
                </c:pt>
                <c:pt idx="2860">
                  <c:v>40532</c:v>
                </c:pt>
                <c:pt idx="2861">
                  <c:v>40533</c:v>
                </c:pt>
                <c:pt idx="2862">
                  <c:v>40534</c:v>
                </c:pt>
                <c:pt idx="2863">
                  <c:v>40535</c:v>
                </c:pt>
                <c:pt idx="2864">
                  <c:v>40536</c:v>
                </c:pt>
                <c:pt idx="2865">
                  <c:v>40539</c:v>
                </c:pt>
                <c:pt idx="2866">
                  <c:v>40540</c:v>
                </c:pt>
                <c:pt idx="2867">
                  <c:v>40541</c:v>
                </c:pt>
                <c:pt idx="2868">
                  <c:v>40542</c:v>
                </c:pt>
                <c:pt idx="2869">
                  <c:v>40543</c:v>
                </c:pt>
                <c:pt idx="2870">
                  <c:v>40546</c:v>
                </c:pt>
                <c:pt idx="2871">
                  <c:v>40547</c:v>
                </c:pt>
                <c:pt idx="2872">
                  <c:v>40548</c:v>
                </c:pt>
                <c:pt idx="2873">
                  <c:v>40549</c:v>
                </c:pt>
                <c:pt idx="2874">
                  <c:v>40550</c:v>
                </c:pt>
                <c:pt idx="2875">
                  <c:v>40553</c:v>
                </c:pt>
                <c:pt idx="2876">
                  <c:v>40554</c:v>
                </c:pt>
                <c:pt idx="2877">
                  <c:v>40555</c:v>
                </c:pt>
                <c:pt idx="2878">
                  <c:v>40556</c:v>
                </c:pt>
                <c:pt idx="2879">
                  <c:v>40557</c:v>
                </c:pt>
                <c:pt idx="2880">
                  <c:v>40560</c:v>
                </c:pt>
                <c:pt idx="2881">
                  <c:v>40561</c:v>
                </c:pt>
                <c:pt idx="2882">
                  <c:v>40562</c:v>
                </c:pt>
                <c:pt idx="2883">
                  <c:v>40563</c:v>
                </c:pt>
                <c:pt idx="2884">
                  <c:v>40564</c:v>
                </c:pt>
                <c:pt idx="2885">
                  <c:v>40567</c:v>
                </c:pt>
                <c:pt idx="2886">
                  <c:v>40568</c:v>
                </c:pt>
                <c:pt idx="2887">
                  <c:v>40569</c:v>
                </c:pt>
                <c:pt idx="2888">
                  <c:v>40570</c:v>
                </c:pt>
                <c:pt idx="2889">
                  <c:v>40571</c:v>
                </c:pt>
                <c:pt idx="2890">
                  <c:v>40574</c:v>
                </c:pt>
                <c:pt idx="2891">
                  <c:v>40575</c:v>
                </c:pt>
                <c:pt idx="2892">
                  <c:v>40576</c:v>
                </c:pt>
                <c:pt idx="2893">
                  <c:v>40577</c:v>
                </c:pt>
                <c:pt idx="2894">
                  <c:v>40578</c:v>
                </c:pt>
                <c:pt idx="2895">
                  <c:v>40581</c:v>
                </c:pt>
                <c:pt idx="2896">
                  <c:v>40582</c:v>
                </c:pt>
                <c:pt idx="2897">
                  <c:v>40583</c:v>
                </c:pt>
                <c:pt idx="2898">
                  <c:v>40584</c:v>
                </c:pt>
                <c:pt idx="2899">
                  <c:v>40585</c:v>
                </c:pt>
                <c:pt idx="2900">
                  <c:v>40588</c:v>
                </c:pt>
                <c:pt idx="2901">
                  <c:v>40589</c:v>
                </c:pt>
                <c:pt idx="2902">
                  <c:v>40590</c:v>
                </c:pt>
                <c:pt idx="2903">
                  <c:v>40591</c:v>
                </c:pt>
                <c:pt idx="2904">
                  <c:v>40592</c:v>
                </c:pt>
                <c:pt idx="2905">
                  <c:v>40595</c:v>
                </c:pt>
                <c:pt idx="2906">
                  <c:v>40596</c:v>
                </c:pt>
                <c:pt idx="2907">
                  <c:v>40597</c:v>
                </c:pt>
                <c:pt idx="2908">
                  <c:v>40598</c:v>
                </c:pt>
                <c:pt idx="2909">
                  <c:v>40599</c:v>
                </c:pt>
                <c:pt idx="2910">
                  <c:v>40602</c:v>
                </c:pt>
                <c:pt idx="2911">
                  <c:v>40603</c:v>
                </c:pt>
                <c:pt idx="2912">
                  <c:v>40604</c:v>
                </c:pt>
                <c:pt idx="2913">
                  <c:v>40605</c:v>
                </c:pt>
                <c:pt idx="2914">
                  <c:v>40606</c:v>
                </c:pt>
                <c:pt idx="2915">
                  <c:v>40609</c:v>
                </c:pt>
                <c:pt idx="2916">
                  <c:v>40610</c:v>
                </c:pt>
                <c:pt idx="2917">
                  <c:v>40611</c:v>
                </c:pt>
                <c:pt idx="2918">
                  <c:v>40612</c:v>
                </c:pt>
                <c:pt idx="2919">
                  <c:v>40613</c:v>
                </c:pt>
                <c:pt idx="2920">
                  <c:v>40616</c:v>
                </c:pt>
                <c:pt idx="2921">
                  <c:v>40617</c:v>
                </c:pt>
                <c:pt idx="2922">
                  <c:v>40618</c:v>
                </c:pt>
                <c:pt idx="2923">
                  <c:v>40619</c:v>
                </c:pt>
                <c:pt idx="2924">
                  <c:v>40620</c:v>
                </c:pt>
                <c:pt idx="2925">
                  <c:v>40623</c:v>
                </c:pt>
                <c:pt idx="2926">
                  <c:v>40624</c:v>
                </c:pt>
                <c:pt idx="2927">
                  <c:v>40625</c:v>
                </c:pt>
                <c:pt idx="2928">
                  <c:v>40626</c:v>
                </c:pt>
                <c:pt idx="2929">
                  <c:v>40627</c:v>
                </c:pt>
                <c:pt idx="2930">
                  <c:v>40630</c:v>
                </c:pt>
                <c:pt idx="2931">
                  <c:v>40631</c:v>
                </c:pt>
                <c:pt idx="2932">
                  <c:v>40632</c:v>
                </c:pt>
                <c:pt idx="2933">
                  <c:v>40633</c:v>
                </c:pt>
                <c:pt idx="2934">
                  <c:v>40634</c:v>
                </c:pt>
                <c:pt idx="2935">
                  <c:v>40637</c:v>
                </c:pt>
                <c:pt idx="2936">
                  <c:v>40638</c:v>
                </c:pt>
                <c:pt idx="2937">
                  <c:v>40639</c:v>
                </c:pt>
                <c:pt idx="2938">
                  <c:v>40640</c:v>
                </c:pt>
                <c:pt idx="2939">
                  <c:v>40641</c:v>
                </c:pt>
                <c:pt idx="2940">
                  <c:v>40644</c:v>
                </c:pt>
                <c:pt idx="2941">
                  <c:v>40645</c:v>
                </c:pt>
                <c:pt idx="2942">
                  <c:v>40646</c:v>
                </c:pt>
                <c:pt idx="2943">
                  <c:v>40647</c:v>
                </c:pt>
                <c:pt idx="2944">
                  <c:v>40648</c:v>
                </c:pt>
                <c:pt idx="2945">
                  <c:v>40651</c:v>
                </c:pt>
                <c:pt idx="2946">
                  <c:v>40652</c:v>
                </c:pt>
                <c:pt idx="2947">
                  <c:v>40653</c:v>
                </c:pt>
                <c:pt idx="2948">
                  <c:v>40654</c:v>
                </c:pt>
                <c:pt idx="2949">
                  <c:v>40655</c:v>
                </c:pt>
                <c:pt idx="2950">
                  <c:v>40658</c:v>
                </c:pt>
                <c:pt idx="2951">
                  <c:v>40659</c:v>
                </c:pt>
                <c:pt idx="2952">
                  <c:v>40660</c:v>
                </c:pt>
                <c:pt idx="2953">
                  <c:v>40661</c:v>
                </c:pt>
                <c:pt idx="2954">
                  <c:v>40662</c:v>
                </c:pt>
                <c:pt idx="2955">
                  <c:v>40665</c:v>
                </c:pt>
                <c:pt idx="2956">
                  <c:v>40666</c:v>
                </c:pt>
                <c:pt idx="2957">
                  <c:v>40667</c:v>
                </c:pt>
                <c:pt idx="2958">
                  <c:v>40668</c:v>
                </c:pt>
                <c:pt idx="2959">
                  <c:v>40669</c:v>
                </c:pt>
                <c:pt idx="2960">
                  <c:v>40672</c:v>
                </c:pt>
                <c:pt idx="2961">
                  <c:v>40673</c:v>
                </c:pt>
                <c:pt idx="2962">
                  <c:v>40674</c:v>
                </c:pt>
                <c:pt idx="2963">
                  <c:v>40675</c:v>
                </c:pt>
                <c:pt idx="2964">
                  <c:v>40676</c:v>
                </c:pt>
                <c:pt idx="2965">
                  <c:v>40679</c:v>
                </c:pt>
                <c:pt idx="2966">
                  <c:v>40680</c:v>
                </c:pt>
                <c:pt idx="2967">
                  <c:v>40681</c:v>
                </c:pt>
                <c:pt idx="2968">
                  <c:v>40682</c:v>
                </c:pt>
                <c:pt idx="2969">
                  <c:v>40683</c:v>
                </c:pt>
                <c:pt idx="2970">
                  <c:v>40686</c:v>
                </c:pt>
                <c:pt idx="2971">
                  <c:v>40687</c:v>
                </c:pt>
                <c:pt idx="2972">
                  <c:v>40688</c:v>
                </c:pt>
                <c:pt idx="2973">
                  <c:v>40689</c:v>
                </c:pt>
                <c:pt idx="2974">
                  <c:v>40690</c:v>
                </c:pt>
                <c:pt idx="2975">
                  <c:v>40693</c:v>
                </c:pt>
                <c:pt idx="2976">
                  <c:v>40694</c:v>
                </c:pt>
                <c:pt idx="2977">
                  <c:v>40695</c:v>
                </c:pt>
                <c:pt idx="2978">
                  <c:v>40696</c:v>
                </c:pt>
                <c:pt idx="2979">
                  <c:v>40697</c:v>
                </c:pt>
                <c:pt idx="2980">
                  <c:v>40700</c:v>
                </c:pt>
                <c:pt idx="2981">
                  <c:v>40701</c:v>
                </c:pt>
                <c:pt idx="2982">
                  <c:v>40702</c:v>
                </c:pt>
                <c:pt idx="2983">
                  <c:v>40703</c:v>
                </c:pt>
                <c:pt idx="2984">
                  <c:v>40704</c:v>
                </c:pt>
                <c:pt idx="2985">
                  <c:v>40707</c:v>
                </c:pt>
                <c:pt idx="2986">
                  <c:v>40708</c:v>
                </c:pt>
                <c:pt idx="2987">
                  <c:v>40709</c:v>
                </c:pt>
                <c:pt idx="2988">
                  <c:v>40710</c:v>
                </c:pt>
                <c:pt idx="2989">
                  <c:v>40711</c:v>
                </c:pt>
                <c:pt idx="2990">
                  <c:v>40714</c:v>
                </c:pt>
                <c:pt idx="2991">
                  <c:v>40715</c:v>
                </c:pt>
                <c:pt idx="2992">
                  <c:v>40716</c:v>
                </c:pt>
                <c:pt idx="2993">
                  <c:v>40717</c:v>
                </c:pt>
                <c:pt idx="2994">
                  <c:v>40718</c:v>
                </c:pt>
                <c:pt idx="2995">
                  <c:v>40721</c:v>
                </c:pt>
                <c:pt idx="2996">
                  <c:v>40722</c:v>
                </c:pt>
                <c:pt idx="2997">
                  <c:v>40723</c:v>
                </c:pt>
                <c:pt idx="2998">
                  <c:v>40724</c:v>
                </c:pt>
                <c:pt idx="2999">
                  <c:v>40725</c:v>
                </c:pt>
                <c:pt idx="3000">
                  <c:v>40728</c:v>
                </c:pt>
                <c:pt idx="3001">
                  <c:v>40729</c:v>
                </c:pt>
                <c:pt idx="3002">
                  <c:v>40730</c:v>
                </c:pt>
                <c:pt idx="3003">
                  <c:v>40731</c:v>
                </c:pt>
                <c:pt idx="3004">
                  <c:v>40732</c:v>
                </c:pt>
                <c:pt idx="3005">
                  <c:v>40735</c:v>
                </c:pt>
                <c:pt idx="3006">
                  <c:v>40736</c:v>
                </c:pt>
                <c:pt idx="3007">
                  <c:v>40737</c:v>
                </c:pt>
                <c:pt idx="3008">
                  <c:v>40738</c:v>
                </c:pt>
                <c:pt idx="3009">
                  <c:v>40739</c:v>
                </c:pt>
                <c:pt idx="3010">
                  <c:v>40742</c:v>
                </c:pt>
                <c:pt idx="3011">
                  <c:v>40743</c:v>
                </c:pt>
                <c:pt idx="3012">
                  <c:v>40744</c:v>
                </c:pt>
                <c:pt idx="3013">
                  <c:v>40745</c:v>
                </c:pt>
                <c:pt idx="3014">
                  <c:v>40746</c:v>
                </c:pt>
                <c:pt idx="3015">
                  <c:v>40749</c:v>
                </c:pt>
                <c:pt idx="3016">
                  <c:v>40750</c:v>
                </c:pt>
                <c:pt idx="3017">
                  <c:v>40751</c:v>
                </c:pt>
                <c:pt idx="3018">
                  <c:v>40752</c:v>
                </c:pt>
                <c:pt idx="3019">
                  <c:v>40753</c:v>
                </c:pt>
                <c:pt idx="3020">
                  <c:v>40756</c:v>
                </c:pt>
                <c:pt idx="3021">
                  <c:v>40757</c:v>
                </c:pt>
                <c:pt idx="3022">
                  <c:v>40758</c:v>
                </c:pt>
                <c:pt idx="3023">
                  <c:v>40759</c:v>
                </c:pt>
                <c:pt idx="3024">
                  <c:v>40760</c:v>
                </c:pt>
                <c:pt idx="3025">
                  <c:v>40763</c:v>
                </c:pt>
                <c:pt idx="3026">
                  <c:v>40764</c:v>
                </c:pt>
                <c:pt idx="3027">
                  <c:v>40765</c:v>
                </c:pt>
                <c:pt idx="3028">
                  <c:v>40766</c:v>
                </c:pt>
                <c:pt idx="3029">
                  <c:v>40767</c:v>
                </c:pt>
                <c:pt idx="3030">
                  <c:v>40770</c:v>
                </c:pt>
                <c:pt idx="3031">
                  <c:v>40771</c:v>
                </c:pt>
                <c:pt idx="3032">
                  <c:v>40772</c:v>
                </c:pt>
                <c:pt idx="3033">
                  <c:v>40773</c:v>
                </c:pt>
                <c:pt idx="3034">
                  <c:v>40774</c:v>
                </c:pt>
                <c:pt idx="3035">
                  <c:v>40777</c:v>
                </c:pt>
                <c:pt idx="3036">
                  <c:v>40778</c:v>
                </c:pt>
                <c:pt idx="3037">
                  <c:v>40779</c:v>
                </c:pt>
                <c:pt idx="3038">
                  <c:v>40780</c:v>
                </c:pt>
                <c:pt idx="3039">
                  <c:v>40781</c:v>
                </c:pt>
                <c:pt idx="3040">
                  <c:v>40784</c:v>
                </c:pt>
                <c:pt idx="3041">
                  <c:v>40785</c:v>
                </c:pt>
                <c:pt idx="3042">
                  <c:v>40786</c:v>
                </c:pt>
                <c:pt idx="3043">
                  <c:v>40787</c:v>
                </c:pt>
                <c:pt idx="3044">
                  <c:v>40788</c:v>
                </c:pt>
                <c:pt idx="3045">
                  <c:v>40791</c:v>
                </c:pt>
                <c:pt idx="3046">
                  <c:v>40792</c:v>
                </c:pt>
                <c:pt idx="3047">
                  <c:v>40793</c:v>
                </c:pt>
                <c:pt idx="3048">
                  <c:v>40794</c:v>
                </c:pt>
                <c:pt idx="3049">
                  <c:v>40795</c:v>
                </c:pt>
                <c:pt idx="3050">
                  <c:v>40798</c:v>
                </c:pt>
                <c:pt idx="3051">
                  <c:v>40799</c:v>
                </c:pt>
                <c:pt idx="3052">
                  <c:v>40800</c:v>
                </c:pt>
                <c:pt idx="3053">
                  <c:v>40801</c:v>
                </c:pt>
                <c:pt idx="3054">
                  <c:v>40802</c:v>
                </c:pt>
                <c:pt idx="3055">
                  <c:v>40805</c:v>
                </c:pt>
                <c:pt idx="3056">
                  <c:v>40806</c:v>
                </c:pt>
                <c:pt idx="3057">
                  <c:v>40807</c:v>
                </c:pt>
                <c:pt idx="3058">
                  <c:v>40808</c:v>
                </c:pt>
                <c:pt idx="3059">
                  <c:v>40809</c:v>
                </c:pt>
                <c:pt idx="3060">
                  <c:v>40812</c:v>
                </c:pt>
                <c:pt idx="3061">
                  <c:v>40813</c:v>
                </c:pt>
                <c:pt idx="3062">
                  <c:v>40814</c:v>
                </c:pt>
                <c:pt idx="3063">
                  <c:v>40815</c:v>
                </c:pt>
                <c:pt idx="3064">
                  <c:v>40816</c:v>
                </c:pt>
                <c:pt idx="3065">
                  <c:v>40819</c:v>
                </c:pt>
                <c:pt idx="3066">
                  <c:v>40820</c:v>
                </c:pt>
                <c:pt idx="3067">
                  <c:v>40821</c:v>
                </c:pt>
                <c:pt idx="3068">
                  <c:v>40822</c:v>
                </c:pt>
                <c:pt idx="3069">
                  <c:v>40823</c:v>
                </c:pt>
                <c:pt idx="3070">
                  <c:v>40826</c:v>
                </c:pt>
                <c:pt idx="3071">
                  <c:v>40827</c:v>
                </c:pt>
                <c:pt idx="3072">
                  <c:v>40828</c:v>
                </c:pt>
                <c:pt idx="3073">
                  <c:v>40829</c:v>
                </c:pt>
                <c:pt idx="3074">
                  <c:v>40830</c:v>
                </c:pt>
                <c:pt idx="3075">
                  <c:v>40833</c:v>
                </c:pt>
                <c:pt idx="3076">
                  <c:v>40834</c:v>
                </c:pt>
                <c:pt idx="3077">
                  <c:v>40835</c:v>
                </c:pt>
                <c:pt idx="3078">
                  <c:v>40836</c:v>
                </c:pt>
                <c:pt idx="3079">
                  <c:v>40837</c:v>
                </c:pt>
                <c:pt idx="3080">
                  <c:v>40840</c:v>
                </c:pt>
                <c:pt idx="3081">
                  <c:v>40841</c:v>
                </c:pt>
                <c:pt idx="3082">
                  <c:v>40842</c:v>
                </c:pt>
                <c:pt idx="3083">
                  <c:v>40843</c:v>
                </c:pt>
                <c:pt idx="3084">
                  <c:v>40844</c:v>
                </c:pt>
                <c:pt idx="3085">
                  <c:v>40847</c:v>
                </c:pt>
                <c:pt idx="3086">
                  <c:v>40848</c:v>
                </c:pt>
                <c:pt idx="3087">
                  <c:v>40849</c:v>
                </c:pt>
                <c:pt idx="3088">
                  <c:v>40850</c:v>
                </c:pt>
                <c:pt idx="3089">
                  <c:v>40851</c:v>
                </c:pt>
                <c:pt idx="3090">
                  <c:v>40854</c:v>
                </c:pt>
                <c:pt idx="3091">
                  <c:v>40855</c:v>
                </c:pt>
                <c:pt idx="3092">
                  <c:v>40856</c:v>
                </c:pt>
                <c:pt idx="3093">
                  <c:v>40857</c:v>
                </c:pt>
                <c:pt idx="3094">
                  <c:v>40858</c:v>
                </c:pt>
                <c:pt idx="3095">
                  <c:v>40861</c:v>
                </c:pt>
                <c:pt idx="3096">
                  <c:v>40862</c:v>
                </c:pt>
                <c:pt idx="3097">
                  <c:v>40863</c:v>
                </c:pt>
                <c:pt idx="3098">
                  <c:v>40864</c:v>
                </c:pt>
                <c:pt idx="3099">
                  <c:v>40865</c:v>
                </c:pt>
                <c:pt idx="3100">
                  <c:v>40868</c:v>
                </c:pt>
                <c:pt idx="3101">
                  <c:v>40869</c:v>
                </c:pt>
                <c:pt idx="3102">
                  <c:v>40870</c:v>
                </c:pt>
                <c:pt idx="3103">
                  <c:v>40871</c:v>
                </c:pt>
                <c:pt idx="3104">
                  <c:v>40872</c:v>
                </c:pt>
                <c:pt idx="3105">
                  <c:v>40875</c:v>
                </c:pt>
                <c:pt idx="3106">
                  <c:v>40876</c:v>
                </c:pt>
                <c:pt idx="3107">
                  <c:v>40877</c:v>
                </c:pt>
                <c:pt idx="3108">
                  <c:v>40878</c:v>
                </c:pt>
                <c:pt idx="3109">
                  <c:v>40879</c:v>
                </c:pt>
                <c:pt idx="3110">
                  <c:v>40882</c:v>
                </c:pt>
                <c:pt idx="3111">
                  <c:v>40883</c:v>
                </c:pt>
                <c:pt idx="3112">
                  <c:v>40884</c:v>
                </c:pt>
                <c:pt idx="3113">
                  <c:v>40885</c:v>
                </c:pt>
                <c:pt idx="3114">
                  <c:v>40886</c:v>
                </c:pt>
                <c:pt idx="3115">
                  <c:v>40889</c:v>
                </c:pt>
                <c:pt idx="3116">
                  <c:v>40890</c:v>
                </c:pt>
                <c:pt idx="3117">
                  <c:v>40891</c:v>
                </c:pt>
                <c:pt idx="3118">
                  <c:v>40892</c:v>
                </c:pt>
                <c:pt idx="3119">
                  <c:v>40893</c:v>
                </c:pt>
                <c:pt idx="3120">
                  <c:v>40896</c:v>
                </c:pt>
                <c:pt idx="3121">
                  <c:v>40897</c:v>
                </c:pt>
                <c:pt idx="3122">
                  <c:v>40898</c:v>
                </c:pt>
                <c:pt idx="3123">
                  <c:v>40899</c:v>
                </c:pt>
                <c:pt idx="3124">
                  <c:v>40900</c:v>
                </c:pt>
                <c:pt idx="3125">
                  <c:v>40903</c:v>
                </c:pt>
                <c:pt idx="3126">
                  <c:v>40904</c:v>
                </c:pt>
                <c:pt idx="3127">
                  <c:v>40905</c:v>
                </c:pt>
                <c:pt idx="3128">
                  <c:v>40906</c:v>
                </c:pt>
                <c:pt idx="3129">
                  <c:v>40907</c:v>
                </c:pt>
                <c:pt idx="3130">
                  <c:v>40910</c:v>
                </c:pt>
                <c:pt idx="3131">
                  <c:v>40911</c:v>
                </c:pt>
                <c:pt idx="3132">
                  <c:v>40912</c:v>
                </c:pt>
                <c:pt idx="3133">
                  <c:v>40913</c:v>
                </c:pt>
                <c:pt idx="3134">
                  <c:v>40914</c:v>
                </c:pt>
                <c:pt idx="3135">
                  <c:v>40917</c:v>
                </c:pt>
                <c:pt idx="3136">
                  <c:v>40918</c:v>
                </c:pt>
                <c:pt idx="3137">
                  <c:v>40919</c:v>
                </c:pt>
                <c:pt idx="3138">
                  <c:v>40920</c:v>
                </c:pt>
                <c:pt idx="3139">
                  <c:v>40921</c:v>
                </c:pt>
                <c:pt idx="3140">
                  <c:v>40924</c:v>
                </c:pt>
                <c:pt idx="3141">
                  <c:v>40925</c:v>
                </c:pt>
                <c:pt idx="3142">
                  <c:v>40926</c:v>
                </c:pt>
                <c:pt idx="3143">
                  <c:v>40927</c:v>
                </c:pt>
                <c:pt idx="3144">
                  <c:v>40928</c:v>
                </c:pt>
                <c:pt idx="3145">
                  <c:v>40931</c:v>
                </c:pt>
                <c:pt idx="3146">
                  <c:v>40932</c:v>
                </c:pt>
                <c:pt idx="3147">
                  <c:v>40933</c:v>
                </c:pt>
                <c:pt idx="3148">
                  <c:v>40934</c:v>
                </c:pt>
                <c:pt idx="3149">
                  <c:v>40935</c:v>
                </c:pt>
                <c:pt idx="3150">
                  <c:v>40938</c:v>
                </c:pt>
                <c:pt idx="3151">
                  <c:v>40939</c:v>
                </c:pt>
                <c:pt idx="3152">
                  <c:v>40940</c:v>
                </c:pt>
                <c:pt idx="3153">
                  <c:v>40941</c:v>
                </c:pt>
                <c:pt idx="3154">
                  <c:v>40942</c:v>
                </c:pt>
                <c:pt idx="3155">
                  <c:v>40945</c:v>
                </c:pt>
                <c:pt idx="3156">
                  <c:v>40946</c:v>
                </c:pt>
                <c:pt idx="3157">
                  <c:v>40947</c:v>
                </c:pt>
                <c:pt idx="3158">
                  <c:v>40948</c:v>
                </c:pt>
                <c:pt idx="3159">
                  <c:v>40949</c:v>
                </c:pt>
                <c:pt idx="3160">
                  <c:v>40952</c:v>
                </c:pt>
                <c:pt idx="3161">
                  <c:v>40953</c:v>
                </c:pt>
                <c:pt idx="3162">
                  <c:v>40954</c:v>
                </c:pt>
                <c:pt idx="3163">
                  <c:v>40955</c:v>
                </c:pt>
                <c:pt idx="3164">
                  <c:v>40956</c:v>
                </c:pt>
                <c:pt idx="3165">
                  <c:v>40959</c:v>
                </c:pt>
                <c:pt idx="3166">
                  <c:v>40960</c:v>
                </c:pt>
                <c:pt idx="3167">
                  <c:v>40961</c:v>
                </c:pt>
                <c:pt idx="3168">
                  <c:v>40962</c:v>
                </c:pt>
                <c:pt idx="3169">
                  <c:v>40963</c:v>
                </c:pt>
                <c:pt idx="3170">
                  <c:v>40966</c:v>
                </c:pt>
                <c:pt idx="3171">
                  <c:v>40967</c:v>
                </c:pt>
                <c:pt idx="3172">
                  <c:v>40968</c:v>
                </c:pt>
                <c:pt idx="3173">
                  <c:v>40969</c:v>
                </c:pt>
                <c:pt idx="3174">
                  <c:v>40970</c:v>
                </c:pt>
                <c:pt idx="3175">
                  <c:v>40973</c:v>
                </c:pt>
                <c:pt idx="3176">
                  <c:v>40974</c:v>
                </c:pt>
                <c:pt idx="3177">
                  <c:v>40975</c:v>
                </c:pt>
                <c:pt idx="3178">
                  <c:v>40976</c:v>
                </c:pt>
                <c:pt idx="3179">
                  <c:v>40977</c:v>
                </c:pt>
                <c:pt idx="3180">
                  <c:v>40980</c:v>
                </c:pt>
                <c:pt idx="3181">
                  <c:v>40981</c:v>
                </c:pt>
                <c:pt idx="3182">
                  <c:v>40982</c:v>
                </c:pt>
                <c:pt idx="3183">
                  <c:v>40983</c:v>
                </c:pt>
                <c:pt idx="3184">
                  <c:v>40984</c:v>
                </c:pt>
                <c:pt idx="3185">
                  <c:v>40987</c:v>
                </c:pt>
                <c:pt idx="3186">
                  <c:v>40988</c:v>
                </c:pt>
                <c:pt idx="3187">
                  <c:v>40989</c:v>
                </c:pt>
                <c:pt idx="3188">
                  <c:v>40990</c:v>
                </c:pt>
                <c:pt idx="3189">
                  <c:v>40991</c:v>
                </c:pt>
                <c:pt idx="3190">
                  <c:v>40994</c:v>
                </c:pt>
                <c:pt idx="3191">
                  <c:v>40995</c:v>
                </c:pt>
                <c:pt idx="3192">
                  <c:v>40996</c:v>
                </c:pt>
                <c:pt idx="3193">
                  <c:v>40997</c:v>
                </c:pt>
                <c:pt idx="3194">
                  <c:v>40998</c:v>
                </c:pt>
                <c:pt idx="3195">
                  <c:v>41001</c:v>
                </c:pt>
                <c:pt idx="3196">
                  <c:v>41002</c:v>
                </c:pt>
                <c:pt idx="3197">
                  <c:v>41003</c:v>
                </c:pt>
                <c:pt idx="3198">
                  <c:v>41004</c:v>
                </c:pt>
                <c:pt idx="3199">
                  <c:v>41005</c:v>
                </c:pt>
                <c:pt idx="3200">
                  <c:v>41008</c:v>
                </c:pt>
                <c:pt idx="3201">
                  <c:v>41009</c:v>
                </c:pt>
                <c:pt idx="3202">
                  <c:v>41010</c:v>
                </c:pt>
                <c:pt idx="3203">
                  <c:v>41011</c:v>
                </c:pt>
                <c:pt idx="3204">
                  <c:v>41012</c:v>
                </c:pt>
                <c:pt idx="3205">
                  <c:v>41015</c:v>
                </c:pt>
                <c:pt idx="3206">
                  <c:v>41016</c:v>
                </c:pt>
                <c:pt idx="3207">
                  <c:v>41017</c:v>
                </c:pt>
                <c:pt idx="3208">
                  <c:v>41018</c:v>
                </c:pt>
                <c:pt idx="3209">
                  <c:v>41019</c:v>
                </c:pt>
                <c:pt idx="3210">
                  <c:v>41022</c:v>
                </c:pt>
                <c:pt idx="3211">
                  <c:v>41023</c:v>
                </c:pt>
                <c:pt idx="3212">
                  <c:v>41024</c:v>
                </c:pt>
                <c:pt idx="3213">
                  <c:v>41025</c:v>
                </c:pt>
                <c:pt idx="3214">
                  <c:v>41026</c:v>
                </c:pt>
                <c:pt idx="3215">
                  <c:v>41029</c:v>
                </c:pt>
                <c:pt idx="3216">
                  <c:v>41030</c:v>
                </c:pt>
                <c:pt idx="3217">
                  <c:v>41031</c:v>
                </c:pt>
                <c:pt idx="3218">
                  <c:v>41032</c:v>
                </c:pt>
                <c:pt idx="3219">
                  <c:v>41033</c:v>
                </c:pt>
                <c:pt idx="3220">
                  <c:v>41036</c:v>
                </c:pt>
                <c:pt idx="3221">
                  <c:v>41037</c:v>
                </c:pt>
                <c:pt idx="3222">
                  <c:v>41038</c:v>
                </c:pt>
                <c:pt idx="3223">
                  <c:v>41039</c:v>
                </c:pt>
                <c:pt idx="3224">
                  <c:v>41040</c:v>
                </c:pt>
                <c:pt idx="3225">
                  <c:v>41043</c:v>
                </c:pt>
                <c:pt idx="3226">
                  <c:v>41044</c:v>
                </c:pt>
                <c:pt idx="3227">
                  <c:v>41045</c:v>
                </c:pt>
                <c:pt idx="3228">
                  <c:v>41046</c:v>
                </c:pt>
                <c:pt idx="3229">
                  <c:v>41047</c:v>
                </c:pt>
                <c:pt idx="3230">
                  <c:v>41050</c:v>
                </c:pt>
                <c:pt idx="3231">
                  <c:v>41051</c:v>
                </c:pt>
                <c:pt idx="3232">
                  <c:v>41052</c:v>
                </c:pt>
                <c:pt idx="3233">
                  <c:v>41053</c:v>
                </c:pt>
                <c:pt idx="3234">
                  <c:v>41054</c:v>
                </c:pt>
                <c:pt idx="3235">
                  <c:v>41057</c:v>
                </c:pt>
                <c:pt idx="3236">
                  <c:v>41058</c:v>
                </c:pt>
                <c:pt idx="3237">
                  <c:v>41059</c:v>
                </c:pt>
                <c:pt idx="3238">
                  <c:v>41060</c:v>
                </c:pt>
                <c:pt idx="3239">
                  <c:v>41061</c:v>
                </c:pt>
                <c:pt idx="3240">
                  <c:v>41064</c:v>
                </c:pt>
                <c:pt idx="3241">
                  <c:v>41065</c:v>
                </c:pt>
                <c:pt idx="3242">
                  <c:v>41066</c:v>
                </c:pt>
                <c:pt idx="3243">
                  <c:v>41067</c:v>
                </c:pt>
                <c:pt idx="3244">
                  <c:v>41068</c:v>
                </c:pt>
                <c:pt idx="3245">
                  <c:v>41071</c:v>
                </c:pt>
                <c:pt idx="3246">
                  <c:v>41072</c:v>
                </c:pt>
                <c:pt idx="3247">
                  <c:v>41073</c:v>
                </c:pt>
                <c:pt idx="3248">
                  <c:v>41074</c:v>
                </c:pt>
                <c:pt idx="3249">
                  <c:v>41075</c:v>
                </c:pt>
                <c:pt idx="3250">
                  <c:v>41078</c:v>
                </c:pt>
                <c:pt idx="3251">
                  <c:v>41079</c:v>
                </c:pt>
                <c:pt idx="3252">
                  <c:v>41080</c:v>
                </c:pt>
                <c:pt idx="3253">
                  <c:v>41081</c:v>
                </c:pt>
                <c:pt idx="3254">
                  <c:v>41082</c:v>
                </c:pt>
                <c:pt idx="3255">
                  <c:v>41085</c:v>
                </c:pt>
                <c:pt idx="3256">
                  <c:v>41086</c:v>
                </c:pt>
                <c:pt idx="3257">
                  <c:v>41087</c:v>
                </c:pt>
                <c:pt idx="3258">
                  <c:v>41088</c:v>
                </c:pt>
                <c:pt idx="3259">
                  <c:v>41089</c:v>
                </c:pt>
                <c:pt idx="3260">
                  <c:v>41092</c:v>
                </c:pt>
                <c:pt idx="3261">
                  <c:v>41093</c:v>
                </c:pt>
                <c:pt idx="3262">
                  <c:v>41094</c:v>
                </c:pt>
                <c:pt idx="3263">
                  <c:v>41095</c:v>
                </c:pt>
                <c:pt idx="3264">
                  <c:v>41096</c:v>
                </c:pt>
                <c:pt idx="3265">
                  <c:v>41099</c:v>
                </c:pt>
                <c:pt idx="3266">
                  <c:v>41100</c:v>
                </c:pt>
                <c:pt idx="3267">
                  <c:v>41101</c:v>
                </c:pt>
                <c:pt idx="3268">
                  <c:v>41102</c:v>
                </c:pt>
                <c:pt idx="3269">
                  <c:v>41103</c:v>
                </c:pt>
                <c:pt idx="3270">
                  <c:v>41106</c:v>
                </c:pt>
                <c:pt idx="3271">
                  <c:v>41107</c:v>
                </c:pt>
                <c:pt idx="3272">
                  <c:v>41108</c:v>
                </c:pt>
                <c:pt idx="3273">
                  <c:v>41109</c:v>
                </c:pt>
                <c:pt idx="3274">
                  <c:v>41110</c:v>
                </c:pt>
                <c:pt idx="3275">
                  <c:v>41113</c:v>
                </c:pt>
                <c:pt idx="3276">
                  <c:v>41114</c:v>
                </c:pt>
                <c:pt idx="3277">
                  <c:v>41115</c:v>
                </c:pt>
                <c:pt idx="3278">
                  <c:v>41116</c:v>
                </c:pt>
                <c:pt idx="3279">
                  <c:v>41117</c:v>
                </c:pt>
                <c:pt idx="3280">
                  <c:v>41120</c:v>
                </c:pt>
                <c:pt idx="3281">
                  <c:v>41121</c:v>
                </c:pt>
                <c:pt idx="3282">
                  <c:v>41122</c:v>
                </c:pt>
                <c:pt idx="3283">
                  <c:v>41123</c:v>
                </c:pt>
                <c:pt idx="3284">
                  <c:v>41124</c:v>
                </c:pt>
                <c:pt idx="3285">
                  <c:v>41127</c:v>
                </c:pt>
                <c:pt idx="3286">
                  <c:v>41128</c:v>
                </c:pt>
                <c:pt idx="3287">
                  <c:v>41129</c:v>
                </c:pt>
                <c:pt idx="3288">
                  <c:v>41130</c:v>
                </c:pt>
                <c:pt idx="3289">
                  <c:v>41131</c:v>
                </c:pt>
                <c:pt idx="3290">
                  <c:v>41134</c:v>
                </c:pt>
                <c:pt idx="3291">
                  <c:v>41135</c:v>
                </c:pt>
                <c:pt idx="3292">
                  <c:v>41136</c:v>
                </c:pt>
                <c:pt idx="3293">
                  <c:v>41137</c:v>
                </c:pt>
                <c:pt idx="3294">
                  <c:v>41138</c:v>
                </c:pt>
                <c:pt idx="3295">
                  <c:v>41141</c:v>
                </c:pt>
                <c:pt idx="3296">
                  <c:v>41142</c:v>
                </c:pt>
                <c:pt idx="3297">
                  <c:v>41143</c:v>
                </c:pt>
                <c:pt idx="3298">
                  <c:v>41144</c:v>
                </c:pt>
                <c:pt idx="3299">
                  <c:v>41145</c:v>
                </c:pt>
                <c:pt idx="3300">
                  <c:v>41148</c:v>
                </c:pt>
                <c:pt idx="3301">
                  <c:v>41149</c:v>
                </c:pt>
                <c:pt idx="3302">
                  <c:v>41150</c:v>
                </c:pt>
                <c:pt idx="3303">
                  <c:v>41151</c:v>
                </c:pt>
                <c:pt idx="3304">
                  <c:v>41152</c:v>
                </c:pt>
                <c:pt idx="3305">
                  <c:v>41155</c:v>
                </c:pt>
                <c:pt idx="3306">
                  <c:v>41156</c:v>
                </c:pt>
                <c:pt idx="3307">
                  <c:v>41157</c:v>
                </c:pt>
                <c:pt idx="3308">
                  <c:v>41158</c:v>
                </c:pt>
                <c:pt idx="3309">
                  <c:v>41159</c:v>
                </c:pt>
                <c:pt idx="3310">
                  <c:v>41162</c:v>
                </c:pt>
                <c:pt idx="3311">
                  <c:v>41163</c:v>
                </c:pt>
                <c:pt idx="3312">
                  <c:v>41164</c:v>
                </c:pt>
                <c:pt idx="3313">
                  <c:v>41165</c:v>
                </c:pt>
                <c:pt idx="3314">
                  <c:v>41166</c:v>
                </c:pt>
                <c:pt idx="3315">
                  <c:v>41169</c:v>
                </c:pt>
                <c:pt idx="3316">
                  <c:v>41170</c:v>
                </c:pt>
                <c:pt idx="3317">
                  <c:v>41171</c:v>
                </c:pt>
                <c:pt idx="3318">
                  <c:v>41172</c:v>
                </c:pt>
                <c:pt idx="3319">
                  <c:v>41173</c:v>
                </c:pt>
                <c:pt idx="3320">
                  <c:v>41176</c:v>
                </c:pt>
                <c:pt idx="3321">
                  <c:v>41177</c:v>
                </c:pt>
                <c:pt idx="3322">
                  <c:v>41178</c:v>
                </c:pt>
                <c:pt idx="3323">
                  <c:v>41179</c:v>
                </c:pt>
                <c:pt idx="3324">
                  <c:v>41180</c:v>
                </c:pt>
                <c:pt idx="3325">
                  <c:v>41183</c:v>
                </c:pt>
                <c:pt idx="3326">
                  <c:v>41184</c:v>
                </c:pt>
                <c:pt idx="3327">
                  <c:v>41185</c:v>
                </c:pt>
                <c:pt idx="3328">
                  <c:v>41186</c:v>
                </c:pt>
                <c:pt idx="3329">
                  <c:v>41187</c:v>
                </c:pt>
                <c:pt idx="3330">
                  <c:v>41190</c:v>
                </c:pt>
                <c:pt idx="3331">
                  <c:v>41191</c:v>
                </c:pt>
                <c:pt idx="3332">
                  <c:v>41192</c:v>
                </c:pt>
                <c:pt idx="3333">
                  <c:v>41193</c:v>
                </c:pt>
                <c:pt idx="3334">
                  <c:v>41194</c:v>
                </c:pt>
                <c:pt idx="3335">
                  <c:v>41197</c:v>
                </c:pt>
                <c:pt idx="3336">
                  <c:v>41198</c:v>
                </c:pt>
                <c:pt idx="3337">
                  <c:v>41199</c:v>
                </c:pt>
                <c:pt idx="3338">
                  <c:v>41200</c:v>
                </c:pt>
                <c:pt idx="3339">
                  <c:v>41201</c:v>
                </c:pt>
                <c:pt idx="3340">
                  <c:v>41204</c:v>
                </c:pt>
                <c:pt idx="3341">
                  <c:v>41205</c:v>
                </c:pt>
                <c:pt idx="3342">
                  <c:v>41206</c:v>
                </c:pt>
                <c:pt idx="3343">
                  <c:v>41207</c:v>
                </c:pt>
                <c:pt idx="3344">
                  <c:v>41208</c:v>
                </c:pt>
                <c:pt idx="3345">
                  <c:v>41211</c:v>
                </c:pt>
                <c:pt idx="3346">
                  <c:v>41212</c:v>
                </c:pt>
                <c:pt idx="3347">
                  <c:v>41213</c:v>
                </c:pt>
                <c:pt idx="3348">
                  <c:v>41214</c:v>
                </c:pt>
                <c:pt idx="3349">
                  <c:v>41215</c:v>
                </c:pt>
                <c:pt idx="3350">
                  <c:v>41218</c:v>
                </c:pt>
                <c:pt idx="3351">
                  <c:v>41219</c:v>
                </c:pt>
                <c:pt idx="3352">
                  <c:v>41220</c:v>
                </c:pt>
                <c:pt idx="3353">
                  <c:v>41221</c:v>
                </c:pt>
                <c:pt idx="3354">
                  <c:v>41222</c:v>
                </c:pt>
                <c:pt idx="3355">
                  <c:v>41225</c:v>
                </c:pt>
                <c:pt idx="3356">
                  <c:v>41226</c:v>
                </c:pt>
                <c:pt idx="3357">
                  <c:v>41227</c:v>
                </c:pt>
                <c:pt idx="3358">
                  <c:v>41228</c:v>
                </c:pt>
                <c:pt idx="3359">
                  <c:v>41229</c:v>
                </c:pt>
                <c:pt idx="3360">
                  <c:v>41232</c:v>
                </c:pt>
                <c:pt idx="3361">
                  <c:v>41233</c:v>
                </c:pt>
                <c:pt idx="3362">
                  <c:v>41234</c:v>
                </c:pt>
                <c:pt idx="3363">
                  <c:v>41235</c:v>
                </c:pt>
                <c:pt idx="3364">
                  <c:v>41236</c:v>
                </c:pt>
                <c:pt idx="3365">
                  <c:v>41239</c:v>
                </c:pt>
                <c:pt idx="3366">
                  <c:v>41240</c:v>
                </c:pt>
                <c:pt idx="3367">
                  <c:v>41241</c:v>
                </c:pt>
                <c:pt idx="3368">
                  <c:v>41242</c:v>
                </c:pt>
                <c:pt idx="3369">
                  <c:v>41243</c:v>
                </c:pt>
                <c:pt idx="3370">
                  <c:v>41246</c:v>
                </c:pt>
                <c:pt idx="3371">
                  <c:v>41247</c:v>
                </c:pt>
                <c:pt idx="3372">
                  <c:v>41248</c:v>
                </c:pt>
                <c:pt idx="3373">
                  <c:v>41249</c:v>
                </c:pt>
                <c:pt idx="3374">
                  <c:v>41250</c:v>
                </c:pt>
                <c:pt idx="3375">
                  <c:v>41253</c:v>
                </c:pt>
                <c:pt idx="3376">
                  <c:v>41254</c:v>
                </c:pt>
                <c:pt idx="3377">
                  <c:v>41255</c:v>
                </c:pt>
                <c:pt idx="3378">
                  <c:v>41256</c:v>
                </c:pt>
                <c:pt idx="3379">
                  <c:v>41257</c:v>
                </c:pt>
                <c:pt idx="3380">
                  <c:v>41260</c:v>
                </c:pt>
                <c:pt idx="3381">
                  <c:v>41261</c:v>
                </c:pt>
                <c:pt idx="3382">
                  <c:v>41262</c:v>
                </c:pt>
                <c:pt idx="3383">
                  <c:v>41263</c:v>
                </c:pt>
                <c:pt idx="3384">
                  <c:v>41264</c:v>
                </c:pt>
                <c:pt idx="3385">
                  <c:v>41267</c:v>
                </c:pt>
                <c:pt idx="3386">
                  <c:v>41268</c:v>
                </c:pt>
                <c:pt idx="3387">
                  <c:v>41269</c:v>
                </c:pt>
                <c:pt idx="3388">
                  <c:v>41270</c:v>
                </c:pt>
                <c:pt idx="3389">
                  <c:v>41271</c:v>
                </c:pt>
                <c:pt idx="3390">
                  <c:v>41274</c:v>
                </c:pt>
                <c:pt idx="3391">
                  <c:v>41275</c:v>
                </c:pt>
                <c:pt idx="3392">
                  <c:v>41276</c:v>
                </c:pt>
                <c:pt idx="3393">
                  <c:v>41277</c:v>
                </c:pt>
                <c:pt idx="3394">
                  <c:v>41278</c:v>
                </c:pt>
                <c:pt idx="3395">
                  <c:v>41281</c:v>
                </c:pt>
                <c:pt idx="3396">
                  <c:v>41282</c:v>
                </c:pt>
                <c:pt idx="3397">
                  <c:v>41283</c:v>
                </c:pt>
                <c:pt idx="3398">
                  <c:v>41284</c:v>
                </c:pt>
                <c:pt idx="3399">
                  <c:v>41285</c:v>
                </c:pt>
                <c:pt idx="3400">
                  <c:v>41288</c:v>
                </c:pt>
                <c:pt idx="3401">
                  <c:v>41289</c:v>
                </c:pt>
                <c:pt idx="3402">
                  <c:v>41290</c:v>
                </c:pt>
                <c:pt idx="3403">
                  <c:v>41291</c:v>
                </c:pt>
                <c:pt idx="3404">
                  <c:v>41292</c:v>
                </c:pt>
                <c:pt idx="3405">
                  <c:v>41295</c:v>
                </c:pt>
                <c:pt idx="3406">
                  <c:v>41296</c:v>
                </c:pt>
                <c:pt idx="3407">
                  <c:v>41297</c:v>
                </c:pt>
                <c:pt idx="3408">
                  <c:v>41298</c:v>
                </c:pt>
                <c:pt idx="3409">
                  <c:v>41299</c:v>
                </c:pt>
                <c:pt idx="3410">
                  <c:v>41302</c:v>
                </c:pt>
                <c:pt idx="3411">
                  <c:v>41303</c:v>
                </c:pt>
                <c:pt idx="3412">
                  <c:v>41304</c:v>
                </c:pt>
                <c:pt idx="3413">
                  <c:v>41305</c:v>
                </c:pt>
                <c:pt idx="3414">
                  <c:v>41306</c:v>
                </c:pt>
                <c:pt idx="3415">
                  <c:v>41309</c:v>
                </c:pt>
                <c:pt idx="3416">
                  <c:v>41310</c:v>
                </c:pt>
                <c:pt idx="3417">
                  <c:v>41311</c:v>
                </c:pt>
                <c:pt idx="3418">
                  <c:v>41312</c:v>
                </c:pt>
                <c:pt idx="3419">
                  <c:v>41313</c:v>
                </c:pt>
                <c:pt idx="3420">
                  <c:v>41316</c:v>
                </c:pt>
                <c:pt idx="3421">
                  <c:v>41317</c:v>
                </c:pt>
                <c:pt idx="3422">
                  <c:v>41318</c:v>
                </c:pt>
                <c:pt idx="3423">
                  <c:v>41319</c:v>
                </c:pt>
                <c:pt idx="3424">
                  <c:v>41320</c:v>
                </c:pt>
                <c:pt idx="3425">
                  <c:v>41323</c:v>
                </c:pt>
                <c:pt idx="3426">
                  <c:v>41324</c:v>
                </c:pt>
                <c:pt idx="3427">
                  <c:v>41325</c:v>
                </c:pt>
                <c:pt idx="3428">
                  <c:v>41326</c:v>
                </c:pt>
                <c:pt idx="3429">
                  <c:v>41327</c:v>
                </c:pt>
                <c:pt idx="3430">
                  <c:v>41330</c:v>
                </c:pt>
                <c:pt idx="3431">
                  <c:v>41331</c:v>
                </c:pt>
                <c:pt idx="3432">
                  <c:v>41332</c:v>
                </c:pt>
                <c:pt idx="3433">
                  <c:v>41333</c:v>
                </c:pt>
                <c:pt idx="3434">
                  <c:v>41334</c:v>
                </c:pt>
                <c:pt idx="3435">
                  <c:v>41337</c:v>
                </c:pt>
                <c:pt idx="3436">
                  <c:v>41338</c:v>
                </c:pt>
                <c:pt idx="3437">
                  <c:v>41339</c:v>
                </c:pt>
                <c:pt idx="3438">
                  <c:v>41340</c:v>
                </c:pt>
                <c:pt idx="3439">
                  <c:v>41341</c:v>
                </c:pt>
                <c:pt idx="3440">
                  <c:v>41344</c:v>
                </c:pt>
                <c:pt idx="3441">
                  <c:v>41345</c:v>
                </c:pt>
                <c:pt idx="3442">
                  <c:v>41346</c:v>
                </c:pt>
                <c:pt idx="3443">
                  <c:v>41347</c:v>
                </c:pt>
                <c:pt idx="3444">
                  <c:v>41348</c:v>
                </c:pt>
                <c:pt idx="3445">
                  <c:v>41351</c:v>
                </c:pt>
                <c:pt idx="3446">
                  <c:v>41352</c:v>
                </c:pt>
                <c:pt idx="3447">
                  <c:v>41353</c:v>
                </c:pt>
                <c:pt idx="3448">
                  <c:v>41354</c:v>
                </c:pt>
                <c:pt idx="3449">
                  <c:v>41355</c:v>
                </c:pt>
                <c:pt idx="3450">
                  <c:v>41358</c:v>
                </c:pt>
                <c:pt idx="3451">
                  <c:v>41359</c:v>
                </c:pt>
                <c:pt idx="3452">
                  <c:v>41360</c:v>
                </c:pt>
                <c:pt idx="3453">
                  <c:v>41361</c:v>
                </c:pt>
                <c:pt idx="3454">
                  <c:v>41362</c:v>
                </c:pt>
                <c:pt idx="3455">
                  <c:v>41365</c:v>
                </c:pt>
                <c:pt idx="3456">
                  <c:v>41366</c:v>
                </c:pt>
                <c:pt idx="3457">
                  <c:v>41367</c:v>
                </c:pt>
                <c:pt idx="3458">
                  <c:v>41368</c:v>
                </c:pt>
                <c:pt idx="3459">
                  <c:v>41369</c:v>
                </c:pt>
                <c:pt idx="3460">
                  <c:v>41372</c:v>
                </c:pt>
                <c:pt idx="3461">
                  <c:v>41373</c:v>
                </c:pt>
                <c:pt idx="3462">
                  <c:v>41374</c:v>
                </c:pt>
                <c:pt idx="3463">
                  <c:v>41375</c:v>
                </c:pt>
                <c:pt idx="3464">
                  <c:v>41376</c:v>
                </c:pt>
                <c:pt idx="3465">
                  <c:v>41379</c:v>
                </c:pt>
                <c:pt idx="3466">
                  <c:v>41380</c:v>
                </c:pt>
                <c:pt idx="3467">
                  <c:v>41381</c:v>
                </c:pt>
                <c:pt idx="3468">
                  <c:v>41382</c:v>
                </c:pt>
                <c:pt idx="3469">
                  <c:v>41383</c:v>
                </c:pt>
                <c:pt idx="3470">
                  <c:v>41386</c:v>
                </c:pt>
                <c:pt idx="3471">
                  <c:v>41387</c:v>
                </c:pt>
                <c:pt idx="3472">
                  <c:v>41388</c:v>
                </c:pt>
                <c:pt idx="3473">
                  <c:v>41389</c:v>
                </c:pt>
                <c:pt idx="3474">
                  <c:v>41390</c:v>
                </c:pt>
                <c:pt idx="3475">
                  <c:v>41393</c:v>
                </c:pt>
                <c:pt idx="3476">
                  <c:v>41394</c:v>
                </c:pt>
                <c:pt idx="3477">
                  <c:v>41395</c:v>
                </c:pt>
                <c:pt idx="3478">
                  <c:v>41396</c:v>
                </c:pt>
                <c:pt idx="3479">
                  <c:v>41397</c:v>
                </c:pt>
                <c:pt idx="3480">
                  <c:v>41400</c:v>
                </c:pt>
                <c:pt idx="3481">
                  <c:v>41401</c:v>
                </c:pt>
                <c:pt idx="3482">
                  <c:v>41402</c:v>
                </c:pt>
                <c:pt idx="3483">
                  <c:v>41403</c:v>
                </c:pt>
                <c:pt idx="3484">
                  <c:v>41404</c:v>
                </c:pt>
                <c:pt idx="3485">
                  <c:v>41407</c:v>
                </c:pt>
                <c:pt idx="3486">
                  <c:v>41408</c:v>
                </c:pt>
                <c:pt idx="3487">
                  <c:v>41409</c:v>
                </c:pt>
                <c:pt idx="3488">
                  <c:v>41410</c:v>
                </c:pt>
                <c:pt idx="3489">
                  <c:v>41411</c:v>
                </c:pt>
                <c:pt idx="3490">
                  <c:v>41414</c:v>
                </c:pt>
                <c:pt idx="3491">
                  <c:v>41415</c:v>
                </c:pt>
                <c:pt idx="3492">
                  <c:v>41416</c:v>
                </c:pt>
                <c:pt idx="3493">
                  <c:v>41417</c:v>
                </c:pt>
                <c:pt idx="3494">
                  <c:v>41418</c:v>
                </c:pt>
                <c:pt idx="3495">
                  <c:v>41421</c:v>
                </c:pt>
                <c:pt idx="3496">
                  <c:v>41422</c:v>
                </c:pt>
                <c:pt idx="3497">
                  <c:v>41423</c:v>
                </c:pt>
                <c:pt idx="3498">
                  <c:v>41424</c:v>
                </c:pt>
                <c:pt idx="3499">
                  <c:v>41425</c:v>
                </c:pt>
                <c:pt idx="3500">
                  <c:v>41428</c:v>
                </c:pt>
                <c:pt idx="3501">
                  <c:v>41429</c:v>
                </c:pt>
                <c:pt idx="3502">
                  <c:v>41430</c:v>
                </c:pt>
                <c:pt idx="3503">
                  <c:v>41431</c:v>
                </c:pt>
                <c:pt idx="3504">
                  <c:v>41432</c:v>
                </c:pt>
                <c:pt idx="3505">
                  <c:v>41435</c:v>
                </c:pt>
                <c:pt idx="3506">
                  <c:v>41436</c:v>
                </c:pt>
                <c:pt idx="3507">
                  <c:v>41437</c:v>
                </c:pt>
                <c:pt idx="3508">
                  <c:v>41438</c:v>
                </c:pt>
                <c:pt idx="3509">
                  <c:v>41439</c:v>
                </c:pt>
                <c:pt idx="3510">
                  <c:v>41442</c:v>
                </c:pt>
                <c:pt idx="3511">
                  <c:v>41443</c:v>
                </c:pt>
                <c:pt idx="3512">
                  <c:v>41444</c:v>
                </c:pt>
                <c:pt idx="3513">
                  <c:v>41445</c:v>
                </c:pt>
                <c:pt idx="3514">
                  <c:v>41446</c:v>
                </c:pt>
                <c:pt idx="3515">
                  <c:v>41449</c:v>
                </c:pt>
                <c:pt idx="3516">
                  <c:v>41450</c:v>
                </c:pt>
                <c:pt idx="3517">
                  <c:v>41451</c:v>
                </c:pt>
                <c:pt idx="3518">
                  <c:v>41452</c:v>
                </c:pt>
                <c:pt idx="3519">
                  <c:v>41453</c:v>
                </c:pt>
                <c:pt idx="3520">
                  <c:v>41456</c:v>
                </c:pt>
                <c:pt idx="3521">
                  <c:v>41457</c:v>
                </c:pt>
                <c:pt idx="3522">
                  <c:v>41458</c:v>
                </c:pt>
                <c:pt idx="3523">
                  <c:v>41459</c:v>
                </c:pt>
                <c:pt idx="3524">
                  <c:v>41460</c:v>
                </c:pt>
                <c:pt idx="3525">
                  <c:v>41463</c:v>
                </c:pt>
                <c:pt idx="3526">
                  <c:v>41464</c:v>
                </c:pt>
                <c:pt idx="3527">
                  <c:v>41465</c:v>
                </c:pt>
                <c:pt idx="3528">
                  <c:v>41466</c:v>
                </c:pt>
                <c:pt idx="3529">
                  <c:v>41467</c:v>
                </c:pt>
                <c:pt idx="3530">
                  <c:v>41470</c:v>
                </c:pt>
                <c:pt idx="3531">
                  <c:v>41471</c:v>
                </c:pt>
                <c:pt idx="3532">
                  <c:v>41472</c:v>
                </c:pt>
                <c:pt idx="3533">
                  <c:v>41473</c:v>
                </c:pt>
                <c:pt idx="3534">
                  <c:v>41474</c:v>
                </c:pt>
                <c:pt idx="3535">
                  <c:v>41477</c:v>
                </c:pt>
                <c:pt idx="3536">
                  <c:v>41478</c:v>
                </c:pt>
                <c:pt idx="3537">
                  <c:v>41479</c:v>
                </c:pt>
                <c:pt idx="3538">
                  <c:v>41480</c:v>
                </c:pt>
                <c:pt idx="3539">
                  <c:v>41481</c:v>
                </c:pt>
                <c:pt idx="3540">
                  <c:v>41484</c:v>
                </c:pt>
                <c:pt idx="3541">
                  <c:v>41485</c:v>
                </c:pt>
                <c:pt idx="3542">
                  <c:v>41486</c:v>
                </c:pt>
                <c:pt idx="3543">
                  <c:v>41487</c:v>
                </c:pt>
                <c:pt idx="3544">
                  <c:v>41488</c:v>
                </c:pt>
                <c:pt idx="3545">
                  <c:v>41491</c:v>
                </c:pt>
                <c:pt idx="3546">
                  <c:v>41492</c:v>
                </c:pt>
                <c:pt idx="3547">
                  <c:v>41493</c:v>
                </c:pt>
                <c:pt idx="3548">
                  <c:v>41494</c:v>
                </c:pt>
                <c:pt idx="3549">
                  <c:v>41495</c:v>
                </c:pt>
                <c:pt idx="3550">
                  <c:v>41498</c:v>
                </c:pt>
                <c:pt idx="3551">
                  <c:v>41499</c:v>
                </c:pt>
                <c:pt idx="3552">
                  <c:v>41500</c:v>
                </c:pt>
                <c:pt idx="3553">
                  <c:v>41501</c:v>
                </c:pt>
                <c:pt idx="3554">
                  <c:v>41502</c:v>
                </c:pt>
                <c:pt idx="3555">
                  <c:v>41505</c:v>
                </c:pt>
                <c:pt idx="3556">
                  <c:v>41506</c:v>
                </c:pt>
                <c:pt idx="3557">
                  <c:v>41507</c:v>
                </c:pt>
                <c:pt idx="3558">
                  <c:v>41508</c:v>
                </c:pt>
                <c:pt idx="3559">
                  <c:v>41509</c:v>
                </c:pt>
                <c:pt idx="3560">
                  <c:v>41512</c:v>
                </c:pt>
                <c:pt idx="3561">
                  <c:v>41513</c:v>
                </c:pt>
                <c:pt idx="3562">
                  <c:v>41514</c:v>
                </c:pt>
                <c:pt idx="3563">
                  <c:v>41515</c:v>
                </c:pt>
                <c:pt idx="3564">
                  <c:v>41516</c:v>
                </c:pt>
                <c:pt idx="3565">
                  <c:v>41519</c:v>
                </c:pt>
                <c:pt idx="3566">
                  <c:v>41520</c:v>
                </c:pt>
                <c:pt idx="3567">
                  <c:v>41521</c:v>
                </c:pt>
                <c:pt idx="3568">
                  <c:v>41522</c:v>
                </c:pt>
                <c:pt idx="3569">
                  <c:v>41523</c:v>
                </c:pt>
                <c:pt idx="3570">
                  <c:v>41526</c:v>
                </c:pt>
                <c:pt idx="3571">
                  <c:v>41527</c:v>
                </c:pt>
                <c:pt idx="3572">
                  <c:v>41528</c:v>
                </c:pt>
                <c:pt idx="3573">
                  <c:v>41529</c:v>
                </c:pt>
                <c:pt idx="3574">
                  <c:v>41530</c:v>
                </c:pt>
                <c:pt idx="3575">
                  <c:v>41533</c:v>
                </c:pt>
                <c:pt idx="3576">
                  <c:v>41534</c:v>
                </c:pt>
                <c:pt idx="3577">
                  <c:v>41535</c:v>
                </c:pt>
                <c:pt idx="3578">
                  <c:v>41536</c:v>
                </c:pt>
                <c:pt idx="3579">
                  <c:v>41537</c:v>
                </c:pt>
                <c:pt idx="3580">
                  <c:v>41540</c:v>
                </c:pt>
                <c:pt idx="3581">
                  <c:v>41541</c:v>
                </c:pt>
                <c:pt idx="3582">
                  <c:v>41542</c:v>
                </c:pt>
                <c:pt idx="3583">
                  <c:v>41543</c:v>
                </c:pt>
                <c:pt idx="3584">
                  <c:v>41544</c:v>
                </c:pt>
                <c:pt idx="3585">
                  <c:v>41547</c:v>
                </c:pt>
                <c:pt idx="3586">
                  <c:v>41548</c:v>
                </c:pt>
                <c:pt idx="3587">
                  <c:v>41549</c:v>
                </c:pt>
                <c:pt idx="3588">
                  <c:v>41550</c:v>
                </c:pt>
                <c:pt idx="3589">
                  <c:v>41551</c:v>
                </c:pt>
                <c:pt idx="3590">
                  <c:v>41554</c:v>
                </c:pt>
                <c:pt idx="3591">
                  <c:v>41555</c:v>
                </c:pt>
                <c:pt idx="3592">
                  <c:v>41556</c:v>
                </c:pt>
                <c:pt idx="3593">
                  <c:v>41557</c:v>
                </c:pt>
                <c:pt idx="3594">
                  <c:v>41558</c:v>
                </c:pt>
                <c:pt idx="3595">
                  <c:v>41561</c:v>
                </c:pt>
                <c:pt idx="3596">
                  <c:v>41562</c:v>
                </c:pt>
                <c:pt idx="3597">
                  <c:v>41563</c:v>
                </c:pt>
                <c:pt idx="3598">
                  <c:v>41564</c:v>
                </c:pt>
                <c:pt idx="3599">
                  <c:v>41565</c:v>
                </c:pt>
                <c:pt idx="3600">
                  <c:v>41568</c:v>
                </c:pt>
                <c:pt idx="3601">
                  <c:v>41569</c:v>
                </c:pt>
                <c:pt idx="3602">
                  <c:v>41570</c:v>
                </c:pt>
                <c:pt idx="3603">
                  <c:v>41571</c:v>
                </c:pt>
                <c:pt idx="3604">
                  <c:v>41572</c:v>
                </c:pt>
                <c:pt idx="3605">
                  <c:v>41575</c:v>
                </c:pt>
                <c:pt idx="3606">
                  <c:v>41576</c:v>
                </c:pt>
                <c:pt idx="3607">
                  <c:v>41577</c:v>
                </c:pt>
                <c:pt idx="3608">
                  <c:v>41578</c:v>
                </c:pt>
                <c:pt idx="3609">
                  <c:v>41579</c:v>
                </c:pt>
                <c:pt idx="3610">
                  <c:v>41582</c:v>
                </c:pt>
                <c:pt idx="3611">
                  <c:v>41583</c:v>
                </c:pt>
                <c:pt idx="3612">
                  <c:v>41584</c:v>
                </c:pt>
                <c:pt idx="3613">
                  <c:v>41585</c:v>
                </c:pt>
                <c:pt idx="3614">
                  <c:v>41586</c:v>
                </c:pt>
                <c:pt idx="3615">
                  <c:v>41589</c:v>
                </c:pt>
                <c:pt idx="3616">
                  <c:v>41590</c:v>
                </c:pt>
                <c:pt idx="3617">
                  <c:v>41591</c:v>
                </c:pt>
                <c:pt idx="3618">
                  <c:v>41592</c:v>
                </c:pt>
                <c:pt idx="3619">
                  <c:v>41593</c:v>
                </c:pt>
                <c:pt idx="3620">
                  <c:v>41596</c:v>
                </c:pt>
                <c:pt idx="3621">
                  <c:v>41597</c:v>
                </c:pt>
                <c:pt idx="3622">
                  <c:v>41598</c:v>
                </c:pt>
                <c:pt idx="3623">
                  <c:v>41599</c:v>
                </c:pt>
                <c:pt idx="3624">
                  <c:v>41600</c:v>
                </c:pt>
                <c:pt idx="3625">
                  <c:v>41603</c:v>
                </c:pt>
                <c:pt idx="3626">
                  <c:v>41604</c:v>
                </c:pt>
                <c:pt idx="3627">
                  <c:v>41605</c:v>
                </c:pt>
                <c:pt idx="3628">
                  <c:v>41606</c:v>
                </c:pt>
                <c:pt idx="3629">
                  <c:v>41607</c:v>
                </c:pt>
                <c:pt idx="3630">
                  <c:v>41610</c:v>
                </c:pt>
                <c:pt idx="3631">
                  <c:v>41611</c:v>
                </c:pt>
                <c:pt idx="3632">
                  <c:v>41612</c:v>
                </c:pt>
                <c:pt idx="3633">
                  <c:v>41613</c:v>
                </c:pt>
                <c:pt idx="3634">
                  <c:v>41614</c:v>
                </c:pt>
                <c:pt idx="3635">
                  <c:v>41617</c:v>
                </c:pt>
                <c:pt idx="3636">
                  <c:v>41618</c:v>
                </c:pt>
                <c:pt idx="3637">
                  <c:v>41619</c:v>
                </c:pt>
                <c:pt idx="3638">
                  <c:v>41620</c:v>
                </c:pt>
                <c:pt idx="3639">
                  <c:v>41621</c:v>
                </c:pt>
                <c:pt idx="3640">
                  <c:v>41624</c:v>
                </c:pt>
                <c:pt idx="3641">
                  <c:v>41625</c:v>
                </c:pt>
                <c:pt idx="3642">
                  <c:v>41626</c:v>
                </c:pt>
                <c:pt idx="3643">
                  <c:v>41627</c:v>
                </c:pt>
                <c:pt idx="3644">
                  <c:v>41628</c:v>
                </c:pt>
                <c:pt idx="3645">
                  <c:v>41631</c:v>
                </c:pt>
                <c:pt idx="3646">
                  <c:v>41632</c:v>
                </c:pt>
                <c:pt idx="3647">
                  <c:v>41633</c:v>
                </c:pt>
                <c:pt idx="3648">
                  <c:v>41634</c:v>
                </c:pt>
                <c:pt idx="3649">
                  <c:v>41635</c:v>
                </c:pt>
                <c:pt idx="3650">
                  <c:v>41638</c:v>
                </c:pt>
                <c:pt idx="3651">
                  <c:v>41639</c:v>
                </c:pt>
                <c:pt idx="3652">
                  <c:v>41640</c:v>
                </c:pt>
                <c:pt idx="3653">
                  <c:v>41641</c:v>
                </c:pt>
                <c:pt idx="3654">
                  <c:v>41642</c:v>
                </c:pt>
                <c:pt idx="3655">
                  <c:v>41645</c:v>
                </c:pt>
                <c:pt idx="3656">
                  <c:v>41646</c:v>
                </c:pt>
                <c:pt idx="3657">
                  <c:v>41647</c:v>
                </c:pt>
                <c:pt idx="3658">
                  <c:v>41648</c:v>
                </c:pt>
                <c:pt idx="3659">
                  <c:v>41649</c:v>
                </c:pt>
                <c:pt idx="3660">
                  <c:v>41652</c:v>
                </c:pt>
                <c:pt idx="3661">
                  <c:v>41653</c:v>
                </c:pt>
                <c:pt idx="3662">
                  <c:v>41654</c:v>
                </c:pt>
                <c:pt idx="3663">
                  <c:v>41655</c:v>
                </c:pt>
                <c:pt idx="3664">
                  <c:v>41656</c:v>
                </c:pt>
                <c:pt idx="3665">
                  <c:v>41659</c:v>
                </c:pt>
                <c:pt idx="3666">
                  <c:v>41660</c:v>
                </c:pt>
                <c:pt idx="3667">
                  <c:v>41661</c:v>
                </c:pt>
                <c:pt idx="3668">
                  <c:v>41662</c:v>
                </c:pt>
                <c:pt idx="3669">
                  <c:v>41663</c:v>
                </c:pt>
                <c:pt idx="3670">
                  <c:v>41666</c:v>
                </c:pt>
                <c:pt idx="3671">
                  <c:v>41667</c:v>
                </c:pt>
                <c:pt idx="3672">
                  <c:v>41668</c:v>
                </c:pt>
                <c:pt idx="3673">
                  <c:v>41669</c:v>
                </c:pt>
                <c:pt idx="3674">
                  <c:v>41670</c:v>
                </c:pt>
                <c:pt idx="3675">
                  <c:v>41673</c:v>
                </c:pt>
                <c:pt idx="3676">
                  <c:v>41674</c:v>
                </c:pt>
                <c:pt idx="3677">
                  <c:v>41675</c:v>
                </c:pt>
                <c:pt idx="3678">
                  <c:v>41676</c:v>
                </c:pt>
                <c:pt idx="3679">
                  <c:v>41677</c:v>
                </c:pt>
                <c:pt idx="3680">
                  <c:v>41680</c:v>
                </c:pt>
                <c:pt idx="3681">
                  <c:v>41681</c:v>
                </c:pt>
                <c:pt idx="3682">
                  <c:v>41682</c:v>
                </c:pt>
                <c:pt idx="3683">
                  <c:v>41683</c:v>
                </c:pt>
                <c:pt idx="3684">
                  <c:v>41684</c:v>
                </c:pt>
                <c:pt idx="3685">
                  <c:v>41687</c:v>
                </c:pt>
                <c:pt idx="3686">
                  <c:v>41688</c:v>
                </c:pt>
                <c:pt idx="3687">
                  <c:v>41689</c:v>
                </c:pt>
                <c:pt idx="3688">
                  <c:v>41690</c:v>
                </c:pt>
                <c:pt idx="3689">
                  <c:v>41691</c:v>
                </c:pt>
                <c:pt idx="3690">
                  <c:v>41694</c:v>
                </c:pt>
                <c:pt idx="3691">
                  <c:v>41695</c:v>
                </c:pt>
                <c:pt idx="3692">
                  <c:v>41696</c:v>
                </c:pt>
                <c:pt idx="3693">
                  <c:v>41697</c:v>
                </c:pt>
                <c:pt idx="3694">
                  <c:v>41698</c:v>
                </c:pt>
                <c:pt idx="3695">
                  <c:v>41701</c:v>
                </c:pt>
                <c:pt idx="3696">
                  <c:v>41702</c:v>
                </c:pt>
                <c:pt idx="3697">
                  <c:v>41703</c:v>
                </c:pt>
                <c:pt idx="3698">
                  <c:v>41704</c:v>
                </c:pt>
                <c:pt idx="3699">
                  <c:v>41705</c:v>
                </c:pt>
                <c:pt idx="3700">
                  <c:v>41708</c:v>
                </c:pt>
                <c:pt idx="3701">
                  <c:v>41709</c:v>
                </c:pt>
                <c:pt idx="3702">
                  <c:v>41710</c:v>
                </c:pt>
                <c:pt idx="3703">
                  <c:v>41711</c:v>
                </c:pt>
                <c:pt idx="3704">
                  <c:v>41712</c:v>
                </c:pt>
                <c:pt idx="3705">
                  <c:v>41715</c:v>
                </c:pt>
                <c:pt idx="3706">
                  <c:v>41716</c:v>
                </c:pt>
                <c:pt idx="3707">
                  <c:v>41717</c:v>
                </c:pt>
                <c:pt idx="3708">
                  <c:v>41718</c:v>
                </c:pt>
                <c:pt idx="3709">
                  <c:v>41719</c:v>
                </c:pt>
                <c:pt idx="3710">
                  <c:v>41722</c:v>
                </c:pt>
                <c:pt idx="3711">
                  <c:v>41723</c:v>
                </c:pt>
                <c:pt idx="3712">
                  <c:v>41724</c:v>
                </c:pt>
                <c:pt idx="3713">
                  <c:v>41725</c:v>
                </c:pt>
                <c:pt idx="3714">
                  <c:v>41726</c:v>
                </c:pt>
                <c:pt idx="3715">
                  <c:v>41729</c:v>
                </c:pt>
                <c:pt idx="3716">
                  <c:v>41730</c:v>
                </c:pt>
                <c:pt idx="3717">
                  <c:v>41731</c:v>
                </c:pt>
                <c:pt idx="3718">
                  <c:v>41732</c:v>
                </c:pt>
                <c:pt idx="3719">
                  <c:v>41733</c:v>
                </c:pt>
                <c:pt idx="3720">
                  <c:v>41736</c:v>
                </c:pt>
                <c:pt idx="3721">
                  <c:v>41737</c:v>
                </c:pt>
                <c:pt idx="3722">
                  <c:v>41738</c:v>
                </c:pt>
                <c:pt idx="3723">
                  <c:v>41739</c:v>
                </c:pt>
                <c:pt idx="3724">
                  <c:v>41740</c:v>
                </c:pt>
                <c:pt idx="3725">
                  <c:v>41743</c:v>
                </c:pt>
                <c:pt idx="3726">
                  <c:v>41744</c:v>
                </c:pt>
                <c:pt idx="3727">
                  <c:v>41745</c:v>
                </c:pt>
                <c:pt idx="3728">
                  <c:v>41746</c:v>
                </c:pt>
                <c:pt idx="3729">
                  <c:v>41747</c:v>
                </c:pt>
                <c:pt idx="3730">
                  <c:v>41750</c:v>
                </c:pt>
                <c:pt idx="3731">
                  <c:v>41751</c:v>
                </c:pt>
                <c:pt idx="3732">
                  <c:v>41752</c:v>
                </c:pt>
                <c:pt idx="3733">
                  <c:v>41753</c:v>
                </c:pt>
                <c:pt idx="3734">
                  <c:v>41754</c:v>
                </c:pt>
                <c:pt idx="3735">
                  <c:v>41757</c:v>
                </c:pt>
                <c:pt idx="3736">
                  <c:v>41758</c:v>
                </c:pt>
                <c:pt idx="3737">
                  <c:v>41759</c:v>
                </c:pt>
                <c:pt idx="3738">
                  <c:v>41760</c:v>
                </c:pt>
                <c:pt idx="3739">
                  <c:v>41761</c:v>
                </c:pt>
                <c:pt idx="3740">
                  <c:v>41764</c:v>
                </c:pt>
                <c:pt idx="3741">
                  <c:v>41765</c:v>
                </c:pt>
                <c:pt idx="3742">
                  <c:v>41766</c:v>
                </c:pt>
                <c:pt idx="3743">
                  <c:v>41767</c:v>
                </c:pt>
                <c:pt idx="3744">
                  <c:v>41768</c:v>
                </c:pt>
                <c:pt idx="3745">
                  <c:v>41771</c:v>
                </c:pt>
                <c:pt idx="3746">
                  <c:v>41772</c:v>
                </c:pt>
                <c:pt idx="3747">
                  <c:v>41773</c:v>
                </c:pt>
                <c:pt idx="3748">
                  <c:v>41774</c:v>
                </c:pt>
                <c:pt idx="3749">
                  <c:v>41775</c:v>
                </c:pt>
                <c:pt idx="3750">
                  <c:v>41778</c:v>
                </c:pt>
                <c:pt idx="3751">
                  <c:v>41779</c:v>
                </c:pt>
                <c:pt idx="3752">
                  <c:v>41780</c:v>
                </c:pt>
                <c:pt idx="3753">
                  <c:v>41781</c:v>
                </c:pt>
                <c:pt idx="3754">
                  <c:v>41782</c:v>
                </c:pt>
                <c:pt idx="3755">
                  <c:v>41785</c:v>
                </c:pt>
                <c:pt idx="3756">
                  <c:v>41786</c:v>
                </c:pt>
                <c:pt idx="3757">
                  <c:v>41787</c:v>
                </c:pt>
                <c:pt idx="3758">
                  <c:v>41788</c:v>
                </c:pt>
                <c:pt idx="3759">
                  <c:v>41789</c:v>
                </c:pt>
                <c:pt idx="3760">
                  <c:v>41792</c:v>
                </c:pt>
                <c:pt idx="3761">
                  <c:v>41793</c:v>
                </c:pt>
                <c:pt idx="3762">
                  <c:v>41794</c:v>
                </c:pt>
                <c:pt idx="3763">
                  <c:v>41795</c:v>
                </c:pt>
                <c:pt idx="3764">
                  <c:v>41796</c:v>
                </c:pt>
                <c:pt idx="3765">
                  <c:v>41799</c:v>
                </c:pt>
                <c:pt idx="3766">
                  <c:v>41800</c:v>
                </c:pt>
                <c:pt idx="3767">
                  <c:v>41801</c:v>
                </c:pt>
                <c:pt idx="3768">
                  <c:v>41802</c:v>
                </c:pt>
                <c:pt idx="3769">
                  <c:v>41803</c:v>
                </c:pt>
                <c:pt idx="3770">
                  <c:v>41806</c:v>
                </c:pt>
                <c:pt idx="3771">
                  <c:v>41807</c:v>
                </c:pt>
                <c:pt idx="3772">
                  <c:v>41808</c:v>
                </c:pt>
                <c:pt idx="3773">
                  <c:v>41809</c:v>
                </c:pt>
                <c:pt idx="3774">
                  <c:v>41810</c:v>
                </c:pt>
                <c:pt idx="3775">
                  <c:v>41813</c:v>
                </c:pt>
                <c:pt idx="3776">
                  <c:v>41814</c:v>
                </c:pt>
                <c:pt idx="3777">
                  <c:v>41815</c:v>
                </c:pt>
                <c:pt idx="3778">
                  <c:v>41816</c:v>
                </c:pt>
                <c:pt idx="3779">
                  <c:v>41817</c:v>
                </c:pt>
                <c:pt idx="3780">
                  <c:v>41820</c:v>
                </c:pt>
                <c:pt idx="3781">
                  <c:v>41821</c:v>
                </c:pt>
                <c:pt idx="3782">
                  <c:v>41822</c:v>
                </c:pt>
                <c:pt idx="3783">
                  <c:v>41823</c:v>
                </c:pt>
                <c:pt idx="3784">
                  <c:v>41824</c:v>
                </c:pt>
                <c:pt idx="3785">
                  <c:v>41827</c:v>
                </c:pt>
                <c:pt idx="3786">
                  <c:v>41828</c:v>
                </c:pt>
                <c:pt idx="3787">
                  <c:v>41829</c:v>
                </c:pt>
                <c:pt idx="3788">
                  <c:v>41830</c:v>
                </c:pt>
                <c:pt idx="3789">
                  <c:v>41831</c:v>
                </c:pt>
                <c:pt idx="3790">
                  <c:v>41834</c:v>
                </c:pt>
                <c:pt idx="3791">
                  <c:v>41835</c:v>
                </c:pt>
                <c:pt idx="3792">
                  <c:v>41836</c:v>
                </c:pt>
                <c:pt idx="3793">
                  <c:v>41837</c:v>
                </c:pt>
                <c:pt idx="3794">
                  <c:v>41838</c:v>
                </c:pt>
                <c:pt idx="3795">
                  <c:v>41841</c:v>
                </c:pt>
                <c:pt idx="3796">
                  <c:v>41842</c:v>
                </c:pt>
                <c:pt idx="3797">
                  <c:v>41843</c:v>
                </c:pt>
                <c:pt idx="3798">
                  <c:v>41844</c:v>
                </c:pt>
                <c:pt idx="3799">
                  <c:v>41845</c:v>
                </c:pt>
                <c:pt idx="3800">
                  <c:v>41848</c:v>
                </c:pt>
                <c:pt idx="3801">
                  <c:v>41849</c:v>
                </c:pt>
                <c:pt idx="3802">
                  <c:v>41850</c:v>
                </c:pt>
                <c:pt idx="3803">
                  <c:v>41851</c:v>
                </c:pt>
                <c:pt idx="3804">
                  <c:v>41852</c:v>
                </c:pt>
                <c:pt idx="3805">
                  <c:v>41855</c:v>
                </c:pt>
                <c:pt idx="3806">
                  <c:v>41856</c:v>
                </c:pt>
                <c:pt idx="3807">
                  <c:v>41857</c:v>
                </c:pt>
                <c:pt idx="3808">
                  <c:v>41858</c:v>
                </c:pt>
                <c:pt idx="3809">
                  <c:v>41859</c:v>
                </c:pt>
                <c:pt idx="3810">
                  <c:v>41862</c:v>
                </c:pt>
                <c:pt idx="3811">
                  <c:v>41863</c:v>
                </c:pt>
                <c:pt idx="3812">
                  <c:v>41864</c:v>
                </c:pt>
                <c:pt idx="3813">
                  <c:v>41865</c:v>
                </c:pt>
                <c:pt idx="3814">
                  <c:v>41866</c:v>
                </c:pt>
                <c:pt idx="3815">
                  <c:v>41869</c:v>
                </c:pt>
                <c:pt idx="3816">
                  <c:v>41870</c:v>
                </c:pt>
                <c:pt idx="3817">
                  <c:v>41871</c:v>
                </c:pt>
                <c:pt idx="3818">
                  <c:v>41872</c:v>
                </c:pt>
                <c:pt idx="3819">
                  <c:v>41873</c:v>
                </c:pt>
                <c:pt idx="3820">
                  <c:v>41876</c:v>
                </c:pt>
                <c:pt idx="3821">
                  <c:v>41877</c:v>
                </c:pt>
                <c:pt idx="3822">
                  <c:v>41878</c:v>
                </c:pt>
                <c:pt idx="3823">
                  <c:v>41879</c:v>
                </c:pt>
                <c:pt idx="3824">
                  <c:v>41880</c:v>
                </c:pt>
                <c:pt idx="3825">
                  <c:v>41883</c:v>
                </c:pt>
                <c:pt idx="3826">
                  <c:v>41884</c:v>
                </c:pt>
                <c:pt idx="3827">
                  <c:v>41885</c:v>
                </c:pt>
                <c:pt idx="3828">
                  <c:v>41886</c:v>
                </c:pt>
                <c:pt idx="3829">
                  <c:v>41887</c:v>
                </c:pt>
                <c:pt idx="3830">
                  <c:v>41890</c:v>
                </c:pt>
                <c:pt idx="3831">
                  <c:v>41891</c:v>
                </c:pt>
                <c:pt idx="3832">
                  <c:v>41892</c:v>
                </c:pt>
                <c:pt idx="3833">
                  <c:v>41893</c:v>
                </c:pt>
                <c:pt idx="3834">
                  <c:v>41894</c:v>
                </c:pt>
                <c:pt idx="3835">
                  <c:v>41897</c:v>
                </c:pt>
                <c:pt idx="3836">
                  <c:v>41898</c:v>
                </c:pt>
                <c:pt idx="3837">
                  <c:v>41899</c:v>
                </c:pt>
                <c:pt idx="3838">
                  <c:v>41900</c:v>
                </c:pt>
                <c:pt idx="3839">
                  <c:v>41901</c:v>
                </c:pt>
                <c:pt idx="3840">
                  <c:v>41904</c:v>
                </c:pt>
                <c:pt idx="3841">
                  <c:v>41905</c:v>
                </c:pt>
                <c:pt idx="3842">
                  <c:v>41906</c:v>
                </c:pt>
                <c:pt idx="3843">
                  <c:v>41907</c:v>
                </c:pt>
                <c:pt idx="3844">
                  <c:v>41908</c:v>
                </c:pt>
                <c:pt idx="3845">
                  <c:v>41911</c:v>
                </c:pt>
                <c:pt idx="3846">
                  <c:v>41912</c:v>
                </c:pt>
                <c:pt idx="3847">
                  <c:v>41913</c:v>
                </c:pt>
                <c:pt idx="3848">
                  <c:v>41914</c:v>
                </c:pt>
                <c:pt idx="3849">
                  <c:v>41915</c:v>
                </c:pt>
                <c:pt idx="3850">
                  <c:v>41918</c:v>
                </c:pt>
                <c:pt idx="3851">
                  <c:v>41919</c:v>
                </c:pt>
                <c:pt idx="3852">
                  <c:v>41920</c:v>
                </c:pt>
                <c:pt idx="3853">
                  <c:v>41921</c:v>
                </c:pt>
                <c:pt idx="3854">
                  <c:v>41922</c:v>
                </c:pt>
                <c:pt idx="3855">
                  <c:v>41925</c:v>
                </c:pt>
                <c:pt idx="3856">
                  <c:v>41926</c:v>
                </c:pt>
                <c:pt idx="3857">
                  <c:v>41927</c:v>
                </c:pt>
                <c:pt idx="3858">
                  <c:v>41928</c:v>
                </c:pt>
                <c:pt idx="3859">
                  <c:v>41929</c:v>
                </c:pt>
                <c:pt idx="3860">
                  <c:v>41932</c:v>
                </c:pt>
                <c:pt idx="3861">
                  <c:v>41933</c:v>
                </c:pt>
                <c:pt idx="3862">
                  <c:v>41934</c:v>
                </c:pt>
                <c:pt idx="3863">
                  <c:v>41935</c:v>
                </c:pt>
                <c:pt idx="3864">
                  <c:v>41936</c:v>
                </c:pt>
                <c:pt idx="3865">
                  <c:v>41939</c:v>
                </c:pt>
                <c:pt idx="3866">
                  <c:v>41940</c:v>
                </c:pt>
                <c:pt idx="3867">
                  <c:v>41941</c:v>
                </c:pt>
                <c:pt idx="3868">
                  <c:v>41942</c:v>
                </c:pt>
                <c:pt idx="3869">
                  <c:v>41943</c:v>
                </c:pt>
                <c:pt idx="3870">
                  <c:v>41946</c:v>
                </c:pt>
                <c:pt idx="3871">
                  <c:v>41947</c:v>
                </c:pt>
                <c:pt idx="3872">
                  <c:v>41948</c:v>
                </c:pt>
                <c:pt idx="3873">
                  <c:v>41949</c:v>
                </c:pt>
                <c:pt idx="3874">
                  <c:v>41950</c:v>
                </c:pt>
                <c:pt idx="3875">
                  <c:v>41953</c:v>
                </c:pt>
                <c:pt idx="3876">
                  <c:v>41954</c:v>
                </c:pt>
                <c:pt idx="3877">
                  <c:v>41955</c:v>
                </c:pt>
                <c:pt idx="3878">
                  <c:v>41956</c:v>
                </c:pt>
                <c:pt idx="3879">
                  <c:v>41957</c:v>
                </c:pt>
                <c:pt idx="3880">
                  <c:v>41960</c:v>
                </c:pt>
                <c:pt idx="3881">
                  <c:v>41961</c:v>
                </c:pt>
                <c:pt idx="3882">
                  <c:v>41962</c:v>
                </c:pt>
                <c:pt idx="3883">
                  <c:v>41963</c:v>
                </c:pt>
                <c:pt idx="3884">
                  <c:v>41964</c:v>
                </c:pt>
                <c:pt idx="3885">
                  <c:v>41967</c:v>
                </c:pt>
                <c:pt idx="3886">
                  <c:v>41968</c:v>
                </c:pt>
                <c:pt idx="3887">
                  <c:v>41969</c:v>
                </c:pt>
                <c:pt idx="3888">
                  <c:v>41970</c:v>
                </c:pt>
                <c:pt idx="3889">
                  <c:v>41971</c:v>
                </c:pt>
                <c:pt idx="3890">
                  <c:v>41974</c:v>
                </c:pt>
                <c:pt idx="3891">
                  <c:v>41975</c:v>
                </c:pt>
                <c:pt idx="3892">
                  <c:v>41976</c:v>
                </c:pt>
                <c:pt idx="3893">
                  <c:v>41977</c:v>
                </c:pt>
                <c:pt idx="3894">
                  <c:v>41978</c:v>
                </c:pt>
                <c:pt idx="3895">
                  <c:v>41981</c:v>
                </c:pt>
                <c:pt idx="3896">
                  <c:v>41982</c:v>
                </c:pt>
                <c:pt idx="3897">
                  <c:v>41983</c:v>
                </c:pt>
                <c:pt idx="3898">
                  <c:v>41984</c:v>
                </c:pt>
                <c:pt idx="3899">
                  <c:v>41985</c:v>
                </c:pt>
                <c:pt idx="3900">
                  <c:v>41988</c:v>
                </c:pt>
                <c:pt idx="3901">
                  <c:v>41989</c:v>
                </c:pt>
                <c:pt idx="3902">
                  <c:v>41990</c:v>
                </c:pt>
                <c:pt idx="3903">
                  <c:v>41991</c:v>
                </c:pt>
                <c:pt idx="3904">
                  <c:v>41992</c:v>
                </c:pt>
                <c:pt idx="3905">
                  <c:v>41995</c:v>
                </c:pt>
                <c:pt idx="3906">
                  <c:v>41996</c:v>
                </c:pt>
                <c:pt idx="3907">
                  <c:v>41997</c:v>
                </c:pt>
                <c:pt idx="3908">
                  <c:v>41998</c:v>
                </c:pt>
                <c:pt idx="3909">
                  <c:v>41999</c:v>
                </c:pt>
                <c:pt idx="3910">
                  <c:v>42002</c:v>
                </c:pt>
                <c:pt idx="3911">
                  <c:v>42003</c:v>
                </c:pt>
                <c:pt idx="3912">
                  <c:v>42004</c:v>
                </c:pt>
                <c:pt idx="3913">
                  <c:v>42005</c:v>
                </c:pt>
                <c:pt idx="3914">
                  <c:v>42006</c:v>
                </c:pt>
                <c:pt idx="3915">
                  <c:v>42009</c:v>
                </c:pt>
                <c:pt idx="3916">
                  <c:v>42010</c:v>
                </c:pt>
                <c:pt idx="3917">
                  <c:v>42011</c:v>
                </c:pt>
                <c:pt idx="3918">
                  <c:v>42012</c:v>
                </c:pt>
                <c:pt idx="3919">
                  <c:v>42013</c:v>
                </c:pt>
                <c:pt idx="3920">
                  <c:v>42016</c:v>
                </c:pt>
                <c:pt idx="3921">
                  <c:v>42017</c:v>
                </c:pt>
                <c:pt idx="3922">
                  <c:v>42018</c:v>
                </c:pt>
                <c:pt idx="3923">
                  <c:v>42019</c:v>
                </c:pt>
                <c:pt idx="3924">
                  <c:v>42020</c:v>
                </c:pt>
                <c:pt idx="3925">
                  <c:v>42023</c:v>
                </c:pt>
                <c:pt idx="3926">
                  <c:v>42024</c:v>
                </c:pt>
                <c:pt idx="3927">
                  <c:v>42025</c:v>
                </c:pt>
                <c:pt idx="3928">
                  <c:v>42026</c:v>
                </c:pt>
                <c:pt idx="3929">
                  <c:v>42027</c:v>
                </c:pt>
                <c:pt idx="3930">
                  <c:v>42030</c:v>
                </c:pt>
                <c:pt idx="3931">
                  <c:v>42031</c:v>
                </c:pt>
                <c:pt idx="3932">
                  <c:v>42032</c:v>
                </c:pt>
                <c:pt idx="3933">
                  <c:v>42033</c:v>
                </c:pt>
                <c:pt idx="3934">
                  <c:v>42034</c:v>
                </c:pt>
                <c:pt idx="3935">
                  <c:v>42037</c:v>
                </c:pt>
                <c:pt idx="3936">
                  <c:v>42038</c:v>
                </c:pt>
                <c:pt idx="3937">
                  <c:v>42039</c:v>
                </c:pt>
                <c:pt idx="3938">
                  <c:v>42040</c:v>
                </c:pt>
                <c:pt idx="3939">
                  <c:v>42041</c:v>
                </c:pt>
                <c:pt idx="3940">
                  <c:v>42044</c:v>
                </c:pt>
                <c:pt idx="3941">
                  <c:v>42045</c:v>
                </c:pt>
                <c:pt idx="3942">
                  <c:v>42046</c:v>
                </c:pt>
                <c:pt idx="3943">
                  <c:v>42047</c:v>
                </c:pt>
                <c:pt idx="3944">
                  <c:v>42048</c:v>
                </c:pt>
                <c:pt idx="3945">
                  <c:v>42051</c:v>
                </c:pt>
                <c:pt idx="3946">
                  <c:v>42052</c:v>
                </c:pt>
                <c:pt idx="3947">
                  <c:v>42053</c:v>
                </c:pt>
                <c:pt idx="3948">
                  <c:v>42054</c:v>
                </c:pt>
                <c:pt idx="3949">
                  <c:v>42055</c:v>
                </c:pt>
                <c:pt idx="3950">
                  <c:v>42058</c:v>
                </c:pt>
                <c:pt idx="3951">
                  <c:v>42059</c:v>
                </c:pt>
                <c:pt idx="3952">
                  <c:v>42060</c:v>
                </c:pt>
                <c:pt idx="3953">
                  <c:v>42061</c:v>
                </c:pt>
                <c:pt idx="3954">
                  <c:v>42062</c:v>
                </c:pt>
                <c:pt idx="3955">
                  <c:v>42065</c:v>
                </c:pt>
                <c:pt idx="3956">
                  <c:v>42066</c:v>
                </c:pt>
                <c:pt idx="3957">
                  <c:v>42067</c:v>
                </c:pt>
                <c:pt idx="3958">
                  <c:v>42068</c:v>
                </c:pt>
                <c:pt idx="3959">
                  <c:v>42069</c:v>
                </c:pt>
                <c:pt idx="3960">
                  <c:v>42072</c:v>
                </c:pt>
                <c:pt idx="3961">
                  <c:v>42073</c:v>
                </c:pt>
                <c:pt idx="3962">
                  <c:v>42074</c:v>
                </c:pt>
                <c:pt idx="3963">
                  <c:v>42075</c:v>
                </c:pt>
                <c:pt idx="3964">
                  <c:v>42076</c:v>
                </c:pt>
                <c:pt idx="3965">
                  <c:v>42079</c:v>
                </c:pt>
                <c:pt idx="3966">
                  <c:v>42080</c:v>
                </c:pt>
                <c:pt idx="3967">
                  <c:v>42081</c:v>
                </c:pt>
                <c:pt idx="3968">
                  <c:v>42082</c:v>
                </c:pt>
                <c:pt idx="3969">
                  <c:v>42083</c:v>
                </c:pt>
                <c:pt idx="3970">
                  <c:v>42086</c:v>
                </c:pt>
                <c:pt idx="3971">
                  <c:v>42087</c:v>
                </c:pt>
                <c:pt idx="3972">
                  <c:v>42088</c:v>
                </c:pt>
                <c:pt idx="3973">
                  <c:v>42089</c:v>
                </c:pt>
                <c:pt idx="3974">
                  <c:v>42090</c:v>
                </c:pt>
                <c:pt idx="3975">
                  <c:v>42093</c:v>
                </c:pt>
                <c:pt idx="3976">
                  <c:v>42094</c:v>
                </c:pt>
                <c:pt idx="3977">
                  <c:v>42095</c:v>
                </c:pt>
                <c:pt idx="3978">
                  <c:v>42096</c:v>
                </c:pt>
                <c:pt idx="3979">
                  <c:v>42097</c:v>
                </c:pt>
                <c:pt idx="3980">
                  <c:v>42100</c:v>
                </c:pt>
                <c:pt idx="3981">
                  <c:v>42101</c:v>
                </c:pt>
                <c:pt idx="3982">
                  <c:v>42102</c:v>
                </c:pt>
                <c:pt idx="3983">
                  <c:v>42103</c:v>
                </c:pt>
                <c:pt idx="3984">
                  <c:v>42104</c:v>
                </c:pt>
                <c:pt idx="3985">
                  <c:v>42107</c:v>
                </c:pt>
                <c:pt idx="3986">
                  <c:v>42108</c:v>
                </c:pt>
                <c:pt idx="3987">
                  <c:v>42109</c:v>
                </c:pt>
                <c:pt idx="3988">
                  <c:v>42110</c:v>
                </c:pt>
                <c:pt idx="3989">
                  <c:v>42111</c:v>
                </c:pt>
                <c:pt idx="3990">
                  <c:v>42114</c:v>
                </c:pt>
                <c:pt idx="3991">
                  <c:v>42115</c:v>
                </c:pt>
                <c:pt idx="3992">
                  <c:v>42116</c:v>
                </c:pt>
                <c:pt idx="3993">
                  <c:v>42117</c:v>
                </c:pt>
                <c:pt idx="3994">
                  <c:v>42118</c:v>
                </c:pt>
                <c:pt idx="3995">
                  <c:v>42121</c:v>
                </c:pt>
                <c:pt idx="3996">
                  <c:v>42122</c:v>
                </c:pt>
                <c:pt idx="3997">
                  <c:v>42123</c:v>
                </c:pt>
                <c:pt idx="3998">
                  <c:v>42124</c:v>
                </c:pt>
                <c:pt idx="3999">
                  <c:v>42125</c:v>
                </c:pt>
                <c:pt idx="4000">
                  <c:v>42128</c:v>
                </c:pt>
                <c:pt idx="4001">
                  <c:v>42129</c:v>
                </c:pt>
                <c:pt idx="4002">
                  <c:v>42130</c:v>
                </c:pt>
                <c:pt idx="4003">
                  <c:v>42131</c:v>
                </c:pt>
                <c:pt idx="4004">
                  <c:v>42132</c:v>
                </c:pt>
                <c:pt idx="4005">
                  <c:v>42135</c:v>
                </c:pt>
                <c:pt idx="4006">
                  <c:v>42136</c:v>
                </c:pt>
                <c:pt idx="4007">
                  <c:v>42137</c:v>
                </c:pt>
                <c:pt idx="4008">
                  <c:v>42138</c:v>
                </c:pt>
                <c:pt idx="4009">
                  <c:v>42139</c:v>
                </c:pt>
                <c:pt idx="4010">
                  <c:v>42142</c:v>
                </c:pt>
                <c:pt idx="4011">
                  <c:v>42143</c:v>
                </c:pt>
                <c:pt idx="4012">
                  <c:v>42144</c:v>
                </c:pt>
                <c:pt idx="4013">
                  <c:v>42145</c:v>
                </c:pt>
                <c:pt idx="4014">
                  <c:v>42146</c:v>
                </c:pt>
                <c:pt idx="4015">
                  <c:v>42149</c:v>
                </c:pt>
                <c:pt idx="4016">
                  <c:v>42150</c:v>
                </c:pt>
                <c:pt idx="4017">
                  <c:v>42151</c:v>
                </c:pt>
                <c:pt idx="4018">
                  <c:v>42152</c:v>
                </c:pt>
                <c:pt idx="4019">
                  <c:v>42153</c:v>
                </c:pt>
                <c:pt idx="4020">
                  <c:v>42156</c:v>
                </c:pt>
                <c:pt idx="4021">
                  <c:v>42157</c:v>
                </c:pt>
                <c:pt idx="4022">
                  <c:v>42158</c:v>
                </c:pt>
                <c:pt idx="4023">
                  <c:v>42159</c:v>
                </c:pt>
                <c:pt idx="4024">
                  <c:v>42160</c:v>
                </c:pt>
                <c:pt idx="4025">
                  <c:v>42163</c:v>
                </c:pt>
                <c:pt idx="4026">
                  <c:v>42164</c:v>
                </c:pt>
                <c:pt idx="4027">
                  <c:v>42165</c:v>
                </c:pt>
                <c:pt idx="4028">
                  <c:v>42166</c:v>
                </c:pt>
                <c:pt idx="4029">
                  <c:v>42167</c:v>
                </c:pt>
                <c:pt idx="4030">
                  <c:v>42170</c:v>
                </c:pt>
                <c:pt idx="4031">
                  <c:v>42171</c:v>
                </c:pt>
                <c:pt idx="4032">
                  <c:v>42172</c:v>
                </c:pt>
                <c:pt idx="4033">
                  <c:v>42173</c:v>
                </c:pt>
                <c:pt idx="4034">
                  <c:v>42174</c:v>
                </c:pt>
                <c:pt idx="4035">
                  <c:v>42177</c:v>
                </c:pt>
                <c:pt idx="4036">
                  <c:v>42178</c:v>
                </c:pt>
                <c:pt idx="4037">
                  <c:v>42179</c:v>
                </c:pt>
                <c:pt idx="4038">
                  <c:v>42180</c:v>
                </c:pt>
                <c:pt idx="4039">
                  <c:v>42181</c:v>
                </c:pt>
                <c:pt idx="4040">
                  <c:v>42184</c:v>
                </c:pt>
                <c:pt idx="4041">
                  <c:v>42185</c:v>
                </c:pt>
                <c:pt idx="4042">
                  <c:v>42186</c:v>
                </c:pt>
                <c:pt idx="4043">
                  <c:v>42187</c:v>
                </c:pt>
                <c:pt idx="4044">
                  <c:v>42188</c:v>
                </c:pt>
                <c:pt idx="4045">
                  <c:v>42191</c:v>
                </c:pt>
                <c:pt idx="4046">
                  <c:v>42192</c:v>
                </c:pt>
                <c:pt idx="4047">
                  <c:v>42193</c:v>
                </c:pt>
                <c:pt idx="4048">
                  <c:v>42194</c:v>
                </c:pt>
                <c:pt idx="4049">
                  <c:v>42195</c:v>
                </c:pt>
                <c:pt idx="4050">
                  <c:v>42198</c:v>
                </c:pt>
                <c:pt idx="4051">
                  <c:v>42199</c:v>
                </c:pt>
                <c:pt idx="4052">
                  <c:v>42200</c:v>
                </c:pt>
                <c:pt idx="4053">
                  <c:v>42201</c:v>
                </c:pt>
                <c:pt idx="4054">
                  <c:v>42202</c:v>
                </c:pt>
                <c:pt idx="4055">
                  <c:v>42205</c:v>
                </c:pt>
                <c:pt idx="4056">
                  <c:v>42206</c:v>
                </c:pt>
                <c:pt idx="4057">
                  <c:v>42207</c:v>
                </c:pt>
                <c:pt idx="4058">
                  <c:v>42208</c:v>
                </c:pt>
                <c:pt idx="4059">
                  <c:v>42209</c:v>
                </c:pt>
                <c:pt idx="4060">
                  <c:v>42212</c:v>
                </c:pt>
                <c:pt idx="4061">
                  <c:v>42213</c:v>
                </c:pt>
                <c:pt idx="4062">
                  <c:v>42214</c:v>
                </c:pt>
                <c:pt idx="4063">
                  <c:v>42215</c:v>
                </c:pt>
                <c:pt idx="4064">
                  <c:v>42216</c:v>
                </c:pt>
                <c:pt idx="4065">
                  <c:v>42219</c:v>
                </c:pt>
                <c:pt idx="4066">
                  <c:v>42220</c:v>
                </c:pt>
                <c:pt idx="4067">
                  <c:v>42221</c:v>
                </c:pt>
                <c:pt idx="4068">
                  <c:v>42222</c:v>
                </c:pt>
                <c:pt idx="4069">
                  <c:v>42223</c:v>
                </c:pt>
                <c:pt idx="4070">
                  <c:v>42226</c:v>
                </c:pt>
                <c:pt idx="4071">
                  <c:v>42227</c:v>
                </c:pt>
                <c:pt idx="4072">
                  <c:v>42228</c:v>
                </c:pt>
                <c:pt idx="4073">
                  <c:v>42229</c:v>
                </c:pt>
                <c:pt idx="4074">
                  <c:v>42230</c:v>
                </c:pt>
                <c:pt idx="4075">
                  <c:v>42233</c:v>
                </c:pt>
                <c:pt idx="4076">
                  <c:v>42234</c:v>
                </c:pt>
                <c:pt idx="4077">
                  <c:v>42235</c:v>
                </c:pt>
                <c:pt idx="4078">
                  <c:v>42236</c:v>
                </c:pt>
                <c:pt idx="4079">
                  <c:v>42237</c:v>
                </c:pt>
                <c:pt idx="4080">
                  <c:v>42240</c:v>
                </c:pt>
                <c:pt idx="4081">
                  <c:v>42241</c:v>
                </c:pt>
                <c:pt idx="4082">
                  <c:v>42242</c:v>
                </c:pt>
                <c:pt idx="4083">
                  <c:v>42243</c:v>
                </c:pt>
                <c:pt idx="4084">
                  <c:v>42244</c:v>
                </c:pt>
                <c:pt idx="4085">
                  <c:v>42247</c:v>
                </c:pt>
                <c:pt idx="4086">
                  <c:v>42248</c:v>
                </c:pt>
                <c:pt idx="4087">
                  <c:v>42249</c:v>
                </c:pt>
                <c:pt idx="4088">
                  <c:v>42250</c:v>
                </c:pt>
                <c:pt idx="4089">
                  <c:v>42251</c:v>
                </c:pt>
                <c:pt idx="4090">
                  <c:v>42254</c:v>
                </c:pt>
                <c:pt idx="4091">
                  <c:v>42255</c:v>
                </c:pt>
                <c:pt idx="4092">
                  <c:v>42256</c:v>
                </c:pt>
                <c:pt idx="4093">
                  <c:v>42257</c:v>
                </c:pt>
                <c:pt idx="4094">
                  <c:v>42258</c:v>
                </c:pt>
                <c:pt idx="4095">
                  <c:v>42261</c:v>
                </c:pt>
                <c:pt idx="4096">
                  <c:v>42262</c:v>
                </c:pt>
                <c:pt idx="4097">
                  <c:v>42263</c:v>
                </c:pt>
                <c:pt idx="4098">
                  <c:v>42264</c:v>
                </c:pt>
                <c:pt idx="4099">
                  <c:v>42265</c:v>
                </c:pt>
                <c:pt idx="4100">
                  <c:v>42268</c:v>
                </c:pt>
                <c:pt idx="4101">
                  <c:v>42269</c:v>
                </c:pt>
                <c:pt idx="4102">
                  <c:v>42270</c:v>
                </c:pt>
                <c:pt idx="4103">
                  <c:v>42271</c:v>
                </c:pt>
                <c:pt idx="4104">
                  <c:v>42272</c:v>
                </c:pt>
                <c:pt idx="4105">
                  <c:v>42275</c:v>
                </c:pt>
                <c:pt idx="4106">
                  <c:v>42276</c:v>
                </c:pt>
                <c:pt idx="4107">
                  <c:v>42277</c:v>
                </c:pt>
                <c:pt idx="4108">
                  <c:v>42278</c:v>
                </c:pt>
                <c:pt idx="4109">
                  <c:v>42279</c:v>
                </c:pt>
                <c:pt idx="4110">
                  <c:v>42282</c:v>
                </c:pt>
                <c:pt idx="4111">
                  <c:v>42283</c:v>
                </c:pt>
                <c:pt idx="4112">
                  <c:v>42284</c:v>
                </c:pt>
                <c:pt idx="4113">
                  <c:v>42285</c:v>
                </c:pt>
                <c:pt idx="4114">
                  <c:v>42286</c:v>
                </c:pt>
                <c:pt idx="4115">
                  <c:v>42289</c:v>
                </c:pt>
                <c:pt idx="4116">
                  <c:v>42290</c:v>
                </c:pt>
                <c:pt idx="4117">
                  <c:v>42291</c:v>
                </c:pt>
                <c:pt idx="4118">
                  <c:v>42292</c:v>
                </c:pt>
                <c:pt idx="4119">
                  <c:v>42293</c:v>
                </c:pt>
                <c:pt idx="4120">
                  <c:v>42296</c:v>
                </c:pt>
                <c:pt idx="4121">
                  <c:v>42297</c:v>
                </c:pt>
                <c:pt idx="4122">
                  <c:v>42298</c:v>
                </c:pt>
                <c:pt idx="4123">
                  <c:v>42299</c:v>
                </c:pt>
                <c:pt idx="4124">
                  <c:v>42300</c:v>
                </c:pt>
                <c:pt idx="4125">
                  <c:v>42303</c:v>
                </c:pt>
                <c:pt idx="4126">
                  <c:v>42304</c:v>
                </c:pt>
                <c:pt idx="4127">
                  <c:v>42305</c:v>
                </c:pt>
                <c:pt idx="4128">
                  <c:v>42306</c:v>
                </c:pt>
                <c:pt idx="4129">
                  <c:v>42307</c:v>
                </c:pt>
                <c:pt idx="4130">
                  <c:v>42310</c:v>
                </c:pt>
                <c:pt idx="4131">
                  <c:v>42311</c:v>
                </c:pt>
                <c:pt idx="4132">
                  <c:v>42312</c:v>
                </c:pt>
                <c:pt idx="4133">
                  <c:v>42313</c:v>
                </c:pt>
                <c:pt idx="4134">
                  <c:v>42314</c:v>
                </c:pt>
                <c:pt idx="4135">
                  <c:v>42317</c:v>
                </c:pt>
                <c:pt idx="4136">
                  <c:v>42318</c:v>
                </c:pt>
                <c:pt idx="4137">
                  <c:v>42319</c:v>
                </c:pt>
                <c:pt idx="4138">
                  <c:v>42320</c:v>
                </c:pt>
                <c:pt idx="4139">
                  <c:v>42321</c:v>
                </c:pt>
                <c:pt idx="4140">
                  <c:v>42324</c:v>
                </c:pt>
                <c:pt idx="4141">
                  <c:v>42325</c:v>
                </c:pt>
                <c:pt idx="4142">
                  <c:v>42326</c:v>
                </c:pt>
                <c:pt idx="4143">
                  <c:v>42327</c:v>
                </c:pt>
                <c:pt idx="4144">
                  <c:v>42328</c:v>
                </c:pt>
                <c:pt idx="4145">
                  <c:v>42331</c:v>
                </c:pt>
                <c:pt idx="4146">
                  <c:v>42332</c:v>
                </c:pt>
                <c:pt idx="4147">
                  <c:v>42333</c:v>
                </c:pt>
                <c:pt idx="4148">
                  <c:v>42334</c:v>
                </c:pt>
                <c:pt idx="4149">
                  <c:v>42335</c:v>
                </c:pt>
                <c:pt idx="4150">
                  <c:v>42338</c:v>
                </c:pt>
                <c:pt idx="4151">
                  <c:v>42339</c:v>
                </c:pt>
                <c:pt idx="4152">
                  <c:v>42340</c:v>
                </c:pt>
                <c:pt idx="4153">
                  <c:v>42341</c:v>
                </c:pt>
                <c:pt idx="4154">
                  <c:v>42342</c:v>
                </c:pt>
                <c:pt idx="4155">
                  <c:v>42345</c:v>
                </c:pt>
                <c:pt idx="4156">
                  <c:v>42346</c:v>
                </c:pt>
                <c:pt idx="4157">
                  <c:v>42347</c:v>
                </c:pt>
                <c:pt idx="4158">
                  <c:v>42348</c:v>
                </c:pt>
                <c:pt idx="4159">
                  <c:v>42349</c:v>
                </c:pt>
                <c:pt idx="4160">
                  <c:v>42352</c:v>
                </c:pt>
                <c:pt idx="4161">
                  <c:v>42353</c:v>
                </c:pt>
                <c:pt idx="4162">
                  <c:v>42354</c:v>
                </c:pt>
                <c:pt idx="4163">
                  <c:v>42355</c:v>
                </c:pt>
                <c:pt idx="4164">
                  <c:v>42356</c:v>
                </c:pt>
                <c:pt idx="4165">
                  <c:v>42359</c:v>
                </c:pt>
                <c:pt idx="4166">
                  <c:v>42360</c:v>
                </c:pt>
                <c:pt idx="4167">
                  <c:v>42361</c:v>
                </c:pt>
                <c:pt idx="4168">
                  <c:v>42362</c:v>
                </c:pt>
                <c:pt idx="4169">
                  <c:v>42363</c:v>
                </c:pt>
                <c:pt idx="4170">
                  <c:v>42366</c:v>
                </c:pt>
                <c:pt idx="4171">
                  <c:v>42367</c:v>
                </c:pt>
                <c:pt idx="4172">
                  <c:v>42368</c:v>
                </c:pt>
                <c:pt idx="4173">
                  <c:v>42369</c:v>
                </c:pt>
                <c:pt idx="4174">
                  <c:v>42370</c:v>
                </c:pt>
                <c:pt idx="4175">
                  <c:v>42373</c:v>
                </c:pt>
                <c:pt idx="4176">
                  <c:v>42374</c:v>
                </c:pt>
                <c:pt idx="4177">
                  <c:v>42375</c:v>
                </c:pt>
                <c:pt idx="4178">
                  <c:v>42376</c:v>
                </c:pt>
                <c:pt idx="4179">
                  <c:v>42377</c:v>
                </c:pt>
                <c:pt idx="4180">
                  <c:v>42380</c:v>
                </c:pt>
                <c:pt idx="4181">
                  <c:v>42381</c:v>
                </c:pt>
                <c:pt idx="4182">
                  <c:v>42382</c:v>
                </c:pt>
                <c:pt idx="4183">
                  <c:v>42383</c:v>
                </c:pt>
                <c:pt idx="4184">
                  <c:v>42384</c:v>
                </c:pt>
                <c:pt idx="4185">
                  <c:v>42387</c:v>
                </c:pt>
                <c:pt idx="4186">
                  <c:v>42388</c:v>
                </c:pt>
                <c:pt idx="4187">
                  <c:v>42389</c:v>
                </c:pt>
                <c:pt idx="4188">
                  <c:v>42390</c:v>
                </c:pt>
                <c:pt idx="4189">
                  <c:v>42391</c:v>
                </c:pt>
                <c:pt idx="4190">
                  <c:v>42394</c:v>
                </c:pt>
                <c:pt idx="4191">
                  <c:v>42395</c:v>
                </c:pt>
                <c:pt idx="4192">
                  <c:v>42396</c:v>
                </c:pt>
                <c:pt idx="4193">
                  <c:v>42397</c:v>
                </c:pt>
                <c:pt idx="4194">
                  <c:v>42398</c:v>
                </c:pt>
                <c:pt idx="4195">
                  <c:v>42401</c:v>
                </c:pt>
                <c:pt idx="4196">
                  <c:v>42402</c:v>
                </c:pt>
                <c:pt idx="4197">
                  <c:v>42403</c:v>
                </c:pt>
                <c:pt idx="4198">
                  <c:v>42404</c:v>
                </c:pt>
                <c:pt idx="4199">
                  <c:v>42405</c:v>
                </c:pt>
                <c:pt idx="4200">
                  <c:v>42408</c:v>
                </c:pt>
                <c:pt idx="4201">
                  <c:v>42409</c:v>
                </c:pt>
                <c:pt idx="4202">
                  <c:v>42410</c:v>
                </c:pt>
                <c:pt idx="4203">
                  <c:v>42411</c:v>
                </c:pt>
                <c:pt idx="4204">
                  <c:v>42412</c:v>
                </c:pt>
                <c:pt idx="4205">
                  <c:v>42415</c:v>
                </c:pt>
                <c:pt idx="4206">
                  <c:v>42416</c:v>
                </c:pt>
                <c:pt idx="4207">
                  <c:v>42417</c:v>
                </c:pt>
                <c:pt idx="4208">
                  <c:v>42418</c:v>
                </c:pt>
                <c:pt idx="4209">
                  <c:v>42419</c:v>
                </c:pt>
                <c:pt idx="4210">
                  <c:v>42422</c:v>
                </c:pt>
                <c:pt idx="4211">
                  <c:v>42423</c:v>
                </c:pt>
                <c:pt idx="4212">
                  <c:v>42424</c:v>
                </c:pt>
                <c:pt idx="4213">
                  <c:v>42425</c:v>
                </c:pt>
                <c:pt idx="4214">
                  <c:v>42426</c:v>
                </c:pt>
                <c:pt idx="4215">
                  <c:v>42429</c:v>
                </c:pt>
                <c:pt idx="4216">
                  <c:v>42430</c:v>
                </c:pt>
                <c:pt idx="4217">
                  <c:v>42431</c:v>
                </c:pt>
                <c:pt idx="4218">
                  <c:v>42432</c:v>
                </c:pt>
                <c:pt idx="4219">
                  <c:v>42433</c:v>
                </c:pt>
                <c:pt idx="4220">
                  <c:v>42436</c:v>
                </c:pt>
                <c:pt idx="4221">
                  <c:v>42437</c:v>
                </c:pt>
                <c:pt idx="4222">
                  <c:v>42438</c:v>
                </c:pt>
                <c:pt idx="4223">
                  <c:v>42439</c:v>
                </c:pt>
                <c:pt idx="4224">
                  <c:v>42440</c:v>
                </c:pt>
                <c:pt idx="4225">
                  <c:v>42443</c:v>
                </c:pt>
                <c:pt idx="4226">
                  <c:v>42444</c:v>
                </c:pt>
                <c:pt idx="4227">
                  <c:v>42445</c:v>
                </c:pt>
                <c:pt idx="4228">
                  <c:v>42446</c:v>
                </c:pt>
                <c:pt idx="4229">
                  <c:v>42447</c:v>
                </c:pt>
                <c:pt idx="4230">
                  <c:v>42450</c:v>
                </c:pt>
                <c:pt idx="4231">
                  <c:v>42451</c:v>
                </c:pt>
                <c:pt idx="4232">
                  <c:v>42452</c:v>
                </c:pt>
                <c:pt idx="4233">
                  <c:v>42453</c:v>
                </c:pt>
                <c:pt idx="4234">
                  <c:v>42454</c:v>
                </c:pt>
                <c:pt idx="4235">
                  <c:v>42457</c:v>
                </c:pt>
                <c:pt idx="4236">
                  <c:v>42458</c:v>
                </c:pt>
                <c:pt idx="4237">
                  <c:v>42459</c:v>
                </c:pt>
                <c:pt idx="4238">
                  <c:v>42460</c:v>
                </c:pt>
                <c:pt idx="4239">
                  <c:v>42461</c:v>
                </c:pt>
                <c:pt idx="4240">
                  <c:v>42464</c:v>
                </c:pt>
                <c:pt idx="4241">
                  <c:v>42465</c:v>
                </c:pt>
                <c:pt idx="4242">
                  <c:v>42466</c:v>
                </c:pt>
                <c:pt idx="4243">
                  <c:v>42467</c:v>
                </c:pt>
                <c:pt idx="4244">
                  <c:v>42468</c:v>
                </c:pt>
                <c:pt idx="4245">
                  <c:v>42471</c:v>
                </c:pt>
                <c:pt idx="4246">
                  <c:v>42472</c:v>
                </c:pt>
                <c:pt idx="4247">
                  <c:v>42473</c:v>
                </c:pt>
                <c:pt idx="4248">
                  <c:v>42474</c:v>
                </c:pt>
                <c:pt idx="4249">
                  <c:v>42475</c:v>
                </c:pt>
                <c:pt idx="4250">
                  <c:v>42478</c:v>
                </c:pt>
                <c:pt idx="4251">
                  <c:v>42479</c:v>
                </c:pt>
                <c:pt idx="4252">
                  <c:v>42480</c:v>
                </c:pt>
                <c:pt idx="4253">
                  <c:v>42481</c:v>
                </c:pt>
                <c:pt idx="4254">
                  <c:v>42482</c:v>
                </c:pt>
                <c:pt idx="4255">
                  <c:v>42485</c:v>
                </c:pt>
                <c:pt idx="4256">
                  <c:v>42486</c:v>
                </c:pt>
                <c:pt idx="4257">
                  <c:v>42487</c:v>
                </c:pt>
                <c:pt idx="4258">
                  <c:v>42488</c:v>
                </c:pt>
                <c:pt idx="4259">
                  <c:v>42489</c:v>
                </c:pt>
                <c:pt idx="4260">
                  <c:v>42492</c:v>
                </c:pt>
                <c:pt idx="4261">
                  <c:v>42493</c:v>
                </c:pt>
                <c:pt idx="4262">
                  <c:v>42494</c:v>
                </c:pt>
                <c:pt idx="4263">
                  <c:v>42495</c:v>
                </c:pt>
                <c:pt idx="4264">
                  <c:v>42496</c:v>
                </c:pt>
                <c:pt idx="4265">
                  <c:v>42499</c:v>
                </c:pt>
                <c:pt idx="4266">
                  <c:v>42500</c:v>
                </c:pt>
                <c:pt idx="4267">
                  <c:v>42501</c:v>
                </c:pt>
                <c:pt idx="4268">
                  <c:v>42502</c:v>
                </c:pt>
                <c:pt idx="4269">
                  <c:v>42503</c:v>
                </c:pt>
                <c:pt idx="4270">
                  <c:v>42506</c:v>
                </c:pt>
                <c:pt idx="4271">
                  <c:v>42507</c:v>
                </c:pt>
                <c:pt idx="4272">
                  <c:v>42508</c:v>
                </c:pt>
                <c:pt idx="4273">
                  <c:v>42509</c:v>
                </c:pt>
                <c:pt idx="4274">
                  <c:v>42510</c:v>
                </c:pt>
                <c:pt idx="4275">
                  <c:v>42513</c:v>
                </c:pt>
                <c:pt idx="4276">
                  <c:v>42514</c:v>
                </c:pt>
                <c:pt idx="4277">
                  <c:v>42515</c:v>
                </c:pt>
                <c:pt idx="4278">
                  <c:v>42516</c:v>
                </c:pt>
                <c:pt idx="4279">
                  <c:v>42517</c:v>
                </c:pt>
                <c:pt idx="4280">
                  <c:v>42520</c:v>
                </c:pt>
                <c:pt idx="4281">
                  <c:v>42521</c:v>
                </c:pt>
                <c:pt idx="4282">
                  <c:v>42522</c:v>
                </c:pt>
                <c:pt idx="4283">
                  <c:v>42523</c:v>
                </c:pt>
                <c:pt idx="4284">
                  <c:v>42524</c:v>
                </c:pt>
                <c:pt idx="4285">
                  <c:v>42527</c:v>
                </c:pt>
                <c:pt idx="4286">
                  <c:v>42528</c:v>
                </c:pt>
                <c:pt idx="4287">
                  <c:v>42529</c:v>
                </c:pt>
                <c:pt idx="4288">
                  <c:v>42530</c:v>
                </c:pt>
                <c:pt idx="4289">
                  <c:v>42531</c:v>
                </c:pt>
                <c:pt idx="4290">
                  <c:v>42534</c:v>
                </c:pt>
                <c:pt idx="4291">
                  <c:v>42535</c:v>
                </c:pt>
                <c:pt idx="4292">
                  <c:v>42536</c:v>
                </c:pt>
                <c:pt idx="4293">
                  <c:v>42537</c:v>
                </c:pt>
                <c:pt idx="4294">
                  <c:v>42538</c:v>
                </c:pt>
                <c:pt idx="4295">
                  <c:v>42541</c:v>
                </c:pt>
                <c:pt idx="4296">
                  <c:v>42542</c:v>
                </c:pt>
                <c:pt idx="4297">
                  <c:v>42543</c:v>
                </c:pt>
                <c:pt idx="4298">
                  <c:v>42544</c:v>
                </c:pt>
                <c:pt idx="4299">
                  <c:v>42545</c:v>
                </c:pt>
                <c:pt idx="4300">
                  <c:v>42548</c:v>
                </c:pt>
                <c:pt idx="4301">
                  <c:v>42549</c:v>
                </c:pt>
                <c:pt idx="4302">
                  <c:v>42550</c:v>
                </c:pt>
                <c:pt idx="4303">
                  <c:v>42551</c:v>
                </c:pt>
                <c:pt idx="4304">
                  <c:v>42552</c:v>
                </c:pt>
                <c:pt idx="4305">
                  <c:v>42555</c:v>
                </c:pt>
                <c:pt idx="4306">
                  <c:v>42556</c:v>
                </c:pt>
                <c:pt idx="4307">
                  <c:v>42557</c:v>
                </c:pt>
                <c:pt idx="4308">
                  <c:v>42558</c:v>
                </c:pt>
                <c:pt idx="4309">
                  <c:v>42559</c:v>
                </c:pt>
                <c:pt idx="4310">
                  <c:v>42562</c:v>
                </c:pt>
                <c:pt idx="4311">
                  <c:v>42563</c:v>
                </c:pt>
                <c:pt idx="4312">
                  <c:v>42564</c:v>
                </c:pt>
                <c:pt idx="4313">
                  <c:v>42565</c:v>
                </c:pt>
                <c:pt idx="4314">
                  <c:v>42566</c:v>
                </c:pt>
                <c:pt idx="4315">
                  <c:v>42569</c:v>
                </c:pt>
                <c:pt idx="4316">
                  <c:v>42570</c:v>
                </c:pt>
                <c:pt idx="4317">
                  <c:v>42571</c:v>
                </c:pt>
                <c:pt idx="4318">
                  <c:v>42572</c:v>
                </c:pt>
                <c:pt idx="4319">
                  <c:v>42573</c:v>
                </c:pt>
                <c:pt idx="4320">
                  <c:v>42576</c:v>
                </c:pt>
                <c:pt idx="4321">
                  <c:v>42577</c:v>
                </c:pt>
                <c:pt idx="4322">
                  <c:v>42578</c:v>
                </c:pt>
                <c:pt idx="4323">
                  <c:v>42579</c:v>
                </c:pt>
                <c:pt idx="4324">
                  <c:v>42580</c:v>
                </c:pt>
                <c:pt idx="4325">
                  <c:v>42583</c:v>
                </c:pt>
                <c:pt idx="4326">
                  <c:v>42584</c:v>
                </c:pt>
                <c:pt idx="4327">
                  <c:v>42585</c:v>
                </c:pt>
                <c:pt idx="4328">
                  <c:v>42586</c:v>
                </c:pt>
                <c:pt idx="4329">
                  <c:v>42587</c:v>
                </c:pt>
                <c:pt idx="4330">
                  <c:v>42590</c:v>
                </c:pt>
                <c:pt idx="4331">
                  <c:v>42591</c:v>
                </c:pt>
                <c:pt idx="4332">
                  <c:v>42592</c:v>
                </c:pt>
                <c:pt idx="4333">
                  <c:v>42593</c:v>
                </c:pt>
                <c:pt idx="4334">
                  <c:v>42594</c:v>
                </c:pt>
                <c:pt idx="4335">
                  <c:v>42597</c:v>
                </c:pt>
                <c:pt idx="4336">
                  <c:v>42598</c:v>
                </c:pt>
                <c:pt idx="4337">
                  <c:v>42599</c:v>
                </c:pt>
                <c:pt idx="4338">
                  <c:v>42600</c:v>
                </c:pt>
                <c:pt idx="4339">
                  <c:v>42601</c:v>
                </c:pt>
                <c:pt idx="4340">
                  <c:v>42604</c:v>
                </c:pt>
                <c:pt idx="4341">
                  <c:v>42605</c:v>
                </c:pt>
                <c:pt idx="4342">
                  <c:v>42606</c:v>
                </c:pt>
                <c:pt idx="4343">
                  <c:v>42607</c:v>
                </c:pt>
                <c:pt idx="4344">
                  <c:v>42608</c:v>
                </c:pt>
                <c:pt idx="4345">
                  <c:v>42611</c:v>
                </c:pt>
                <c:pt idx="4346">
                  <c:v>42612</c:v>
                </c:pt>
                <c:pt idx="4347">
                  <c:v>42613</c:v>
                </c:pt>
                <c:pt idx="4348">
                  <c:v>42614</c:v>
                </c:pt>
                <c:pt idx="4349">
                  <c:v>42615</c:v>
                </c:pt>
                <c:pt idx="4350">
                  <c:v>42618</c:v>
                </c:pt>
                <c:pt idx="4351">
                  <c:v>42619</c:v>
                </c:pt>
                <c:pt idx="4352">
                  <c:v>42620</c:v>
                </c:pt>
                <c:pt idx="4353">
                  <c:v>42621</c:v>
                </c:pt>
                <c:pt idx="4354">
                  <c:v>42622</c:v>
                </c:pt>
                <c:pt idx="4355">
                  <c:v>42625</c:v>
                </c:pt>
                <c:pt idx="4356">
                  <c:v>42626</c:v>
                </c:pt>
                <c:pt idx="4357">
                  <c:v>42627</c:v>
                </c:pt>
                <c:pt idx="4358">
                  <c:v>42628</c:v>
                </c:pt>
                <c:pt idx="4359">
                  <c:v>42629</c:v>
                </c:pt>
                <c:pt idx="4360">
                  <c:v>42632</c:v>
                </c:pt>
                <c:pt idx="4361">
                  <c:v>42633</c:v>
                </c:pt>
                <c:pt idx="4362">
                  <c:v>42634</c:v>
                </c:pt>
                <c:pt idx="4363">
                  <c:v>42635</c:v>
                </c:pt>
                <c:pt idx="4364">
                  <c:v>42636</c:v>
                </c:pt>
                <c:pt idx="4365">
                  <c:v>42639</c:v>
                </c:pt>
                <c:pt idx="4366">
                  <c:v>42640</c:v>
                </c:pt>
                <c:pt idx="4367">
                  <c:v>42641</c:v>
                </c:pt>
                <c:pt idx="4368">
                  <c:v>42642</c:v>
                </c:pt>
                <c:pt idx="4369">
                  <c:v>42643</c:v>
                </c:pt>
                <c:pt idx="4370">
                  <c:v>42646</c:v>
                </c:pt>
                <c:pt idx="4371">
                  <c:v>42647</c:v>
                </c:pt>
                <c:pt idx="4372">
                  <c:v>42648</c:v>
                </c:pt>
                <c:pt idx="4373">
                  <c:v>42649</c:v>
                </c:pt>
                <c:pt idx="4374">
                  <c:v>42650</c:v>
                </c:pt>
                <c:pt idx="4375">
                  <c:v>42653</c:v>
                </c:pt>
                <c:pt idx="4376">
                  <c:v>42654</c:v>
                </c:pt>
                <c:pt idx="4377">
                  <c:v>42655</c:v>
                </c:pt>
                <c:pt idx="4378">
                  <c:v>42656</c:v>
                </c:pt>
                <c:pt idx="4379">
                  <c:v>42657</c:v>
                </c:pt>
                <c:pt idx="4380">
                  <c:v>42660</c:v>
                </c:pt>
                <c:pt idx="4381">
                  <c:v>42661</c:v>
                </c:pt>
                <c:pt idx="4382">
                  <c:v>42662</c:v>
                </c:pt>
                <c:pt idx="4383">
                  <c:v>42663</c:v>
                </c:pt>
                <c:pt idx="4384">
                  <c:v>42664</c:v>
                </c:pt>
                <c:pt idx="4385">
                  <c:v>42667</c:v>
                </c:pt>
                <c:pt idx="4386">
                  <c:v>42668</c:v>
                </c:pt>
                <c:pt idx="4387">
                  <c:v>42669</c:v>
                </c:pt>
                <c:pt idx="4388">
                  <c:v>42670</c:v>
                </c:pt>
                <c:pt idx="4389">
                  <c:v>42671</c:v>
                </c:pt>
                <c:pt idx="4390">
                  <c:v>42674</c:v>
                </c:pt>
                <c:pt idx="4391">
                  <c:v>42675</c:v>
                </c:pt>
                <c:pt idx="4392">
                  <c:v>42676</c:v>
                </c:pt>
                <c:pt idx="4393">
                  <c:v>42677</c:v>
                </c:pt>
                <c:pt idx="4394">
                  <c:v>42678</c:v>
                </c:pt>
                <c:pt idx="4395">
                  <c:v>42681</c:v>
                </c:pt>
                <c:pt idx="4396">
                  <c:v>42682</c:v>
                </c:pt>
                <c:pt idx="4397">
                  <c:v>42683</c:v>
                </c:pt>
                <c:pt idx="4398">
                  <c:v>42684</c:v>
                </c:pt>
                <c:pt idx="4399">
                  <c:v>42685</c:v>
                </c:pt>
                <c:pt idx="4400">
                  <c:v>42688</c:v>
                </c:pt>
                <c:pt idx="4401">
                  <c:v>42689</c:v>
                </c:pt>
                <c:pt idx="4402">
                  <c:v>42690</c:v>
                </c:pt>
                <c:pt idx="4403">
                  <c:v>42691</c:v>
                </c:pt>
                <c:pt idx="4404">
                  <c:v>42692</c:v>
                </c:pt>
                <c:pt idx="4405">
                  <c:v>42695</c:v>
                </c:pt>
                <c:pt idx="4406">
                  <c:v>42696</c:v>
                </c:pt>
                <c:pt idx="4407">
                  <c:v>42697</c:v>
                </c:pt>
                <c:pt idx="4408">
                  <c:v>42698</c:v>
                </c:pt>
                <c:pt idx="4409">
                  <c:v>42699</c:v>
                </c:pt>
                <c:pt idx="4410">
                  <c:v>42702</c:v>
                </c:pt>
                <c:pt idx="4411">
                  <c:v>42703</c:v>
                </c:pt>
                <c:pt idx="4412">
                  <c:v>42704</c:v>
                </c:pt>
                <c:pt idx="4413">
                  <c:v>42705</c:v>
                </c:pt>
                <c:pt idx="4414">
                  <c:v>42706</c:v>
                </c:pt>
                <c:pt idx="4415">
                  <c:v>42709</c:v>
                </c:pt>
                <c:pt idx="4416">
                  <c:v>42710</c:v>
                </c:pt>
                <c:pt idx="4417">
                  <c:v>42711</c:v>
                </c:pt>
                <c:pt idx="4418">
                  <c:v>42712</c:v>
                </c:pt>
                <c:pt idx="4419">
                  <c:v>42713</c:v>
                </c:pt>
                <c:pt idx="4420">
                  <c:v>42716</c:v>
                </c:pt>
                <c:pt idx="4421">
                  <c:v>42717</c:v>
                </c:pt>
                <c:pt idx="4422">
                  <c:v>42718</c:v>
                </c:pt>
                <c:pt idx="4423">
                  <c:v>42719</c:v>
                </c:pt>
                <c:pt idx="4424">
                  <c:v>42720</c:v>
                </c:pt>
                <c:pt idx="4425">
                  <c:v>42723</c:v>
                </c:pt>
                <c:pt idx="4426">
                  <c:v>42724</c:v>
                </c:pt>
                <c:pt idx="4427">
                  <c:v>42725</c:v>
                </c:pt>
                <c:pt idx="4428">
                  <c:v>42726</c:v>
                </c:pt>
                <c:pt idx="4429">
                  <c:v>42727</c:v>
                </c:pt>
                <c:pt idx="4430">
                  <c:v>42730</c:v>
                </c:pt>
                <c:pt idx="4431">
                  <c:v>42731</c:v>
                </c:pt>
                <c:pt idx="4432">
                  <c:v>42732</c:v>
                </c:pt>
                <c:pt idx="4433">
                  <c:v>42733</c:v>
                </c:pt>
                <c:pt idx="4434">
                  <c:v>42734</c:v>
                </c:pt>
                <c:pt idx="4435">
                  <c:v>42737</c:v>
                </c:pt>
                <c:pt idx="4436">
                  <c:v>42738</c:v>
                </c:pt>
                <c:pt idx="4437">
                  <c:v>42739</c:v>
                </c:pt>
                <c:pt idx="4438">
                  <c:v>42740</c:v>
                </c:pt>
                <c:pt idx="4439">
                  <c:v>42741</c:v>
                </c:pt>
                <c:pt idx="4440">
                  <c:v>42744</c:v>
                </c:pt>
                <c:pt idx="4441">
                  <c:v>42745</c:v>
                </c:pt>
                <c:pt idx="4442">
                  <c:v>42746</c:v>
                </c:pt>
                <c:pt idx="4443">
                  <c:v>42747</c:v>
                </c:pt>
                <c:pt idx="4444">
                  <c:v>42748</c:v>
                </c:pt>
                <c:pt idx="4445">
                  <c:v>42751</c:v>
                </c:pt>
                <c:pt idx="4446">
                  <c:v>42752</c:v>
                </c:pt>
                <c:pt idx="4447">
                  <c:v>42753</c:v>
                </c:pt>
                <c:pt idx="4448">
                  <c:v>42754</c:v>
                </c:pt>
                <c:pt idx="4449">
                  <c:v>42755</c:v>
                </c:pt>
                <c:pt idx="4450">
                  <c:v>42758</c:v>
                </c:pt>
                <c:pt idx="4451">
                  <c:v>42759</c:v>
                </c:pt>
                <c:pt idx="4452">
                  <c:v>42760</c:v>
                </c:pt>
                <c:pt idx="4453">
                  <c:v>42761</c:v>
                </c:pt>
                <c:pt idx="4454">
                  <c:v>42762</c:v>
                </c:pt>
                <c:pt idx="4455">
                  <c:v>42765</c:v>
                </c:pt>
                <c:pt idx="4456">
                  <c:v>42766</c:v>
                </c:pt>
                <c:pt idx="4457">
                  <c:v>42767</c:v>
                </c:pt>
                <c:pt idx="4458">
                  <c:v>42768</c:v>
                </c:pt>
                <c:pt idx="4459">
                  <c:v>42769</c:v>
                </c:pt>
                <c:pt idx="4460">
                  <c:v>42772</c:v>
                </c:pt>
                <c:pt idx="4461">
                  <c:v>42773</c:v>
                </c:pt>
                <c:pt idx="4462">
                  <c:v>42774</c:v>
                </c:pt>
                <c:pt idx="4463">
                  <c:v>42775</c:v>
                </c:pt>
                <c:pt idx="4464">
                  <c:v>42776</c:v>
                </c:pt>
                <c:pt idx="4465">
                  <c:v>42779</c:v>
                </c:pt>
                <c:pt idx="4466">
                  <c:v>42780</c:v>
                </c:pt>
                <c:pt idx="4467">
                  <c:v>42781</c:v>
                </c:pt>
                <c:pt idx="4468">
                  <c:v>42782</c:v>
                </c:pt>
                <c:pt idx="4469">
                  <c:v>42783</c:v>
                </c:pt>
                <c:pt idx="4470">
                  <c:v>42786</c:v>
                </c:pt>
                <c:pt idx="4471">
                  <c:v>42787</c:v>
                </c:pt>
                <c:pt idx="4472">
                  <c:v>42788</c:v>
                </c:pt>
                <c:pt idx="4473">
                  <c:v>42789</c:v>
                </c:pt>
                <c:pt idx="4474">
                  <c:v>42790</c:v>
                </c:pt>
                <c:pt idx="4475">
                  <c:v>42793</c:v>
                </c:pt>
                <c:pt idx="4476">
                  <c:v>42794</c:v>
                </c:pt>
                <c:pt idx="4477">
                  <c:v>42795</c:v>
                </c:pt>
                <c:pt idx="4478">
                  <c:v>42796</c:v>
                </c:pt>
                <c:pt idx="4479">
                  <c:v>42797</c:v>
                </c:pt>
                <c:pt idx="4480">
                  <c:v>42800</c:v>
                </c:pt>
                <c:pt idx="4481">
                  <c:v>42801</c:v>
                </c:pt>
                <c:pt idx="4482">
                  <c:v>42802</c:v>
                </c:pt>
                <c:pt idx="4483">
                  <c:v>42803</c:v>
                </c:pt>
                <c:pt idx="4484">
                  <c:v>42804</c:v>
                </c:pt>
                <c:pt idx="4485">
                  <c:v>42807</c:v>
                </c:pt>
                <c:pt idx="4486">
                  <c:v>42808</c:v>
                </c:pt>
                <c:pt idx="4487">
                  <c:v>42809</c:v>
                </c:pt>
                <c:pt idx="4488">
                  <c:v>42810</c:v>
                </c:pt>
                <c:pt idx="4489">
                  <c:v>42811</c:v>
                </c:pt>
                <c:pt idx="4490">
                  <c:v>42814</c:v>
                </c:pt>
                <c:pt idx="4491">
                  <c:v>42815</c:v>
                </c:pt>
                <c:pt idx="4492">
                  <c:v>42816</c:v>
                </c:pt>
                <c:pt idx="4493">
                  <c:v>42817</c:v>
                </c:pt>
                <c:pt idx="4494">
                  <c:v>42818</c:v>
                </c:pt>
                <c:pt idx="4495">
                  <c:v>42821</c:v>
                </c:pt>
                <c:pt idx="4496">
                  <c:v>42822</c:v>
                </c:pt>
                <c:pt idx="4497">
                  <c:v>42823</c:v>
                </c:pt>
                <c:pt idx="4498">
                  <c:v>42824</c:v>
                </c:pt>
                <c:pt idx="4499">
                  <c:v>42825</c:v>
                </c:pt>
                <c:pt idx="4500">
                  <c:v>42828</c:v>
                </c:pt>
                <c:pt idx="4501">
                  <c:v>42829</c:v>
                </c:pt>
                <c:pt idx="4502">
                  <c:v>42830</c:v>
                </c:pt>
                <c:pt idx="4503">
                  <c:v>42831</c:v>
                </c:pt>
                <c:pt idx="4504">
                  <c:v>42832</c:v>
                </c:pt>
                <c:pt idx="4505">
                  <c:v>42835</c:v>
                </c:pt>
                <c:pt idx="4506">
                  <c:v>42836</c:v>
                </c:pt>
                <c:pt idx="4507">
                  <c:v>42837</c:v>
                </c:pt>
                <c:pt idx="4508">
                  <c:v>42838</c:v>
                </c:pt>
                <c:pt idx="4509">
                  <c:v>42839</c:v>
                </c:pt>
                <c:pt idx="4510">
                  <c:v>42842</c:v>
                </c:pt>
                <c:pt idx="4511">
                  <c:v>42843</c:v>
                </c:pt>
                <c:pt idx="4512">
                  <c:v>42844</c:v>
                </c:pt>
                <c:pt idx="4513">
                  <c:v>42845</c:v>
                </c:pt>
                <c:pt idx="4514">
                  <c:v>42846</c:v>
                </c:pt>
                <c:pt idx="4515">
                  <c:v>42849</c:v>
                </c:pt>
                <c:pt idx="4516">
                  <c:v>42850</c:v>
                </c:pt>
                <c:pt idx="4517">
                  <c:v>42851</c:v>
                </c:pt>
                <c:pt idx="4518">
                  <c:v>42852</c:v>
                </c:pt>
                <c:pt idx="4519">
                  <c:v>42853</c:v>
                </c:pt>
                <c:pt idx="4520">
                  <c:v>42856</c:v>
                </c:pt>
                <c:pt idx="4521">
                  <c:v>42857</c:v>
                </c:pt>
                <c:pt idx="4522">
                  <c:v>42858</c:v>
                </c:pt>
                <c:pt idx="4523">
                  <c:v>42859</c:v>
                </c:pt>
                <c:pt idx="4524">
                  <c:v>42860</c:v>
                </c:pt>
                <c:pt idx="4525">
                  <c:v>42863</c:v>
                </c:pt>
                <c:pt idx="4526">
                  <c:v>42864</c:v>
                </c:pt>
                <c:pt idx="4527">
                  <c:v>42865</c:v>
                </c:pt>
                <c:pt idx="4528">
                  <c:v>42866</c:v>
                </c:pt>
                <c:pt idx="4529">
                  <c:v>42867</c:v>
                </c:pt>
                <c:pt idx="4530">
                  <c:v>42870</c:v>
                </c:pt>
                <c:pt idx="4531">
                  <c:v>42871</c:v>
                </c:pt>
                <c:pt idx="4532">
                  <c:v>42872</c:v>
                </c:pt>
                <c:pt idx="4533">
                  <c:v>42873</c:v>
                </c:pt>
                <c:pt idx="4534">
                  <c:v>42874</c:v>
                </c:pt>
                <c:pt idx="4535">
                  <c:v>42877</c:v>
                </c:pt>
                <c:pt idx="4536">
                  <c:v>42878</c:v>
                </c:pt>
                <c:pt idx="4537">
                  <c:v>42879</c:v>
                </c:pt>
                <c:pt idx="4538">
                  <c:v>42880</c:v>
                </c:pt>
                <c:pt idx="4539">
                  <c:v>42881</c:v>
                </c:pt>
                <c:pt idx="4540">
                  <c:v>42884</c:v>
                </c:pt>
                <c:pt idx="4541">
                  <c:v>42885</c:v>
                </c:pt>
                <c:pt idx="4542">
                  <c:v>42886</c:v>
                </c:pt>
                <c:pt idx="4543">
                  <c:v>42887</c:v>
                </c:pt>
                <c:pt idx="4544">
                  <c:v>42888</c:v>
                </c:pt>
                <c:pt idx="4545">
                  <c:v>42891</c:v>
                </c:pt>
                <c:pt idx="4546">
                  <c:v>42892</c:v>
                </c:pt>
                <c:pt idx="4547">
                  <c:v>42893</c:v>
                </c:pt>
                <c:pt idx="4548">
                  <c:v>42894</c:v>
                </c:pt>
                <c:pt idx="4549">
                  <c:v>42895</c:v>
                </c:pt>
                <c:pt idx="4550">
                  <c:v>42898</c:v>
                </c:pt>
                <c:pt idx="4551">
                  <c:v>42899</c:v>
                </c:pt>
                <c:pt idx="4552">
                  <c:v>42900</c:v>
                </c:pt>
                <c:pt idx="4553">
                  <c:v>42901</c:v>
                </c:pt>
                <c:pt idx="4554">
                  <c:v>42902</c:v>
                </c:pt>
                <c:pt idx="4555">
                  <c:v>42905</c:v>
                </c:pt>
                <c:pt idx="4556">
                  <c:v>42906</c:v>
                </c:pt>
                <c:pt idx="4557">
                  <c:v>42907</c:v>
                </c:pt>
                <c:pt idx="4558">
                  <c:v>42908</c:v>
                </c:pt>
                <c:pt idx="4559">
                  <c:v>42909</c:v>
                </c:pt>
                <c:pt idx="4560">
                  <c:v>42912</c:v>
                </c:pt>
                <c:pt idx="4561">
                  <c:v>42913</c:v>
                </c:pt>
                <c:pt idx="4562">
                  <c:v>42914</c:v>
                </c:pt>
                <c:pt idx="4563">
                  <c:v>42915</c:v>
                </c:pt>
                <c:pt idx="4564">
                  <c:v>42916</c:v>
                </c:pt>
                <c:pt idx="4565">
                  <c:v>42919</c:v>
                </c:pt>
                <c:pt idx="4566">
                  <c:v>42920</c:v>
                </c:pt>
                <c:pt idx="4567">
                  <c:v>42921</c:v>
                </c:pt>
                <c:pt idx="4568">
                  <c:v>42922</c:v>
                </c:pt>
                <c:pt idx="4569">
                  <c:v>42923</c:v>
                </c:pt>
                <c:pt idx="4570">
                  <c:v>42926</c:v>
                </c:pt>
                <c:pt idx="4571">
                  <c:v>42927</c:v>
                </c:pt>
                <c:pt idx="4572">
                  <c:v>42928</c:v>
                </c:pt>
                <c:pt idx="4573">
                  <c:v>42929</c:v>
                </c:pt>
                <c:pt idx="4574">
                  <c:v>42930</c:v>
                </c:pt>
                <c:pt idx="4575">
                  <c:v>42933</c:v>
                </c:pt>
                <c:pt idx="4576">
                  <c:v>42934</c:v>
                </c:pt>
                <c:pt idx="4577">
                  <c:v>42935</c:v>
                </c:pt>
                <c:pt idx="4578">
                  <c:v>42936</c:v>
                </c:pt>
                <c:pt idx="4579">
                  <c:v>42937</c:v>
                </c:pt>
                <c:pt idx="4580">
                  <c:v>42940</c:v>
                </c:pt>
                <c:pt idx="4581">
                  <c:v>42941</c:v>
                </c:pt>
                <c:pt idx="4582">
                  <c:v>42942</c:v>
                </c:pt>
                <c:pt idx="4583">
                  <c:v>42943</c:v>
                </c:pt>
                <c:pt idx="4584">
                  <c:v>42944</c:v>
                </c:pt>
                <c:pt idx="4585">
                  <c:v>42947</c:v>
                </c:pt>
                <c:pt idx="4586">
                  <c:v>42948</c:v>
                </c:pt>
                <c:pt idx="4587">
                  <c:v>42949</c:v>
                </c:pt>
                <c:pt idx="4588">
                  <c:v>42950</c:v>
                </c:pt>
                <c:pt idx="4589">
                  <c:v>42951</c:v>
                </c:pt>
                <c:pt idx="4590">
                  <c:v>42954</c:v>
                </c:pt>
                <c:pt idx="4591">
                  <c:v>42955</c:v>
                </c:pt>
                <c:pt idx="4592">
                  <c:v>42956</c:v>
                </c:pt>
                <c:pt idx="4593">
                  <c:v>42957</c:v>
                </c:pt>
                <c:pt idx="4594">
                  <c:v>42958</c:v>
                </c:pt>
                <c:pt idx="4595">
                  <c:v>42961</c:v>
                </c:pt>
                <c:pt idx="4596">
                  <c:v>42962</c:v>
                </c:pt>
                <c:pt idx="4597">
                  <c:v>42963</c:v>
                </c:pt>
                <c:pt idx="4598">
                  <c:v>42964</c:v>
                </c:pt>
                <c:pt idx="4599">
                  <c:v>42965</c:v>
                </c:pt>
                <c:pt idx="4600">
                  <c:v>42968</c:v>
                </c:pt>
                <c:pt idx="4601">
                  <c:v>42969</c:v>
                </c:pt>
                <c:pt idx="4602">
                  <c:v>42970</c:v>
                </c:pt>
                <c:pt idx="4603">
                  <c:v>42971</c:v>
                </c:pt>
                <c:pt idx="4604">
                  <c:v>42972</c:v>
                </c:pt>
                <c:pt idx="4605">
                  <c:v>42975</c:v>
                </c:pt>
                <c:pt idx="4606">
                  <c:v>42976</c:v>
                </c:pt>
                <c:pt idx="4607">
                  <c:v>42977</c:v>
                </c:pt>
                <c:pt idx="4608">
                  <c:v>42978</c:v>
                </c:pt>
                <c:pt idx="4609">
                  <c:v>42979</c:v>
                </c:pt>
                <c:pt idx="4610">
                  <c:v>42982</c:v>
                </c:pt>
                <c:pt idx="4611">
                  <c:v>42983</c:v>
                </c:pt>
                <c:pt idx="4612">
                  <c:v>42984</c:v>
                </c:pt>
                <c:pt idx="4613">
                  <c:v>42985</c:v>
                </c:pt>
                <c:pt idx="4614">
                  <c:v>42986</c:v>
                </c:pt>
                <c:pt idx="4615">
                  <c:v>42989</c:v>
                </c:pt>
                <c:pt idx="4616">
                  <c:v>42990</c:v>
                </c:pt>
                <c:pt idx="4617">
                  <c:v>42991</c:v>
                </c:pt>
                <c:pt idx="4618">
                  <c:v>42992</c:v>
                </c:pt>
                <c:pt idx="4619">
                  <c:v>42993</c:v>
                </c:pt>
                <c:pt idx="4620">
                  <c:v>42996</c:v>
                </c:pt>
                <c:pt idx="4621">
                  <c:v>42997</c:v>
                </c:pt>
                <c:pt idx="4622">
                  <c:v>42998</c:v>
                </c:pt>
                <c:pt idx="4623">
                  <c:v>42999</c:v>
                </c:pt>
                <c:pt idx="4624">
                  <c:v>43000</c:v>
                </c:pt>
                <c:pt idx="4625">
                  <c:v>43003</c:v>
                </c:pt>
                <c:pt idx="4626">
                  <c:v>43004</c:v>
                </c:pt>
                <c:pt idx="4627">
                  <c:v>43005</c:v>
                </c:pt>
                <c:pt idx="4628">
                  <c:v>43006</c:v>
                </c:pt>
                <c:pt idx="4629">
                  <c:v>43007</c:v>
                </c:pt>
                <c:pt idx="4630">
                  <c:v>43010</c:v>
                </c:pt>
                <c:pt idx="4631">
                  <c:v>43011</c:v>
                </c:pt>
                <c:pt idx="4632">
                  <c:v>43012</c:v>
                </c:pt>
                <c:pt idx="4633">
                  <c:v>43013</c:v>
                </c:pt>
                <c:pt idx="4634">
                  <c:v>43014</c:v>
                </c:pt>
                <c:pt idx="4635">
                  <c:v>43017</c:v>
                </c:pt>
                <c:pt idx="4636">
                  <c:v>43018</c:v>
                </c:pt>
                <c:pt idx="4637">
                  <c:v>43019</c:v>
                </c:pt>
                <c:pt idx="4638">
                  <c:v>43020</c:v>
                </c:pt>
                <c:pt idx="4639">
                  <c:v>43021</c:v>
                </c:pt>
                <c:pt idx="4640">
                  <c:v>43024</c:v>
                </c:pt>
                <c:pt idx="4641">
                  <c:v>43025</c:v>
                </c:pt>
                <c:pt idx="4642">
                  <c:v>43026</c:v>
                </c:pt>
                <c:pt idx="4643">
                  <c:v>43027</c:v>
                </c:pt>
                <c:pt idx="4644">
                  <c:v>43028</c:v>
                </c:pt>
                <c:pt idx="4645">
                  <c:v>43031</c:v>
                </c:pt>
                <c:pt idx="4646">
                  <c:v>43032</c:v>
                </c:pt>
                <c:pt idx="4647">
                  <c:v>43033</c:v>
                </c:pt>
                <c:pt idx="4648">
                  <c:v>43034</c:v>
                </c:pt>
                <c:pt idx="4649">
                  <c:v>43035</c:v>
                </c:pt>
                <c:pt idx="4650">
                  <c:v>43038</c:v>
                </c:pt>
                <c:pt idx="4651">
                  <c:v>43039</c:v>
                </c:pt>
                <c:pt idx="4652">
                  <c:v>43040</c:v>
                </c:pt>
                <c:pt idx="4653">
                  <c:v>43041</c:v>
                </c:pt>
                <c:pt idx="4654">
                  <c:v>43042</c:v>
                </c:pt>
                <c:pt idx="4655">
                  <c:v>43045</c:v>
                </c:pt>
                <c:pt idx="4656">
                  <c:v>43046</c:v>
                </c:pt>
                <c:pt idx="4657">
                  <c:v>43047</c:v>
                </c:pt>
                <c:pt idx="4658">
                  <c:v>43048</c:v>
                </c:pt>
                <c:pt idx="4659">
                  <c:v>43049</c:v>
                </c:pt>
                <c:pt idx="4660">
                  <c:v>43052</c:v>
                </c:pt>
                <c:pt idx="4661">
                  <c:v>43053</c:v>
                </c:pt>
                <c:pt idx="4662">
                  <c:v>43054</c:v>
                </c:pt>
                <c:pt idx="4663">
                  <c:v>43055</c:v>
                </c:pt>
                <c:pt idx="4664">
                  <c:v>43056</c:v>
                </c:pt>
                <c:pt idx="4665">
                  <c:v>43059</c:v>
                </c:pt>
                <c:pt idx="4666">
                  <c:v>43060</c:v>
                </c:pt>
                <c:pt idx="4667">
                  <c:v>43061</c:v>
                </c:pt>
                <c:pt idx="4668">
                  <c:v>43062</c:v>
                </c:pt>
                <c:pt idx="4669">
                  <c:v>43063</c:v>
                </c:pt>
                <c:pt idx="4670">
                  <c:v>43066</c:v>
                </c:pt>
                <c:pt idx="4671">
                  <c:v>43067</c:v>
                </c:pt>
                <c:pt idx="4672">
                  <c:v>43068</c:v>
                </c:pt>
                <c:pt idx="4673">
                  <c:v>43069</c:v>
                </c:pt>
                <c:pt idx="4674">
                  <c:v>43070</c:v>
                </c:pt>
                <c:pt idx="4675">
                  <c:v>43073</c:v>
                </c:pt>
                <c:pt idx="4676">
                  <c:v>43074</c:v>
                </c:pt>
                <c:pt idx="4677">
                  <c:v>43075</c:v>
                </c:pt>
                <c:pt idx="4678">
                  <c:v>43076</c:v>
                </c:pt>
                <c:pt idx="4679">
                  <c:v>43077</c:v>
                </c:pt>
                <c:pt idx="4680">
                  <c:v>43080</c:v>
                </c:pt>
                <c:pt idx="4681">
                  <c:v>43081</c:v>
                </c:pt>
                <c:pt idx="4682">
                  <c:v>43082</c:v>
                </c:pt>
                <c:pt idx="4683">
                  <c:v>43083</c:v>
                </c:pt>
                <c:pt idx="4684">
                  <c:v>43084</c:v>
                </c:pt>
                <c:pt idx="4685">
                  <c:v>43087</c:v>
                </c:pt>
                <c:pt idx="4686">
                  <c:v>43088</c:v>
                </c:pt>
                <c:pt idx="4687">
                  <c:v>43089</c:v>
                </c:pt>
                <c:pt idx="4688">
                  <c:v>43090</c:v>
                </c:pt>
                <c:pt idx="4689">
                  <c:v>43091</c:v>
                </c:pt>
                <c:pt idx="4690">
                  <c:v>43094</c:v>
                </c:pt>
                <c:pt idx="4691">
                  <c:v>43095</c:v>
                </c:pt>
                <c:pt idx="4692">
                  <c:v>43096</c:v>
                </c:pt>
                <c:pt idx="4693">
                  <c:v>43097</c:v>
                </c:pt>
                <c:pt idx="4694">
                  <c:v>43098</c:v>
                </c:pt>
                <c:pt idx="4695">
                  <c:v>43101</c:v>
                </c:pt>
                <c:pt idx="4696">
                  <c:v>43102</c:v>
                </c:pt>
                <c:pt idx="4697">
                  <c:v>43103</c:v>
                </c:pt>
                <c:pt idx="4698">
                  <c:v>43104</c:v>
                </c:pt>
                <c:pt idx="4699">
                  <c:v>43105</c:v>
                </c:pt>
                <c:pt idx="4700">
                  <c:v>43108</c:v>
                </c:pt>
                <c:pt idx="4701">
                  <c:v>43109</c:v>
                </c:pt>
                <c:pt idx="4702">
                  <c:v>43110</c:v>
                </c:pt>
                <c:pt idx="4703">
                  <c:v>43111</c:v>
                </c:pt>
                <c:pt idx="4704">
                  <c:v>43112</c:v>
                </c:pt>
                <c:pt idx="4705">
                  <c:v>43115</c:v>
                </c:pt>
                <c:pt idx="4706">
                  <c:v>43116</c:v>
                </c:pt>
                <c:pt idx="4707">
                  <c:v>43117</c:v>
                </c:pt>
                <c:pt idx="4708">
                  <c:v>43118</c:v>
                </c:pt>
                <c:pt idx="4709">
                  <c:v>43119</c:v>
                </c:pt>
                <c:pt idx="4710">
                  <c:v>43122</c:v>
                </c:pt>
                <c:pt idx="4711">
                  <c:v>43123</c:v>
                </c:pt>
                <c:pt idx="4712">
                  <c:v>43124</c:v>
                </c:pt>
                <c:pt idx="4713">
                  <c:v>43125</c:v>
                </c:pt>
                <c:pt idx="4714">
                  <c:v>43126</c:v>
                </c:pt>
                <c:pt idx="4715">
                  <c:v>43129</c:v>
                </c:pt>
                <c:pt idx="4716">
                  <c:v>43130</c:v>
                </c:pt>
                <c:pt idx="4717">
                  <c:v>43131</c:v>
                </c:pt>
                <c:pt idx="4718">
                  <c:v>43132</c:v>
                </c:pt>
                <c:pt idx="4719">
                  <c:v>43133</c:v>
                </c:pt>
                <c:pt idx="4720">
                  <c:v>43136</c:v>
                </c:pt>
                <c:pt idx="4721">
                  <c:v>43137</c:v>
                </c:pt>
                <c:pt idx="4722">
                  <c:v>43138</c:v>
                </c:pt>
                <c:pt idx="4723">
                  <c:v>43139</c:v>
                </c:pt>
                <c:pt idx="4724">
                  <c:v>43140</c:v>
                </c:pt>
                <c:pt idx="4725">
                  <c:v>43143</c:v>
                </c:pt>
                <c:pt idx="4726">
                  <c:v>43144</c:v>
                </c:pt>
                <c:pt idx="4727">
                  <c:v>43145</c:v>
                </c:pt>
                <c:pt idx="4728">
                  <c:v>43146</c:v>
                </c:pt>
                <c:pt idx="4729">
                  <c:v>43147</c:v>
                </c:pt>
                <c:pt idx="4730">
                  <c:v>43150</c:v>
                </c:pt>
                <c:pt idx="4731">
                  <c:v>43151</c:v>
                </c:pt>
                <c:pt idx="4732">
                  <c:v>43152</c:v>
                </c:pt>
                <c:pt idx="4733">
                  <c:v>43153</c:v>
                </c:pt>
                <c:pt idx="4734">
                  <c:v>43154</c:v>
                </c:pt>
                <c:pt idx="4735">
                  <c:v>43157</c:v>
                </c:pt>
                <c:pt idx="4736">
                  <c:v>43158</c:v>
                </c:pt>
                <c:pt idx="4737">
                  <c:v>43159</c:v>
                </c:pt>
                <c:pt idx="4738">
                  <c:v>43160</c:v>
                </c:pt>
                <c:pt idx="4739">
                  <c:v>43161</c:v>
                </c:pt>
                <c:pt idx="4740">
                  <c:v>43164</c:v>
                </c:pt>
                <c:pt idx="4741">
                  <c:v>43165</c:v>
                </c:pt>
                <c:pt idx="4742">
                  <c:v>43166</c:v>
                </c:pt>
                <c:pt idx="4743">
                  <c:v>43167</c:v>
                </c:pt>
                <c:pt idx="4744">
                  <c:v>43168</c:v>
                </c:pt>
                <c:pt idx="4745">
                  <c:v>43171</c:v>
                </c:pt>
                <c:pt idx="4746">
                  <c:v>43172</c:v>
                </c:pt>
                <c:pt idx="4747">
                  <c:v>43173</c:v>
                </c:pt>
                <c:pt idx="4748">
                  <c:v>43174</c:v>
                </c:pt>
                <c:pt idx="4749">
                  <c:v>43175</c:v>
                </c:pt>
                <c:pt idx="4750">
                  <c:v>43178</c:v>
                </c:pt>
                <c:pt idx="4751">
                  <c:v>43179</c:v>
                </c:pt>
                <c:pt idx="4752">
                  <c:v>43180</c:v>
                </c:pt>
                <c:pt idx="4753">
                  <c:v>43181</c:v>
                </c:pt>
                <c:pt idx="4754">
                  <c:v>43182</c:v>
                </c:pt>
                <c:pt idx="4755">
                  <c:v>43185</c:v>
                </c:pt>
                <c:pt idx="4756">
                  <c:v>43186</c:v>
                </c:pt>
                <c:pt idx="4757">
                  <c:v>43187</c:v>
                </c:pt>
                <c:pt idx="4758">
                  <c:v>43188</c:v>
                </c:pt>
                <c:pt idx="4759">
                  <c:v>43189</c:v>
                </c:pt>
                <c:pt idx="4760">
                  <c:v>43192</c:v>
                </c:pt>
                <c:pt idx="4761">
                  <c:v>43193</c:v>
                </c:pt>
                <c:pt idx="4762">
                  <c:v>43194</c:v>
                </c:pt>
                <c:pt idx="4763">
                  <c:v>43195</c:v>
                </c:pt>
                <c:pt idx="4764">
                  <c:v>43196</c:v>
                </c:pt>
                <c:pt idx="4765">
                  <c:v>43199</c:v>
                </c:pt>
                <c:pt idx="4766">
                  <c:v>43200</c:v>
                </c:pt>
                <c:pt idx="4767">
                  <c:v>43201</c:v>
                </c:pt>
                <c:pt idx="4768">
                  <c:v>43202</c:v>
                </c:pt>
                <c:pt idx="4769">
                  <c:v>43203</c:v>
                </c:pt>
                <c:pt idx="4770">
                  <c:v>43206</c:v>
                </c:pt>
                <c:pt idx="4771">
                  <c:v>43207</c:v>
                </c:pt>
                <c:pt idx="4772">
                  <c:v>43208</c:v>
                </c:pt>
                <c:pt idx="4773">
                  <c:v>43209</c:v>
                </c:pt>
                <c:pt idx="4774">
                  <c:v>43210</c:v>
                </c:pt>
                <c:pt idx="4775">
                  <c:v>43213</c:v>
                </c:pt>
                <c:pt idx="4776">
                  <c:v>43214</c:v>
                </c:pt>
                <c:pt idx="4777">
                  <c:v>43215</c:v>
                </c:pt>
                <c:pt idx="4778">
                  <c:v>43216</c:v>
                </c:pt>
                <c:pt idx="4779">
                  <c:v>43217</c:v>
                </c:pt>
                <c:pt idx="4780">
                  <c:v>43220</c:v>
                </c:pt>
                <c:pt idx="4781">
                  <c:v>43221</c:v>
                </c:pt>
                <c:pt idx="4782">
                  <c:v>43222</c:v>
                </c:pt>
                <c:pt idx="4783">
                  <c:v>43223</c:v>
                </c:pt>
                <c:pt idx="4784">
                  <c:v>43224</c:v>
                </c:pt>
                <c:pt idx="4785">
                  <c:v>43227</c:v>
                </c:pt>
                <c:pt idx="4786">
                  <c:v>43228</c:v>
                </c:pt>
                <c:pt idx="4787">
                  <c:v>43229</c:v>
                </c:pt>
                <c:pt idx="4788">
                  <c:v>43230</c:v>
                </c:pt>
                <c:pt idx="4789">
                  <c:v>43231</c:v>
                </c:pt>
                <c:pt idx="4790">
                  <c:v>43234</c:v>
                </c:pt>
                <c:pt idx="4791">
                  <c:v>43235</c:v>
                </c:pt>
                <c:pt idx="4792">
                  <c:v>43236</c:v>
                </c:pt>
                <c:pt idx="4793">
                  <c:v>43237</c:v>
                </c:pt>
                <c:pt idx="4794">
                  <c:v>43238</c:v>
                </c:pt>
                <c:pt idx="4795">
                  <c:v>43241</c:v>
                </c:pt>
                <c:pt idx="4796">
                  <c:v>43242</c:v>
                </c:pt>
                <c:pt idx="4797">
                  <c:v>43243</c:v>
                </c:pt>
                <c:pt idx="4798">
                  <c:v>43244</c:v>
                </c:pt>
                <c:pt idx="4799">
                  <c:v>43245</c:v>
                </c:pt>
                <c:pt idx="4800">
                  <c:v>43248</c:v>
                </c:pt>
                <c:pt idx="4801">
                  <c:v>43249</c:v>
                </c:pt>
                <c:pt idx="4802">
                  <c:v>43250</c:v>
                </c:pt>
                <c:pt idx="4803">
                  <c:v>43251</c:v>
                </c:pt>
                <c:pt idx="4804">
                  <c:v>43252</c:v>
                </c:pt>
                <c:pt idx="4805">
                  <c:v>43255</c:v>
                </c:pt>
                <c:pt idx="4806">
                  <c:v>43256</c:v>
                </c:pt>
                <c:pt idx="4807">
                  <c:v>43257</c:v>
                </c:pt>
                <c:pt idx="4808">
                  <c:v>43258</c:v>
                </c:pt>
                <c:pt idx="4809">
                  <c:v>43259</c:v>
                </c:pt>
                <c:pt idx="4810">
                  <c:v>43262</c:v>
                </c:pt>
                <c:pt idx="4811">
                  <c:v>43263</c:v>
                </c:pt>
                <c:pt idx="4812">
                  <c:v>43264</c:v>
                </c:pt>
                <c:pt idx="4813">
                  <c:v>43265</c:v>
                </c:pt>
                <c:pt idx="4814">
                  <c:v>43266</c:v>
                </c:pt>
                <c:pt idx="4815">
                  <c:v>43269</c:v>
                </c:pt>
                <c:pt idx="4816">
                  <c:v>43270</c:v>
                </c:pt>
                <c:pt idx="4817">
                  <c:v>43271</c:v>
                </c:pt>
                <c:pt idx="4818">
                  <c:v>43272</c:v>
                </c:pt>
                <c:pt idx="4819">
                  <c:v>43273</c:v>
                </c:pt>
                <c:pt idx="4820">
                  <c:v>43276</c:v>
                </c:pt>
                <c:pt idx="4821">
                  <c:v>43277</c:v>
                </c:pt>
                <c:pt idx="4822">
                  <c:v>43278</c:v>
                </c:pt>
                <c:pt idx="4823">
                  <c:v>43279</c:v>
                </c:pt>
                <c:pt idx="4824">
                  <c:v>43280</c:v>
                </c:pt>
                <c:pt idx="4825">
                  <c:v>43283</c:v>
                </c:pt>
                <c:pt idx="4826">
                  <c:v>43284</c:v>
                </c:pt>
                <c:pt idx="4827">
                  <c:v>43285</c:v>
                </c:pt>
                <c:pt idx="4828">
                  <c:v>43286</c:v>
                </c:pt>
                <c:pt idx="4829">
                  <c:v>43287</c:v>
                </c:pt>
                <c:pt idx="4830">
                  <c:v>43290</c:v>
                </c:pt>
                <c:pt idx="4831">
                  <c:v>43291</c:v>
                </c:pt>
                <c:pt idx="4832">
                  <c:v>43292</c:v>
                </c:pt>
                <c:pt idx="4833">
                  <c:v>43293</c:v>
                </c:pt>
                <c:pt idx="4834">
                  <c:v>43294</c:v>
                </c:pt>
                <c:pt idx="4835">
                  <c:v>43297</c:v>
                </c:pt>
                <c:pt idx="4836">
                  <c:v>43298</c:v>
                </c:pt>
                <c:pt idx="4837">
                  <c:v>43299</c:v>
                </c:pt>
                <c:pt idx="4838">
                  <c:v>43300</c:v>
                </c:pt>
                <c:pt idx="4839">
                  <c:v>43301</c:v>
                </c:pt>
                <c:pt idx="4840">
                  <c:v>43304</c:v>
                </c:pt>
                <c:pt idx="4841">
                  <c:v>43305</c:v>
                </c:pt>
                <c:pt idx="4842">
                  <c:v>43306</c:v>
                </c:pt>
                <c:pt idx="4843">
                  <c:v>43307</c:v>
                </c:pt>
                <c:pt idx="4844">
                  <c:v>43308</c:v>
                </c:pt>
                <c:pt idx="4845">
                  <c:v>43311</c:v>
                </c:pt>
                <c:pt idx="4846">
                  <c:v>43312</c:v>
                </c:pt>
                <c:pt idx="4847">
                  <c:v>43313</c:v>
                </c:pt>
                <c:pt idx="4848">
                  <c:v>43314</c:v>
                </c:pt>
                <c:pt idx="4849">
                  <c:v>43315</c:v>
                </c:pt>
                <c:pt idx="4850">
                  <c:v>43318</c:v>
                </c:pt>
                <c:pt idx="4851">
                  <c:v>43319</c:v>
                </c:pt>
                <c:pt idx="4852">
                  <c:v>43320</c:v>
                </c:pt>
                <c:pt idx="4853">
                  <c:v>43321</c:v>
                </c:pt>
                <c:pt idx="4854">
                  <c:v>43322</c:v>
                </c:pt>
                <c:pt idx="4855">
                  <c:v>43325</c:v>
                </c:pt>
                <c:pt idx="4856">
                  <c:v>43326</c:v>
                </c:pt>
                <c:pt idx="4857">
                  <c:v>43327</c:v>
                </c:pt>
                <c:pt idx="4858">
                  <c:v>43328</c:v>
                </c:pt>
                <c:pt idx="4859">
                  <c:v>43329</c:v>
                </c:pt>
                <c:pt idx="4860">
                  <c:v>43332</c:v>
                </c:pt>
                <c:pt idx="4861">
                  <c:v>43333</c:v>
                </c:pt>
                <c:pt idx="4862">
                  <c:v>43334</c:v>
                </c:pt>
                <c:pt idx="4863">
                  <c:v>43335</c:v>
                </c:pt>
                <c:pt idx="4864">
                  <c:v>43336</c:v>
                </c:pt>
                <c:pt idx="4865">
                  <c:v>43339</c:v>
                </c:pt>
                <c:pt idx="4866">
                  <c:v>43340</c:v>
                </c:pt>
                <c:pt idx="4867">
                  <c:v>43341</c:v>
                </c:pt>
                <c:pt idx="4868">
                  <c:v>43342</c:v>
                </c:pt>
                <c:pt idx="4869">
                  <c:v>43343</c:v>
                </c:pt>
                <c:pt idx="4870">
                  <c:v>43346</c:v>
                </c:pt>
                <c:pt idx="4871">
                  <c:v>43347</c:v>
                </c:pt>
                <c:pt idx="4872">
                  <c:v>43348</c:v>
                </c:pt>
                <c:pt idx="4873">
                  <c:v>43349</c:v>
                </c:pt>
                <c:pt idx="4874">
                  <c:v>43350</c:v>
                </c:pt>
                <c:pt idx="4875">
                  <c:v>43353</c:v>
                </c:pt>
                <c:pt idx="4876">
                  <c:v>43354</c:v>
                </c:pt>
                <c:pt idx="4877">
                  <c:v>43355</c:v>
                </c:pt>
                <c:pt idx="4878">
                  <c:v>43356</c:v>
                </c:pt>
                <c:pt idx="4879">
                  <c:v>43357</c:v>
                </c:pt>
                <c:pt idx="4880">
                  <c:v>43360</c:v>
                </c:pt>
                <c:pt idx="4881">
                  <c:v>43361</c:v>
                </c:pt>
                <c:pt idx="4882">
                  <c:v>43362</c:v>
                </c:pt>
                <c:pt idx="4883">
                  <c:v>43363</c:v>
                </c:pt>
                <c:pt idx="4884">
                  <c:v>43364</c:v>
                </c:pt>
                <c:pt idx="4885">
                  <c:v>43367</c:v>
                </c:pt>
                <c:pt idx="4886">
                  <c:v>43368</c:v>
                </c:pt>
                <c:pt idx="4887">
                  <c:v>43369</c:v>
                </c:pt>
                <c:pt idx="4888">
                  <c:v>43370</c:v>
                </c:pt>
                <c:pt idx="4889">
                  <c:v>43371</c:v>
                </c:pt>
                <c:pt idx="4890">
                  <c:v>43374</c:v>
                </c:pt>
                <c:pt idx="4891">
                  <c:v>43375</c:v>
                </c:pt>
                <c:pt idx="4892">
                  <c:v>43376</c:v>
                </c:pt>
                <c:pt idx="4893">
                  <c:v>43377</c:v>
                </c:pt>
                <c:pt idx="4894">
                  <c:v>43378</c:v>
                </c:pt>
                <c:pt idx="4895">
                  <c:v>43381</c:v>
                </c:pt>
                <c:pt idx="4896">
                  <c:v>43382</c:v>
                </c:pt>
                <c:pt idx="4897">
                  <c:v>43383</c:v>
                </c:pt>
                <c:pt idx="4898">
                  <c:v>43384</c:v>
                </c:pt>
                <c:pt idx="4899">
                  <c:v>43385</c:v>
                </c:pt>
                <c:pt idx="4900">
                  <c:v>43388</c:v>
                </c:pt>
                <c:pt idx="4901">
                  <c:v>43389</c:v>
                </c:pt>
                <c:pt idx="4902">
                  <c:v>43390</c:v>
                </c:pt>
                <c:pt idx="4903">
                  <c:v>43391</c:v>
                </c:pt>
                <c:pt idx="4904">
                  <c:v>43392</c:v>
                </c:pt>
                <c:pt idx="4905">
                  <c:v>43395</c:v>
                </c:pt>
                <c:pt idx="4906">
                  <c:v>43396</c:v>
                </c:pt>
                <c:pt idx="4907">
                  <c:v>43397</c:v>
                </c:pt>
                <c:pt idx="4908">
                  <c:v>43398</c:v>
                </c:pt>
                <c:pt idx="4909">
                  <c:v>43399</c:v>
                </c:pt>
                <c:pt idx="4910">
                  <c:v>43402</c:v>
                </c:pt>
                <c:pt idx="4911">
                  <c:v>43403</c:v>
                </c:pt>
                <c:pt idx="4912">
                  <c:v>43404</c:v>
                </c:pt>
                <c:pt idx="4913">
                  <c:v>43405</c:v>
                </c:pt>
                <c:pt idx="4914">
                  <c:v>43406</c:v>
                </c:pt>
                <c:pt idx="4915">
                  <c:v>43409</c:v>
                </c:pt>
                <c:pt idx="4916">
                  <c:v>43410</c:v>
                </c:pt>
                <c:pt idx="4917">
                  <c:v>43411</c:v>
                </c:pt>
                <c:pt idx="4918">
                  <c:v>43412</c:v>
                </c:pt>
                <c:pt idx="4919">
                  <c:v>43413</c:v>
                </c:pt>
                <c:pt idx="4920">
                  <c:v>43416</c:v>
                </c:pt>
                <c:pt idx="4921">
                  <c:v>43417</c:v>
                </c:pt>
                <c:pt idx="4922">
                  <c:v>43418</c:v>
                </c:pt>
                <c:pt idx="4923">
                  <c:v>43419</c:v>
                </c:pt>
                <c:pt idx="4924">
                  <c:v>43420</c:v>
                </c:pt>
                <c:pt idx="4925">
                  <c:v>43423</c:v>
                </c:pt>
                <c:pt idx="4926">
                  <c:v>43424</c:v>
                </c:pt>
                <c:pt idx="4927">
                  <c:v>43425</c:v>
                </c:pt>
                <c:pt idx="4928">
                  <c:v>43426</c:v>
                </c:pt>
                <c:pt idx="4929">
                  <c:v>43427</c:v>
                </c:pt>
                <c:pt idx="4930">
                  <c:v>43430</c:v>
                </c:pt>
                <c:pt idx="4931">
                  <c:v>43431</c:v>
                </c:pt>
                <c:pt idx="4932">
                  <c:v>43432</c:v>
                </c:pt>
                <c:pt idx="4933">
                  <c:v>43433</c:v>
                </c:pt>
                <c:pt idx="4934">
                  <c:v>43434</c:v>
                </c:pt>
                <c:pt idx="4935">
                  <c:v>43437</c:v>
                </c:pt>
                <c:pt idx="4936">
                  <c:v>43438</c:v>
                </c:pt>
                <c:pt idx="4937">
                  <c:v>43439</c:v>
                </c:pt>
                <c:pt idx="4938">
                  <c:v>43440</c:v>
                </c:pt>
                <c:pt idx="4939">
                  <c:v>43441</c:v>
                </c:pt>
                <c:pt idx="4940">
                  <c:v>43444</c:v>
                </c:pt>
                <c:pt idx="4941">
                  <c:v>43445</c:v>
                </c:pt>
                <c:pt idx="4942">
                  <c:v>43446</c:v>
                </c:pt>
                <c:pt idx="4943">
                  <c:v>43447</c:v>
                </c:pt>
                <c:pt idx="4944">
                  <c:v>43448</c:v>
                </c:pt>
                <c:pt idx="4945">
                  <c:v>43451</c:v>
                </c:pt>
                <c:pt idx="4946">
                  <c:v>43452</c:v>
                </c:pt>
                <c:pt idx="4947">
                  <c:v>43453</c:v>
                </c:pt>
                <c:pt idx="4948">
                  <c:v>43454</c:v>
                </c:pt>
                <c:pt idx="4949">
                  <c:v>43455</c:v>
                </c:pt>
                <c:pt idx="4950">
                  <c:v>43458</c:v>
                </c:pt>
                <c:pt idx="4951">
                  <c:v>43459</c:v>
                </c:pt>
                <c:pt idx="4952">
                  <c:v>43460</c:v>
                </c:pt>
                <c:pt idx="4953">
                  <c:v>43461</c:v>
                </c:pt>
                <c:pt idx="4954">
                  <c:v>43462</c:v>
                </c:pt>
                <c:pt idx="4955">
                  <c:v>43465</c:v>
                </c:pt>
                <c:pt idx="4956">
                  <c:v>43466</c:v>
                </c:pt>
                <c:pt idx="4957">
                  <c:v>43467</c:v>
                </c:pt>
                <c:pt idx="4958">
                  <c:v>43468</c:v>
                </c:pt>
                <c:pt idx="4959">
                  <c:v>43469</c:v>
                </c:pt>
                <c:pt idx="4960">
                  <c:v>43472</c:v>
                </c:pt>
                <c:pt idx="4961">
                  <c:v>43473</c:v>
                </c:pt>
                <c:pt idx="4962">
                  <c:v>43474</c:v>
                </c:pt>
                <c:pt idx="4963">
                  <c:v>43475</c:v>
                </c:pt>
                <c:pt idx="4964">
                  <c:v>43476</c:v>
                </c:pt>
                <c:pt idx="4965">
                  <c:v>43479</c:v>
                </c:pt>
                <c:pt idx="4966">
                  <c:v>43480</c:v>
                </c:pt>
                <c:pt idx="4967">
                  <c:v>43481</c:v>
                </c:pt>
                <c:pt idx="4968">
                  <c:v>43482</c:v>
                </c:pt>
                <c:pt idx="4969">
                  <c:v>43483</c:v>
                </c:pt>
                <c:pt idx="4970">
                  <c:v>43486</c:v>
                </c:pt>
                <c:pt idx="4971">
                  <c:v>43487</c:v>
                </c:pt>
                <c:pt idx="4972">
                  <c:v>43488</c:v>
                </c:pt>
                <c:pt idx="4973">
                  <c:v>43489</c:v>
                </c:pt>
                <c:pt idx="4974">
                  <c:v>43490</c:v>
                </c:pt>
                <c:pt idx="4975">
                  <c:v>43493</c:v>
                </c:pt>
                <c:pt idx="4976">
                  <c:v>43494</c:v>
                </c:pt>
                <c:pt idx="4977">
                  <c:v>43495</c:v>
                </c:pt>
                <c:pt idx="4978">
                  <c:v>43496</c:v>
                </c:pt>
                <c:pt idx="4979">
                  <c:v>43497</c:v>
                </c:pt>
                <c:pt idx="4980">
                  <c:v>43500</c:v>
                </c:pt>
                <c:pt idx="4981">
                  <c:v>43501</c:v>
                </c:pt>
                <c:pt idx="4982">
                  <c:v>43502</c:v>
                </c:pt>
                <c:pt idx="4983">
                  <c:v>43503</c:v>
                </c:pt>
                <c:pt idx="4984">
                  <c:v>43504</c:v>
                </c:pt>
                <c:pt idx="4985">
                  <c:v>43507</c:v>
                </c:pt>
                <c:pt idx="4986">
                  <c:v>43508</c:v>
                </c:pt>
                <c:pt idx="4987">
                  <c:v>43509</c:v>
                </c:pt>
                <c:pt idx="4988">
                  <c:v>43510</c:v>
                </c:pt>
                <c:pt idx="4989">
                  <c:v>43511</c:v>
                </c:pt>
                <c:pt idx="4990">
                  <c:v>43514</c:v>
                </c:pt>
                <c:pt idx="4991">
                  <c:v>43515</c:v>
                </c:pt>
                <c:pt idx="4992">
                  <c:v>43516</c:v>
                </c:pt>
                <c:pt idx="4993">
                  <c:v>43517</c:v>
                </c:pt>
                <c:pt idx="4994">
                  <c:v>43518</c:v>
                </c:pt>
                <c:pt idx="4995">
                  <c:v>43521</c:v>
                </c:pt>
                <c:pt idx="4996">
                  <c:v>43522</c:v>
                </c:pt>
                <c:pt idx="4997">
                  <c:v>43523</c:v>
                </c:pt>
                <c:pt idx="4998">
                  <c:v>43524</c:v>
                </c:pt>
                <c:pt idx="4999">
                  <c:v>43525</c:v>
                </c:pt>
                <c:pt idx="5000">
                  <c:v>43528</c:v>
                </c:pt>
                <c:pt idx="5001">
                  <c:v>43529</c:v>
                </c:pt>
                <c:pt idx="5002">
                  <c:v>43530</c:v>
                </c:pt>
                <c:pt idx="5003">
                  <c:v>43531</c:v>
                </c:pt>
                <c:pt idx="5004">
                  <c:v>43532</c:v>
                </c:pt>
                <c:pt idx="5005">
                  <c:v>43535</c:v>
                </c:pt>
                <c:pt idx="5006">
                  <c:v>43536</c:v>
                </c:pt>
                <c:pt idx="5007">
                  <c:v>43537</c:v>
                </c:pt>
                <c:pt idx="5008">
                  <c:v>43538</c:v>
                </c:pt>
                <c:pt idx="5009">
                  <c:v>43539</c:v>
                </c:pt>
                <c:pt idx="5010">
                  <c:v>43542</c:v>
                </c:pt>
                <c:pt idx="5011">
                  <c:v>43543</c:v>
                </c:pt>
                <c:pt idx="5012">
                  <c:v>43544</c:v>
                </c:pt>
                <c:pt idx="5013">
                  <c:v>43545</c:v>
                </c:pt>
                <c:pt idx="5014">
                  <c:v>43546</c:v>
                </c:pt>
                <c:pt idx="5015">
                  <c:v>43549</c:v>
                </c:pt>
                <c:pt idx="5016">
                  <c:v>43550</c:v>
                </c:pt>
                <c:pt idx="5017">
                  <c:v>43551</c:v>
                </c:pt>
                <c:pt idx="5018">
                  <c:v>43552</c:v>
                </c:pt>
                <c:pt idx="5019">
                  <c:v>43553</c:v>
                </c:pt>
                <c:pt idx="5020">
                  <c:v>43556</c:v>
                </c:pt>
                <c:pt idx="5021">
                  <c:v>43557</c:v>
                </c:pt>
                <c:pt idx="5022">
                  <c:v>43558</c:v>
                </c:pt>
                <c:pt idx="5023">
                  <c:v>43559</c:v>
                </c:pt>
                <c:pt idx="5024">
                  <c:v>43560</c:v>
                </c:pt>
                <c:pt idx="5025">
                  <c:v>43563</c:v>
                </c:pt>
                <c:pt idx="5026">
                  <c:v>43564</c:v>
                </c:pt>
                <c:pt idx="5027">
                  <c:v>43565</c:v>
                </c:pt>
                <c:pt idx="5028">
                  <c:v>43566</c:v>
                </c:pt>
                <c:pt idx="5029">
                  <c:v>43567</c:v>
                </c:pt>
                <c:pt idx="5030">
                  <c:v>43570</c:v>
                </c:pt>
                <c:pt idx="5031">
                  <c:v>43571</c:v>
                </c:pt>
                <c:pt idx="5032">
                  <c:v>43572</c:v>
                </c:pt>
                <c:pt idx="5033">
                  <c:v>43573</c:v>
                </c:pt>
                <c:pt idx="5034">
                  <c:v>43574</c:v>
                </c:pt>
                <c:pt idx="5035">
                  <c:v>43577</c:v>
                </c:pt>
                <c:pt idx="5036">
                  <c:v>43578</c:v>
                </c:pt>
                <c:pt idx="5037">
                  <c:v>43579</c:v>
                </c:pt>
                <c:pt idx="5038">
                  <c:v>43580</c:v>
                </c:pt>
                <c:pt idx="5039">
                  <c:v>43581</c:v>
                </c:pt>
                <c:pt idx="5040">
                  <c:v>43584</c:v>
                </c:pt>
                <c:pt idx="5041">
                  <c:v>43585</c:v>
                </c:pt>
                <c:pt idx="5042">
                  <c:v>43586</c:v>
                </c:pt>
                <c:pt idx="5043">
                  <c:v>43587</c:v>
                </c:pt>
                <c:pt idx="5044">
                  <c:v>43588</c:v>
                </c:pt>
                <c:pt idx="5045">
                  <c:v>43591</c:v>
                </c:pt>
                <c:pt idx="5046">
                  <c:v>43592</c:v>
                </c:pt>
                <c:pt idx="5047">
                  <c:v>43593</c:v>
                </c:pt>
                <c:pt idx="5048">
                  <c:v>43594</c:v>
                </c:pt>
                <c:pt idx="5049">
                  <c:v>43595</c:v>
                </c:pt>
                <c:pt idx="5050">
                  <c:v>43598</c:v>
                </c:pt>
                <c:pt idx="5051">
                  <c:v>43599</c:v>
                </c:pt>
                <c:pt idx="5052">
                  <c:v>43600</c:v>
                </c:pt>
                <c:pt idx="5053">
                  <c:v>43601</c:v>
                </c:pt>
                <c:pt idx="5054">
                  <c:v>43602</c:v>
                </c:pt>
                <c:pt idx="5055">
                  <c:v>43605</c:v>
                </c:pt>
                <c:pt idx="5056">
                  <c:v>43606</c:v>
                </c:pt>
                <c:pt idx="5057">
                  <c:v>43607</c:v>
                </c:pt>
                <c:pt idx="5058">
                  <c:v>43608</c:v>
                </c:pt>
                <c:pt idx="5059">
                  <c:v>43609</c:v>
                </c:pt>
                <c:pt idx="5060">
                  <c:v>43612</c:v>
                </c:pt>
                <c:pt idx="5061">
                  <c:v>43613</c:v>
                </c:pt>
                <c:pt idx="5062">
                  <c:v>43614</c:v>
                </c:pt>
                <c:pt idx="5063">
                  <c:v>43615</c:v>
                </c:pt>
                <c:pt idx="5064">
                  <c:v>43616</c:v>
                </c:pt>
                <c:pt idx="5065">
                  <c:v>43619</c:v>
                </c:pt>
                <c:pt idx="5066">
                  <c:v>43620</c:v>
                </c:pt>
                <c:pt idx="5067">
                  <c:v>43621</c:v>
                </c:pt>
                <c:pt idx="5068">
                  <c:v>43622</c:v>
                </c:pt>
                <c:pt idx="5069">
                  <c:v>43623</c:v>
                </c:pt>
                <c:pt idx="5070">
                  <c:v>43626</c:v>
                </c:pt>
                <c:pt idx="5071">
                  <c:v>43627</c:v>
                </c:pt>
                <c:pt idx="5072">
                  <c:v>43628</c:v>
                </c:pt>
                <c:pt idx="5073">
                  <c:v>43629</c:v>
                </c:pt>
                <c:pt idx="5074">
                  <c:v>43630</c:v>
                </c:pt>
                <c:pt idx="5075">
                  <c:v>43633</c:v>
                </c:pt>
                <c:pt idx="5076">
                  <c:v>43634</c:v>
                </c:pt>
                <c:pt idx="5077">
                  <c:v>43635</c:v>
                </c:pt>
                <c:pt idx="5078">
                  <c:v>43636</c:v>
                </c:pt>
                <c:pt idx="5079">
                  <c:v>43637</c:v>
                </c:pt>
                <c:pt idx="5080">
                  <c:v>43640</c:v>
                </c:pt>
                <c:pt idx="5081">
                  <c:v>43641</c:v>
                </c:pt>
                <c:pt idx="5082">
                  <c:v>43642</c:v>
                </c:pt>
                <c:pt idx="5083">
                  <c:v>43643</c:v>
                </c:pt>
                <c:pt idx="5084">
                  <c:v>43644</c:v>
                </c:pt>
                <c:pt idx="5085">
                  <c:v>43647</c:v>
                </c:pt>
                <c:pt idx="5086">
                  <c:v>43648</c:v>
                </c:pt>
                <c:pt idx="5087">
                  <c:v>43649</c:v>
                </c:pt>
                <c:pt idx="5088">
                  <c:v>43650</c:v>
                </c:pt>
                <c:pt idx="5089">
                  <c:v>43651</c:v>
                </c:pt>
                <c:pt idx="5090">
                  <c:v>43654</c:v>
                </c:pt>
                <c:pt idx="5091">
                  <c:v>43655</c:v>
                </c:pt>
                <c:pt idx="5092">
                  <c:v>43656</c:v>
                </c:pt>
                <c:pt idx="5093">
                  <c:v>43657</c:v>
                </c:pt>
                <c:pt idx="5094">
                  <c:v>43658</c:v>
                </c:pt>
                <c:pt idx="5095">
                  <c:v>43661</c:v>
                </c:pt>
                <c:pt idx="5096">
                  <c:v>43662</c:v>
                </c:pt>
                <c:pt idx="5097">
                  <c:v>43663</c:v>
                </c:pt>
                <c:pt idx="5098">
                  <c:v>43664</c:v>
                </c:pt>
                <c:pt idx="5099">
                  <c:v>43665</c:v>
                </c:pt>
                <c:pt idx="5100">
                  <c:v>43668</c:v>
                </c:pt>
                <c:pt idx="5101">
                  <c:v>43669</c:v>
                </c:pt>
                <c:pt idx="5102">
                  <c:v>43670</c:v>
                </c:pt>
                <c:pt idx="5103">
                  <c:v>43671</c:v>
                </c:pt>
                <c:pt idx="5104">
                  <c:v>43672</c:v>
                </c:pt>
                <c:pt idx="5105">
                  <c:v>43675</c:v>
                </c:pt>
                <c:pt idx="5106">
                  <c:v>43676</c:v>
                </c:pt>
                <c:pt idx="5107">
                  <c:v>43677</c:v>
                </c:pt>
                <c:pt idx="5108">
                  <c:v>43678</c:v>
                </c:pt>
                <c:pt idx="5109">
                  <c:v>43679</c:v>
                </c:pt>
                <c:pt idx="5110">
                  <c:v>43682</c:v>
                </c:pt>
                <c:pt idx="5111">
                  <c:v>43683</c:v>
                </c:pt>
                <c:pt idx="5112">
                  <c:v>43684</c:v>
                </c:pt>
                <c:pt idx="5113">
                  <c:v>43685</c:v>
                </c:pt>
                <c:pt idx="5114">
                  <c:v>43686</c:v>
                </c:pt>
                <c:pt idx="5115">
                  <c:v>43689</c:v>
                </c:pt>
                <c:pt idx="5116">
                  <c:v>43690</c:v>
                </c:pt>
                <c:pt idx="5117">
                  <c:v>43691</c:v>
                </c:pt>
                <c:pt idx="5118">
                  <c:v>43692</c:v>
                </c:pt>
                <c:pt idx="5119">
                  <c:v>43693</c:v>
                </c:pt>
                <c:pt idx="5120">
                  <c:v>43696</c:v>
                </c:pt>
                <c:pt idx="5121">
                  <c:v>43697</c:v>
                </c:pt>
                <c:pt idx="5122">
                  <c:v>43698</c:v>
                </c:pt>
                <c:pt idx="5123">
                  <c:v>43699</c:v>
                </c:pt>
                <c:pt idx="5124">
                  <c:v>43700</c:v>
                </c:pt>
                <c:pt idx="5125">
                  <c:v>43703</c:v>
                </c:pt>
                <c:pt idx="5126">
                  <c:v>43704</c:v>
                </c:pt>
                <c:pt idx="5127">
                  <c:v>43705</c:v>
                </c:pt>
                <c:pt idx="5128">
                  <c:v>43706</c:v>
                </c:pt>
                <c:pt idx="5129">
                  <c:v>43707</c:v>
                </c:pt>
                <c:pt idx="5130">
                  <c:v>43710</c:v>
                </c:pt>
                <c:pt idx="5131">
                  <c:v>43711</c:v>
                </c:pt>
                <c:pt idx="5132">
                  <c:v>43712</c:v>
                </c:pt>
                <c:pt idx="5133">
                  <c:v>43713</c:v>
                </c:pt>
                <c:pt idx="5134">
                  <c:v>43714</c:v>
                </c:pt>
                <c:pt idx="5135">
                  <c:v>43717</c:v>
                </c:pt>
                <c:pt idx="5136">
                  <c:v>43718</c:v>
                </c:pt>
                <c:pt idx="5137">
                  <c:v>43719</c:v>
                </c:pt>
                <c:pt idx="5138">
                  <c:v>43720</c:v>
                </c:pt>
                <c:pt idx="5139">
                  <c:v>43721</c:v>
                </c:pt>
                <c:pt idx="5140">
                  <c:v>43724</c:v>
                </c:pt>
                <c:pt idx="5141">
                  <c:v>43725</c:v>
                </c:pt>
                <c:pt idx="5142">
                  <c:v>43726</c:v>
                </c:pt>
                <c:pt idx="5143">
                  <c:v>43727</c:v>
                </c:pt>
                <c:pt idx="5144">
                  <c:v>43728</c:v>
                </c:pt>
                <c:pt idx="5145">
                  <c:v>43731</c:v>
                </c:pt>
                <c:pt idx="5146">
                  <c:v>43732</c:v>
                </c:pt>
                <c:pt idx="5147">
                  <c:v>43733</c:v>
                </c:pt>
                <c:pt idx="5148">
                  <c:v>43734</c:v>
                </c:pt>
                <c:pt idx="5149">
                  <c:v>43735</c:v>
                </c:pt>
                <c:pt idx="5150">
                  <c:v>43738</c:v>
                </c:pt>
                <c:pt idx="5151">
                  <c:v>43739</c:v>
                </c:pt>
                <c:pt idx="5152">
                  <c:v>43740</c:v>
                </c:pt>
                <c:pt idx="5153">
                  <c:v>43741</c:v>
                </c:pt>
                <c:pt idx="5154">
                  <c:v>43742</c:v>
                </c:pt>
                <c:pt idx="5155">
                  <c:v>43745</c:v>
                </c:pt>
                <c:pt idx="5156">
                  <c:v>43746</c:v>
                </c:pt>
                <c:pt idx="5157">
                  <c:v>43747</c:v>
                </c:pt>
                <c:pt idx="5158">
                  <c:v>43748</c:v>
                </c:pt>
                <c:pt idx="5159">
                  <c:v>43749</c:v>
                </c:pt>
                <c:pt idx="5160">
                  <c:v>43752</c:v>
                </c:pt>
                <c:pt idx="5161">
                  <c:v>43753</c:v>
                </c:pt>
                <c:pt idx="5162">
                  <c:v>43754</c:v>
                </c:pt>
                <c:pt idx="5163">
                  <c:v>43755</c:v>
                </c:pt>
                <c:pt idx="5164">
                  <c:v>43756</c:v>
                </c:pt>
                <c:pt idx="5165">
                  <c:v>43759</c:v>
                </c:pt>
                <c:pt idx="5166">
                  <c:v>43760</c:v>
                </c:pt>
                <c:pt idx="5167">
                  <c:v>43761</c:v>
                </c:pt>
                <c:pt idx="5168">
                  <c:v>43762</c:v>
                </c:pt>
                <c:pt idx="5169">
                  <c:v>43763</c:v>
                </c:pt>
                <c:pt idx="5170">
                  <c:v>43766</c:v>
                </c:pt>
                <c:pt idx="5171">
                  <c:v>43767</c:v>
                </c:pt>
                <c:pt idx="5172">
                  <c:v>43768</c:v>
                </c:pt>
                <c:pt idx="5173">
                  <c:v>43769</c:v>
                </c:pt>
                <c:pt idx="5174">
                  <c:v>43770</c:v>
                </c:pt>
                <c:pt idx="5175">
                  <c:v>43773</c:v>
                </c:pt>
                <c:pt idx="5176">
                  <c:v>43774</c:v>
                </c:pt>
                <c:pt idx="5177">
                  <c:v>43775</c:v>
                </c:pt>
                <c:pt idx="5178">
                  <c:v>43776</c:v>
                </c:pt>
                <c:pt idx="5179">
                  <c:v>43777</c:v>
                </c:pt>
                <c:pt idx="5180">
                  <c:v>43780</c:v>
                </c:pt>
                <c:pt idx="5181">
                  <c:v>43781</c:v>
                </c:pt>
                <c:pt idx="5182">
                  <c:v>43782</c:v>
                </c:pt>
                <c:pt idx="5183">
                  <c:v>43783</c:v>
                </c:pt>
                <c:pt idx="5184">
                  <c:v>43784</c:v>
                </c:pt>
                <c:pt idx="5185">
                  <c:v>43787</c:v>
                </c:pt>
                <c:pt idx="5186">
                  <c:v>43788</c:v>
                </c:pt>
                <c:pt idx="5187">
                  <c:v>43789</c:v>
                </c:pt>
                <c:pt idx="5188">
                  <c:v>43790</c:v>
                </c:pt>
                <c:pt idx="5189">
                  <c:v>43791</c:v>
                </c:pt>
                <c:pt idx="5190">
                  <c:v>43794</c:v>
                </c:pt>
                <c:pt idx="5191">
                  <c:v>43795</c:v>
                </c:pt>
                <c:pt idx="5192">
                  <c:v>43796</c:v>
                </c:pt>
                <c:pt idx="5193">
                  <c:v>43797</c:v>
                </c:pt>
                <c:pt idx="5194">
                  <c:v>43798</c:v>
                </c:pt>
                <c:pt idx="5195">
                  <c:v>43801</c:v>
                </c:pt>
                <c:pt idx="5196">
                  <c:v>43802</c:v>
                </c:pt>
                <c:pt idx="5197">
                  <c:v>43803</c:v>
                </c:pt>
                <c:pt idx="5198">
                  <c:v>43804</c:v>
                </c:pt>
                <c:pt idx="5199">
                  <c:v>43805</c:v>
                </c:pt>
                <c:pt idx="5200">
                  <c:v>43808</c:v>
                </c:pt>
                <c:pt idx="5201">
                  <c:v>43809</c:v>
                </c:pt>
                <c:pt idx="5202">
                  <c:v>43810</c:v>
                </c:pt>
                <c:pt idx="5203">
                  <c:v>43811</c:v>
                </c:pt>
                <c:pt idx="5204">
                  <c:v>43812</c:v>
                </c:pt>
                <c:pt idx="5205">
                  <c:v>43815</c:v>
                </c:pt>
                <c:pt idx="5206">
                  <c:v>43816</c:v>
                </c:pt>
                <c:pt idx="5207">
                  <c:v>43817</c:v>
                </c:pt>
                <c:pt idx="5208">
                  <c:v>43818</c:v>
                </c:pt>
                <c:pt idx="5209">
                  <c:v>43819</c:v>
                </c:pt>
                <c:pt idx="5210">
                  <c:v>43822</c:v>
                </c:pt>
                <c:pt idx="5211">
                  <c:v>43823</c:v>
                </c:pt>
                <c:pt idx="5212">
                  <c:v>43824</c:v>
                </c:pt>
                <c:pt idx="5213">
                  <c:v>43825</c:v>
                </c:pt>
                <c:pt idx="5214">
                  <c:v>43826</c:v>
                </c:pt>
                <c:pt idx="5215">
                  <c:v>43829</c:v>
                </c:pt>
                <c:pt idx="5216">
                  <c:v>43830</c:v>
                </c:pt>
                <c:pt idx="5217">
                  <c:v>43831</c:v>
                </c:pt>
                <c:pt idx="5218">
                  <c:v>43832</c:v>
                </c:pt>
                <c:pt idx="5219">
                  <c:v>43833</c:v>
                </c:pt>
                <c:pt idx="5220">
                  <c:v>43836</c:v>
                </c:pt>
                <c:pt idx="5221">
                  <c:v>43837</c:v>
                </c:pt>
                <c:pt idx="5222">
                  <c:v>43838</c:v>
                </c:pt>
                <c:pt idx="5223">
                  <c:v>43839</c:v>
                </c:pt>
                <c:pt idx="5224">
                  <c:v>43840</c:v>
                </c:pt>
                <c:pt idx="5225">
                  <c:v>43843</c:v>
                </c:pt>
                <c:pt idx="5226">
                  <c:v>43844</c:v>
                </c:pt>
                <c:pt idx="5227">
                  <c:v>43845</c:v>
                </c:pt>
                <c:pt idx="5228">
                  <c:v>43846</c:v>
                </c:pt>
                <c:pt idx="5229">
                  <c:v>43847</c:v>
                </c:pt>
                <c:pt idx="5230">
                  <c:v>43850</c:v>
                </c:pt>
                <c:pt idx="5231">
                  <c:v>43851</c:v>
                </c:pt>
                <c:pt idx="5232">
                  <c:v>43852</c:v>
                </c:pt>
                <c:pt idx="5233">
                  <c:v>43853</c:v>
                </c:pt>
                <c:pt idx="5234">
                  <c:v>43854</c:v>
                </c:pt>
                <c:pt idx="5235">
                  <c:v>43857</c:v>
                </c:pt>
                <c:pt idx="5236">
                  <c:v>43858</c:v>
                </c:pt>
                <c:pt idx="5237">
                  <c:v>43859</c:v>
                </c:pt>
                <c:pt idx="5238">
                  <c:v>43860</c:v>
                </c:pt>
                <c:pt idx="5239">
                  <c:v>43861</c:v>
                </c:pt>
                <c:pt idx="5240">
                  <c:v>43864</c:v>
                </c:pt>
                <c:pt idx="5241">
                  <c:v>43865</c:v>
                </c:pt>
                <c:pt idx="5242">
                  <c:v>43866</c:v>
                </c:pt>
                <c:pt idx="5243">
                  <c:v>43867</c:v>
                </c:pt>
                <c:pt idx="5244">
                  <c:v>43868</c:v>
                </c:pt>
                <c:pt idx="5245">
                  <c:v>43871</c:v>
                </c:pt>
                <c:pt idx="5246">
                  <c:v>43872</c:v>
                </c:pt>
                <c:pt idx="5247">
                  <c:v>43873</c:v>
                </c:pt>
                <c:pt idx="5248">
                  <c:v>43874</c:v>
                </c:pt>
                <c:pt idx="5249">
                  <c:v>43875</c:v>
                </c:pt>
                <c:pt idx="5250">
                  <c:v>43878</c:v>
                </c:pt>
                <c:pt idx="5251">
                  <c:v>43879</c:v>
                </c:pt>
                <c:pt idx="5252">
                  <c:v>43880</c:v>
                </c:pt>
                <c:pt idx="5253">
                  <c:v>43881</c:v>
                </c:pt>
                <c:pt idx="5254">
                  <c:v>43882</c:v>
                </c:pt>
                <c:pt idx="5255">
                  <c:v>43885</c:v>
                </c:pt>
                <c:pt idx="5256">
                  <c:v>43886</c:v>
                </c:pt>
                <c:pt idx="5257">
                  <c:v>43887</c:v>
                </c:pt>
                <c:pt idx="5258">
                  <c:v>43888</c:v>
                </c:pt>
                <c:pt idx="5259">
                  <c:v>43889</c:v>
                </c:pt>
                <c:pt idx="5260">
                  <c:v>43892</c:v>
                </c:pt>
                <c:pt idx="5261">
                  <c:v>43893</c:v>
                </c:pt>
                <c:pt idx="5262">
                  <c:v>43894</c:v>
                </c:pt>
                <c:pt idx="5263">
                  <c:v>43895</c:v>
                </c:pt>
                <c:pt idx="5264">
                  <c:v>43896</c:v>
                </c:pt>
                <c:pt idx="5265">
                  <c:v>43899</c:v>
                </c:pt>
                <c:pt idx="5266">
                  <c:v>43900</c:v>
                </c:pt>
                <c:pt idx="5267">
                  <c:v>43901</c:v>
                </c:pt>
                <c:pt idx="5268">
                  <c:v>43902</c:v>
                </c:pt>
                <c:pt idx="5269">
                  <c:v>43903</c:v>
                </c:pt>
                <c:pt idx="5270">
                  <c:v>43906</c:v>
                </c:pt>
                <c:pt idx="5271">
                  <c:v>43907</c:v>
                </c:pt>
                <c:pt idx="5272">
                  <c:v>43908</c:v>
                </c:pt>
                <c:pt idx="5273">
                  <c:v>43909</c:v>
                </c:pt>
                <c:pt idx="5274">
                  <c:v>43910</c:v>
                </c:pt>
                <c:pt idx="5275">
                  <c:v>43913</c:v>
                </c:pt>
                <c:pt idx="5276">
                  <c:v>43914</c:v>
                </c:pt>
                <c:pt idx="5277">
                  <c:v>43915</c:v>
                </c:pt>
                <c:pt idx="5278">
                  <c:v>43916</c:v>
                </c:pt>
                <c:pt idx="5279">
                  <c:v>43917</c:v>
                </c:pt>
                <c:pt idx="5280">
                  <c:v>43920</c:v>
                </c:pt>
                <c:pt idx="5281">
                  <c:v>43921</c:v>
                </c:pt>
                <c:pt idx="5282">
                  <c:v>43922</c:v>
                </c:pt>
                <c:pt idx="5283">
                  <c:v>43923</c:v>
                </c:pt>
                <c:pt idx="5284">
                  <c:v>43924</c:v>
                </c:pt>
                <c:pt idx="5285">
                  <c:v>43927</c:v>
                </c:pt>
                <c:pt idx="5286">
                  <c:v>43928</c:v>
                </c:pt>
                <c:pt idx="5287">
                  <c:v>43929</c:v>
                </c:pt>
                <c:pt idx="5288">
                  <c:v>43930</c:v>
                </c:pt>
                <c:pt idx="5289">
                  <c:v>43931</c:v>
                </c:pt>
                <c:pt idx="5290">
                  <c:v>43934</c:v>
                </c:pt>
                <c:pt idx="5291">
                  <c:v>43935</c:v>
                </c:pt>
                <c:pt idx="5292">
                  <c:v>43936</c:v>
                </c:pt>
                <c:pt idx="5293">
                  <c:v>43937</c:v>
                </c:pt>
                <c:pt idx="5294">
                  <c:v>43938</c:v>
                </c:pt>
                <c:pt idx="5295">
                  <c:v>43941</c:v>
                </c:pt>
                <c:pt idx="5296">
                  <c:v>43942</c:v>
                </c:pt>
                <c:pt idx="5297">
                  <c:v>43943</c:v>
                </c:pt>
                <c:pt idx="5298">
                  <c:v>43944</c:v>
                </c:pt>
                <c:pt idx="5299">
                  <c:v>43945</c:v>
                </c:pt>
                <c:pt idx="5300">
                  <c:v>43948</c:v>
                </c:pt>
                <c:pt idx="5301">
                  <c:v>43949</c:v>
                </c:pt>
                <c:pt idx="5302">
                  <c:v>43950</c:v>
                </c:pt>
                <c:pt idx="5303">
                  <c:v>43951</c:v>
                </c:pt>
                <c:pt idx="5304">
                  <c:v>43952</c:v>
                </c:pt>
                <c:pt idx="5305">
                  <c:v>43955</c:v>
                </c:pt>
                <c:pt idx="5306">
                  <c:v>43956</c:v>
                </c:pt>
                <c:pt idx="5307">
                  <c:v>43957</c:v>
                </c:pt>
                <c:pt idx="5308">
                  <c:v>43958</c:v>
                </c:pt>
                <c:pt idx="5309">
                  <c:v>43959</c:v>
                </c:pt>
                <c:pt idx="5310">
                  <c:v>43962</c:v>
                </c:pt>
                <c:pt idx="5311">
                  <c:v>43963</c:v>
                </c:pt>
                <c:pt idx="5312">
                  <c:v>43964</c:v>
                </c:pt>
                <c:pt idx="5313">
                  <c:v>43965</c:v>
                </c:pt>
                <c:pt idx="5314">
                  <c:v>43966</c:v>
                </c:pt>
                <c:pt idx="5315">
                  <c:v>43969</c:v>
                </c:pt>
                <c:pt idx="5316">
                  <c:v>43970</c:v>
                </c:pt>
                <c:pt idx="5317">
                  <c:v>43971</c:v>
                </c:pt>
                <c:pt idx="5318">
                  <c:v>43972</c:v>
                </c:pt>
                <c:pt idx="5319">
                  <c:v>43973</c:v>
                </c:pt>
                <c:pt idx="5320">
                  <c:v>43976</c:v>
                </c:pt>
                <c:pt idx="5321">
                  <c:v>43977</c:v>
                </c:pt>
                <c:pt idx="5322">
                  <c:v>43978</c:v>
                </c:pt>
                <c:pt idx="5323">
                  <c:v>43979</c:v>
                </c:pt>
                <c:pt idx="5324">
                  <c:v>43980</c:v>
                </c:pt>
                <c:pt idx="5325">
                  <c:v>43983</c:v>
                </c:pt>
                <c:pt idx="5326">
                  <c:v>43984</c:v>
                </c:pt>
                <c:pt idx="5327">
                  <c:v>43985</c:v>
                </c:pt>
                <c:pt idx="5328">
                  <c:v>43986</c:v>
                </c:pt>
                <c:pt idx="5329">
                  <c:v>43987</c:v>
                </c:pt>
                <c:pt idx="5330">
                  <c:v>43990</c:v>
                </c:pt>
                <c:pt idx="5331">
                  <c:v>43991</c:v>
                </c:pt>
                <c:pt idx="5332">
                  <c:v>43992</c:v>
                </c:pt>
                <c:pt idx="5333">
                  <c:v>43993</c:v>
                </c:pt>
                <c:pt idx="5334">
                  <c:v>43994</c:v>
                </c:pt>
                <c:pt idx="5335">
                  <c:v>43997</c:v>
                </c:pt>
                <c:pt idx="5336">
                  <c:v>43998</c:v>
                </c:pt>
                <c:pt idx="5337">
                  <c:v>43999</c:v>
                </c:pt>
                <c:pt idx="5338">
                  <c:v>44000</c:v>
                </c:pt>
                <c:pt idx="5339">
                  <c:v>44001</c:v>
                </c:pt>
                <c:pt idx="5340">
                  <c:v>44004</c:v>
                </c:pt>
                <c:pt idx="5341">
                  <c:v>44005</c:v>
                </c:pt>
                <c:pt idx="5342">
                  <c:v>44006</c:v>
                </c:pt>
                <c:pt idx="5343">
                  <c:v>44007</c:v>
                </c:pt>
                <c:pt idx="5344">
                  <c:v>44008</c:v>
                </c:pt>
                <c:pt idx="5345">
                  <c:v>44011</c:v>
                </c:pt>
                <c:pt idx="5346">
                  <c:v>44012</c:v>
                </c:pt>
                <c:pt idx="5347">
                  <c:v>44013</c:v>
                </c:pt>
                <c:pt idx="5348">
                  <c:v>44014</c:v>
                </c:pt>
                <c:pt idx="5349">
                  <c:v>44015</c:v>
                </c:pt>
                <c:pt idx="5350">
                  <c:v>44018</c:v>
                </c:pt>
                <c:pt idx="5351">
                  <c:v>44019</c:v>
                </c:pt>
                <c:pt idx="5352">
                  <c:v>44020</c:v>
                </c:pt>
                <c:pt idx="5353">
                  <c:v>44021</c:v>
                </c:pt>
                <c:pt idx="5354">
                  <c:v>44022</c:v>
                </c:pt>
                <c:pt idx="5355">
                  <c:v>44025</c:v>
                </c:pt>
                <c:pt idx="5356">
                  <c:v>44026</c:v>
                </c:pt>
                <c:pt idx="5357">
                  <c:v>44027</c:v>
                </c:pt>
                <c:pt idx="5358">
                  <c:v>44028</c:v>
                </c:pt>
                <c:pt idx="5359">
                  <c:v>44029</c:v>
                </c:pt>
                <c:pt idx="5360">
                  <c:v>44032</c:v>
                </c:pt>
                <c:pt idx="5361">
                  <c:v>44033</c:v>
                </c:pt>
                <c:pt idx="5362">
                  <c:v>44034</c:v>
                </c:pt>
                <c:pt idx="5363">
                  <c:v>44035</c:v>
                </c:pt>
                <c:pt idx="5364">
                  <c:v>44036</c:v>
                </c:pt>
                <c:pt idx="5365">
                  <c:v>44039</c:v>
                </c:pt>
                <c:pt idx="5366">
                  <c:v>44040</c:v>
                </c:pt>
                <c:pt idx="5367">
                  <c:v>44041</c:v>
                </c:pt>
                <c:pt idx="5368">
                  <c:v>44042</c:v>
                </c:pt>
                <c:pt idx="5369">
                  <c:v>44043</c:v>
                </c:pt>
                <c:pt idx="5370">
                  <c:v>44046</c:v>
                </c:pt>
                <c:pt idx="5371">
                  <c:v>44047</c:v>
                </c:pt>
                <c:pt idx="5372">
                  <c:v>44048</c:v>
                </c:pt>
                <c:pt idx="5373">
                  <c:v>44049</c:v>
                </c:pt>
                <c:pt idx="5374">
                  <c:v>44050</c:v>
                </c:pt>
                <c:pt idx="5375">
                  <c:v>44053</c:v>
                </c:pt>
                <c:pt idx="5376">
                  <c:v>44054</c:v>
                </c:pt>
                <c:pt idx="5377">
                  <c:v>44055</c:v>
                </c:pt>
                <c:pt idx="5378">
                  <c:v>44056</c:v>
                </c:pt>
                <c:pt idx="5379">
                  <c:v>44057</c:v>
                </c:pt>
                <c:pt idx="5380">
                  <c:v>44060</c:v>
                </c:pt>
                <c:pt idx="5381">
                  <c:v>44061</c:v>
                </c:pt>
                <c:pt idx="5382">
                  <c:v>44062</c:v>
                </c:pt>
                <c:pt idx="5383">
                  <c:v>44063</c:v>
                </c:pt>
                <c:pt idx="5384">
                  <c:v>44064</c:v>
                </c:pt>
                <c:pt idx="5385">
                  <c:v>44067</c:v>
                </c:pt>
                <c:pt idx="5386">
                  <c:v>44068</c:v>
                </c:pt>
                <c:pt idx="5387">
                  <c:v>44069</c:v>
                </c:pt>
                <c:pt idx="5388">
                  <c:v>44070</c:v>
                </c:pt>
                <c:pt idx="5389">
                  <c:v>44071</c:v>
                </c:pt>
                <c:pt idx="5390">
                  <c:v>44074</c:v>
                </c:pt>
                <c:pt idx="5391">
                  <c:v>44075</c:v>
                </c:pt>
                <c:pt idx="5392">
                  <c:v>44076</c:v>
                </c:pt>
                <c:pt idx="5393">
                  <c:v>44077</c:v>
                </c:pt>
                <c:pt idx="5394">
                  <c:v>44078</c:v>
                </c:pt>
                <c:pt idx="5395">
                  <c:v>44081</c:v>
                </c:pt>
                <c:pt idx="5396">
                  <c:v>44082</c:v>
                </c:pt>
                <c:pt idx="5397">
                  <c:v>44083</c:v>
                </c:pt>
                <c:pt idx="5398">
                  <c:v>44084</c:v>
                </c:pt>
                <c:pt idx="5399">
                  <c:v>44085</c:v>
                </c:pt>
                <c:pt idx="5400">
                  <c:v>44088</c:v>
                </c:pt>
                <c:pt idx="5401">
                  <c:v>44089</c:v>
                </c:pt>
                <c:pt idx="5402">
                  <c:v>44090</c:v>
                </c:pt>
                <c:pt idx="5403">
                  <c:v>44091</c:v>
                </c:pt>
                <c:pt idx="5404">
                  <c:v>44092</c:v>
                </c:pt>
                <c:pt idx="5405">
                  <c:v>44095</c:v>
                </c:pt>
                <c:pt idx="5406">
                  <c:v>44096</c:v>
                </c:pt>
                <c:pt idx="5407">
                  <c:v>44097</c:v>
                </c:pt>
                <c:pt idx="5408">
                  <c:v>44098</c:v>
                </c:pt>
                <c:pt idx="5409">
                  <c:v>44099</c:v>
                </c:pt>
                <c:pt idx="5410">
                  <c:v>44102</c:v>
                </c:pt>
                <c:pt idx="5411">
                  <c:v>44103</c:v>
                </c:pt>
                <c:pt idx="5412">
                  <c:v>44104</c:v>
                </c:pt>
                <c:pt idx="5413">
                  <c:v>44105</c:v>
                </c:pt>
                <c:pt idx="5414">
                  <c:v>44106</c:v>
                </c:pt>
                <c:pt idx="5415">
                  <c:v>44109</c:v>
                </c:pt>
                <c:pt idx="5416">
                  <c:v>44110</c:v>
                </c:pt>
                <c:pt idx="5417">
                  <c:v>44111</c:v>
                </c:pt>
                <c:pt idx="5418">
                  <c:v>44112</c:v>
                </c:pt>
                <c:pt idx="5419">
                  <c:v>44113</c:v>
                </c:pt>
                <c:pt idx="5420">
                  <c:v>44116</c:v>
                </c:pt>
                <c:pt idx="5421">
                  <c:v>44117</c:v>
                </c:pt>
                <c:pt idx="5422">
                  <c:v>44118</c:v>
                </c:pt>
                <c:pt idx="5423">
                  <c:v>44119</c:v>
                </c:pt>
                <c:pt idx="5424">
                  <c:v>44120</c:v>
                </c:pt>
                <c:pt idx="5425">
                  <c:v>44123</c:v>
                </c:pt>
                <c:pt idx="5426">
                  <c:v>44124</c:v>
                </c:pt>
                <c:pt idx="5427">
                  <c:v>44125</c:v>
                </c:pt>
                <c:pt idx="5428">
                  <c:v>44126</c:v>
                </c:pt>
                <c:pt idx="5429">
                  <c:v>44127</c:v>
                </c:pt>
                <c:pt idx="5430">
                  <c:v>44130</c:v>
                </c:pt>
                <c:pt idx="5431">
                  <c:v>44131</c:v>
                </c:pt>
                <c:pt idx="5432">
                  <c:v>44132</c:v>
                </c:pt>
                <c:pt idx="5433">
                  <c:v>44133</c:v>
                </c:pt>
                <c:pt idx="5434">
                  <c:v>44134</c:v>
                </c:pt>
                <c:pt idx="5435">
                  <c:v>44137</c:v>
                </c:pt>
                <c:pt idx="5436">
                  <c:v>44138</c:v>
                </c:pt>
                <c:pt idx="5437">
                  <c:v>44139</c:v>
                </c:pt>
                <c:pt idx="5438">
                  <c:v>44140</c:v>
                </c:pt>
                <c:pt idx="5439">
                  <c:v>44141</c:v>
                </c:pt>
                <c:pt idx="5440">
                  <c:v>44144</c:v>
                </c:pt>
                <c:pt idx="5441">
                  <c:v>44145</c:v>
                </c:pt>
                <c:pt idx="5442">
                  <c:v>44146</c:v>
                </c:pt>
                <c:pt idx="5443">
                  <c:v>44147</c:v>
                </c:pt>
                <c:pt idx="5444">
                  <c:v>44148</c:v>
                </c:pt>
                <c:pt idx="5445">
                  <c:v>44151</c:v>
                </c:pt>
                <c:pt idx="5446">
                  <c:v>44152</c:v>
                </c:pt>
                <c:pt idx="5447">
                  <c:v>44153</c:v>
                </c:pt>
                <c:pt idx="5448">
                  <c:v>44154</c:v>
                </c:pt>
                <c:pt idx="5449">
                  <c:v>44155</c:v>
                </c:pt>
                <c:pt idx="5450">
                  <c:v>44158</c:v>
                </c:pt>
                <c:pt idx="5451">
                  <c:v>44159</c:v>
                </c:pt>
                <c:pt idx="5452">
                  <c:v>44160</c:v>
                </c:pt>
                <c:pt idx="5453">
                  <c:v>44161</c:v>
                </c:pt>
                <c:pt idx="5454">
                  <c:v>44162</c:v>
                </c:pt>
                <c:pt idx="5455">
                  <c:v>44165</c:v>
                </c:pt>
                <c:pt idx="5456">
                  <c:v>44166</c:v>
                </c:pt>
                <c:pt idx="5457">
                  <c:v>44167</c:v>
                </c:pt>
                <c:pt idx="5458">
                  <c:v>44168</c:v>
                </c:pt>
                <c:pt idx="5459">
                  <c:v>44169</c:v>
                </c:pt>
                <c:pt idx="5460">
                  <c:v>44172</c:v>
                </c:pt>
                <c:pt idx="5461">
                  <c:v>44173</c:v>
                </c:pt>
                <c:pt idx="5462">
                  <c:v>44174</c:v>
                </c:pt>
                <c:pt idx="5463">
                  <c:v>44175</c:v>
                </c:pt>
                <c:pt idx="5464">
                  <c:v>44176</c:v>
                </c:pt>
                <c:pt idx="5465">
                  <c:v>44179</c:v>
                </c:pt>
                <c:pt idx="5466">
                  <c:v>44180</c:v>
                </c:pt>
                <c:pt idx="5467">
                  <c:v>44181</c:v>
                </c:pt>
                <c:pt idx="5468">
                  <c:v>44182</c:v>
                </c:pt>
                <c:pt idx="5469">
                  <c:v>44183</c:v>
                </c:pt>
                <c:pt idx="5470">
                  <c:v>44186</c:v>
                </c:pt>
                <c:pt idx="5471">
                  <c:v>44187</c:v>
                </c:pt>
                <c:pt idx="5472">
                  <c:v>44188</c:v>
                </c:pt>
                <c:pt idx="5473">
                  <c:v>44189</c:v>
                </c:pt>
                <c:pt idx="5474">
                  <c:v>44190</c:v>
                </c:pt>
                <c:pt idx="5475">
                  <c:v>44193</c:v>
                </c:pt>
                <c:pt idx="5476">
                  <c:v>44194</c:v>
                </c:pt>
                <c:pt idx="5477">
                  <c:v>44195</c:v>
                </c:pt>
                <c:pt idx="5478">
                  <c:v>44196</c:v>
                </c:pt>
                <c:pt idx="5479">
                  <c:v>44197</c:v>
                </c:pt>
                <c:pt idx="5480">
                  <c:v>44200</c:v>
                </c:pt>
                <c:pt idx="5481">
                  <c:v>44201</c:v>
                </c:pt>
                <c:pt idx="5482">
                  <c:v>44202</c:v>
                </c:pt>
                <c:pt idx="5483">
                  <c:v>44203</c:v>
                </c:pt>
                <c:pt idx="5484">
                  <c:v>44204</c:v>
                </c:pt>
                <c:pt idx="5485">
                  <c:v>44207</c:v>
                </c:pt>
                <c:pt idx="5486">
                  <c:v>44208</c:v>
                </c:pt>
                <c:pt idx="5487">
                  <c:v>44209</c:v>
                </c:pt>
                <c:pt idx="5488">
                  <c:v>44210</c:v>
                </c:pt>
                <c:pt idx="5489">
                  <c:v>44211</c:v>
                </c:pt>
                <c:pt idx="5490">
                  <c:v>44214</c:v>
                </c:pt>
                <c:pt idx="5491">
                  <c:v>44215</c:v>
                </c:pt>
                <c:pt idx="5492">
                  <c:v>44216</c:v>
                </c:pt>
                <c:pt idx="5493">
                  <c:v>44217</c:v>
                </c:pt>
                <c:pt idx="5494">
                  <c:v>44218</c:v>
                </c:pt>
                <c:pt idx="5495">
                  <c:v>44221</c:v>
                </c:pt>
                <c:pt idx="5496">
                  <c:v>44222</c:v>
                </c:pt>
                <c:pt idx="5497">
                  <c:v>44223</c:v>
                </c:pt>
                <c:pt idx="5498">
                  <c:v>44224</c:v>
                </c:pt>
                <c:pt idx="5499">
                  <c:v>44225</c:v>
                </c:pt>
                <c:pt idx="5500">
                  <c:v>44228</c:v>
                </c:pt>
                <c:pt idx="5501">
                  <c:v>44229</c:v>
                </c:pt>
                <c:pt idx="5502">
                  <c:v>44230</c:v>
                </c:pt>
                <c:pt idx="5503">
                  <c:v>44231</c:v>
                </c:pt>
                <c:pt idx="5504">
                  <c:v>44232</c:v>
                </c:pt>
                <c:pt idx="5505">
                  <c:v>44235</c:v>
                </c:pt>
                <c:pt idx="5506">
                  <c:v>44236</c:v>
                </c:pt>
                <c:pt idx="5507">
                  <c:v>44237</c:v>
                </c:pt>
                <c:pt idx="5508">
                  <c:v>44238</c:v>
                </c:pt>
                <c:pt idx="5509">
                  <c:v>44239</c:v>
                </c:pt>
                <c:pt idx="5510">
                  <c:v>44242</c:v>
                </c:pt>
                <c:pt idx="5511">
                  <c:v>44243</c:v>
                </c:pt>
                <c:pt idx="5512">
                  <c:v>44244</c:v>
                </c:pt>
                <c:pt idx="5513">
                  <c:v>44245</c:v>
                </c:pt>
                <c:pt idx="5514">
                  <c:v>44246</c:v>
                </c:pt>
                <c:pt idx="5515">
                  <c:v>44249</c:v>
                </c:pt>
                <c:pt idx="5516">
                  <c:v>44250</c:v>
                </c:pt>
                <c:pt idx="5517">
                  <c:v>44251</c:v>
                </c:pt>
                <c:pt idx="5518">
                  <c:v>44252</c:v>
                </c:pt>
                <c:pt idx="5519">
                  <c:v>44253</c:v>
                </c:pt>
                <c:pt idx="5520">
                  <c:v>44256</c:v>
                </c:pt>
                <c:pt idx="5521">
                  <c:v>44257</c:v>
                </c:pt>
                <c:pt idx="5522">
                  <c:v>44258</c:v>
                </c:pt>
                <c:pt idx="5523">
                  <c:v>44259</c:v>
                </c:pt>
                <c:pt idx="5524">
                  <c:v>44260</c:v>
                </c:pt>
                <c:pt idx="5525">
                  <c:v>44263</c:v>
                </c:pt>
                <c:pt idx="5526">
                  <c:v>44264</c:v>
                </c:pt>
                <c:pt idx="5527">
                  <c:v>44265</c:v>
                </c:pt>
                <c:pt idx="5528">
                  <c:v>44266</c:v>
                </c:pt>
                <c:pt idx="5529">
                  <c:v>44267</c:v>
                </c:pt>
                <c:pt idx="5530">
                  <c:v>44270</c:v>
                </c:pt>
                <c:pt idx="5531">
                  <c:v>44271</c:v>
                </c:pt>
                <c:pt idx="5532">
                  <c:v>44272</c:v>
                </c:pt>
                <c:pt idx="5533">
                  <c:v>44273</c:v>
                </c:pt>
                <c:pt idx="5534">
                  <c:v>44274</c:v>
                </c:pt>
                <c:pt idx="5535">
                  <c:v>44277</c:v>
                </c:pt>
                <c:pt idx="5536">
                  <c:v>44278</c:v>
                </c:pt>
                <c:pt idx="5537">
                  <c:v>44279</c:v>
                </c:pt>
                <c:pt idx="5538">
                  <c:v>44280</c:v>
                </c:pt>
                <c:pt idx="5539">
                  <c:v>44281</c:v>
                </c:pt>
                <c:pt idx="5540">
                  <c:v>44284</c:v>
                </c:pt>
                <c:pt idx="5541">
                  <c:v>44285</c:v>
                </c:pt>
                <c:pt idx="5542">
                  <c:v>44286</c:v>
                </c:pt>
                <c:pt idx="5543">
                  <c:v>44287</c:v>
                </c:pt>
                <c:pt idx="5544">
                  <c:v>44288</c:v>
                </c:pt>
                <c:pt idx="5545">
                  <c:v>44291</c:v>
                </c:pt>
                <c:pt idx="5546">
                  <c:v>44292</c:v>
                </c:pt>
                <c:pt idx="5547">
                  <c:v>44293</c:v>
                </c:pt>
                <c:pt idx="5548">
                  <c:v>44294</c:v>
                </c:pt>
                <c:pt idx="5549">
                  <c:v>44295</c:v>
                </c:pt>
                <c:pt idx="5550">
                  <c:v>44298</c:v>
                </c:pt>
                <c:pt idx="5551">
                  <c:v>44299</c:v>
                </c:pt>
                <c:pt idx="5552">
                  <c:v>44300</c:v>
                </c:pt>
                <c:pt idx="5553">
                  <c:v>44301</c:v>
                </c:pt>
                <c:pt idx="5554">
                  <c:v>44302</c:v>
                </c:pt>
                <c:pt idx="5555">
                  <c:v>44305</c:v>
                </c:pt>
                <c:pt idx="5556">
                  <c:v>44306</c:v>
                </c:pt>
                <c:pt idx="5557">
                  <c:v>44307</c:v>
                </c:pt>
                <c:pt idx="5558">
                  <c:v>44308</c:v>
                </c:pt>
                <c:pt idx="5559">
                  <c:v>44309</c:v>
                </c:pt>
                <c:pt idx="5560">
                  <c:v>44312</c:v>
                </c:pt>
                <c:pt idx="5561">
                  <c:v>44313</c:v>
                </c:pt>
                <c:pt idx="5562">
                  <c:v>44314</c:v>
                </c:pt>
                <c:pt idx="5563">
                  <c:v>44315</c:v>
                </c:pt>
                <c:pt idx="5564">
                  <c:v>44316</c:v>
                </c:pt>
                <c:pt idx="5565">
                  <c:v>44319</c:v>
                </c:pt>
                <c:pt idx="5566">
                  <c:v>44320</c:v>
                </c:pt>
                <c:pt idx="5567">
                  <c:v>44321</c:v>
                </c:pt>
                <c:pt idx="5568">
                  <c:v>44322</c:v>
                </c:pt>
                <c:pt idx="5569">
                  <c:v>44323</c:v>
                </c:pt>
                <c:pt idx="5570">
                  <c:v>44326</c:v>
                </c:pt>
                <c:pt idx="5571">
                  <c:v>44327</c:v>
                </c:pt>
                <c:pt idx="5572">
                  <c:v>44328</c:v>
                </c:pt>
                <c:pt idx="5573">
                  <c:v>44329</c:v>
                </c:pt>
                <c:pt idx="5574">
                  <c:v>44330</c:v>
                </c:pt>
                <c:pt idx="5575">
                  <c:v>44333</c:v>
                </c:pt>
                <c:pt idx="5576">
                  <c:v>44334</c:v>
                </c:pt>
                <c:pt idx="5577">
                  <c:v>44335</c:v>
                </c:pt>
                <c:pt idx="5578">
                  <c:v>44336</c:v>
                </c:pt>
                <c:pt idx="5579">
                  <c:v>44337</c:v>
                </c:pt>
                <c:pt idx="5580">
                  <c:v>44340</c:v>
                </c:pt>
                <c:pt idx="5581">
                  <c:v>44341</c:v>
                </c:pt>
                <c:pt idx="5582">
                  <c:v>44342</c:v>
                </c:pt>
                <c:pt idx="5583">
                  <c:v>44343</c:v>
                </c:pt>
                <c:pt idx="5584">
                  <c:v>44344</c:v>
                </c:pt>
                <c:pt idx="5585">
                  <c:v>44347</c:v>
                </c:pt>
                <c:pt idx="5586">
                  <c:v>44348</c:v>
                </c:pt>
                <c:pt idx="5587">
                  <c:v>44349</c:v>
                </c:pt>
                <c:pt idx="5588">
                  <c:v>44350</c:v>
                </c:pt>
                <c:pt idx="5589">
                  <c:v>44351</c:v>
                </c:pt>
                <c:pt idx="5590">
                  <c:v>44354</c:v>
                </c:pt>
                <c:pt idx="5591">
                  <c:v>44355</c:v>
                </c:pt>
                <c:pt idx="5592">
                  <c:v>44356</c:v>
                </c:pt>
                <c:pt idx="5593">
                  <c:v>44357</c:v>
                </c:pt>
                <c:pt idx="5594">
                  <c:v>44358</c:v>
                </c:pt>
                <c:pt idx="5595">
                  <c:v>44361</c:v>
                </c:pt>
                <c:pt idx="5596">
                  <c:v>44362</c:v>
                </c:pt>
                <c:pt idx="5597">
                  <c:v>44363</c:v>
                </c:pt>
                <c:pt idx="5598">
                  <c:v>44364</c:v>
                </c:pt>
                <c:pt idx="5599">
                  <c:v>44365</c:v>
                </c:pt>
                <c:pt idx="5600">
                  <c:v>44368</c:v>
                </c:pt>
                <c:pt idx="5601">
                  <c:v>44369</c:v>
                </c:pt>
                <c:pt idx="5602">
                  <c:v>44370</c:v>
                </c:pt>
                <c:pt idx="5603">
                  <c:v>44371</c:v>
                </c:pt>
                <c:pt idx="5604">
                  <c:v>44372</c:v>
                </c:pt>
                <c:pt idx="5605">
                  <c:v>44375</c:v>
                </c:pt>
                <c:pt idx="5606">
                  <c:v>44376</c:v>
                </c:pt>
                <c:pt idx="5607">
                  <c:v>44377</c:v>
                </c:pt>
                <c:pt idx="5608">
                  <c:v>44378</c:v>
                </c:pt>
                <c:pt idx="5609">
                  <c:v>44379</c:v>
                </c:pt>
                <c:pt idx="5610">
                  <c:v>44382</c:v>
                </c:pt>
                <c:pt idx="5611">
                  <c:v>44383</c:v>
                </c:pt>
                <c:pt idx="5612">
                  <c:v>44384</c:v>
                </c:pt>
                <c:pt idx="5613">
                  <c:v>44385</c:v>
                </c:pt>
                <c:pt idx="5614">
                  <c:v>44386</c:v>
                </c:pt>
                <c:pt idx="5615">
                  <c:v>44389</c:v>
                </c:pt>
                <c:pt idx="5616">
                  <c:v>44390</c:v>
                </c:pt>
                <c:pt idx="5617">
                  <c:v>44391</c:v>
                </c:pt>
                <c:pt idx="5618">
                  <c:v>44392</c:v>
                </c:pt>
                <c:pt idx="5619">
                  <c:v>44393</c:v>
                </c:pt>
                <c:pt idx="5620">
                  <c:v>44396</c:v>
                </c:pt>
                <c:pt idx="5621">
                  <c:v>44397</c:v>
                </c:pt>
                <c:pt idx="5622">
                  <c:v>44398</c:v>
                </c:pt>
                <c:pt idx="5623">
                  <c:v>44399</c:v>
                </c:pt>
                <c:pt idx="5624">
                  <c:v>44400</c:v>
                </c:pt>
                <c:pt idx="5625">
                  <c:v>44403</c:v>
                </c:pt>
                <c:pt idx="5626">
                  <c:v>44404</c:v>
                </c:pt>
                <c:pt idx="5627">
                  <c:v>44405</c:v>
                </c:pt>
                <c:pt idx="5628">
                  <c:v>44406</c:v>
                </c:pt>
                <c:pt idx="5629">
                  <c:v>44407</c:v>
                </c:pt>
                <c:pt idx="5630">
                  <c:v>44410</c:v>
                </c:pt>
                <c:pt idx="5631">
                  <c:v>44411</c:v>
                </c:pt>
                <c:pt idx="5632">
                  <c:v>44412</c:v>
                </c:pt>
                <c:pt idx="5633">
                  <c:v>44413</c:v>
                </c:pt>
                <c:pt idx="5634">
                  <c:v>44414</c:v>
                </c:pt>
                <c:pt idx="5635">
                  <c:v>44417</c:v>
                </c:pt>
                <c:pt idx="5636">
                  <c:v>44418</c:v>
                </c:pt>
                <c:pt idx="5637">
                  <c:v>44419</c:v>
                </c:pt>
                <c:pt idx="5638">
                  <c:v>44420</c:v>
                </c:pt>
                <c:pt idx="5639">
                  <c:v>44421</c:v>
                </c:pt>
                <c:pt idx="5640">
                  <c:v>44424</c:v>
                </c:pt>
                <c:pt idx="5641">
                  <c:v>44425</c:v>
                </c:pt>
                <c:pt idx="5642">
                  <c:v>44426</c:v>
                </c:pt>
                <c:pt idx="5643">
                  <c:v>44427</c:v>
                </c:pt>
                <c:pt idx="5644">
                  <c:v>44428</c:v>
                </c:pt>
                <c:pt idx="5645">
                  <c:v>44431</c:v>
                </c:pt>
                <c:pt idx="5646">
                  <c:v>44432</c:v>
                </c:pt>
                <c:pt idx="5647">
                  <c:v>44433</c:v>
                </c:pt>
                <c:pt idx="5648">
                  <c:v>44434</c:v>
                </c:pt>
                <c:pt idx="5649">
                  <c:v>44435</c:v>
                </c:pt>
                <c:pt idx="5650">
                  <c:v>44438</c:v>
                </c:pt>
                <c:pt idx="5651">
                  <c:v>44439</c:v>
                </c:pt>
                <c:pt idx="5652">
                  <c:v>44440</c:v>
                </c:pt>
                <c:pt idx="5653">
                  <c:v>44441</c:v>
                </c:pt>
                <c:pt idx="5654">
                  <c:v>44442</c:v>
                </c:pt>
                <c:pt idx="5655">
                  <c:v>44445</c:v>
                </c:pt>
                <c:pt idx="5656">
                  <c:v>44446</c:v>
                </c:pt>
                <c:pt idx="5657">
                  <c:v>44447</c:v>
                </c:pt>
                <c:pt idx="5658">
                  <c:v>44448</c:v>
                </c:pt>
                <c:pt idx="5659">
                  <c:v>44449</c:v>
                </c:pt>
                <c:pt idx="5660">
                  <c:v>44452</c:v>
                </c:pt>
                <c:pt idx="5661">
                  <c:v>44453</c:v>
                </c:pt>
                <c:pt idx="5662">
                  <c:v>44454</c:v>
                </c:pt>
                <c:pt idx="5663">
                  <c:v>44455</c:v>
                </c:pt>
                <c:pt idx="5664">
                  <c:v>44456</c:v>
                </c:pt>
                <c:pt idx="5665">
                  <c:v>44459</c:v>
                </c:pt>
                <c:pt idx="5666">
                  <c:v>44460</c:v>
                </c:pt>
                <c:pt idx="5667">
                  <c:v>44461</c:v>
                </c:pt>
                <c:pt idx="5668">
                  <c:v>44462</c:v>
                </c:pt>
                <c:pt idx="5669">
                  <c:v>44463</c:v>
                </c:pt>
                <c:pt idx="5670">
                  <c:v>44466</c:v>
                </c:pt>
                <c:pt idx="5671">
                  <c:v>44467</c:v>
                </c:pt>
                <c:pt idx="5672">
                  <c:v>44468</c:v>
                </c:pt>
                <c:pt idx="5673">
                  <c:v>44469</c:v>
                </c:pt>
                <c:pt idx="5674">
                  <c:v>44470</c:v>
                </c:pt>
                <c:pt idx="5675">
                  <c:v>44473</c:v>
                </c:pt>
                <c:pt idx="5676">
                  <c:v>44474</c:v>
                </c:pt>
                <c:pt idx="5677">
                  <c:v>44475</c:v>
                </c:pt>
                <c:pt idx="5678">
                  <c:v>44476</c:v>
                </c:pt>
                <c:pt idx="5679">
                  <c:v>44477</c:v>
                </c:pt>
                <c:pt idx="5680">
                  <c:v>44480</c:v>
                </c:pt>
                <c:pt idx="5681">
                  <c:v>44481</c:v>
                </c:pt>
                <c:pt idx="5682">
                  <c:v>44482</c:v>
                </c:pt>
                <c:pt idx="5683">
                  <c:v>44483</c:v>
                </c:pt>
                <c:pt idx="5684">
                  <c:v>44484</c:v>
                </c:pt>
                <c:pt idx="5685">
                  <c:v>44487</c:v>
                </c:pt>
                <c:pt idx="5686">
                  <c:v>44488</c:v>
                </c:pt>
                <c:pt idx="5687">
                  <c:v>44489</c:v>
                </c:pt>
                <c:pt idx="5688">
                  <c:v>44490</c:v>
                </c:pt>
                <c:pt idx="5689">
                  <c:v>44491</c:v>
                </c:pt>
                <c:pt idx="5690">
                  <c:v>44494</c:v>
                </c:pt>
                <c:pt idx="5691">
                  <c:v>44495</c:v>
                </c:pt>
                <c:pt idx="5692">
                  <c:v>44496</c:v>
                </c:pt>
                <c:pt idx="5693">
                  <c:v>44497</c:v>
                </c:pt>
                <c:pt idx="5694">
                  <c:v>44498</c:v>
                </c:pt>
                <c:pt idx="5695">
                  <c:v>44501</c:v>
                </c:pt>
                <c:pt idx="5696">
                  <c:v>44502</c:v>
                </c:pt>
                <c:pt idx="5697">
                  <c:v>44503</c:v>
                </c:pt>
                <c:pt idx="5698">
                  <c:v>44504</c:v>
                </c:pt>
                <c:pt idx="5699">
                  <c:v>44505</c:v>
                </c:pt>
                <c:pt idx="5700">
                  <c:v>44508</c:v>
                </c:pt>
                <c:pt idx="5701">
                  <c:v>44509</c:v>
                </c:pt>
                <c:pt idx="5702">
                  <c:v>44510</c:v>
                </c:pt>
                <c:pt idx="5703">
                  <c:v>44511</c:v>
                </c:pt>
                <c:pt idx="5704">
                  <c:v>44512</c:v>
                </c:pt>
                <c:pt idx="5705">
                  <c:v>44515</c:v>
                </c:pt>
                <c:pt idx="5706">
                  <c:v>44516</c:v>
                </c:pt>
                <c:pt idx="5707">
                  <c:v>44517</c:v>
                </c:pt>
                <c:pt idx="5708">
                  <c:v>44518</c:v>
                </c:pt>
                <c:pt idx="5709">
                  <c:v>44519</c:v>
                </c:pt>
                <c:pt idx="5710">
                  <c:v>44522</c:v>
                </c:pt>
                <c:pt idx="5711">
                  <c:v>44523</c:v>
                </c:pt>
                <c:pt idx="5712">
                  <c:v>44524</c:v>
                </c:pt>
                <c:pt idx="5713">
                  <c:v>44525</c:v>
                </c:pt>
                <c:pt idx="5714">
                  <c:v>44526</c:v>
                </c:pt>
                <c:pt idx="5715">
                  <c:v>44529</c:v>
                </c:pt>
                <c:pt idx="5716">
                  <c:v>44530</c:v>
                </c:pt>
                <c:pt idx="5717">
                  <c:v>44531</c:v>
                </c:pt>
                <c:pt idx="5718">
                  <c:v>44532</c:v>
                </c:pt>
                <c:pt idx="5719">
                  <c:v>44533</c:v>
                </c:pt>
                <c:pt idx="5720">
                  <c:v>44536</c:v>
                </c:pt>
                <c:pt idx="5721">
                  <c:v>44537</c:v>
                </c:pt>
                <c:pt idx="5722">
                  <c:v>44538</c:v>
                </c:pt>
                <c:pt idx="5723">
                  <c:v>44539</c:v>
                </c:pt>
                <c:pt idx="5724">
                  <c:v>44540</c:v>
                </c:pt>
                <c:pt idx="5725">
                  <c:v>44543</c:v>
                </c:pt>
                <c:pt idx="5726">
                  <c:v>44544</c:v>
                </c:pt>
                <c:pt idx="5727">
                  <c:v>44545</c:v>
                </c:pt>
                <c:pt idx="5728">
                  <c:v>44546</c:v>
                </c:pt>
                <c:pt idx="5729">
                  <c:v>44547</c:v>
                </c:pt>
                <c:pt idx="5730">
                  <c:v>44550</c:v>
                </c:pt>
                <c:pt idx="5731">
                  <c:v>44551</c:v>
                </c:pt>
                <c:pt idx="5732">
                  <c:v>44552</c:v>
                </c:pt>
                <c:pt idx="5733">
                  <c:v>44553</c:v>
                </c:pt>
                <c:pt idx="5734">
                  <c:v>44554</c:v>
                </c:pt>
                <c:pt idx="5735">
                  <c:v>44557</c:v>
                </c:pt>
                <c:pt idx="5736">
                  <c:v>44558</c:v>
                </c:pt>
                <c:pt idx="5737">
                  <c:v>44559</c:v>
                </c:pt>
                <c:pt idx="5738">
                  <c:v>44560</c:v>
                </c:pt>
                <c:pt idx="5739">
                  <c:v>44561</c:v>
                </c:pt>
                <c:pt idx="5740">
                  <c:v>44564</c:v>
                </c:pt>
                <c:pt idx="5741">
                  <c:v>44565</c:v>
                </c:pt>
                <c:pt idx="5742">
                  <c:v>44566</c:v>
                </c:pt>
                <c:pt idx="5743">
                  <c:v>44567</c:v>
                </c:pt>
                <c:pt idx="5744">
                  <c:v>44568</c:v>
                </c:pt>
                <c:pt idx="5745">
                  <c:v>44571</c:v>
                </c:pt>
                <c:pt idx="5746">
                  <c:v>44572</c:v>
                </c:pt>
                <c:pt idx="5747">
                  <c:v>44573</c:v>
                </c:pt>
                <c:pt idx="5748">
                  <c:v>44574</c:v>
                </c:pt>
                <c:pt idx="5749">
                  <c:v>44575</c:v>
                </c:pt>
                <c:pt idx="5750">
                  <c:v>44578</c:v>
                </c:pt>
                <c:pt idx="5751">
                  <c:v>44579</c:v>
                </c:pt>
                <c:pt idx="5752">
                  <c:v>44580</c:v>
                </c:pt>
                <c:pt idx="5753">
                  <c:v>44581</c:v>
                </c:pt>
                <c:pt idx="5754">
                  <c:v>44582</c:v>
                </c:pt>
                <c:pt idx="5755">
                  <c:v>44585</c:v>
                </c:pt>
                <c:pt idx="5756">
                  <c:v>44586</c:v>
                </c:pt>
                <c:pt idx="5757">
                  <c:v>44587</c:v>
                </c:pt>
                <c:pt idx="5758">
                  <c:v>44588</c:v>
                </c:pt>
                <c:pt idx="5759">
                  <c:v>44589</c:v>
                </c:pt>
                <c:pt idx="5760">
                  <c:v>44592</c:v>
                </c:pt>
                <c:pt idx="5761">
                  <c:v>44593</c:v>
                </c:pt>
                <c:pt idx="5762">
                  <c:v>44594</c:v>
                </c:pt>
                <c:pt idx="5763">
                  <c:v>44595</c:v>
                </c:pt>
                <c:pt idx="5764">
                  <c:v>44596</c:v>
                </c:pt>
                <c:pt idx="5765">
                  <c:v>44599</c:v>
                </c:pt>
                <c:pt idx="5766">
                  <c:v>44600</c:v>
                </c:pt>
                <c:pt idx="5767">
                  <c:v>44601</c:v>
                </c:pt>
                <c:pt idx="5768">
                  <c:v>44602</c:v>
                </c:pt>
                <c:pt idx="5769">
                  <c:v>44603</c:v>
                </c:pt>
                <c:pt idx="5770">
                  <c:v>44606</c:v>
                </c:pt>
                <c:pt idx="5771">
                  <c:v>44607</c:v>
                </c:pt>
                <c:pt idx="5772">
                  <c:v>44608</c:v>
                </c:pt>
                <c:pt idx="5773">
                  <c:v>44609</c:v>
                </c:pt>
                <c:pt idx="5774">
                  <c:v>44610</c:v>
                </c:pt>
                <c:pt idx="5775">
                  <c:v>44613</c:v>
                </c:pt>
                <c:pt idx="5776">
                  <c:v>44614</c:v>
                </c:pt>
                <c:pt idx="5777">
                  <c:v>44615</c:v>
                </c:pt>
                <c:pt idx="5778">
                  <c:v>44616</c:v>
                </c:pt>
                <c:pt idx="5779">
                  <c:v>44617</c:v>
                </c:pt>
                <c:pt idx="5780">
                  <c:v>44620</c:v>
                </c:pt>
                <c:pt idx="5781">
                  <c:v>44621</c:v>
                </c:pt>
                <c:pt idx="5782">
                  <c:v>44622</c:v>
                </c:pt>
                <c:pt idx="5783">
                  <c:v>44623</c:v>
                </c:pt>
                <c:pt idx="5784">
                  <c:v>44624</c:v>
                </c:pt>
                <c:pt idx="5785">
                  <c:v>44627</c:v>
                </c:pt>
                <c:pt idx="5786">
                  <c:v>44628</c:v>
                </c:pt>
                <c:pt idx="5787">
                  <c:v>44629</c:v>
                </c:pt>
                <c:pt idx="5788">
                  <c:v>44630</c:v>
                </c:pt>
                <c:pt idx="5789">
                  <c:v>44631</c:v>
                </c:pt>
                <c:pt idx="5790">
                  <c:v>44634</c:v>
                </c:pt>
                <c:pt idx="5791">
                  <c:v>44635</c:v>
                </c:pt>
                <c:pt idx="5792">
                  <c:v>44636</c:v>
                </c:pt>
                <c:pt idx="5793">
                  <c:v>44637</c:v>
                </c:pt>
                <c:pt idx="5794">
                  <c:v>44638</c:v>
                </c:pt>
                <c:pt idx="5795">
                  <c:v>44641</c:v>
                </c:pt>
                <c:pt idx="5796">
                  <c:v>44642</c:v>
                </c:pt>
                <c:pt idx="5797">
                  <c:v>44643</c:v>
                </c:pt>
                <c:pt idx="5798">
                  <c:v>44644</c:v>
                </c:pt>
                <c:pt idx="5799">
                  <c:v>44645</c:v>
                </c:pt>
                <c:pt idx="5800">
                  <c:v>44648</c:v>
                </c:pt>
                <c:pt idx="5801">
                  <c:v>44649</c:v>
                </c:pt>
                <c:pt idx="5802">
                  <c:v>44650</c:v>
                </c:pt>
                <c:pt idx="5803">
                  <c:v>44651</c:v>
                </c:pt>
                <c:pt idx="5804">
                  <c:v>44652</c:v>
                </c:pt>
                <c:pt idx="5805">
                  <c:v>44655</c:v>
                </c:pt>
                <c:pt idx="5806">
                  <c:v>44656</c:v>
                </c:pt>
                <c:pt idx="5807">
                  <c:v>44657</c:v>
                </c:pt>
                <c:pt idx="5808">
                  <c:v>44658</c:v>
                </c:pt>
                <c:pt idx="5809">
                  <c:v>44659</c:v>
                </c:pt>
                <c:pt idx="5810">
                  <c:v>44662</c:v>
                </c:pt>
                <c:pt idx="5811">
                  <c:v>44663</c:v>
                </c:pt>
                <c:pt idx="5812">
                  <c:v>44664</c:v>
                </c:pt>
                <c:pt idx="5813">
                  <c:v>44665</c:v>
                </c:pt>
                <c:pt idx="5814">
                  <c:v>44666</c:v>
                </c:pt>
                <c:pt idx="5815">
                  <c:v>44669</c:v>
                </c:pt>
                <c:pt idx="5816">
                  <c:v>44670</c:v>
                </c:pt>
                <c:pt idx="5817">
                  <c:v>44671</c:v>
                </c:pt>
                <c:pt idx="5818">
                  <c:v>44672</c:v>
                </c:pt>
                <c:pt idx="5819">
                  <c:v>44673</c:v>
                </c:pt>
                <c:pt idx="5820">
                  <c:v>44676</c:v>
                </c:pt>
                <c:pt idx="5821">
                  <c:v>44677</c:v>
                </c:pt>
                <c:pt idx="5822">
                  <c:v>44678</c:v>
                </c:pt>
                <c:pt idx="5823">
                  <c:v>44679</c:v>
                </c:pt>
                <c:pt idx="5824">
                  <c:v>44680</c:v>
                </c:pt>
                <c:pt idx="5825">
                  <c:v>44683</c:v>
                </c:pt>
                <c:pt idx="5826">
                  <c:v>44684</c:v>
                </c:pt>
                <c:pt idx="5827">
                  <c:v>44685</c:v>
                </c:pt>
                <c:pt idx="5828">
                  <c:v>44686</c:v>
                </c:pt>
                <c:pt idx="5829">
                  <c:v>44687</c:v>
                </c:pt>
                <c:pt idx="5830">
                  <c:v>44690</c:v>
                </c:pt>
                <c:pt idx="5831">
                  <c:v>44691</c:v>
                </c:pt>
                <c:pt idx="5832">
                  <c:v>44692</c:v>
                </c:pt>
                <c:pt idx="5833">
                  <c:v>44693</c:v>
                </c:pt>
                <c:pt idx="5834">
                  <c:v>44694</c:v>
                </c:pt>
                <c:pt idx="5835">
                  <c:v>44697</c:v>
                </c:pt>
                <c:pt idx="5836">
                  <c:v>44698</c:v>
                </c:pt>
                <c:pt idx="5837">
                  <c:v>44699</c:v>
                </c:pt>
                <c:pt idx="5838">
                  <c:v>44700</c:v>
                </c:pt>
                <c:pt idx="5839">
                  <c:v>44701</c:v>
                </c:pt>
                <c:pt idx="5840">
                  <c:v>44704</c:v>
                </c:pt>
                <c:pt idx="5841">
                  <c:v>44705</c:v>
                </c:pt>
                <c:pt idx="5842">
                  <c:v>44706</c:v>
                </c:pt>
                <c:pt idx="5843">
                  <c:v>44707</c:v>
                </c:pt>
                <c:pt idx="5844">
                  <c:v>44708</c:v>
                </c:pt>
                <c:pt idx="5845">
                  <c:v>44711</c:v>
                </c:pt>
                <c:pt idx="5846">
                  <c:v>44712</c:v>
                </c:pt>
                <c:pt idx="5847">
                  <c:v>44713</c:v>
                </c:pt>
                <c:pt idx="5848">
                  <c:v>44714</c:v>
                </c:pt>
                <c:pt idx="5849">
                  <c:v>44715</c:v>
                </c:pt>
                <c:pt idx="5850">
                  <c:v>44718</c:v>
                </c:pt>
                <c:pt idx="5851">
                  <c:v>44719</c:v>
                </c:pt>
                <c:pt idx="5852">
                  <c:v>44720</c:v>
                </c:pt>
                <c:pt idx="5853">
                  <c:v>44721</c:v>
                </c:pt>
                <c:pt idx="5854">
                  <c:v>44722</c:v>
                </c:pt>
                <c:pt idx="5855">
                  <c:v>44725</c:v>
                </c:pt>
                <c:pt idx="5856">
                  <c:v>44726</c:v>
                </c:pt>
                <c:pt idx="5857">
                  <c:v>44727</c:v>
                </c:pt>
                <c:pt idx="5858">
                  <c:v>44728</c:v>
                </c:pt>
                <c:pt idx="5859">
                  <c:v>44729</c:v>
                </c:pt>
                <c:pt idx="5860">
                  <c:v>44732</c:v>
                </c:pt>
                <c:pt idx="5861">
                  <c:v>44733</c:v>
                </c:pt>
                <c:pt idx="5862">
                  <c:v>44734</c:v>
                </c:pt>
                <c:pt idx="5863">
                  <c:v>44735</c:v>
                </c:pt>
                <c:pt idx="5864">
                  <c:v>44736</c:v>
                </c:pt>
                <c:pt idx="5865">
                  <c:v>44739</c:v>
                </c:pt>
                <c:pt idx="5866">
                  <c:v>44740</c:v>
                </c:pt>
                <c:pt idx="5867">
                  <c:v>44741</c:v>
                </c:pt>
                <c:pt idx="5868">
                  <c:v>44742</c:v>
                </c:pt>
                <c:pt idx="5869">
                  <c:v>44743</c:v>
                </c:pt>
                <c:pt idx="5870">
                  <c:v>44746</c:v>
                </c:pt>
                <c:pt idx="5871">
                  <c:v>44747</c:v>
                </c:pt>
                <c:pt idx="5872">
                  <c:v>44748</c:v>
                </c:pt>
                <c:pt idx="5873">
                  <c:v>44749</c:v>
                </c:pt>
                <c:pt idx="5874">
                  <c:v>44750</c:v>
                </c:pt>
                <c:pt idx="5875">
                  <c:v>44753</c:v>
                </c:pt>
                <c:pt idx="5876">
                  <c:v>44754</c:v>
                </c:pt>
                <c:pt idx="5877">
                  <c:v>44755</c:v>
                </c:pt>
                <c:pt idx="5878">
                  <c:v>44756</c:v>
                </c:pt>
                <c:pt idx="5879">
                  <c:v>44757</c:v>
                </c:pt>
                <c:pt idx="5880">
                  <c:v>44760</c:v>
                </c:pt>
                <c:pt idx="5881">
                  <c:v>44761</c:v>
                </c:pt>
                <c:pt idx="5882">
                  <c:v>44762</c:v>
                </c:pt>
                <c:pt idx="5883">
                  <c:v>44763</c:v>
                </c:pt>
                <c:pt idx="5884">
                  <c:v>44764</c:v>
                </c:pt>
                <c:pt idx="5885">
                  <c:v>44767</c:v>
                </c:pt>
                <c:pt idx="5886">
                  <c:v>44768</c:v>
                </c:pt>
                <c:pt idx="5887">
                  <c:v>44769</c:v>
                </c:pt>
                <c:pt idx="5888">
                  <c:v>44770</c:v>
                </c:pt>
                <c:pt idx="5889">
                  <c:v>44771</c:v>
                </c:pt>
                <c:pt idx="5890">
                  <c:v>44774</c:v>
                </c:pt>
                <c:pt idx="5891">
                  <c:v>44775</c:v>
                </c:pt>
                <c:pt idx="5892">
                  <c:v>44776</c:v>
                </c:pt>
                <c:pt idx="5893">
                  <c:v>44777</c:v>
                </c:pt>
                <c:pt idx="5894">
                  <c:v>44778</c:v>
                </c:pt>
                <c:pt idx="5895">
                  <c:v>44781</c:v>
                </c:pt>
                <c:pt idx="5896">
                  <c:v>44782</c:v>
                </c:pt>
                <c:pt idx="5897">
                  <c:v>44783</c:v>
                </c:pt>
                <c:pt idx="5898">
                  <c:v>44784</c:v>
                </c:pt>
                <c:pt idx="5899">
                  <c:v>44785</c:v>
                </c:pt>
                <c:pt idx="5900">
                  <c:v>44788</c:v>
                </c:pt>
                <c:pt idx="5901">
                  <c:v>44789</c:v>
                </c:pt>
                <c:pt idx="5902">
                  <c:v>44790</c:v>
                </c:pt>
                <c:pt idx="5903">
                  <c:v>44791</c:v>
                </c:pt>
                <c:pt idx="5904">
                  <c:v>44792</c:v>
                </c:pt>
                <c:pt idx="5905">
                  <c:v>44795</c:v>
                </c:pt>
                <c:pt idx="5906">
                  <c:v>44796</c:v>
                </c:pt>
                <c:pt idx="5907">
                  <c:v>44797</c:v>
                </c:pt>
                <c:pt idx="5908">
                  <c:v>44798</c:v>
                </c:pt>
                <c:pt idx="5909">
                  <c:v>44799</c:v>
                </c:pt>
                <c:pt idx="5910">
                  <c:v>44802</c:v>
                </c:pt>
                <c:pt idx="5911">
                  <c:v>44803</c:v>
                </c:pt>
                <c:pt idx="5912">
                  <c:v>44804</c:v>
                </c:pt>
                <c:pt idx="5913">
                  <c:v>44805</c:v>
                </c:pt>
                <c:pt idx="5914">
                  <c:v>44806</c:v>
                </c:pt>
                <c:pt idx="5915">
                  <c:v>44809</c:v>
                </c:pt>
                <c:pt idx="5916">
                  <c:v>44810</c:v>
                </c:pt>
                <c:pt idx="5917">
                  <c:v>44811</c:v>
                </c:pt>
                <c:pt idx="5918">
                  <c:v>44812</c:v>
                </c:pt>
                <c:pt idx="5919">
                  <c:v>44813</c:v>
                </c:pt>
                <c:pt idx="5920">
                  <c:v>44816</c:v>
                </c:pt>
                <c:pt idx="5921">
                  <c:v>44817</c:v>
                </c:pt>
                <c:pt idx="5922">
                  <c:v>44818</c:v>
                </c:pt>
                <c:pt idx="5923">
                  <c:v>44819</c:v>
                </c:pt>
                <c:pt idx="5924">
                  <c:v>44820</c:v>
                </c:pt>
                <c:pt idx="5925">
                  <c:v>44823</c:v>
                </c:pt>
                <c:pt idx="5926">
                  <c:v>44824</c:v>
                </c:pt>
                <c:pt idx="5927">
                  <c:v>44825</c:v>
                </c:pt>
                <c:pt idx="5928">
                  <c:v>44826</c:v>
                </c:pt>
                <c:pt idx="5929">
                  <c:v>44827</c:v>
                </c:pt>
                <c:pt idx="5930">
                  <c:v>44830</c:v>
                </c:pt>
                <c:pt idx="5931">
                  <c:v>44831</c:v>
                </c:pt>
                <c:pt idx="5932">
                  <c:v>44832</c:v>
                </c:pt>
                <c:pt idx="5933">
                  <c:v>44833</c:v>
                </c:pt>
                <c:pt idx="5934">
                  <c:v>44834</c:v>
                </c:pt>
                <c:pt idx="5935">
                  <c:v>44837</c:v>
                </c:pt>
                <c:pt idx="5936">
                  <c:v>44838</c:v>
                </c:pt>
                <c:pt idx="5937">
                  <c:v>44839</c:v>
                </c:pt>
                <c:pt idx="5938">
                  <c:v>44840</c:v>
                </c:pt>
                <c:pt idx="5939">
                  <c:v>44841</c:v>
                </c:pt>
                <c:pt idx="5940">
                  <c:v>44844</c:v>
                </c:pt>
                <c:pt idx="5941">
                  <c:v>44845</c:v>
                </c:pt>
                <c:pt idx="5942">
                  <c:v>44846</c:v>
                </c:pt>
                <c:pt idx="5943">
                  <c:v>44847</c:v>
                </c:pt>
                <c:pt idx="5944">
                  <c:v>44848</c:v>
                </c:pt>
                <c:pt idx="5945">
                  <c:v>44851</c:v>
                </c:pt>
                <c:pt idx="5946">
                  <c:v>44852</c:v>
                </c:pt>
                <c:pt idx="5947">
                  <c:v>44853</c:v>
                </c:pt>
                <c:pt idx="5948">
                  <c:v>44854</c:v>
                </c:pt>
                <c:pt idx="5949">
                  <c:v>44855</c:v>
                </c:pt>
                <c:pt idx="5950">
                  <c:v>44858</c:v>
                </c:pt>
                <c:pt idx="5951">
                  <c:v>44859</c:v>
                </c:pt>
                <c:pt idx="5952">
                  <c:v>44860</c:v>
                </c:pt>
                <c:pt idx="5953">
                  <c:v>44861</c:v>
                </c:pt>
                <c:pt idx="5954">
                  <c:v>44862</c:v>
                </c:pt>
                <c:pt idx="5955">
                  <c:v>44865</c:v>
                </c:pt>
                <c:pt idx="5956">
                  <c:v>44866</c:v>
                </c:pt>
                <c:pt idx="5957">
                  <c:v>44867</c:v>
                </c:pt>
                <c:pt idx="5958">
                  <c:v>44868</c:v>
                </c:pt>
                <c:pt idx="5959">
                  <c:v>44869</c:v>
                </c:pt>
                <c:pt idx="5960">
                  <c:v>44872</c:v>
                </c:pt>
                <c:pt idx="5961">
                  <c:v>44873</c:v>
                </c:pt>
                <c:pt idx="5962">
                  <c:v>44874</c:v>
                </c:pt>
                <c:pt idx="5963">
                  <c:v>44875</c:v>
                </c:pt>
                <c:pt idx="5964">
                  <c:v>44876</c:v>
                </c:pt>
                <c:pt idx="5965">
                  <c:v>44879</c:v>
                </c:pt>
                <c:pt idx="5966">
                  <c:v>44880</c:v>
                </c:pt>
                <c:pt idx="5967">
                  <c:v>44881</c:v>
                </c:pt>
                <c:pt idx="5968">
                  <c:v>44882</c:v>
                </c:pt>
                <c:pt idx="5969">
                  <c:v>44883</c:v>
                </c:pt>
                <c:pt idx="5970">
                  <c:v>44886</c:v>
                </c:pt>
                <c:pt idx="5971">
                  <c:v>44887</c:v>
                </c:pt>
                <c:pt idx="5972">
                  <c:v>44888</c:v>
                </c:pt>
                <c:pt idx="5973">
                  <c:v>44889</c:v>
                </c:pt>
                <c:pt idx="5974">
                  <c:v>44890</c:v>
                </c:pt>
                <c:pt idx="5975">
                  <c:v>44893</c:v>
                </c:pt>
                <c:pt idx="5976">
                  <c:v>44894</c:v>
                </c:pt>
                <c:pt idx="5977">
                  <c:v>44895</c:v>
                </c:pt>
                <c:pt idx="5978">
                  <c:v>44896</c:v>
                </c:pt>
                <c:pt idx="5979">
                  <c:v>44897</c:v>
                </c:pt>
                <c:pt idx="5980">
                  <c:v>44900</c:v>
                </c:pt>
                <c:pt idx="5981">
                  <c:v>44901</c:v>
                </c:pt>
                <c:pt idx="5982">
                  <c:v>44902</c:v>
                </c:pt>
                <c:pt idx="5983">
                  <c:v>44903</c:v>
                </c:pt>
                <c:pt idx="5984">
                  <c:v>44904</c:v>
                </c:pt>
                <c:pt idx="5985">
                  <c:v>44907</c:v>
                </c:pt>
                <c:pt idx="5986">
                  <c:v>44908</c:v>
                </c:pt>
                <c:pt idx="5987">
                  <c:v>44909</c:v>
                </c:pt>
                <c:pt idx="5988">
                  <c:v>44910</c:v>
                </c:pt>
                <c:pt idx="5989">
                  <c:v>44911</c:v>
                </c:pt>
                <c:pt idx="5990">
                  <c:v>44914</c:v>
                </c:pt>
                <c:pt idx="5991">
                  <c:v>44915</c:v>
                </c:pt>
                <c:pt idx="5992">
                  <c:v>44916</c:v>
                </c:pt>
                <c:pt idx="5993">
                  <c:v>44917</c:v>
                </c:pt>
                <c:pt idx="5994">
                  <c:v>44918</c:v>
                </c:pt>
                <c:pt idx="5995">
                  <c:v>44921</c:v>
                </c:pt>
                <c:pt idx="5996">
                  <c:v>44922</c:v>
                </c:pt>
                <c:pt idx="5997">
                  <c:v>44923</c:v>
                </c:pt>
                <c:pt idx="5998">
                  <c:v>44924</c:v>
                </c:pt>
                <c:pt idx="5999">
                  <c:v>44925</c:v>
                </c:pt>
                <c:pt idx="6000">
                  <c:v>44928</c:v>
                </c:pt>
                <c:pt idx="6001">
                  <c:v>44929</c:v>
                </c:pt>
                <c:pt idx="6002">
                  <c:v>44930</c:v>
                </c:pt>
                <c:pt idx="6003">
                  <c:v>44931</c:v>
                </c:pt>
                <c:pt idx="6004">
                  <c:v>44932</c:v>
                </c:pt>
                <c:pt idx="6005">
                  <c:v>44935</c:v>
                </c:pt>
                <c:pt idx="6006">
                  <c:v>44936</c:v>
                </c:pt>
                <c:pt idx="6007">
                  <c:v>44937</c:v>
                </c:pt>
                <c:pt idx="6008">
                  <c:v>44938</c:v>
                </c:pt>
                <c:pt idx="6009">
                  <c:v>44939</c:v>
                </c:pt>
                <c:pt idx="6010">
                  <c:v>44942</c:v>
                </c:pt>
                <c:pt idx="6011">
                  <c:v>44943</c:v>
                </c:pt>
                <c:pt idx="6012">
                  <c:v>44944</c:v>
                </c:pt>
                <c:pt idx="6013">
                  <c:v>44945</c:v>
                </c:pt>
                <c:pt idx="6014">
                  <c:v>44946</c:v>
                </c:pt>
                <c:pt idx="6015">
                  <c:v>44949</c:v>
                </c:pt>
                <c:pt idx="6016">
                  <c:v>44950</c:v>
                </c:pt>
                <c:pt idx="6017">
                  <c:v>44951</c:v>
                </c:pt>
                <c:pt idx="6018">
                  <c:v>44952</c:v>
                </c:pt>
                <c:pt idx="6019">
                  <c:v>44953</c:v>
                </c:pt>
                <c:pt idx="6020">
                  <c:v>44956</c:v>
                </c:pt>
                <c:pt idx="6021">
                  <c:v>44957</c:v>
                </c:pt>
                <c:pt idx="6022">
                  <c:v>44958</c:v>
                </c:pt>
                <c:pt idx="6023">
                  <c:v>44959</c:v>
                </c:pt>
                <c:pt idx="6024">
                  <c:v>44960</c:v>
                </c:pt>
                <c:pt idx="6025">
                  <c:v>44963</c:v>
                </c:pt>
                <c:pt idx="6026">
                  <c:v>44964</c:v>
                </c:pt>
                <c:pt idx="6027">
                  <c:v>44965</c:v>
                </c:pt>
                <c:pt idx="6028">
                  <c:v>44966</c:v>
                </c:pt>
                <c:pt idx="6029">
                  <c:v>44967</c:v>
                </c:pt>
                <c:pt idx="6030">
                  <c:v>44970</c:v>
                </c:pt>
                <c:pt idx="6031">
                  <c:v>44971</c:v>
                </c:pt>
                <c:pt idx="6032">
                  <c:v>44972</c:v>
                </c:pt>
                <c:pt idx="6033">
                  <c:v>44973</c:v>
                </c:pt>
                <c:pt idx="6034">
                  <c:v>44974</c:v>
                </c:pt>
                <c:pt idx="6035">
                  <c:v>44977</c:v>
                </c:pt>
                <c:pt idx="6036">
                  <c:v>44978</c:v>
                </c:pt>
                <c:pt idx="6037">
                  <c:v>44979</c:v>
                </c:pt>
                <c:pt idx="6038">
                  <c:v>44980</c:v>
                </c:pt>
                <c:pt idx="6039">
                  <c:v>44981</c:v>
                </c:pt>
                <c:pt idx="6040">
                  <c:v>44984</c:v>
                </c:pt>
                <c:pt idx="6041">
                  <c:v>44985</c:v>
                </c:pt>
                <c:pt idx="6042">
                  <c:v>44986</c:v>
                </c:pt>
                <c:pt idx="6043">
                  <c:v>44987</c:v>
                </c:pt>
                <c:pt idx="6044">
                  <c:v>44988</c:v>
                </c:pt>
                <c:pt idx="6045">
                  <c:v>44991</c:v>
                </c:pt>
                <c:pt idx="6046">
                  <c:v>44992</c:v>
                </c:pt>
                <c:pt idx="6047">
                  <c:v>44993</c:v>
                </c:pt>
                <c:pt idx="6048">
                  <c:v>44994</c:v>
                </c:pt>
                <c:pt idx="6049">
                  <c:v>44995</c:v>
                </c:pt>
                <c:pt idx="6050">
                  <c:v>44998</c:v>
                </c:pt>
                <c:pt idx="6051">
                  <c:v>44999</c:v>
                </c:pt>
                <c:pt idx="6052">
                  <c:v>45000</c:v>
                </c:pt>
                <c:pt idx="6053">
                  <c:v>45001</c:v>
                </c:pt>
                <c:pt idx="6054">
                  <c:v>45002</c:v>
                </c:pt>
                <c:pt idx="6055">
                  <c:v>45005</c:v>
                </c:pt>
                <c:pt idx="6056">
                  <c:v>45006</c:v>
                </c:pt>
                <c:pt idx="6057">
                  <c:v>45007</c:v>
                </c:pt>
                <c:pt idx="6058">
                  <c:v>45008</c:v>
                </c:pt>
                <c:pt idx="6059">
                  <c:v>45009</c:v>
                </c:pt>
                <c:pt idx="6060">
                  <c:v>45012</c:v>
                </c:pt>
                <c:pt idx="6061">
                  <c:v>45013</c:v>
                </c:pt>
                <c:pt idx="6062">
                  <c:v>45014</c:v>
                </c:pt>
                <c:pt idx="6063">
                  <c:v>45015</c:v>
                </c:pt>
                <c:pt idx="6064">
                  <c:v>45016</c:v>
                </c:pt>
                <c:pt idx="6065">
                  <c:v>45019</c:v>
                </c:pt>
                <c:pt idx="6066">
                  <c:v>45020</c:v>
                </c:pt>
                <c:pt idx="6067">
                  <c:v>45021</c:v>
                </c:pt>
                <c:pt idx="6068">
                  <c:v>45022</c:v>
                </c:pt>
                <c:pt idx="6069">
                  <c:v>45023</c:v>
                </c:pt>
                <c:pt idx="6070">
                  <c:v>45026</c:v>
                </c:pt>
                <c:pt idx="6071">
                  <c:v>45027</c:v>
                </c:pt>
                <c:pt idx="6072">
                  <c:v>45028</c:v>
                </c:pt>
                <c:pt idx="6073">
                  <c:v>45029</c:v>
                </c:pt>
                <c:pt idx="6074">
                  <c:v>45030</c:v>
                </c:pt>
                <c:pt idx="6075">
                  <c:v>45033</c:v>
                </c:pt>
                <c:pt idx="6076">
                  <c:v>45034</c:v>
                </c:pt>
                <c:pt idx="6077">
                  <c:v>45035</c:v>
                </c:pt>
                <c:pt idx="6078">
                  <c:v>45036</c:v>
                </c:pt>
                <c:pt idx="6079">
                  <c:v>45037</c:v>
                </c:pt>
                <c:pt idx="6080">
                  <c:v>45040</c:v>
                </c:pt>
                <c:pt idx="6081">
                  <c:v>45041</c:v>
                </c:pt>
                <c:pt idx="6082">
                  <c:v>45042</c:v>
                </c:pt>
                <c:pt idx="6083">
                  <c:v>45043</c:v>
                </c:pt>
                <c:pt idx="6084">
                  <c:v>45044</c:v>
                </c:pt>
                <c:pt idx="6085">
                  <c:v>45047</c:v>
                </c:pt>
                <c:pt idx="6086">
                  <c:v>45048</c:v>
                </c:pt>
                <c:pt idx="6087">
                  <c:v>45049</c:v>
                </c:pt>
                <c:pt idx="6088">
                  <c:v>45050</c:v>
                </c:pt>
                <c:pt idx="6089">
                  <c:v>45051</c:v>
                </c:pt>
                <c:pt idx="6090">
                  <c:v>45054</c:v>
                </c:pt>
                <c:pt idx="6091">
                  <c:v>45055</c:v>
                </c:pt>
                <c:pt idx="6092">
                  <c:v>45056</c:v>
                </c:pt>
                <c:pt idx="6093">
                  <c:v>45057</c:v>
                </c:pt>
                <c:pt idx="6094">
                  <c:v>45058</c:v>
                </c:pt>
                <c:pt idx="6095">
                  <c:v>45061</c:v>
                </c:pt>
                <c:pt idx="6096">
                  <c:v>45062</c:v>
                </c:pt>
                <c:pt idx="6097">
                  <c:v>45063</c:v>
                </c:pt>
                <c:pt idx="6098">
                  <c:v>45064</c:v>
                </c:pt>
                <c:pt idx="6099">
                  <c:v>45065</c:v>
                </c:pt>
                <c:pt idx="6100">
                  <c:v>45068</c:v>
                </c:pt>
                <c:pt idx="6101">
                  <c:v>45069</c:v>
                </c:pt>
                <c:pt idx="6102">
                  <c:v>45070</c:v>
                </c:pt>
                <c:pt idx="6103">
                  <c:v>45071</c:v>
                </c:pt>
                <c:pt idx="6104">
                  <c:v>45072</c:v>
                </c:pt>
                <c:pt idx="6105">
                  <c:v>45075</c:v>
                </c:pt>
                <c:pt idx="6106">
                  <c:v>45076</c:v>
                </c:pt>
                <c:pt idx="6107">
                  <c:v>45077</c:v>
                </c:pt>
                <c:pt idx="6108">
                  <c:v>45078</c:v>
                </c:pt>
                <c:pt idx="6109">
                  <c:v>45079</c:v>
                </c:pt>
                <c:pt idx="6110">
                  <c:v>45082</c:v>
                </c:pt>
                <c:pt idx="6111">
                  <c:v>45083</c:v>
                </c:pt>
                <c:pt idx="6112">
                  <c:v>45084</c:v>
                </c:pt>
                <c:pt idx="6113">
                  <c:v>45085</c:v>
                </c:pt>
                <c:pt idx="6114">
                  <c:v>45086</c:v>
                </c:pt>
                <c:pt idx="6115">
                  <c:v>45089</c:v>
                </c:pt>
                <c:pt idx="6116">
                  <c:v>45090</c:v>
                </c:pt>
                <c:pt idx="6117">
                  <c:v>45091</c:v>
                </c:pt>
                <c:pt idx="6118">
                  <c:v>45092</c:v>
                </c:pt>
                <c:pt idx="6119">
                  <c:v>45093</c:v>
                </c:pt>
                <c:pt idx="6120">
                  <c:v>45096</c:v>
                </c:pt>
                <c:pt idx="6121">
                  <c:v>45097</c:v>
                </c:pt>
                <c:pt idx="6122">
                  <c:v>45098</c:v>
                </c:pt>
                <c:pt idx="6123">
                  <c:v>45099</c:v>
                </c:pt>
                <c:pt idx="6124">
                  <c:v>45100</c:v>
                </c:pt>
                <c:pt idx="6125">
                  <c:v>45103</c:v>
                </c:pt>
                <c:pt idx="6126">
                  <c:v>45104</c:v>
                </c:pt>
                <c:pt idx="6127">
                  <c:v>45105</c:v>
                </c:pt>
                <c:pt idx="6128">
                  <c:v>45106</c:v>
                </c:pt>
                <c:pt idx="6129">
                  <c:v>45107</c:v>
                </c:pt>
                <c:pt idx="6130">
                  <c:v>45110</c:v>
                </c:pt>
                <c:pt idx="6131">
                  <c:v>45111</c:v>
                </c:pt>
                <c:pt idx="6132">
                  <c:v>45112</c:v>
                </c:pt>
                <c:pt idx="6133">
                  <c:v>45113</c:v>
                </c:pt>
                <c:pt idx="6134">
                  <c:v>45114</c:v>
                </c:pt>
                <c:pt idx="6135">
                  <c:v>45117</c:v>
                </c:pt>
                <c:pt idx="6136">
                  <c:v>45118</c:v>
                </c:pt>
                <c:pt idx="6137">
                  <c:v>45119</c:v>
                </c:pt>
                <c:pt idx="6138">
                  <c:v>45120</c:v>
                </c:pt>
                <c:pt idx="6139">
                  <c:v>45121</c:v>
                </c:pt>
                <c:pt idx="6140">
                  <c:v>45124</c:v>
                </c:pt>
                <c:pt idx="6141">
                  <c:v>45125</c:v>
                </c:pt>
                <c:pt idx="6142">
                  <c:v>45126</c:v>
                </c:pt>
                <c:pt idx="6143">
                  <c:v>45127</c:v>
                </c:pt>
                <c:pt idx="6144">
                  <c:v>45128</c:v>
                </c:pt>
                <c:pt idx="6145">
                  <c:v>45131</c:v>
                </c:pt>
                <c:pt idx="6146">
                  <c:v>45132</c:v>
                </c:pt>
                <c:pt idx="6147">
                  <c:v>45133</c:v>
                </c:pt>
                <c:pt idx="6148">
                  <c:v>45134</c:v>
                </c:pt>
                <c:pt idx="6149">
                  <c:v>45135</c:v>
                </c:pt>
                <c:pt idx="6150">
                  <c:v>45138</c:v>
                </c:pt>
                <c:pt idx="6151">
                  <c:v>45139</c:v>
                </c:pt>
                <c:pt idx="6152">
                  <c:v>45140</c:v>
                </c:pt>
                <c:pt idx="6153">
                  <c:v>45141</c:v>
                </c:pt>
                <c:pt idx="6154">
                  <c:v>45142</c:v>
                </c:pt>
                <c:pt idx="6155">
                  <c:v>45145</c:v>
                </c:pt>
                <c:pt idx="6156">
                  <c:v>45146</c:v>
                </c:pt>
                <c:pt idx="6157">
                  <c:v>45147</c:v>
                </c:pt>
                <c:pt idx="6158">
                  <c:v>45148</c:v>
                </c:pt>
                <c:pt idx="6159">
                  <c:v>45149</c:v>
                </c:pt>
                <c:pt idx="6160">
                  <c:v>45152</c:v>
                </c:pt>
                <c:pt idx="6161">
                  <c:v>45153</c:v>
                </c:pt>
                <c:pt idx="6162">
                  <c:v>45154</c:v>
                </c:pt>
                <c:pt idx="6163">
                  <c:v>45155</c:v>
                </c:pt>
                <c:pt idx="6164">
                  <c:v>45156</c:v>
                </c:pt>
                <c:pt idx="6165">
                  <c:v>45159</c:v>
                </c:pt>
                <c:pt idx="6166">
                  <c:v>45160</c:v>
                </c:pt>
                <c:pt idx="6167">
                  <c:v>45161</c:v>
                </c:pt>
                <c:pt idx="6168">
                  <c:v>45162</c:v>
                </c:pt>
                <c:pt idx="6169">
                  <c:v>45163</c:v>
                </c:pt>
                <c:pt idx="6170">
                  <c:v>45166</c:v>
                </c:pt>
                <c:pt idx="6171">
                  <c:v>45167</c:v>
                </c:pt>
                <c:pt idx="6172">
                  <c:v>45168</c:v>
                </c:pt>
                <c:pt idx="6173">
                  <c:v>45169</c:v>
                </c:pt>
                <c:pt idx="6174">
                  <c:v>45170</c:v>
                </c:pt>
                <c:pt idx="6175">
                  <c:v>45173</c:v>
                </c:pt>
                <c:pt idx="6176">
                  <c:v>45174</c:v>
                </c:pt>
                <c:pt idx="6177">
                  <c:v>45175</c:v>
                </c:pt>
                <c:pt idx="6178">
                  <c:v>45176</c:v>
                </c:pt>
                <c:pt idx="6179">
                  <c:v>45177</c:v>
                </c:pt>
                <c:pt idx="6180">
                  <c:v>45180</c:v>
                </c:pt>
                <c:pt idx="6181">
                  <c:v>45181</c:v>
                </c:pt>
                <c:pt idx="6182">
                  <c:v>45182</c:v>
                </c:pt>
                <c:pt idx="6183">
                  <c:v>45183</c:v>
                </c:pt>
                <c:pt idx="6184">
                  <c:v>45184</c:v>
                </c:pt>
                <c:pt idx="6185">
                  <c:v>45187</c:v>
                </c:pt>
                <c:pt idx="6186">
                  <c:v>45188</c:v>
                </c:pt>
                <c:pt idx="6187">
                  <c:v>45189</c:v>
                </c:pt>
                <c:pt idx="6188">
                  <c:v>45190</c:v>
                </c:pt>
                <c:pt idx="6189">
                  <c:v>45191</c:v>
                </c:pt>
                <c:pt idx="6190">
                  <c:v>45194</c:v>
                </c:pt>
                <c:pt idx="6191">
                  <c:v>45195</c:v>
                </c:pt>
                <c:pt idx="6192">
                  <c:v>45196</c:v>
                </c:pt>
                <c:pt idx="6193">
                  <c:v>45197</c:v>
                </c:pt>
                <c:pt idx="6194">
                  <c:v>45198</c:v>
                </c:pt>
                <c:pt idx="6195">
                  <c:v>45201</c:v>
                </c:pt>
                <c:pt idx="6196">
                  <c:v>45202</c:v>
                </c:pt>
                <c:pt idx="6197">
                  <c:v>45203</c:v>
                </c:pt>
                <c:pt idx="6198">
                  <c:v>45204</c:v>
                </c:pt>
                <c:pt idx="6199">
                  <c:v>45205</c:v>
                </c:pt>
                <c:pt idx="6200">
                  <c:v>45208</c:v>
                </c:pt>
                <c:pt idx="6201">
                  <c:v>45209</c:v>
                </c:pt>
                <c:pt idx="6202">
                  <c:v>45210</c:v>
                </c:pt>
                <c:pt idx="6203">
                  <c:v>45211</c:v>
                </c:pt>
                <c:pt idx="6204">
                  <c:v>45212</c:v>
                </c:pt>
                <c:pt idx="6205">
                  <c:v>45215</c:v>
                </c:pt>
                <c:pt idx="6206">
                  <c:v>45216</c:v>
                </c:pt>
                <c:pt idx="6207">
                  <c:v>45217</c:v>
                </c:pt>
                <c:pt idx="6208">
                  <c:v>45218</c:v>
                </c:pt>
                <c:pt idx="6209">
                  <c:v>45219</c:v>
                </c:pt>
                <c:pt idx="6210">
                  <c:v>45222</c:v>
                </c:pt>
                <c:pt idx="6211">
                  <c:v>45223</c:v>
                </c:pt>
                <c:pt idx="6212">
                  <c:v>45224</c:v>
                </c:pt>
                <c:pt idx="6213">
                  <c:v>45225</c:v>
                </c:pt>
                <c:pt idx="6214">
                  <c:v>45226</c:v>
                </c:pt>
                <c:pt idx="6215">
                  <c:v>45229</c:v>
                </c:pt>
                <c:pt idx="6216">
                  <c:v>45230</c:v>
                </c:pt>
                <c:pt idx="6217">
                  <c:v>45231</c:v>
                </c:pt>
                <c:pt idx="6218">
                  <c:v>45232</c:v>
                </c:pt>
                <c:pt idx="6219">
                  <c:v>45233</c:v>
                </c:pt>
                <c:pt idx="6220">
                  <c:v>45236</c:v>
                </c:pt>
                <c:pt idx="6221">
                  <c:v>45237</c:v>
                </c:pt>
                <c:pt idx="6222">
                  <c:v>45238</c:v>
                </c:pt>
                <c:pt idx="6223">
                  <c:v>45239</c:v>
                </c:pt>
                <c:pt idx="6224">
                  <c:v>45240</c:v>
                </c:pt>
                <c:pt idx="6225">
                  <c:v>45243</c:v>
                </c:pt>
                <c:pt idx="6226">
                  <c:v>45244</c:v>
                </c:pt>
                <c:pt idx="6227">
                  <c:v>45245</c:v>
                </c:pt>
                <c:pt idx="6228">
                  <c:v>45246</c:v>
                </c:pt>
                <c:pt idx="6229">
                  <c:v>45247</c:v>
                </c:pt>
                <c:pt idx="6230">
                  <c:v>45250</c:v>
                </c:pt>
                <c:pt idx="6231">
                  <c:v>45251</c:v>
                </c:pt>
                <c:pt idx="6232">
                  <c:v>45252</c:v>
                </c:pt>
                <c:pt idx="6233">
                  <c:v>45253</c:v>
                </c:pt>
                <c:pt idx="6234">
                  <c:v>45254</c:v>
                </c:pt>
                <c:pt idx="6235">
                  <c:v>45257</c:v>
                </c:pt>
                <c:pt idx="6236">
                  <c:v>45258</c:v>
                </c:pt>
                <c:pt idx="6237">
                  <c:v>45259</c:v>
                </c:pt>
                <c:pt idx="6238">
                  <c:v>45260</c:v>
                </c:pt>
                <c:pt idx="6239">
                  <c:v>45261</c:v>
                </c:pt>
                <c:pt idx="6240">
                  <c:v>45264</c:v>
                </c:pt>
                <c:pt idx="6241">
                  <c:v>45265</c:v>
                </c:pt>
                <c:pt idx="6242">
                  <c:v>45266</c:v>
                </c:pt>
                <c:pt idx="6243">
                  <c:v>45267</c:v>
                </c:pt>
                <c:pt idx="6244">
                  <c:v>45268</c:v>
                </c:pt>
                <c:pt idx="6245">
                  <c:v>45271</c:v>
                </c:pt>
                <c:pt idx="6246">
                  <c:v>45272</c:v>
                </c:pt>
                <c:pt idx="6247">
                  <c:v>45273</c:v>
                </c:pt>
                <c:pt idx="6248">
                  <c:v>45274</c:v>
                </c:pt>
                <c:pt idx="6249">
                  <c:v>45275</c:v>
                </c:pt>
                <c:pt idx="6250">
                  <c:v>45278</c:v>
                </c:pt>
                <c:pt idx="6251">
                  <c:v>45279</c:v>
                </c:pt>
                <c:pt idx="6252">
                  <c:v>45280</c:v>
                </c:pt>
                <c:pt idx="6253">
                  <c:v>45281</c:v>
                </c:pt>
                <c:pt idx="6254">
                  <c:v>45282</c:v>
                </c:pt>
                <c:pt idx="6255">
                  <c:v>45285</c:v>
                </c:pt>
                <c:pt idx="6256">
                  <c:v>45286</c:v>
                </c:pt>
                <c:pt idx="6257">
                  <c:v>45287</c:v>
                </c:pt>
                <c:pt idx="6258">
                  <c:v>45288</c:v>
                </c:pt>
                <c:pt idx="6259">
                  <c:v>45289</c:v>
                </c:pt>
                <c:pt idx="6260">
                  <c:v>45292</c:v>
                </c:pt>
                <c:pt idx="6261">
                  <c:v>45293</c:v>
                </c:pt>
                <c:pt idx="6262">
                  <c:v>45294</c:v>
                </c:pt>
                <c:pt idx="6263">
                  <c:v>45295</c:v>
                </c:pt>
                <c:pt idx="6264">
                  <c:v>45296</c:v>
                </c:pt>
                <c:pt idx="6265">
                  <c:v>45299</c:v>
                </c:pt>
                <c:pt idx="6266">
                  <c:v>45300</c:v>
                </c:pt>
                <c:pt idx="6267">
                  <c:v>45301</c:v>
                </c:pt>
                <c:pt idx="6268">
                  <c:v>45302</c:v>
                </c:pt>
                <c:pt idx="6269">
                  <c:v>45303</c:v>
                </c:pt>
                <c:pt idx="6270">
                  <c:v>45306</c:v>
                </c:pt>
                <c:pt idx="6271">
                  <c:v>45307</c:v>
                </c:pt>
                <c:pt idx="6272">
                  <c:v>45308</c:v>
                </c:pt>
                <c:pt idx="6273">
                  <c:v>45309</c:v>
                </c:pt>
                <c:pt idx="6274">
                  <c:v>45310</c:v>
                </c:pt>
                <c:pt idx="6275">
                  <c:v>45313</c:v>
                </c:pt>
                <c:pt idx="6276">
                  <c:v>45314</c:v>
                </c:pt>
                <c:pt idx="6277">
                  <c:v>45315</c:v>
                </c:pt>
                <c:pt idx="6278">
                  <c:v>45316</c:v>
                </c:pt>
                <c:pt idx="6279">
                  <c:v>45317</c:v>
                </c:pt>
                <c:pt idx="6280">
                  <c:v>45320</c:v>
                </c:pt>
                <c:pt idx="6281">
                  <c:v>45321</c:v>
                </c:pt>
                <c:pt idx="6282">
                  <c:v>45322</c:v>
                </c:pt>
                <c:pt idx="6283">
                  <c:v>45323</c:v>
                </c:pt>
                <c:pt idx="6284">
                  <c:v>45324</c:v>
                </c:pt>
                <c:pt idx="6285">
                  <c:v>45327</c:v>
                </c:pt>
                <c:pt idx="6286">
                  <c:v>45328</c:v>
                </c:pt>
                <c:pt idx="6287">
                  <c:v>45329</c:v>
                </c:pt>
                <c:pt idx="6288">
                  <c:v>45330</c:v>
                </c:pt>
                <c:pt idx="6289">
                  <c:v>45331</c:v>
                </c:pt>
                <c:pt idx="6290">
                  <c:v>45334</c:v>
                </c:pt>
                <c:pt idx="6291">
                  <c:v>45335</c:v>
                </c:pt>
                <c:pt idx="6292">
                  <c:v>45336</c:v>
                </c:pt>
                <c:pt idx="6293">
                  <c:v>45337</c:v>
                </c:pt>
                <c:pt idx="6294">
                  <c:v>45338</c:v>
                </c:pt>
                <c:pt idx="6295">
                  <c:v>45341</c:v>
                </c:pt>
                <c:pt idx="6296">
                  <c:v>45342</c:v>
                </c:pt>
                <c:pt idx="6297">
                  <c:v>45343</c:v>
                </c:pt>
                <c:pt idx="6298">
                  <c:v>45344</c:v>
                </c:pt>
                <c:pt idx="6299">
                  <c:v>45345</c:v>
                </c:pt>
                <c:pt idx="6300">
                  <c:v>45348</c:v>
                </c:pt>
                <c:pt idx="6301">
                  <c:v>45349</c:v>
                </c:pt>
                <c:pt idx="6302">
                  <c:v>45350</c:v>
                </c:pt>
                <c:pt idx="6303">
                  <c:v>45351</c:v>
                </c:pt>
                <c:pt idx="6304">
                  <c:v>45352</c:v>
                </c:pt>
                <c:pt idx="6305">
                  <c:v>45355</c:v>
                </c:pt>
                <c:pt idx="6306">
                  <c:v>45356</c:v>
                </c:pt>
                <c:pt idx="6307">
                  <c:v>45357</c:v>
                </c:pt>
                <c:pt idx="6308">
                  <c:v>45358</c:v>
                </c:pt>
                <c:pt idx="6309">
                  <c:v>45359</c:v>
                </c:pt>
                <c:pt idx="6310">
                  <c:v>45362</c:v>
                </c:pt>
                <c:pt idx="6311">
                  <c:v>45363</c:v>
                </c:pt>
                <c:pt idx="6312">
                  <c:v>45364</c:v>
                </c:pt>
                <c:pt idx="6313">
                  <c:v>45365</c:v>
                </c:pt>
                <c:pt idx="6314">
                  <c:v>45366</c:v>
                </c:pt>
                <c:pt idx="6315">
                  <c:v>45369</c:v>
                </c:pt>
                <c:pt idx="6316">
                  <c:v>45370</c:v>
                </c:pt>
                <c:pt idx="6317">
                  <c:v>45371</c:v>
                </c:pt>
                <c:pt idx="6318">
                  <c:v>45372</c:v>
                </c:pt>
                <c:pt idx="6319">
                  <c:v>45373</c:v>
                </c:pt>
                <c:pt idx="6320">
                  <c:v>45376</c:v>
                </c:pt>
                <c:pt idx="6321">
                  <c:v>45377</c:v>
                </c:pt>
                <c:pt idx="6322">
                  <c:v>45378</c:v>
                </c:pt>
                <c:pt idx="6323">
                  <c:v>45379</c:v>
                </c:pt>
                <c:pt idx="6324">
                  <c:v>45380</c:v>
                </c:pt>
                <c:pt idx="6325">
                  <c:v>45383</c:v>
                </c:pt>
                <c:pt idx="6326">
                  <c:v>45384</c:v>
                </c:pt>
                <c:pt idx="6327">
                  <c:v>45385</c:v>
                </c:pt>
                <c:pt idx="6328">
                  <c:v>45386</c:v>
                </c:pt>
                <c:pt idx="6329">
                  <c:v>45387</c:v>
                </c:pt>
                <c:pt idx="6330">
                  <c:v>45390</c:v>
                </c:pt>
                <c:pt idx="6331">
                  <c:v>45391</c:v>
                </c:pt>
                <c:pt idx="6332">
                  <c:v>45392</c:v>
                </c:pt>
                <c:pt idx="6333">
                  <c:v>45393</c:v>
                </c:pt>
                <c:pt idx="6334">
                  <c:v>45394</c:v>
                </c:pt>
                <c:pt idx="6335">
                  <c:v>45397</c:v>
                </c:pt>
                <c:pt idx="6336">
                  <c:v>45398</c:v>
                </c:pt>
                <c:pt idx="6337">
                  <c:v>45399</c:v>
                </c:pt>
                <c:pt idx="6338">
                  <c:v>45400</c:v>
                </c:pt>
                <c:pt idx="6339">
                  <c:v>45401</c:v>
                </c:pt>
                <c:pt idx="6340">
                  <c:v>45404</c:v>
                </c:pt>
                <c:pt idx="6341">
                  <c:v>45405</c:v>
                </c:pt>
                <c:pt idx="6342">
                  <c:v>45406</c:v>
                </c:pt>
                <c:pt idx="6343">
                  <c:v>45407</c:v>
                </c:pt>
                <c:pt idx="6344">
                  <c:v>45408</c:v>
                </c:pt>
                <c:pt idx="6345">
                  <c:v>45411</c:v>
                </c:pt>
                <c:pt idx="6346">
                  <c:v>45412</c:v>
                </c:pt>
                <c:pt idx="6347">
                  <c:v>45413</c:v>
                </c:pt>
                <c:pt idx="6348">
                  <c:v>45414</c:v>
                </c:pt>
                <c:pt idx="6349">
                  <c:v>45415</c:v>
                </c:pt>
                <c:pt idx="6350">
                  <c:v>45418</c:v>
                </c:pt>
                <c:pt idx="6351">
                  <c:v>45419</c:v>
                </c:pt>
                <c:pt idx="6352">
                  <c:v>45420</c:v>
                </c:pt>
                <c:pt idx="6353">
                  <c:v>45421</c:v>
                </c:pt>
                <c:pt idx="6354">
                  <c:v>45422</c:v>
                </c:pt>
                <c:pt idx="6355">
                  <c:v>45425</c:v>
                </c:pt>
                <c:pt idx="6356">
                  <c:v>45426</c:v>
                </c:pt>
                <c:pt idx="6357">
                  <c:v>45427</c:v>
                </c:pt>
                <c:pt idx="6358">
                  <c:v>45428</c:v>
                </c:pt>
                <c:pt idx="6359">
                  <c:v>45429</c:v>
                </c:pt>
                <c:pt idx="6360">
                  <c:v>45432</c:v>
                </c:pt>
                <c:pt idx="6361">
                  <c:v>45433</c:v>
                </c:pt>
                <c:pt idx="6362">
                  <c:v>45434</c:v>
                </c:pt>
                <c:pt idx="6363">
                  <c:v>45435</c:v>
                </c:pt>
                <c:pt idx="6364">
                  <c:v>45436</c:v>
                </c:pt>
                <c:pt idx="6365">
                  <c:v>45439</c:v>
                </c:pt>
                <c:pt idx="6366">
                  <c:v>45440</c:v>
                </c:pt>
                <c:pt idx="6367">
                  <c:v>45441</c:v>
                </c:pt>
                <c:pt idx="6368">
                  <c:v>45442</c:v>
                </c:pt>
                <c:pt idx="6369">
                  <c:v>45443</c:v>
                </c:pt>
                <c:pt idx="6370">
                  <c:v>45446</c:v>
                </c:pt>
                <c:pt idx="6371">
                  <c:v>45447</c:v>
                </c:pt>
                <c:pt idx="6372">
                  <c:v>45448</c:v>
                </c:pt>
                <c:pt idx="6373">
                  <c:v>45449</c:v>
                </c:pt>
                <c:pt idx="6374">
                  <c:v>45450</c:v>
                </c:pt>
                <c:pt idx="6375">
                  <c:v>45453</c:v>
                </c:pt>
                <c:pt idx="6376">
                  <c:v>45454</c:v>
                </c:pt>
                <c:pt idx="6377">
                  <c:v>45455</c:v>
                </c:pt>
                <c:pt idx="6378">
                  <c:v>45456</c:v>
                </c:pt>
                <c:pt idx="6379">
                  <c:v>45457</c:v>
                </c:pt>
                <c:pt idx="6380">
                  <c:v>45460</c:v>
                </c:pt>
                <c:pt idx="6381">
                  <c:v>45461</c:v>
                </c:pt>
                <c:pt idx="6382">
                  <c:v>45462</c:v>
                </c:pt>
                <c:pt idx="6383">
                  <c:v>45463</c:v>
                </c:pt>
                <c:pt idx="6384">
                  <c:v>45464</c:v>
                </c:pt>
                <c:pt idx="6385">
                  <c:v>45467</c:v>
                </c:pt>
                <c:pt idx="6386">
                  <c:v>45468</c:v>
                </c:pt>
                <c:pt idx="6387">
                  <c:v>45469</c:v>
                </c:pt>
                <c:pt idx="6388">
                  <c:v>45470</c:v>
                </c:pt>
                <c:pt idx="6389">
                  <c:v>45471</c:v>
                </c:pt>
                <c:pt idx="6390">
                  <c:v>45474</c:v>
                </c:pt>
                <c:pt idx="6391">
                  <c:v>45475</c:v>
                </c:pt>
                <c:pt idx="6392">
                  <c:v>45476</c:v>
                </c:pt>
                <c:pt idx="6393">
                  <c:v>45477</c:v>
                </c:pt>
                <c:pt idx="6394">
                  <c:v>45478</c:v>
                </c:pt>
                <c:pt idx="6395">
                  <c:v>45481</c:v>
                </c:pt>
                <c:pt idx="6396">
                  <c:v>45482</c:v>
                </c:pt>
                <c:pt idx="6397">
                  <c:v>45483</c:v>
                </c:pt>
                <c:pt idx="6398">
                  <c:v>45484</c:v>
                </c:pt>
                <c:pt idx="6399">
                  <c:v>45485</c:v>
                </c:pt>
                <c:pt idx="6400">
                  <c:v>45488</c:v>
                </c:pt>
                <c:pt idx="6401">
                  <c:v>45489</c:v>
                </c:pt>
                <c:pt idx="6402">
                  <c:v>45490</c:v>
                </c:pt>
                <c:pt idx="6403">
                  <c:v>45491</c:v>
                </c:pt>
                <c:pt idx="6404">
                  <c:v>45492</c:v>
                </c:pt>
                <c:pt idx="6405">
                  <c:v>45495</c:v>
                </c:pt>
                <c:pt idx="6406">
                  <c:v>45496</c:v>
                </c:pt>
                <c:pt idx="6407">
                  <c:v>45497</c:v>
                </c:pt>
                <c:pt idx="6408">
                  <c:v>45498</c:v>
                </c:pt>
                <c:pt idx="6409">
                  <c:v>45499</c:v>
                </c:pt>
                <c:pt idx="6410">
                  <c:v>45502</c:v>
                </c:pt>
                <c:pt idx="6411">
                  <c:v>45503</c:v>
                </c:pt>
                <c:pt idx="6412">
                  <c:v>45504</c:v>
                </c:pt>
                <c:pt idx="6413">
                  <c:v>45505</c:v>
                </c:pt>
                <c:pt idx="6414">
                  <c:v>45506</c:v>
                </c:pt>
                <c:pt idx="6415">
                  <c:v>45509</c:v>
                </c:pt>
                <c:pt idx="6416">
                  <c:v>45510</c:v>
                </c:pt>
                <c:pt idx="6417">
                  <c:v>45511</c:v>
                </c:pt>
                <c:pt idx="6418">
                  <c:v>45512</c:v>
                </c:pt>
                <c:pt idx="6419">
                  <c:v>45513</c:v>
                </c:pt>
                <c:pt idx="6420">
                  <c:v>45516</c:v>
                </c:pt>
                <c:pt idx="6421">
                  <c:v>45517</c:v>
                </c:pt>
                <c:pt idx="6422">
                  <c:v>45518</c:v>
                </c:pt>
                <c:pt idx="6423">
                  <c:v>45519</c:v>
                </c:pt>
                <c:pt idx="6424">
                  <c:v>45520</c:v>
                </c:pt>
                <c:pt idx="6425">
                  <c:v>45523</c:v>
                </c:pt>
                <c:pt idx="6426">
                  <c:v>45524</c:v>
                </c:pt>
                <c:pt idx="6427">
                  <c:v>45525</c:v>
                </c:pt>
                <c:pt idx="6428">
                  <c:v>45526</c:v>
                </c:pt>
                <c:pt idx="6429">
                  <c:v>45527</c:v>
                </c:pt>
                <c:pt idx="6430">
                  <c:v>45530</c:v>
                </c:pt>
                <c:pt idx="6431">
                  <c:v>45531</c:v>
                </c:pt>
                <c:pt idx="6432">
                  <c:v>45532</c:v>
                </c:pt>
                <c:pt idx="6433">
                  <c:v>45533</c:v>
                </c:pt>
                <c:pt idx="6434">
                  <c:v>45534</c:v>
                </c:pt>
                <c:pt idx="6435">
                  <c:v>45537</c:v>
                </c:pt>
                <c:pt idx="6436">
                  <c:v>45538</c:v>
                </c:pt>
                <c:pt idx="6437">
                  <c:v>45539</c:v>
                </c:pt>
                <c:pt idx="6438">
                  <c:v>45540</c:v>
                </c:pt>
                <c:pt idx="6439">
                  <c:v>45541</c:v>
                </c:pt>
                <c:pt idx="6440">
                  <c:v>45544</c:v>
                </c:pt>
                <c:pt idx="6441">
                  <c:v>45545</c:v>
                </c:pt>
                <c:pt idx="6442">
                  <c:v>45546</c:v>
                </c:pt>
                <c:pt idx="6443">
                  <c:v>45547</c:v>
                </c:pt>
                <c:pt idx="6444">
                  <c:v>45548</c:v>
                </c:pt>
                <c:pt idx="6445">
                  <c:v>45551</c:v>
                </c:pt>
                <c:pt idx="6446">
                  <c:v>45552</c:v>
                </c:pt>
                <c:pt idx="6447">
                  <c:v>45553</c:v>
                </c:pt>
                <c:pt idx="6448">
                  <c:v>45554</c:v>
                </c:pt>
                <c:pt idx="6449">
                  <c:v>45555</c:v>
                </c:pt>
                <c:pt idx="6450">
                  <c:v>45558</c:v>
                </c:pt>
                <c:pt idx="6451">
                  <c:v>45559</c:v>
                </c:pt>
                <c:pt idx="6452">
                  <c:v>45560</c:v>
                </c:pt>
                <c:pt idx="6453">
                  <c:v>45561</c:v>
                </c:pt>
                <c:pt idx="6454">
                  <c:v>45562</c:v>
                </c:pt>
                <c:pt idx="6455">
                  <c:v>45565</c:v>
                </c:pt>
                <c:pt idx="6456">
                  <c:v>45566</c:v>
                </c:pt>
                <c:pt idx="6457">
                  <c:v>45567</c:v>
                </c:pt>
                <c:pt idx="6458">
                  <c:v>45568</c:v>
                </c:pt>
                <c:pt idx="6459">
                  <c:v>45569</c:v>
                </c:pt>
                <c:pt idx="6460">
                  <c:v>45572</c:v>
                </c:pt>
                <c:pt idx="6461">
                  <c:v>45573</c:v>
                </c:pt>
                <c:pt idx="6462">
                  <c:v>45574</c:v>
                </c:pt>
                <c:pt idx="6463">
                  <c:v>45575</c:v>
                </c:pt>
                <c:pt idx="6464">
                  <c:v>45576</c:v>
                </c:pt>
                <c:pt idx="6465">
                  <c:v>45579</c:v>
                </c:pt>
                <c:pt idx="6466">
                  <c:v>45580</c:v>
                </c:pt>
                <c:pt idx="6467">
                  <c:v>45581</c:v>
                </c:pt>
                <c:pt idx="6468">
                  <c:v>45582</c:v>
                </c:pt>
                <c:pt idx="6469">
                  <c:v>45583</c:v>
                </c:pt>
                <c:pt idx="6470">
                  <c:v>45586</c:v>
                </c:pt>
                <c:pt idx="6471">
                  <c:v>45587</c:v>
                </c:pt>
                <c:pt idx="6472">
                  <c:v>45588</c:v>
                </c:pt>
                <c:pt idx="6473">
                  <c:v>45589</c:v>
                </c:pt>
                <c:pt idx="6474">
                  <c:v>45590</c:v>
                </c:pt>
                <c:pt idx="6475">
                  <c:v>45593</c:v>
                </c:pt>
                <c:pt idx="6476">
                  <c:v>45594</c:v>
                </c:pt>
                <c:pt idx="6477">
                  <c:v>45595</c:v>
                </c:pt>
                <c:pt idx="6478">
                  <c:v>45596</c:v>
                </c:pt>
                <c:pt idx="6479">
                  <c:v>45597</c:v>
                </c:pt>
                <c:pt idx="6480">
                  <c:v>45600</c:v>
                </c:pt>
                <c:pt idx="6481">
                  <c:v>45601</c:v>
                </c:pt>
                <c:pt idx="6482">
                  <c:v>45602</c:v>
                </c:pt>
                <c:pt idx="6483">
                  <c:v>45603</c:v>
                </c:pt>
                <c:pt idx="6484">
                  <c:v>45604</c:v>
                </c:pt>
                <c:pt idx="6485">
                  <c:v>45607</c:v>
                </c:pt>
                <c:pt idx="6486">
                  <c:v>45608</c:v>
                </c:pt>
                <c:pt idx="6487">
                  <c:v>45609</c:v>
                </c:pt>
                <c:pt idx="6488">
                  <c:v>45610</c:v>
                </c:pt>
                <c:pt idx="6489">
                  <c:v>45611</c:v>
                </c:pt>
                <c:pt idx="6490">
                  <c:v>45614</c:v>
                </c:pt>
                <c:pt idx="6491">
                  <c:v>45615</c:v>
                </c:pt>
                <c:pt idx="6492">
                  <c:v>45616</c:v>
                </c:pt>
                <c:pt idx="6493">
                  <c:v>45617</c:v>
                </c:pt>
                <c:pt idx="6494">
                  <c:v>45618</c:v>
                </c:pt>
                <c:pt idx="6495">
                  <c:v>45621</c:v>
                </c:pt>
                <c:pt idx="6496">
                  <c:v>45622</c:v>
                </c:pt>
                <c:pt idx="6497">
                  <c:v>45623</c:v>
                </c:pt>
                <c:pt idx="6498">
                  <c:v>45624</c:v>
                </c:pt>
                <c:pt idx="6499">
                  <c:v>45625</c:v>
                </c:pt>
                <c:pt idx="6500">
                  <c:v>45628</c:v>
                </c:pt>
                <c:pt idx="6501">
                  <c:v>45629</c:v>
                </c:pt>
                <c:pt idx="6502">
                  <c:v>45630</c:v>
                </c:pt>
                <c:pt idx="6503">
                  <c:v>45631</c:v>
                </c:pt>
                <c:pt idx="6504">
                  <c:v>45632</c:v>
                </c:pt>
                <c:pt idx="6505">
                  <c:v>45635</c:v>
                </c:pt>
                <c:pt idx="6506">
                  <c:v>45636</c:v>
                </c:pt>
                <c:pt idx="6507">
                  <c:v>45637</c:v>
                </c:pt>
                <c:pt idx="6508">
                  <c:v>45638</c:v>
                </c:pt>
                <c:pt idx="6509">
                  <c:v>45639</c:v>
                </c:pt>
                <c:pt idx="6510">
                  <c:v>45642</c:v>
                </c:pt>
                <c:pt idx="6511">
                  <c:v>45643</c:v>
                </c:pt>
                <c:pt idx="6512">
                  <c:v>45644</c:v>
                </c:pt>
                <c:pt idx="6513">
                  <c:v>45645</c:v>
                </c:pt>
                <c:pt idx="6514">
                  <c:v>45646</c:v>
                </c:pt>
                <c:pt idx="6515">
                  <c:v>45649</c:v>
                </c:pt>
                <c:pt idx="6516">
                  <c:v>45650</c:v>
                </c:pt>
                <c:pt idx="6517">
                  <c:v>45651</c:v>
                </c:pt>
                <c:pt idx="6518">
                  <c:v>45652</c:v>
                </c:pt>
                <c:pt idx="6519">
                  <c:v>45653</c:v>
                </c:pt>
                <c:pt idx="6520">
                  <c:v>45656</c:v>
                </c:pt>
                <c:pt idx="6521">
                  <c:v>45657</c:v>
                </c:pt>
                <c:pt idx="6522">
                  <c:v>45658</c:v>
                </c:pt>
                <c:pt idx="6523">
                  <c:v>45659</c:v>
                </c:pt>
                <c:pt idx="6524">
                  <c:v>45660</c:v>
                </c:pt>
                <c:pt idx="6525">
                  <c:v>45663</c:v>
                </c:pt>
                <c:pt idx="6526">
                  <c:v>45664</c:v>
                </c:pt>
                <c:pt idx="6527">
                  <c:v>45665</c:v>
                </c:pt>
                <c:pt idx="6528">
                  <c:v>45666</c:v>
                </c:pt>
                <c:pt idx="6529">
                  <c:v>45667</c:v>
                </c:pt>
                <c:pt idx="6530">
                  <c:v>45670</c:v>
                </c:pt>
                <c:pt idx="6531">
                  <c:v>45671</c:v>
                </c:pt>
                <c:pt idx="6532">
                  <c:v>45672</c:v>
                </c:pt>
                <c:pt idx="6533">
                  <c:v>45673</c:v>
                </c:pt>
                <c:pt idx="6534">
                  <c:v>45674</c:v>
                </c:pt>
                <c:pt idx="6535">
                  <c:v>45677</c:v>
                </c:pt>
                <c:pt idx="6536">
                  <c:v>45678</c:v>
                </c:pt>
                <c:pt idx="6537">
                  <c:v>45679</c:v>
                </c:pt>
                <c:pt idx="6538">
                  <c:v>45680</c:v>
                </c:pt>
                <c:pt idx="6539">
                  <c:v>45681</c:v>
                </c:pt>
                <c:pt idx="6540">
                  <c:v>45684</c:v>
                </c:pt>
                <c:pt idx="6541">
                  <c:v>45685</c:v>
                </c:pt>
                <c:pt idx="6542">
                  <c:v>45686</c:v>
                </c:pt>
                <c:pt idx="6543">
                  <c:v>45687</c:v>
                </c:pt>
                <c:pt idx="6544">
                  <c:v>45688</c:v>
                </c:pt>
                <c:pt idx="6545">
                  <c:v>45691</c:v>
                </c:pt>
                <c:pt idx="6546">
                  <c:v>45692</c:v>
                </c:pt>
                <c:pt idx="6547">
                  <c:v>45693</c:v>
                </c:pt>
                <c:pt idx="6548">
                  <c:v>45694</c:v>
                </c:pt>
                <c:pt idx="6549">
                  <c:v>45695</c:v>
                </c:pt>
                <c:pt idx="6550">
                  <c:v>45698</c:v>
                </c:pt>
                <c:pt idx="6551">
                  <c:v>45699</c:v>
                </c:pt>
                <c:pt idx="6552">
                  <c:v>45700</c:v>
                </c:pt>
                <c:pt idx="6553">
                  <c:v>45701</c:v>
                </c:pt>
                <c:pt idx="6554">
                  <c:v>45702</c:v>
                </c:pt>
                <c:pt idx="6555">
                  <c:v>45705</c:v>
                </c:pt>
                <c:pt idx="6556">
                  <c:v>45706</c:v>
                </c:pt>
                <c:pt idx="6557">
                  <c:v>45707</c:v>
                </c:pt>
                <c:pt idx="6558">
                  <c:v>45708</c:v>
                </c:pt>
                <c:pt idx="6559">
                  <c:v>45709</c:v>
                </c:pt>
                <c:pt idx="6560">
                  <c:v>45712</c:v>
                </c:pt>
                <c:pt idx="6561">
                  <c:v>45713</c:v>
                </c:pt>
                <c:pt idx="6562">
                  <c:v>45714</c:v>
                </c:pt>
                <c:pt idx="6563">
                  <c:v>45715</c:v>
                </c:pt>
                <c:pt idx="6564">
                  <c:v>45716</c:v>
                </c:pt>
                <c:pt idx="6565">
                  <c:v>45719</c:v>
                </c:pt>
                <c:pt idx="6566">
                  <c:v>45720</c:v>
                </c:pt>
                <c:pt idx="6567">
                  <c:v>45721</c:v>
                </c:pt>
                <c:pt idx="6568">
                  <c:v>45722</c:v>
                </c:pt>
                <c:pt idx="6569">
                  <c:v>45723</c:v>
                </c:pt>
                <c:pt idx="6570">
                  <c:v>45726</c:v>
                </c:pt>
                <c:pt idx="6571">
                  <c:v>45727</c:v>
                </c:pt>
                <c:pt idx="6572">
                  <c:v>45728</c:v>
                </c:pt>
                <c:pt idx="6573">
                  <c:v>45729</c:v>
                </c:pt>
                <c:pt idx="6574">
                  <c:v>45730</c:v>
                </c:pt>
                <c:pt idx="6575">
                  <c:v>45733</c:v>
                </c:pt>
                <c:pt idx="6576">
                  <c:v>45734</c:v>
                </c:pt>
                <c:pt idx="6577">
                  <c:v>45735</c:v>
                </c:pt>
                <c:pt idx="6578">
                  <c:v>45736</c:v>
                </c:pt>
                <c:pt idx="6579">
                  <c:v>45737</c:v>
                </c:pt>
                <c:pt idx="6580">
                  <c:v>45740</c:v>
                </c:pt>
                <c:pt idx="6581">
                  <c:v>45741</c:v>
                </c:pt>
                <c:pt idx="6582">
                  <c:v>45742</c:v>
                </c:pt>
                <c:pt idx="6583">
                  <c:v>45743</c:v>
                </c:pt>
                <c:pt idx="6584">
                  <c:v>45744</c:v>
                </c:pt>
                <c:pt idx="6585">
                  <c:v>45747</c:v>
                </c:pt>
                <c:pt idx="6586">
                  <c:v>45748</c:v>
                </c:pt>
                <c:pt idx="6587">
                  <c:v>45749</c:v>
                </c:pt>
                <c:pt idx="6588">
                  <c:v>45750</c:v>
                </c:pt>
                <c:pt idx="6589">
                  <c:v>45751</c:v>
                </c:pt>
                <c:pt idx="6590">
                  <c:v>45754</c:v>
                </c:pt>
                <c:pt idx="6591">
                  <c:v>45755</c:v>
                </c:pt>
                <c:pt idx="6592">
                  <c:v>45756</c:v>
                </c:pt>
                <c:pt idx="6593">
                  <c:v>45757</c:v>
                </c:pt>
                <c:pt idx="6594">
                  <c:v>45758</c:v>
                </c:pt>
                <c:pt idx="6595">
                  <c:v>45761</c:v>
                </c:pt>
                <c:pt idx="6596">
                  <c:v>45762</c:v>
                </c:pt>
                <c:pt idx="6597">
                  <c:v>45763</c:v>
                </c:pt>
                <c:pt idx="6598">
                  <c:v>45764</c:v>
                </c:pt>
                <c:pt idx="6599">
                  <c:v>45765</c:v>
                </c:pt>
                <c:pt idx="6600">
                  <c:v>45768</c:v>
                </c:pt>
                <c:pt idx="6601">
                  <c:v>45769</c:v>
                </c:pt>
                <c:pt idx="6602">
                  <c:v>45770</c:v>
                </c:pt>
                <c:pt idx="6603">
                  <c:v>45771</c:v>
                </c:pt>
                <c:pt idx="6604">
                  <c:v>45772</c:v>
                </c:pt>
                <c:pt idx="6605">
                  <c:v>45775</c:v>
                </c:pt>
                <c:pt idx="6606">
                  <c:v>45776</c:v>
                </c:pt>
                <c:pt idx="6607">
                  <c:v>45777</c:v>
                </c:pt>
                <c:pt idx="6608">
                  <c:v>45778</c:v>
                </c:pt>
                <c:pt idx="6609">
                  <c:v>45779</c:v>
                </c:pt>
                <c:pt idx="6610">
                  <c:v>45782</c:v>
                </c:pt>
                <c:pt idx="6611">
                  <c:v>45783</c:v>
                </c:pt>
                <c:pt idx="6612">
                  <c:v>45784</c:v>
                </c:pt>
                <c:pt idx="6613">
                  <c:v>45785</c:v>
                </c:pt>
                <c:pt idx="6614">
                  <c:v>45786</c:v>
                </c:pt>
                <c:pt idx="6615">
                  <c:v>45789</c:v>
                </c:pt>
                <c:pt idx="6616">
                  <c:v>45790</c:v>
                </c:pt>
                <c:pt idx="6617">
                  <c:v>45791</c:v>
                </c:pt>
                <c:pt idx="6618">
                  <c:v>45792</c:v>
                </c:pt>
                <c:pt idx="6619">
                  <c:v>45793</c:v>
                </c:pt>
                <c:pt idx="6620">
                  <c:v>45796</c:v>
                </c:pt>
                <c:pt idx="6621">
                  <c:v>45797</c:v>
                </c:pt>
                <c:pt idx="6622">
                  <c:v>45798</c:v>
                </c:pt>
                <c:pt idx="6623">
                  <c:v>45799</c:v>
                </c:pt>
                <c:pt idx="6624">
                  <c:v>45800</c:v>
                </c:pt>
                <c:pt idx="6625">
                  <c:v>45803</c:v>
                </c:pt>
                <c:pt idx="6626">
                  <c:v>45804</c:v>
                </c:pt>
                <c:pt idx="6627">
                  <c:v>45805</c:v>
                </c:pt>
                <c:pt idx="6628">
                  <c:v>45806</c:v>
                </c:pt>
                <c:pt idx="6629">
                  <c:v>45807</c:v>
                </c:pt>
                <c:pt idx="6630">
                  <c:v>45810</c:v>
                </c:pt>
                <c:pt idx="6631">
                  <c:v>45811</c:v>
                </c:pt>
                <c:pt idx="6632">
                  <c:v>45812</c:v>
                </c:pt>
                <c:pt idx="6633">
                  <c:v>45813</c:v>
                </c:pt>
                <c:pt idx="6634">
                  <c:v>45814</c:v>
                </c:pt>
                <c:pt idx="6635">
                  <c:v>45817</c:v>
                </c:pt>
                <c:pt idx="6636">
                  <c:v>45818</c:v>
                </c:pt>
                <c:pt idx="6637">
                  <c:v>45819</c:v>
                </c:pt>
                <c:pt idx="6638">
                  <c:v>45820</c:v>
                </c:pt>
                <c:pt idx="6639">
                  <c:v>45821</c:v>
                </c:pt>
                <c:pt idx="6640">
                  <c:v>45824</c:v>
                </c:pt>
                <c:pt idx="6641">
                  <c:v>45825</c:v>
                </c:pt>
                <c:pt idx="6642">
                  <c:v>45826</c:v>
                </c:pt>
                <c:pt idx="6643">
                  <c:v>45827</c:v>
                </c:pt>
                <c:pt idx="6644">
                  <c:v>45828</c:v>
                </c:pt>
                <c:pt idx="6645">
                  <c:v>45831</c:v>
                </c:pt>
                <c:pt idx="6646">
                  <c:v>45832</c:v>
                </c:pt>
                <c:pt idx="6647">
                  <c:v>45833</c:v>
                </c:pt>
                <c:pt idx="6648">
                  <c:v>45834</c:v>
                </c:pt>
                <c:pt idx="6649">
                  <c:v>45835</c:v>
                </c:pt>
                <c:pt idx="6650">
                  <c:v>45838</c:v>
                </c:pt>
                <c:pt idx="6651">
                  <c:v>45839</c:v>
                </c:pt>
                <c:pt idx="6652">
                  <c:v>45840</c:v>
                </c:pt>
                <c:pt idx="6653">
                  <c:v>45841</c:v>
                </c:pt>
                <c:pt idx="6654">
                  <c:v>45842</c:v>
                </c:pt>
                <c:pt idx="6655">
                  <c:v>45845</c:v>
                </c:pt>
                <c:pt idx="6656">
                  <c:v>45846</c:v>
                </c:pt>
                <c:pt idx="6657">
                  <c:v>45847</c:v>
                </c:pt>
                <c:pt idx="6658">
                  <c:v>45848</c:v>
                </c:pt>
                <c:pt idx="6659">
                  <c:v>45849</c:v>
                </c:pt>
                <c:pt idx="6660">
                  <c:v>45852</c:v>
                </c:pt>
                <c:pt idx="6661">
                  <c:v>45853</c:v>
                </c:pt>
                <c:pt idx="6662">
                  <c:v>45854</c:v>
                </c:pt>
                <c:pt idx="6663">
                  <c:v>45855</c:v>
                </c:pt>
                <c:pt idx="6664">
                  <c:v>45856</c:v>
                </c:pt>
                <c:pt idx="6665">
                  <c:v>45859</c:v>
                </c:pt>
                <c:pt idx="6666">
                  <c:v>45860</c:v>
                </c:pt>
                <c:pt idx="6667">
                  <c:v>45861</c:v>
                </c:pt>
                <c:pt idx="6668">
                  <c:v>45862</c:v>
                </c:pt>
                <c:pt idx="6669">
                  <c:v>45863</c:v>
                </c:pt>
                <c:pt idx="6670">
                  <c:v>45866</c:v>
                </c:pt>
                <c:pt idx="6671">
                  <c:v>45867</c:v>
                </c:pt>
                <c:pt idx="6672">
                  <c:v>45868</c:v>
                </c:pt>
                <c:pt idx="6673">
                  <c:v>45869</c:v>
                </c:pt>
                <c:pt idx="6674">
                  <c:v>45870</c:v>
                </c:pt>
                <c:pt idx="6675">
                  <c:v>45873</c:v>
                </c:pt>
                <c:pt idx="6676">
                  <c:v>45874</c:v>
                </c:pt>
                <c:pt idx="6677">
                  <c:v>45875</c:v>
                </c:pt>
                <c:pt idx="6678">
                  <c:v>45876</c:v>
                </c:pt>
                <c:pt idx="6679">
                  <c:v>45877</c:v>
                </c:pt>
                <c:pt idx="6680">
                  <c:v>45880</c:v>
                </c:pt>
                <c:pt idx="6681">
                  <c:v>45881</c:v>
                </c:pt>
                <c:pt idx="6682">
                  <c:v>45882</c:v>
                </c:pt>
                <c:pt idx="6683">
                  <c:v>45883</c:v>
                </c:pt>
                <c:pt idx="6684">
                  <c:v>45884</c:v>
                </c:pt>
                <c:pt idx="6685">
                  <c:v>45887</c:v>
                </c:pt>
                <c:pt idx="6686">
                  <c:v>45888</c:v>
                </c:pt>
                <c:pt idx="6687">
                  <c:v>45889</c:v>
                </c:pt>
                <c:pt idx="6688">
                  <c:v>45890</c:v>
                </c:pt>
                <c:pt idx="6689">
                  <c:v>45891</c:v>
                </c:pt>
                <c:pt idx="6690">
                  <c:v>45894</c:v>
                </c:pt>
                <c:pt idx="6691">
                  <c:v>45895</c:v>
                </c:pt>
                <c:pt idx="6692">
                  <c:v>45896</c:v>
                </c:pt>
                <c:pt idx="6693">
                  <c:v>45897</c:v>
                </c:pt>
                <c:pt idx="6694">
                  <c:v>45898</c:v>
                </c:pt>
                <c:pt idx="6695">
                  <c:v>45901</c:v>
                </c:pt>
                <c:pt idx="6696">
                  <c:v>45902</c:v>
                </c:pt>
                <c:pt idx="6697">
                  <c:v>45903</c:v>
                </c:pt>
                <c:pt idx="6698">
                  <c:v>45904</c:v>
                </c:pt>
                <c:pt idx="6699">
                  <c:v>45905</c:v>
                </c:pt>
                <c:pt idx="6700">
                  <c:v>45908</c:v>
                </c:pt>
                <c:pt idx="6701">
                  <c:v>45909</c:v>
                </c:pt>
                <c:pt idx="6702">
                  <c:v>45910</c:v>
                </c:pt>
                <c:pt idx="6703">
                  <c:v>45911</c:v>
                </c:pt>
                <c:pt idx="6704">
                  <c:v>45912</c:v>
                </c:pt>
                <c:pt idx="6705">
                  <c:v>45915</c:v>
                </c:pt>
                <c:pt idx="6706">
                  <c:v>45916</c:v>
                </c:pt>
                <c:pt idx="6707">
                  <c:v>45917</c:v>
                </c:pt>
                <c:pt idx="6708">
                  <c:v>45918</c:v>
                </c:pt>
                <c:pt idx="6709">
                  <c:v>45919</c:v>
                </c:pt>
                <c:pt idx="6710">
                  <c:v>45922</c:v>
                </c:pt>
                <c:pt idx="6711">
                  <c:v>45923</c:v>
                </c:pt>
                <c:pt idx="6712">
                  <c:v>45924</c:v>
                </c:pt>
                <c:pt idx="6713">
                  <c:v>45925</c:v>
                </c:pt>
                <c:pt idx="6714">
                  <c:v>45926</c:v>
                </c:pt>
                <c:pt idx="6715">
                  <c:v>45929</c:v>
                </c:pt>
                <c:pt idx="6716">
                  <c:v>45930</c:v>
                </c:pt>
                <c:pt idx="6717">
                  <c:v>45931</c:v>
                </c:pt>
                <c:pt idx="6718">
                  <c:v>45932</c:v>
                </c:pt>
                <c:pt idx="6719">
                  <c:v>45933</c:v>
                </c:pt>
                <c:pt idx="6720">
                  <c:v>45936</c:v>
                </c:pt>
                <c:pt idx="6721">
                  <c:v>45937</c:v>
                </c:pt>
                <c:pt idx="6722">
                  <c:v>45938</c:v>
                </c:pt>
                <c:pt idx="6723">
                  <c:v>45939</c:v>
                </c:pt>
                <c:pt idx="6724">
                  <c:v>45940</c:v>
                </c:pt>
                <c:pt idx="6725">
                  <c:v>45943</c:v>
                </c:pt>
                <c:pt idx="6726">
                  <c:v>45944</c:v>
                </c:pt>
                <c:pt idx="6727">
                  <c:v>45945</c:v>
                </c:pt>
                <c:pt idx="6728">
                  <c:v>45946</c:v>
                </c:pt>
                <c:pt idx="6729">
                  <c:v>45947</c:v>
                </c:pt>
                <c:pt idx="6730">
                  <c:v>45950</c:v>
                </c:pt>
                <c:pt idx="6731">
                  <c:v>45951</c:v>
                </c:pt>
                <c:pt idx="6732">
                  <c:v>45952</c:v>
                </c:pt>
                <c:pt idx="6733">
                  <c:v>45953</c:v>
                </c:pt>
                <c:pt idx="6734">
                  <c:v>45954</c:v>
                </c:pt>
                <c:pt idx="6735">
                  <c:v>45957</c:v>
                </c:pt>
                <c:pt idx="6736">
                  <c:v>45958</c:v>
                </c:pt>
                <c:pt idx="6737">
                  <c:v>45959</c:v>
                </c:pt>
                <c:pt idx="6738">
                  <c:v>45960</c:v>
                </c:pt>
                <c:pt idx="6739">
                  <c:v>45961</c:v>
                </c:pt>
                <c:pt idx="6740">
                  <c:v>45964</c:v>
                </c:pt>
                <c:pt idx="6741">
                  <c:v>45965</c:v>
                </c:pt>
                <c:pt idx="6742">
                  <c:v>45966</c:v>
                </c:pt>
                <c:pt idx="6743">
                  <c:v>45967</c:v>
                </c:pt>
                <c:pt idx="6744">
                  <c:v>45968</c:v>
                </c:pt>
                <c:pt idx="6745">
                  <c:v>45971</c:v>
                </c:pt>
                <c:pt idx="6746">
                  <c:v>45972</c:v>
                </c:pt>
                <c:pt idx="6747">
                  <c:v>45973</c:v>
                </c:pt>
                <c:pt idx="6748">
                  <c:v>45974</c:v>
                </c:pt>
                <c:pt idx="6749">
                  <c:v>45975</c:v>
                </c:pt>
                <c:pt idx="6750">
                  <c:v>45978</c:v>
                </c:pt>
                <c:pt idx="6751">
                  <c:v>45979</c:v>
                </c:pt>
                <c:pt idx="6752">
                  <c:v>45980</c:v>
                </c:pt>
                <c:pt idx="6753">
                  <c:v>45981</c:v>
                </c:pt>
                <c:pt idx="6754">
                  <c:v>45982</c:v>
                </c:pt>
                <c:pt idx="6755">
                  <c:v>45985</c:v>
                </c:pt>
                <c:pt idx="6756">
                  <c:v>45986</c:v>
                </c:pt>
                <c:pt idx="6757">
                  <c:v>45987</c:v>
                </c:pt>
                <c:pt idx="6758">
                  <c:v>45988</c:v>
                </c:pt>
                <c:pt idx="6759">
                  <c:v>45989</c:v>
                </c:pt>
                <c:pt idx="6760">
                  <c:v>45992</c:v>
                </c:pt>
                <c:pt idx="6761">
                  <c:v>45993</c:v>
                </c:pt>
                <c:pt idx="6762">
                  <c:v>45994</c:v>
                </c:pt>
                <c:pt idx="6763">
                  <c:v>45995</c:v>
                </c:pt>
                <c:pt idx="6764">
                  <c:v>45996</c:v>
                </c:pt>
                <c:pt idx="6765">
                  <c:v>45999</c:v>
                </c:pt>
                <c:pt idx="6766">
                  <c:v>46000</c:v>
                </c:pt>
                <c:pt idx="6767">
                  <c:v>46001</c:v>
                </c:pt>
                <c:pt idx="6768">
                  <c:v>46002</c:v>
                </c:pt>
                <c:pt idx="6769">
                  <c:v>46003</c:v>
                </c:pt>
                <c:pt idx="6770">
                  <c:v>46006</c:v>
                </c:pt>
                <c:pt idx="6771">
                  <c:v>46007</c:v>
                </c:pt>
                <c:pt idx="6772">
                  <c:v>46008</c:v>
                </c:pt>
                <c:pt idx="6773">
                  <c:v>46009</c:v>
                </c:pt>
                <c:pt idx="6774">
                  <c:v>46010</c:v>
                </c:pt>
                <c:pt idx="6775">
                  <c:v>46013</c:v>
                </c:pt>
                <c:pt idx="6776">
                  <c:v>46014</c:v>
                </c:pt>
                <c:pt idx="6777">
                  <c:v>46015</c:v>
                </c:pt>
                <c:pt idx="6778">
                  <c:v>46016</c:v>
                </c:pt>
                <c:pt idx="6779">
                  <c:v>46017</c:v>
                </c:pt>
                <c:pt idx="6780">
                  <c:v>46020</c:v>
                </c:pt>
                <c:pt idx="6781">
                  <c:v>46021</c:v>
                </c:pt>
                <c:pt idx="6782">
                  <c:v>46022</c:v>
                </c:pt>
                <c:pt idx="6783">
                  <c:v>46023</c:v>
                </c:pt>
                <c:pt idx="6784">
                  <c:v>46024</c:v>
                </c:pt>
                <c:pt idx="6785">
                  <c:v>46027</c:v>
                </c:pt>
                <c:pt idx="6786">
                  <c:v>46028</c:v>
                </c:pt>
                <c:pt idx="6787">
                  <c:v>46029</c:v>
                </c:pt>
                <c:pt idx="6788">
                  <c:v>46030</c:v>
                </c:pt>
                <c:pt idx="6789">
                  <c:v>46031</c:v>
                </c:pt>
                <c:pt idx="6790">
                  <c:v>46034</c:v>
                </c:pt>
                <c:pt idx="6791">
                  <c:v>46035</c:v>
                </c:pt>
                <c:pt idx="6792">
                  <c:v>46036</c:v>
                </c:pt>
                <c:pt idx="6793">
                  <c:v>46037</c:v>
                </c:pt>
                <c:pt idx="6794">
                  <c:v>46038</c:v>
                </c:pt>
                <c:pt idx="6795">
                  <c:v>46041</c:v>
                </c:pt>
                <c:pt idx="6796">
                  <c:v>46042</c:v>
                </c:pt>
                <c:pt idx="6797">
                  <c:v>46043</c:v>
                </c:pt>
                <c:pt idx="6798">
                  <c:v>46044</c:v>
                </c:pt>
                <c:pt idx="6799">
                  <c:v>46045</c:v>
                </c:pt>
                <c:pt idx="6800">
                  <c:v>46048</c:v>
                </c:pt>
                <c:pt idx="6801">
                  <c:v>46049</c:v>
                </c:pt>
                <c:pt idx="6802">
                  <c:v>46050</c:v>
                </c:pt>
                <c:pt idx="6803">
                  <c:v>46051</c:v>
                </c:pt>
                <c:pt idx="6804">
                  <c:v>46052</c:v>
                </c:pt>
                <c:pt idx="6805">
                  <c:v>46055</c:v>
                </c:pt>
                <c:pt idx="6806">
                  <c:v>46056</c:v>
                </c:pt>
                <c:pt idx="6807">
                  <c:v>46057</c:v>
                </c:pt>
                <c:pt idx="6808">
                  <c:v>46058</c:v>
                </c:pt>
                <c:pt idx="6809">
                  <c:v>46059</c:v>
                </c:pt>
                <c:pt idx="6810">
                  <c:v>46062</c:v>
                </c:pt>
                <c:pt idx="6811">
                  <c:v>46063</c:v>
                </c:pt>
                <c:pt idx="6812">
                  <c:v>46064</c:v>
                </c:pt>
                <c:pt idx="6813">
                  <c:v>46065</c:v>
                </c:pt>
                <c:pt idx="6814">
                  <c:v>46066</c:v>
                </c:pt>
                <c:pt idx="6815">
                  <c:v>46069</c:v>
                </c:pt>
                <c:pt idx="6816">
                  <c:v>46070</c:v>
                </c:pt>
                <c:pt idx="6817">
                  <c:v>46071</c:v>
                </c:pt>
                <c:pt idx="6818">
                  <c:v>46072</c:v>
                </c:pt>
                <c:pt idx="6819">
                  <c:v>46073</c:v>
                </c:pt>
                <c:pt idx="6820">
                  <c:v>46076</c:v>
                </c:pt>
                <c:pt idx="6821">
                  <c:v>46077</c:v>
                </c:pt>
                <c:pt idx="6822">
                  <c:v>46078</c:v>
                </c:pt>
                <c:pt idx="6823">
                  <c:v>46079</c:v>
                </c:pt>
                <c:pt idx="6824">
                  <c:v>46080</c:v>
                </c:pt>
                <c:pt idx="6825">
                  <c:v>46083</c:v>
                </c:pt>
                <c:pt idx="6826">
                  <c:v>46084</c:v>
                </c:pt>
                <c:pt idx="6827">
                  <c:v>46085</c:v>
                </c:pt>
                <c:pt idx="6828">
                  <c:v>46086</c:v>
                </c:pt>
                <c:pt idx="6829">
                  <c:v>46087</c:v>
                </c:pt>
                <c:pt idx="6830">
                  <c:v>46090</c:v>
                </c:pt>
                <c:pt idx="6831">
                  <c:v>46091</c:v>
                </c:pt>
                <c:pt idx="6832">
                  <c:v>46092</c:v>
                </c:pt>
                <c:pt idx="6833">
                  <c:v>46093</c:v>
                </c:pt>
                <c:pt idx="6834">
                  <c:v>46094</c:v>
                </c:pt>
                <c:pt idx="6835">
                  <c:v>46097</c:v>
                </c:pt>
                <c:pt idx="6836">
                  <c:v>46098</c:v>
                </c:pt>
                <c:pt idx="6837">
                  <c:v>46099</c:v>
                </c:pt>
                <c:pt idx="6838">
                  <c:v>46100</c:v>
                </c:pt>
                <c:pt idx="6839">
                  <c:v>46101</c:v>
                </c:pt>
                <c:pt idx="6840">
                  <c:v>46104</c:v>
                </c:pt>
                <c:pt idx="6841">
                  <c:v>46105</c:v>
                </c:pt>
                <c:pt idx="6842">
                  <c:v>46106</c:v>
                </c:pt>
                <c:pt idx="6843">
                  <c:v>46107</c:v>
                </c:pt>
                <c:pt idx="6844">
                  <c:v>46108</c:v>
                </c:pt>
                <c:pt idx="6845">
                  <c:v>46111</c:v>
                </c:pt>
                <c:pt idx="6846">
                  <c:v>46112</c:v>
                </c:pt>
                <c:pt idx="6847">
                  <c:v>46113</c:v>
                </c:pt>
                <c:pt idx="6848">
                  <c:v>46114</c:v>
                </c:pt>
                <c:pt idx="6849">
                  <c:v>46115</c:v>
                </c:pt>
                <c:pt idx="6850">
                  <c:v>46118</c:v>
                </c:pt>
                <c:pt idx="6851">
                  <c:v>46119</c:v>
                </c:pt>
                <c:pt idx="6852">
                  <c:v>46120</c:v>
                </c:pt>
                <c:pt idx="6853">
                  <c:v>46121</c:v>
                </c:pt>
                <c:pt idx="6854">
                  <c:v>46122</c:v>
                </c:pt>
                <c:pt idx="6855">
                  <c:v>46125</c:v>
                </c:pt>
                <c:pt idx="6856">
                  <c:v>46126</c:v>
                </c:pt>
                <c:pt idx="6857">
                  <c:v>46127</c:v>
                </c:pt>
                <c:pt idx="6858">
                  <c:v>46128</c:v>
                </c:pt>
                <c:pt idx="6859">
                  <c:v>46129</c:v>
                </c:pt>
                <c:pt idx="6860">
                  <c:v>46132</c:v>
                </c:pt>
                <c:pt idx="6861">
                  <c:v>46133</c:v>
                </c:pt>
                <c:pt idx="6862">
                  <c:v>46134</c:v>
                </c:pt>
                <c:pt idx="6863">
                  <c:v>46135</c:v>
                </c:pt>
                <c:pt idx="6864">
                  <c:v>46136</c:v>
                </c:pt>
                <c:pt idx="6865">
                  <c:v>46139</c:v>
                </c:pt>
                <c:pt idx="6866">
                  <c:v>46140</c:v>
                </c:pt>
                <c:pt idx="6867">
                  <c:v>46141</c:v>
                </c:pt>
                <c:pt idx="6868">
                  <c:v>46142</c:v>
                </c:pt>
                <c:pt idx="6869">
                  <c:v>46143</c:v>
                </c:pt>
                <c:pt idx="6870">
                  <c:v>46146</c:v>
                </c:pt>
                <c:pt idx="6871">
                  <c:v>46147</c:v>
                </c:pt>
                <c:pt idx="6872">
                  <c:v>46148</c:v>
                </c:pt>
                <c:pt idx="6873">
                  <c:v>46149</c:v>
                </c:pt>
                <c:pt idx="6874">
                  <c:v>46150</c:v>
                </c:pt>
                <c:pt idx="6875">
                  <c:v>46153</c:v>
                </c:pt>
                <c:pt idx="6876">
                  <c:v>46154</c:v>
                </c:pt>
                <c:pt idx="6877">
                  <c:v>46155</c:v>
                </c:pt>
                <c:pt idx="6878">
                  <c:v>46156</c:v>
                </c:pt>
                <c:pt idx="6879">
                  <c:v>46157</c:v>
                </c:pt>
                <c:pt idx="6880">
                  <c:v>46160</c:v>
                </c:pt>
                <c:pt idx="6881">
                  <c:v>46161</c:v>
                </c:pt>
                <c:pt idx="6882">
                  <c:v>46162</c:v>
                </c:pt>
                <c:pt idx="6883">
                  <c:v>46163</c:v>
                </c:pt>
                <c:pt idx="6884">
                  <c:v>46164</c:v>
                </c:pt>
                <c:pt idx="6885">
                  <c:v>46167</c:v>
                </c:pt>
                <c:pt idx="6886">
                  <c:v>46168</c:v>
                </c:pt>
                <c:pt idx="6887">
                  <c:v>46169</c:v>
                </c:pt>
                <c:pt idx="6888">
                  <c:v>46170</c:v>
                </c:pt>
                <c:pt idx="6889">
                  <c:v>46171</c:v>
                </c:pt>
                <c:pt idx="6890">
                  <c:v>46174</c:v>
                </c:pt>
                <c:pt idx="6891">
                  <c:v>46175</c:v>
                </c:pt>
                <c:pt idx="6892">
                  <c:v>46176</c:v>
                </c:pt>
                <c:pt idx="6893">
                  <c:v>46177</c:v>
                </c:pt>
                <c:pt idx="6894">
                  <c:v>46178</c:v>
                </c:pt>
                <c:pt idx="6895">
                  <c:v>46181</c:v>
                </c:pt>
                <c:pt idx="6896">
                  <c:v>46182</c:v>
                </c:pt>
                <c:pt idx="6897">
                  <c:v>46183</c:v>
                </c:pt>
                <c:pt idx="6898">
                  <c:v>46184</c:v>
                </c:pt>
                <c:pt idx="6899">
                  <c:v>46185</c:v>
                </c:pt>
              </c:numCache>
            </c:numRef>
          </c:cat>
          <c:val>
            <c:numRef>
              <c:f>'ECB policy rate'!$B$2:$B$6901</c:f>
              <c:numCache>
                <c:formatCode>General</c:formatCode>
                <c:ptCount val="6900"/>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2.25</c:v>
                </c:pt>
                <c:pt idx="24">
                  <c:v>2.25</c:v>
                </c:pt>
                <c:pt idx="25">
                  <c:v>2.25</c:v>
                </c:pt>
                <c:pt idx="26">
                  <c:v>2.25</c:v>
                </c:pt>
                <c:pt idx="27">
                  <c:v>2.25</c:v>
                </c:pt>
                <c:pt idx="28">
                  <c:v>2.25</c:v>
                </c:pt>
                <c:pt idx="29">
                  <c:v>2.25</c:v>
                </c:pt>
                <c:pt idx="30">
                  <c:v>2.25</c:v>
                </c:pt>
                <c:pt idx="31">
                  <c:v>2.25</c:v>
                </c:pt>
                <c:pt idx="32">
                  <c:v>2.25</c:v>
                </c:pt>
                <c:pt idx="33">
                  <c:v>2.25</c:v>
                </c:pt>
                <c:pt idx="34">
                  <c:v>2.25</c:v>
                </c:pt>
                <c:pt idx="35">
                  <c:v>2.25</c:v>
                </c:pt>
                <c:pt idx="36">
                  <c:v>2.25</c:v>
                </c:pt>
                <c:pt idx="37">
                  <c:v>2.25</c:v>
                </c:pt>
                <c:pt idx="38">
                  <c:v>2.25</c:v>
                </c:pt>
                <c:pt idx="39">
                  <c:v>2.25</c:v>
                </c:pt>
                <c:pt idx="40">
                  <c:v>2.25</c:v>
                </c:pt>
                <c:pt idx="41">
                  <c:v>2.25</c:v>
                </c:pt>
                <c:pt idx="42">
                  <c:v>2.25</c:v>
                </c:pt>
                <c:pt idx="43">
                  <c:v>2.25</c:v>
                </c:pt>
                <c:pt idx="44">
                  <c:v>2.25</c:v>
                </c:pt>
                <c:pt idx="45">
                  <c:v>2.25</c:v>
                </c:pt>
                <c:pt idx="46">
                  <c:v>2.25</c:v>
                </c:pt>
                <c:pt idx="47">
                  <c:v>2.25</c:v>
                </c:pt>
                <c:pt idx="48">
                  <c:v>2.25</c:v>
                </c:pt>
                <c:pt idx="49">
                  <c:v>2.25</c:v>
                </c:pt>
                <c:pt idx="50">
                  <c:v>2.25</c:v>
                </c:pt>
                <c:pt idx="51">
                  <c:v>2.25</c:v>
                </c:pt>
                <c:pt idx="52">
                  <c:v>2.25</c:v>
                </c:pt>
                <c:pt idx="53">
                  <c:v>2.25</c:v>
                </c:pt>
                <c:pt idx="54">
                  <c:v>2.5</c:v>
                </c:pt>
                <c:pt idx="55">
                  <c:v>2.5</c:v>
                </c:pt>
                <c:pt idx="56">
                  <c:v>2.5</c:v>
                </c:pt>
                <c:pt idx="57">
                  <c:v>2.5</c:v>
                </c:pt>
                <c:pt idx="58">
                  <c:v>2.5</c:v>
                </c:pt>
                <c:pt idx="59">
                  <c:v>2.5</c:v>
                </c:pt>
                <c:pt idx="60">
                  <c:v>2.5</c:v>
                </c:pt>
                <c:pt idx="61">
                  <c:v>2.5</c:v>
                </c:pt>
                <c:pt idx="62">
                  <c:v>2.5</c:v>
                </c:pt>
                <c:pt idx="63">
                  <c:v>2.5</c:v>
                </c:pt>
                <c:pt idx="64">
                  <c:v>2.5</c:v>
                </c:pt>
                <c:pt idx="65">
                  <c:v>2.5</c:v>
                </c:pt>
                <c:pt idx="66">
                  <c:v>2.5</c:v>
                </c:pt>
                <c:pt idx="67">
                  <c:v>2.5</c:v>
                </c:pt>
                <c:pt idx="68">
                  <c:v>2.5</c:v>
                </c:pt>
                <c:pt idx="69">
                  <c:v>2.5</c:v>
                </c:pt>
                <c:pt idx="70">
                  <c:v>2.5</c:v>
                </c:pt>
                <c:pt idx="71">
                  <c:v>2.5</c:v>
                </c:pt>
                <c:pt idx="72">
                  <c:v>2.5</c:v>
                </c:pt>
                <c:pt idx="73">
                  <c:v>2.5</c:v>
                </c:pt>
                <c:pt idx="74">
                  <c:v>2.5</c:v>
                </c:pt>
                <c:pt idx="75">
                  <c:v>2.5</c:v>
                </c:pt>
                <c:pt idx="76">
                  <c:v>2.5</c:v>
                </c:pt>
                <c:pt idx="77">
                  <c:v>2.5</c:v>
                </c:pt>
                <c:pt idx="78">
                  <c:v>2.5</c:v>
                </c:pt>
                <c:pt idx="79">
                  <c:v>2.5</c:v>
                </c:pt>
                <c:pt idx="80">
                  <c:v>2.5</c:v>
                </c:pt>
                <c:pt idx="81">
                  <c:v>2.5</c:v>
                </c:pt>
                <c:pt idx="82">
                  <c:v>2.5</c:v>
                </c:pt>
                <c:pt idx="83">
                  <c:v>2.75</c:v>
                </c:pt>
                <c:pt idx="84">
                  <c:v>2.75</c:v>
                </c:pt>
                <c:pt idx="85">
                  <c:v>2.75</c:v>
                </c:pt>
                <c:pt idx="86">
                  <c:v>2.75</c:v>
                </c:pt>
                <c:pt idx="87">
                  <c:v>2.75</c:v>
                </c:pt>
                <c:pt idx="88">
                  <c:v>2.75</c:v>
                </c:pt>
                <c:pt idx="89">
                  <c:v>2.75</c:v>
                </c:pt>
                <c:pt idx="90">
                  <c:v>2.75</c:v>
                </c:pt>
                <c:pt idx="91">
                  <c:v>2.75</c:v>
                </c:pt>
                <c:pt idx="92">
                  <c:v>2.75</c:v>
                </c:pt>
                <c:pt idx="93">
                  <c:v>2.75</c:v>
                </c:pt>
                <c:pt idx="94">
                  <c:v>2.75</c:v>
                </c:pt>
                <c:pt idx="95">
                  <c:v>2.75</c:v>
                </c:pt>
                <c:pt idx="96">
                  <c:v>2.75</c:v>
                </c:pt>
                <c:pt idx="97">
                  <c:v>2.75</c:v>
                </c:pt>
                <c:pt idx="98">
                  <c:v>2.75</c:v>
                </c:pt>
                <c:pt idx="99">
                  <c:v>2.75</c:v>
                </c:pt>
                <c:pt idx="100">
                  <c:v>2.75</c:v>
                </c:pt>
                <c:pt idx="101">
                  <c:v>2.75</c:v>
                </c:pt>
                <c:pt idx="102">
                  <c:v>2.75</c:v>
                </c:pt>
                <c:pt idx="103">
                  <c:v>2.75</c:v>
                </c:pt>
                <c:pt idx="104">
                  <c:v>2.75</c:v>
                </c:pt>
                <c:pt idx="105">
                  <c:v>2.75</c:v>
                </c:pt>
                <c:pt idx="106">
                  <c:v>2.75</c:v>
                </c:pt>
                <c:pt idx="107">
                  <c:v>2.75</c:v>
                </c:pt>
                <c:pt idx="108">
                  <c:v>2.75</c:v>
                </c:pt>
                <c:pt idx="109">
                  <c:v>2.75</c:v>
                </c:pt>
                <c:pt idx="110">
                  <c:v>2.75</c:v>
                </c:pt>
                <c:pt idx="111">
                  <c:v>2.75</c:v>
                </c:pt>
                <c:pt idx="112">
                  <c:v>2.75</c:v>
                </c:pt>
                <c:pt idx="113">
                  <c:v>2.75</c:v>
                </c:pt>
                <c:pt idx="114">
                  <c:v>3.25</c:v>
                </c:pt>
                <c:pt idx="115">
                  <c:v>3.25</c:v>
                </c:pt>
                <c:pt idx="116">
                  <c:v>3.25</c:v>
                </c:pt>
                <c:pt idx="117">
                  <c:v>3.25</c:v>
                </c:pt>
                <c:pt idx="118">
                  <c:v>3.25</c:v>
                </c:pt>
                <c:pt idx="119">
                  <c:v>3.25</c:v>
                </c:pt>
                <c:pt idx="120">
                  <c:v>3.25</c:v>
                </c:pt>
                <c:pt idx="121">
                  <c:v>3.25</c:v>
                </c:pt>
                <c:pt idx="122">
                  <c:v>3.25</c:v>
                </c:pt>
                <c:pt idx="123">
                  <c:v>3.25</c:v>
                </c:pt>
                <c:pt idx="124">
                  <c:v>3.25</c:v>
                </c:pt>
                <c:pt idx="125">
                  <c:v>3.25</c:v>
                </c:pt>
                <c:pt idx="126">
                  <c:v>3.25</c:v>
                </c:pt>
                <c:pt idx="127">
                  <c:v>3.25</c:v>
                </c:pt>
                <c:pt idx="128">
                  <c:v>3.25</c:v>
                </c:pt>
                <c:pt idx="129">
                  <c:v>3.25</c:v>
                </c:pt>
                <c:pt idx="130">
                  <c:v>3.25</c:v>
                </c:pt>
                <c:pt idx="131">
                  <c:v>3.25</c:v>
                </c:pt>
                <c:pt idx="132">
                  <c:v>3.25</c:v>
                </c:pt>
                <c:pt idx="133">
                  <c:v>3.25</c:v>
                </c:pt>
                <c:pt idx="134">
                  <c:v>3.25</c:v>
                </c:pt>
                <c:pt idx="135">
                  <c:v>3.25</c:v>
                </c:pt>
                <c:pt idx="136">
                  <c:v>3.25</c:v>
                </c:pt>
                <c:pt idx="137">
                  <c:v>3.25</c:v>
                </c:pt>
                <c:pt idx="138">
                  <c:v>3.25</c:v>
                </c:pt>
                <c:pt idx="139">
                  <c:v>3.25</c:v>
                </c:pt>
                <c:pt idx="140">
                  <c:v>3.25</c:v>
                </c:pt>
                <c:pt idx="141">
                  <c:v>3.25</c:v>
                </c:pt>
                <c:pt idx="142">
                  <c:v>3.25</c:v>
                </c:pt>
                <c:pt idx="143">
                  <c:v>3.25</c:v>
                </c:pt>
                <c:pt idx="144">
                  <c:v>3.25</c:v>
                </c:pt>
                <c:pt idx="145">
                  <c:v>3.25</c:v>
                </c:pt>
                <c:pt idx="146">
                  <c:v>3.25</c:v>
                </c:pt>
                <c:pt idx="147">
                  <c:v>3.25</c:v>
                </c:pt>
                <c:pt idx="148">
                  <c:v>3.25</c:v>
                </c:pt>
                <c:pt idx="149">
                  <c:v>3.25</c:v>
                </c:pt>
                <c:pt idx="150">
                  <c:v>3.25</c:v>
                </c:pt>
                <c:pt idx="151">
                  <c:v>3.25</c:v>
                </c:pt>
                <c:pt idx="152">
                  <c:v>3.25</c:v>
                </c:pt>
                <c:pt idx="153">
                  <c:v>3.25</c:v>
                </c:pt>
                <c:pt idx="154">
                  <c:v>3.25</c:v>
                </c:pt>
                <c:pt idx="155">
                  <c:v>3.25</c:v>
                </c:pt>
                <c:pt idx="156">
                  <c:v>3.25</c:v>
                </c:pt>
                <c:pt idx="157">
                  <c:v>3.25</c:v>
                </c:pt>
                <c:pt idx="158">
                  <c:v>3.25</c:v>
                </c:pt>
                <c:pt idx="159">
                  <c:v>3.25</c:v>
                </c:pt>
                <c:pt idx="160">
                  <c:v>3.25</c:v>
                </c:pt>
                <c:pt idx="161">
                  <c:v>3.25</c:v>
                </c:pt>
                <c:pt idx="162">
                  <c:v>3.25</c:v>
                </c:pt>
                <c:pt idx="163">
                  <c:v>3.25</c:v>
                </c:pt>
                <c:pt idx="164">
                  <c:v>3.25</c:v>
                </c:pt>
                <c:pt idx="165">
                  <c:v>3.25</c:v>
                </c:pt>
                <c:pt idx="166">
                  <c:v>3.25</c:v>
                </c:pt>
                <c:pt idx="167">
                  <c:v>3.25</c:v>
                </c:pt>
                <c:pt idx="168">
                  <c:v>3.25</c:v>
                </c:pt>
                <c:pt idx="169">
                  <c:v>3.25</c:v>
                </c:pt>
                <c:pt idx="170">
                  <c:v>3.25</c:v>
                </c:pt>
                <c:pt idx="171">
                  <c:v>3.25</c:v>
                </c:pt>
                <c:pt idx="172">
                  <c:v>3.25</c:v>
                </c:pt>
                <c:pt idx="173">
                  <c:v>3.25</c:v>
                </c:pt>
                <c:pt idx="174">
                  <c:v>3.5</c:v>
                </c:pt>
                <c:pt idx="175">
                  <c:v>3.5</c:v>
                </c:pt>
                <c:pt idx="176">
                  <c:v>3.5</c:v>
                </c:pt>
                <c:pt idx="177">
                  <c:v>3.5</c:v>
                </c:pt>
                <c:pt idx="178">
                  <c:v>3.5</c:v>
                </c:pt>
                <c:pt idx="179">
                  <c:v>3.5</c:v>
                </c:pt>
                <c:pt idx="180">
                  <c:v>3.5</c:v>
                </c:pt>
                <c:pt idx="181">
                  <c:v>3.5</c:v>
                </c:pt>
                <c:pt idx="182">
                  <c:v>3.5</c:v>
                </c:pt>
                <c:pt idx="183">
                  <c:v>3.5</c:v>
                </c:pt>
                <c:pt idx="184">
                  <c:v>3.5</c:v>
                </c:pt>
                <c:pt idx="185">
                  <c:v>3.5</c:v>
                </c:pt>
                <c:pt idx="186">
                  <c:v>3.5</c:v>
                </c:pt>
                <c:pt idx="187">
                  <c:v>3.5</c:v>
                </c:pt>
                <c:pt idx="188">
                  <c:v>3.5</c:v>
                </c:pt>
                <c:pt idx="189">
                  <c:v>3.5</c:v>
                </c:pt>
                <c:pt idx="190">
                  <c:v>3.5</c:v>
                </c:pt>
                <c:pt idx="191">
                  <c:v>3.5</c:v>
                </c:pt>
                <c:pt idx="192">
                  <c:v>3.5</c:v>
                </c:pt>
                <c:pt idx="193">
                  <c:v>3.5</c:v>
                </c:pt>
                <c:pt idx="194">
                  <c:v>3.5</c:v>
                </c:pt>
                <c:pt idx="195">
                  <c:v>3.5</c:v>
                </c:pt>
                <c:pt idx="196">
                  <c:v>3.5</c:v>
                </c:pt>
                <c:pt idx="197">
                  <c:v>3.5</c:v>
                </c:pt>
                <c:pt idx="198">
                  <c:v>3.5</c:v>
                </c:pt>
                <c:pt idx="199">
                  <c:v>3.75</c:v>
                </c:pt>
                <c:pt idx="200">
                  <c:v>3.75</c:v>
                </c:pt>
                <c:pt idx="201">
                  <c:v>3.75</c:v>
                </c:pt>
                <c:pt idx="202">
                  <c:v>3.75</c:v>
                </c:pt>
                <c:pt idx="203">
                  <c:v>3.75</c:v>
                </c:pt>
                <c:pt idx="204">
                  <c:v>3.75</c:v>
                </c:pt>
                <c:pt idx="205">
                  <c:v>3.75</c:v>
                </c:pt>
                <c:pt idx="206">
                  <c:v>3.75</c:v>
                </c:pt>
                <c:pt idx="207">
                  <c:v>3.75</c:v>
                </c:pt>
                <c:pt idx="208">
                  <c:v>3.75</c:v>
                </c:pt>
                <c:pt idx="209">
                  <c:v>3.75</c:v>
                </c:pt>
                <c:pt idx="210">
                  <c:v>3.75</c:v>
                </c:pt>
                <c:pt idx="211">
                  <c:v>3.75</c:v>
                </c:pt>
                <c:pt idx="212">
                  <c:v>3.75</c:v>
                </c:pt>
                <c:pt idx="213">
                  <c:v>3.75</c:v>
                </c:pt>
                <c:pt idx="214">
                  <c:v>3.75</c:v>
                </c:pt>
                <c:pt idx="215">
                  <c:v>3.75</c:v>
                </c:pt>
                <c:pt idx="216">
                  <c:v>3.75</c:v>
                </c:pt>
                <c:pt idx="217">
                  <c:v>3.75</c:v>
                </c:pt>
                <c:pt idx="218">
                  <c:v>3.75</c:v>
                </c:pt>
                <c:pt idx="219">
                  <c:v>3.75</c:v>
                </c:pt>
                <c:pt idx="220">
                  <c:v>3.75</c:v>
                </c:pt>
                <c:pt idx="221">
                  <c:v>3.75</c:v>
                </c:pt>
                <c:pt idx="222">
                  <c:v>3.75</c:v>
                </c:pt>
                <c:pt idx="223">
                  <c:v>3.75</c:v>
                </c:pt>
                <c:pt idx="224">
                  <c:v>3.75</c:v>
                </c:pt>
                <c:pt idx="225">
                  <c:v>3.75</c:v>
                </c:pt>
                <c:pt idx="226">
                  <c:v>3.75</c:v>
                </c:pt>
                <c:pt idx="227">
                  <c:v>3.75</c:v>
                </c:pt>
                <c:pt idx="228">
                  <c:v>3.75</c:v>
                </c:pt>
                <c:pt idx="229">
                  <c:v>3.75</c:v>
                </c:pt>
                <c:pt idx="230">
                  <c:v>3.75</c:v>
                </c:pt>
                <c:pt idx="231">
                  <c:v>3.75</c:v>
                </c:pt>
                <c:pt idx="232">
                  <c:v>3.75</c:v>
                </c:pt>
                <c:pt idx="233">
                  <c:v>3.75</c:v>
                </c:pt>
                <c:pt idx="234">
                  <c:v>3.75</c:v>
                </c:pt>
                <c:pt idx="235">
                  <c:v>3.75</c:v>
                </c:pt>
                <c:pt idx="236">
                  <c:v>3.75</c:v>
                </c:pt>
                <c:pt idx="237">
                  <c:v>3.75</c:v>
                </c:pt>
                <c:pt idx="238">
                  <c:v>3.75</c:v>
                </c:pt>
                <c:pt idx="239">
                  <c:v>3.75</c:v>
                </c:pt>
                <c:pt idx="240">
                  <c:v>3.75</c:v>
                </c:pt>
                <c:pt idx="241">
                  <c:v>3.75</c:v>
                </c:pt>
                <c:pt idx="242">
                  <c:v>3.75</c:v>
                </c:pt>
                <c:pt idx="243">
                  <c:v>3.75</c:v>
                </c:pt>
                <c:pt idx="244">
                  <c:v>3.75</c:v>
                </c:pt>
                <c:pt idx="245">
                  <c:v>3.75</c:v>
                </c:pt>
                <c:pt idx="246">
                  <c:v>3.75</c:v>
                </c:pt>
                <c:pt idx="247">
                  <c:v>3.75</c:v>
                </c:pt>
                <c:pt idx="248">
                  <c:v>3.75</c:v>
                </c:pt>
                <c:pt idx="249">
                  <c:v>3.75</c:v>
                </c:pt>
                <c:pt idx="250">
                  <c:v>3.75</c:v>
                </c:pt>
                <c:pt idx="251">
                  <c:v>3.75</c:v>
                </c:pt>
                <c:pt idx="252">
                  <c:v>3.75</c:v>
                </c:pt>
                <c:pt idx="253">
                  <c:v>3.75</c:v>
                </c:pt>
                <c:pt idx="254">
                  <c:v>3.75</c:v>
                </c:pt>
                <c:pt idx="255">
                  <c:v>3.75</c:v>
                </c:pt>
                <c:pt idx="256">
                  <c:v>3.75</c:v>
                </c:pt>
                <c:pt idx="257">
                  <c:v>3.75</c:v>
                </c:pt>
                <c:pt idx="258">
                  <c:v>3.75</c:v>
                </c:pt>
                <c:pt idx="259">
                  <c:v>3.75</c:v>
                </c:pt>
                <c:pt idx="260">
                  <c:v>3.75</c:v>
                </c:pt>
                <c:pt idx="261">
                  <c:v>3.75</c:v>
                </c:pt>
                <c:pt idx="262">
                  <c:v>3.75</c:v>
                </c:pt>
                <c:pt idx="263">
                  <c:v>3.75</c:v>
                </c:pt>
                <c:pt idx="264">
                  <c:v>3.75</c:v>
                </c:pt>
                <c:pt idx="265">
                  <c:v>3.75</c:v>
                </c:pt>
                <c:pt idx="266">
                  <c:v>3.75</c:v>
                </c:pt>
                <c:pt idx="267">
                  <c:v>3.75</c:v>
                </c:pt>
                <c:pt idx="268">
                  <c:v>3.75</c:v>
                </c:pt>
                <c:pt idx="269">
                  <c:v>3.75</c:v>
                </c:pt>
                <c:pt idx="270">
                  <c:v>3.75</c:v>
                </c:pt>
                <c:pt idx="271">
                  <c:v>3.75</c:v>
                </c:pt>
                <c:pt idx="272">
                  <c:v>3.75</c:v>
                </c:pt>
                <c:pt idx="273">
                  <c:v>3.75</c:v>
                </c:pt>
                <c:pt idx="274">
                  <c:v>3.75</c:v>
                </c:pt>
                <c:pt idx="275">
                  <c:v>3.75</c:v>
                </c:pt>
                <c:pt idx="276">
                  <c:v>3.75</c:v>
                </c:pt>
                <c:pt idx="277">
                  <c:v>3.75</c:v>
                </c:pt>
                <c:pt idx="278">
                  <c:v>3.75</c:v>
                </c:pt>
                <c:pt idx="279">
                  <c:v>3.75</c:v>
                </c:pt>
                <c:pt idx="280">
                  <c:v>3.75</c:v>
                </c:pt>
                <c:pt idx="281">
                  <c:v>3.75</c:v>
                </c:pt>
                <c:pt idx="282">
                  <c:v>3.75</c:v>
                </c:pt>
                <c:pt idx="283">
                  <c:v>3.75</c:v>
                </c:pt>
                <c:pt idx="284">
                  <c:v>3.75</c:v>
                </c:pt>
                <c:pt idx="285">
                  <c:v>3.75</c:v>
                </c:pt>
                <c:pt idx="286">
                  <c:v>3.75</c:v>
                </c:pt>
                <c:pt idx="287">
                  <c:v>3.75</c:v>
                </c:pt>
                <c:pt idx="288">
                  <c:v>3.75</c:v>
                </c:pt>
                <c:pt idx="289">
                  <c:v>3.75</c:v>
                </c:pt>
                <c:pt idx="290">
                  <c:v>3.75</c:v>
                </c:pt>
                <c:pt idx="291">
                  <c:v>3.75</c:v>
                </c:pt>
                <c:pt idx="292">
                  <c:v>3.75</c:v>
                </c:pt>
                <c:pt idx="293">
                  <c:v>3.75</c:v>
                </c:pt>
                <c:pt idx="294">
                  <c:v>3.75</c:v>
                </c:pt>
                <c:pt idx="295">
                  <c:v>3.75</c:v>
                </c:pt>
                <c:pt idx="296">
                  <c:v>3.75</c:v>
                </c:pt>
                <c:pt idx="297">
                  <c:v>3.75</c:v>
                </c:pt>
                <c:pt idx="298">
                  <c:v>3.75</c:v>
                </c:pt>
                <c:pt idx="299">
                  <c:v>3.75</c:v>
                </c:pt>
                <c:pt idx="300">
                  <c:v>3.75</c:v>
                </c:pt>
                <c:pt idx="301">
                  <c:v>3.75</c:v>
                </c:pt>
                <c:pt idx="302">
                  <c:v>3.75</c:v>
                </c:pt>
                <c:pt idx="303">
                  <c:v>3.75</c:v>
                </c:pt>
                <c:pt idx="304">
                  <c:v>3.75</c:v>
                </c:pt>
                <c:pt idx="305">
                  <c:v>3.75</c:v>
                </c:pt>
                <c:pt idx="306">
                  <c:v>3.75</c:v>
                </c:pt>
                <c:pt idx="307">
                  <c:v>3.75</c:v>
                </c:pt>
                <c:pt idx="308">
                  <c:v>3.75</c:v>
                </c:pt>
                <c:pt idx="309">
                  <c:v>3.75</c:v>
                </c:pt>
                <c:pt idx="310">
                  <c:v>3.75</c:v>
                </c:pt>
                <c:pt idx="311">
                  <c:v>3.75</c:v>
                </c:pt>
                <c:pt idx="312">
                  <c:v>3.75</c:v>
                </c:pt>
                <c:pt idx="313">
                  <c:v>3.75</c:v>
                </c:pt>
                <c:pt idx="314">
                  <c:v>3.75</c:v>
                </c:pt>
                <c:pt idx="315">
                  <c:v>3.75</c:v>
                </c:pt>
                <c:pt idx="316">
                  <c:v>3.75</c:v>
                </c:pt>
                <c:pt idx="317">
                  <c:v>3.75</c:v>
                </c:pt>
                <c:pt idx="318">
                  <c:v>3.75</c:v>
                </c:pt>
                <c:pt idx="319">
                  <c:v>3.75</c:v>
                </c:pt>
                <c:pt idx="320">
                  <c:v>3.75</c:v>
                </c:pt>
                <c:pt idx="321">
                  <c:v>3.75</c:v>
                </c:pt>
                <c:pt idx="322">
                  <c:v>3.75</c:v>
                </c:pt>
                <c:pt idx="323">
                  <c:v>3.75</c:v>
                </c:pt>
                <c:pt idx="324">
                  <c:v>3.75</c:v>
                </c:pt>
                <c:pt idx="325">
                  <c:v>3.75</c:v>
                </c:pt>
                <c:pt idx="326">
                  <c:v>3.75</c:v>
                </c:pt>
                <c:pt idx="327">
                  <c:v>3.75</c:v>
                </c:pt>
                <c:pt idx="328">
                  <c:v>3.75</c:v>
                </c:pt>
                <c:pt idx="329">
                  <c:v>3.75</c:v>
                </c:pt>
                <c:pt idx="330">
                  <c:v>3.75</c:v>
                </c:pt>
                <c:pt idx="331">
                  <c:v>3.75</c:v>
                </c:pt>
                <c:pt idx="332">
                  <c:v>3.75</c:v>
                </c:pt>
                <c:pt idx="333">
                  <c:v>3.75</c:v>
                </c:pt>
                <c:pt idx="334">
                  <c:v>3.75</c:v>
                </c:pt>
                <c:pt idx="335">
                  <c:v>3.75</c:v>
                </c:pt>
                <c:pt idx="336">
                  <c:v>3.75</c:v>
                </c:pt>
                <c:pt idx="337">
                  <c:v>3.75</c:v>
                </c:pt>
                <c:pt idx="338">
                  <c:v>3.75</c:v>
                </c:pt>
                <c:pt idx="339">
                  <c:v>3.75</c:v>
                </c:pt>
                <c:pt idx="340">
                  <c:v>3.75</c:v>
                </c:pt>
                <c:pt idx="341">
                  <c:v>3.75</c:v>
                </c:pt>
                <c:pt idx="342">
                  <c:v>3.75</c:v>
                </c:pt>
                <c:pt idx="343">
                  <c:v>3.75</c:v>
                </c:pt>
                <c:pt idx="344">
                  <c:v>3.75</c:v>
                </c:pt>
                <c:pt idx="345">
                  <c:v>3.75</c:v>
                </c:pt>
                <c:pt idx="346">
                  <c:v>3.75</c:v>
                </c:pt>
                <c:pt idx="347">
                  <c:v>3.75</c:v>
                </c:pt>
                <c:pt idx="348">
                  <c:v>3.75</c:v>
                </c:pt>
                <c:pt idx="349">
                  <c:v>3.75</c:v>
                </c:pt>
                <c:pt idx="350">
                  <c:v>3.75</c:v>
                </c:pt>
                <c:pt idx="351">
                  <c:v>3.75</c:v>
                </c:pt>
                <c:pt idx="352">
                  <c:v>3.75</c:v>
                </c:pt>
                <c:pt idx="353">
                  <c:v>3.5</c:v>
                </c:pt>
                <c:pt idx="354">
                  <c:v>3.5</c:v>
                </c:pt>
                <c:pt idx="355">
                  <c:v>3.5</c:v>
                </c:pt>
                <c:pt idx="356">
                  <c:v>3.5</c:v>
                </c:pt>
                <c:pt idx="357">
                  <c:v>3.5</c:v>
                </c:pt>
                <c:pt idx="358">
                  <c:v>3.5</c:v>
                </c:pt>
                <c:pt idx="359">
                  <c:v>3.5</c:v>
                </c:pt>
                <c:pt idx="360">
                  <c:v>3.5</c:v>
                </c:pt>
                <c:pt idx="361">
                  <c:v>3.5</c:v>
                </c:pt>
                <c:pt idx="362">
                  <c:v>3.5</c:v>
                </c:pt>
                <c:pt idx="363">
                  <c:v>3.5</c:v>
                </c:pt>
                <c:pt idx="364">
                  <c:v>3.5</c:v>
                </c:pt>
                <c:pt idx="365">
                  <c:v>3.5</c:v>
                </c:pt>
                <c:pt idx="366">
                  <c:v>3.5</c:v>
                </c:pt>
                <c:pt idx="367">
                  <c:v>3.5</c:v>
                </c:pt>
                <c:pt idx="368">
                  <c:v>3.5</c:v>
                </c:pt>
                <c:pt idx="369">
                  <c:v>3.5</c:v>
                </c:pt>
                <c:pt idx="370">
                  <c:v>3.5</c:v>
                </c:pt>
                <c:pt idx="371">
                  <c:v>3.5</c:v>
                </c:pt>
                <c:pt idx="372">
                  <c:v>3.5</c:v>
                </c:pt>
                <c:pt idx="373">
                  <c:v>3.5</c:v>
                </c:pt>
                <c:pt idx="374">
                  <c:v>3.5</c:v>
                </c:pt>
                <c:pt idx="375">
                  <c:v>3.5</c:v>
                </c:pt>
                <c:pt idx="376">
                  <c:v>3.5</c:v>
                </c:pt>
                <c:pt idx="377">
                  <c:v>3.5</c:v>
                </c:pt>
                <c:pt idx="378">
                  <c:v>3.5</c:v>
                </c:pt>
                <c:pt idx="379">
                  <c:v>3.5</c:v>
                </c:pt>
                <c:pt idx="380">
                  <c:v>3.5</c:v>
                </c:pt>
                <c:pt idx="381">
                  <c:v>3.5</c:v>
                </c:pt>
                <c:pt idx="382">
                  <c:v>3.5</c:v>
                </c:pt>
                <c:pt idx="383">
                  <c:v>3.5</c:v>
                </c:pt>
                <c:pt idx="384">
                  <c:v>3.5</c:v>
                </c:pt>
                <c:pt idx="385">
                  <c:v>3.5</c:v>
                </c:pt>
                <c:pt idx="386">
                  <c:v>3.5</c:v>
                </c:pt>
                <c:pt idx="387">
                  <c:v>3.5</c:v>
                </c:pt>
                <c:pt idx="388">
                  <c:v>3.5</c:v>
                </c:pt>
                <c:pt idx="389">
                  <c:v>3.5</c:v>
                </c:pt>
                <c:pt idx="390">
                  <c:v>3.5</c:v>
                </c:pt>
                <c:pt idx="391">
                  <c:v>3.5</c:v>
                </c:pt>
                <c:pt idx="392">
                  <c:v>3.5</c:v>
                </c:pt>
                <c:pt idx="393">
                  <c:v>3.5</c:v>
                </c:pt>
                <c:pt idx="394">
                  <c:v>3.5</c:v>
                </c:pt>
                <c:pt idx="395">
                  <c:v>3.5</c:v>
                </c:pt>
                <c:pt idx="396">
                  <c:v>3.5</c:v>
                </c:pt>
                <c:pt idx="397">
                  <c:v>3.5</c:v>
                </c:pt>
                <c:pt idx="398">
                  <c:v>3.5</c:v>
                </c:pt>
                <c:pt idx="399">
                  <c:v>3.5</c:v>
                </c:pt>
                <c:pt idx="400">
                  <c:v>3.5</c:v>
                </c:pt>
                <c:pt idx="401">
                  <c:v>3.5</c:v>
                </c:pt>
                <c:pt idx="402">
                  <c:v>3.5</c:v>
                </c:pt>
                <c:pt idx="403">
                  <c:v>3.5</c:v>
                </c:pt>
                <c:pt idx="404">
                  <c:v>3.5</c:v>
                </c:pt>
                <c:pt idx="405">
                  <c:v>3.5</c:v>
                </c:pt>
                <c:pt idx="406">
                  <c:v>3.5</c:v>
                </c:pt>
                <c:pt idx="407">
                  <c:v>3.5</c:v>
                </c:pt>
                <c:pt idx="408">
                  <c:v>3.5</c:v>
                </c:pt>
                <c:pt idx="409">
                  <c:v>3.5</c:v>
                </c:pt>
                <c:pt idx="410">
                  <c:v>3.5</c:v>
                </c:pt>
                <c:pt idx="411">
                  <c:v>3.5</c:v>
                </c:pt>
                <c:pt idx="412">
                  <c:v>3.5</c:v>
                </c:pt>
                <c:pt idx="413">
                  <c:v>3.5</c:v>
                </c:pt>
                <c:pt idx="414">
                  <c:v>3.5</c:v>
                </c:pt>
                <c:pt idx="415">
                  <c:v>3.5</c:v>
                </c:pt>
                <c:pt idx="416">
                  <c:v>3.5</c:v>
                </c:pt>
                <c:pt idx="417">
                  <c:v>3.5</c:v>
                </c:pt>
                <c:pt idx="418">
                  <c:v>3.5</c:v>
                </c:pt>
                <c:pt idx="419">
                  <c:v>3.5</c:v>
                </c:pt>
                <c:pt idx="420">
                  <c:v>3.5</c:v>
                </c:pt>
                <c:pt idx="421">
                  <c:v>3.5</c:v>
                </c:pt>
                <c:pt idx="422">
                  <c:v>3.5</c:v>
                </c:pt>
                <c:pt idx="423">
                  <c:v>3.5</c:v>
                </c:pt>
                <c:pt idx="424">
                  <c:v>3.5</c:v>
                </c:pt>
                <c:pt idx="425">
                  <c:v>3.5</c:v>
                </c:pt>
                <c:pt idx="426">
                  <c:v>3.5</c:v>
                </c:pt>
                <c:pt idx="427">
                  <c:v>3.5</c:v>
                </c:pt>
                <c:pt idx="428">
                  <c:v>3.5</c:v>
                </c:pt>
                <c:pt idx="429">
                  <c:v>3.5</c:v>
                </c:pt>
                <c:pt idx="430">
                  <c:v>3.5</c:v>
                </c:pt>
                <c:pt idx="431">
                  <c:v>3.5</c:v>
                </c:pt>
                <c:pt idx="432">
                  <c:v>3.5</c:v>
                </c:pt>
                <c:pt idx="433">
                  <c:v>3.25</c:v>
                </c:pt>
                <c:pt idx="434">
                  <c:v>3.25</c:v>
                </c:pt>
                <c:pt idx="435">
                  <c:v>3.25</c:v>
                </c:pt>
                <c:pt idx="436">
                  <c:v>3.25</c:v>
                </c:pt>
                <c:pt idx="437">
                  <c:v>3.25</c:v>
                </c:pt>
                <c:pt idx="438">
                  <c:v>3.25</c:v>
                </c:pt>
                <c:pt idx="439">
                  <c:v>3.25</c:v>
                </c:pt>
                <c:pt idx="440">
                  <c:v>3.25</c:v>
                </c:pt>
                <c:pt idx="441">
                  <c:v>3.25</c:v>
                </c:pt>
                <c:pt idx="442">
                  <c:v>3.25</c:v>
                </c:pt>
                <c:pt idx="443">
                  <c:v>3.25</c:v>
                </c:pt>
                <c:pt idx="444">
                  <c:v>3.25</c:v>
                </c:pt>
                <c:pt idx="445">
                  <c:v>2.75</c:v>
                </c:pt>
                <c:pt idx="446">
                  <c:v>2.75</c:v>
                </c:pt>
                <c:pt idx="447">
                  <c:v>2.75</c:v>
                </c:pt>
                <c:pt idx="448">
                  <c:v>2.75</c:v>
                </c:pt>
                <c:pt idx="449">
                  <c:v>2.75</c:v>
                </c:pt>
                <c:pt idx="450">
                  <c:v>2.75</c:v>
                </c:pt>
                <c:pt idx="451">
                  <c:v>2.75</c:v>
                </c:pt>
                <c:pt idx="452">
                  <c:v>2.75</c:v>
                </c:pt>
                <c:pt idx="453">
                  <c:v>2.75</c:v>
                </c:pt>
                <c:pt idx="454">
                  <c:v>2.75</c:v>
                </c:pt>
                <c:pt idx="455">
                  <c:v>2.75</c:v>
                </c:pt>
                <c:pt idx="456">
                  <c:v>2.75</c:v>
                </c:pt>
                <c:pt idx="457">
                  <c:v>2.75</c:v>
                </c:pt>
                <c:pt idx="458">
                  <c:v>2.75</c:v>
                </c:pt>
                <c:pt idx="459">
                  <c:v>2.75</c:v>
                </c:pt>
                <c:pt idx="460">
                  <c:v>2.75</c:v>
                </c:pt>
                <c:pt idx="461">
                  <c:v>2.75</c:v>
                </c:pt>
                <c:pt idx="462">
                  <c:v>2.75</c:v>
                </c:pt>
                <c:pt idx="463">
                  <c:v>2.75</c:v>
                </c:pt>
                <c:pt idx="464">
                  <c:v>2.75</c:v>
                </c:pt>
                <c:pt idx="465">
                  <c:v>2.75</c:v>
                </c:pt>
                <c:pt idx="466">
                  <c:v>2.75</c:v>
                </c:pt>
                <c:pt idx="467">
                  <c:v>2.75</c:v>
                </c:pt>
                <c:pt idx="468">
                  <c:v>2.75</c:v>
                </c:pt>
                <c:pt idx="469">
                  <c:v>2.75</c:v>
                </c:pt>
                <c:pt idx="470">
                  <c:v>2.75</c:v>
                </c:pt>
                <c:pt idx="471">
                  <c:v>2.75</c:v>
                </c:pt>
                <c:pt idx="472">
                  <c:v>2.75</c:v>
                </c:pt>
                <c:pt idx="473">
                  <c:v>2.75</c:v>
                </c:pt>
                <c:pt idx="474">
                  <c:v>2.75</c:v>
                </c:pt>
                <c:pt idx="475">
                  <c:v>2.75</c:v>
                </c:pt>
                <c:pt idx="476">
                  <c:v>2.75</c:v>
                </c:pt>
                <c:pt idx="477">
                  <c:v>2.75</c:v>
                </c:pt>
                <c:pt idx="478">
                  <c:v>2.75</c:v>
                </c:pt>
                <c:pt idx="479">
                  <c:v>2.75</c:v>
                </c:pt>
                <c:pt idx="480">
                  <c:v>2.75</c:v>
                </c:pt>
                <c:pt idx="481">
                  <c:v>2.75</c:v>
                </c:pt>
                <c:pt idx="482">
                  <c:v>2.75</c:v>
                </c:pt>
                <c:pt idx="483">
                  <c:v>2.25</c:v>
                </c:pt>
                <c:pt idx="484">
                  <c:v>2.25</c:v>
                </c:pt>
                <c:pt idx="485">
                  <c:v>2.25</c:v>
                </c:pt>
                <c:pt idx="486">
                  <c:v>2.25</c:v>
                </c:pt>
                <c:pt idx="487">
                  <c:v>2.25</c:v>
                </c:pt>
                <c:pt idx="488">
                  <c:v>2.25</c:v>
                </c:pt>
                <c:pt idx="489">
                  <c:v>2.25</c:v>
                </c:pt>
                <c:pt idx="490">
                  <c:v>2.25</c:v>
                </c:pt>
                <c:pt idx="491">
                  <c:v>2.25</c:v>
                </c:pt>
                <c:pt idx="492">
                  <c:v>2.25</c:v>
                </c:pt>
                <c:pt idx="493">
                  <c:v>2.25</c:v>
                </c:pt>
                <c:pt idx="494">
                  <c:v>2.25</c:v>
                </c:pt>
                <c:pt idx="495">
                  <c:v>2.25</c:v>
                </c:pt>
                <c:pt idx="496">
                  <c:v>2.25</c:v>
                </c:pt>
                <c:pt idx="497">
                  <c:v>2.25</c:v>
                </c:pt>
                <c:pt idx="498">
                  <c:v>2.25</c:v>
                </c:pt>
                <c:pt idx="499">
                  <c:v>2.25</c:v>
                </c:pt>
                <c:pt idx="500">
                  <c:v>2.25</c:v>
                </c:pt>
                <c:pt idx="501">
                  <c:v>2.25</c:v>
                </c:pt>
                <c:pt idx="502">
                  <c:v>2.25</c:v>
                </c:pt>
                <c:pt idx="503">
                  <c:v>2.25</c:v>
                </c:pt>
                <c:pt idx="504">
                  <c:v>2.25</c:v>
                </c:pt>
                <c:pt idx="505">
                  <c:v>2.25</c:v>
                </c:pt>
                <c:pt idx="506">
                  <c:v>2.25</c:v>
                </c:pt>
                <c:pt idx="507">
                  <c:v>2.25</c:v>
                </c:pt>
                <c:pt idx="508">
                  <c:v>2.25</c:v>
                </c:pt>
                <c:pt idx="509">
                  <c:v>2.25</c:v>
                </c:pt>
                <c:pt idx="510">
                  <c:v>2.25</c:v>
                </c:pt>
                <c:pt idx="511">
                  <c:v>2.25</c:v>
                </c:pt>
                <c:pt idx="512">
                  <c:v>2.25</c:v>
                </c:pt>
                <c:pt idx="513">
                  <c:v>2.25</c:v>
                </c:pt>
                <c:pt idx="514">
                  <c:v>2.25</c:v>
                </c:pt>
                <c:pt idx="515">
                  <c:v>2.25</c:v>
                </c:pt>
                <c:pt idx="516">
                  <c:v>2.25</c:v>
                </c:pt>
                <c:pt idx="517">
                  <c:v>2.25</c:v>
                </c:pt>
                <c:pt idx="518">
                  <c:v>2.25</c:v>
                </c:pt>
                <c:pt idx="519">
                  <c:v>2.25</c:v>
                </c:pt>
                <c:pt idx="520">
                  <c:v>2.25</c:v>
                </c:pt>
                <c:pt idx="521">
                  <c:v>2.25</c:v>
                </c:pt>
                <c:pt idx="522">
                  <c:v>2.25</c:v>
                </c:pt>
                <c:pt idx="523">
                  <c:v>2.25</c:v>
                </c:pt>
                <c:pt idx="524">
                  <c:v>2.25</c:v>
                </c:pt>
                <c:pt idx="525">
                  <c:v>2.25</c:v>
                </c:pt>
                <c:pt idx="526">
                  <c:v>2.25</c:v>
                </c:pt>
                <c:pt idx="527">
                  <c:v>2.25</c:v>
                </c:pt>
                <c:pt idx="528">
                  <c:v>2.25</c:v>
                </c:pt>
                <c:pt idx="529">
                  <c:v>2.25</c:v>
                </c:pt>
                <c:pt idx="530">
                  <c:v>2.25</c:v>
                </c:pt>
                <c:pt idx="531">
                  <c:v>2.25</c:v>
                </c:pt>
                <c:pt idx="532">
                  <c:v>2.25</c:v>
                </c:pt>
                <c:pt idx="533">
                  <c:v>2.25</c:v>
                </c:pt>
                <c:pt idx="534">
                  <c:v>2.25</c:v>
                </c:pt>
                <c:pt idx="535">
                  <c:v>2.25</c:v>
                </c:pt>
                <c:pt idx="536">
                  <c:v>2.25</c:v>
                </c:pt>
                <c:pt idx="537">
                  <c:v>2.25</c:v>
                </c:pt>
                <c:pt idx="538">
                  <c:v>2.25</c:v>
                </c:pt>
                <c:pt idx="539">
                  <c:v>2.25</c:v>
                </c:pt>
                <c:pt idx="540">
                  <c:v>2.25</c:v>
                </c:pt>
                <c:pt idx="541">
                  <c:v>2.25</c:v>
                </c:pt>
                <c:pt idx="542">
                  <c:v>2.25</c:v>
                </c:pt>
                <c:pt idx="543">
                  <c:v>2.25</c:v>
                </c:pt>
                <c:pt idx="544">
                  <c:v>2.25</c:v>
                </c:pt>
                <c:pt idx="545">
                  <c:v>2.25</c:v>
                </c:pt>
                <c:pt idx="546">
                  <c:v>2.25</c:v>
                </c:pt>
                <c:pt idx="547">
                  <c:v>2.25</c:v>
                </c:pt>
                <c:pt idx="548">
                  <c:v>2.25</c:v>
                </c:pt>
                <c:pt idx="549">
                  <c:v>2.25</c:v>
                </c:pt>
                <c:pt idx="550">
                  <c:v>2.25</c:v>
                </c:pt>
                <c:pt idx="551">
                  <c:v>2.25</c:v>
                </c:pt>
                <c:pt idx="552">
                  <c:v>2.25</c:v>
                </c:pt>
                <c:pt idx="553">
                  <c:v>2.25</c:v>
                </c:pt>
                <c:pt idx="554">
                  <c:v>2.25</c:v>
                </c:pt>
                <c:pt idx="555">
                  <c:v>2.25</c:v>
                </c:pt>
                <c:pt idx="556">
                  <c:v>2.25</c:v>
                </c:pt>
                <c:pt idx="557">
                  <c:v>2.25</c:v>
                </c:pt>
                <c:pt idx="558">
                  <c:v>2.25</c:v>
                </c:pt>
                <c:pt idx="559">
                  <c:v>2.25</c:v>
                </c:pt>
                <c:pt idx="560">
                  <c:v>2.25</c:v>
                </c:pt>
                <c:pt idx="561">
                  <c:v>2.25</c:v>
                </c:pt>
                <c:pt idx="562">
                  <c:v>2.25</c:v>
                </c:pt>
                <c:pt idx="563">
                  <c:v>2.25</c:v>
                </c:pt>
                <c:pt idx="564">
                  <c:v>2.25</c:v>
                </c:pt>
                <c:pt idx="565">
                  <c:v>2.25</c:v>
                </c:pt>
                <c:pt idx="566">
                  <c:v>2.25</c:v>
                </c:pt>
                <c:pt idx="567">
                  <c:v>2.25</c:v>
                </c:pt>
                <c:pt idx="568">
                  <c:v>2.25</c:v>
                </c:pt>
                <c:pt idx="569">
                  <c:v>2.25</c:v>
                </c:pt>
                <c:pt idx="570">
                  <c:v>2.25</c:v>
                </c:pt>
                <c:pt idx="571">
                  <c:v>2.25</c:v>
                </c:pt>
                <c:pt idx="572">
                  <c:v>2.25</c:v>
                </c:pt>
                <c:pt idx="573">
                  <c:v>2.25</c:v>
                </c:pt>
                <c:pt idx="574">
                  <c:v>2.25</c:v>
                </c:pt>
                <c:pt idx="575">
                  <c:v>2.25</c:v>
                </c:pt>
                <c:pt idx="576">
                  <c:v>2.25</c:v>
                </c:pt>
                <c:pt idx="577">
                  <c:v>2.25</c:v>
                </c:pt>
                <c:pt idx="578">
                  <c:v>2.25</c:v>
                </c:pt>
                <c:pt idx="579">
                  <c:v>2.25</c:v>
                </c:pt>
                <c:pt idx="580">
                  <c:v>2.25</c:v>
                </c:pt>
                <c:pt idx="581">
                  <c:v>2.25</c:v>
                </c:pt>
                <c:pt idx="582">
                  <c:v>2.25</c:v>
                </c:pt>
                <c:pt idx="583">
                  <c:v>2.25</c:v>
                </c:pt>
                <c:pt idx="584">
                  <c:v>2.25</c:v>
                </c:pt>
                <c:pt idx="585">
                  <c:v>2.25</c:v>
                </c:pt>
                <c:pt idx="586">
                  <c:v>2.25</c:v>
                </c:pt>
                <c:pt idx="587">
                  <c:v>2.25</c:v>
                </c:pt>
                <c:pt idx="588">
                  <c:v>2.25</c:v>
                </c:pt>
                <c:pt idx="589">
                  <c:v>2.25</c:v>
                </c:pt>
                <c:pt idx="590">
                  <c:v>2.25</c:v>
                </c:pt>
                <c:pt idx="591">
                  <c:v>2.25</c:v>
                </c:pt>
                <c:pt idx="592">
                  <c:v>2.25</c:v>
                </c:pt>
                <c:pt idx="593">
                  <c:v>2.25</c:v>
                </c:pt>
                <c:pt idx="594">
                  <c:v>2.25</c:v>
                </c:pt>
                <c:pt idx="595">
                  <c:v>2.25</c:v>
                </c:pt>
                <c:pt idx="596">
                  <c:v>2.25</c:v>
                </c:pt>
                <c:pt idx="597">
                  <c:v>2.25</c:v>
                </c:pt>
                <c:pt idx="598">
                  <c:v>2.25</c:v>
                </c:pt>
                <c:pt idx="599">
                  <c:v>2.25</c:v>
                </c:pt>
                <c:pt idx="600">
                  <c:v>2.25</c:v>
                </c:pt>
                <c:pt idx="601">
                  <c:v>2.25</c:v>
                </c:pt>
                <c:pt idx="602">
                  <c:v>2.25</c:v>
                </c:pt>
                <c:pt idx="603">
                  <c:v>2.25</c:v>
                </c:pt>
                <c:pt idx="604">
                  <c:v>2.25</c:v>
                </c:pt>
                <c:pt idx="605">
                  <c:v>2.25</c:v>
                </c:pt>
                <c:pt idx="606">
                  <c:v>2.25</c:v>
                </c:pt>
                <c:pt idx="607">
                  <c:v>2.25</c:v>
                </c:pt>
                <c:pt idx="608">
                  <c:v>2.25</c:v>
                </c:pt>
                <c:pt idx="609">
                  <c:v>2.25</c:v>
                </c:pt>
                <c:pt idx="610">
                  <c:v>2.25</c:v>
                </c:pt>
                <c:pt idx="611">
                  <c:v>2.25</c:v>
                </c:pt>
                <c:pt idx="612">
                  <c:v>2.25</c:v>
                </c:pt>
                <c:pt idx="613">
                  <c:v>2.25</c:v>
                </c:pt>
                <c:pt idx="614">
                  <c:v>2.25</c:v>
                </c:pt>
                <c:pt idx="615">
                  <c:v>2.25</c:v>
                </c:pt>
                <c:pt idx="616">
                  <c:v>2.25</c:v>
                </c:pt>
                <c:pt idx="617">
                  <c:v>2.25</c:v>
                </c:pt>
                <c:pt idx="618">
                  <c:v>2.25</c:v>
                </c:pt>
                <c:pt idx="619">
                  <c:v>2.25</c:v>
                </c:pt>
                <c:pt idx="620">
                  <c:v>2.25</c:v>
                </c:pt>
                <c:pt idx="621">
                  <c:v>2.25</c:v>
                </c:pt>
                <c:pt idx="622">
                  <c:v>2.25</c:v>
                </c:pt>
                <c:pt idx="623">
                  <c:v>2.25</c:v>
                </c:pt>
                <c:pt idx="624">
                  <c:v>2.25</c:v>
                </c:pt>
                <c:pt idx="625">
                  <c:v>2.25</c:v>
                </c:pt>
                <c:pt idx="626">
                  <c:v>2.25</c:v>
                </c:pt>
                <c:pt idx="627">
                  <c:v>2.25</c:v>
                </c:pt>
                <c:pt idx="628">
                  <c:v>2.25</c:v>
                </c:pt>
                <c:pt idx="629">
                  <c:v>2.25</c:v>
                </c:pt>
                <c:pt idx="630">
                  <c:v>2.25</c:v>
                </c:pt>
                <c:pt idx="631">
                  <c:v>2.25</c:v>
                </c:pt>
                <c:pt idx="632">
                  <c:v>2.25</c:v>
                </c:pt>
                <c:pt idx="633">
                  <c:v>2.25</c:v>
                </c:pt>
                <c:pt idx="634">
                  <c:v>2.25</c:v>
                </c:pt>
                <c:pt idx="635">
                  <c:v>2.25</c:v>
                </c:pt>
                <c:pt idx="636">
                  <c:v>2.25</c:v>
                </c:pt>
                <c:pt idx="637">
                  <c:v>2.25</c:v>
                </c:pt>
                <c:pt idx="638">
                  <c:v>2.25</c:v>
                </c:pt>
                <c:pt idx="639">
                  <c:v>2.25</c:v>
                </c:pt>
                <c:pt idx="640">
                  <c:v>2.25</c:v>
                </c:pt>
                <c:pt idx="641">
                  <c:v>2.25</c:v>
                </c:pt>
                <c:pt idx="642">
                  <c:v>2.25</c:v>
                </c:pt>
                <c:pt idx="643">
                  <c:v>2.25</c:v>
                </c:pt>
                <c:pt idx="644">
                  <c:v>2.25</c:v>
                </c:pt>
                <c:pt idx="645">
                  <c:v>2.25</c:v>
                </c:pt>
                <c:pt idx="646">
                  <c:v>2.25</c:v>
                </c:pt>
                <c:pt idx="647">
                  <c:v>2.25</c:v>
                </c:pt>
                <c:pt idx="648">
                  <c:v>2.25</c:v>
                </c:pt>
                <c:pt idx="649">
                  <c:v>2.25</c:v>
                </c:pt>
                <c:pt idx="650">
                  <c:v>2.25</c:v>
                </c:pt>
                <c:pt idx="651">
                  <c:v>2.25</c:v>
                </c:pt>
                <c:pt idx="652">
                  <c:v>2.25</c:v>
                </c:pt>
                <c:pt idx="653">
                  <c:v>2.25</c:v>
                </c:pt>
                <c:pt idx="654">
                  <c:v>2.25</c:v>
                </c:pt>
                <c:pt idx="655">
                  <c:v>2.25</c:v>
                </c:pt>
                <c:pt idx="656">
                  <c:v>2.25</c:v>
                </c:pt>
                <c:pt idx="657">
                  <c:v>2.25</c:v>
                </c:pt>
                <c:pt idx="658">
                  <c:v>2.25</c:v>
                </c:pt>
                <c:pt idx="659">
                  <c:v>2.25</c:v>
                </c:pt>
                <c:pt idx="660">
                  <c:v>2.25</c:v>
                </c:pt>
                <c:pt idx="661">
                  <c:v>2.25</c:v>
                </c:pt>
                <c:pt idx="662">
                  <c:v>2.25</c:v>
                </c:pt>
                <c:pt idx="663">
                  <c:v>2.25</c:v>
                </c:pt>
                <c:pt idx="664">
                  <c:v>2.25</c:v>
                </c:pt>
                <c:pt idx="665">
                  <c:v>2.25</c:v>
                </c:pt>
                <c:pt idx="666">
                  <c:v>2.25</c:v>
                </c:pt>
                <c:pt idx="667">
                  <c:v>2.25</c:v>
                </c:pt>
                <c:pt idx="668">
                  <c:v>2.25</c:v>
                </c:pt>
                <c:pt idx="669">
                  <c:v>2.25</c:v>
                </c:pt>
                <c:pt idx="670">
                  <c:v>2.25</c:v>
                </c:pt>
                <c:pt idx="671">
                  <c:v>2.25</c:v>
                </c:pt>
                <c:pt idx="672">
                  <c:v>2.25</c:v>
                </c:pt>
                <c:pt idx="673">
                  <c:v>2.25</c:v>
                </c:pt>
                <c:pt idx="674">
                  <c:v>2.25</c:v>
                </c:pt>
                <c:pt idx="675">
                  <c:v>2.25</c:v>
                </c:pt>
                <c:pt idx="676">
                  <c:v>2.25</c:v>
                </c:pt>
                <c:pt idx="677">
                  <c:v>2.25</c:v>
                </c:pt>
                <c:pt idx="678">
                  <c:v>2.25</c:v>
                </c:pt>
                <c:pt idx="679">
                  <c:v>2.25</c:v>
                </c:pt>
                <c:pt idx="680">
                  <c:v>2.25</c:v>
                </c:pt>
                <c:pt idx="681">
                  <c:v>2.25</c:v>
                </c:pt>
                <c:pt idx="682">
                  <c:v>2.25</c:v>
                </c:pt>
                <c:pt idx="683">
                  <c:v>2.25</c:v>
                </c:pt>
                <c:pt idx="684">
                  <c:v>2.25</c:v>
                </c:pt>
                <c:pt idx="685">
                  <c:v>2.25</c:v>
                </c:pt>
                <c:pt idx="686">
                  <c:v>2.25</c:v>
                </c:pt>
                <c:pt idx="687">
                  <c:v>2.25</c:v>
                </c:pt>
                <c:pt idx="688">
                  <c:v>2.25</c:v>
                </c:pt>
                <c:pt idx="689">
                  <c:v>2.25</c:v>
                </c:pt>
                <c:pt idx="690">
                  <c:v>2.25</c:v>
                </c:pt>
                <c:pt idx="691">
                  <c:v>2.25</c:v>
                </c:pt>
                <c:pt idx="692">
                  <c:v>2.25</c:v>
                </c:pt>
                <c:pt idx="693">
                  <c:v>2.25</c:v>
                </c:pt>
                <c:pt idx="694">
                  <c:v>2.25</c:v>
                </c:pt>
                <c:pt idx="695">
                  <c:v>2.25</c:v>
                </c:pt>
                <c:pt idx="696">
                  <c:v>2.25</c:v>
                </c:pt>
                <c:pt idx="697">
                  <c:v>2.25</c:v>
                </c:pt>
                <c:pt idx="698">
                  <c:v>2.25</c:v>
                </c:pt>
                <c:pt idx="699">
                  <c:v>2.25</c:v>
                </c:pt>
                <c:pt idx="700">
                  <c:v>2.25</c:v>
                </c:pt>
                <c:pt idx="701">
                  <c:v>2.25</c:v>
                </c:pt>
                <c:pt idx="702">
                  <c:v>2.25</c:v>
                </c:pt>
                <c:pt idx="703">
                  <c:v>2.25</c:v>
                </c:pt>
                <c:pt idx="704">
                  <c:v>2.25</c:v>
                </c:pt>
                <c:pt idx="705">
                  <c:v>2.25</c:v>
                </c:pt>
                <c:pt idx="706">
                  <c:v>2.25</c:v>
                </c:pt>
                <c:pt idx="707">
                  <c:v>2.25</c:v>
                </c:pt>
                <c:pt idx="708">
                  <c:v>2.25</c:v>
                </c:pt>
                <c:pt idx="709">
                  <c:v>2.25</c:v>
                </c:pt>
                <c:pt idx="710">
                  <c:v>2.25</c:v>
                </c:pt>
                <c:pt idx="711">
                  <c:v>2.25</c:v>
                </c:pt>
                <c:pt idx="712">
                  <c:v>2.25</c:v>
                </c:pt>
                <c:pt idx="713">
                  <c:v>2.25</c:v>
                </c:pt>
                <c:pt idx="714">
                  <c:v>2.25</c:v>
                </c:pt>
                <c:pt idx="715">
                  <c:v>2.25</c:v>
                </c:pt>
                <c:pt idx="716">
                  <c:v>2.25</c:v>
                </c:pt>
                <c:pt idx="717">
                  <c:v>2.25</c:v>
                </c:pt>
                <c:pt idx="718">
                  <c:v>2.25</c:v>
                </c:pt>
                <c:pt idx="719">
                  <c:v>2.25</c:v>
                </c:pt>
                <c:pt idx="720">
                  <c:v>2.25</c:v>
                </c:pt>
                <c:pt idx="721">
                  <c:v>2.25</c:v>
                </c:pt>
                <c:pt idx="722">
                  <c:v>2.25</c:v>
                </c:pt>
                <c:pt idx="723">
                  <c:v>2.25</c:v>
                </c:pt>
                <c:pt idx="724">
                  <c:v>2.25</c:v>
                </c:pt>
                <c:pt idx="725">
                  <c:v>2.25</c:v>
                </c:pt>
                <c:pt idx="726">
                  <c:v>2.25</c:v>
                </c:pt>
                <c:pt idx="727">
                  <c:v>2.25</c:v>
                </c:pt>
                <c:pt idx="728">
                  <c:v>2.25</c:v>
                </c:pt>
                <c:pt idx="729">
                  <c:v>2.25</c:v>
                </c:pt>
                <c:pt idx="730">
                  <c:v>2.25</c:v>
                </c:pt>
                <c:pt idx="731">
                  <c:v>2.25</c:v>
                </c:pt>
                <c:pt idx="732">
                  <c:v>2.25</c:v>
                </c:pt>
                <c:pt idx="733">
                  <c:v>2.25</c:v>
                </c:pt>
                <c:pt idx="734">
                  <c:v>2.25</c:v>
                </c:pt>
                <c:pt idx="735">
                  <c:v>2.25</c:v>
                </c:pt>
                <c:pt idx="736">
                  <c:v>2.25</c:v>
                </c:pt>
                <c:pt idx="737">
                  <c:v>2.25</c:v>
                </c:pt>
                <c:pt idx="738">
                  <c:v>2.25</c:v>
                </c:pt>
                <c:pt idx="739">
                  <c:v>2.25</c:v>
                </c:pt>
                <c:pt idx="740">
                  <c:v>2.25</c:v>
                </c:pt>
                <c:pt idx="741">
                  <c:v>2.25</c:v>
                </c:pt>
                <c:pt idx="742">
                  <c:v>2.25</c:v>
                </c:pt>
                <c:pt idx="743">
                  <c:v>2.25</c:v>
                </c:pt>
                <c:pt idx="744">
                  <c:v>2.25</c:v>
                </c:pt>
                <c:pt idx="745">
                  <c:v>2.25</c:v>
                </c:pt>
                <c:pt idx="746">
                  <c:v>2.25</c:v>
                </c:pt>
                <c:pt idx="747">
                  <c:v>2.25</c:v>
                </c:pt>
                <c:pt idx="748">
                  <c:v>2.25</c:v>
                </c:pt>
                <c:pt idx="749">
                  <c:v>2.25</c:v>
                </c:pt>
                <c:pt idx="750">
                  <c:v>2.25</c:v>
                </c:pt>
                <c:pt idx="751">
                  <c:v>2.25</c:v>
                </c:pt>
                <c:pt idx="752">
                  <c:v>2.25</c:v>
                </c:pt>
                <c:pt idx="753">
                  <c:v>2.25</c:v>
                </c:pt>
                <c:pt idx="754">
                  <c:v>2.25</c:v>
                </c:pt>
                <c:pt idx="755">
                  <c:v>2.25</c:v>
                </c:pt>
                <c:pt idx="756">
                  <c:v>2.25</c:v>
                </c:pt>
                <c:pt idx="757">
                  <c:v>2.25</c:v>
                </c:pt>
                <c:pt idx="758">
                  <c:v>2.25</c:v>
                </c:pt>
                <c:pt idx="759">
                  <c:v>2.25</c:v>
                </c:pt>
                <c:pt idx="760">
                  <c:v>2.25</c:v>
                </c:pt>
                <c:pt idx="761">
                  <c:v>2.25</c:v>
                </c:pt>
                <c:pt idx="762">
                  <c:v>2.25</c:v>
                </c:pt>
                <c:pt idx="763">
                  <c:v>2.25</c:v>
                </c:pt>
                <c:pt idx="764">
                  <c:v>1.75</c:v>
                </c:pt>
                <c:pt idx="765">
                  <c:v>1.75</c:v>
                </c:pt>
                <c:pt idx="766">
                  <c:v>1.75</c:v>
                </c:pt>
                <c:pt idx="767">
                  <c:v>1.75</c:v>
                </c:pt>
                <c:pt idx="768">
                  <c:v>1.75</c:v>
                </c:pt>
                <c:pt idx="769">
                  <c:v>1.75</c:v>
                </c:pt>
                <c:pt idx="770">
                  <c:v>1.75</c:v>
                </c:pt>
                <c:pt idx="771">
                  <c:v>1.75</c:v>
                </c:pt>
                <c:pt idx="772">
                  <c:v>1.75</c:v>
                </c:pt>
                <c:pt idx="773">
                  <c:v>1.75</c:v>
                </c:pt>
                <c:pt idx="774">
                  <c:v>1.75</c:v>
                </c:pt>
                <c:pt idx="775">
                  <c:v>1.75</c:v>
                </c:pt>
                <c:pt idx="776">
                  <c:v>1.75</c:v>
                </c:pt>
                <c:pt idx="777">
                  <c:v>1.75</c:v>
                </c:pt>
                <c:pt idx="778">
                  <c:v>1.75</c:v>
                </c:pt>
                <c:pt idx="779">
                  <c:v>1.75</c:v>
                </c:pt>
                <c:pt idx="780">
                  <c:v>1.75</c:v>
                </c:pt>
                <c:pt idx="781">
                  <c:v>1.75</c:v>
                </c:pt>
                <c:pt idx="782">
                  <c:v>1.75</c:v>
                </c:pt>
                <c:pt idx="783">
                  <c:v>1.75</c:v>
                </c:pt>
                <c:pt idx="784">
                  <c:v>1.75</c:v>
                </c:pt>
                <c:pt idx="785">
                  <c:v>1.75</c:v>
                </c:pt>
                <c:pt idx="786">
                  <c:v>1.75</c:v>
                </c:pt>
                <c:pt idx="787">
                  <c:v>1.75</c:v>
                </c:pt>
                <c:pt idx="788">
                  <c:v>1.75</c:v>
                </c:pt>
                <c:pt idx="789">
                  <c:v>1.75</c:v>
                </c:pt>
                <c:pt idx="790">
                  <c:v>1.75</c:v>
                </c:pt>
                <c:pt idx="791">
                  <c:v>1.75</c:v>
                </c:pt>
                <c:pt idx="792">
                  <c:v>1.75</c:v>
                </c:pt>
                <c:pt idx="793">
                  <c:v>1.75</c:v>
                </c:pt>
                <c:pt idx="794">
                  <c:v>1.75</c:v>
                </c:pt>
                <c:pt idx="795">
                  <c:v>1.75</c:v>
                </c:pt>
                <c:pt idx="796">
                  <c:v>1.75</c:v>
                </c:pt>
                <c:pt idx="797">
                  <c:v>1.75</c:v>
                </c:pt>
                <c:pt idx="798">
                  <c:v>1.75</c:v>
                </c:pt>
                <c:pt idx="799">
                  <c:v>1.75</c:v>
                </c:pt>
                <c:pt idx="800">
                  <c:v>1.75</c:v>
                </c:pt>
                <c:pt idx="801">
                  <c:v>1.75</c:v>
                </c:pt>
                <c:pt idx="802">
                  <c:v>1.75</c:v>
                </c:pt>
                <c:pt idx="803">
                  <c:v>1.75</c:v>
                </c:pt>
                <c:pt idx="804">
                  <c:v>1.75</c:v>
                </c:pt>
                <c:pt idx="805">
                  <c:v>1.75</c:v>
                </c:pt>
                <c:pt idx="806">
                  <c:v>1.75</c:v>
                </c:pt>
                <c:pt idx="807">
                  <c:v>1.75</c:v>
                </c:pt>
                <c:pt idx="808">
                  <c:v>1.75</c:v>
                </c:pt>
                <c:pt idx="809">
                  <c:v>1.75</c:v>
                </c:pt>
                <c:pt idx="810">
                  <c:v>1.75</c:v>
                </c:pt>
                <c:pt idx="811">
                  <c:v>1.75</c:v>
                </c:pt>
                <c:pt idx="812">
                  <c:v>1.75</c:v>
                </c:pt>
                <c:pt idx="813">
                  <c:v>1.75</c:v>
                </c:pt>
                <c:pt idx="814">
                  <c:v>1.75</c:v>
                </c:pt>
                <c:pt idx="815">
                  <c:v>1.75</c:v>
                </c:pt>
                <c:pt idx="816">
                  <c:v>1.75</c:v>
                </c:pt>
                <c:pt idx="817">
                  <c:v>1.75</c:v>
                </c:pt>
                <c:pt idx="818">
                  <c:v>1.75</c:v>
                </c:pt>
                <c:pt idx="819">
                  <c:v>1.75</c:v>
                </c:pt>
                <c:pt idx="820">
                  <c:v>1.75</c:v>
                </c:pt>
                <c:pt idx="821">
                  <c:v>1.75</c:v>
                </c:pt>
                <c:pt idx="822">
                  <c:v>1.75</c:v>
                </c:pt>
                <c:pt idx="823">
                  <c:v>1.75</c:v>
                </c:pt>
                <c:pt idx="824">
                  <c:v>1.75</c:v>
                </c:pt>
                <c:pt idx="825">
                  <c:v>1.75</c:v>
                </c:pt>
                <c:pt idx="826">
                  <c:v>1.75</c:v>
                </c:pt>
                <c:pt idx="827">
                  <c:v>1.75</c:v>
                </c:pt>
                <c:pt idx="828">
                  <c:v>1.5</c:v>
                </c:pt>
                <c:pt idx="829">
                  <c:v>1.5</c:v>
                </c:pt>
                <c:pt idx="830">
                  <c:v>1.5</c:v>
                </c:pt>
                <c:pt idx="831">
                  <c:v>1.5</c:v>
                </c:pt>
                <c:pt idx="832">
                  <c:v>1.5</c:v>
                </c:pt>
                <c:pt idx="833">
                  <c:v>1.5</c:v>
                </c:pt>
                <c:pt idx="834">
                  <c:v>1.5</c:v>
                </c:pt>
                <c:pt idx="835">
                  <c:v>1.5</c:v>
                </c:pt>
                <c:pt idx="836">
                  <c:v>1.5</c:v>
                </c:pt>
                <c:pt idx="837">
                  <c:v>1.5</c:v>
                </c:pt>
                <c:pt idx="838">
                  <c:v>1.5</c:v>
                </c:pt>
                <c:pt idx="839">
                  <c:v>1.5</c:v>
                </c:pt>
                <c:pt idx="840">
                  <c:v>1.5</c:v>
                </c:pt>
                <c:pt idx="841">
                  <c:v>1.5</c:v>
                </c:pt>
                <c:pt idx="842">
                  <c:v>1.5</c:v>
                </c:pt>
                <c:pt idx="843">
                  <c:v>1.5</c:v>
                </c:pt>
                <c:pt idx="844">
                  <c:v>1.5</c:v>
                </c:pt>
                <c:pt idx="845">
                  <c:v>1.5</c:v>
                </c:pt>
                <c:pt idx="846">
                  <c:v>1.5</c:v>
                </c:pt>
                <c:pt idx="847">
                  <c:v>1.5</c:v>
                </c:pt>
                <c:pt idx="848">
                  <c:v>1.5</c:v>
                </c:pt>
                <c:pt idx="849">
                  <c:v>1.5</c:v>
                </c:pt>
                <c:pt idx="850">
                  <c:v>1.5</c:v>
                </c:pt>
                <c:pt idx="851">
                  <c:v>1.5</c:v>
                </c:pt>
                <c:pt idx="852">
                  <c:v>1.5</c:v>
                </c:pt>
                <c:pt idx="853">
                  <c:v>1.5</c:v>
                </c:pt>
                <c:pt idx="854">
                  <c:v>1.5</c:v>
                </c:pt>
                <c:pt idx="855">
                  <c:v>1.5</c:v>
                </c:pt>
                <c:pt idx="856">
                  <c:v>1.5</c:v>
                </c:pt>
                <c:pt idx="857">
                  <c:v>1.5</c:v>
                </c:pt>
                <c:pt idx="858">
                  <c:v>1.5</c:v>
                </c:pt>
                <c:pt idx="859">
                  <c:v>1.5</c:v>
                </c:pt>
                <c:pt idx="860">
                  <c:v>1.5</c:v>
                </c:pt>
                <c:pt idx="861">
                  <c:v>1.5</c:v>
                </c:pt>
                <c:pt idx="862">
                  <c:v>1.5</c:v>
                </c:pt>
                <c:pt idx="863">
                  <c:v>1.5</c:v>
                </c:pt>
                <c:pt idx="864">
                  <c:v>1.5</c:v>
                </c:pt>
                <c:pt idx="865">
                  <c:v>1.5</c:v>
                </c:pt>
                <c:pt idx="866">
                  <c:v>1.5</c:v>
                </c:pt>
                <c:pt idx="867">
                  <c:v>1.5</c:v>
                </c:pt>
                <c:pt idx="868">
                  <c:v>1.5</c:v>
                </c:pt>
                <c:pt idx="869">
                  <c:v>1.5</c:v>
                </c:pt>
                <c:pt idx="870">
                  <c:v>1.5</c:v>
                </c:pt>
                <c:pt idx="871">
                  <c:v>1.5</c:v>
                </c:pt>
                <c:pt idx="872">
                  <c:v>1.5</c:v>
                </c:pt>
                <c:pt idx="873">
                  <c:v>1.5</c:v>
                </c:pt>
                <c:pt idx="874">
                  <c:v>1.5</c:v>
                </c:pt>
                <c:pt idx="875">
                  <c:v>1.5</c:v>
                </c:pt>
                <c:pt idx="876">
                  <c:v>1.5</c:v>
                </c:pt>
                <c:pt idx="877">
                  <c:v>1.5</c:v>
                </c:pt>
                <c:pt idx="878">
                  <c:v>1.5</c:v>
                </c:pt>
                <c:pt idx="879">
                  <c:v>1.5</c:v>
                </c:pt>
                <c:pt idx="880">
                  <c:v>1.5</c:v>
                </c:pt>
                <c:pt idx="881">
                  <c:v>1.5</c:v>
                </c:pt>
                <c:pt idx="882">
                  <c:v>1.5</c:v>
                </c:pt>
                <c:pt idx="883">
                  <c:v>1.5</c:v>
                </c:pt>
                <c:pt idx="884">
                  <c:v>1.5</c:v>
                </c:pt>
                <c:pt idx="885">
                  <c:v>1.5</c:v>
                </c:pt>
                <c:pt idx="886">
                  <c:v>1.5</c:v>
                </c:pt>
                <c:pt idx="887">
                  <c:v>1.5</c:v>
                </c:pt>
                <c:pt idx="888">
                  <c:v>1.5</c:v>
                </c:pt>
                <c:pt idx="889">
                  <c:v>1.5</c:v>
                </c:pt>
                <c:pt idx="890">
                  <c:v>1.5</c:v>
                </c:pt>
                <c:pt idx="891">
                  <c:v>1.5</c:v>
                </c:pt>
                <c:pt idx="892">
                  <c:v>1.5</c:v>
                </c:pt>
                <c:pt idx="893">
                  <c:v>1</c:v>
                </c:pt>
                <c:pt idx="894">
                  <c:v>1</c:v>
                </c:pt>
                <c:pt idx="895">
                  <c:v>1</c:v>
                </c:pt>
                <c:pt idx="896">
                  <c:v>1</c:v>
                </c:pt>
                <c:pt idx="897">
                  <c:v>1</c:v>
                </c:pt>
                <c:pt idx="898">
                  <c:v>1</c:v>
                </c:pt>
                <c:pt idx="899">
                  <c:v>1</c:v>
                </c:pt>
                <c:pt idx="900">
                  <c:v>1</c:v>
                </c:pt>
                <c:pt idx="901">
                  <c:v>1</c:v>
                </c:pt>
                <c:pt idx="902">
                  <c:v>1</c:v>
                </c:pt>
                <c:pt idx="903">
                  <c:v>1</c:v>
                </c:pt>
                <c:pt idx="904">
                  <c:v>1</c:v>
                </c:pt>
                <c:pt idx="905">
                  <c:v>1</c:v>
                </c:pt>
                <c:pt idx="906">
                  <c:v>1</c:v>
                </c:pt>
                <c:pt idx="907">
                  <c:v>1</c:v>
                </c:pt>
                <c:pt idx="908">
                  <c:v>1</c:v>
                </c:pt>
                <c:pt idx="909">
                  <c:v>1</c:v>
                </c:pt>
                <c:pt idx="910">
                  <c:v>1</c:v>
                </c:pt>
                <c:pt idx="911">
                  <c:v>1</c:v>
                </c:pt>
                <c:pt idx="912">
                  <c:v>1</c:v>
                </c:pt>
                <c:pt idx="913">
                  <c:v>1</c:v>
                </c:pt>
                <c:pt idx="914">
                  <c:v>1</c:v>
                </c:pt>
                <c:pt idx="915">
                  <c:v>1</c:v>
                </c:pt>
                <c:pt idx="916">
                  <c:v>1</c:v>
                </c:pt>
                <c:pt idx="917">
                  <c:v>1</c:v>
                </c:pt>
                <c:pt idx="918">
                  <c:v>1</c:v>
                </c:pt>
                <c:pt idx="919">
                  <c:v>1</c:v>
                </c:pt>
                <c:pt idx="920">
                  <c:v>1</c:v>
                </c:pt>
                <c:pt idx="921">
                  <c:v>1</c:v>
                </c:pt>
                <c:pt idx="922">
                  <c:v>1</c:v>
                </c:pt>
                <c:pt idx="923">
                  <c:v>1</c:v>
                </c:pt>
                <c:pt idx="924">
                  <c:v>1</c:v>
                </c:pt>
                <c:pt idx="925">
                  <c:v>1</c:v>
                </c:pt>
                <c:pt idx="926">
                  <c:v>1</c:v>
                </c:pt>
                <c:pt idx="927">
                  <c:v>1</c:v>
                </c:pt>
                <c:pt idx="928">
                  <c:v>1</c:v>
                </c:pt>
                <c:pt idx="929">
                  <c:v>1</c:v>
                </c:pt>
                <c:pt idx="930">
                  <c:v>1</c:v>
                </c:pt>
                <c:pt idx="931">
                  <c:v>1</c:v>
                </c:pt>
                <c:pt idx="932">
                  <c:v>1</c:v>
                </c:pt>
                <c:pt idx="933">
                  <c:v>1</c:v>
                </c:pt>
                <c:pt idx="934">
                  <c:v>1</c:v>
                </c:pt>
                <c:pt idx="935">
                  <c:v>1</c:v>
                </c:pt>
                <c:pt idx="936">
                  <c:v>1</c:v>
                </c:pt>
                <c:pt idx="937">
                  <c:v>1</c:v>
                </c:pt>
                <c:pt idx="938">
                  <c:v>1</c:v>
                </c:pt>
                <c:pt idx="939">
                  <c:v>1</c:v>
                </c:pt>
                <c:pt idx="940">
                  <c:v>1</c:v>
                </c:pt>
                <c:pt idx="941">
                  <c:v>1</c:v>
                </c:pt>
                <c:pt idx="942">
                  <c:v>1</c:v>
                </c:pt>
                <c:pt idx="943">
                  <c:v>1</c:v>
                </c:pt>
                <c:pt idx="944">
                  <c:v>1</c:v>
                </c:pt>
                <c:pt idx="945">
                  <c:v>1</c:v>
                </c:pt>
                <c:pt idx="946">
                  <c:v>1</c:v>
                </c:pt>
                <c:pt idx="947">
                  <c:v>1</c:v>
                </c:pt>
                <c:pt idx="948">
                  <c:v>1</c:v>
                </c:pt>
                <c:pt idx="949">
                  <c:v>1</c:v>
                </c:pt>
                <c:pt idx="950">
                  <c:v>1</c:v>
                </c:pt>
                <c:pt idx="951">
                  <c:v>1</c:v>
                </c:pt>
                <c:pt idx="952">
                  <c:v>1</c:v>
                </c:pt>
                <c:pt idx="953">
                  <c:v>1</c:v>
                </c:pt>
                <c:pt idx="954">
                  <c:v>1</c:v>
                </c:pt>
                <c:pt idx="955">
                  <c:v>1</c:v>
                </c:pt>
                <c:pt idx="956">
                  <c:v>1</c:v>
                </c:pt>
                <c:pt idx="957">
                  <c:v>1</c:v>
                </c:pt>
                <c:pt idx="958">
                  <c:v>1</c:v>
                </c:pt>
                <c:pt idx="959">
                  <c:v>1</c:v>
                </c:pt>
                <c:pt idx="960">
                  <c:v>1</c:v>
                </c:pt>
                <c:pt idx="961">
                  <c:v>1</c:v>
                </c:pt>
                <c:pt idx="962">
                  <c:v>1</c:v>
                </c:pt>
                <c:pt idx="963">
                  <c:v>1</c:v>
                </c:pt>
                <c:pt idx="964">
                  <c:v>1</c:v>
                </c:pt>
                <c:pt idx="965">
                  <c:v>1</c:v>
                </c:pt>
                <c:pt idx="966">
                  <c:v>1</c:v>
                </c:pt>
                <c:pt idx="967">
                  <c:v>1</c:v>
                </c:pt>
                <c:pt idx="968">
                  <c:v>1</c:v>
                </c:pt>
                <c:pt idx="969">
                  <c:v>1</c:v>
                </c:pt>
                <c:pt idx="970">
                  <c:v>1</c:v>
                </c:pt>
                <c:pt idx="971">
                  <c:v>1</c:v>
                </c:pt>
                <c:pt idx="972">
                  <c:v>1</c:v>
                </c:pt>
                <c:pt idx="973">
                  <c:v>1</c:v>
                </c:pt>
                <c:pt idx="974">
                  <c:v>1</c:v>
                </c:pt>
                <c:pt idx="975">
                  <c:v>1</c:v>
                </c:pt>
                <c:pt idx="976">
                  <c:v>1</c:v>
                </c:pt>
                <c:pt idx="977">
                  <c:v>1</c:v>
                </c:pt>
                <c:pt idx="978">
                  <c:v>1</c:v>
                </c:pt>
                <c:pt idx="979">
                  <c:v>1</c:v>
                </c:pt>
                <c:pt idx="980">
                  <c:v>1</c:v>
                </c:pt>
                <c:pt idx="981">
                  <c:v>1</c:v>
                </c:pt>
                <c:pt idx="982">
                  <c:v>1</c:v>
                </c:pt>
                <c:pt idx="983">
                  <c:v>1</c:v>
                </c:pt>
                <c:pt idx="984">
                  <c:v>1</c:v>
                </c:pt>
                <c:pt idx="985">
                  <c:v>1</c:v>
                </c:pt>
                <c:pt idx="986">
                  <c:v>1</c:v>
                </c:pt>
                <c:pt idx="987">
                  <c:v>1</c:v>
                </c:pt>
                <c:pt idx="988">
                  <c:v>1</c:v>
                </c:pt>
                <c:pt idx="989">
                  <c:v>1</c:v>
                </c:pt>
                <c:pt idx="990">
                  <c:v>1</c:v>
                </c:pt>
                <c:pt idx="991">
                  <c:v>1</c:v>
                </c:pt>
                <c:pt idx="992">
                  <c:v>1</c:v>
                </c:pt>
                <c:pt idx="993">
                  <c:v>1</c:v>
                </c:pt>
                <c:pt idx="994">
                  <c:v>1</c:v>
                </c:pt>
                <c:pt idx="995">
                  <c:v>1</c:v>
                </c:pt>
                <c:pt idx="996">
                  <c:v>1</c:v>
                </c:pt>
                <c:pt idx="997">
                  <c:v>1</c:v>
                </c:pt>
                <c:pt idx="998">
                  <c:v>1</c:v>
                </c:pt>
                <c:pt idx="999">
                  <c:v>1</c:v>
                </c:pt>
                <c:pt idx="1000">
                  <c:v>1</c:v>
                </c:pt>
                <c:pt idx="1001">
                  <c:v>1</c:v>
                </c:pt>
                <c:pt idx="1002">
                  <c:v>1</c:v>
                </c:pt>
                <c:pt idx="1003">
                  <c:v>1</c:v>
                </c:pt>
                <c:pt idx="1004">
                  <c:v>1</c:v>
                </c:pt>
                <c:pt idx="1005">
                  <c:v>1</c:v>
                </c:pt>
                <c:pt idx="1006">
                  <c:v>1</c:v>
                </c:pt>
                <c:pt idx="1007">
                  <c:v>1</c:v>
                </c:pt>
                <c:pt idx="1008">
                  <c:v>1</c:v>
                </c:pt>
                <c:pt idx="1009">
                  <c:v>1</c:v>
                </c:pt>
                <c:pt idx="1010">
                  <c:v>1</c:v>
                </c:pt>
                <c:pt idx="1011">
                  <c:v>1</c:v>
                </c:pt>
                <c:pt idx="1012">
                  <c:v>1</c:v>
                </c:pt>
                <c:pt idx="1013">
                  <c:v>1</c:v>
                </c:pt>
                <c:pt idx="1014">
                  <c:v>1</c:v>
                </c:pt>
                <c:pt idx="1015">
                  <c:v>1</c:v>
                </c:pt>
                <c:pt idx="1016">
                  <c:v>1</c:v>
                </c:pt>
                <c:pt idx="1017">
                  <c:v>1</c:v>
                </c:pt>
                <c:pt idx="1018">
                  <c:v>1</c:v>
                </c:pt>
                <c:pt idx="1019">
                  <c:v>1</c:v>
                </c:pt>
                <c:pt idx="1020">
                  <c:v>1</c:v>
                </c:pt>
                <c:pt idx="1021">
                  <c:v>1</c:v>
                </c:pt>
                <c:pt idx="1022">
                  <c:v>1</c:v>
                </c:pt>
                <c:pt idx="1023">
                  <c:v>1</c:v>
                </c:pt>
                <c:pt idx="1024">
                  <c:v>1</c:v>
                </c:pt>
                <c:pt idx="1025">
                  <c:v>1</c:v>
                </c:pt>
                <c:pt idx="1026">
                  <c:v>1</c:v>
                </c:pt>
                <c:pt idx="1027">
                  <c:v>1</c:v>
                </c:pt>
                <c:pt idx="1028">
                  <c:v>1</c:v>
                </c:pt>
                <c:pt idx="1029">
                  <c:v>1</c:v>
                </c:pt>
                <c:pt idx="1030">
                  <c:v>1</c:v>
                </c:pt>
                <c:pt idx="1031">
                  <c:v>1</c:v>
                </c:pt>
                <c:pt idx="1032">
                  <c:v>1</c:v>
                </c:pt>
                <c:pt idx="1033">
                  <c:v>1</c:v>
                </c:pt>
                <c:pt idx="1034">
                  <c:v>1</c:v>
                </c:pt>
                <c:pt idx="1035">
                  <c:v>1</c:v>
                </c:pt>
                <c:pt idx="1036">
                  <c:v>1</c:v>
                </c:pt>
                <c:pt idx="1037">
                  <c:v>1</c:v>
                </c:pt>
                <c:pt idx="1038">
                  <c:v>1</c:v>
                </c:pt>
                <c:pt idx="1039">
                  <c:v>1</c:v>
                </c:pt>
                <c:pt idx="1040">
                  <c:v>1</c:v>
                </c:pt>
                <c:pt idx="1041">
                  <c:v>1</c:v>
                </c:pt>
                <c:pt idx="1042">
                  <c:v>1</c:v>
                </c:pt>
                <c:pt idx="1043">
                  <c:v>1</c:v>
                </c:pt>
                <c:pt idx="1044">
                  <c:v>1</c:v>
                </c:pt>
                <c:pt idx="1045">
                  <c:v>1</c:v>
                </c:pt>
                <c:pt idx="1046">
                  <c:v>1</c:v>
                </c:pt>
                <c:pt idx="1047">
                  <c:v>1</c:v>
                </c:pt>
                <c:pt idx="1048">
                  <c:v>1</c:v>
                </c:pt>
                <c:pt idx="1049">
                  <c:v>1</c:v>
                </c:pt>
                <c:pt idx="1050">
                  <c:v>1</c:v>
                </c:pt>
                <c:pt idx="1051">
                  <c:v>1</c:v>
                </c:pt>
                <c:pt idx="1052">
                  <c:v>1</c:v>
                </c:pt>
                <c:pt idx="1053">
                  <c:v>1</c:v>
                </c:pt>
                <c:pt idx="1054">
                  <c:v>1</c:v>
                </c:pt>
                <c:pt idx="1055">
                  <c:v>1</c:v>
                </c:pt>
                <c:pt idx="1056">
                  <c:v>1</c:v>
                </c:pt>
                <c:pt idx="1057">
                  <c:v>1</c:v>
                </c:pt>
                <c:pt idx="1058">
                  <c:v>1</c:v>
                </c:pt>
                <c:pt idx="1059">
                  <c:v>1</c:v>
                </c:pt>
                <c:pt idx="1060">
                  <c:v>1</c:v>
                </c:pt>
                <c:pt idx="1061">
                  <c:v>1</c:v>
                </c:pt>
                <c:pt idx="1062">
                  <c:v>1</c:v>
                </c:pt>
                <c:pt idx="1063">
                  <c:v>1</c:v>
                </c:pt>
                <c:pt idx="1064">
                  <c:v>1</c:v>
                </c:pt>
                <c:pt idx="1065">
                  <c:v>1</c:v>
                </c:pt>
                <c:pt idx="1066">
                  <c:v>1</c:v>
                </c:pt>
                <c:pt idx="1067">
                  <c:v>1</c:v>
                </c:pt>
                <c:pt idx="1068">
                  <c:v>1</c:v>
                </c:pt>
                <c:pt idx="1069">
                  <c:v>1</c:v>
                </c:pt>
                <c:pt idx="1070">
                  <c:v>1</c:v>
                </c:pt>
                <c:pt idx="1071">
                  <c:v>1</c:v>
                </c:pt>
                <c:pt idx="1072">
                  <c:v>1</c:v>
                </c:pt>
                <c:pt idx="1073">
                  <c:v>1</c:v>
                </c:pt>
                <c:pt idx="1074">
                  <c:v>1</c:v>
                </c:pt>
                <c:pt idx="1075">
                  <c:v>1</c:v>
                </c:pt>
                <c:pt idx="1076">
                  <c:v>1</c:v>
                </c:pt>
                <c:pt idx="1077">
                  <c:v>1</c:v>
                </c:pt>
                <c:pt idx="1078">
                  <c:v>1</c:v>
                </c:pt>
                <c:pt idx="1079">
                  <c:v>1</c:v>
                </c:pt>
                <c:pt idx="1080">
                  <c:v>1</c:v>
                </c:pt>
                <c:pt idx="1081">
                  <c:v>1</c:v>
                </c:pt>
                <c:pt idx="1082">
                  <c:v>1</c:v>
                </c:pt>
                <c:pt idx="1083">
                  <c:v>1</c:v>
                </c:pt>
                <c:pt idx="1084">
                  <c:v>1</c:v>
                </c:pt>
                <c:pt idx="1085">
                  <c:v>1</c:v>
                </c:pt>
                <c:pt idx="1086">
                  <c:v>1</c:v>
                </c:pt>
                <c:pt idx="1087">
                  <c:v>1</c:v>
                </c:pt>
                <c:pt idx="1088">
                  <c:v>1</c:v>
                </c:pt>
                <c:pt idx="1089">
                  <c:v>1</c:v>
                </c:pt>
                <c:pt idx="1090">
                  <c:v>1</c:v>
                </c:pt>
                <c:pt idx="1091">
                  <c:v>1</c:v>
                </c:pt>
                <c:pt idx="1092">
                  <c:v>1</c:v>
                </c:pt>
                <c:pt idx="1093">
                  <c:v>1</c:v>
                </c:pt>
                <c:pt idx="1094">
                  <c:v>1</c:v>
                </c:pt>
                <c:pt idx="1095">
                  <c:v>1</c:v>
                </c:pt>
                <c:pt idx="1096">
                  <c:v>1</c:v>
                </c:pt>
                <c:pt idx="1097">
                  <c:v>1</c:v>
                </c:pt>
                <c:pt idx="1098">
                  <c:v>1</c:v>
                </c:pt>
                <c:pt idx="1099">
                  <c:v>1</c:v>
                </c:pt>
                <c:pt idx="1100">
                  <c:v>1</c:v>
                </c:pt>
                <c:pt idx="1101">
                  <c:v>1</c:v>
                </c:pt>
                <c:pt idx="1102">
                  <c:v>1</c:v>
                </c:pt>
                <c:pt idx="1103">
                  <c:v>1</c:v>
                </c:pt>
                <c:pt idx="1104">
                  <c:v>1</c:v>
                </c:pt>
                <c:pt idx="1105">
                  <c:v>1</c:v>
                </c:pt>
                <c:pt idx="1106">
                  <c:v>1</c:v>
                </c:pt>
                <c:pt idx="1107">
                  <c:v>1</c:v>
                </c:pt>
                <c:pt idx="1108">
                  <c:v>1</c:v>
                </c:pt>
                <c:pt idx="1109">
                  <c:v>1</c:v>
                </c:pt>
                <c:pt idx="1110">
                  <c:v>1</c:v>
                </c:pt>
                <c:pt idx="1111">
                  <c:v>1</c:v>
                </c:pt>
                <c:pt idx="1112">
                  <c:v>1</c:v>
                </c:pt>
                <c:pt idx="1113">
                  <c:v>1</c:v>
                </c:pt>
                <c:pt idx="1114">
                  <c:v>1</c:v>
                </c:pt>
                <c:pt idx="1115">
                  <c:v>1</c:v>
                </c:pt>
                <c:pt idx="1116">
                  <c:v>1</c:v>
                </c:pt>
                <c:pt idx="1117">
                  <c:v>1</c:v>
                </c:pt>
                <c:pt idx="1118">
                  <c:v>1</c:v>
                </c:pt>
                <c:pt idx="1119">
                  <c:v>1</c:v>
                </c:pt>
                <c:pt idx="1120">
                  <c:v>1</c:v>
                </c:pt>
                <c:pt idx="1121">
                  <c:v>1</c:v>
                </c:pt>
                <c:pt idx="1122">
                  <c:v>1</c:v>
                </c:pt>
                <c:pt idx="1123">
                  <c:v>1</c:v>
                </c:pt>
                <c:pt idx="1124">
                  <c:v>1</c:v>
                </c:pt>
                <c:pt idx="1125">
                  <c:v>1</c:v>
                </c:pt>
                <c:pt idx="1126">
                  <c:v>1</c:v>
                </c:pt>
                <c:pt idx="1127">
                  <c:v>1</c:v>
                </c:pt>
                <c:pt idx="1128">
                  <c:v>1</c:v>
                </c:pt>
                <c:pt idx="1129">
                  <c:v>1</c:v>
                </c:pt>
                <c:pt idx="1130">
                  <c:v>1</c:v>
                </c:pt>
                <c:pt idx="1131">
                  <c:v>1</c:v>
                </c:pt>
                <c:pt idx="1132">
                  <c:v>1</c:v>
                </c:pt>
                <c:pt idx="1133">
                  <c:v>1</c:v>
                </c:pt>
                <c:pt idx="1134">
                  <c:v>1</c:v>
                </c:pt>
                <c:pt idx="1135">
                  <c:v>1</c:v>
                </c:pt>
                <c:pt idx="1136">
                  <c:v>1</c:v>
                </c:pt>
                <c:pt idx="1137">
                  <c:v>1</c:v>
                </c:pt>
                <c:pt idx="1138">
                  <c:v>1</c:v>
                </c:pt>
                <c:pt idx="1139">
                  <c:v>1</c:v>
                </c:pt>
                <c:pt idx="1140">
                  <c:v>1</c:v>
                </c:pt>
                <c:pt idx="1141">
                  <c:v>1</c:v>
                </c:pt>
                <c:pt idx="1142">
                  <c:v>1</c:v>
                </c:pt>
                <c:pt idx="1143">
                  <c:v>1</c:v>
                </c:pt>
                <c:pt idx="1144">
                  <c:v>1</c:v>
                </c:pt>
                <c:pt idx="1145">
                  <c:v>1</c:v>
                </c:pt>
                <c:pt idx="1146">
                  <c:v>1</c:v>
                </c:pt>
                <c:pt idx="1147">
                  <c:v>1</c:v>
                </c:pt>
                <c:pt idx="1148">
                  <c:v>1</c:v>
                </c:pt>
                <c:pt idx="1149">
                  <c:v>1</c:v>
                </c:pt>
                <c:pt idx="1150">
                  <c:v>1</c:v>
                </c:pt>
                <c:pt idx="1151">
                  <c:v>1</c:v>
                </c:pt>
                <c:pt idx="1152">
                  <c:v>1</c:v>
                </c:pt>
                <c:pt idx="1153">
                  <c:v>1</c:v>
                </c:pt>
                <c:pt idx="1154">
                  <c:v>1</c:v>
                </c:pt>
                <c:pt idx="1155">
                  <c:v>1</c:v>
                </c:pt>
                <c:pt idx="1156">
                  <c:v>1</c:v>
                </c:pt>
                <c:pt idx="1157">
                  <c:v>1</c:v>
                </c:pt>
                <c:pt idx="1158">
                  <c:v>1</c:v>
                </c:pt>
                <c:pt idx="1159">
                  <c:v>1</c:v>
                </c:pt>
                <c:pt idx="1160">
                  <c:v>1</c:v>
                </c:pt>
                <c:pt idx="1161">
                  <c:v>1</c:v>
                </c:pt>
                <c:pt idx="1162">
                  <c:v>1</c:v>
                </c:pt>
                <c:pt idx="1163">
                  <c:v>1</c:v>
                </c:pt>
                <c:pt idx="1164">
                  <c:v>1</c:v>
                </c:pt>
                <c:pt idx="1165">
                  <c:v>1</c:v>
                </c:pt>
                <c:pt idx="1166">
                  <c:v>1</c:v>
                </c:pt>
                <c:pt idx="1167">
                  <c:v>1</c:v>
                </c:pt>
                <c:pt idx="1168">
                  <c:v>1</c:v>
                </c:pt>
                <c:pt idx="1169">
                  <c:v>1</c:v>
                </c:pt>
                <c:pt idx="1170">
                  <c:v>1</c:v>
                </c:pt>
                <c:pt idx="1171">
                  <c:v>1</c:v>
                </c:pt>
                <c:pt idx="1172">
                  <c:v>1</c:v>
                </c:pt>
                <c:pt idx="1173">
                  <c:v>1</c:v>
                </c:pt>
                <c:pt idx="1174">
                  <c:v>1</c:v>
                </c:pt>
                <c:pt idx="1175">
                  <c:v>1</c:v>
                </c:pt>
                <c:pt idx="1176">
                  <c:v>1</c:v>
                </c:pt>
                <c:pt idx="1177">
                  <c:v>1</c:v>
                </c:pt>
                <c:pt idx="1178">
                  <c:v>1</c:v>
                </c:pt>
                <c:pt idx="1179">
                  <c:v>1</c:v>
                </c:pt>
                <c:pt idx="1180">
                  <c:v>1</c:v>
                </c:pt>
                <c:pt idx="1181">
                  <c:v>1</c:v>
                </c:pt>
                <c:pt idx="1182">
                  <c:v>1</c:v>
                </c:pt>
                <c:pt idx="1183">
                  <c:v>1</c:v>
                </c:pt>
                <c:pt idx="1184">
                  <c:v>1</c:v>
                </c:pt>
                <c:pt idx="1185">
                  <c:v>1</c:v>
                </c:pt>
                <c:pt idx="1186">
                  <c:v>1</c:v>
                </c:pt>
                <c:pt idx="1187">
                  <c:v>1</c:v>
                </c:pt>
                <c:pt idx="1188">
                  <c:v>1</c:v>
                </c:pt>
                <c:pt idx="1189">
                  <c:v>1</c:v>
                </c:pt>
                <c:pt idx="1190">
                  <c:v>1</c:v>
                </c:pt>
                <c:pt idx="1191">
                  <c:v>1</c:v>
                </c:pt>
                <c:pt idx="1192">
                  <c:v>1</c:v>
                </c:pt>
                <c:pt idx="1193">
                  <c:v>1</c:v>
                </c:pt>
                <c:pt idx="1194">
                  <c:v>1</c:v>
                </c:pt>
                <c:pt idx="1195">
                  <c:v>1</c:v>
                </c:pt>
                <c:pt idx="1196">
                  <c:v>1</c:v>
                </c:pt>
                <c:pt idx="1197">
                  <c:v>1</c:v>
                </c:pt>
                <c:pt idx="1198">
                  <c:v>1</c:v>
                </c:pt>
                <c:pt idx="1199">
                  <c:v>1</c:v>
                </c:pt>
                <c:pt idx="1200">
                  <c:v>1</c:v>
                </c:pt>
                <c:pt idx="1201">
                  <c:v>1</c:v>
                </c:pt>
                <c:pt idx="1202">
                  <c:v>1</c:v>
                </c:pt>
                <c:pt idx="1203">
                  <c:v>1</c:v>
                </c:pt>
                <c:pt idx="1204">
                  <c:v>1</c:v>
                </c:pt>
                <c:pt idx="1205">
                  <c:v>1</c:v>
                </c:pt>
                <c:pt idx="1206">
                  <c:v>1</c:v>
                </c:pt>
                <c:pt idx="1207">
                  <c:v>1</c:v>
                </c:pt>
                <c:pt idx="1208">
                  <c:v>1</c:v>
                </c:pt>
                <c:pt idx="1209">
                  <c:v>1</c:v>
                </c:pt>
                <c:pt idx="1210">
                  <c:v>1</c:v>
                </c:pt>
                <c:pt idx="1211">
                  <c:v>1</c:v>
                </c:pt>
                <c:pt idx="1212">
                  <c:v>1</c:v>
                </c:pt>
                <c:pt idx="1213">
                  <c:v>1</c:v>
                </c:pt>
                <c:pt idx="1214">
                  <c:v>1</c:v>
                </c:pt>
                <c:pt idx="1215">
                  <c:v>1</c:v>
                </c:pt>
                <c:pt idx="1216">
                  <c:v>1</c:v>
                </c:pt>
                <c:pt idx="1217">
                  <c:v>1</c:v>
                </c:pt>
                <c:pt idx="1218">
                  <c:v>1</c:v>
                </c:pt>
                <c:pt idx="1219">
                  <c:v>1</c:v>
                </c:pt>
                <c:pt idx="1220">
                  <c:v>1</c:v>
                </c:pt>
                <c:pt idx="1221">
                  <c:v>1</c:v>
                </c:pt>
                <c:pt idx="1222">
                  <c:v>1</c:v>
                </c:pt>
                <c:pt idx="1223">
                  <c:v>1</c:v>
                </c:pt>
                <c:pt idx="1224">
                  <c:v>1</c:v>
                </c:pt>
                <c:pt idx="1225">
                  <c:v>1</c:v>
                </c:pt>
                <c:pt idx="1226">
                  <c:v>1</c:v>
                </c:pt>
                <c:pt idx="1227">
                  <c:v>1</c:v>
                </c:pt>
                <c:pt idx="1228">
                  <c:v>1</c:v>
                </c:pt>
                <c:pt idx="1229">
                  <c:v>1</c:v>
                </c:pt>
                <c:pt idx="1230">
                  <c:v>1</c:v>
                </c:pt>
                <c:pt idx="1231">
                  <c:v>1</c:v>
                </c:pt>
                <c:pt idx="1232">
                  <c:v>1</c:v>
                </c:pt>
                <c:pt idx="1233">
                  <c:v>1</c:v>
                </c:pt>
                <c:pt idx="1234">
                  <c:v>1</c:v>
                </c:pt>
                <c:pt idx="1235">
                  <c:v>1</c:v>
                </c:pt>
                <c:pt idx="1236">
                  <c:v>1</c:v>
                </c:pt>
                <c:pt idx="1237">
                  <c:v>1</c:v>
                </c:pt>
                <c:pt idx="1238">
                  <c:v>1</c:v>
                </c:pt>
                <c:pt idx="1239">
                  <c:v>1</c:v>
                </c:pt>
                <c:pt idx="1240">
                  <c:v>1</c:v>
                </c:pt>
                <c:pt idx="1241">
                  <c:v>1</c:v>
                </c:pt>
                <c:pt idx="1242">
                  <c:v>1</c:v>
                </c:pt>
                <c:pt idx="1243">
                  <c:v>1</c:v>
                </c:pt>
                <c:pt idx="1244">
                  <c:v>1</c:v>
                </c:pt>
                <c:pt idx="1245">
                  <c:v>1</c:v>
                </c:pt>
                <c:pt idx="1246">
                  <c:v>1</c:v>
                </c:pt>
                <c:pt idx="1247">
                  <c:v>1</c:v>
                </c:pt>
                <c:pt idx="1248">
                  <c:v>1</c:v>
                </c:pt>
                <c:pt idx="1249">
                  <c:v>1</c:v>
                </c:pt>
                <c:pt idx="1250">
                  <c:v>1</c:v>
                </c:pt>
                <c:pt idx="1251">
                  <c:v>1</c:v>
                </c:pt>
                <c:pt idx="1252">
                  <c:v>1</c:v>
                </c:pt>
                <c:pt idx="1253">
                  <c:v>1</c:v>
                </c:pt>
                <c:pt idx="1254">
                  <c:v>1</c:v>
                </c:pt>
                <c:pt idx="1255">
                  <c:v>1</c:v>
                </c:pt>
                <c:pt idx="1256">
                  <c:v>1</c:v>
                </c:pt>
                <c:pt idx="1257">
                  <c:v>1</c:v>
                </c:pt>
                <c:pt idx="1258">
                  <c:v>1</c:v>
                </c:pt>
                <c:pt idx="1259">
                  <c:v>1</c:v>
                </c:pt>
                <c:pt idx="1260">
                  <c:v>1</c:v>
                </c:pt>
                <c:pt idx="1261">
                  <c:v>1</c:v>
                </c:pt>
                <c:pt idx="1262">
                  <c:v>1</c:v>
                </c:pt>
                <c:pt idx="1263">
                  <c:v>1</c:v>
                </c:pt>
                <c:pt idx="1264">
                  <c:v>1</c:v>
                </c:pt>
                <c:pt idx="1265">
                  <c:v>1</c:v>
                </c:pt>
                <c:pt idx="1266">
                  <c:v>1</c:v>
                </c:pt>
                <c:pt idx="1267">
                  <c:v>1</c:v>
                </c:pt>
                <c:pt idx="1268">
                  <c:v>1</c:v>
                </c:pt>
                <c:pt idx="1269">
                  <c:v>1</c:v>
                </c:pt>
                <c:pt idx="1270">
                  <c:v>1</c:v>
                </c:pt>
                <c:pt idx="1271">
                  <c:v>1</c:v>
                </c:pt>
                <c:pt idx="1272">
                  <c:v>1</c:v>
                </c:pt>
                <c:pt idx="1273">
                  <c:v>1</c:v>
                </c:pt>
                <c:pt idx="1274">
                  <c:v>1</c:v>
                </c:pt>
                <c:pt idx="1275">
                  <c:v>1</c:v>
                </c:pt>
                <c:pt idx="1276">
                  <c:v>1</c:v>
                </c:pt>
                <c:pt idx="1277">
                  <c:v>1</c:v>
                </c:pt>
                <c:pt idx="1278">
                  <c:v>1</c:v>
                </c:pt>
                <c:pt idx="1279">
                  <c:v>1</c:v>
                </c:pt>
                <c:pt idx="1280">
                  <c:v>1</c:v>
                </c:pt>
                <c:pt idx="1281">
                  <c:v>1</c:v>
                </c:pt>
                <c:pt idx="1282">
                  <c:v>1</c:v>
                </c:pt>
                <c:pt idx="1283">
                  <c:v>1</c:v>
                </c:pt>
                <c:pt idx="1284">
                  <c:v>1</c:v>
                </c:pt>
                <c:pt idx="1285">
                  <c:v>1</c:v>
                </c:pt>
                <c:pt idx="1286">
                  <c:v>1</c:v>
                </c:pt>
                <c:pt idx="1287">
                  <c:v>1</c:v>
                </c:pt>
                <c:pt idx="1288">
                  <c:v>1</c:v>
                </c:pt>
                <c:pt idx="1289">
                  <c:v>1</c:v>
                </c:pt>
                <c:pt idx="1290">
                  <c:v>1</c:v>
                </c:pt>
                <c:pt idx="1291">
                  <c:v>1</c:v>
                </c:pt>
                <c:pt idx="1292">
                  <c:v>1</c:v>
                </c:pt>
                <c:pt idx="1293">
                  <c:v>1</c:v>
                </c:pt>
                <c:pt idx="1294">
                  <c:v>1</c:v>
                </c:pt>
                <c:pt idx="1295">
                  <c:v>1</c:v>
                </c:pt>
                <c:pt idx="1296">
                  <c:v>1</c:v>
                </c:pt>
                <c:pt idx="1297">
                  <c:v>1</c:v>
                </c:pt>
                <c:pt idx="1298">
                  <c:v>1</c:v>
                </c:pt>
                <c:pt idx="1299">
                  <c:v>1</c:v>
                </c:pt>
                <c:pt idx="1300">
                  <c:v>1</c:v>
                </c:pt>
                <c:pt idx="1301">
                  <c:v>1</c:v>
                </c:pt>
                <c:pt idx="1302">
                  <c:v>1</c:v>
                </c:pt>
                <c:pt idx="1303">
                  <c:v>1</c:v>
                </c:pt>
                <c:pt idx="1304">
                  <c:v>1</c:v>
                </c:pt>
                <c:pt idx="1305">
                  <c:v>1</c:v>
                </c:pt>
                <c:pt idx="1306">
                  <c:v>1</c:v>
                </c:pt>
                <c:pt idx="1307">
                  <c:v>1</c:v>
                </c:pt>
                <c:pt idx="1308">
                  <c:v>1</c:v>
                </c:pt>
                <c:pt idx="1309">
                  <c:v>1</c:v>
                </c:pt>
                <c:pt idx="1310">
                  <c:v>1</c:v>
                </c:pt>
                <c:pt idx="1311">
                  <c:v>1</c:v>
                </c:pt>
                <c:pt idx="1312">
                  <c:v>1</c:v>
                </c:pt>
                <c:pt idx="1313">
                  <c:v>1</c:v>
                </c:pt>
                <c:pt idx="1314">
                  <c:v>1</c:v>
                </c:pt>
                <c:pt idx="1315">
                  <c:v>1</c:v>
                </c:pt>
                <c:pt idx="1316">
                  <c:v>1</c:v>
                </c:pt>
                <c:pt idx="1317">
                  <c:v>1</c:v>
                </c:pt>
                <c:pt idx="1318">
                  <c:v>1</c:v>
                </c:pt>
                <c:pt idx="1319">
                  <c:v>1</c:v>
                </c:pt>
                <c:pt idx="1320">
                  <c:v>1</c:v>
                </c:pt>
                <c:pt idx="1321">
                  <c:v>1</c:v>
                </c:pt>
                <c:pt idx="1322">
                  <c:v>1</c:v>
                </c:pt>
                <c:pt idx="1323">
                  <c:v>1</c:v>
                </c:pt>
                <c:pt idx="1324">
                  <c:v>1</c:v>
                </c:pt>
                <c:pt idx="1325">
                  <c:v>1</c:v>
                </c:pt>
                <c:pt idx="1326">
                  <c:v>1</c:v>
                </c:pt>
                <c:pt idx="1327">
                  <c:v>1</c:v>
                </c:pt>
                <c:pt idx="1328">
                  <c:v>1</c:v>
                </c:pt>
                <c:pt idx="1329">
                  <c:v>1</c:v>
                </c:pt>
                <c:pt idx="1330">
                  <c:v>1</c:v>
                </c:pt>
                <c:pt idx="1331">
                  <c:v>1</c:v>
                </c:pt>
                <c:pt idx="1332">
                  <c:v>1</c:v>
                </c:pt>
                <c:pt idx="1333">
                  <c:v>1</c:v>
                </c:pt>
                <c:pt idx="1334">
                  <c:v>1</c:v>
                </c:pt>
                <c:pt idx="1335">
                  <c:v>1</c:v>
                </c:pt>
                <c:pt idx="1336">
                  <c:v>1</c:v>
                </c:pt>
                <c:pt idx="1337">
                  <c:v>1</c:v>
                </c:pt>
                <c:pt idx="1338">
                  <c:v>1</c:v>
                </c:pt>
                <c:pt idx="1339">
                  <c:v>1</c:v>
                </c:pt>
                <c:pt idx="1340">
                  <c:v>1</c:v>
                </c:pt>
                <c:pt idx="1341">
                  <c:v>1</c:v>
                </c:pt>
                <c:pt idx="1342">
                  <c:v>1</c:v>
                </c:pt>
                <c:pt idx="1343">
                  <c:v>1</c:v>
                </c:pt>
                <c:pt idx="1344">
                  <c:v>1</c:v>
                </c:pt>
                <c:pt idx="1345">
                  <c:v>1</c:v>
                </c:pt>
                <c:pt idx="1346">
                  <c:v>1</c:v>
                </c:pt>
                <c:pt idx="1347">
                  <c:v>1</c:v>
                </c:pt>
                <c:pt idx="1348">
                  <c:v>1</c:v>
                </c:pt>
                <c:pt idx="1349">
                  <c:v>1</c:v>
                </c:pt>
                <c:pt idx="1350">
                  <c:v>1</c:v>
                </c:pt>
                <c:pt idx="1351">
                  <c:v>1</c:v>
                </c:pt>
                <c:pt idx="1352">
                  <c:v>1</c:v>
                </c:pt>
                <c:pt idx="1353">
                  <c:v>1</c:v>
                </c:pt>
                <c:pt idx="1354">
                  <c:v>1</c:v>
                </c:pt>
                <c:pt idx="1355">
                  <c:v>1</c:v>
                </c:pt>
                <c:pt idx="1356">
                  <c:v>1</c:v>
                </c:pt>
                <c:pt idx="1357">
                  <c:v>1</c:v>
                </c:pt>
                <c:pt idx="1358">
                  <c:v>1</c:v>
                </c:pt>
                <c:pt idx="1359">
                  <c:v>1</c:v>
                </c:pt>
                <c:pt idx="1360">
                  <c:v>1</c:v>
                </c:pt>
                <c:pt idx="1361">
                  <c:v>1</c:v>
                </c:pt>
                <c:pt idx="1362">
                  <c:v>1</c:v>
                </c:pt>
                <c:pt idx="1363">
                  <c:v>1</c:v>
                </c:pt>
                <c:pt idx="1364">
                  <c:v>1</c:v>
                </c:pt>
                <c:pt idx="1365">
                  <c:v>1</c:v>
                </c:pt>
                <c:pt idx="1366">
                  <c:v>1</c:v>
                </c:pt>
                <c:pt idx="1367">
                  <c:v>1</c:v>
                </c:pt>
                <c:pt idx="1368">
                  <c:v>1</c:v>
                </c:pt>
                <c:pt idx="1369">
                  <c:v>1</c:v>
                </c:pt>
                <c:pt idx="1370">
                  <c:v>1</c:v>
                </c:pt>
                <c:pt idx="1371">
                  <c:v>1</c:v>
                </c:pt>
                <c:pt idx="1372">
                  <c:v>1</c:v>
                </c:pt>
                <c:pt idx="1373">
                  <c:v>1</c:v>
                </c:pt>
                <c:pt idx="1374">
                  <c:v>1</c:v>
                </c:pt>
                <c:pt idx="1375">
                  <c:v>1</c:v>
                </c:pt>
                <c:pt idx="1376">
                  <c:v>1</c:v>
                </c:pt>
                <c:pt idx="1377">
                  <c:v>1</c:v>
                </c:pt>
                <c:pt idx="1378">
                  <c:v>1</c:v>
                </c:pt>
                <c:pt idx="1379">
                  <c:v>1</c:v>
                </c:pt>
                <c:pt idx="1380">
                  <c:v>1</c:v>
                </c:pt>
                <c:pt idx="1381">
                  <c:v>1</c:v>
                </c:pt>
                <c:pt idx="1382">
                  <c:v>1</c:v>
                </c:pt>
                <c:pt idx="1383">
                  <c:v>1</c:v>
                </c:pt>
                <c:pt idx="1384">
                  <c:v>1</c:v>
                </c:pt>
                <c:pt idx="1385">
                  <c:v>1</c:v>
                </c:pt>
                <c:pt idx="1386">
                  <c:v>1</c:v>
                </c:pt>
                <c:pt idx="1387">
                  <c:v>1</c:v>
                </c:pt>
                <c:pt idx="1388">
                  <c:v>1</c:v>
                </c:pt>
                <c:pt idx="1389">
                  <c:v>1</c:v>
                </c:pt>
                <c:pt idx="1390">
                  <c:v>1</c:v>
                </c:pt>
                <c:pt idx="1391">
                  <c:v>1</c:v>
                </c:pt>
                <c:pt idx="1392">
                  <c:v>1</c:v>
                </c:pt>
                <c:pt idx="1393">
                  <c:v>1</c:v>
                </c:pt>
                <c:pt idx="1394">
                  <c:v>1</c:v>
                </c:pt>
                <c:pt idx="1395">
                  <c:v>1</c:v>
                </c:pt>
                <c:pt idx="1396">
                  <c:v>1</c:v>
                </c:pt>
                <c:pt idx="1397">
                  <c:v>1</c:v>
                </c:pt>
                <c:pt idx="1398">
                  <c:v>1</c:v>
                </c:pt>
                <c:pt idx="1399">
                  <c:v>1</c:v>
                </c:pt>
                <c:pt idx="1400">
                  <c:v>1</c:v>
                </c:pt>
                <c:pt idx="1401">
                  <c:v>1</c:v>
                </c:pt>
                <c:pt idx="1402">
                  <c:v>1</c:v>
                </c:pt>
                <c:pt idx="1403">
                  <c:v>1</c:v>
                </c:pt>
                <c:pt idx="1404">
                  <c:v>1</c:v>
                </c:pt>
                <c:pt idx="1405">
                  <c:v>1</c:v>
                </c:pt>
                <c:pt idx="1406">
                  <c:v>1</c:v>
                </c:pt>
                <c:pt idx="1407">
                  <c:v>1</c:v>
                </c:pt>
                <c:pt idx="1408">
                  <c:v>1</c:v>
                </c:pt>
                <c:pt idx="1409">
                  <c:v>1</c:v>
                </c:pt>
                <c:pt idx="1410">
                  <c:v>1</c:v>
                </c:pt>
                <c:pt idx="1411">
                  <c:v>1</c:v>
                </c:pt>
                <c:pt idx="1412">
                  <c:v>1</c:v>
                </c:pt>
                <c:pt idx="1413">
                  <c:v>1</c:v>
                </c:pt>
                <c:pt idx="1414">
                  <c:v>1</c:v>
                </c:pt>
                <c:pt idx="1415">
                  <c:v>1</c:v>
                </c:pt>
                <c:pt idx="1416">
                  <c:v>1</c:v>
                </c:pt>
                <c:pt idx="1417">
                  <c:v>1</c:v>
                </c:pt>
                <c:pt idx="1418">
                  <c:v>1</c:v>
                </c:pt>
                <c:pt idx="1419">
                  <c:v>1</c:v>
                </c:pt>
                <c:pt idx="1420">
                  <c:v>1</c:v>
                </c:pt>
                <c:pt idx="1421">
                  <c:v>1</c:v>
                </c:pt>
                <c:pt idx="1422">
                  <c:v>1</c:v>
                </c:pt>
                <c:pt idx="1423">
                  <c:v>1</c:v>
                </c:pt>
                <c:pt idx="1424">
                  <c:v>1</c:v>
                </c:pt>
                <c:pt idx="1425">
                  <c:v>1</c:v>
                </c:pt>
                <c:pt idx="1426">
                  <c:v>1</c:v>
                </c:pt>
                <c:pt idx="1427">
                  <c:v>1</c:v>
                </c:pt>
                <c:pt idx="1428">
                  <c:v>1</c:v>
                </c:pt>
                <c:pt idx="1429">
                  <c:v>1</c:v>
                </c:pt>
                <c:pt idx="1430">
                  <c:v>1</c:v>
                </c:pt>
                <c:pt idx="1431">
                  <c:v>1</c:v>
                </c:pt>
                <c:pt idx="1432">
                  <c:v>1</c:v>
                </c:pt>
                <c:pt idx="1433">
                  <c:v>1</c:v>
                </c:pt>
                <c:pt idx="1434">
                  <c:v>1</c:v>
                </c:pt>
                <c:pt idx="1435">
                  <c:v>1</c:v>
                </c:pt>
                <c:pt idx="1436">
                  <c:v>1</c:v>
                </c:pt>
                <c:pt idx="1437">
                  <c:v>1</c:v>
                </c:pt>
                <c:pt idx="1438">
                  <c:v>1</c:v>
                </c:pt>
                <c:pt idx="1439">
                  <c:v>1</c:v>
                </c:pt>
                <c:pt idx="1440">
                  <c:v>1</c:v>
                </c:pt>
                <c:pt idx="1441">
                  <c:v>1</c:v>
                </c:pt>
                <c:pt idx="1442">
                  <c:v>1</c:v>
                </c:pt>
                <c:pt idx="1443">
                  <c:v>1</c:v>
                </c:pt>
                <c:pt idx="1444">
                  <c:v>1</c:v>
                </c:pt>
                <c:pt idx="1445">
                  <c:v>1</c:v>
                </c:pt>
                <c:pt idx="1446">
                  <c:v>1</c:v>
                </c:pt>
                <c:pt idx="1447">
                  <c:v>1</c:v>
                </c:pt>
                <c:pt idx="1448">
                  <c:v>1</c:v>
                </c:pt>
                <c:pt idx="1449">
                  <c:v>1</c:v>
                </c:pt>
                <c:pt idx="1450">
                  <c:v>1</c:v>
                </c:pt>
                <c:pt idx="1451">
                  <c:v>1</c:v>
                </c:pt>
                <c:pt idx="1452">
                  <c:v>1</c:v>
                </c:pt>
                <c:pt idx="1453">
                  <c:v>1</c:v>
                </c:pt>
                <c:pt idx="1454">
                  <c:v>1</c:v>
                </c:pt>
                <c:pt idx="1455">
                  <c:v>1</c:v>
                </c:pt>
                <c:pt idx="1456">
                  <c:v>1</c:v>
                </c:pt>
                <c:pt idx="1457">
                  <c:v>1</c:v>
                </c:pt>
                <c:pt idx="1458">
                  <c:v>1</c:v>
                </c:pt>
                <c:pt idx="1459">
                  <c:v>1</c:v>
                </c:pt>
                <c:pt idx="1460">
                  <c:v>1</c:v>
                </c:pt>
                <c:pt idx="1461">
                  <c:v>1</c:v>
                </c:pt>
                <c:pt idx="1462">
                  <c:v>1</c:v>
                </c:pt>
                <c:pt idx="1463">
                  <c:v>1</c:v>
                </c:pt>
                <c:pt idx="1464">
                  <c:v>1</c:v>
                </c:pt>
                <c:pt idx="1465">
                  <c:v>1</c:v>
                </c:pt>
                <c:pt idx="1466">
                  <c:v>1</c:v>
                </c:pt>
                <c:pt idx="1467">
                  <c:v>1</c:v>
                </c:pt>
                <c:pt idx="1468">
                  <c:v>1</c:v>
                </c:pt>
                <c:pt idx="1469">
                  <c:v>1</c:v>
                </c:pt>
                <c:pt idx="1470">
                  <c:v>1</c:v>
                </c:pt>
                <c:pt idx="1471">
                  <c:v>1</c:v>
                </c:pt>
                <c:pt idx="1472">
                  <c:v>1</c:v>
                </c:pt>
                <c:pt idx="1473">
                  <c:v>1</c:v>
                </c:pt>
                <c:pt idx="1474">
                  <c:v>1</c:v>
                </c:pt>
                <c:pt idx="1475">
                  <c:v>1</c:v>
                </c:pt>
                <c:pt idx="1476">
                  <c:v>1</c:v>
                </c:pt>
                <c:pt idx="1477">
                  <c:v>1</c:v>
                </c:pt>
                <c:pt idx="1478">
                  <c:v>1</c:v>
                </c:pt>
                <c:pt idx="1479">
                  <c:v>1</c:v>
                </c:pt>
                <c:pt idx="1480">
                  <c:v>1</c:v>
                </c:pt>
                <c:pt idx="1481">
                  <c:v>1</c:v>
                </c:pt>
                <c:pt idx="1482">
                  <c:v>1</c:v>
                </c:pt>
                <c:pt idx="1483">
                  <c:v>1</c:v>
                </c:pt>
                <c:pt idx="1484">
                  <c:v>1</c:v>
                </c:pt>
                <c:pt idx="1485">
                  <c:v>1</c:v>
                </c:pt>
                <c:pt idx="1486">
                  <c:v>1</c:v>
                </c:pt>
                <c:pt idx="1487">
                  <c:v>1</c:v>
                </c:pt>
                <c:pt idx="1488">
                  <c:v>1</c:v>
                </c:pt>
                <c:pt idx="1489">
                  <c:v>1</c:v>
                </c:pt>
                <c:pt idx="1490">
                  <c:v>1</c:v>
                </c:pt>
                <c:pt idx="1491">
                  <c:v>1</c:v>
                </c:pt>
                <c:pt idx="1492">
                  <c:v>1</c:v>
                </c:pt>
                <c:pt idx="1493">
                  <c:v>1</c:v>
                </c:pt>
                <c:pt idx="1494">
                  <c:v>1</c:v>
                </c:pt>
                <c:pt idx="1495">
                  <c:v>1</c:v>
                </c:pt>
                <c:pt idx="1496">
                  <c:v>1</c:v>
                </c:pt>
                <c:pt idx="1497">
                  <c:v>1</c:v>
                </c:pt>
                <c:pt idx="1498">
                  <c:v>1</c:v>
                </c:pt>
                <c:pt idx="1499">
                  <c:v>1</c:v>
                </c:pt>
                <c:pt idx="1500">
                  <c:v>1</c:v>
                </c:pt>
                <c:pt idx="1501">
                  <c:v>1</c:v>
                </c:pt>
                <c:pt idx="1502">
                  <c:v>1</c:v>
                </c:pt>
                <c:pt idx="1503">
                  <c:v>1</c:v>
                </c:pt>
                <c:pt idx="1504">
                  <c:v>1</c:v>
                </c:pt>
                <c:pt idx="1505">
                  <c:v>1</c:v>
                </c:pt>
                <c:pt idx="1506">
                  <c:v>1</c:v>
                </c:pt>
                <c:pt idx="1507">
                  <c:v>1</c:v>
                </c:pt>
                <c:pt idx="1508">
                  <c:v>1</c:v>
                </c:pt>
                <c:pt idx="1509">
                  <c:v>1</c:v>
                </c:pt>
                <c:pt idx="1510">
                  <c:v>1</c:v>
                </c:pt>
                <c:pt idx="1511">
                  <c:v>1</c:v>
                </c:pt>
                <c:pt idx="1512">
                  <c:v>1</c:v>
                </c:pt>
                <c:pt idx="1513">
                  <c:v>1</c:v>
                </c:pt>
                <c:pt idx="1514">
                  <c:v>1</c:v>
                </c:pt>
                <c:pt idx="1515">
                  <c:v>1</c:v>
                </c:pt>
                <c:pt idx="1516">
                  <c:v>1</c:v>
                </c:pt>
                <c:pt idx="1517">
                  <c:v>1</c:v>
                </c:pt>
                <c:pt idx="1518">
                  <c:v>1</c:v>
                </c:pt>
                <c:pt idx="1519">
                  <c:v>1</c:v>
                </c:pt>
                <c:pt idx="1520">
                  <c:v>1</c:v>
                </c:pt>
                <c:pt idx="1521">
                  <c:v>1</c:v>
                </c:pt>
                <c:pt idx="1522">
                  <c:v>1</c:v>
                </c:pt>
                <c:pt idx="1523">
                  <c:v>1</c:v>
                </c:pt>
                <c:pt idx="1524">
                  <c:v>1</c:v>
                </c:pt>
                <c:pt idx="1525">
                  <c:v>1</c:v>
                </c:pt>
                <c:pt idx="1526">
                  <c:v>1</c:v>
                </c:pt>
                <c:pt idx="1527">
                  <c:v>1</c:v>
                </c:pt>
                <c:pt idx="1528">
                  <c:v>1</c:v>
                </c:pt>
                <c:pt idx="1529">
                  <c:v>1</c:v>
                </c:pt>
                <c:pt idx="1530">
                  <c:v>1</c:v>
                </c:pt>
                <c:pt idx="1531">
                  <c:v>1</c:v>
                </c:pt>
                <c:pt idx="1532">
                  <c:v>1</c:v>
                </c:pt>
                <c:pt idx="1533">
                  <c:v>1</c:v>
                </c:pt>
                <c:pt idx="1534">
                  <c:v>1</c:v>
                </c:pt>
                <c:pt idx="1535">
                  <c:v>1</c:v>
                </c:pt>
                <c:pt idx="1536">
                  <c:v>1</c:v>
                </c:pt>
                <c:pt idx="1537">
                  <c:v>1</c:v>
                </c:pt>
                <c:pt idx="1538">
                  <c:v>1</c:v>
                </c:pt>
                <c:pt idx="1539">
                  <c:v>1</c:v>
                </c:pt>
                <c:pt idx="1540">
                  <c:v>1</c:v>
                </c:pt>
                <c:pt idx="1541">
                  <c:v>1</c:v>
                </c:pt>
                <c:pt idx="1542">
                  <c:v>1</c:v>
                </c:pt>
                <c:pt idx="1543">
                  <c:v>1.25</c:v>
                </c:pt>
                <c:pt idx="1544">
                  <c:v>1.25</c:v>
                </c:pt>
                <c:pt idx="1545">
                  <c:v>1.25</c:v>
                </c:pt>
                <c:pt idx="1546">
                  <c:v>1.25</c:v>
                </c:pt>
                <c:pt idx="1547">
                  <c:v>1.25</c:v>
                </c:pt>
                <c:pt idx="1548">
                  <c:v>1.25</c:v>
                </c:pt>
                <c:pt idx="1549">
                  <c:v>1.25</c:v>
                </c:pt>
                <c:pt idx="1550">
                  <c:v>1.25</c:v>
                </c:pt>
                <c:pt idx="1551">
                  <c:v>1.25</c:v>
                </c:pt>
                <c:pt idx="1552">
                  <c:v>1.25</c:v>
                </c:pt>
                <c:pt idx="1553">
                  <c:v>1.25</c:v>
                </c:pt>
                <c:pt idx="1554">
                  <c:v>1.25</c:v>
                </c:pt>
                <c:pt idx="1555">
                  <c:v>1.25</c:v>
                </c:pt>
                <c:pt idx="1556">
                  <c:v>1.25</c:v>
                </c:pt>
                <c:pt idx="1557">
                  <c:v>1.25</c:v>
                </c:pt>
                <c:pt idx="1558">
                  <c:v>1.25</c:v>
                </c:pt>
                <c:pt idx="1559">
                  <c:v>1.25</c:v>
                </c:pt>
                <c:pt idx="1560">
                  <c:v>1.25</c:v>
                </c:pt>
                <c:pt idx="1561">
                  <c:v>1.25</c:v>
                </c:pt>
                <c:pt idx="1562">
                  <c:v>1.25</c:v>
                </c:pt>
                <c:pt idx="1563">
                  <c:v>1.25</c:v>
                </c:pt>
                <c:pt idx="1564">
                  <c:v>1.25</c:v>
                </c:pt>
                <c:pt idx="1565">
                  <c:v>1.25</c:v>
                </c:pt>
                <c:pt idx="1566">
                  <c:v>1.25</c:v>
                </c:pt>
                <c:pt idx="1567">
                  <c:v>1.25</c:v>
                </c:pt>
                <c:pt idx="1568">
                  <c:v>1.25</c:v>
                </c:pt>
                <c:pt idx="1569">
                  <c:v>1.25</c:v>
                </c:pt>
                <c:pt idx="1570">
                  <c:v>1.25</c:v>
                </c:pt>
                <c:pt idx="1571">
                  <c:v>1.25</c:v>
                </c:pt>
                <c:pt idx="1572">
                  <c:v>1.25</c:v>
                </c:pt>
                <c:pt idx="1573">
                  <c:v>1.25</c:v>
                </c:pt>
                <c:pt idx="1574">
                  <c:v>1.25</c:v>
                </c:pt>
                <c:pt idx="1575">
                  <c:v>1.25</c:v>
                </c:pt>
                <c:pt idx="1576">
                  <c:v>1.25</c:v>
                </c:pt>
                <c:pt idx="1577">
                  <c:v>1.25</c:v>
                </c:pt>
                <c:pt idx="1578">
                  <c:v>1.25</c:v>
                </c:pt>
                <c:pt idx="1579">
                  <c:v>1.25</c:v>
                </c:pt>
                <c:pt idx="1580">
                  <c:v>1.25</c:v>
                </c:pt>
                <c:pt idx="1581">
                  <c:v>1.25</c:v>
                </c:pt>
                <c:pt idx="1582">
                  <c:v>1.25</c:v>
                </c:pt>
                <c:pt idx="1583">
                  <c:v>1.25</c:v>
                </c:pt>
                <c:pt idx="1584">
                  <c:v>1.25</c:v>
                </c:pt>
                <c:pt idx="1585">
                  <c:v>1.25</c:v>
                </c:pt>
                <c:pt idx="1586">
                  <c:v>1.25</c:v>
                </c:pt>
                <c:pt idx="1587">
                  <c:v>1.25</c:v>
                </c:pt>
                <c:pt idx="1588">
                  <c:v>1.25</c:v>
                </c:pt>
                <c:pt idx="1589">
                  <c:v>1.25</c:v>
                </c:pt>
                <c:pt idx="1590">
                  <c:v>1.25</c:v>
                </c:pt>
                <c:pt idx="1591">
                  <c:v>1.25</c:v>
                </c:pt>
                <c:pt idx="1592">
                  <c:v>1.25</c:v>
                </c:pt>
                <c:pt idx="1593">
                  <c:v>1.25</c:v>
                </c:pt>
                <c:pt idx="1594">
                  <c:v>1.25</c:v>
                </c:pt>
                <c:pt idx="1595">
                  <c:v>1.25</c:v>
                </c:pt>
                <c:pt idx="1596">
                  <c:v>1.25</c:v>
                </c:pt>
                <c:pt idx="1597">
                  <c:v>1.25</c:v>
                </c:pt>
                <c:pt idx="1598">
                  <c:v>1.25</c:v>
                </c:pt>
                <c:pt idx="1599">
                  <c:v>1.25</c:v>
                </c:pt>
                <c:pt idx="1600">
                  <c:v>1.25</c:v>
                </c:pt>
                <c:pt idx="1601">
                  <c:v>1.25</c:v>
                </c:pt>
                <c:pt idx="1602">
                  <c:v>1.25</c:v>
                </c:pt>
                <c:pt idx="1603">
                  <c:v>1.25</c:v>
                </c:pt>
                <c:pt idx="1604">
                  <c:v>1.25</c:v>
                </c:pt>
                <c:pt idx="1605">
                  <c:v>1.25</c:v>
                </c:pt>
                <c:pt idx="1606">
                  <c:v>1.25</c:v>
                </c:pt>
                <c:pt idx="1607">
                  <c:v>1.25</c:v>
                </c:pt>
                <c:pt idx="1608">
                  <c:v>1.5</c:v>
                </c:pt>
                <c:pt idx="1609">
                  <c:v>1.5</c:v>
                </c:pt>
                <c:pt idx="1610">
                  <c:v>1.5</c:v>
                </c:pt>
                <c:pt idx="1611">
                  <c:v>1.5</c:v>
                </c:pt>
                <c:pt idx="1612">
                  <c:v>1.5</c:v>
                </c:pt>
                <c:pt idx="1613">
                  <c:v>1.5</c:v>
                </c:pt>
                <c:pt idx="1614">
                  <c:v>1.5</c:v>
                </c:pt>
                <c:pt idx="1615">
                  <c:v>1.5</c:v>
                </c:pt>
                <c:pt idx="1616">
                  <c:v>1.5</c:v>
                </c:pt>
                <c:pt idx="1617">
                  <c:v>1.5</c:v>
                </c:pt>
                <c:pt idx="1618">
                  <c:v>1.5</c:v>
                </c:pt>
                <c:pt idx="1619">
                  <c:v>1.5</c:v>
                </c:pt>
                <c:pt idx="1620">
                  <c:v>1.5</c:v>
                </c:pt>
                <c:pt idx="1621">
                  <c:v>1.5</c:v>
                </c:pt>
                <c:pt idx="1622">
                  <c:v>1.5</c:v>
                </c:pt>
                <c:pt idx="1623">
                  <c:v>1.5</c:v>
                </c:pt>
                <c:pt idx="1624">
                  <c:v>1.5</c:v>
                </c:pt>
                <c:pt idx="1625">
                  <c:v>1.5</c:v>
                </c:pt>
                <c:pt idx="1626">
                  <c:v>1.5</c:v>
                </c:pt>
                <c:pt idx="1627">
                  <c:v>1.5</c:v>
                </c:pt>
                <c:pt idx="1628">
                  <c:v>1.5</c:v>
                </c:pt>
                <c:pt idx="1629">
                  <c:v>1.5</c:v>
                </c:pt>
                <c:pt idx="1630">
                  <c:v>1.5</c:v>
                </c:pt>
                <c:pt idx="1631">
                  <c:v>1.5</c:v>
                </c:pt>
                <c:pt idx="1632">
                  <c:v>1.5</c:v>
                </c:pt>
                <c:pt idx="1633">
                  <c:v>1.5</c:v>
                </c:pt>
                <c:pt idx="1634">
                  <c:v>1.5</c:v>
                </c:pt>
                <c:pt idx="1635">
                  <c:v>1.5</c:v>
                </c:pt>
                <c:pt idx="1636">
                  <c:v>1.5</c:v>
                </c:pt>
                <c:pt idx="1637">
                  <c:v>1.5</c:v>
                </c:pt>
                <c:pt idx="1638">
                  <c:v>1.5</c:v>
                </c:pt>
                <c:pt idx="1639">
                  <c:v>1.5</c:v>
                </c:pt>
                <c:pt idx="1640">
                  <c:v>1.5</c:v>
                </c:pt>
                <c:pt idx="1641">
                  <c:v>1.5</c:v>
                </c:pt>
                <c:pt idx="1642">
                  <c:v>1.5</c:v>
                </c:pt>
                <c:pt idx="1643">
                  <c:v>1.5</c:v>
                </c:pt>
                <c:pt idx="1644">
                  <c:v>1.5</c:v>
                </c:pt>
                <c:pt idx="1645">
                  <c:v>1.5</c:v>
                </c:pt>
                <c:pt idx="1646">
                  <c:v>1.5</c:v>
                </c:pt>
                <c:pt idx="1647">
                  <c:v>1.5</c:v>
                </c:pt>
                <c:pt idx="1648">
                  <c:v>1.5</c:v>
                </c:pt>
                <c:pt idx="1649">
                  <c:v>1.5</c:v>
                </c:pt>
                <c:pt idx="1650">
                  <c:v>1.5</c:v>
                </c:pt>
                <c:pt idx="1651">
                  <c:v>1.5</c:v>
                </c:pt>
                <c:pt idx="1652">
                  <c:v>1.5</c:v>
                </c:pt>
                <c:pt idx="1653">
                  <c:v>1.5</c:v>
                </c:pt>
                <c:pt idx="1654">
                  <c:v>1.5</c:v>
                </c:pt>
                <c:pt idx="1655">
                  <c:v>1.5</c:v>
                </c:pt>
                <c:pt idx="1656">
                  <c:v>1.5</c:v>
                </c:pt>
                <c:pt idx="1657">
                  <c:v>1.5</c:v>
                </c:pt>
                <c:pt idx="1658">
                  <c:v>1.5</c:v>
                </c:pt>
                <c:pt idx="1659">
                  <c:v>1.5</c:v>
                </c:pt>
                <c:pt idx="1660">
                  <c:v>1.5</c:v>
                </c:pt>
                <c:pt idx="1661">
                  <c:v>1.5</c:v>
                </c:pt>
                <c:pt idx="1662">
                  <c:v>1.5</c:v>
                </c:pt>
                <c:pt idx="1663">
                  <c:v>1.5</c:v>
                </c:pt>
                <c:pt idx="1664">
                  <c:v>1.5</c:v>
                </c:pt>
                <c:pt idx="1665">
                  <c:v>1.5</c:v>
                </c:pt>
                <c:pt idx="1666">
                  <c:v>1.5</c:v>
                </c:pt>
                <c:pt idx="1667">
                  <c:v>1.5</c:v>
                </c:pt>
                <c:pt idx="1668">
                  <c:v>1.5</c:v>
                </c:pt>
                <c:pt idx="1669">
                  <c:v>1.5</c:v>
                </c:pt>
                <c:pt idx="1670">
                  <c:v>1.5</c:v>
                </c:pt>
                <c:pt idx="1671">
                  <c:v>1.5</c:v>
                </c:pt>
                <c:pt idx="1672">
                  <c:v>1.5</c:v>
                </c:pt>
                <c:pt idx="1673">
                  <c:v>1.5</c:v>
                </c:pt>
                <c:pt idx="1674">
                  <c:v>1.5</c:v>
                </c:pt>
                <c:pt idx="1675">
                  <c:v>1.5</c:v>
                </c:pt>
                <c:pt idx="1676">
                  <c:v>1.5</c:v>
                </c:pt>
                <c:pt idx="1677">
                  <c:v>1.5</c:v>
                </c:pt>
                <c:pt idx="1678">
                  <c:v>1.75</c:v>
                </c:pt>
                <c:pt idx="1679">
                  <c:v>1.75</c:v>
                </c:pt>
                <c:pt idx="1680">
                  <c:v>1.75</c:v>
                </c:pt>
                <c:pt idx="1681">
                  <c:v>1.75</c:v>
                </c:pt>
                <c:pt idx="1682">
                  <c:v>1.75</c:v>
                </c:pt>
                <c:pt idx="1683">
                  <c:v>1.75</c:v>
                </c:pt>
                <c:pt idx="1684">
                  <c:v>1.75</c:v>
                </c:pt>
                <c:pt idx="1685">
                  <c:v>1.75</c:v>
                </c:pt>
                <c:pt idx="1686">
                  <c:v>1.75</c:v>
                </c:pt>
                <c:pt idx="1687">
                  <c:v>1.75</c:v>
                </c:pt>
                <c:pt idx="1688">
                  <c:v>1.75</c:v>
                </c:pt>
                <c:pt idx="1689">
                  <c:v>1.75</c:v>
                </c:pt>
                <c:pt idx="1690">
                  <c:v>1.75</c:v>
                </c:pt>
                <c:pt idx="1691">
                  <c:v>1.75</c:v>
                </c:pt>
                <c:pt idx="1692">
                  <c:v>1.75</c:v>
                </c:pt>
                <c:pt idx="1693">
                  <c:v>1.75</c:v>
                </c:pt>
                <c:pt idx="1694">
                  <c:v>1.75</c:v>
                </c:pt>
                <c:pt idx="1695">
                  <c:v>1.75</c:v>
                </c:pt>
                <c:pt idx="1696">
                  <c:v>1.75</c:v>
                </c:pt>
                <c:pt idx="1697">
                  <c:v>1.75</c:v>
                </c:pt>
                <c:pt idx="1698">
                  <c:v>1.75</c:v>
                </c:pt>
                <c:pt idx="1699">
                  <c:v>1.75</c:v>
                </c:pt>
                <c:pt idx="1700">
                  <c:v>1.75</c:v>
                </c:pt>
                <c:pt idx="1701">
                  <c:v>1.75</c:v>
                </c:pt>
                <c:pt idx="1702">
                  <c:v>1.75</c:v>
                </c:pt>
                <c:pt idx="1703">
                  <c:v>1.75</c:v>
                </c:pt>
                <c:pt idx="1704">
                  <c:v>1.75</c:v>
                </c:pt>
                <c:pt idx="1705">
                  <c:v>1.75</c:v>
                </c:pt>
                <c:pt idx="1706">
                  <c:v>1.75</c:v>
                </c:pt>
                <c:pt idx="1707">
                  <c:v>1.75</c:v>
                </c:pt>
                <c:pt idx="1708">
                  <c:v>1.75</c:v>
                </c:pt>
                <c:pt idx="1709">
                  <c:v>1.75</c:v>
                </c:pt>
                <c:pt idx="1710">
                  <c:v>1.75</c:v>
                </c:pt>
                <c:pt idx="1711">
                  <c:v>1.75</c:v>
                </c:pt>
                <c:pt idx="1712">
                  <c:v>1.75</c:v>
                </c:pt>
                <c:pt idx="1713">
                  <c:v>1.75</c:v>
                </c:pt>
                <c:pt idx="1714">
                  <c:v>1.75</c:v>
                </c:pt>
                <c:pt idx="1715">
                  <c:v>1.75</c:v>
                </c:pt>
                <c:pt idx="1716">
                  <c:v>1.75</c:v>
                </c:pt>
                <c:pt idx="1717">
                  <c:v>1.75</c:v>
                </c:pt>
                <c:pt idx="1718">
                  <c:v>2</c:v>
                </c:pt>
                <c:pt idx="1719">
                  <c:v>2</c:v>
                </c:pt>
                <c:pt idx="1720">
                  <c:v>2</c:v>
                </c:pt>
                <c:pt idx="1721">
                  <c:v>2</c:v>
                </c:pt>
                <c:pt idx="1722">
                  <c:v>2</c:v>
                </c:pt>
                <c:pt idx="1723">
                  <c:v>2</c:v>
                </c:pt>
                <c:pt idx="1724">
                  <c:v>2</c:v>
                </c:pt>
                <c:pt idx="1725">
                  <c:v>2</c:v>
                </c:pt>
                <c:pt idx="1726">
                  <c:v>2</c:v>
                </c:pt>
                <c:pt idx="1727">
                  <c:v>2</c:v>
                </c:pt>
                <c:pt idx="1728">
                  <c:v>2</c:v>
                </c:pt>
                <c:pt idx="1729">
                  <c:v>2</c:v>
                </c:pt>
                <c:pt idx="1730">
                  <c:v>2</c:v>
                </c:pt>
                <c:pt idx="1731">
                  <c:v>2</c:v>
                </c:pt>
                <c:pt idx="1732">
                  <c:v>2</c:v>
                </c:pt>
                <c:pt idx="1733">
                  <c:v>2</c:v>
                </c:pt>
                <c:pt idx="1734">
                  <c:v>2</c:v>
                </c:pt>
                <c:pt idx="1735">
                  <c:v>2</c:v>
                </c:pt>
                <c:pt idx="1736">
                  <c:v>2</c:v>
                </c:pt>
                <c:pt idx="1737">
                  <c:v>2</c:v>
                </c:pt>
                <c:pt idx="1738">
                  <c:v>2</c:v>
                </c:pt>
                <c:pt idx="1739">
                  <c:v>2</c:v>
                </c:pt>
                <c:pt idx="1740">
                  <c:v>2</c:v>
                </c:pt>
                <c:pt idx="1741">
                  <c:v>2</c:v>
                </c:pt>
                <c:pt idx="1742">
                  <c:v>2</c:v>
                </c:pt>
                <c:pt idx="1743">
                  <c:v>2</c:v>
                </c:pt>
                <c:pt idx="1744">
                  <c:v>2</c:v>
                </c:pt>
                <c:pt idx="1745">
                  <c:v>2</c:v>
                </c:pt>
                <c:pt idx="1746">
                  <c:v>2</c:v>
                </c:pt>
                <c:pt idx="1747">
                  <c:v>2</c:v>
                </c:pt>
                <c:pt idx="1748">
                  <c:v>2</c:v>
                </c:pt>
                <c:pt idx="1749">
                  <c:v>2</c:v>
                </c:pt>
                <c:pt idx="1750">
                  <c:v>2</c:v>
                </c:pt>
                <c:pt idx="1751">
                  <c:v>2</c:v>
                </c:pt>
                <c:pt idx="1752">
                  <c:v>2</c:v>
                </c:pt>
                <c:pt idx="1753">
                  <c:v>2</c:v>
                </c:pt>
                <c:pt idx="1754">
                  <c:v>2</c:v>
                </c:pt>
                <c:pt idx="1755">
                  <c:v>2</c:v>
                </c:pt>
                <c:pt idx="1756">
                  <c:v>2</c:v>
                </c:pt>
                <c:pt idx="1757">
                  <c:v>2</c:v>
                </c:pt>
                <c:pt idx="1758">
                  <c:v>2</c:v>
                </c:pt>
                <c:pt idx="1759">
                  <c:v>2</c:v>
                </c:pt>
                <c:pt idx="1760">
                  <c:v>2</c:v>
                </c:pt>
                <c:pt idx="1761">
                  <c:v>2</c:v>
                </c:pt>
                <c:pt idx="1762">
                  <c:v>2</c:v>
                </c:pt>
                <c:pt idx="1763">
                  <c:v>2</c:v>
                </c:pt>
                <c:pt idx="1764">
                  <c:v>2.25</c:v>
                </c:pt>
                <c:pt idx="1765">
                  <c:v>2.25</c:v>
                </c:pt>
                <c:pt idx="1766">
                  <c:v>2.25</c:v>
                </c:pt>
                <c:pt idx="1767">
                  <c:v>2.25</c:v>
                </c:pt>
                <c:pt idx="1768">
                  <c:v>2.25</c:v>
                </c:pt>
                <c:pt idx="1769">
                  <c:v>2.25</c:v>
                </c:pt>
                <c:pt idx="1770">
                  <c:v>2.25</c:v>
                </c:pt>
                <c:pt idx="1771">
                  <c:v>2.25</c:v>
                </c:pt>
                <c:pt idx="1772">
                  <c:v>2.25</c:v>
                </c:pt>
                <c:pt idx="1773">
                  <c:v>2.25</c:v>
                </c:pt>
                <c:pt idx="1774">
                  <c:v>2.25</c:v>
                </c:pt>
                <c:pt idx="1775">
                  <c:v>2.25</c:v>
                </c:pt>
                <c:pt idx="1776">
                  <c:v>2.25</c:v>
                </c:pt>
                <c:pt idx="1777">
                  <c:v>2.25</c:v>
                </c:pt>
                <c:pt idx="1778">
                  <c:v>2.25</c:v>
                </c:pt>
                <c:pt idx="1779">
                  <c:v>2.25</c:v>
                </c:pt>
                <c:pt idx="1780">
                  <c:v>2.25</c:v>
                </c:pt>
                <c:pt idx="1781">
                  <c:v>2.25</c:v>
                </c:pt>
                <c:pt idx="1782">
                  <c:v>2.25</c:v>
                </c:pt>
                <c:pt idx="1783">
                  <c:v>2.25</c:v>
                </c:pt>
                <c:pt idx="1784">
                  <c:v>2.25</c:v>
                </c:pt>
                <c:pt idx="1785">
                  <c:v>2.25</c:v>
                </c:pt>
                <c:pt idx="1786">
                  <c:v>2.25</c:v>
                </c:pt>
                <c:pt idx="1787">
                  <c:v>2.25</c:v>
                </c:pt>
                <c:pt idx="1788">
                  <c:v>2.25</c:v>
                </c:pt>
                <c:pt idx="1789">
                  <c:v>2.25</c:v>
                </c:pt>
                <c:pt idx="1790">
                  <c:v>2.25</c:v>
                </c:pt>
                <c:pt idx="1791">
                  <c:v>2.25</c:v>
                </c:pt>
                <c:pt idx="1792">
                  <c:v>2.25</c:v>
                </c:pt>
                <c:pt idx="1793">
                  <c:v>2.25</c:v>
                </c:pt>
                <c:pt idx="1794">
                  <c:v>2.25</c:v>
                </c:pt>
                <c:pt idx="1795">
                  <c:v>2.25</c:v>
                </c:pt>
                <c:pt idx="1796">
                  <c:v>2.25</c:v>
                </c:pt>
                <c:pt idx="1797">
                  <c:v>2.25</c:v>
                </c:pt>
                <c:pt idx="1798">
                  <c:v>2.25</c:v>
                </c:pt>
                <c:pt idx="1799">
                  <c:v>2.25</c:v>
                </c:pt>
                <c:pt idx="1800">
                  <c:v>2.25</c:v>
                </c:pt>
                <c:pt idx="1801">
                  <c:v>2.25</c:v>
                </c:pt>
                <c:pt idx="1802">
                  <c:v>2.25</c:v>
                </c:pt>
                <c:pt idx="1803">
                  <c:v>2.25</c:v>
                </c:pt>
                <c:pt idx="1804">
                  <c:v>2.25</c:v>
                </c:pt>
                <c:pt idx="1805">
                  <c:v>2.25</c:v>
                </c:pt>
                <c:pt idx="1806">
                  <c:v>2.25</c:v>
                </c:pt>
                <c:pt idx="1807">
                  <c:v>2.25</c:v>
                </c:pt>
                <c:pt idx="1808">
                  <c:v>2.5</c:v>
                </c:pt>
                <c:pt idx="1809">
                  <c:v>2.5</c:v>
                </c:pt>
                <c:pt idx="1810">
                  <c:v>2.5</c:v>
                </c:pt>
                <c:pt idx="1811">
                  <c:v>2.5</c:v>
                </c:pt>
                <c:pt idx="1812">
                  <c:v>2.5</c:v>
                </c:pt>
                <c:pt idx="1813">
                  <c:v>2.5</c:v>
                </c:pt>
                <c:pt idx="1814">
                  <c:v>2.5</c:v>
                </c:pt>
                <c:pt idx="1815">
                  <c:v>2.5</c:v>
                </c:pt>
                <c:pt idx="1816">
                  <c:v>2.5</c:v>
                </c:pt>
                <c:pt idx="1817">
                  <c:v>2.5</c:v>
                </c:pt>
                <c:pt idx="1818">
                  <c:v>2.5</c:v>
                </c:pt>
                <c:pt idx="1819">
                  <c:v>2.5</c:v>
                </c:pt>
                <c:pt idx="1820">
                  <c:v>2.5</c:v>
                </c:pt>
                <c:pt idx="1821">
                  <c:v>2.5</c:v>
                </c:pt>
                <c:pt idx="1822">
                  <c:v>2.5</c:v>
                </c:pt>
                <c:pt idx="1823">
                  <c:v>2.5</c:v>
                </c:pt>
                <c:pt idx="1824">
                  <c:v>2.5</c:v>
                </c:pt>
                <c:pt idx="1825">
                  <c:v>2.5</c:v>
                </c:pt>
                <c:pt idx="1826">
                  <c:v>2.5</c:v>
                </c:pt>
                <c:pt idx="1827">
                  <c:v>2.5</c:v>
                </c:pt>
                <c:pt idx="1828">
                  <c:v>2.5</c:v>
                </c:pt>
                <c:pt idx="1829">
                  <c:v>2.5</c:v>
                </c:pt>
                <c:pt idx="1830">
                  <c:v>2.5</c:v>
                </c:pt>
                <c:pt idx="1831">
                  <c:v>2.5</c:v>
                </c:pt>
                <c:pt idx="1832">
                  <c:v>2.5</c:v>
                </c:pt>
                <c:pt idx="1833">
                  <c:v>2.5</c:v>
                </c:pt>
                <c:pt idx="1834">
                  <c:v>2.5</c:v>
                </c:pt>
                <c:pt idx="1835">
                  <c:v>2.5</c:v>
                </c:pt>
                <c:pt idx="1836">
                  <c:v>2.5</c:v>
                </c:pt>
                <c:pt idx="1837">
                  <c:v>2.5</c:v>
                </c:pt>
                <c:pt idx="1838">
                  <c:v>2.5</c:v>
                </c:pt>
                <c:pt idx="1839">
                  <c:v>2.5</c:v>
                </c:pt>
                <c:pt idx="1840">
                  <c:v>2.5</c:v>
                </c:pt>
                <c:pt idx="1841">
                  <c:v>2.5</c:v>
                </c:pt>
                <c:pt idx="1842">
                  <c:v>2.5</c:v>
                </c:pt>
                <c:pt idx="1843">
                  <c:v>2.5</c:v>
                </c:pt>
                <c:pt idx="1844">
                  <c:v>2.5</c:v>
                </c:pt>
                <c:pt idx="1845">
                  <c:v>2.5</c:v>
                </c:pt>
                <c:pt idx="1846">
                  <c:v>2.5</c:v>
                </c:pt>
                <c:pt idx="1847">
                  <c:v>2.5</c:v>
                </c:pt>
                <c:pt idx="1848">
                  <c:v>2.5</c:v>
                </c:pt>
                <c:pt idx="1849">
                  <c:v>2.5</c:v>
                </c:pt>
                <c:pt idx="1850">
                  <c:v>2.5</c:v>
                </c:pt>
                <c:pt idx="1851">
                  <c:v>2.5</c:v>
                </c:pt>
                <c:pt idx="1852">
                  <c:v>2.5</c:v>
                </c:pt>
                <c:pt idx="1853">
                  <c:v>2.5</c:v>
                </c:pt>
                <c:pt idx="1854">
                  <c:v>2.5</c:v>
                </c:pt>
                <c:pt idx="1855">
                  <c:v>2.5</c:v>
                </c:pt>
                <c:pt idx="1856">
                  <c:v>2.5</c:v>
                </c:pt>
                <c:pt idx="1857">
                  <c:v>2.5</c:v>
                </c:pt>
                <c:pt idx="1858">
                  <c:v>2.5</c:v>
                </c:pt>
                <c:pt idx="1859">
                  <c:v>2.5</c:v>
                </c:pt>
                <c:pt idx="1860">
                  <c:v>2.5</c:v>
                </c:pt>
                <c:pt idx="1861">
                  <c:v>2.5</c:v>
                </c:pt>
                <c:pt idx="1862">
                  <c:v>2.5</c:v>
                </c:pt>
                <c:pt idx="1863">
                  <c:v>2.5</c:v>
                </c:pt>
                <c:pt idx="1864">
                  <c:v>2.5</c:v>
                </c:pt>
                <c:pt idx="1865">
                  <c:v>2.5</c:v>
                </c:pt>
                <c:pt idx="1866">
                  <c:v>2.5</c:v>
                </c:pt>
                <c:pt idx="1867">
                  <c:v>2.5</c:v>
                </c:pt>
                <c:pt idx="1868">
                  <c:v>2.5</c:v>
                </c:pt>
                <c:pt idx="1869">
                  <c:v>2.5</c:v>
                </c:pt>
                <c:pt idx="1870">
                  <c:v>2.5</c:v>
                </c:pt>
                <c:pt idx="1871">
                  <c:v>2.5</c:v>
                </c:pt>
                <c:pt idx="1872">
                  <c:v>2.5</c:v>
                </c:pt>
                <c:pt idx="1873">
                  <c:v>2.75</c:v>
                </c:pt>
                <c:pt idx="1874">
                  <c:v>2.75</c:v>
                </c:pt>
                <c:pt idx="1875">
                  <c:v>2.75</c:v>
                </c:pt>
                <c:pt idx="1876">
                  <c:v>2.75</c:v>
                </c:pt>
                <c:pt idx="1877">
                  <c:v>2.75</c:v>
                </c:pt>
                <c:pt idx="1878">
                  <c:v>2.75</c:v>
                </c:pt>
                <c:pt idx="1879">
                  <c:v>2.75</c:v>
                </c:pt>
                <c:pt idx="1880">
                  <c:v>2.75</c:v>
                </c:pt>
                <c:pt idx="1881">
                  <c:v>2.75</c:v>
                </c:pt>
                <c:pt idx="1882">
                  <c:v>2.75</c:v>
                </c:pt>
                <c:pt idx="1883">
                  <c:v>2.75</c:v>
                </c:pt>
                <c:pt idx="1884">
                  <c:v>2.75</c:v>
                </c:pt>
                <c:pt idx="1885">
                  <c:v>2.75</c:v>
                </c:pt>
                <c:pt idx="1886">
                  <c:v>2.75</c:v>
                </c:pt>
                <c:pt idx="1887">
                  <c:v>2.75</c:v>
                </c:pt>
                <c:pt idx="1888">
                  <c:v>2.75</c:v>
                </c:pt>
                <c:pt idx="1889">
                  <c:v>2.75</c:v>
                </c:pt>
                <c:pt idx="1890">
                  <c:v>2.75</c:v>
                </c:pt>
                <c:pt idx="1891">
                  <c:v>2.75</c:v>
                </c:pt>
                <c:pt idx="1892">
                  <c:v>2.75</c:v>
                </c:pt>
                <c:pt idx="1893">
                  <c:v>2.75</c:v>
                </c:pt>
                <c:pt idx="1894">
                  <c:v>2.75</c:v>
                </c:pt>
                <c:pt idx="1895">
                  <c:v>2.75</c:v>
                </c:pt>
                <c:pt idx="1896">
                  <c:v>2.75</c:v>
                </c:pt>
                <c:pt idx="1897">
                  <c:v>2.75</c:v>
                </c:pt>
                <c:pt idx="1898">
                  <c:v>2.75</c:v>
                </c:pt>
                <c:pt idx="1899">
                  <c:v>2.75</c:v>
                </c:pt>
                <c:pt idx="1900">
                  <c:v>2.75</c:v>
                </c:pt>
                <c:pt idx="1901">
                  <c:v>2.75</c:v>
                </c:pt>
                <c:pt idx="1902">
                  <c:v>2.75</c:v>
                </c:pt>
                <c:pt idx="1903">
                  <c:v>2.75</c:v>
                </c:pt>
                <c:pt idx="1904">
                  <c:v>2.75</c:v>
                </c:pt>
                <c:pt idx="1905">
                  <c:v>2.75</c:v>
                </c:pt>
                <c:pt idx="1906">
                  <c:v>2.75</c:v>
                </c:pt>
                <c:pt idx="1907">
                  <c:v>2.75</c:v>
                </c:pt>
                <c:pt idx="1908">
                  <c:v>2.75</c:v>
                </c:pt>
                <c:pt idx="1909">
                  <c:v>2.75</c:v>
                </c:pt>
                <c:pt idx="1910">
                  <c:v>2.75</c:v>
                </c:pt>
                <c:pt idx="1911">
                  <c:v>2.75</c:v>
                </c:pt>
                <c:pt idx="1912">
                  <c:v>2.75</c:v>
                </c:pt>
                <c:pt idx="1913">
                  <c:v>2.75</c:v>
                </c:pt>
                <c:pt idx="1914">
                  <c:v>2.75</c:v>
                </c:pt>
                <c:pt idx="1915">
                  <c:v>2.75</c:v>
                </c:pt>
                <c:pt idx="1916">
                  <c:v>2.75</c:v>
                </c:pt>
                <c:pt idx="1917">
                  <c:v>2.75</c:v>
                </c:pt>
                <c:pt idx="1918">
                  <c:v>2.75</c:v>
                </c:pt>
                <c:pt idx="1919">
                  <c:v>2.75</c:v>
                </c:pt>
                <c:pt idx="1920">
                  <c:v>2.75</c:v>
                </c:pt>
                <c:pt idx="1921">
                  <c:v>2.75</c:v>
                </c:pt>
                <c:pt idx="1922">
                  <c:v>2.75</c:v>
                </c:pt>
                <c:pt idx="1923">
                  <c:v>2.75</c:v>
                </c:pt>
                <c:pt idx="1924">
                  <c:v>2.75</c:v>
                </c:pt>
                <c:pt idx="1925">
                  <c:v>2.75</c:v>
                </c:pt>
                <c:pt idx="1926">
                  <c:v>2.75</c:v>
                </c:pt>
                <c:pt idx="1927">
                  <c:v>2.75</c:v>
                </c:pt>
                <c:pt idx="1928">
                  <c:v>2.75</c:v>
                </c:pt>
                <c:pt idx="1929">
                  <c:v>2.75</c:v>
                </c:pt>
                <c:pt idx="1930">
                  <c:v>2.75</c:v>
                </c:pt>
                <c:pt idx="1931">
                  <c:v>2.75</c:v>
                </c:pt>
                <c:pt idx="1932">
                  <c:v>2.75</c:v>
                </c:pt>
                <c:pt idx="1933">
                  <c:v>2.75</c:v>
                </c:pt>
                <c:pt idx="1934">
                  <c:v>2.75</c:v>
                </c:pt>
                <c:pt idx="1935">
                  <c:v>2.75</c:v>
                </c:pt>
                <c:pt idx="1936">
                  <c:v>2.75</c:v>
                </c:pt>
                <c:pt idx="1937">
                  <c:v>3</c:v>
                </c:pt>
                <c:pt idx="1938">
                  <c:v>3</c:v>
                </c:pt>
                <c:pt idx="1939">
                  <c:v>3</c:v>
                </c:pt>
                <c:pt idx="1940">
                  <c:v>3</c:v>
                </c:pt>
                <c:pt idx="1941">
                  <c:v>3</c:v>
                </c:pt>
                <c:pt idx="1942">
                  <c:v>3</c:v>
                </c:pt>
                <c:pt idx="1943">
                  <c:v>3</c:v>
                </c:pt>
                <c:pt idx="1944">
                  <c:v>3</c:v>
                </c:pt>
                <c:pt idx="1945">
                  <c:v>3</c:v>
                </c:pt>
                <c:pt idx="1946">
                  <c:v>3</c:v>
                </c:pt>
                <c:pt idx="1947">
                  <c:v>3</c:v>
                </c:pt>
                <c:pt idx="1948">
                  <c:v>3</c:v>
                </c:pt>
                <c:pt idx="1949">
                  <c:v>3</c:v>
                </c:pt>
                <c:pt idx="1950">
                  <c:v>3</c:v>
                </c:pt>
                <c:pt idx="1951">
                  <c:v>3</c:v>
                </c:pt>
                <c:pt idx="1952">
                  <c:v>3</c:v>
                </c:pt>
                <c:pt idx="1953">
                  <c:v>3</c:v>
                </c:pt>
                <c:pt idx="1954">
                  <c:v>3</c:v>
                </c:pt>
                <c:pt idx="1955">
                  <c:v>3</c:v>
                </c:pt>
                <c:pt idx="1956">
                  <c:v>3</c:v>
                </c:pt>
                <c:pt idx="1957">
                  <c:v>3</c:v>
                </c:pt>
                <c:pt idx="1958">
                  <c:v>3</c:v>
                </c:pt>
                <c:pt idx="1959">
                  <c:v>3</c:v>
                </c:pt>
                <c:pt idx="1960">
                  <c:v>3</c:v>
                </c:pt>
                <c:pt idx="1961">
                  <c:v>3</c:v>
                </c:pt>
                <c:pt idx="1962">
                  <c:v>3</c:v>
                </c:pt>
                <c:pt idx="1963">
                  <c:v>3</c:v>
                </c:pt>
                <c:pt idx="1964">
                  <c:v>3</c:v>
                </c:pt>
                <c:pt idx="1965">
                  <c:v>3</c:v>
                </c:pt>
                <c:pt idx="1966">
                  <c:v>3</c:v>
                </c:pt>
                <c:pt idx="1967">
                  <c:v>3</c:v>
                </c:pt>
                <c:pt idx="1968">
                  <c:v>3</c:v>
                </c:pt>
                <c:pt idx="1969">
                  <c:v>3</c:v>
                </c:pt>
                <c:pt idx="1970">
                  <c:v>3</c:v>
                </c:pt>
                <c:pt idx="1971">
                  <c:v>3</c:v>
                </c:pt>
                <c:pt idx="1972">
                  <c:v>3</c:v>
                </c:pt>
                <c:pt idx="1973">
                  <c:v>3</c:v>
                </c:pt>
                <c:pt idx="1974">
                  <c:v>3</c:v>
                </c:pt>
                <c:pt idx="1975">
                  <c:v>3</c:v>
                </c:pt>
                <c:pt idx="1976">
                  <c:v>3</c:v>
                </c:pt>
                <c:pt idx="1977">
                  <c:v>3</c:v>
                </c:pt>
                <c:pt idx="1978">
                  <c:v>3</c:v>
                </c:pt>
                <c:pt idx="1979">
                  <c:v>3</c:v>
                </c:pt>
                <c:pt idx="1980">
                  <c:v>3</c:v>
                </c:pt>
                <c:pt idx="1981">
                  <c:v>3</c:v>
                </c:pt>
                <c:pt idx="1982">
                  <c:v>3</c:v>
                </c:pt>
                <c:pt idx="1983">
                  <c:v>3</c:v>
                </c:pt>
                <c:pt idx="1984">
                  <c:v>3</c:v>
                </c:pt>
                <c:pt idx="1985">
                  <c:v>3</c:v>
                </c:pt>
                <c:pt idx="1986">
                  <c:v>3</c:v>
                </c:pt>
                <c:pt idx="1987">
                  <c:v>3</c:v>
                </c:pt>
                <c:pt idx="1988">
                  <c:v>3</c:v>
                </c:pt>
                <c:pt idx="1989">
                  <c:v>3</c:v>
                </c:pt>
                <c:pt idx="1990">
                  <c:v>3</c:v>
                </c:pt>
                <c:pt idx="1991">
                  <c:v>3</c:v>
                </c:pt>
                <c:pt idx="1992">
                  <c:v>3</c:v>
                </c:pt>
                <c:pt idx="1993">
                  <c:v>3</c:v>
                </c:pt>
                <c:pt idx="1994">
                  <c:v>3</c:v>
                </c:pt>
                <c:pt idx="1995">
                  <c:v>3</c:v>
                </c:pt>
                <c:pt idx="1996">
                  <c:v>3</c:v>
                </c:pt>
                <c:pt idx="1997">
                  <c:v>3</c:v>
                </c:pt>
                <c:pt idx="1998">
                  <c:v>3</c:v>
                </c:pt>
                <c:pt idx="1999">
                  <c:v>3</c:v>
                </c:pt>
                <c:pt idx="2000">
                  <c:v>3</c:v>
                </c:pt>
                <c:pt idx="2001">
                  <c:v>3</c:v>
                </c:pt>
                <c:pt idx="2002">
                  <c:v>3</c:v>
                </c:pt>
                <c:pt idx="2003">
                  <c:v>3</c:v>
                </c:pt>
                <c:pt idx="2004">
                  <c:v>3</c:v>
                </c:pt>
                <c:pt idx="2005">
                  <c:v>3</c:v>
                </c:pt>
                <c:pt idx="2006">
                  <c:v>3</c:v>
                </c:pt>
                <c:pt idx="2007">
                  <c:v>3</c:v>
                </c:pt>
                <c:pt idx="2008">
                  <c:v>3</c:v>
                </c:pt>
                <c:pt idx="2009">
                  <c:v>3</c:v>
                </c:pt>
                <c:pt idx="2010">
                  <c:v>3</c:v>
                </c:pt>
                <c:pt idx="2011">
                  <c:v>3</c:v>
                </c:pt>
                <c:pt idx="2012">
                  <c:v>3</c:v>
                </c:pt>
                <c:pt idx="2013">
                  <c:v>3</c:v>
                </c:pt>
                <c:pt idx="2014">
                  <c:v>3</c:v>
                </c:pt>
                <c:pt idx="2015">
                  <c:v>3</c:v>
                </c:pt>
                <c:pt idx="2016">
                  <c:v>3</c:v>
                </c:pt>
                <c:pt idx="2017">
                  <c:v>3</c:v>
                </c:pt>
                <c:pt idx="2018">
                  <c:v>3</c:v>
                </c:pt>
                <c:pt idx="2019">
                  <c:v>3</c:v>
                </c:pt>
                <c:pt idx="2020">
                  <c:v>3</c:v>
                </c:pt>
                <c:pt idx="2021">
                  <c:v>3</c:v>
                </c:pt>
                <c:pt idx="2022">
                  <c:v>3</c:v>
                </c:pt>
                <c:pt idx="2023">
                  <c:v>3</c:v>
                </c:pt>
                <c:pt idx="2024">
                  <c:v>3</c:v>
                </c:pt>
                <c:pt idx="2025">
                  <c:v>3</c:v>
                </c:pt>
                <c:pt idx="2026">
                  <c:v>3</c:v>
                </c:pt>
                <c:pt idx="2027">
                  <c:v>3</c:v>
                </c:pt>
                <c:pt idx="2028">
                  <c:v>3</c:v>
                </c:pt>
                <c:pt idx="2029">
                  <c:v>3</c:v>
                </c:pt>
                <c:pt idx="2030">
                  <c:v>3</c:v>
                </c:pt>
                <c:pt idx="2031">
                  <c:v>3</c:v>
                </c:pt>
                <c:pt idx="2032">
                  <c:v>3</c:v>
                </c:pt>
                <c:pt idx="2033">
                  <c:v>3</c:v>
                </c:pt>
                <c:pt idx="2034">
                  <c:v>3</c:v>
                </c:pt>
                <c:pt idx="2035">
                  <c:v>3</c:v>
                </c:pt>
                <c:pt idx="2036">
                  <c:v>3</c:v>
                </c:pt>
                <c:pt idx="2037">
                  <c:v>3</c:v>
                </c:pt>
                <c:pt idx="2038">
                  <c:v>3</c:v>
                </c:pt>
                <c:pt idx="2039">
                  <c:v>3</c:v>
                </c:pt>
                <c:pt idx="2040">
                  <c:v>3</c:v>
                </c:pt>
                <c:pt idx="2041">
                  <c:v>3</c:v>
                </c:pt>
                <c:pt idx="2042">
                  <c:v>3</c:v>
                </c:pt>
                <c:pt idx="2043">
                  <c:v>3</c:v>
                </c:pt>
                <c:pt idx="2044">
                  <c:v>3</c:v>
                </c:pt>
                <c:pt idx="2045">
                  <c:v>3</c:v>
                </c:pt>
                <c:pt idx="2046">
                  <c:v>3</c:v>
                </c:pt>
                <c:pt idx="2047">
                  <c:v>3</c:v>
                </c:pt>
                <c:pt idx="2048">
                  <c:v>3</c:v>
                </c:pt>
                <c:pt idx="2049">
                  <c:v>3</c:v>
                </c:pt>
                <c:pt idx="2050">
                  <c:v>3</c:v>
                </c:pt>
                <c:pt idx="2051">
                  <c:v>3</c:v>
                </c:pt>
                <c:pt idx="2052">
                  <c:v>3</c:v>
                </c:pt>
                <c:pt idx="2053">
                  <c:v>3</c:v>
                </c:pt>
                <c:pt idx="2054">
                  <c:v>3</c:v>
                </c:pt>
                <c:pt idx="2055">
                  <c:v>3</c:v>
                </c:pt>
                <c:pt idx="2056">
                  <c:v>3</c:v>
                </c:pt>
                <c:pt idx="2057">
                  <c:v>3</c:v>
                </c:pt>
                <c:pt idx="2058">
                  <c:v>3</c:v>
                </c:pt>
                <c:pt idx="2059">
                  <c:v>3</c:v>
                </c:pt>
                <c:pt idx="2060">
                  <c:v>3</c:v>
                </c:pt>
                <c:pt idx="2061">
                  <c:v>3</c:v>
                </c:pt>
                <c:pt idx="2062">
                  <c:v>3</c:v>
                </c:pt>
                <c:pt idx="2063">
                  <c:v>3</c:v>
                </c:pt>
                <c:pt idx="2064">
                  <c:v>3</c:v>
                </c:pt>
                <c:pt idx="2065">
                  <c:v>3</c:v>
                </c:pt>
                <c:pt idx="2066">
                  <c:v>3</c:v>
                </c:pt>
                <c:pt idx="2067">
                  <c:v>3</c:v>
                </c:pt>
                <c:pt idx="2068">
                  <c:v>3</c:v>
                </c:pt>
                <c:pt idx="2069">
                  <c:v>3</c:v>
                </c:pt>
                <c:pt idx="2070">
                  <c:v>3</c:v>
                </c:pt>
                <c:pt idx="2071">
                  <c:v>3</c:v>
                </c:pt>
                <c:pt idx="2072">
                  <c:v>3</c:v>
                </c:pt>
                <c:pt idx="2073">
                  <c:v>3</c:v>
                </c:pt>
                <c:pt idx="2074">
                  <c:v>3</c:v>
                </c:pt>
                <c:pt idx="2075">
                  <c:v>3</c:v>
                </c:pt>
                <c:pt idx="2076">
                  <c:v>3</c:v>
                </c:pt>
                <c:pt idx="2077">
                  <c:v>3</c:v>
                </c:pt>
                <c:pt idx="2078">
                  <c:v>3</c:v>
                </c:pt>
                <c:pt idx="2079">
                  <c:v>3</c:v>
                </c:pt>
                <c:pt idx="2080">
                  <c:v>3</c:v>
                </c:pt>
                <c:pt idx="2081">
                  <c:v>3</c:v>
                </c:pt>
                <c:pt idx="2082">
                  <c:v>3</c:v>
                </c:pt>
                <c:pt idx="2083">
                  <c:v>3</c:v>
                </c:pt>
                <c:pt idx="2084">
                  <c:v>3</c:v>
                </c:pt>
                <c:pt idx="2085">
                  <c:v>3</c:v>
                </c:pt>
                <c:pt idx="2086">
                  <c:v>3</c:v>
                </c:pt>
                <c:pt idx="2087">
                  <c:v>3</c:v>
                </c:pt>
                <c:pt idx="2088">
                  <c:v>3</c:v>
                </c:pt>
                <c:pt idx="2089">
                  <c:v>3</c:v>
                </c:pt>
                <c:pt idx="2090">
                  <c:v>3</c:v>
                </c:pt>
                <c:pt idx="2091">
                  <c:v>3</c:v>
                </c:pt>
                <c:pt idx="2092">
                  <c:v>3</c:v>
                </c:pt>
                <c:pt idx="2093">
                  <c:v>3</c:v>
                </c:pt>
                <c:pt idx="2094">
                  <c:v>3</c:v>
                </c:pt>
                <c:pt idx="2095">
                  <c:v>3</c:v>
                </c:pt>
                <c:pt idx="2096">
                  <c:v>3</c:v>
                </c:pt>
                <c:pt idx="2097">
                  <c:v>3</c:v>
                </c:pt>
                <c:pt idx="2098">
                  <c:v>3</c:v>
                </c:pt>
                <c:pt idx="2099">
                  <c:v>3</c:v>
                </c:pt>
                <c:pt idx="2100">
                  <c:v>3</c:v>
                </c:pt>
                <c:pt idx="2101">
                  <c:v>3</c:v>
                </c:pt>
                <c:pt idx="2102">
                  <c:v>3</c:v>
                </c:pt>
                <c:pt idx="2103">
                  <c:v>3</c:v>
                </c:pt>
                <c:pt idx="2104">
                  <c:v>3</c:v>
                </c:pt>
                <c:pt idx="2105">
                  <c:v>3</c:v>
                </c:pt>
                <c:pt idx="2106">
                  <c:v>3</c:v>
                </c:pt>
                <c:pt idx="2107">
                  <c:v>3</c:v>
                </c:pt>
                <c:pt idx="2108">
                  <c:v>3</c:v>
                </c:pt>
                <c:pt idx="2109">
                  <c:v>3</c:v>
                </c:pt>
                <c:pt idx="2110">
                  <c:v>3</c:v>
                </c:pt>
                <c:pt idx="2111">
                  <c:v>3</c:v>
                </c:pt>
                <c:pt idx="2112">
                  <c:v>3</c:v>
                </c:pt>
                <c:pt idx="2113">
                  <c:v>3</c:v>
                </c:pt>
                <c:pt idx="2114">
                  <c:v>3</c:v>
                </c:pt>
                <c:pt idx="2115">
                  <c:v>3</c:v>
                </c:pt>
                <c:pt idx="2116">
                  <c:v>3</c:v>
                </c:pt>
                <c:pt idx="2117">
                  <c:v>3</c:v>
                </c:pt>
                <c:pt idx="2118">
                  <c:v>3</c:v>
                </c:pt>
                <c:pt idx="2119">
                  <c:v>3</c:v>
                </c:pt>
                <c:pt idx="2120">
                  <c:v>3</c:v>
                </c:pt>
                <c:pt idx="2121">
                  <c:v>3</c:v>
                </c:pt>
                <c:pt idx="2122">
                  <c:v>3</c:v>
                </c:pt>
                <c:pt idx="2123">
                  <c:v>3</c:v>
                </c:pt>
                <c:pt idx="2124">
                  <c:v>3</c:v>
                </c:pt>
                <c:pt idx="2125">
                  <c:v>3</c:v>
                </c:pt>
                <c:pt idx="2126">
                  <c:v>3</c:v>
                </c:pt>
                <c:pt idx="2127">
                  <c:v>3</c:v>
                </c:pt>
                <c:pt idx="2128">
                  <c:v>3</c:v>
                </c:pt>
                <c:pt idx="2129">
                  <c:v>3</c:v>
                </c:pt>
                <c:pt idx="2130">
                  <c:v>3</c:v>
                </c:pt>
                <c:pt idx="2131">
                  <c:v>3</c:v>
                </c:pt>
                <c:pt idx="2132">
                  <c:v>3</c:v>
                </c:pt>
                <c:pt idx="2133">
                  <c:v>3</c:v>
                </c:pt>
                <c:pt idx="2134">
                  <c:v>3</c:v>
                </c:pt>
                <c:pt idx="2135">
                  <c:v>3</c:v>
                </c:pt>
                <c:pt idx="2136">
                  <c:v>3</c:v>
                </c:pt>
                <c:pt idx="2137">
                  <c:v>3</c:v>
                </c:pt>
                <c:pt idx="2138">
                  <c:v>3</c:v>
                </c:pt>
                <c:pt idx="2139">
                  <c:v>3</c:v>
                </c:pt>
                <c:pt idx="2140">
                  <c:v>3</c:v>
                </c:pt>
                <c:pt idx="2141">
                  <c:v>3</c:v>
                </c:pt>
                <c:pt idx="2142">
                  <c:v>3</c:v>
                </c:pt>
                <c:pt idx="2143">
                  <c:v>3</c:v>
                </c:pt>
                <c:pt idx="2144">
                  <c:v>3</c:v>
                </c:pt>
                <c:pt idx="2145">
                  <c:v>3</c:v>
                </c:pt>
                <c:pt idx="2146">
                  <c:v>3</c:v>
                </c:pt>
                <c:pt idx="2147">
                  <c:v>3</c:v>
                </c:pt>
                <c:pt idx="2148">
                  <c:v>3</c:v>
                </c:pt>
                <c:pt idx="2149">
                  <c:v>3</c:v>
                </c:pt>
                <c:pt idx="2150">
                  <c:v>3</c:v>
                </c:pt>
                <c:pt idx="2151">
                  <c:v>3</c:v>
                </c:pt>
                <c:pt idx="2152">
                  <c:v>3</c:v>
                </c:pt>
                <c:pt idx="2153">
                  <c:v>3</c:v>
                </c:pt>
                <c:pt idx="2154">
                  <c:v>3</c:v>
                </c:pt>
                <c:pt idx="2155">
                  <c:v>3</c:v>
                </c:pt>
                <c:pt idx="2156">
                  <c:v>3</c:v>
                </c:pt>
                <c:pt idx="2157">
                  <c:v>3</c:v>
                </c:pt>
                <c:pt idx="2158">
                  <c:v>3</c:v>
                </c:pt>
                <c:pt idx="2159">
                  <c:v>3</c:v>
                </c:pt>
                <c:pt idx="2160">
                  <c:v>3</c:v>
                </c:pt>
                <c:pt idx="2161">
                  <c:v>3</c:v>
                </c:pt>
                <c:pt idx="2162">
                  <c:v>3</c:v>
                </c:pt>
                <c:pt idx="2163">
                  <c:v>3</c:v>
                </c:pt>
                <c:pt idx="2164">
                  <c:v>3</c:v>
                </c:pt>
                <c:pt idx="2165">
                  <c:v>3</c:v>
                </c:pt>
                <c:pt idx="2166">
                  <c:v>3</c:v>
                </c:pt>
                <c:pt idx="2167">
                  <c:v>3</c:v>
                </c:pt>
                <c:pt idx="2168">
                  <c:v>3</c:v>
                </c:pt>
                <c:pt idx="2169">
                  <c:v>3</c:v>
                </c:pt>
                <c:pt idx="2170">
                  <c:v>3</c:v>
                </c:pt>
                <c:pt idx="2171">
                  <c:v>3</c:v>
                </c:pt>
                <c:pt idx="2172">
                  <c:v>3</c:v>
                </c:pt>
                <c:pt idx="2173">
                  <c:v>3</c:v>
                </c:pt>
                <c:pt idx="2174">
                  <c:v>3</c:v>
                </c:pt>
                <c:pt idx="2175">
                  <c:v>3</c:v>
                </c:pt>
                <c:pt idx="2176">
                  <c:v>3</c:v>
                </c:pt>
                <c:pt idx="2177">
                  <c:v>3</c:v>
                </c:pt>
                <c:pt idx="2178">
                  <c:v>3</c:v>
                </c:pt>
                <c:pt idx="2179">
                  <c:v>3</c:v>
                </c:pt>
                <c:pt idx="2180">
                  <c:v>3</c:v>
                </c:pt>
                <c:pt idx="2181">
                  <c:v>3</c:v>
                </c:pt>
                <c:pt idx="2182">
                  <c:v>3</c:v>
                </c:pt>
                <c:pt idx="2183">
                  <c:v>3</c:v>
                </c:pt>
                <c:pt idx="2184">
                  <c:v>3</c:v>
                </c:pt>
                <c:pt idx="2185">
                  <c:v>3</c:v>
                </c:pt>
                <c:pt idx="2186">
                  <c:v>3</c:v>
                </c:pt>
                <c:pt idx="2187">
                  <c:v>3</c:v>
                </c:pt>
                <c:pt idx="2188">
                  <c:v>3</c:v>
                </c:pt>
                <c:pt idx="2189">
                  <c:v>3</c:v>
                </c:pt>
                <c:pt idx="2190">
                  <c:v>3</c:v>
                </c:pt>
                <c:pt idx="2191">
                  <c:v>3</c:v>
                </c:pt>
                <c:pt idx="2192">
                  <c:v>3</c:v>
                </c:pt>
                <c:pt idx="2193">
                  <c:v>3</c:v>
                </c:pt>
                <c:pt idx="2194">
                  <c:v>3</c:v>
                </c:pt>
                <c:pt idx="2195">
                  <c:v>3</c:v>
                </c:pt>
                <c:pt idx="2196">
                  <c:v>3</c:v>
                </c:pt>
                <c:pt idx="2197">
                  <c:v>3</c:v>
                </c:pt>
                <c:pt idx="2198">
                  <c:v>3</c:v>
                </c:pt>
                <c:pt idx="2199">
                  <c:v>3</c:v>
                </c:pt>
                <c:pt idx="2200">
                  <c:v>3</c:v>
                </c:pt>
                <c:pt idx="2201">
                  <c:v>3</c:v>
                </c:pt>
                <c:pt idx="2202">
                  <c:v>3</c:v>
                </c:pt>
                <c:pt idx="2203">
                  <c:v>3</c:v>
                </c:pt>
                <c:pt idx="2204">
                  <c:v>3</c:v>
                </c:pt>
                <c:pt idx="2205">
                  <c:v>3</c:v>
                </c:pt>
                <c:pt idx="2206">
                  <c:v>3</c:v>
                </c:pt>
                <c:pt idx="2207">
                  <c:v>3</c:v>
                </c:pt>
                <c:pt idx="2208">
                  <c:v>3</c:v>
                </c:pt>
                <c:pt idx="2209">
                  <c:v>3</c:v>
                </c:pt>
                <c:pt idx="2210">
                  <c:v>3</c:v>
                </c:pt>
                <c:pt idx="2211">
                  <c:v>3</c:v>
                </c:pt>
                <c:pt idx="2212">
                  <c:v>3</c:v>
                </c:pt>
                <c:pt idx="2213">
                  <c:v>3</c:v>
                </c:pt>
                <c:pt idx="2214">
                  <c:v>3</c:v>
                </c:pt>
                <c:pt idx="2215">
                  <c:v>3</c:v>
                </c:pt>
                <c:pt idx="2216">
                  <c:v>3</c:v>
                </c:pt>
                <c:pt idx="2217">
                  <c:v>3</c:v>
                </c:pt>
                <c:pt idx="2218">
                  <c:v>3.25</c:v>
                </c:pt>
                <c:pt idx="2219">
                  <c:v>3.25</c:v>
                </c:pt>
                <c:pt idx="2220">
                  <c:v>3.25</c:v>
                </c:pt>
                <c:pt idx="2221">
                  <c:v>3.25</c:v>
                </c:pt>
                <c:pt idx="2222">
                  <c:v>3.25</c:v>
                </c:pt>
                <c:pt idx="2223">
                  <c:v>3.25</c:v>
                </c:pt>
                <c:pt idx="2224">
                  <c:v>3.25</c:v>
                </c:pt>
                <c:pt idx="2225">
                  <c:v>3.25</c:v>
                </c:pt>
                <c:pt idx="2226">
                  <c:v>3.25</c:v>
                </c:pt>
                <c:pt idx="2227">
                  <c:v>3.25</c:v>
                </c:pt>
                <c:pt idx="2228">
                  <c:v>3.25</c:v>
                </c:pt>
                <c:pt idx="2229">
                  <c:v>3.25</c:v>
                </c:pt>
                <c:pt idx="2230">
                  <c:v>3.25</c:v>
                </c:pt>
                <c:pt idx="2231">
                  <c:v>3.25</c:v>
                </c:pt>
                <c:pt idx="2232">
                  <c:v>3.25</c:v>
                </c:pt>
                <c:pt idx="2233">
                  <c:v>3.25</c:v>
                </c:pt>
                <c:pt idx="2234">
                  <c:v>3.25</c:v>
                </c:pt>
                <c:pt idx="2235">
                  <c:v>3.25</c:v>
                </c:pt>
                <c:pt idx="2236">
                  <c:v>3.25</c:v>
                </c:pt>
                <c:pt idx="2237">
                  <c:v>3.25</c:v>
                </c:pt>
                <c:pt idx="2238">
                  <c:v>3.25</c:v>
                </c:pt>
                <c:pt idx="2239">
                  <c:v>3.25</c:v>
                </c:pt>
                <c:pt idx="2240">
                  <c:v>3.25</c:v>
                </c:pt>
                <c:pt idx="2241">
                  <c:v>3.25</c:v>
                </c:pt>
                <c:pt idx="2242">
                  <c:v>3.25</c:v>
                </c:pt>
                <c:pt idx="2243">
                  <c:v>3.25</c:v>
                </c:pt>
                <c:pt idx="2244">
                  <c:v>3.25</c:v>
                </c:pt>
                <c:pt idx="2245">
                  <c:v>3.25</c:v>
                </c:pt>
                <c:pt idx="2246">
                  <c:v>3.25</c:v>
                </c:pt>
                <c:pt idx="2247">
                  <c:v>3.25</c:v>
                </c:pt>
                <c:pt idx="2248">
                  <c:v>3.25</c:v>
                </c:pt>
                <c:pt idx="2249">
                  <c:v>3.25</c:v>
                </c:pt>
                <c:pt idx="2250">
                  <c:v>3.25</c:v>
                </c:pt>
                <c:pt idx="2251">
                  <c:v>3.25</c:v>
                </c:pt>
                <c:pt idx="2252">
                  <c:v>3.25</c:v>
                </c:pt>
                <c:pt idx="2253">
                  <c:v>3.25</c:v>
                </c:pt>
                <c:pt idx="2254">
                  <c:v>3.25</c:v>
                </c:pt>
                <c:pt idx="2255">
                  <c:v>3.25</c:v>
                </c:pt>
                <c:pt idx="2256">
                  <c:v>3.25</c:v>
                </c:pt>
                <c:pt idx="2257">
                  <c:v>3.25</c:v>
                </c:pt>
                <c:pt idx="2258">
                  <c:v>3.25</c:v>
                </c:pt>
                <c:pt idx="2259">
                  <c:v>3.25</c:v>
                </c:pt>
                <c:pt idx="2260">
                  <c:v>3.25</c:v>
                </c:pt>
                <c:pt idx="2261">
                  <c:v>3.25</c:v>
                </c:pt>
                <c:pt idx="2262">
                  <c:v>3.25</c:v>
                </c:pt>
                <c:pt idx="2263">
                  <c:v>3.25</c:v>
                </c:pt>
                <c:pt idx="2264">
                  <c:v>3.25</c:v>
                </c:pt>
                <c:pt idx="2265">
                  <c:v>3.25</c:v>
                </c:pt>
                <c:pt idx="2266">
                  <c:v>3.25</c:v>
                </c:pt>
                <c:pt idx="2267">
                  <c:v>3.25</c:v>
                </c:pt>
                <c:pt idx="2268">
                  <c:v>3.25</c:v>
                </c:pt>
                <c:pt idx="2269">
                  <c:v>3.25</c:v>
                </c:pt>
                <c:pt idx="2270">
                  <c:v>3.25</c:v>
                </c:pt>
                <c:pt idx="2271">
                  <c:v>3.25</c:v>
                </c:pt>
                <c:pt idx="2272">
                  <c:v>3.25</c:v>
                </c:pt>
                <c:pt idx="2273">
                  <c:v>3.25</c:v>
                </c:pt>
                <c:pt idx="2274">
                  <c:v>3.25</c:v>
                </c:pt>
                <c:pt idx="2275">
                  <c:v>3.25</c:v>
                </c:pt>
                <c:pt idx="2276">
                  <c:v>3.25</c:v>
                </c:pt>
                <c:pt idx="2277">
                  <c:v>3.25</c:v>
                </c:pt>
                <c:pt idx="2278">
                  <c:v>3.25</c:v>
                </c:pt>
                <c:pt idx="2279">
                  <c:v>3.25</c:v>
                </c:pt>
                <c:pt idx="2280">
                  <c:v>3.25</c:v>
                </c:pt>
                <c:pt idx="2281">
                  <c:v>3.25</c:v>
                </c:pt>
                <c:pt idx="2282">
                  <c:v>3.25</c:v>
                </c:pt>
                <c:pt idx="2283">
                  <c:v>3.25</c:v>
                </c:pt>
                <c:pt idx="2284">
                  <c:v>3.25</c:v>
                </c:pt>
                <c:pt idx="2285">
                  <c:v>3.25</c:v>
                </c:pt>
                <c:pt idx="2286">
                  <c:v>3.25</c:v>
                </c:pt>
                <c:pt idx="2287">
                  <c:v>2.75</c:v>
                </c:pt>
                <c:pt idx="2288">
                  <c:v>3.25</c:v>
                </c:pt>
                <c:pt idx="2289">
                  <c:v>3.25</c:v>
                </c:pt>
                <c:pt idx="2290">
                  <c:v>3.25</c:v>
                </c:pt>
                <c:pt idx="2291">
                  <c:v>3.25</c:v>
                </c:pt>
                <c:pt idx="2292">
                  <c:v>3.25</c:v>
                </c:pt>
                <c:pt idx="2293">
                  <c:v>3.25</c:v>
                </c:pt>
                <c:pt idx="2294">
                  <c:v>3.25</c:v>
                </c:pt>
                <c:pt idx="2295">
                  <c:v>3.25</c:v>
                </c:pt>
                <c:pt idx="2296">
                  <c:v>3.25</c:v>
                </c:pt>
                <c:pt idx="2297">
                  <c:v>3.25</c:v>
                </c:pt>
                <c:pt idx="2298">
                  <c:v>3.25</c:v>
                </c:pt>
                <c:pt idx="2299">
                  <c:v>3.25</c:v>
                </c:pt>
                <c:pt idx="2300">
                  <c:v>3.25</c:v>
                </c:pt>
                <c:pt idx="2301">
                  <c:v>3.25</c:v>
                </c:pt>
                <c:pt idx="2302">
                  <c:v>3.25</c:v>
                </c:pt>
                <c:pt idx="2303">
                  <c:v>3.25</c:v>
                </c:pt>
                <c:pt idx="2304">
                  <c:v>3.25</c:v>
                </c:pt>
                <c:pt idx="2305">
                  <c:v>3.25</c:v>
                </c:pt>
                <c:pt idx="2306">
                  <c:v>3.25</c:v>
                </c:pt>
                <c:pt idx="2307">
                  <c:v>3.25</c:v>
                </c:pt>
                <c:pt idx="2308">
                  <c:v>2.75</c:v>
                </c:pt>
                <c:pt idx="2309">
                  <c:v>2.75</c:v>
                </c:pt>
                <c:pt idx="2310">
                  <c:v>2.75</c:v>
                </c:pt>
                <c:pt idx="2311">
                  <c:v>2.75</c:v>
                </c:pt>
                <c:pt idx="2312">
                  <c:v>2.75</c:v>
                </c:pt>
                <c:pt idx="2313">
                  <c:v>2.75</c:v>
                </c:pt>
                <c:pt idx="2314">
                  <c:v>2.75</c:v>
                </c:pt>
                <c:pt idx="2315">
                  <c:v>2.75</c:v>
                </c:pt>
                <c:pt idx="2316">
                  <c:v>2.75</c:v>
                </c:pt>
                <c:pt idx="2317">
                  <c:v>2.75</c:v>
                </c:pt>
                <c:pt idx="2318">
                  <c:v>2.75</c:v>
                </c:pt>
                <c:pt idx="2319">
                  <c:v>2.75</c:v>
                </c:pt>
                <c:pt idx="2320">
                  <c:v>2.75</c:v>
                </c:pt>
                <c:pt idx="2321">
                  <c:v>2.75</c:v>
                </c:pt>
                <c:pt idx="2322">
                  <c:v>2.75</c:v>
                </c:pt>
                <c:pt idx="2323">
                  <c:v>2.75</c:v>
                </c:pt>
                <c:pt idx="2324">
                  <c:v>2.75</c:v>
                </c:pt>
                <c:pt idx="2325">
                  <c:v>2.75</c:v>
                </c:pt>
                <c:pt idx="2326">
                  <c:v>2.75</c:v>
                </c:pt>
                <c:pt idx="2327">
                  <c:v>2.75</c:v>
                </c:pt>
                <c:pt idx="2328">
                  <c:v>2</c:v>
                </c:pt>
                <c:pt idx="2329">
                  <c:v>2</c:v>
                </c:pt>
                <c:pt idx="2330">
                  <c:v>2</c:v>
                </c:pt>
                <c:pt idx="2331">
                  <c:v>2</c:v>
                </c:pt>
                <c:pt idx="2332">
                  <c:v>2</c:v>
                </c:pt>
                <c:pt idx="2333">
                  <c:v>2</c:v>
                </c:pt>
                <c:pt idx="2334">
                  <c:v>2</c:v>
                </c:pt>
                <c:pt idx="2335">
                  <c:v>2</c:v>
                </c:pt>
                <c:pt idx="2336">
                  <c:v>2</c:v>
                </c:pt>
                <c:pt idx="2337">
                  <c:v>2</c:v>
                </c:pt>
                <c:pt idx="2338">
                  <c:v>2</c:v>
                </c:pt>
                <c:pt idx="2339">
                  <c:v>2</c:v>
                </c:pt>
                <c:pt idx="2340">
                  <c:v>2</c:v>
                </c:pt>
                <c:pt idx="2341">
                  <c:v>2</c:v>
                </c:pt>
                <c:pt idx="2342">
                  <c:v>2</c:v>
                </c:pt>
                <c:pt idx="2343">
                  <c:v>2</c:v>
                </c:pt>
                <c:pt idx="2344">
                  <c:v>2</c:v>
                </c:pt>
                <c:pt idx="2345">
                  <c:v>2</c:v>
                </c:pt>
                <c:pt idx="2346">
                  <c:v>2</c:v>
                </c:pt>
                <c:pt idx="2347">
                  <c:v>2</c:v>
                </c:pt>
                <c:pt idx="2348">
                  <c:v>2</c:v>
                </c:pt>
                <c:pt idx="2349">
                  <c:v>2</c:v>
                </c:pt>
                <c:pt idx="2350">
                  <c:v>2</c:v>
                </c:pt>
                <c:pt idx="2351">
                  <c:v>2</c:v>
                </c:pt>
                <c:pt idx="2352">
                  <c:v>2</c:v>
                </c:pt>
                <c:pt idx="2353">
                  <c:v>2</c:v>
                </c:pt>
                <c:pt idx="2354">
                  <c:v>2</c:v>
                </c:pt>
                <c:pt idx="2355">
                  <c:v>2</c:v>
                </c:pt>
                <c:pt idx="2356">
                  <c:v>2</c:v>
                </c:pt>
                <c:pt idx="2357">
                  <c:v>2</c:v>
                </c:pt>
                <c:pt idx="2358">
                  <c:v>1</c:v>
                </c:pt>
                <c:pt idx="2359">
                  <c:v>1</c:v>
                </c:pt>
                <c:pt idx="2360">
                  <c:v>1</c:v>
                </c:pt>
                <c:pt idx="2361">
                  <c:v>1</c:v>
                </c:pt>
                <c:pt idx="2362">
                  <c:v>1</c:v>
                </c:pt>
                <c:pt idx="2363">
                  <c:v>1</c:v>
                </c:pt>
                <c:pt idx="2364">
                  <c:v>1</c:v>
                </c:pt>
                <c:pt idx="2365">
                  <c:v>1</c:v>
                </c:pt>
                <c:pt idx="2366">
                  <c:v>1</c:v>
                </c:pt>
                <c:pt idx="2367">
                  <c:v>1</c:v>
                </c:pt>
                <c:pt idx="2368">
                  <c:v>1</c:v>
                </c:pt>
                <c:pt idx="2369">
                  <c:v>1</c:v>
                </c:pt>
                <c:pt idx="2370">
                  <c:v>1</c:v>
                </c:pt>
                <c:pt idx="2371">
                  <c:v>1</c:v>
                </c:pt>
                <c:pt idx="2372">
                  <c:v>1</c:v>
                </c:pt>
                <c:pt idx="2373">
                  <c:v>1</c:v>
                </c:pt>
                <c:pt idx="2374">
                  <c:v>1</c:v>
                </c:pt>
                <c:pt idx="2375">
                  <c:v>1</c:v>
                </c:pt>
                <c:pt idx="2376">
                  <c:v>1</c:v>
                </c:pt>
                <c:pt idx="2377">
                  <c:v>1</c:v>
                </c:pt>
                <c:pt idx="2378">
                  <c:v>1</c:v>
                </c:pt>
                <c:pt idx="2379">
                  <c:v>1</c:v>
                </c:pt>
                <c:pt idx="2380">
                  <c:v>1</c:v>
                </c:pt>
                <c:pt idx="2381">
                  <c:v>1</c:v>
                </c:pt>
                <c:pt idx="2382">
                  <c:v>1</c:v>
                </c:pt>
                <c:pt idx="2383">
                  <c:v>1</c:v>
                </c:pt>
                <c:pt idx="2384">
                  <c:v>1</c:v>
                </c:pt>
                <c:pt idx="2385">
                  <c:v>1</c:v>
                </c:pt>
                <c:pt idx="2386">
                  <c:v>1</c:v>
                </c:pt>
                <c:pt idx="2387">
                  <c:v>1</c:v>
                </c:pt>
                <c:pt idx="2388">
                  <c:v>1</c:v>
                </c:pt>
                <c:pt idx="2389">
                  <c:v>1</c:v>
                </c:pt>
                <c:pt idx="2390">
                  <c:v>1</c:v>
                </c:pt>
                <c:pt idx="2391">
                  <c:v>1</c:v>
                </c:pt>
                <c:pt idx="2392">
                  <c:v>1</c:v>
                </c:pt>
                <c:pt idx="2393">
                  <c:v>0.5</c:v>
                </c:pt>
                <c:pt idx="2394">
                  <c:v>0.5</c:v>
                </c:pt>
                <c:pt idx="2395">
                  <c:v>0.5</c:v>
                </c:pt>
                <c:pt idx="2396">
                  <c:v>0.5</c:v>
                </c:pt>
                <c:pt idx="2397">
                  <c:v>0.5</c:v>
                </c:pt>
                <c:pt idx="2398">
                  <c:v>0.5</c:v>
                </c:pt>
                <c:pt idx="2399">
                  <c:v>0.5</c:v>
                </c:pt>
                <c:pt idx="2400">
                  <c:v>0.5</c:v>
                </c:pt>
                <c:pt idx="2401">
                  <c:v>0.5</c:v>
                </c:pt>
                <c:pt idx="2402">
                  <c:v>0.5</c:v>
                </c:pt>
                <c:pt idx="2403">
                  <c:v>0.5</c:v>
                </c:pt>
                <c:pt idx="2404">
                  <c:v>0.5</c:v>
                </c:pt>
                <c:pt idx="2405">
                  <c:v>0.5</c:v>
                </c:pt>
                <c:pt idx="2406">
                  <c:v>0.5</c:v>
                </c:pt>
                <c:pt idx="2407">
                  <c:v>0.5</c:v>
                </c:pt>
                <c:pt idx="2408">
                  <c:v>0.5</c:v>
                </c:pt>
                <c:pt idx="2409">
                  <c:v>0.5</c:v>
                </c:pt>
                <c:pt idx="2410">
                  <c:v>0.5</c:v>
                </c:pt>
                <c:pt idx="2411">
                  <c:v>0.5</c:v>
                </c:pt>
                <c:pt idx="2412">
                  <c:v>0.5</c:v>
                </c:pt>
                <c:pt idx="2413">
                  <c:v>0.25</c:v>
                </c:pt>
                <c:pt idx="2414">
                  <c:v>0.25</c:v>
                </c:pt>
                <c:pt idx="2415">
                  <c:v>0.25</c:v>
                </c:pt>
                <c:pt idx="2416">
                  <c:v>0.25</c:v>
                </c:pt>
                <c:pt idx="2417">
                  <c:v>0.25</c:v>
                </c:pt>
                <c:pt idx="2418">
                  <c:v>0.25</c:v>
                </c:pt>
                <c:pt idx="2419">
                  <c:v>0.25</c:v>
                </c:pt>
                <c:pt idx="2420">
                  <c:v>0.25</c:v>
                </c:pt>
                <c:pt idx="2421">
                  <c:v>0.25</c:v>
                </c:pt>
                <c:pt idx="2422">
                  <c:v>0.25</c:v>
                </c:pt>
                <c:pt idx="2423">
                  <c:v>0.25</c:v>
                </c:pt>
                <c:pt idx="2424">
                  <c:v>0.25</c:v>
                </c:pt>
                <c:pt idx="2425">
                  <c:v>0.25</c:v>
                </c:pt>
                <c:pt idx="2426">
                  <c:v>0.25</c:v>
                </c:pt>
                <c:pt idx="2427">
                  <c:v>0.25</c:v>
                </c:pt>
                <c:pt idx="2428">
                  <c:v>0.25</c:v>
                </c:pt>
                <c:pt idx="2429">
                  <c:v>0.25</c:v>
                </c:pt>
                <c:pt idx="2430">
                  <c:v>0.25</c:v>
                </c:pt>
                <c:pt idx="2431">
                  <c:v>0.25</c:v>
                </c:pt>
                <c:pt idx="2432">
                  <c:v>0.25</c:v>
                </c:pt>
                <c:pt idx="2433">
                  <c:v>0.25</c:v>
                </c:pt>
                <c:pt idx="2434">
                  <c:v>0.25</c:v>
                </c:pt>
                <c:pt idx="2435">
                  <c:v>0.25</c:v>
                </c:pt>
                <c:pt idx="2436">
                  <c:v>0.25</c:v>
                </c:pt>
                <c:pt idx="2437">
                  <c:v>0.25</c:v>
                </c:pt>
                <c:pt idx="2438">
                  <c:v>0.25</c:v>
                </c:pt>
                <c:pt idx="2439">
                  <c:v>0.25</c:v>
                </c:pt>
                <c:pt idx="2440">
                  <c:v>0.25</c:v>
                </c:pt>
                <c:pt idx="2441">
                  <c:v>0.25</c:v>
                </c:pt>
                <c:pt idx="2442">
                  <c:v>0.25</c:v>
                </c:pt>
                <c:pt idx="2443">
                  <c:v>0.25</c:v>
                </c:pt>
                <c:pt idx="2444">
                  <c:v>0.25</c:v>
                </c:pt>
                <c:pt idx="2445">
                  <c:v>0.25</c:v>
                </c:pt>
                <c:pt idx="2446">
                  <c:v>0.25</c:v>
                </c:pt>
                <c:pt idx="2447">
                  <c:v>0.25</c:v>
                </c:pt>
                <c:pt idx="2448">
                  <c:v>0.25</c:v>
                </c:pt>
                <c:pt idx="2449">
                  <c:v>0.25</c:v>
                </c:pt>
                <c:pt idx="2450">
                  <c:v>0.25</c:v>
                </c:pt>
                <c:pt idx="2451">
                  <c:v>0.25</c:v>
                </c:pt>
                <c:pt idx="2452">
                  <c:v>0.25</c:v>
                </c:pt>
                <c:pt idx="2453">
                  <c:v>0.25</c:v>
                </c:pt>
                <c:pt idx="2454">
                  <c:v>0.25</c:v>
                </c:pt>
                <c:pt idx="2455">
                  <c:v>0.25</c:v>
                </c:pt>
                <c:pt idx="2456">
                  <c:v>0.25</c:v>
                </c:pt>
                <c:pt idx="2457">
                  <c:v>0.25</c:v>
                </c:pt>
                <c:pt idx="2458">
                  <c:v>0.25</c:v>
                </c:pt>
                <c:pt idx="2459">
                  <c:v>0.25</c:v>
                </c:pt>
                <c:pt idx="2460">
                  <c:v>0.25</c:v>
                </c:pt>
                <c:pt idx="2461">
                  <c:v>0.25</c:v>
                </c:pt>
                <c:pt idx="2462">
                  <c:v>0.25</c:v>
                </c:pt>
                <c:pt idx="2463">
                  <c:v>0.25</c:v>
                </c:pt>
                <c:pt idx="2464">
                  <c:v>0.25</c:v>
                </c:pt>
                <c:pt idx="2465">
                  <c:v>0.25</c:v>
                </c:pt>
                <c:pt idx="2466">
                  <c:v>0.25</c:v>
                </c:pt>
                <c:pt idx="2467">
                  <c:v>0.25</c:v>
                </c:pt>
                <c:pt idx="2468">
                  <c:v>0.25</c:v>
                </c:pt>
                <c:pt idx="2469">
                  <c:v>0.25</c:v>
                </c:pt>
                <c:pt idx="2470">
                  <c:v>0.25</c:v>
                </c:pt>
                <c:pt idx="2471">
                  <c:v>0.25</c:v>
                </c:pt>
                <c:pt idx="2472">
                  <c:v>0.25</c:v>
                </c:pt>
                <c:pt idx="2473">
                  <c:v>0.25</c:v>
                </c:pt>
                <c:pt idx="2474">
                  <c:v>0.25</c:v>
                </c:pt>
                <c:pt idx="2475">
                  <c:v>0.25</c:v>
                </c:pt>
                <c:pt idx="2476">
                  <c:v>0.25</c:v>
                </c:pt>
                <c:pt idx="2477">
                  <c:v>0.25</c:v>
                </c:pt>
                <c:pt idx="2478">
                  <c:v>0.25</c:v>
                </c:pt>
                <c:pt idx="2479">
                  <c:v>0.25</c:v>
                </c:pt>
                <c:pt idx="2480">
                  <c:v>0.25</c:v>
                </c:pt>
                <c:pt idx="2481">
                  <c:v>0.25</c:v>
                </c:pt>
                <c:pt idx="2482">
                  <c:v>0.25</c:v>
                </c:pt>
                <c:pt idx="2483">
                  <c:v>0.25</c:v>
                </c:pt>
                <c:pt idx="2484">
                  <c:v>0.25</c:v>
                </c:pt>
                <c:pt idx="2485">
                  <c:v>0.25</c:v>
                </c:pt>
                <c:pt idx="2486">
                  <c:v>0.25</c:v>
                </c:pt>
                <c:pt idx="2487">
                  <c:v>0.25</c:v>
                </c:pt>
                <c:pt idx="2488">
                  <c:v>0.25</c:v>
                </c:pt>
                <c:pt idx="2489">
                  <c:v>0.25</c:v>
                </c:pt>
                <c:pt idx="2490">
                  <c:v>0.25</c:v>
                </c:pt>
                <c:pt idx="2491">
                  <c:v>0.25</c:v>
                </c:pt>
                <c:pt idx="2492">
                  <c:v>0.25</c:v>
                </c:pt>
                <c:pt idx="2493">
                  <c:v>0.25</c:v>
                </c:pt>
                <c:pt idx="2494">
                  <c:v>0.25</c:v>
                </c:pt>
                <c:pt idx="2495">
                  <c:v>0.25</c:v>
                </c:pt>
                <c:pt idx="2496">
                  <c:v>0.25</c:v>
                </c:pt>
                <c:pt idx="2497">
                  <c:v>0.25</c:v>
                </c:pt>
                <c:pt idx="2498">
                  <c:v>0.25</c:v>
                </c:pt>
                <c:pt idx="2499">
                  <c:v>0.25</c:v>
                </c:pt>
                <c:pt idx="2500">
                  <c:v>0.25</c:v>
                </c:pt>
                <c:pt idx="2501">
                  <c:v>0.25</c:v>
                </c:pt>
                <c:pt idx="2502">
                  <c:v>0.25</c:v>
                </c:pt>
                <c:pt idx="2503">
                  <c:v>0.25</c:v>
                </c:pt>
                <c:pt idx="2504">
                  <c:v>0.25</c:v>
                </c:pt>
                <c:pt idx="2505">
                  <c:v>0.25</c:v>
                </c:pt>
                <c:pt idx="2506">
                  <c:v>0.25</c:v>
                </c:pt>
                <c:pt idx="2507">
                  <c:v>0.25</c:v>
                </c:pt>
                <c:pt idx="2508">
                  <c:v>0.25</c:v>
                </c:pt>
                <c:pt idx="2509">
                  <c:v>0.25</c:v>
                </c:pt>
                <c:pt idx="2510">
                  <c:v>0.25</c:v>
                </c:pt>
                <c:pt idx="2511">
                  <c:v>0.25</c:v>
                </c:pt>
                <c:pt idx="2512">
                  <c:v>0.25</c:v>
                </c:pt>
                <c:pt idx="2513">
                  <c:v>0.25</c:v>
                </c:pt>
                <c:pt idx="2514">
                  <c:v>0.25</c:v>
                </c:pt>
                <c:pt idx="2515">
                  <c:v>0.25</c:v>
                </c:pt>
                <c:pt idx="2516">
                  <c:v>0.25</c:v>
                </c:pt>
                <c:pt idx="2517">
                  <c:v>0.25</c:v>
                </c:pt>
                <c:pt idx="2518">
                  <c:v>0.25</c:v>
                </c:pt>
                <c:pt idx="2519">
                  <c:v>0.25</c:v>
                </c:pt>
                <c:pt idx="2520">
                  <c:v>0.25</c:v>
                </c:pt>
                <c:pt idx="2521">
                  <c:v>0.25</c:v>
                </c:pt>
                <c:pt idx="2522">
                  <c:v>0.25</c:v>
                </c:pt>
                <c:pt idx="2523">
                  <c:v>0.25</c:v>
                </c:pt>
                <c:pt idx="2524">
                  <c:v>0.25</c:v>
                </c:pt>
                <c:pt idx="2525">
                  <c:v>0.25</c:v>
                </c:pt>
                <c:pt idx="2526">
                  <c:v>0.25</c:v>
                </c:pt>
                <c:pt idx="2527">
                  <c:v>0.25</c:v>
                </c:pt>
                <c:pt idx="2528">
                  <c:v>0.25</c:v>
                </c:pt>
                <c:pt idx="2529">
                  <c:v>0.25</c:v>
                </c:pt>
                <c:pt idx="2530">
                  <c:v>0.25</c:v>
                </c:pt>
                <c:pt idx="2531">
                  <c:v>0.25</c:v>
                </c:pt>
                <c:pt idx="2532">
                  <c:v>0.25</c:v>
                </c:pt>
                <c:pt idx="2533">
                  <c:v>0.25</c:v>
                </c:pt>
                <c:pt idx="2534">
                  <c:v>0.25</c:v>
                </c:pt>
                <c:pt idx="2535">
                  <c:v>0.25</c:v>
                </c:pt>
                <c:pt idx="2536">
                  <c:v>0.25</c:v>
                </c:pt>
                <c:pt idx="2537">
                  <c:v>0.25</c:v>
                </c:pt>
                <c:pt idx="2538">
                  <c:v>0.25</c:v>
                </c:pt>
                <c:pt idx="2539">
                  <c:v>0.25</c:v>
                </c:pt>
                <c:pt idx="2540">
                  <c:v>0.25</c:v>
                </c:pt>
                <c:pt idx="2541">
                  <c:v>0.25</c:v>
                </c:pt>
                <c:pt idx="2542">
                  <c:v>0.25</c:v>
                </c:pt>
                <c:pt idx="2543">
                  <c:v>0.25</c:v>
                </c:pt>
                <c:pt idx="2544">
                  <c:v>0.25</c:v>
                </c:pt>
                <c:pt idx="2545">
                  <c:v>0.25</c:v>
                </c:pt>
                <c:pt idx="2546">
                  <c:v>0.25</c:v>
                </c:pt>
                <c:pt idx="2547">
                  <c:v>0.25</c:v>
                </c:pt>
                <c:pt idx="2548">
                  <c:v>0.25</c:v>
                </c:pt>
                <c:pt idx="2549">
                  <c:v>0.25</c:v>
                </c:pt>
                <c:pt idx="2550">
                  <c:v>0.25</c:v>
                </c:pt>
                <c:pt idx="2551">
                  <c:v>0.25</c:v>
                </c:pt>
                <c:pt idx="2552">
                  <c:v>0.25</c:v>
                </c:pt>
                <c:pt idx="2553">
                  <c:v>0.25</c:v>
                </c:pt>
                <c:pt idx="2554">
                  <c:v>0.25</c:v>
                </c:pt>
                <c:pt idx="2555">
                  <c:v>0.25</c:v>
                </c:pt>
                <c:pt idx="2556">
                  <c:v>0.25</c:v>
                </c:pt>
                <c:pt idx="2557">
                  <c:v>0.25</c:v>
                </c:pt>
                <c:pt idx="2558">
                  <c:v>0.25</c:v>
                </c:pt>
                <c:pt idx="2559">
                  <c:v>0.25</c:v>
                </c:pt>
                <c:pt idx="2560">
                  <c:v>0.25</c:v>
                </c:pt>
                <c:pt idx="2561">
                  <c:v>0.25</c:v>
                </c:pt>
                <c:pt idx="2562">
                  <c:v>0.25</c:v>
                </c:pt>
                <c:pt idx="2563">
                  <c:v>0.25</c:v>
                </c:pt>
                <c:pt idx="2564">
                  <c:v>0.25</c:v>
                </c:pt>
                <c:pt idx="2565">
                  <c:v>0.25</c:v>
                </c:pt>
                <c:pt idx="2566">
                  <c:v>0.25</c:v>
                </c:pt>
                <c:pt idx="2567">
                  <c:v>0.25</c:v>
                </c:pt>
                <c:pt idx="2568">
                  <c:v>0.25</c:v>
                </c:pt>
                <c:pt idx="2569">
                  <c:v>0.25</c:v>
                </c:pt>
                <c:pt idx="2570">
                  <c:v>0.25</c:v>
                </c:pt>
                <c:pt idx="2571">
                  <c:v>0.25</c:v>
                </c:pt>
                <c:pt idx="2572">
                  <c:v>0.25</c:v>
                </c:pt>
                <c:pt idx="2573">
                  <c:v>0.25</c:v>
                </c:pt>
                <c:pt idx="2574">
                  <c:v>0.25</c:v>
                </c:pt>
                <c:pt idx="2575">
                  <c:v>0.25</c:v>
                </c:pt>
                <c:pt idx="2576">
                  <c:v>0.25</c:v>
                </c:pt>
                <c:pt idx="2577">
                  <c:v>0.25</c:v>
                </c:pt>
                <c:pt idx="2578">
                  <c:v>0.25</c:v>
                </c:pt>
                <c:pt idx="2579">
                  <c:v>0.25</c:v>
                </c:pt>
                <c:pt idx="2580">
                  <c:v>0.25</c:v>
                </c:pt>
                <c:pt idx="2581">
                  <c:v>0.25</c:v>
                </c:pt>
                <c:pt idx="2582">
                  <c:v>0.25</c:v>
                </c:pt>
                <c:pt idx="2583">
                  <c:v>0.25</c:v>
                </c:pt>
                <c:pt idx="2584">
                  <c:v>0.25</c:v>
                </c:pt>
                <c:pt idx="2585">
                  <c:v>0.25</c:v>
                </c:pt>
                <c:pt idx="2586">
                  <c:v>0.25</c:v>
                </c:pt>
                <c:pt idx="2587">
                  <c:v>0.25</c:v>
                </c:pt>
                <c:pt idx="2588">
                  <c:v>0.25</c:v>
                </c:pt>
                <c:pt idx="2589">
                  <c:v>0.25</c:v>
                </c:pt>
                <c:pt idx="2590">
                  <c:v>0.25</c:v>
                </c:pt>
                <c:pt idx="2591">
                  <c:v>0.25</c:v>
                </c:pt>
                <c:pt idx="2592">
                  <c:v>0.25</c:v>
                </c:pt>
                <c:pt idx="2593">
                  <c:v>0.25</c:v>
                </c:pt>
                <c:pt idx="2594">
                  <c:v>0.25</c:v>
                </c:pt>
                <c:pt idx="2595">
                  <c:v>0.25</c:v>
                </c:pt>
                <c:pt idx="2596">
                  <c:v>0.25</c:v>
                </c:pt>
                <c:pt idx="2597">
                  <c:v>0.25</c:v>
                </c:pt>
                <c:pt idx="2598">
                  <c:v>0.25</c:v>
                </c:pt>
                <c:pt idx="2599">
                  <c:v>0.25</c:v>
                </c:pt>
                <c:pt idx="2600">
                  <c:v>0.25</c:v>
                </c:pt>
                <c:pt idx="2601">
                  <c:v>0.25</c:v>
                </c:pt>
                <c:pt idx="2602">
                  <c:v>0.25</c:v>
                </c:pt>
                <c:pt idx="2603">
                  <c:v>0.25</c:v>
                </c:pt>
                <c:pt idx="2604">
                  <c:v>0.25</c:v>
                </c:pt>
                <c:pt idx="2605">
                  <c:v>0.25</c:v>
                </c:pt>
                <c:pt idx="2606">
                  <c:v>0.25</c:v>
                </c:pt>
                <c:pt idx="2607">
                  <c:v>0.25</c:v>
                </c:pt>
                <c:pt idx="2608">
                  <c:v>0.25</c:v>
                </c:pt>
                <c:pt idx="2609">
                  <c:v>0.25</c:v>
                </c:pt>
                <c:pt idx="2610">
                  <c:v>0.25</c:v>
                </c:pt>
                <c:pt idx="2611">
                  <c:v>0.25</c:v>
                </c:pt>
                <c:pt idx="2612">
                  <c:v>0.25</c:v>
                </c:pt>
                <c:pt idx="2613">
                  <c:v>0.25</c:v>
                </c:pt>
                <c:pt idx="2614">
                  <c:v>0.25</c:v>
                </c:pt>
                <c:pt idx="2615">
                  <c:v>0.25</c:v>
                </c:pt>
                <c:pt idx="2616">
                  <c:v>0.25</c:v>
                </c:pt>
                <c:pt idx="2617">
                  <c:v>0.25</c:v>
                </c:pt>
                <c:pt idx="2618">
                  <c:v>0.25</c:v>
                </c:pt>
                <c:pt idx="2619">
                  <c:v>0.25</c:v>
                </c:pt>
                <c:pt idx="2620">
                  <c:v>0.25</c:v>
                </c:pt>
                <c:pt idx="2621">
                  <c:v>0.25</c:v>
                </c:pt>
                <c:pt idx="2622">
                  <c:v>0.25</c:v>
                </c:pt>
                <c:pt idx="2623">
                  <c:v>0.25</c:v>
                </c:pt>
                <c:pt idx="2624">
                  <c:v>0.25</c:v>
                </c:pt>
                <c:pt idx="2625">
                  <c:v>0.25</c:v>
                </c:pt>
                <c:pt idx="2626">
                  <c:v>0.25</c:v>
                </c:pt>
                <c:pt idx="2627">
                  <c:v>0.25</c:v>
                </c:pt>
                <c:pt idx="2628">
                  <c:v>0.25</c:v>
                </c:pt>
                <c:pt idx="2629">
                  <c:v>0.25</c:v>
                </c:pt>
                <c:pt idx="2630">
                  <c:v>0.25</c:v>
                </c:pt>
                <c:pt idx="2631">
                  <c:v>0.25</c:v>
                </c:pt>
                <c:pt idx="2632">
                  <c:v>0.25</c:v>
                </c:pt>
                <c:pt idx="2633">
                  <c:v>0.25</c:v>
                </c:pt>
                <c:pt idx="2634">
                  <c:v>0.25</c:v>
                </c:pt>
                <c:pt idx="2635">
                  <c:v>0.25</c:v>
                </c:pt>
                <c:pt idx="2636">
                  <c:v>0.25</c:v>
                </c:pt>
                <c:pt idx="2637">
                  <c:v>0.25</c:v>
                </c:pt>
                <c:pt idx="2638">
                  <c:v>0.25</c:v>
                </c:pt>
                <c:pt idx="2639">
                  <c:v>0.25</c:v>
                </c:pt>
                <c:pt idx="2640">
                  <c:v>0.25</c:v>
                </c:pt>
                <c:pt idx="2641">
                  <c:v>0.25</c:v>
                </c:pt>
                <c:pt idx="2642">
                  <c:v>0.25</c:v>
                </c:pt>
                <c:pt idx="2643">
                  <c:v>0.25</c:v>
                </c:pt>
                <c:pt idx="2644">
                  <c:v>0.25</c:v>
                </c:pt>
                <c:pt idx="2645">
                  <c:v>0.25</c:v>
                </c:pt>
                <c:pt idx="2646">
                  <c:v>0.25</c:v>
                </c:pt>
                <c:pt idx="2647">
                  <c:v>0.25</c:v>
                </c:pt>
                <c:pt idx="2648">
                  <c:v>0.25</c:v>
                </c:pt>
                <c:pt idx="2649">
                  <c:v>0.25</c:v>
                </c:pt>
                <c:pt idx="2650">
                  <c:v>0.25</c:v>
                </c:pt>
                <c:pt idx="2651">
                  <c:v>0.25</c:v>
                </c:pt>
                <c:pt idx="2652">
                  <c:v>0.25</c:v>
                </c:pt>
                <c:pt idx="2653">
                  <c:v>0.25</c:v>
                </c:pt>
                <c:pt idx="2654">
                  <c:v>0.25</c:v>
                </c:pt>
                <c:pt idx="2655">
                  <c:v>0.25</c:v>
                </c:pt>
                <c:pt idx="2656">
                  <c:v>0.25</c:v>
                </c:pt>
                <c:pt idx="2657">
                  <c:v>0.25</c:v>
                </c:pt>
                <c:pt idx="2658">
                  <c:v>0.25</c:v>
                </c:pt>
                <c:pt idx="2659">
                  <c:v>0.25</c:v>
                </c:pt>
                <c:pt idx="2660">
                  <c:v>0.25</c:v>
                </c:pt>
                <c:pt idx="2661">
                  <c:v>0.25</c:v>
                </c:pt>
                <c:pt idx="2662">
                  <c:v>0.25</c:v>
                </c:pt>
                <c:pt idx="2663">
                  <c:v>0.25</c:v>
                </c:pt>
                <c:pt idx="2664">
                  <c:v>0.25</c:v>
                </c:pt>
                <c:pt idx="2665">
                  <c:v>0.25</c:v>
                </c:pt>
                <c:pt idx="2666">
                  <c:v>0.25</c:v>
                </c:pt>
                <c:pt idx="2667">
                  <c:v>0.25</c:v>
                </c:pt>
                <c:pt idx="2668">
                  <c:v>0.25</c:v>
                </c:pt>
                <c:pt idx="2669">
                  <c:v>0.25</c:v>
                </c:pt>
                <c:pt idx="2670">
                  <c:v>0.25</c:v>
                </c:pt>
                <c:pt idx="2671">
                  <c:v>0.25</c:v>
                </c:pt>
                <c:pt idx="2672">
                  <c:v>0.25</c:v>
                </c:pt>
                <c:pt idx="2673">
                  <c:v>0.25</c:v>
                </c:pt>
                <c:pt idx="2674">
                  <c:v>0.25</c:v>
                </c:pt>
                <c:pt idx="2675">
                  <c:v>0.25</c:v>
                </c:pt>
                <c:pt idx="2676">
                  <c:v>0.25</c:v>
                </c:pt>
                <c:pt idx="2677">
                  <c:v>0.25</c:v>
                </c:pt>
                <c:pt idx="2678">
                  <c:v>0.25</c:v>
                </c:pt>
                <c:pt idx="2679">
                  <c:v>0.25</c:v>
                </c:pt>
                <c:pt idx="2680">
                  <c:v>0.25</c:v>
                </c:pt>
                <c:pt idx="2681">
                  <c:v>0.25</c:v>
                </c:pt>
                <c:pt idx="2682">
                  <c:v>0.25</c:v>
                </c:pt>
                <c:pt idx="2683">
                  <c:v>0.25</c:v>
                </c:pt>
                <c:pt idx="2684">
                  <c:v>0.25</c:v>
                </c:pt>
                <c:pt idx="2685">
                  <c:v>0.25</c:v>
                </c:pt>
                <c:pt idx="2686">
                  <c:v>0.25</c:v>
                </c:pt>
                <c:pt idx="2687">
                  <c:v>0.25</c:v>
                </c:pt>
                <c:pt idx="2688">
                  <c:v>0.25</c:v>
                </c:pt>
                <c:pt idx="2689">
                  <c:v>0.25</c:v>
                </c:pt>
                <c:pt idx="2690">
                  <c:v>0.25</c:v>
                </c:pt>
                <c:pt idx="2691">
                  <c:v>0.25</c:v>
                </c:pt>
                <c:pt idx="2692">
                  <c:v>0.25</c:v>
                </c:pt>
                <c:pt idx="2693">
                  <c:v>0.25</c:v>
                </c:pt>
                <c:pt idx="2694">
                  <c:v>0.25</c:v>
                </c:pt>
                <c:pt idx="2695">
                  <c:v>0.25</c:v>
                </c:pt>
                <c:pt idx="2696">
                  <c:v>0.25</c:v>
                </c:pt>
                <c:pt idx="2697">
                  <c:v>0.25</c:v>
                </c:pt>
                <c:pt idx="2698">
                  <c:v>0.25</c:v>
                </c:pt>
                <c:pt idx="2699">
                  <c:v>0.25</c:v>
                </c:pt>
                <c:pt idx="2700">
                  <c:v>0.25</c:v>
                </c:pt>
                <c:pt idx="2701">
                  <c:v>0.25</c:v>
                </c:pt>
                <c:pt idx="2702">
                  <c:v>0.25</c:v>
                </c:pt>
                <c:pt idx="2703">
                  <c:v>0.25</c:v>
                </c:pt>
                <c:pt idx="2704">
                  <c:v>0.25</c:v>
                </c:pt>
                <c:pt idx="2705">
                  <c:v>0.25</c:v>
                </c:pt>
                <c:pt idx="2706">
                  <c:v>0.25</c:v>
                </c:pt>
                <c:pt idx="2707">
                  <c:v>0.25</c:v>
                </c:pt>
                <c:pt idx="2708">
                  <c:v>0.25</c:v>
                </c:pt>
                <c:pt idx="2709">
                  <c:v>0.25</c:v>
                </c:pt>
                <c:pt idx="2710">
                  <c:v>0.25</c:v>
                </c:pt>
                <c:pt idx="2711">
                  <c:v>0.25</c:v>
                </c:pt>
                <c:pt idx="2712">
                  <c:v>0.25</c:v>
                </c:pt>
                <c:pt idx="2713">
                  <c:v>0.25</c:v>
                </c:pt>
                <c:pt idx="2714">
                  <c:v>0.25</c:v>
                </c:pt>
                <c:pt idx="2715">
                  <c:v>0.25</c:v>
                </c:pt>
                <c:pt idx="2716">
                  <c:v>0.25</c:v>
                </c:pt>
                <c:pt idx="2717">
                  <c:v>0.25</c:v>
                </c:pt>
                <c:pt idx="2718">
                  <c:v>0.25</c:v>
                </c:pt>
                <c:pt idx="2719">
                  <c:v>0.25</c:v>
                </c:pt>
                <c:pt idx="2720">
                  <c:v>0.25</c:v>
                </c:pt>
                <c:pt idx="2721">
                  <c:v>0.25</c:v>
                </c:pt>
                <c:pt idx="2722">
                  <c:v>0.25</c:v>
                </c:pt>
                <c:pt idx="2723">
                  <c:v>0.25</c:v>
                </c:pt>
                <c:pt idx="2724">
                  <c:v>0.25</c:v>
                </c:pt>
                <c:pt idx="2725">
                  <c:v>0.25</c:v>
                </c:pt>
                <c:pt idx="2726">
                  <c:v>0.25</c:v>
                </c:pt>
                <c:pt idx="2727">
                  <c:v>0.25</c:v>
                </c:pt>
                <c:pt idx="2728">
                  <c:v>0.25</c:v>
                </c:pt>
                <c:pt idx="2729">
                  <c:v>0.25</c:v>
                </c:pt>
                <c:pt idx="2730">
                  <c:v>0.25</c:v>
                </c:pt>
                <c:pt idx="2731">
                  <c:v>0.25</c:v>
                </c:pt>
                <c:pt idx="2732">
                  <c:v>0.25</c:v>
                </c:pt>
                <c:pt idx="2733">
                  <c:v>0.25</c:v>
                </c:pt>
                <c:pt idx="2734">
                  <c:v>0.25</c:v>
                </c:pt>
                <c:pt idx="2735">
                  <c:v>0.25</c:v>
                </c:pt>
                <c:pt idx="2736">
                  <c:v>0.25</c:v>
                </c:pt>
                <c:pt idx="2737">
                  <c:v>0.25</c:v>
                </c:pt>
                <c:pt idx="2738">
                  <c:v>0.25</c:v>
                </c:pt>
                <c:pt idx="2739">
                  <c:v>0.25</c:v>
                </c:pt>
                <c:pt idx="2740">
                  <c:v>0.25</c:v>
                </c:pt>
                <c:pt idx="2741">
                  <c:v>0.25</c:v>
                </c:pt>
                <c:pt idx="2742">
                  <c:v>0.25</c:v>
                </c:pt>
                <c:pt idx="2743">
                  <c:v>0.25</c:v>
                </c:pt>
                <c:pt idx="2744">
                  <c:v>0.25</c:v>
                </c:pt>
                <c:pt idx="2745">
                  <c:v>0.25</c:v>
                </c:pt>
                <c:pt idx="2746">
                  <c:v>0.25</c:v>
                </c:pt>
                <c:pt idx="2747">
                  <c:v>0.25</c:v>
                </c:pt>
                <c:pt idx="2748">
                  <c:v>0.25</c:v>
                </c:pt>
                <c:pt idx="2749">
                  <c:v>0.25</c:v>
                </c:pt>
                <c:pt idx="2750">
                  <c:v>0.25</c:v>
                </c:pt>
                <c:pt idx="2751">
                  <c:v>0.25</c:v>
                </c:pt>
                <c:pt idx="2752">
                  <c:v>0.25</c:v>
                </c:pt>
                <c:pt idx="2753">
                  <c:v>0.25</c:v>
                </c:pt>
                <c:pt idx="2754">
                  <c:v>0.25</c:v>
                </c:pt>
                <c:pt idx="2755">
                  <c:v>0.25</c:v>
                </c:pt>
                <c:pt idx="2756">
                  <c:v>0.25</c:v>
                </c:pt>
                <c:pt idx="2757">
                  <c:v>0.25</c:v>
                </c:pt>
                <c:pt idx="2758">
                  <c:v>0.25</c:v>
                </c:pt>
                <c:pt idx="2759">
                  <c:v>0.25</c:v>
                </c:pt>
                <c:pt idx="2760">
                  <c:v>0.25</c:v>
                </c:pt>
                <c:pt idx="2761">
                  <c:v>0.25</c:v>
                </c:pt>
                <c:pt idx="2762">
                  <c:v>0.25</c:v>
                </c:pt>
                <c:pt idx="2763">
                  <c:v>0.25</c:v>
                </c:pt>
                <c:pt idx="2764">
                  <c:v>0.25</c:v>
                </c:pt>
                <c:pt idx="2765">
                  <c:v>0.25</c:v>
                </c:pt>
                <c:pt idx="2766">
                  <c:v>0.25</c:v>
                </c:pt>
                <c:pt idx="2767">
                  <c:v>0.25</c:v>
                </c:pt>
                <c:pt idx="2768">
                  <c:v>0.25</c:v>
                </c:pt>
                <c:pt idx="2769">
                  <c:v>0.25</c:v>
                </c:pt>
                <c:pt idx="2770">
                  <c:v>0.25</c:v>
                </c:pt>
                <c:pt idx="2771">
                  <c:v>0.25</c:v>
                </c:pt>
                <c:pt idx="2772">
                  <c:v>0.25</c:v>
                </c:pt>
                <c:pt idx="2773">
                  <c:v>0.25</c:v>
                </c:pt>
                <c:pt idx="2774">
                  <c:v>0.25</c:v>
                </c:pt>
                <c:pt idx="2775">
                  <c:v>0.25</c:v>
                </c:pt>
                <c:pt idx="2776">
                  <c:v>0.25</c:v>
                </c:pt>
                <c:pt idx="2777">
                  <c:v>0.25</c:v>
                </c:pt>
                <c:pt idx="2778">
                  <c:v>0.25</c:v>
                </c:pt>
                <c:pt idx="2779">
                  <c:v>0.25</c:v>
                </c:pt>
                <c:pt idx="2780">
                  <c:v>0.25</c:v>
                </c:pt>
                <c:pt idx="2781">
                  <c:v>0.25</c:v>
                </c:pt>
                <c:pt idx="2782">
                  <c:v>0.25</c:v>
                </c:pt>
                <c:pt idx="2783">
                  <c:v>0.25</c:v>
                </c:pt>
                <c:pt idx="2784">
                  <c:v>0.25</c:v>
                </c:pt>
                <c:pt idx="2785">
                  <c:v>0.25</c:v>
                </c:pt>
                <c:pt idx="2786">
                  <c:v>0.25</c:v>
                </c:pt>
                <c:pt idx="2787">
                  <c:v>0.25</c:v>
                </c:pt>
                <c:pt idx="2788">
                  <c:v>0.25</c:v>
                </c:pt>
                <c:pt idx="2789">
                  <c:v>0.25</c:v>
                </c:pt>
                <c:pt idx="2790">
                  <c:v>0.25</c:v>
                </c:pt>
                <c:pt idx="2791">
                  <c:v>0.25</c:v>
                </c:pt>
                <c:pt idx="2792">
                  <c:v>0.25</c:v>
                </c:pt>
                <c:pt idx="2793">
                  <c:v>0.25</c:v>
                </c:pt>
                <c:pt idx="2794">
                  <c:v>0.25</c:v>
                </c:pt>
                <c:pt idx="2795">
                  <c:v>0.25</c:v>
                </c:pt>
                <c:pt idx="2796">
                  <c:v>0.25</c:v>
                </c:pt>
                <c:pt idx="2797">
                  <c:v>0.25</c:v>
                </c:pt>
                <c:pt idx="2798">
                  <c:v>0.25</c:v>
                </c:pt>
                <c:pt idx="2799">
                  <c:v>0.25</c:v>
                </c:pt>
                <c:pt idx="2800">
                  <c:v>0.25</c:v>
                </c:pt>
                <c:pt idx="2801">
                  <c:v>0.25</c:v>
                </c:pt>
                <c:pt idx="2802">
                  <c:v>0.25</c:v>
                </c:pt>
                <c:pt idx="2803">
                  <c:v>0.25</c:v>
                </c:pt>
                <c:pt idx="2804">
                  <c:v>0.25</c:v>
                </c:pt>
                <c:pt idx="2805">
                  <c:v>0.25</c:v>
                </c:pt>
                <c:pt idx="2806">
                  <c:v>0.25</c:v>
                </c:pt>
                <c:pt idx="2807">
                  <c:v>0.25</c:v>
                </c:pt>
                <c:pt idx="2808">
                  <c:v>0.25</c:v>
                </c:pt>
                <c:pt idx="2809">
                  <c:v>0.25</c:v>
                </c:pt>
                <c:pt idx="2810">
                  <c:v>0.25</c:v>
                </c:pt>
                <c:pt idx="2811">
                  <c:v>0.25</c:v>
                </c:pt>
                <c:pt idx="2812">
                  <c:v>0.25</c:v>
                </c:pt>
                <c:pt idx="2813">
                  <c:v>0.25</c:v>
                </c:pt>
                <c:pt idx="2814">
                  <c:v>0.25</c:v>
                </c:pt>
                <c:pt idx="2815">
                  <c:v>0.25</c:v>
                </c:pt>
                <c:pt idx="2816">
                  <c:v>0.25</c:v>
                </c:pt>
                <c:pt idx="2817">
                  <c:v>0.25</c:v>
                </c:pt>
                <c:pt idx="2818">
                  <c:v>0.25</c:v>
                </c:pt>
                <c:pt idx="2819">
                  <c:v>0.25</c:v>
                </c:pt>
                <c:pt idx="2820">
                  <c:v>0.25</c:v>
                </c:pt>
                <c:pt idx="2821">
                  <c:v>0.25</c:v>
                </c:pt>
                <c:pt idx="2822">
                  <c:v>0.25</c:v>
                </c:pt>
                <c:pt idx="2823">
                  <c:v>0.25</c:v>
                </c:pt>
                <c:pt idx="2824">
                  <c:v>0.25</c:v>
                </c:pt>
                <c:pt idx="2825">
                  <c:v>0.25</c:v>
                </c:pt>
                <c:pt idx="2826">
                  <c:v>0.25</c:v>
                </c:pt>
                <c:pt idx="2827">
                  <c:v>0.25</c:v>
                </c:pt>
                <c:pt idx="2828">
                  <c:v>0.25</c:v>
                </c:pt>
                <c:pt idx="2829">
                  <c:v>0.25</c:v>
                </c:pt>
                <c:pt idx="2830">
                  <c:v>0.25</c:v>
                </c:pt>
                <c:pt idx="2831">
                  <c:v>0.25</c:v>
                </c:pt>
                <c:pt idx="2832">
                  <c:v>0.25</c:v>
                </c:pt>
                <c:pt idx="2833">
                  <c:v>0.25</c:v>
                </c:pt>
                <c:pt idx="2834">
                  <c:v>0.25</c:v>
                </c:pt>
                <c:pt idx="2835">
                  <c:v>0.25</c:v>
                </c:pt>
                <c:pt idx="2836">
                  <c:v>0.25</c:v>
                </c:pt>
                <c:pt idx="2837">
                  <c:v>0.25</c:v>
                </c:pt>
                <c:pt idx="2838">
                  <c:v>0.25</c:v>
                </c:pt>
                <c:pt idx="2839">
                  <c:v>0.25</c:v>
                </c:pt>
                <c:pt idx="2840">
                  <c:v>0.25</c:v>
                </c:pt>
                <c:pt idx="2841">
                  <c:v>0.25</c:v>
                </c:pt>
                <c:pt idx="2842">
                  <c:v>0.25</c:v>
                </c:pt>
                <c:pt idx="2843">
                  <c:v>0.25</c:v>
                </c:pt>
                <c:pt idx="2844">
                  <c:v>0.25</c:v>
                </c:pt>
                <c:pt idx="2845">
                  <c:v>0.25</c:v>
                </c:pt>
                <c:pt idx="2846">
                  <c:v>0.25</c:v>
                </c:pt>
                <c:pt idx="2847">
                  <c:v>0.25</c:v>
                </c:pt>
                <c:pt idx="2848">
                  <c:v>0.25</c:v>
                </c:pt>
                <c:pt idx="2849">
                  <c:v>0.25</c:v>
                </c:pt>
                <c:pt idx="2850">
                  <c:v>0.25</c:v>
                </c:pt>
                <c:pt idx="2851">
                  <c:v>0.25</c:v>
                </c:pt>
                <c:pt idx="2852">
                  <c:v>0.25</c:v>
                </c:pt>
                <c:pt idx="2853">
                  <c:v>0.25</c:v>
                </c:pt>
                <c:pt idx="2854">
                  <c:v>0.25</c:v>
                </c:pt>
                <c:pt idx="2855">
                  <c:v>0.25</c:v>
                </c:pt>
                <c:pt idx="2856">
                  <c:v>0.25</c:v>
                </c:pt>
                <c:pt idx="2857">
                  <c:v>0.25</c:v>
                </c:pt>
                <c:pt idx="2858">
                  <c:v>0.25</c:v>
                </c:pt>
                <c:pt idx="2859">
                  <c:v>0.25</c:v>
                </c:pt>
                <c:pt idx="2860">
                  <c:v>0.25</c:v>
                </c:pt>
                <c:pt idx="2861">
                  <c:v>0.25</c:v>
                </c:pt>
                <c:pt idx="2862">
                  <c:v>0.25</c:v>
                </c:pt>
                <c:pt idx="2863">
                  <c:v>0.25</c:v>
                </c:pt>
                <c:pt idx="2864">
                  <c:v>0.25</c:v>
                </c:pt>
                <c:pt idx="2865">
                  <c:v>0.25</c:v>
                </c:pt>
                <c:pt idx="2866">
                  <c:v>0.25</c:v>
                </c:pt>
                <c:pt idx="2867">
                  <c:v>0.25</c:v>
                </c:pt>
                <c:pt idx="2868">
                  <c:v>0.25</c:v>
                </c:pt>
                <c:pt idx="2869">
                  <c:v>0.25</c:v>
                </c:pt>
                <c:pt idx="2870">
                  <c:v>0.25</c:v>
                </c:pt>
                <c:pt idx="2871">
                  <c:v>0.25</c:v>
                </c:pt>
                <c:pt idx="2872">
                  <c:v>0.25</c:v>
                </c:pt>
                <c:pt idx="2873">
                  <c:v>0.25</c:v>
                </c:pt>
                <c:pt idx="2874">
                  <c:v>0.25</c:v>
                </c:pt>
                <c:pt idx="2875">
                  <c:v>0.25</c:v>
                </c:pt>
                <c:pt idx="2876">
                  <c:v>0.25</c:v>
                </c:pt>
                <c:pt idx="2877">
                  <c:v>0.25</c:v>
                </c:pt>
                <c:pt idx="2878">
                  <c:v>0.25</c:v>
                </c:pt>
                <c:pt idx="2879">
                  <c:v>0.25</c:v>
                </c:pt>
                <c:pt idx="2880">
                  <c:v>0.25</c:v>
                </c:pt>
                <c:pt idx="2881">
                  <c:v>0.25</c:v>
                </c:pt>
                <c:pt idx="2882">
                  <c:v>0.25</c:v>
                </c:pt>
                <c:pt idx="2883">
                  <c:v>0.25</c:v>
                </c:pt>
                <c:pt idx="2884">
                  <c:v>0.25</c:v>
                </c:pt>
                <c:pt idx="2885">
                  <c:v>0.25</c:v>
                </c:pt>
                <c:pt idx="2886">
                  <c:v>0.25</c:v>
                </c:pt>
                <c:pt idx="2887">
                  <c:v>0.25</c:v>
                </c:pt>
                <c:pt idx="2888">
                  <c:v>0.25</c:v>
                </c:pt>
                <c:pt idx="2889">
                  <c:v>0.25</c:v>
                </c:pt>
                <c:pt idx="2890">
                  <c:v>0.25</c:v>
                </c:pt>
                <c:pt idx="2891">
                  <c:v>0.25</c:v>
                </c:pt>
                <c:pt idx="2892">
                  <c:v>0.25</c:v>
                </c:pt>
                <c:pt idx="2893">
                  <c:v>0.25</c:v>
                </c:pt>
                <c:pt idx="2894">
                  <c:v>0.25</c:v>
                </c:pt>
                <c:pt idx="2895">
                  <c:v>0.25</c:v>
                </c:pt>
                <c:pt idx="2896">
                  <c:v>0.25</c:v>
                </c:pt>
                <c:pt idx="2897">
                  <c:v>0.25</c:v>
                </c:pt>
                <c:pt idx="2898">
                  <c:v>0.25</c:v>
                </c:pt>
                <c:pt idx="2899">
                  <c:v>0.25</c:v>
                </c:pt>
                <c:pt idx="2900">
                  <c:v>0.25</c:v>
                </c:pt>
                <c:pt idx="2901">
                  <c:v>0.25</c:v>
                </c:pt>
                <c:pt idx="2902">
                  <c:v>0.25</c:v>
                </c:pt>
                <c:pt idx="2903">
                  <c:v>0.25</c:v>
                </c:pt>
                <c:pt idx="2904">
                  <c:v>0.25</c:v>
                </c:pt>
                <c:pt idx="2905">
                  <c:v>0.25</c:v>
                </c:pt>
                <c:pt idx="2906">
                  <c:v>0.25</c:v>
                </c:pt>
                <c:pt idx="2907">
                  <c:v>0.25</c:v>
                </c:pt>
                <c:pt idx="2908">
                  <c:v>0.25</c:v>
                </c:pt>
                <c:pt idx="2909">
                  <c:v>0.25</c:v>
                </c:pt>
                <c:pt idx="2910">
                  <c:v>0.25</c:v>
                </c:pt>
                <c:pt idx="2911">
                  <c:v>0.25</c:v>
                </c:pt>
                <c:pt idx="2912">
                  <c:v>0.25</c:v>
                </c:pt>
                <c:pt idx="2913">
                  <c:v>0.25</c:v>
                </c:pt>
                <c:pt idx="2914">
                  <c:v>0.25</c:v>
                </c:pt>
                <c:pt idx="2915">
                  <c:v>0.25</c:v>
                </c:pt>
                <c:pt idx="2916">
                  <c:v>0.25</c:v>
                </c:pt>
                <c:pt idx="2917">
                  <c:v>0.25</c:v>
                </c:pt>
                <c:pt idx="2918">
                  <c:v>0.25</c:v>
                </c:pt>
                <c:pt idx="2919">
                  <c:v>0.25</c:v>
                </c:pt>
                <c:pt idx="2920">
                  <c:v>0.25</c:v>
                </c:pt>
                <c:pt idx="2921">
                  <c:v>0.25</c:v>
                </c:pt>
                <c:pt idx="2922">
                  <c:v>0.25</c:v>
                </c:pt>
                <c:pt idx="2923">
                  <c:v>0.25</c:v>
                </c:pt>
                <c:pt idx="2924">
                  <c:v>0.25</c:v>
                </c:pt>
                <c:pt idx="2925">
                  <c:v>0.25</c:v>
                </c:pt>
                <c:pt idx="2926">
                  <c:v>0.25</c:v>
                </c:pt>
                <c:pt idx="2927">
                  <c:v>0.25</c:v>
                </c:pt>
                <c:pt idx="2928">
                  <c:v>0.25</c:v>
                </c:pt>
                <c:pt idx="2929">
                  <c:v>0.25</c:v>
                </c:pt>
                <c:pt idx="2930">
                  <c:v>0.25</c:v>
                </c:pt>
                <c:pt idx="2931">
                  <c:v>0.25</c:v>
                </c:pt>
                <c:pt idx="2932">
                  <c:v>0.25</c:v>
                </c:pt>
                <c:pt idx="2933">
                  <c:v>0.25</c:v>
                </c:pt>
                <c:pt idx="2934">
                  <c:v>0.25</c:v>
                </c:pt>
                <c:pt idx="2935">
                  <c:v>0.25</c:v>
                </c:pt>
                <c:pt idx="2936">
                  <c:v>0.25</c:v>
                </c:pt>
                <c:pt idx="2937">
                  <c:v>0.25</c:v>
                </c:pt>
                <c:pt idx="2938">
                  <c:v>0.5</c:v>
                </c:pt>
                <c:pt idx="2939">
                  <c:v>0.5</c:v>
                </c:pt>
                <c:pt idx="2940">
                  <c:v>0.5</c:v>
                </c:pt>
                <c:pt idx="2941">
                  <c:v>0.5</c:v>
                </c:pt>
                <c:pt idx="2942">
                  <c:v>0.5</c:v>
                </c:pt>
                <c:pt idx="2943">
                  <c:v>0.5</c:v>
                </c:pt>
                <c:pt idx="2944">
                  <c:v>0.5</c:v>
                </c:pt>
                <c:pt idx="2945">
                  <c:v>0.5</c:v>
                </c:pt>
                <c:pt idx="2946">
                  <c:v>0.5</c:v>
                </c:pt>
                <c:pt idx="2947">
                  <c:v>0.5</c:v>
                </c:pt>
                <c:pt idx="2948">
                  <c:v>0.5</c:v>
                </c:pt>
                <c:pt idx="2949">
                  <c:v>0.5</c:v>
                </c:pt>
                <c:pt idx="2950">
                  <c:v>0.5</c:v>
                </c:pt>
                <c:pt idx="2951">
                  <c:v>0.5</c:v>
                </c:pt>
                <c:pt idx="2952">
                  <c:v>0.5</c:v>
                </c:pt>
                <c:pt idx="2953">
                  <c:v>0.5</c:v>
                </c:pt>
                <c:pt idx="2954">
                  <c:v>0.5</c:v>
                </c:pt>
                <c:pt idx="2955">
                  <c:v>0.5</c:v>
                </c:pt>
                <c:pt idx="2956">
                  <c:v>0.5</c:v>
                </c:pt>
                <c:pt idx="2957">
                  <c:v>0.5</c:v>
                </c:pt>
                <c:pt idx="2958">
                  <c:v>0.5</c:v>
                </c:pt>
                <c:pt idx="2959">
                  <c:v>0.5</c:v>
                </c:pt>
                <c:pt idx="2960">
                  <c:v>0.5</c:v>
                </c:pt>
                <c:pt idx="2961">
                  <c:v>0.5</c:v>
                </c:pt>
                <c:pt idx="2962">
                  <c:v>0.5</c:v>
                </c:pt>
                <c:pt idx="2963">
                  <c:v>0.5</c:v>
                </c:pt>
                <c:pt idx="2964">
                  <c:v>0.5</c:v>
                </c:pt>
                <c:pt idx="2965">
                  <c:v>0.5</c:v>
                </c:pt>
                <c:pt idx="2966">
                  <c:v>0.5</c:v>
                </c:pt>
                <c:pt idx="2967">
                  <c:v>0.5</c:v>
                </c:pt>
                <c:pt idx="2968">
                  <c:v>0.5</c:v>
                </c:pt>
                <c:pt idx="2969">
                  <c:v>0.5</c:v>
                </c:pt>
                <c:pt idx="2970">
                  <c:v>0.5</c:v>
                </c:pt>
                <c:pt idx="2971">
                  <c:v>0.5</c:v>
                </c:pt>
                <c:pt idx="2972">
                  <c:v>0.5</c:v>
                </c:pt>
                <c:pt idx="2973">
                  <c:v>0.5</c:v>
                </c:pt>
                <c:pt idx="2974">
                  <c:v>0.5</c:v>
                </c:pt>
                <c:pt idx="2975">
                  <c:v>0.5</c:v>
                </c:pt>
                <c:pt idx="2976">
                  <c:v>0.5</c:v>
                </c:pt>
                <c:pt idx="2977">
                  <c:v>0.5</c:v>
                </c:pt>
                <c:pt idx="2978">
                  <c:v>0.5</c:v>
                </c:pt>
                <c:pt idx="2979">
                  <c:v>0.5</c:v>
                </c:pt>
                <c:pt idx="2980">
                  <c:v>0.5</c:v>
                </c:pt>
                <c:pt idx="2981">
                  <c:v>0.5</c:v>
                </c:pt>
                <c:pt idx="2982">
                  <c:v>0.5</c:v>
                </c:pt>
                <c:pt idx="2983">
                  <c:v>0.5</c:v>
                </c:pt>
                <c:pt idx="2984">
                  <c:v>0.5</c:v>
                </c:pt>
                <c:pt idx="2985">
                  <c:v>0.5</c:v>
                </c:pt>
                <c:pt idx="2986">
                  <c:v>0.5</c:v>
                </c:pt>
                <c:pt idx="2987">
                  <c:v>0.5</c:v>
                </c:pt>
                <c:pt idx="2988">
                  <c:v>0.5</c:v>
                </c:pt>
                <c:pt idx="2989">
                  <c:v>0.5</c:v>
                </c:pt>
                <c:pt idx="2990">
                  <c:v>0.5</c:v>
                </c:pt>
                <c:pt idx="2991">
                  <c:v>0.5</c:v>
                </c:pt>
                <c:pt idx="2992">
                  <c:v>0.5</c:v>
                </c:pt>
                <c:pt idx="2993">
                  <c:v>0.5</c:v>
                </c:pt>
                <c:pt idx="2994">
                  <c:v>0.5</c:v>
                </c:pt>
                <c:pt idx="2995">
                  <c:v>0.5</c:v>
                </c:pt>
                <c:pt idx="2996">
                  <c:v>0.5</c:v>
                </c:pt>
                <c:pt idx="2997">
                  <c:v>0.5</c:v>
                </c:pt>
                <c:pt idx="2998">
                  <c:v>0.5</c:v>
                </c:pt>
                <c:pt idx="2999">
                  <c:v>0.5</c:v>
                </c:pt>
                <c:pt idx="3000">
                  <c:v>0.5</c:v>
                </c:pt>
                <c:pt idx="3001">
                  <c:v>0.5</c:v>
                </c:pt>
                <c:pt idx="3002">
                  <c:v>0.5</c:v>
                </c:pt>
                <c:pt idx="3003">
                  <c:v>0.75</c:v>
                </c:pt>
                <c:pt idx="3004">
                  <c:v>0.75</c:v>
                </c:pt>
                <c:pt idx="3005">
                  <c:v>0.75</c:v>
                </c:pt>
                <c:pt idx="3006">
                  <c:v>0.75</c:v>
                </c:pt>
                <c:pt idx="3007">
                  <c:v>0.75</c:v>
                </c:pt>
                <c:pt idx="3008">
                  <c:v>0.75</c:v>
                </c:pt>
                <c:pt idx="3009">
                  <c:v>0.75</c:v>
                </c:pt>
                <c:pt idx="3010">
                  <c:v>0.75</c:v>
                </c:pt>
                <c:pt idx="3011">
                  <c:v>0.75</c:v>
                </c:pt>
                <c:pt idx="3012">
                  <c:v>0.75</c:v>
                </c:pt>
                <c:pt idx="3013">
                  <c:v>0.75</c:v>
                </c:pt>
                <c:pt idx="3014">
                  <c:v>0.75</c:v>
                </c:pt>
                <c:pt idx="3015">
                  <c:v>0.75</c:v>
                </c:pt>
                <c:pt idx="3016">
                  <c:v>0.75</c:v>
                </c:pt>
                <c:pt idx="3017">
                  <c:v>0.75</c:v>
                </c:pt>
                <c:pt idx="3018">
                  <c:v>0.75</c:v>
                </c:pt>
                <c:pt idx="3019">
                  <c:v>0.75</c:v>
                </c:pt>
                <c:pt idx="3020">
                  <c:v>0.75</c:v>
                </c:pt>
                <c:pt idx="3021">
                  <c:v>0.75</c:v>
                </c:pt>
                <c:pt idx="3022">
                  <c:v>0.75</c:v>
                </c:pt>
                <c:pt idx="3023">
                  <c:v>0.75</c:v>
                </c:pt>
                <c:pt idx="3024">
                  <c:v>0.75</c:v>
                </c:pt>
                <c:pt idx="3025">
                  <c:v>0.75</c:v>
                </c:pt>
                <c:pt idx="3026">
                  <c:v>0.75</c:v>
                </c:pt>
                <c:pt idx="3027">
                  <c:v>0.75</c:v>
                </c:pt>
                <c:pt idx="3028">
                  <c:v>0.75</c:v>
                </c:pt>
                <c:pt idx="3029">
                  <c:v>0.75</c:v>
                </c:pt>
                <c:pt idx="3030">
                  <c:v>0.75</c:v>
                </c:pt>
                <c:pt idx="3031">
                  <c:v>0.75</c:v>
                </c:pt>
                <c:pt idx="3032">
                  <c:v>0.75</c:v>
                </c:pt>
                <c:pt idx="3033">
                  <c:v>0.75</c:v>
                </c:pt>
                <c:pt idx="3034">
                  <c:v>0.75</c:v>
                </c:pt>
                <c:pt idx="3035">
                  <c:v>0.75</c:v>
                </c:pt>
                <c:pt idx="3036">
                  <c:v>0.75</c:v>
                </c:pt>
                <c:pt idx="3037">
                  <c:v>0.75</c:v>
                </c:pt>
                <c:pt idx="3038">
                  <c:v>0.75</c:v>
                </c:pt>
                <c:pt idx="3039">
                  <c:v>0.75</c:v>
                </c:pt>
                <c:pt idx="3040">
                  <c:v>0.75</c:v>
                </c:pt>
                <c:pt idx="3041">
                  <c:v>0.75</c:v>
                </c:pt>
                <c:pt idx="3042">
                  <c:v>0.75</c:v>
                </c:pt>
                <c:pt idx="3043">
                  <c:v>0.75</c:v>
                </c:pt>
                <c:pt idx="3044">
                  <c:v>0.75</c:v>
                </c:pt>
                <c:pt idx="3045">
                  <c:v>0.75</c:v>
                </c:pt>
                <c:pt idx="3046">
                  <c:v>0.75</c:v>
                </c:pt>
                <c:pt idx="3047">
                  <c:v>0.75</c:v>
                </c:pt>
                <c:pt idx="3048">
                  <c:v>0.75</c:v>
                </c:pt>
                <c:pt idx="3049">
                  <c:v>0.75</c:v>
                </c:pt>
                <c:pt idx="3050">
                  <c:v>0.75</c:v>
                </c:pt>
                <c:pt idx="3051">
                  <c:v>0.75</c:v>
                </c:pt>
                <c:pt idx="3052">
                  <c:v>0.75</c:v>
                </c:pt>
                <c:pt idx="3053">
                  <c:v>0.75</c:v>
                </c:pt>
                <c:pt idx="3054">
                  <c:v>0.75</c:v>
                </c:pt>
                <c:pt idx="3055">
                  <c:v>0.75</c:v>
                </c:pt>
                <c:pt idx="3056">
                  <c:v>0.75</c:v>
                </c:pt>
                <c:pt idx="3057">
                  <c:v>0.75</c:v>
                </c:pt>
                <c:pt idx="3058">
                  <c:v>0.75</c:v>
                </c:pt>
                <c:pt idx="3059">
                  <c:v>0.75</c:v>
                </c:pt>
                <c:pt idx="3060">
                  <c:v>0.75</c:v>
                </c:pt>
                <c:pt idx="3061">
                  <c:v>0.75</c:v>
                </c:pt>
                <c:pt idx="3062">
                  <c:v>0.75</c:v>
                </c:pt>
                <c:pt idx="3063">
                  <c:v>0.75</c:v>
                </c:pt>
                <c:pt idx="3064">
                  <c:v>0.75</c:v>
                </c:pt>
                <c:pt idx="3065">
                  <c:v>0.75</c:v>
                </c:pt>
                <c:pt idx="3066">
                  <c:v>0.75</c:v>
                </c:pt>
                <c:pt idx="3067">
                  <c:v>0.75</c:v>
                </c:pt>
                <c:pt idx="3068">
                  <c:v>0.75</c:v>
                </c:pt>
                <c:pt idx="3069">
                  <c:v>0.75</c:v>
                </c:pt>
                <c:pt idx="3070">
                  <c:v>0.75</c:v>
                </c:pt>
                <c:pt idx="3071">
                  <c:v>0.75</c:v>
                </c:pt>
                <c:pt idx="3072">
                  <c:v>0.75</c:v>
                </c:pt>
                <c:pt idx="3073">
                  <c:v>0.75</c:v>
                </c:pt>
                <c:pt idx="3074">
                  <c:v>0.75</c:v>
                </c:pt>
                <c:pt idx="3075">
                  <c:v>0.75</c:v>
                </c:pt>
                <c:pt idx="3076">
                  <c:v>0.75</c:v>
                </c:pt>
                <c:pt idx="3077">
                  <c:v>0.75</c:v>
                </c:pt>
                <c:pt idx="3078">
                  <c:v>0.75</c:v>
                </c:pt>
                <c:pt idx="3079">
                  <c:v>0.75</c:v>
                </c:pt>
                <c:pt idx="3080">
                  <c:v>0.75</c:v>
                </c:pt>
                <c:pt idx="3081">
                  <c:v>0.75</c:v>
                </c:pt>
                <c:pt idx="3082">
                  <c:v>0.75</c:v>
                </c:pt>
                <c:pt idx="3083">
                  <c:v>0.75</c:v>
                </c:pt>
                <c:pt idx="3084">
                  <c:v>0.75</c:v>
                </c:pt>
                <c:pt idx="3085">
                  <c:v>0.75</c:v>
                </c:pt>
                <c:pt idx="3086">
                  <c:v>0.75</c:v>
                </c:pt>
                <c:pt idx="3087">
                  <c:v>0.75</c:v>
                </c:pt>
                <c:pt idx="3088">
                  <c:v>0.75</c:v>
                </c:pt>
                <c:pt idx="3089">
                  <c:v>0.5</c:v>
                </c:pt>
                <c:pt idx="3090">
                  <c:v>0.5</c:v>
                </c:pt>
                <c:pt idx="3091">
                  <c:v>0.5</c:v>
                </c:pt>
                <c:pt idx="3092">
                  <c:v>0.5</c:v>
                </c:pt>
                <c:pt idx="3093">
                  <c:v>0.5</c:v>
                </c:pt>
                <c:pt idx="3094">
                  <c:v>0.5</c:v>
                </c:pt>
                <c:pt idx="3095">
                  <c:v>0.5</c:v>
                </c:pt>
                <c:pt idx="3096">
                  <c:v>0.5</c:v>
                </c:pt>
                <c:pt idx="3097">
                  <c:v>0.5</c:v>
                </c:pt>
                <c:pt idx="3098">
                  <c:v>0.5</c:v>
                </c:pt>
                <c:pt idx="3099">
                  <c:v>0.5</c:v>
                </c:pt>
                <c:pt idx="3100">
                  <c:v>0.5</c:v>
                </c:pt>
                <c:pt idx="3101">
                  <c:v>0.5</c:v>
                </c:pt>
                <c:pt idx="3102">
                  <c:v>0.5</c:v>
                </c:pt>
                <c:pt idx="3103">
                  <c:v>0.5</c:v>
                </c:pt>
                <c:pt idx="3104">
                  <c:v>0.5</c:v>
                </c:pt>
                <c:pt idx="3105">
                  <c:v>0.5</c:v>
                </c:pt>
                <c:pt idx="3106">
                  <c:v>0.5</c:v>
                </c:pt>
                <c:pt idx="3107">
                  <c:v>0.5</c:v>
                </c:pt>
                <c:pt idx="3108">
                  <c:v>0.5</c:v>
                </c:pt>
                <c:pt idx="3109">
                  <c:v>0.5</c:v>
                </c:pt>
                <c:pt idx="3110">
                  <c:v>0.5</c:v>
                </c:pt>
                <c:pt idx="3111">
                  <c:v>0.5</c:v>
                </c:pt>
                <c:pt idx="3112">
                  <c:v>0.5</c:v>
                </c:pt>
                <c:pt idx="3113">
                  <c:v>0.25</c:v>
                </c:pt>
                <c:pt idx="3114">
                  <c:v>0.25</c:v>
                </c:pt>
                <c:pt idx="3115">
                  <c:v>0.25</c:v>
                </c:pt>
                <c:pt idx="3116">
                  <c:v>0.25</c:v>
                </c:pt>
                <c:pt idx="3117">
                  <c:v>0.25</c:v>
                </c:pt>
                <c:pt idx="3118">
                  <c:v>0.25</c:v>
                </c:pt>
                <c:pt idx="3119">
                  <c:v>0.25</c:v>
                </c:pt>
                <c:pt idx="3120">
                  <c:v>0.25</c:v>
                </c:pt>
                <c:pt idx="3121">
                  <c:v>0.25</c:v>
                </c:pt>
                <c:pt idx="3122">
                  <c:v>0.25</c:v>
                </c:pt>
                <c:pt idx="3123">
                  <c:v>0.25</c:v>
                </c:pt>
                <c:pt idx="3124">
                  <c:v>0.25</c:v>
                </c:pt>
                <c:pt idx="3125">
                  <c:v>0.25</c:v>
                </c:pt>
                <c:pt idx="3126">
                  <c:v>0.25</c:v>
                </c:pt>
                <c:pt idx="3127">
                  <c:v>0.25</c:v>
                </c:pt>
                <c:pt idx="3128">
                  <c:v>0.25</c:v>
                </c:pt>
                <c:pt idx="3129">
                  <c:v>0.25</c:v>
                </c:pt>
                <c:pt idx="3130">
                  <c:v>0.25</c:v>
                </c:pt>
                <c:pt idx="3131">
                  <c:v>0.25</c:v>
                </c:pt>
                <c:pt idx="3132">
                  <c:v>0.25</c:v>
                </c:pt>
                <c:pt idx="3133">
                  <c:v>0.25</c:v>
                </c:pt>
                <c:pt idx="3134">
                  <c:v>0.25</c:v>
                </c:pt>
                <c:pt idx="3135">
                  <c:v>0.25</c:v>
                </c:pt>
                <c:pt idx="3136">
                  <c:v>0.25</c:v>
                </c:pt>
                <c:pt idx="3137">
                  <c:v>0.25</c:v>
                </c:pt>
                <c:pt idx="3138">
                  <c:v>0.25</c:v>
                </c:pt>
                <c:pt idx="3139">
                  <c:v>0.25</c:v>
                </c:pt>
                <c:pt idx="3140">
                  <c:v>0.25</c:v>
                </c:pt>
                <c:pt idx="3141">
                  <c:v>0.25</c:v>
                </c:pt>
                <c:pt idx="3142">
                  <c:v>0.25</c:v>
                </c:pt>
                <c:pt idx="3143">
                  <c:v>0.25</c:v>
                </c:pt>
                <c:pt idx="3144">
                  <c:v>0.25</c:v>
                </c:pt>
                <c:pt idx="3145">
                  <c:v>0.25</c:v>
                </c:pt>
                <c:pt idx="3146">
                  <c:v>0.25</c:v>
                </c:pt>
                <c:pt idx="3147">
                  <c:v>0.25</c:v>
                </c:pt>
                <c:pt idx="3148">
                  <c:v>0.25</c:v>
                </c:pt>
                <c:pt idx="3149">
                  <c:v>0.25</c:v>
                </c:pt>
                <c:pt idx="3150">
                  <c:v>0.25</c:v>
                </c:pt>
                <c:pt idx="3151">
                  <c:v>0.25</c:v>
                </c:pt>
                <c:pt idx="3152">
                  <c:v>0.25</c:v>
                </c:pt>
                <c:pt idx="3153">
                  <c:v>0.25</c:v>
                </c:pt>
                <c:pt idx="3154">
                  <c:v>0.25</c:v>
                </c:pt>
                <c:pt idx="3155">
                  <c:v>0.25</c:v>
                </c:pt>
                <c:pt idx="3156">
                  <c:v>0.25</c:v>
                </c:pt>
                <c:pt idx="3157">
                  <c:v>0.25</c:v>
                </c:pt>
                <c:pt idx="3158">
                  <c:v>0.25</c:v>
                </c:pt>
                <c:pt idx="3159">
                  <c:v>0.25</c:v>
                </c:pt>
                <c:pt idx="3160">
                  <c:v>0.25</c:v>
                </c:pt>
                <c:pt idx="3161">
                  <c:v>0.25</c:v>
                </c:pt>
                <c:pt idx="3162">
                  <c:v>0.25</c:v>
                </c:pt>
                <c:pt idx="3163">
                  <c:v>0.25</c:v>
                </c:pt>
                <c:pt idx="3164">
                  <c:v>0.25</c:v>
                </c:pt>
                <c:pt idx="3165">
                  <c:v>0.25</c:v>
                </c:pt>
                <c:pt idx="3166">
                  <c:v>0.25</c:v>
                </c:pt>
                <c:pt idx="3167">
                  <c:v>0.25</c:v>
                </c:pt>
                <c:pt idx="3168">
                  <c:v>0.25</c:v>
                </c:pt>
                <c:pt idx="3169">
                  <c:v>0.25</c:v>
                </c:pt>
                <c:pt idx="3170">
                  <c:v>0.25</c:v>
                </c:pt>
                <c:pt idx="3171">
                  <c:v>0.25</c:v>
                </c:pt>
                <c:pt idx="3172">
                  <c:v>0.25</c:v>
                </c:pt>
                <c:pt idx="3173">
                  <c:v>0.25</c:v>
                </c:pt>
                <c:pt idx="3174">
                  <c:v>0.25</c:v>
                </c:pt>
                <c:pt idx="3175">
                  <c:v>0.25</c:v>
                </c:pt>
                <c:pt idx="3176">
                  <c:v>0.25</c:v>
                </c:pt>
                <c:pt idx="3177">
                  <c:v>0.25</c:v>
                </c:pt>
                <c:pt idx="3178">
                  <c:v>0.25</c:v>
                </c:pt>
                <c:pt idx="3179">
                  <c:v>0.25</c:v>
                </c:pt>
                <c:pt idx="3180">
                  <c:v>0.25</c:v>
                </c:pt>
                <c:pt idx="3181">
                  <c:v>0.25</c:v>
                </c:pt>
                <c:pt idx="3182">
                  <c:v>0.25</c:v>
                </c:pt>
                <c:pt idx="3183">
                  <c:v>0.25</c:v>
                </c:pt>
                <c:pt idx="3184">
                  <c:v>0.25</c:v>
                </c:pt>
                <c:pt idx="3185">
                  <c:v>0.25</c:v>
                </c:pt>
                <c:pt idx="3186">
                  <c:v>0.25</c:v>
                </c:pt>
                <c:pt idx="3187">
                  <c:v>0.25</c:v>
                </c:pt>
                <c:pt idx="3188">
                  <c:v>0.25</c:v>
                </c:pt>
                <c:pt idx="3189">
                  <c:v>0.25</c:v>
                </c:pt>
                <c:pt idx="3190">
                  <c:v>0.25</c:v>
                </c:pt>
                <c:pt idx="3191">
                  <c:v>0.25</c:v>
                </c:pt>
                <c:pt idx="3192">
                  <c:v>0.25</c:v>
                </c:pt>
                <c:pt idx="3193">
                  <c:v>0.25</c:v>
                </c:pt>
                <c:pt idx="3194">
                  <c:v>0.25</c:v>
                </c:pt>
                <c:pt idx="3195">
                  <c:v>0.25</c:v>
                </c:pt>
                <c:pt idx="3196">
                  <c:v>0.25</c:v>
                </c:pt>
                <c:pt idx="3197">
                  <c:v>0.25</c:v>
                </c:pt>
                <c:pt idx="3198">
                  <c:v>0.25</c:v>
                </c:pt>
                <c:pt idx="3199">
                  <c:v>0.25</c:v>
                </c:pt>
                <c:pt idx="3200">
                  <c:v>0.25</c:v>
                </c:pt>
                <c:pt idx="3201">
                  <c:v>0.25</c:v>
                </c:pt>
                <c:pt idx="3202">
                  <c:v>0.25</c:v>
                </c:pt>
                <c:pt idx="3203">
                  <c:v>0.25</c:v>
                </c:pt>
                <c:pt idx="3204">
                  <c:v>0.25</c:v>
                </c:pt>
                <c:pt idx="3205">
                  <c:v>0.25</c:v>
                </c:pt>
                <c:pt idx="3206">
                  <c:v>0.25</c:v>
                </c:pt>
                <c:pt idx="3207">
                  <c:v>0.25</c:v>
                </c:pt>
                <c:pt idx="3208">
                  <c:v>0.25</c:v>
                </c:pt>
                <c:pt idx="3209">
                  <c:v>0.25</c:v>
                </c:pt>
                <c:pt idx="3210">
                  <c:v>0.25</c:v>
                </c:pt>
                <c:pt idx="3211">
                  <c:v>0.25</c:v>
                </c:pt>
                <c:pt idx="3212">
                  <c:v>0.25</c:v>
                </c:pt>
                <c:pt idx="3213">
                  <c:v>0.25</c:v>
                </c:pt>
                <c:pt idx="3214">
                  <c:v>0.25</c:v>
                </c:pt>
                <c:pt idx="3215">
                  <c:v>0.25</c:v>
                </c:pt>
                <c:pt idx="3216">
                  <c:v>0.25</c:v>
                </c:pt>
                <c:pt idx="3217">
                  <c:v>0.25</c:v>
                </c:pt>
                <c:pt idx="3218">
                  <c:v>0.25</c:v>
                </c:pt>
                <c:pt idx="3219">
                  <c:v>0.25</c:v>
                </c:pt>
                <c:pt idx="3220">
                  <c:v>0.25</c:v>
                </c:pt>
                <c:pt idx="3221">
                  <c:v>0.25</c:v>
                </c:pt>
                <c:pt idx="3222">
                  <c:v>0.25</c:v>
                </c:pt>
                <c:pt idx="3223">
                  <c:v>0.25</c:v>
                </c:pt>
                <c:pt idx="3224">
                  <c:v>0.25</c:v>
                </c:pt>
                <c:pt idx="3225">
                  <c:v>0.25</c:v>
                </c:pt>
                <c:pt idx="3226">
                  <c:v>0.25</c:v>
                </c:pt>
                <c:pt idx="3227">
                  <c:v>0.25</c:v>
                </c:pt>
                <c:pt idx="3228">
                  <c:v>0.25</c:v>
                </c:pt>
                <c:pt idx="3229">
                  <c:v>0.25</c:v>
                </c:pt>
                <c:pt idx="3230">
                  <c:v>0.25</c:v>
                </c:pt>
                <c:pt idx="3231">
                  <c:v>0.25</c:v>
                </c:pt>
                <c:pt idx="3232">
                  <c:v>0.25</c:v>
                </c:pt>
                <c:pt idx="3233">
                  <c:v>0.25</c:v>
                </c:pt>
                <c:pt idx="3234">
                  <c:v>0.25</c:v>
                </c:pt>
                <c:pt idx="3235">
                  <c:v>0.25</c:v>
                </c:pt>
                <c:pt idx="3236">
                  <c:v>0.25</c:v>
                </c:pt>
                <c:pt idx="3237">
                  <c:v>0.25</c:v>
                </c:pt>
                <c:pt idx="3238">
                  <c:v>0.25</c:v>
                </c:pt>
                <c:pt idx="3239">
                  <c:v>0.25</c:v>
                </c:pt>
                <c:pt idx="3240">
                  <c:v>0.25</c:v>
                </c:pt>
                <c:pt idx="3241">
                  <c:v>0.25</c:v>
                </c:pt>
                <c:pt idx="3242">
                  <c:v>0.25</c:v>
                </c:pt>
                <c:pt idx="3243">
                  <c:v>0.25</c:v>
                </c:pt>
                <c:pt idx="3244">
                  <c:v>0.25</c:v>
                </c:pt>
                <c:pt idx="3245">
                  <c:v>0.25</c:v>
                </c:pt>
                <c:pt idx="3246">
                  <c:v>0.25</c:v>
                </c:pt>
                <c:pt idx="3247">
                  <c:v>0.25</c:v>
                </c:pt>
                <c:pt idx="3248">
                  <c:v>0.25</c:v>
                </c:pt>
                <c:pt idx="3249">
                  <c:v>0.25</c:v>
                </c:pt>
                <c:pt idx="3250">
                  <c:v>0.25</c:v>
                </c:pt>
                <c:pt idx="3251">
                  <c:v>0.25</c:v>
                </c:pt>
                <c:pt idx="3252">
                  <c:v>0.25</c:v>
                </c:pt>
                <c:pt idx="3253">
                  <c:v>0.25</c:v>
                </c:pt>
                <c:pt idx="3254">
                  <c:v>0.25</c:v>
                </c:pt>
                <c:pt idx="3255">
                  <c:v>0.25</c:v>
                </c:pt>
                <c:pt idx="3256">
                  <c:v>0.25</c:v>
                </c:pt>
                <c:pt idx="3257">
                  <c:v>0.25</c:v>
                </c:pt>
                <c:pt idx="3258">
                  <c:v>0.25</c:v>
                </c:pt>
                <c:pt idx="3259">
                  <c:v>0.25</c:v>
                </c:pt>
                <c:pt idx="3260">
                  <c:v>0.25</c:v>
                </c:pt>
                <c:pt idx="3261">
                  <c:v>0.25</c:v>
                </c:pt>
                <c:pt idx="3262">
                  <c:v>0.25</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-0.1</c:v>
                </c:pt>
                <c:pt idx="3764">
                  <c:v>-0.1</c:v>
                </c:pt>
                <c:pt idx="3765">
                  <c:v>-0.1</c:v>
                </c:pt>
                <c:pt idx="3766">
                  <c:v>-0.1</c:v>
                </c:pt>
                <c:pt idx="3767">
                  <c:v>-0.1</c:v>
                </c:pt>
                <c:pt idx="3768">
                  <c:v>-0.1</c:v>
                </c:pt>
                <c:pt idx="3769">
                  <c:v>-0.1</c:v>
                </c:pt>
                <c:pt idx="3770">
                  <c:v>-0.1</c:v>
                </c:pt>
                <c:pt idx="3771">
                  <c:v>-0.1</c:v>
                </c:pt>
                <c:pt idx="3772">
                  <c:v>-0.1</c:v>
                </c:pt>
                <c:pt idx="3773">
                  <c:v>-0.1</c:v>
                </c:pt>
                <c:pt idx="3774">
                  <c:v>-0.1</c:v>
                </c:pt>
                <c:pt idx="3775">
                  <c:v>-0.1</c:v>
                </c:pt>
                <c:pt idx="3776">
                  <c:v>-0.1</c:v>
                </c:pt>
                <c:pt idx="3777">
                  <c:v>-0.1</c:v>
                </c:pt>
                <c:pt idx="3778">
                  <c:v>-0.1</c:v>
                </c:pt>
                <c:pt idx="3779">
                  <c:v>-0.1</c:v>
                </c:pt>
                <c:pt idx="3780">
                  <c:v>-0.1</c:v>
                </c:pt>
                <c:pt idx="3781">
                  <c:v>-0.1</c:v>
                </c:pt>
                <c:pt idx="3782">
                  <c:v>-0.1</c:v>
                </c:pt>
                <c:pt idx="3783">
                  <c:v>-0.1</c:v>
                </c:pt>
                <c:pt idx="3784">
                  <c:v>-0.1</c:v>
                </c:pt>
                <c:pt idx="3785">
                  <c:v>-0.1</c:v>
                </c:pt>
                <c:pt idx="3786">
                  <c:v>-0.1</c:v>
                </c:pt>
                <c:pt idx="3787">
                  <c:v>-0.1</c:v>
                </c:pt>
                <c:pt idx="3788">
                  <c:v>-0.1</c:v>
                </c:pt>
                <c:pt idx="3789">
                  <c:v>-0.1</c:v>
                </c:pt>
                <c:pt idx="3790">
                  <c:v>-0.1</c:v>
                </c:pt>
                <c:pt idx="3791">
                  <c:v>-0.1</c:v>
                </c:pt>
                <c:pt idx="3792">
                  <c:v>-0.1</c:v>
                </c:pt>
                <c:pt idx="3793">
                  <c:v>-0.1</c:v>
                </c:pt>
                <c:pt idx="3794">
                  <c:v>-0.1</c:v>
                </c:pt>
                <c:pt idx="3795">
                  <c:v>-0.1</c:v>
                </c:pt>
                <c:pt idx="3796">
                  <c:v>-0.1</c:v>
                </c:pt>
                <c:pt idx="3797">
                  <c:v>-0.1</c:v>
                </c:pt>
                <c:pt idx="3798">
                  <c:v>-0.1</c:v>
                </c:pt>
                <c:pt idx="3799">
                  <c:v>-0.1</c:v>
                </c:pt>
                <c:pt idx="3800">
                  <c:v>-0.1</c:v>
                </c:pt>
                <c:pt idx="3801">
                  <c:v>-0.1</c:v>
                </c:pt>
                <c:pt idx="3802">
                  <c:v>-0.1</c:v>
                </c:pt>
                <c:pt idx="3803">
                  <c:v>-0.1</c:v>
                </c:pt>
                <c:pt idx="3804">
                  <c:v>-0.1</c:v>
                </c:pt>
                <c:pt idx="3805">
                  <c:v>-0.1</c:v>
                </c:pt>
                <c:pt idx="3806">
                  <c:v>-0.1</c:v>
                </c:pt>
                <c:pt idx="3807">
                  <c:v>-0.1</c:v>
                </c:pt>
                <c:pt idx="3808">
                  <c:v>-0.1</c:v>
                </c:pt>
                <c:pt idx="3809">
                  <c:v>-0.1</c:v>
                </c:pt>
                <c:pt idx="3810">
                  <c:v>-0.1</c:v>
                </c:pt>
                <c:pt idx="3811">
                  <c:v>-0.1</c:v>
                </c:pt>
                <c:pt idx="3812">
                  <c:v>-0.1</c:v>
                </c:pt>
                <c:pt idx="3813">
                  <c:v>-0.1</c:v>
                </c:pt>
                <c:pt idx="3814">
                  <c:v>-0.1</c:v>
                </c:pt>
                <c:pt idx="3815">
                  <c:v>-0.1</c:v>
                </c:pt>
                <c:pt idx="3816">
                  <c:v>-0.1</c:v>
                </c:pt>
                <c:pt idx="3817">
                  <c:v>-0.1</c:v>
                </c:pt>
                <c:pt idx="3818">
                  <c:v>-0.1</c:v>
                </c:pt>
                <c:pt idx="3819">
                  <c:v>-0.1</c:v>
                </c:pt>
                <c:pt idx="3820">
                  <c:v>-0.1</c:v>
                </c:pt>
                <c:pt idx="3821">
                  <c:v>-0.1</c:v>
                </c:pt>
                <c:pt idx="3822">
                  <c:v>-0.1</c:v>
                </c:pt>
                <c:pt idx="3823">
                  <c:v>-0.1</c:v>
                </c:pt>
                <c:pt idx="3824">
                  <c:v>-0.1</c:v>
                </c:pt>
                <c:pt idx="3825">
                  <c:v>-0.1</c:v>
                </c:pt>
                <c:pt idx="3826">
                  <c:v>-0.1</c:v>
                </c:pt>
                <c:pt idx="3827">
                  <c:v>-0.1</c:v>
                </c:pt>
                <c:pt idx="3828">
                  <c:v>-0.2</c:v>
                </c:pt>
                <c:pt idx="3829">
                  <c:v>-0.2</c:v>
                </c:pt>
                <c:pt idx="3830">
                  <c:v>-0.2</c:v>
                </c:pt>
                <c:pt idx="3831">
                  <c:v>-0.2</c:v>
                </c:pt>
                <c:pt idx="3832">
                  <c:v>-0.2</c:v>
                </c:pt>
                <c:pt idx="3833">
                  <c:v>-0.2</c:v>
                </c:pt>
                <c:pt idx="3834">
                  <c:v>-0.2</c:v>
                </c:pt>
                <c:pt idx="3835">
                  <c:v>-0.2</c:v>
                </c:pt>
                <c:pt idx="3836">
                  <c:v>-0.2</c:v>
                </c:pt>
                <c:pt idx="3837">
                  <c:v>-0.2</c:v>
                </c:pt>
                <c:pt idx="3838">
                  <c:v>-0.2</c:v>
                </c:pt>
                <c:pt idx="3839">
                  <c:v>-0.2</c:v>
                </c:pt>
                <c:pt idx="3840">
                  <c:v>-0.2</c:v>
                </c:pt>
                <c:pt idx="3841">
                  <c:v>-0.2</c:v>
                </c:pt>
                <c:pt idx="3842">
                  <c:v>-0.2</c:v>
                </c:pt>
                <c:pt idx="3843">
                  <c:v>-0.2</c:v>
                </c:pt>
                <c:pt idx="3844">
                  <c:v>-0.2</c:v>
                </c:pt>
                <c:pt idx="3845">
                  <c:v>-0.2</c:v>
                </c:pt>
                <c:pt idx="3846">
                  <c:v>-0.2</c:v>
                </c:pt>
                <c:pt idx="3847">
                  <c:v>-0.2</c:v>
                </c:pt>
                <c:pt idx="3848">
                  <c:v>-0.2</c:v>
                </c:pt>
                <c:pt idx="3849">
                  <c:v>-0.2</c:v>
                </c:pt>
                <c:pt idx="3850">
                  <c:v>-0.2</c:v>
                </c:pt>
                <c:pt idx="3851">
                  <c:v>-0.2</c:v>
                </c:pt>
                <c:pt idx="3852">
                  <c:v>-0.2</c:v>
                </c:pt>
                <c:pt idx="3853">
                  <c:v>-0.2</c:v>
                </c:pt>
                <c:pt idx="3854">
                  <c:v>-0.2</c:v>
                </c:pt>
                <c:pt idx="3855">
                  <c:v>-0.2</c:v>
                </c:pt>
                <c:pt idx="3856">
                  <c:v>-0.2</c:v>
                </c:pt>
                <c:pt idx="3857">
                  <c:v>-0.2</c:v>
                </c:pt>
                <c:pt idx="3858">
                  <c:v>-0.2</c:v>
                </c:pt>
                <c:pt idx="3859">
                  <c:v>-0.2</c:v>
                </c:pt>
                <c:pt idx="3860">
                  <c:v>-0.2</c:v>
                </c:pt>
                <c:pt idx="3861">
                  <c:v>-0.2</c:v>
                </c:pt>
                <c:pt idx="3862">
                  <c:v>-0.2</c:v>
                </c:pt>
                <c:pt idx="3863">
                  <c:v>-0.2</c:v>
                </c:pt>
                <c:pt idx="3864">
                  <c:v>-0.2</c:v>
                </c:pt>
                <c:pt idx="3865">
                  <c:v>-0.2</c:v>
                </c:pt>
                <c:pt idx="3866">
                  <c:v>-0.2</c:v>
                </c:pt>
                <c:pt idx="3867">
                  <c:v>-0.2</c:v>
                </c:pt>
                <c:pt idx="3868">
                  <c:v>-0.2</c:v>
                </c:pt>
                <c:pt idx="3869">
                  <c:v>-0.2</c:v>
                </c:pt>
                <c:pt idx="3870">
                  <c:v>-0.2</c:v>
                </c:pt>
                <c:pt idx="3871">
                  <c:v>-0.2</c:v>
                </c:pt>
                <c:pt idx="3872">
                  <c:v>-0.2</c:v>
                </c:pt>
                <c:pt idx="3873">
                  <c:v>-0.2</c:v>
                </c:pt>
                <c:pt idx="3874">
                  <c:v>-0.2</c:v>
                </c:pt>
                <c:pt idx="3875">
                  <c:v>-0.2</c:v>
                </c:pt>
                <c:pt idx="3876">
                  <c:v>-0.2</c:v>
                </c:pt>
                <c:pt idx="3877">
                  <c:v>-0.2</c:v>
                </c:pt>
                <c:pt idx="3878">
                  <c:v>-0.2</c:v>
                </c:pt>
                <c:pt idx="3879">
                  <c:v>-0.2</c:v>
                </c:pt>
                <c:pt idx="3880">
                  <c:v>-0.2</c:v>
                </c:pt>
                <c:pt idx="3881">
                  <c:v>-0.2</c:v>
                </c:pt>
                <c:pt idx="3882">
                  <c:v>-0.2</c:v>
                </c:pt>
                <c:pt idx="3883">
                  <c:v>-0.2</c:v>
                </c:pt>
                <c:pt idx="3884">
                  <c:v>-0.2</c:v>
                </c:pt>
                <c:pt idx="3885">
                  <c:v>-0.2</c:v>
                </c:pt>
                <c:pt idx="3886">
                  <c:v>-0.2</c:v>
                </c:pt>
                <c:pt idx="3887">
                  <c:v>-0.2</c:v>
                </c:pt>
                <c:pt idx="3888">
                  <c:v>-0.2</c:v>
                </c:pt>
                <c:pt idx="3889">
                  <c:v>-0.2</c:v>
                </c:pt>
                <c:pt idx="3890">
                  <c:v>-0.2</c:v>
                </c:pt>
                <c:pt idx="3891">
                  <c:v>-0.2</c:v>
                </c:pt>
                <c:pt idx="3892">
                  <c:v>-0.2</c:v>
                </c:pt>
                <c:pt idx="3893">
                  <c:v>-0.2</c:v>
                </c:pt>
                <c:pt idx="3894">
                  <c:v>-0.2</c:v>
                </c:pt>
                <c:pt idx="3895">
                  <c:v>-0.2</c:v>
                </c:pt>
                <c:pt idx="3896">
                  <c:v>-0.2</c:v>
                </c:pt>
                <c:pt idx="3897">
                  <c:v>-0.2</c:v>
                </c:pt>
                <c:pt idx="3898">
                  <c:v>-0.2</c:v>
                </c:pt>
                <c:pt idx="3899">
                  <c:v>-0.2</c:v>
                </c:pt>
                <c:pt idx="3900">
                  <c:v>-0.2</c:v>
                </c:pt>
                <c:pt idx="3901">
                  <c:v>-0.2</c:v>
                </c:pt>
                <c:pt idx="3902">
                  <c:v>-0.2</c:v>
                </c:pt>
                <c:pt idx="3903">
                  <c:v>-0.2</c:v>
                </c:pt>
                <c:pt idx="3904">
                  <c:v>-0.2</c:v>
                </c:pt>
                <c:pt idx="3905">
                  <c:v>-0.2</c:v>
                </c:pt>
                <c:pt idx="3906">
                  <c:v>-0.2</c:v>
                </c:pt>
                <c:pt idx="3907">
                  <c:v>-0.2</c:v>
                </c:pt>
                <c:pt idx="3908">
                  <c:v>-0.2</c:v>
                </c:pt>
                <c:pt idx="3909">
                  <c:v>-0.2</c:v>
                </c:pt>
                <c:pt idx="3910">
                  <c:v>-0.2</c:v>
                </c:pt>
                <c:pt idx="3911">
                  <c:v>-0.2</c:v>
                </c:pt>
                <c:pt idx="3912">
                  <c:v>-0.2</c:v>
                </c:pt>
                <c:pt idx="3913">
                  <c:v>-0.2</c:v>
                </c:pt>
                <c:pt idx="3914">
                  <c:v>-0.2</c:v>
                </c:pt>
                <c:pt idx="3915">
                  <c:v>-0.2</c:v>
                </c:pt>
                <c:pt idx="3916">
                  <c:v>-0.2</c:v>
                </c:pt>
                <c:pt idx="3917">
                  <c:v>-0.2</c:v>
                </c:pt>
                <c:pt idx="3918">
                  <c:v>-0.2</c:v>
                </c:pt>
                <c:pt idx="3919">
                  <c:v>-0.2</c:v>
                </c:pt>
                <c:pt idx="3920">
                  <c:v>-0.2</c:v>
                </c:pt>
                <c:pt idx="3921">
                  <c:v>-0.2</c:v>
                </c:pt>
                <c:pt idx="3922">
                  <c:v>-0.2</c:v>
                </c:pt>
                <c:pt idx="3923">
                  <c:v>-0.2</c:v>
                </c:pt>
                <c:pt idx="3924">
                  <c:v>-0.2</c:v>
                </c:pt>
                <c:pt idx="3925">
                  <c:v>-0.2</c:v>
                </c:pt>
                <c:pt idx="3926">
                  <c:v>-0.2</c:v>
                </c:pt>
                <c:pt idx="3927">
                  <c:v>-0.2</c:v>
                </c:pt>
                <c:pt idx="3928">
                  <c:v>-0.2</c:v>
                </c:pt>
                <c:pt idx="3929">
                  <c:v>-0.2</c:v>
                </c:pt>
                <c:pt idx="3930">
                  <c:v>-0.2</c:v>
                </c:pt>
                <c:pt idx="3931">
                  <c:v>-0.2</c:v>
                </c:pt>
                <c:pt idx="3932">
                  <c:v>-0.2</c:v>
                </c:pt>
                <c:pt idx="3933">
                  <c:v>-0.2</c:v>
                </c:pt>
                <c:pt idx="3934">
                  <c:v>-0.2</c:v>
                </c:pt>
                <c:pt idx="3935">
                  <c:v>-0.2</c:v>
                </c:pt>
                <c:pt idx="3936">
                  <c:v>-0.2</c:v>
                </c:pt>
                <c:pt idx="3937">
                  <c:v>-0.2</c:v>
                </c:pt>
                <c:pt idx="3938">
                  <c:v>-0.2</c:v>
                </c:pt>
                <c:pt idx="3939">
                  <c:v>-0.2</c:v>
                </c:pt>
                <c:pt idx="3940">
                  <c:v>-0.2</c:v>
                </c:pt>
                <c:pt idx="3941">
                  <c:v>-0.2</c:v>
                </c:pt>
                <c:pt idx="3942">
                  <c:v>-0.2</c:v>
                </c:pt>
                <c:pt idx="3943">
                  <c:v>-0.2</c:v>
                </c:pt>
                <c:pt idx="3944">
                  <c:v>-0.2</c:v>
                </c:pt>
                <c:pt idx="3945">
                  <c:v>-0.2</c:v>
                </c:pt>
                <c:pt idx="3946">
                  <c:v>-0.2</c:v>
                </c:pt>
                <c:pt idx="3947">
                  <c:v>-0.2</c:v>
                </c:pt>
                <c:pt idx="3948">
                  <c:v>-0.2</c:v>
                </c:pt>
                <c:pt idx="3949">
                  <c:v>-0.2</c:v>
                </c:pt>
                <c:pt idx="3950">
                  <c:v>-0.2</c:v>
                </c:pt>
                <c:pt idx="3951">
                  <c:v>-0.2</c:v>
                </c:pt>
                <c:pt idx="3952">
                  <c:v>-0.2</c:v>
                </c:pt>
                <c:pt idx="3953">
                  <c:v>-0.2</c:v>
                </c:pt>
                <c:pt idx="3954">
                  <c:v>-0.2</c:v>
                </c:pt>
                <c:pt idx="3955">
                  <c:v>-0.2</c:v>
                </c:pt>
                <c:pt idx="3956">
                  <c:v>-0.2</c:v>
                </c:pt>
                <c:pt idx="3957">
                  <c:v>-0.2</c:v>
                </c:pt>
                <c:pt idx="3958">
                  <c:v>-0.2</c:v>
                </c:pt>
                <c:pt idx="3959">
                  <c:v>-0.2</c:v>
                </c:pt>
                <c:pt idx="3960">
                  <c:v>-0.2</c:v>
                </c:pt>
                <c:pt idx="3961">
                  <c:v>-0.2</c:v>
                </c:pt>
                <c:pt idx="3962">
                  <c:v>-0.2</c:v>
                </c:pt>
                <c:pt idx="3963">
                  <c:v>-0.2</c:v>
                </c:pt>
                <c:pt idx="3964">
                  <c:v>-0.2</c:v>
                </c:pt>
                <c:pt idx="3965">
                  <c:v>-0.2</c:v>
                </c:pt>
                <c:pt idx="3966">
                  <c:v>-0.2</c:v>
                </c:pt>
                <c:pt idx="3967">
                  <c:v>-0.2</c:v>
                </c:pt>
                <c:pt idx="3968">
                  <c:v>-0.2</c:v>
                </c:pt>
                <c:pt idx="3969">
                  <c:v>-0.2</c:v>
                </c:pt>
                <c:pt idx="3970">
                  <c:v>-0.2</c:v>
                </c:pt>
                <c:pt idx="3971">
                  <c:v>-0.2</c:v>
                </c:pt>
                <c:pt idx="3972">
                  <c:v>-0.2</c:v>
                </c:pt>
                <c:pt idx="3973">
                  <c:v>-0.2</c:v>
                </c:pt>
                <c:pt idx="3974">
                  <c:v>-0.2</c:v>
                </c:pt>
                <c:pt idx="3975">
                  <c:v>-0.2</c:v>
                </c:pt>
                <c:pt idx="3976">
                  <c:v>-0.2</c:v>
                </c:pt>
                <c:pt idx="3977">
                  <c:v>-0.2</c:v>
                </c:pt>
                <c:pt idx="3978">
                  <c:v>-0.2</c:v>
                </c:pt>
                <c:pt idx="3979">
                  <c:v>-0.2</c:v>
                </c:pt>
                <c:pt idx="3980">
                  <c:v>-0.2</c:v>
                </c:pt>
                <c:pt idx="3981">
                  <c:v>-0.2</c:v>
                </c:pt>
                <c:pt idx="3982">
                  <c:v>-0.2</c:v>
                </c:pt>
                <c:pt idx="3983">
                  <c:v>-0.2</c:v>
                </c:pt>
                <c:pt idx="3984">
                  <c:v>-0.2</c:v>
                </c:pt>
                <c:pt idx="3985">
                  <c:v>-0.2</c:v>
                </c:pt>
                <c:pt idx="3986">
                  <c:v>-0.2</c:v>
                </c:pt>
                <c:pt idx="3987">
                  <c:v>-0.2</c:v>
                </c:pt>
                <c:pt idx="3988">
                  <c:v>-0.2</c:v>
                </c:pt>
                <c:pt idx="3989">
                  <c:v>-0.2</c:v>
                </c:pt>
                <c:pt idx="3990">
                  <c:v>-0.2</c:v>
                </c:pt>
                <c:pt idx="3991">
                  <c:v>-0.2</c:v>
                </c:pt>
                <c:pt idx="3992">
                  <c:v>-0.2</c:v>
                </c:pt>
                <c:pt idx="3993">
                  <c:v>-0.2</c:v>
                </c:pt>
                <c:pt idx="3994">
                  <c:v>-0.2</c:v>
                </c:pt>
                <c:pt idx="3995">
                  <c:v>-0.2</c:v>
                </c:pt>
                <c:pt idx="3996">
                  <c:v>-0.2</c:v>
                </c:pt>
                <c:pt idx="3997">
                  <c:v>-0.2</c:v>
                </c:pt>
                <c:pt idx="3998">
                  <c:v>-0.2</c:v>
                </c:pt>
                <c:pt idx="3999">
                  <c:v>-0.2</c:v>
                </c:pt>
                <c:pt idx="4000">
                  <c:v>-0.2</c:v>
                </c:pt>
                <c:pt idx="4001">
                  <c:v>-0.2</c:v>
                </c:pt>
                <c:pt idx="4002">
                  <c:v>-0.2</c:v>
                </c:pt>
                <c:pt idx="4003">
                  <c:v>-0.2</c:v>
                </c:pt>
                <c:pt idx="4004">
                  <c:v>-0.2</c:v>
                </c:pt>
                <c:pt idx="4005">
                  <c:v>-0.2</c:v>
                </c:pt>
                <c:pt idx="4006">
                  <c:v>-0.2</c:v>
                </c:pt>
                <c:pt idx="4007">
                  <c:v>-0.2</c:v>
                </c:pt>
                <c:pt idx="4008">
                  <c:v>-0.2</c:v>
                </c:pt>
                <c:pt idx="4009">
                  <c:v>-0.2</c:v>
                </c:pt>
                <c:pt idx="4010">
                  <c:v>-0.2</c:v>
                </c:pt>
                <c:pt idx="4011">
                  <c:v>-0.2</c:v>
                </c:pt>
                <c:pt idx="4012">
                  <c:v>-0.2</c:v>
                </c:pt>
                <c:pt idx="4013">
                  <c:v>-0.2</c:v>
                </c:pt>
                <c:pt idx="4014">
                  <c:v>-0.2</c:v>
                </c:pt>
                <c:pt idx="4015">
                  <c:v>-0.2</c:v>
                </c:pt>
                <c:pt idx="4016">
                  <c:v>-0.2</c:v>
                </c:pt>
                <c:pt idx="4017">
                  <c:v>-0.2</c:v>
                </c:pt>
                <c:pt idx="4018">
                  <c:v>-0.2</c:v>
                </c:pt>
                <c:pt idx="4019">
                  <c:v>-0.2</c:v>
                </c:pt>
                <c:pt idx="4020">
                  <c:v>-0.2</c:v>
                </c:pt>
                <c:pt idx="4021">
                  <c:v>-0.2</c:v>
                </c:pt>
                <c:pt idx="4022">
                  <c:v>-0.2</c:v>
                </c:pt>
                <c:pt idx="4023">
                  <c:v>-0.2</c:v>
                </c:pt>
                <c:pt idx="4024">
                  <c:v>-0.2</c:v>
                </c:pt>
                <c:pt idx="4025">
                  <c:v>-0.2</c:v>
                </c:pt>
                <c:pt idx="4026">
                  <c:v>-0.2</c:v>
                </c:pt>
                <c:pt idx="4027">
                  <c:v>-0.2</c:v>
                </c:pt>
                <c:pt idx="4028">
                  <c:v>-0.2</c:v>
                </c:pt>
                <c:pt idx="4029">
                  <c:v>-0.2</c:v>
                </c:pt>
                <c:pt idx="4030">
                  <c:v>-0.2</c:v>
                </c:pt>
                <c:pt idx="4031">
                  <c:v>-0.2</c:v>
                </c:pt>
                <c:pt idx="4032">
                  <c:v>-0.2</c:v>
                </c:pt>
                <c:pt idx="4033">
                  <c:v>-0.2</c:v>
                </c:pt>
                <c:pt idx="4034">
                  <c:v>-0.2</c:v>
                </c:pt>
                <c:pt idx="4035">
                  <c:v>-0.2</c:v>
                </c:pt>
                <c:pt idx="4036">
                  <c:v>-0.2</c:v>
                </c:pt>
                <c:pt idx="4037">
                  <c:v>-0.2</c:v>
                </c:pt>
                <c:pt idx="4038">
                  <c:v>-0.2</c:v>
                </c:pt>
                <c:pt idx="4039">
                  <c:v>-0.2</c:v>
                </c:pt>
                <c:pt idx="4040">
                  <c:v>-0.2</c:v>
                </c:pt>
                <c:pt idx="4041">
                  <c:v>-0.2</c:v>
                </c:pt>
                <c:pt idx="4042">
                  <c:v>-0.2</c:v>
                </c:pt>
                <c:pt idx="4043">
                  <c:v>-0.2</c:v>
                </c:pt>
                <c:pt idx="4044">
                  <c:v>-0.2</c:v>
                </c:pt>
                <c:pt idx="4045">
                  <c:v>-0.2</c:v>
                </c:pt>
                <c:pt idx="4046">
                  <c:v>-0.2</c:v>
                </c:pt>
                <c:pt idx="4047">
                  <c:v>-0.2</c:v>
                </c:pt>
                <c:pt idx="4048">
                  <c:v>-0.2</c:v>
                </c:pt>
                <c:pt idx="4049">
                  <c:v>-0.2</c:v>
                </c:pt>
                <c:pt idx="4050">
                  <c:v>-0.2</c:v>
                </c:pt>
                <c:pt idx="4051">
                  <c:v>-0.2</c:v>
                </c:pt>
                <c:pt idx="4052">
                  <c:v>-0.2</c:v>
                </c:pt>
                <c:pt idx="4053">
                  <c:v>-0.2</c:v>
                </c:pt>
                <c:pt idx="4054">
                  <c:v>-0.2</c:v>
                </c:pt>
                <c:pt idx="4055">
                  <c:v>-0.2</c:v>
                </c:pt>
                <c:pt idx="4056">
                  <c:v>-0.2</c:v>
                </c:pt>
                <c:pt idx="4057">
                  <c:v>-0.2</c:v>
                </c:pt>
                <c:pt idx="4058">
                  <c:v>-0.2</c:v>
                </c:pt>
                <c:pt idx="4059">
                  <c:v>-0.2</c:v>
                </c:pt>
                <c:pt idx="4060">
                  <c:v>-0.2</c:v>
                </c:pt>
                <c:pt idx="4061">
                  <c:v>-0.2</c:v>
                </c:pt>
                <c:pt idx="4062">
                  <c:v>-0.2</c:v>
                </c:pt>
                <c:pt idx="4063">
                  <c:v>-0.2</c:v>
                </c:pt>
                <c:pt idx="4064">
                  <c:v>-0.2</c:v>
                </c:pt>
                <c:pt idx="4065">
                  <c:v>-0.2</c:v>
                </c:pt>
                <c:pt idx="4066">
                  <c:v>-0.2</c:v>
                </c:pt>
                <c:pt idx="4067">
                  <c:v>-0.2</c:v>
                </c:pt>
                <c:pt idx="4068">
                  <c:v>-0.2</c:v>
                </c:pt>
                <c:pt idx="4069">
                  <c:v>-0.2</c:v>
                </c:pt>
                <c:pt idx="4070">
                  <c:v>-0.2</c:v>
                </c:pt>
                <c:pt idx="4071">
                  <c:v>-0.2</c:v>
                </c:pt>
                <c:pt idx="4072">
                  <c:v>-0.2</c:v>
                </c:pt>
                <c:pt idx="4073">
                  <c:v>-0.2</c:v>
                </c:pt>
                <c:pt idx="4074">
                  <c:v>-0.2</c:v>
                </c:pt>
                <c:pt idx="4075">
                  <c:v>-0.2</c:v>
                </c:pt>
                <c:pt idx="4076">
                  <c:v>-0.2</c:v>
                </c:pt>
                <c:pt idx="4077">
                  <c:v>-0.2</c:v>
                </c:pt>
                <c:pt idx="4078">
                  <c:v>-0.2</c:v>
                </c:pt>
                <c:pt idx="4079">
                  <c:v>-0.2</c:v>
                </c:pt>
                <c:pt idx="4080">
                  <c:v>-0.2</c:v>
                </c:pt>
                <c:pt idx="4081">
                  <c:v>-0.2</c:v>
                </c:pt>
                <c:pt idx="4082">
                  <c:v>-0.2</c:v>
                </c:pt>
                <c:pt idx="4083">
                  <c:v>-0.2</c:v>
                </c:pt>
                <c:pt idx="4084">
                  <c:v>-0.2</c:v>
                </c:pt>
                <c:pt idx="4085">
                  <c:v>-0.2</c:v>
                </c:pt>
                <c:pt idx="4086">
                  <c:v>-0.2</c:v>
                </c:pt>
                <c:pt idx="4087">
                  <c:v>-0.2</c:v>
                </c:pt>
                <c:pt idx="4088">
                  <c:v>-0.2</c:v>
                </c:pt>
                <c:pt idx="4089">
                  <c:v>-0.2</c:v>
                </c:pt>
                <c:pt idx="4090">
                  <c:v>-0.2</c:v>
                </c:pt>
                <c:pt idx="4091">
                  <c:v>-0.2</c:v>
                </c:pt>
                <c:pt idx="4092">
                  <c:v>-0.2</c:v>
                </c:pt>
                <c:pt idx="4093">
                  <c:v>-0.2</c:v>
                </c:pt>
                <c:pt idx="4094">
                  <c:v>-0.2</c:v>
                </c:pt>
                <c:pt idx="4095">
                  <c:v>-0.2</c:v>
                </c:pt>
                <c:pt idx="4096">
                  <c:v>-0.2</c:v>
                </c:pt>
                <c:pt idx="4097">
                  <c:v>-0.2</c:v>
                </c:pt>
                <c:pt idx="4098">
                  <c:v>-0.2</c:v>
                </c:pt>
                <c:pt idx="4099">
                  <c:v>-0.2</c:v>
                </c:pt>
                <c:pt idx="4100">
                  <c:v>-0.2</c:v>
                </c:pt>
                <c:pt idx="4101">
                  <c:v>-0.2</c:v>
                </c:pt>
                <c:pt idx="4102">
                  <c:v>-0.2</c:v>
                </c:pt>
                <c:pt idx="4103">
                  <c:v>-0.2</c:v>
                </c:pt>
                <c:pt idx="4104">
                  <c:v>-0.2</c:v>
                </c:pt>
                <c:pt idx="4105">
                  <c:v>-0.2</c:v>
                </c:pt>
                <c:pt idx="4106">
                  <c:v>-0.2</c:v>
                </c:pt>
                <c:pt idx="4107">
                  <c:v>-0.2</c:v>
                </c:pt>
                <c:pt idx="4108">
                  <c:v>-0.2</c:v>
                </c:pt>
                <c:pt idx="4109">
                  <c:v>-0.2</c:v>
                </c:pt>
                <c:pt idx="4110">
                  <c:v>-0.2</c:v>
                </c:pt>
                <c:pt idx="4111">
                  <c:v>-0.2</c:v>
                </c:pt>
                <c:pt idx="4112">
                  <c:v>-0.2</c:v>
                </c:pt>
                <c:pt idx="4113">
                  <c:v>-0.2</c:v>
                </c:pt>
                <c:pt idx="4114">
                  <c:v>-0.2</c:v>
                </c:pt>
                <c:pt idx="4115">
                  <c:v>-0.2</c:v>
                </c:pt>
                <c:pt idx="4116">
                  <c:v>-0.2</c:v>
                </c:pt>
                <c:pt idx="4117">
                  <c:v>-0.2</c:v>
                </c:pt>
                <c:pt idx="4118">
                  <c:v>-0.2</c:v>
                </c:pt>
                <c:pt idx="4119">
                  <c:v>-0.2</c:v>
                </c:pt>
                <c:pt idx="4120">
                  <c:v>-0.2</c:v>
                </c:pt>
                <c:pt idx="4121">
                  <c:v>-0.2</c:v>
                </c:pt>
                <c:pt idx="4122">
                  <c:v>-0.2</c:v>
                </c:pt>
                <c:pt idx="4123">
                  <c:v>-0.2</c:v>
                </c:pt>
                <c:pt idx="4124">
                  <c:v>-0.2</c:v>
                </c:pt>
                <c:pt idx="4125">
                  <c:v>-0.2</c:v>
                </c:pt>
                <c:pt idx="4126">
                  <c:v>-0.2</c:v>
                </c:pt>
                <c:pt idx="4127">
                  <c:v>-0.2</c:v>
                </c:pt>
                <c:pt idx="4128">
                  <c:v>-0.2</c:v>
                </c:pt>
                <c:pt idx="4129">
                  <c:v>-0.2</c:v>
                </c:pt>
                <c:pt idx="4130">
                  <c:v>-0.2</c:v>
                </c:pt>
                <c:pt idx="4131">
                  <c:v>-0.2</c:v>
                </c:pt>
                <c:pt idx="4132">
                  <c:v>-0.2</c:v>
                </c:pt>
                <c:pt idx="4133">
                  <c:v>-0.2</c:v>
                </c:pt>
                <c:pt idx="4134">
                  <c:v>-0.2</c:v>
                </c:pt>
                <c:pt idx="4135">
                  <c:v>-0.2</c:v>
                </c:pt>
                <c:pt idx="4136">
                  <c:v>-0.2</c:v>
                </c:pt>
                <c:pt idx="4137">
                  <c:v>-0.2</c:v>
                </c:pt>
                <c:pt idx="4138">
                  <c:v>-0.2</c:v>
                </c:pt>
                <c:pt idx="4139">
                  <c:v>-0.2</c:v>
                </c:pt>
                <c:pt idx="4140">
                  <c:v>-0.2</c:v>
                </c:pt>
                <c:pt idx="4141">
                  <c:v>-0.2</c:v>
                </c:pt>
                <c:pt idx="4142">
                  <c:v>-0.2</c:v>
                </c:pt>
                <c:pt idx="4143">
                  <c:v>-0.2</c:v>
                </c:pt>
                <c:pt idx="4144">
                  <c:v>-0.2</c:v>
                </c:pt>
                <c:pt idx="4145">
                  <c:v>-0.2</c:v>
                </c:pt>
                <c:pt idx="4146">
                  <c:v>-0.2</c:v>
                </c:pt>
                <c:pt idx="4147">
                  <c:v>-0.2</c:v>
                </c:pt>
                <c:pt idx="4148">
                  <c:v>-0.2</c:v>
                </c:pt>
                <c:pt idx="4149">
                  <c:v>-0.2</c:v>
                </c:pt>
                <c:pt idx="4150">
                  <c:v>-0.2</c:v>
                </c:pt>
                <c:pt idx="4151">
                  <c:v>-0.2</c:v>
                </c:pt>
                <c:pt idx="4152">
                  <c:v>-0.2</c:v>
                </c:pt>
                <c:pt idx="4153">
                  <c:v>-0.3</c:v>
                </c:pt>
                <c:pt idx="4154">
                  <c:v>-0.3</c:v>
                </c:pt>
                <c:pt idx="4155">
                  <c:v>-0.3</c:v>
                </c:pt>
                <c:pt idx="4156">
                  <c:v>-0.3</c:v>
                </c:pt>
                <c:pt idx="4157">
                  <c:v>-0.3</c:v>
                </c:pt>
                <c:pt idx="4158">
                  <c:v>-0.3</c:v>
                </c:pt>
                <c:pt idx="4159">
                  <c:v>-0.3</c:v>
                </c:pt>
                <c:pt idx="4160">
                  <c:v>-0.3</c:v>
                </c:pt>
                <c:pt idx="4161">
                  <c:v>-0.3</c:v>
                </c:pt>
                <c:pt idx="4162">
                  <c:v>-0.3</c:v>
                </c:pt>
                <c:pt idx="4163">
                  <c:v>-0.3</c:v>
                </c:pt>
                <c:pt idx="4164">
                  <c:v>-0.3</c:v>
                </c:pt>
                <c:pt idx="4165">
                  <c:v>-0.3</c:v>
                </c:pt>
                <c:pt idx="4166">
                  <c:v>-0.3</c:v>
                </c:pt>
                <c:pt idx="4167">
                  <c:v>-0.3</c:v>
                </c:pt>
                <c:pt idx="4168">
                  <c:v>-0.3</c:v>
                </c:pt>
                <c:pt idx="4169">
                  <c:v>-0.3</c:v>
                </c:pt>
                <c:pt idx="4170">
                  <c:v>-0.3</c:v>
                </c:pt>
                <c:pt idx="4171">
                  <c:v>-0.3</c:v>
                </c:pt>
                <c:pt idx="4172">
                  <c:v>-0.3</c:v>
                </c:pt>
                <c:pt idx="4173">
                  <c:v>-0.3</c:v>
                </c:pt>
                <c:pt idx="4174">
                  <c:v>-0.3</c:v>
                </c:pt>
                <c:pt idx="4175">
                  <c:v>-0.3</c:v>
                </c:pt>
                <c:pt idx="4176">
                  <c:v>-0.3</c:v>
                </c:pt>
                <c:pt idx="4177">
                  <c:v>-0.3</c:v>
                </c:pt>
                <c:pt idx="4178">
                  <c:v>-0.3</c:v>
                </c:pt>
                <c:pt idx="4179">
                  <c:v>-0.3</c:v>
                </c:pt>
                <c:pt idx="4180">
                  <c:v>-0.3</c:v>
                </c:pt>
                <c:pt idx="4181">
                  <c:v>-0.3</c:v>
                </c:pt>
                <c:pt idx="4182">
                  <c:v>-0.3</c:v>
                </c:pt>
                <c:pt idx="4183">
                  <c:v>-0.3</c:v>
                </c:pt>
                <c:pt idx="4184">
                  <c:v>-0.3</c:v>
                </c:pt>
                <c:pt idx="4185">
                  <c:v>-0.3</c:v>
                </c:pt>
                <c:pt idx="4186">
                  <c:v>-0.3</c:v>
                </c:pt>
                <c:pt idx="4187">
                  <c:v>-0.3</c:v>
                </c:pt>
                <c:pt idx="4188">
                  <c:v>-0.3</c:v>
                </c:pt>
                <c:pt idx="4189">
                  <c:v>-0.3</c:v>
                </c:pt>
                <c:pt idx="4190">
                  <c:v>-0.3</c:v>
                </c:pt>
                <c:pt idx="4191">
                  <c:v>-0.3</c:v>
                </c:pt>
                <c:pt idx="4192">
                  <c:v>-0.3</c:v>
                </c:pt>
                <c:pt idx="4193">
                  <c:v>-0.3</c:v>
                </c:pt>
                <c:pt idx="4194">
                  <c:v>-0.3</c:v>
                </c:pt>
                <c:pt idx="4195">
                  <c:v>-0.3</c:v>
                </c:pt>
                <c:pt idx="4196">
                  <c:v>-0.3</c:v>
                </c:pt>
                <c:pt idx="4197">
                  <c:v>-0.3</c:v>
                </c:pt>
                <c:pt idx="4198">
                  <c:v>-0.3</c:v>
                </c:pt>
                <c:pt idx="4199">
                  <c:v>-0.3</c:v>
                </c:pt>
                <c:pt idx="4200">
                  <c:v>-0.3</c:v>
                </c:pt>
                <c:pt idx="4201">
                  <c:v>-0.3</c:v>
                </c:pt>
                <c:pt idx="4202">
                  <c:v>-0.3</c:v>
                </c:pt>
                <c:pt idx="4203">
                  <c:v>-0.3</c:v>
                </c:pt>
                <c:pt idx="4204">
                  <c:v>-0.3</c:v>
                </c:pt>
                <c:pt idx="4205">
                  <c:v>-0.3</c:v>
                </c:pt>
                <c:pt idx="4206">
                  <c:v>-0.3</c:v>
                </c:pt>
                <c:pt idx="4207">
                  <c:v>-0.3</c:v>
                </c:pt>
                <c:pt idx="4208">
                  <c:v>-0.3</c:v>
                </c:pt>
                <c:pt idx="4209">
                  <c:v>-0.3</c:v>
                </c:pt>
                <c:pt idx="4210">
                  <c:v>-0.3</c:v>
                </c:pt>
                <c:pt idx="4211">
                  <c:v>-0.3</c:v>
                </c:pt>
                <c:pt idx="4212">
                  <c:v>-0.3</c:v>
                </c:pt>
                <c:pt idx="4213">
                  <c:v>-0.3</c:v>
                </c:pt>
                <c:pt idx="4214">
                  <c:v>-0.3</c:v>
                </c:pt>
                <c:pt idx="4215">
                  <c:v>-0.3</c:v>
                </c:pt>
                <c:pt idx="4216">
                  <c:v>-0.3</c:v>
                </c:pt>
                <c:pt idx="4217">
                  <c:v>-0.3</c:v>
                </c:pt>
                <c:pt idx="4218">
                  <c:v>-0.3</c:v>
                </c:pt>
                <c:pt idx="4219">
                  <c:v>-0.3</c:v>
                </c:pt>
                <c:pt idx="4220">
                  <c:v>-0.3</c:v>
                </c:pt>
                <c:pt idx="4221">
                  <c:v>-0.3</c:v>
                </c:pt>
                <c:pt idx="4222">
                  <c:v>-0.3</c:v>
                </c:pt>
                <c:pt idx="4223">
                  <c:v>-0.4</c:v>
                </c:pt>
                <c:pt idx="4224">
                  <c:v>-0.4</c:v>
                </c:pt>
                <c:pt idx="4225">
                  <c:v>-0.4</c:v>
                </c:pt>
                <c:pt idx="4226">
                  <c:v>-0.4</c:v>
                </c:pt>
                <c:pt idx="4227">
                  <c:v>-0.4</c:v>
                </c:pt>
                <c:pt idx="4228">
                  <c:v>-0.4</c:v>
                </c:pt>
                <c:pt idx="4229">
                  <c:v>-0.4</c:v>
                </c:pt>
                <c:pt idx="4230">
                  <c:v>-0.4</c:v>
                </c:pt>
                <c:pt idx="4231">
                  <c:v>-0.4</c:v>
                </c:pt>
                <c:pt idx="4232">
                  <c:v>-0.4</c:v>
                </c:pt>
                <c:pt idx="4233">
                  <c:v>-0.4</c:v>
                </c:pt>
                <c:pt idx="4234">
                  <c:v>-0.4</c:v>
                </c:pt>
                <c:pt idx="4235">
                  <c:v>-0.4</c:v>
                </c:pt>
                <c:pt idx="4236">
                  <c:v>-0.4</c:v>
                </c:pt>
                <c:pt idx="4237">
                  <c:v>-0.4</c:v>
                </c:pt>
                <c:pt idx="4238">
                  <c:v>-0.4</c:v>
                </c:pt>
                <c:pt idx="4239">
                  <c:v>-0.4</c:v>
                </c:pt>
                <c:pt idx="4240">
                  <c:v>-0.4</c:v>
                </c:pt>
                <c:pt idx="4241">
                  <c:v>-0.4</c:v>
                </c:pt>
                <c:pt idx="4242">
                  <c:v>-0.4</c:v>
                </c:pt>
                <c:pt idx="4243">
                  <c:v>-0.4</c:v>
                </c:pt>
                <c:pt idx="4244">
                  <c:v>-0.4</c:v>
                </c:pt>
                <c:pt idx="4245">
                  <c:v>-0.4</c:v>
                </c:pt>
                <c:pt idx="4246">
                  <c:v>-0.4</c:v>
                </c:pt>
                <c:pt idx="4247">
                  <c:v>-0.4</c:v>
                </c:pt>
                <c:pt idx="4248">
                  <c:v>-0.4</c:v>
                </c:pt>
                <c:pt idx="4249">
                  <c:v>-0.4</c:v>
                </c:pt>
                <c:pt idx="4250">
                  <c:v>-0.4</c:v>
                </c:pt>
                <c:pt idx="4251">
                  <c:v>-0.4</c:v>
                </c:pt>
                <c:pt idx="4252">
                  <c:v>-0.4</c:v>
                </c:pt>
                <c:pt idx="4253">
                  <c:v>-0.4</c:v>
                </c:pt>
                <c:pt idx="4254">
                  <c:v>-0.4</c:v>
                </c:pt>
                <c:pt idx="4255">
                  <c:v>-0.4</c:v>
                </c:pt>
                <c:pt idx="4256">
                  <c:v>-0.4</c:v>
                </c:pt>
                <c:pt idx="4257">
                  <c:v>-0.4</c:v>
                </c:pt>
                <c:pt idx="4258">
                  <c:v>-0.4</c:v>
                </c:pt>
                <c:pt idx="4259">
                  <c:v>-0.4</c:v>
                </c:pt>
                <c:pt idx="4260">
                  <c:v>-0.4</c:v>
                </c:pt>
                <c:pt idx="4261">
                  <c:v>-0.4</c:v>
                </c:pt>
                <c:pt idx="4262">
                  <c:v>-0.4</c:v>
                </c:pt>
                <c:pt idx="4263">
                  <c:v>-0.4</c:v>
                </c:pt>
                <c:pt idx="4264">
                  <c:v>-0.4</c:v>
                </c:pt>
                <c:pt idx="4265">
                  <c:v>-0.4</c:v>
                </c:pt>
                <c:pt idx="4266">
                  <c:v>-0.4</c:v>
                </c:pt>
                <c:pt idx="4267">
                  <c:v>-0.4</c:v>
                </c:pt>
                <c:pt idx="4268">
                  <c:v>-0.4</c:v>
                </c:pt>
                <c:pt idx="4269">
                  <c:v>-0.4</c:v>
                </c:pt>
                <c:pt idx="4270">
                  <c:v>-0.4</c:v>
                </c:pt>
                <c:pt idx="4271">
                  <c:v>-0.4</c:v>
                </c:pt>
                <c:pt idx="4272">
                  <c:v>-0.4</c:v>
                </c:pt>
                <c:pt idx="4273">
                  <c:v>-0.4</c:v>
                </c:pt>
                <c:pt idx="4274">
                  <c:v>-0.4</c:v>
                </c:pt>
                <c:pt idx="4275">
                  <c:v>-0.4</c:v>
                </c:pt>
                <c:pt idx="4276">
                  <c:v>-0.4</c:v>
                </c:pt>
                <c:pt idx="4277">
                  <c:v>-0.4</c:v>
                </c:pt>
                <c:pt idx="4278">
                  <c:v>-0.4</c:v>
                </c:pt>
                <c:pt idx="4279">
                  <c:v>-0.4</c:v>
                </c:pt>
                <c:pt idx="4280">
                  <c:v>-0.4</c:v>
                </c:pt>
                <c:pt idx="4281">
                  <c:v>-0.4</c:v>
                </c:pt>
                <c:pt idx="4282">
                  <c:v>-0.4</c:v>
                </c:pt>
                <c:pt idx="4283">
                  <c:v>-0.4</c:v>
                </c:pt>
                <c:pt idx="4284">
                  <c:v>-0.4</c:v>
                </c:pt>
                <c:pt idx="4285">
                  <c:v>-0.4</c:v>
                </c:pt>
                <c:pt idx="4286">
                  <c:v>-0.4</c:v>
                </c:pt>
                <c:pt idx="4287">
                  <c:v>-0.4</c:v>
                </c:pt>
                <c:pt idx="4288">
                  <c:v>-0.4</c:v>
                </c:pt>
                <c:pt idx="4289">
                  <c:v>-0.4</c:v>
                </c:pt>
                <c:pt idx="4290">
                  <c:v>-0.4</c:v>
                </c:pt>
                <c:pt idx="4291">
                  <c:v>-0.4</c:v>
                </c:pt>
                <c:pt idx="4292">
                  <c:v>-0.4</c:v>
                </c:pt>
                <c:pt idx="4293">
                  <c:v>-0.4</c:v>
                </c:pt>
                <c:pt idx="4294">
                  <c:v>-0.4</c:v>
                </c:pt>
                <c:pt idx="4295">
                  <c:v>-0.4</c:v>
                </c:pt>
                <c:pt idx="4296">
                  <c:v>-0.4</c:v>
                </c:pt>
                <c:pt idx="4297">
                  <c:v>-0.4</c:v>
                </c:pt>
                <c:pt idx="4298">
                  <c:v>-0.4</c:v>
                </c:pt>
                <c:pt idx="4299">
                  <c:v>-0.4</c:v>
                </c:pt>
                <c:pt idx="4300">
                  <c:v>-0.4</c:v>
                </c:pt>
                <c:pt idx="4301">
                  <c:v>-0.4</c:v>
                </c:pt>
                <c:pt idx="4302">
                  <c:v>-0.4</c:v>
                </c:pt>
                <c:pt idx="4303">
                  <c:v>-0.4</c:v>
                </c:pt>
                <c:pt idx="4304">
                  <c:v>-0.4</c:v>
                </c:pt>
                <c:pt idx="4305">
                  <c:v>-0.4</c:v>
                </c:pt>
                <c:pt idx="4306">
                  <c:v>-0.4</c:v>
                </c:pt>
                <c:pt idx="4307">
                  <c:v>-0.4</c:v>
                </c:pt>
                <c:pt idx="4308">
                  <c:v>-0.4</c:v>
                </c:pt>
                <c:pt idx="4309">
                  <c:v>-0.4</c:v>
                </c:pt>
                <c:pt idx="4310">
                  <c:v>-0.4</c:v>
                </c:pt>
                <c:pt idx="4311">
                  <c:v>-0.4</c:v>
                </c:pt>
                <c:pt idx="4312">
                  <c:v>-0.4</c:v>
                </c:pt>
                <c:pt idx="4313">
                  <c:v>-0.4</c:v>
                </c:pt>
                <c:pt idx="4314">
                  <c:v>-0.4</c:v>
                </c:pt>
                <c:pt idx="4315">
                  <c:v>-0.4</c:v>
                </c:pt>
                <c:pt idx="4316">
                  <c:v>-0.4</c:v>
                </c:pt>
                <c:pt idx="4317">
                  <c:v>-0.4</c:v>
                </c:pt>
                <c:pt idx="4318">
                  <c:v>-0.4</c:v>
                </c:pt>
                <c:pt idx="4319">
                  <c:v>-0.4</c:v>
                </c:pt>
                <c:pt idx="4320">
                  <c:v>-0.4</c:v>
                </c:pt>
                <c:pt idx="4321">
                  <c:v>-0.4</c:v>
                </c:pt>
                <c:pt idx="4322">
                  <c:v>-0.4</c:v>
                </c:pt>
                <c:pt idx="4323">
                  <c:v>-0.4</c:v>
                </c:pt>
                <c:pt idx="4324">
                  <c:v>-0.4</c:v>
                </c:pt>
                <c:pt idx="4325">
                  <c:v>-0.4</c:v>
                </c:pt>
                <c:pt idx="4326">
                  <c:v>-0.4</c:v>
                </c:pt>
                <c:pt idx="4327">
                  <c:v>-0.4</c:v>
                </c:pt>
                <c:pt idx="4328">
                  <c:v>-0.4</c:v>
                </c:pt>
                <c:pt idx="4329">
                  <c:v>-0.4</c:v>
                </c:pt>
                <c:pt idx="4330">
                  <c:v>-0.4</c:v>
                </c:pt>
                <c:pt idx="4331">
                  <c:v>-0.4</c:v>
                </c:pt>
                <c:pt idx="4332">
                  <c:v>-0.4</c:v>
                </c:pt>
                <c:pt idx="4333">
                  <c:v>-0.4</c:v>
                </c:pt>
                <c:pt idx="4334">
                  <c:v>-0.4</c:v>
                </c:pt>
                <c:pt idx="4335">
                  <c:v>-0.4</c:v>
                </c:pt>
                <c:pt idx="4336">
                  <c:v>-0.4</c:v>
                </c:pt>
                <c:pt idx="4337">
                  <c:v>-0.4</c:v>
                </c:pt>
                <c:pt idx="4338">
                  <c:v>-0.4</c:v>
                </c:pt>
                <c:pt idx="4339">
                  <c:v>-0.4</c:v>
                </c:pt>
                <c:pt idx="4340">
                  <c:v>-0.4</c:v>
                </c:pt>
                <c:pt idx="4341">
                  <c:v>-0.4</c:v>
                </c:pt>
                <c:pt idx="4342">
                  <c:v>-0.4</c:v>
                </c:pt>
                <c:pt idx="4343">
                  <c:v>-0.4</c:v>
                </c:pt>
                <c:pt idx="4344">
                  <c:v>-0.4</c:v>
                </c:pt>
                <c:pt idx="4345">
                  <c:v>-0.4</c:v>
                </c:pt>
                <c:pt idx="4346">
                  <c:v>-0.4</c:v>
                </c:pt>
                <c:pt idx="4347">
                  <c:v>-0.4</c:v>
                </c:pt>
                <c:pt idx="4348">
                  <c:v>-0.4</c:v>
                </c:pt>
                <c:pt idx="4349">
                  <c:v>-0.4</c:v>
                </c:pt>
                <c:pt idx="4350">
                  <c:v>-0.4</c:v>
                </c:pt>
                <c:pt idx="4351">
                  <c:v>-0.4</c:v>
                </c:pt>
                <c:pt idx="4352">
                  <c:v>-0.4</c:v>
                </c:pt>
                <c:pt idx="4353">
                  <c:v>-0.4</c:v>
                </c:pt>
                <c:pt idx="4354">
                  <c:v>-0.4</c:v>
                </c:pt>
                <c:pt idx="4355">
                  <c:v>-0.4</c:v>
                </c:pt>
                <c:pt idx="4356">
                  <c:v>-0.4</c:v>
                </c:pt>
                <c:pt idx="4357">
                  <c:v>-0.4</c:v>
                </c:pt>
                <c:pt idx="4358">
                  <c:v>-0.4</c:v>
                </c:pt>
                <c:pt idx="4359">
                  <c:v>-0.4</c:v>
                </c:pt>
                <c:pt idx="4360">
                  <c:v>-0.4</c:v>
                </c:pt>
                <c:pt idx="4361">
                  <c:v>-0.4</c:v>
                </c:pt>
                <c:pt idx="4362">
                  <c:v>-0.4</c:v>
                </c:pt>
                <c:pt idx="4363">
                  <c:v>-0.4</c:v>
                </c:pt>
                <c:pt idx="4364">
                  <c:v>-0.4</c:v>
                </c:pt>
                <c:pt idx="4365">
                  <c:v>-0.4</c:v>
                </c:pt>
                <c:pt idx="4366">
                  <c:v>-0.4</c:v>
                </c:pt>
                <c:pt idx="4367">
                  <c:v>-0.4</c:v>
                </c:pt>
                <c:pt idx="4368">
                  <c:v>-0.4</c:v>
                </c:pt>
                <c:pt idx="4369">
                  <c:v>-0.4</c:v>
                </c:pt>
                <c:pt idx="4370">
                  <c:v>-0.4</c:v>
                </c:pt>
                <c:pt idx="4371">
                  <c:v>-0.4</c:v>
                </c:pt>
                <c:pt idx="4372">
                  <c:v>-0.4</c:v>
                </c:pt>
                <c:pt idx="4373">
                  <c:v>-0.4</c:v>
                </c:pt>
                <c:pt idx="4374">
                  <c:v>-0.4</c:v>
                </c:pt>
                <c:pt idx="4375">
                  <c:v>-0.4</c:v>
                </c:pt>
                <c:pt idx="4376">
                  <c:v>-0.4</c:v>
                </c:pt>
                <c:pt idx="4377">
                  <c:v>-0.4</c:v>
                </c:pt>
                <c:pt idx="4378">
                  <c:v>-0.4</c:v>
                </c:pt>
                <c:pt idx="4379">
                  <c:v>-0.4</c:v>
                </c:pt>
                <c:pt idx="4380">
                  <c:v>-0.4</c:v>
                </c:pt>
                <c:pt idx="4381">
                  <c:v>-0.4</c:v>
                </c:pt>
                <c:pt idx="4382">
                  <c:v>-0.4</c:v>
                </c:pt>
                <c:pt idx="4383">
                  <c:v>-0.4</c:v>
                </c:pt>
                <c:pt idx="4384">
                  <c:v>-0.4</c:v>
                </c:pt>
                <c:pt idx="4385">
                  <c:v>-0.4</c:v>
                </c:pt>
                <c:pt idx="4386">
                  <c:v>-0.4</c:v>
                </c:pt>
                <c:pt idx="4387">
                  <c:v>-0.4</c:v>
                </c:pt>
                <c:pt idx="4388">
                  <c:v>-0.4</c:v>
                </c:pt>
                <c:pt idx="4389">
                  <c:v>-0.4</c:v>
                </c:pt>
                <c:pt idx="4390">
                  <c:v>-0.4</c:v>
                </c:pt>
                <c:pt idx="4391">
                  <c:v>-0.4</c:v>
                </c:pt>
                <c:pt idx="4392">
                  <c:v>-0.4</c:v>
                </c:pt>
                <c:pt idx="4393">
                  <c:v>-0.4</c:v>
                </c:pt>
                <c:pt idx="4394">
                  <c:v>-0.4</c:v>
                </c:pt>
                <c:pt idx="4395">
                  <c:v>-0.4</c:v>
                </c:pt>
                <c:pt idx="4396">
                  <c:v>-0.4</c:v>
                </c:pt>
                <c:pt idx="4397">
                  <c:v>-0.4</c:v>
                </c:pt>
                <c:pt idx="4398">
                  <c:v>-0.4</c:v>
                </c:pt>
                <c:pt idx="4399">
                  <c:v>-0.4</c:v>
                </c:pt>
                <c:pt idx="4400">
                  <c:v>-0.4</c:v>
                </c:pt>
                <c:pt idx="4401">
                  <c:v>-0.4</c:v>
                </c:pt>
                <c:pt idx="4402">
                  <c:v>-0.4</c:v>
                </c:pt>
                <c:pt idx="4403">
                  <c:v>-0.4</c:v>
                </c:pt>
                <c:pt idx="4404">
                  <c:v>-0.4</c:v>
                </c:pt>
                <c:pt idx="4405">
                  <c:v>-0.4</c:v>
                </c:pt>
                <c:pt idx="4406">
                  <c:v>-0.4</c:v>
                </c:pt>
                <c:pt idx="4407">
                  <c:v>-0.4</c:v>
                </c:pt>
                <c:pt idx="4408">
                  <c:v>-0.4</c:v>
                </c:pt>
                <c:pt idx="4409">
                  <c:v>-0.4</c:v>
                </c:pt>
                <c:pt idx="4410">
                  <c:v>-0.4</c:v>
                </c:pt>
                <c:pt idx="4411">
                  <c:v>-0.4</c:v>
                </c:pt>
                <c:pt idx="4412">
                  <c:v>-0.4</c:v>
                </c:pt>
                <c:pt idx="4413">
                  <c:v>-0.4</c:v>
                </c:pt>
                <c:pt idx="4414">
                  <c:v>-0.4</c:v>
                </c:pt>
                <c:pt idx="4415">
                  <c:v>-0.4</c:v>
                </c:pt>
                <c:pt idx="4416">
                  <c:v>-0.4</c:v>
                </c:pt>
                <c:pt idx="4417">
                  <c:v>-0.4</c:v>
                </c:pt>
                <c:pt idx="4418">
                  <c:v>-0.4</c:v>
                </c:pt>
                <c:pt idx="4419">
                  <c:v>-0.4</c:v>
                </c:pt>
                <c:pt idx="4420">
                  <c:v>-0.4</c:v>
                </c:pt>
                <c:pt idx="4421">
                  <c:v>-0.4</c:v>
                </c:pt>
                <c:pt idx="4422">
                  <c:v>-0.4</c:v>
                </c:pt>
                <c:pt idx="4423">
                  <c:v>-0.4</c:v>
                </c:pt>
                <c:pt idx="4424">
                  <c:v>-0.4</c:v>
                </c:pt>
                <c:pt idx="4425">
                  <c:v>-0.4</c:v>
                </c:pt>
                <c:pt idx="4426">
                  <c:v>-0.4</c:v>
                </c:pt>
                <c:pt idx="4427">
                  <c:v>-0.4</c:v>
                </c:pt>
                <c:pt idx="4428">
                  <c:v>-0.4</c:v>
                </c:pt>
                <c:pt idx="4429">
                  <c:v>-0.4</c:v>
                </c:pt>
                <c:pt idx="4430">
                  <c:v>-0.4</c:v>
                </c:pt>
                <c:pt idx="4431">
                  <c:v>-0.4</c:v>
                </c:pt>
                <c:pt idx="4432">
                  <c:v>-0.4</c:v>
                </c:pt>
                <c:pt idx="4433">
                  <c:v>-0.4</c:v>
                </c:pt>
                <c:pt idx="4434">
                  <c:v>-0.4</c:v>
                </c:pt>
                <c:pt idx="4435">
                  <c:v>-0.4</c:v>
                </c:pt>
                <c:pt idx="4436">
                  <c:v>-0.4</c:v>
                </c:pt>
                <c:pt idx="4437">
                  <c:v>-0.4</c:v>
                </c:pt>
                <c:pt idx="4438">
                  <c:v>-0.4</c:v>
                </c:pt>
                <c:pt idx="4439">
                  <c:v>-0.4</c:v>
                </c:pt>
                <c:pt idx="4440">
                  <c:v>-0.4</c:v>
                </c:pt>
                <c:pt idx="4441">
                  <c:v>-0.4</c:v>
                </c:pt>
                <c:pt idx="4442">
                  <c:v>-0.4</c:v>
                </c:pt>
                <c:pt idx="4443">
                  <c:v>-0.4</c:v>
                </c:pt>
                <c:pt idx="4444">
                  <c:v>-0.4</c:v>
                </c:pt>
                <c:pt idx="4445">
                  <c:v>-0.4</c:v>
                </c:pt>
                <c:pt idx="4446">
                  <c:v>-0.4</c:v>
                </c:pt>
                <c:pt idx="4447">
                  <c:v>-0.4</c:v>
                </c:pt>
                <c:pt idx="4448">
                  <c:v>-0.4</c:v>
                </c:pt>
                <c:pt idx="4449">
                  <c:v>-0.4</c:v>
                </c:pt>
                <c:pt idx="4450">
                  <c:v>-0.4</c:v>
                </c:pt>
                <c:pt idx="4451">
                  <c:v>-0.4</c:v>
                </c:pt>
                <c:pt idx="4452">
                  <c:v>-0.4</c:v>
                </c:pt>
                <c:pt idx="4453">
                  <c:v>-0.4</c:v>
                </c:pt>
                <c:pt idx="4454">
                  <c:v>-0.4</c:v>
                </c:pt>
                <c:pt idx="4455">
                  <c:v>-0.4</c:v>
                </c:pt>
                <c:pt idx="4456">
                  <c:v>-0.4</c:v>
                </c:pt>
                <c:pt idx="4457">
                  <c:v>-0.4</c:v>
                </c:pt>
                <c:pt idx="4458">
                  <c:v>-0.4</c:v>
                </c:pt>
                <c:pt idx="4459">
                  <c:v>-0.4</c:v>
                </c:pt>
                <c:pt idx="4460">
                  <c:v>-0.4</c:v>
                </c:pt>
                <c:pt idx="4461">
                  <c:v>-0.4</c:v>
                </c:pt>
                <c:pt idx="4462">
                  <c:v>-0.4</c:v>
                </c:pt>
                <c:pt idx="4463">
                  <c:v>-0.4</c:v>
                </c:pt>
                <c:pt idx="4464">
                  <c:v>-0.4</c:v>
                </c:pt>
                <c:pt idx="4465">
                  <c:v>-0.4</c:v>
                </c:pt>
                <c:pt idx="4466">
                  <c:v>-0.4</c:v>
                </c:pt>
                <c:pt idx="4467">
                  <c:v>-0.4</c:v>
                </c:pt>
                <c:pt idx="4468">
                  <c:v>-0.4</c:v>
                </c:pt>
                <c:pt idx="4469">
                  <c:v>-0.4</c:v>
                </c:pt>
                <c:pt idx="4470">
                  <c:v>-0.4</c:v>
                </c:pt>
                <c:pt idx="4471">
                  <c:v>-0.4</c:v>
                </c:pt>
                <c:pt idx="4472">
                  <c:v>-0.4</c:v>
                </c:pt>
                <c:pt idx="4473">
                  <c:v>-0.4</c:v>
                </c:pt>
                <c:pt idx="4474">
                  <c:v>-0.4</c:v>
                </c:pt>
                <c:pt idx="4475">
                  <c:v>-0.4</c:v>
                </c:pt>
                <c:pt idx="4476">
                  <c:v>-0.4</c:v>
                </c:pt>
                <c:pt idx="4477">
                  <c:v>-0.4</c:v>
                </c:pt>
                <c:pt idx="4478">
                  <c:v>-0.4</c:v>
                </c:pt>
                <c:pt idx="4479">
                  <c:v>-0.4</c:v>
                </c:pt>
                <c:pt idx="4480">
                  <c:v>-0.4</c:v>
                </c:pt>
                <c:pt idx="4481">
                  <c:v>-0.4</c:v>
                </c:pt>
                <c:pt idx="4482">
                  <c:v>-0.4</c:v>
                </c:pt>
                <c:pt idx="4483">
                  <c:v>-0.4</c:v>
                </c:pt>
                <c:pt idx="4484">
                  <c:v>-0.4</c:v>
                </c:pt>
                <c:pt idx="4485">
                  <c:v>-0.4</c:v>
                </c:pt>
                <c:pt idx="4486">
                  <c:v>-0.4</c:v>
                </c:pt>
                <c:pt idx="4487">
                  <c:v>-0.4</c:v>
                </c:pt>
                <c:pt idx="4488">
                  <c:v>-0.4</c:v>
                </c:pt>
                <c:pt idx="4489">
                  <c:v>-0.4</c:v>
                </c:pt>
                <c:pt idx="4490">
                  <c:v>-0.4</c:v>
                </c:pt>
                <c:pt idx="4491">
                  <c:v>-0.4</c:v>
                </c:pt>
                <c:pt idx="4492">
                  <c:v>-0.4</c:v>
                </c:pt>
                <c:pt idx="4493">
                  <c:v>-0.4</c:v>
                </c:pt>
                <c:pt idx="4494">
                  <c:v>-0.4</c:v>
                </c:pt>
                <c:pt idx="4495">
                  <c:v>-0.4</c:v>
                </c:pt>
                <c:pt idx="4496">
                  <c:v>-0.4</c:v>
                </c:pt>
                <c:pt idx="4497">
                  <c:v>-0.4</c:v>
                </c:pt>
                <c:pt idx="4498">
                  <c:v>-0.4</c:v>
                </c:pt>
                <c:pt idx="4499">
                  <c:v>-0.4</c:v>
                </c:pt>
                <c:pt idx="4500">
                  <c:v>-0.4</c:v>
                </c:pt>
                <c:pt idx="4501">
                  <c:v>-0.4</c:v>
                </c:pt>
                <c:pt idx="4502">
                  <c:v>-0.4</c:v>
                </c:pt>
                <c:pt idx="4503">
                  <c:v>-0.4</c:v>
                </c:pt>
                <c:pt idx="4504">
                  <c:v>-0.4</c:v>
                </c:pt>
                <c:pt idx="4505">
                  <c:v>-0.4</c:v>
                </c:pt>
                <c:pt idx="4506">
                  <c:v>-0.4</c:v>
                </c:pt>
                <c:pt idx="4507">
                  <c:v>-0.4</c:v>
                </c:pt>
                <c:pt idx="4508">
                  <c:v>-0.4</c:v>
                </c:pt>
                <c:pt idx="4509">
                  <c:v>-0.4</c:v>
                </c:pt>
                <c:pt idx="4510">
                  <c:v>-0.4</c:v>
                </c:pt>
                <c:pt idx="4511">
                  <c:v>-0.4</c:v>
                </c:pt>
                <c:pt idx="4512">
                  <c:v>-0.4</c:v>
                </c:pt>
                <c:pt idx="4513">
                  <c:v>-0.4</c:v>
                </c:pt>
                <c:pt idx="4514">
                  <c:v>-0.4</c:v>
                </c:pt>
                <c:pt idx="4515">
                  <c:v>-0.4</c:v>
                </c:pt>
                <c:pt idx="4516">
                  <c:v>-0.4</c:v>
                </c:pt>
                <c:pt idx="4517">
                  <c:v>-0.4</c:v>
                </c:pt>
                <c:pt idx="4518">
                  <c:v>-0.4</c:v>
                </c:pt>
                <c:pt idx="4519">
                  <c:v>-0.4</c:v>
                </c:pt>
                <c:pt idx="4520">
                  <c:v>-0.4</c:v>
                </c:pt>
                <c:pt idx="4521">
                  <c:v>-0.4</c:v>
                </c:pt>
                <c:pt idx="4522">
                  <c:v>-0.4</c:v>
                </c:pt>
                <c:pt idx="4523">
                  <c:v>-0.4</c:v>
                </c:pt>
                <c:pt idx="4524">
                  <c:v>-0.4</c:v>
                </c:pt>
                <c:pt idx="4525">
                  <c:v>-0.4</c:v>
                </c:pt>
                <c:pt idx="4526">
                  <c:v>-0.4</c:v>
                </c:pt>
                <c:pt idx="4527">
                  <c:v>-0.4</c:v>
                </c:pt>
                <c:pt idx="4528">
                  <c:v>-0.4</c:v>
                </c:pt>
                <c:pt idx="4529">
                  <c:v>-0.4</c:v>
                </c:pt>
                <c:pt idx="4530">
                  <c:v>-0.4</c:v>
                </c:pt>
                <c:pt idx="4531">
                  <c:v>-0.4</c:v>
                </c:pt>
                <c:pt idx="4532">
                  <c:v>-0.4</c:v>
                </c:pt>
                <c:pt idx="4533">
                  <c:v>-0.4</c:v>
                </c:pt>
                <c:pt idx="4534">
                  <c:v>-0.4</c:v>
                </c:pt>
                <c:pt idx="4535">
                  <c:v>-0.4</c:v>
                </c:pt>
                <c:pt idx="4536">
                  <c:v>-0.4</c:v>
                </c:pt>
                <c:pt idx="4537">
                  <c:v>-0.4</c:v>
                </c:pt>
                <c:pt idx="4538">
                  <c:v>-0.4</c:v>
                </c:pt>
                <c:pt idx="4539">
                  <c:v>-0.4</c:v>
                </c:pt>
                <c:pt idx="4540">
                  <c:v>-0.4</c:v>
                </c:pt>
                <c:pt idx="4541">
                  <c:v>-0.4</c:v>
                </c:pt>
                <c:pt idx="4542">
                  <c:v>-0.4</c:v>
                </c:pt>
                <c:pt idx="4543">
                  <c:v>-0.4</c:v>
                </c:pt>
                <c:pt idx="4544">
                  <c:v>-0.4</c:v>
                </c:pt>
                <c:pt idx="4545">
                  <c:v>-0.4</c:v>
                </c:pt>
                <c:pt idx="4546">
                  <c:v>-0.4</c:v>
                </c:pt>
                <c:pt idx="4547">
                  <c:v>-0.4</c:v>
                </c:pt>
                <c:pt idx="4548">
                  <c:v>-0.4</c:v>
                </c:pt>
                <c:pt idx="4549">
                  <c:v>-0.4</c:v>
                </c:pt>
                <c:pt idx="4550">
                  <c:v>-0.4</c:v>
                </c:pt>
                <c:pt idx="4551">
                  <c:v>-0.4</c:v>
                </c:pt>
                <c:pt idx="4552">
                  <c:v>-0.4</c:v>
                </c:pt>
                <c:pt idx="4553">
                  <c:v>-0.4</c:v>
                </c:pt>
                <c:pt idx="4554">
                  <c:v>-0.4</c:v>
                </c:pt>
                <c:pt idx="4555">
                  <c:v>-0.4</c:v>
                </c:pt>
                <c:pt idx="4556">
                  <c:v>-0.4</c:v>
                </c:pt>
                <c:pt idx="4557">
                  <c:v>-0.4</c:v>
                </c:pt>
                <c:pt idx="4558">
                  <c:v>-0.4</c:v>
                </c:pt>
                <c:pt idx="4559">
                  <c:v>-0.4</c:v>
                </c:pt>
                <c:pt idx="4560">
                  <c:v>-0.4</c:v>
                </c:pt>
                <c:pt idx="4561">
                  <c:v>-0.4</c:v>
                </c:pt>
                <c:pt idx="4562">
                  <c:v>-0.4</c:v>
                </c:pt>
                <c:pt idx="4563">
                  <c:v>-0.4</c:v>
                </c:pt>
                <c:pt idx="4564">
                  <c:v>-0.4</c:v>
                </c:pt>
                <c:pt idx="4565">
                  <c:v>-0.4</c:v>
                </c:pt>
                <c:pt idx="4566">
                  <c:v>-0.4</c:v>
                </c:pt>
                <c:pt idx="4567">
                  <c:v>-0.4</c:v>
                </c:pt>
                <c:pt idx="4568">
                  <c:v>-0.4</c:v>
                </c:pt>
                <c:pt idx="4569">
                  <c:v>-0.4</c:v>
                </c:pt>
                <c:pt idx="4570">
                  <c:v>-0.4</c:v>
                </c:pt>
                <c:pt idx="4571">
                  <c:v>-0.4</c:v>
                </c:pt>
                <c:pt idx="4572">
                  <c:v>-0.4</c:v>
                </c:pt>
                <c:pt idx="4573">
                  <c:v>-0.4</c:v>
                </c:pt>
                <c:pt idx="4574">
                  <c:v>-0.4</c:v>
                </c:pt>
                <c:pt idx="4575">
                  <c:v>-0.4</c:v>
                </c:pt>
                <c:pt idx="4576">
                  <c:v>-0.4</c:v>
                </c:pt>
                <c:pt idx="4577">
                  <c:v>-0.4</c:v>
                </c:pt>
                <c:pt idx="4578">
                  <c:v>-0.4</c:v>
                </c:pt>
                <c:pt idx="4579">
                  <c:v>-0.4</c:v>
                </c:pt>
                <c:pt idx="4580">
                  <c:v>-0.4</c:v>
                </c:pt>
                <c:pt idx="4581">
                  <c:v>-0.4</c:v>
                </c:pt>
                <c:pt idx="4582">
                  <c:v>-0.4</c:v>
                </c:pt>
                <c:pt idx="4583">
                  <c:v>-0.4</c:v>
                </c:pt>
                <c:pt idx="4584">
                  <c:v>-0.4</c:v>
                </c:pt>
                <c:pt idx="4585">
                  <c:v>-0.4</c:v>
                </c:pt>
                <c:pt idx="4586">
                  <c:v>-0.4</c:v>
                </c:pt>
                <c:pt idx="4587">
                  <c:v>-0.4</c:v>
                </c:pt>
                <c:pt idx="4588">
                  <c:v>-0.4</c:v>
                </c:pt>
                <c:pt idx="4589">
                  <c:v>-0.4</c:v>
                </c:pt>
                <c:pt idx="4590">
                  <c:v>-0.4</c:v>
                </c:pt>
                <c:pt idx="4591">
                  <c:v>-0.4</c:v>
                </c:pt>
                <c:pt idx="4592">
                  <c:v>-0.4</c:v>
                </c:pt>
                <c:pt idx="4593">
                  <c:v>-0.4</c:v>
                </c:pt>
                <c:pt idx="4594">
                  <c:v>-0.4</c:v>
                </c:pt>
                <c:pt idx="4595">
                  <c:v>-0.4</c:v>
                </c:pt>
                <c:pt idx="4596">
                  <c:v>-0.4</c:v>
                </c:pt>
                <c:pt idx="4597">
                  <c:v>-0.4</c:v>
                </c:pt>
                <c:pt idx="4598">
                  <c:v>-0.4</c:v>
                </c:pt>
                <c:pt idx="4599">
                  <c:v>-0.4</c:v>
                </c:pt>
                <c:pt idx="4600">
                  <c:v>-0.4</c:v>
                </c:pt>
                <c:pt idx="4601">
                  <c:v>-0.4</c:v>
                </c:pt>
                <c:pt idx="4602">
                  <c:v>-0.4</c:v>
                </c:pt>
                <c:pt idx="4603">
                  <c:v>-0.4</c:v>
                </c:pt>
                <c:pt idx="4604">
                  <c:v>-0.4</c:v>
                </c:pt>
                <c:pt idx="4605">
                  <c:v>-0.4</c:v>
                </c:pt>
                <c:pt idx="4606">
                  <c:v>-0.4</c:v>
                </c:pt>
                <c:pt idx="4607">
                  <c:v>-0.4</c:v>
                </c:pt>
                <c:pt idx="4608">
                  <c:v>-0.4</c:v>
                </c:pt>
                <c:pt idx="4609">
                  <c:v>-0.4</c:v>
                </c:pt>
                <c:pt idx="4610">
                  <c:v>-0.4</c:v>
                </c:pt>
                <c:pt idx="4611">
                  <c:v>-0.4</c:v>
                </c:pt>
                <c:pt idx="4612">
                  <c:v>-0.4</c:v>
                </c:pt>
                <c:pt idx="4613">
                  <c:v>-0.4</c:v>
                </c:pt>
                <c:pt idx="4614">
                  <c:v>-0.4</c:v>
                </c:pt>
                <c:pt idx="4615">
                  <c:v>-0.4</c:v>
                </c:pt>
                <c:pt idx="4616">
                  <c:v>-0.4</c:v>
                </c:pt>
                <c:pt idx="4617">
                  <c:v>-0.4</c:v>
                </c:pt>
                <c:pt idx="4618">
                  <c:v>-0.4</c:v>
                </c:pt>
                <c:pt idx="4619">
                  <c:v>-0.4</c:v>
                </c:pt>
                <c:pt idx="4620">
                  <c:v>-0.4</c:v>
                </c:pt>
                <c:pt idx="4621">
                  <c:v>-0.4</c:v>
                </c:pt>
                <c:pt idx="4622">
                  <c:v>-0.4</c:v>
                </c:pt>
                <c:pt idx="4623">
                  <c:v>-0.4</c:v>
                </c:pt>
                <c:pt idx="4624">
                  <c:v>-0.4</c:v>
                </c:pt>
                <c:pt idx="4625">
                  <c:v>-0.4</c:v>
                </c:pt>
                <c:pt idx="4626">
                  <c:v>-0.4</c:v>
                </c:pt>
                <c:pt idx="4627">
                  <c:v>-0.4</c:v>
                </c:pt>
                <c:pt idx="4628">
                  <c:v>-0.4</c:v>
                </c:pt>
                <c:pt idx="4629">
                  <c:v>-0.4</c:v>
                </c:pt>
                <c:pt idx="4630">
                  <c:v>-0.4</c:v>
                </c:pt>
                <c:pt idx="4631">
                  <c:v>-0.4</c:v>
                </c:pt>
                <c:pt idx="4632">
                  <c:v>-0.4</c:v>
                </c:pt>
                <c:pt idx="4633">
                  <c:v>-0.4</c:v>
                </c:pt>
                <c:pt idx="4634">
                  <c:v>-0.4</c:v>
                </c:pt>
                <c:pt idx="4635">
                  <c:v>-0.4</c:v>
                </c:pt>
                <c:pt idx="4636">
                  <c:v>-0.4</c:v>
                </c:pt>
                <c:pt idx="4637">
                  <c:v>-0.4</c:v>
                </c:pt>
                <c:pt idx="4638">
                  <c:v>-0.4</c:v>
                </c:pt>
                <c:pt idx="4639">
                  <c:v>-0.4</c:v>
                </c:pt>
                <c:pt idx="4640">
                  <c:v>-0.4</c:v>
                </c:pt>
                <c:pt idx="4641">
                  <c:v>-0.4</c:v>
                </c:pt>
                <c:pt idx="4642">
                  <c:v>-0.4</c:v>
                </c:pt>
                <c:pt idx="4643">
                  <c:v>-0.4</c:v>
                </c:pt>
                <c:pt idx="4644">
                  <c:v>-0.4</c:v>
                </c:pt>
                <c:pt idx="4645">
                  <c:v>-0.4</c:v>
                </c:pt>
                <c:pt idx="4646">
                  <c:v>-0.4</c:v>
                </c:pt>
                <c:pt idx="4647">
                  <c:v>-0.4</c:v>
                </c:pt>
                <c:pt idx="4648">
                  <c:v>-0.4</c:v>
                </c:pt>
                <c:pt idx="4649">
                  <c:v>-0.4</c:v>
                </c:pt>
                <c:pt idx="4650">
                  <c:v>-0.4</c:v>
                </c:pt>
                <c:pt idx="4651">
                  <c:v>-0.4</c:v>
                </c:pt>
                <c:pt idx="4652">
                  <c:v>-0.4</c:v>
                </c:pt>
                <c:pt idx="4653">
                  <c:v>-0.4</c:v>
                </c:pt>
                <c:pt idx="4654">
                  <c:v>-0.4</c:v>
                </c:pt>
                <c:pt idx="4655">
                  <c:v>-0.4</c:v>
                </c:pt>
                <c:pt idx="4656">
                  <c:v>-0.4</c:v>
                </c:pt>
                <c:pt idx="4657">
                  <c:v>-0.4</c:v>
                </c:pt>
                <c:pt idx="4658">
                  <c:v>-0.4</c:v>
                </c:pt>
                <c:pt idx="4659">
                  <c:v>-0.4</c:v>
                </c:pt>
                <c:pt idx="4660">
                  <c:v>-0.4</c:v>
                </c:pt>
                <c:pt idx="4661">
                  <c:v>-0.4</c:v>
                </c:pt>
                <c:pt idx="4662">
                  <c:v>-0.4</c:v>
                </c:pt>
                <c:pt idx="4663">
                  <c:v>-0.4</c:v>
                </c:pt>
                <c:pt idx="4664">
                  <c:v>-0.4</c:v>
                </c:pt>
                <c:pt idx="4665">
                  <c:v>-0.4</c:v>
                </c:pt>
                <c:pt idx="4666">
                  <c:v>-0.4</c:v>
                </c:pt>
                <c:pt idx="4667">
                  <c:v>-0.4</c:v>
                </c:pt>
                <c:pt idx="4668">
                  <c:v>-0.4</c:v>
                </c:pt>
                <c:pt idx="4669">
                  <c:v>-0.4</c:v>
                </c:pt>
                <c:pt idx="4670">
                  <c:v>-0.4</c:v>
                </c:pt>
                <c:pt idx="4671">
                  <c:v>-0.4</c:v>
                </c:pt>
                <c:pt idx="4672">
                  <c:v>-0.4</c:v>
                </c:pt>
                <c:pt idx="4673">
                  <c:v>-0.4</c:v>
                </c:pt>
                <c:pt idx="4674">
                  <c:v>-0.4</c:v>
                </c:pt>
                <c:pt idx="4675">
                  <c:v>-0.4</c:v>
                </c:pt>
                <c:pt idx="4676">
                  <c:v>-0.4</c:v>
                </c:pt>
                <c:pt idx="4677">
                  <c:v>-0.4</c:v>
                </c:pt>
                <c:pt idx="4678">
                  <c:v>-0.4</c:v>
                </c:pt>
                <c:pt idx="4679">
                  <c:v>-0.4</c:v>
                </c:pt>
                <c:pt idx="4680">
                  <c:v>-0.4</c:v>
                </c:pt>
                <c:pt idx="4681">
                  <c:v>-0.4</c:v>
                </c:pt>
                <c:pt idx="4682">
                  <c:v>-0.4</c:v>
                </c:pt>
                <c:pt idx="4683">
                  <c:v>-0.4</c:v>
                </c:pt>
                <c:pt idx="4684">
                  <c:v>-0.4</c:v>
                </c:pt>
                <c:pt idx="4685">
                  <c:v>-0.4</c:v>
                </c:pt>
                <c:pt idx="4686">
                  <c:v>-0.4</c:v>
                </c:pt>
                <c:pt idx="4687">
                  <c:v>-0.4</c:v>
                </c:pt>
                <c:pt idx="4688">
                  <c:v>-0.4</c:v>
                </c:pt>
                <c:pt idx="4689">
                  <c:v>-0.4</c:v>
                </c:pt>
                <c:pt idx="4690">
                  <c:v>-0.4</c:v>
                </c:pt>
                <c:pt idx="4691">
                  <c:v>-0.4</c:v>
                </c:pt>
                <c:pt idx="4692">
                  <c:v>-0.4</c:v>
                </c:pt>
                <c:pt idx="4693">
                  <c:v>-0.4</c:v>
                </c:pt>
                <c:pt idx="4694">
                  <c:v>-0.4</c:v>
                </c:pt>
                <c:pt idx="4695">
                  <c:v>-0.4</c:v>
                </c:pt>
                <c:pt idx="4696">
                  <c:v>-0.4</c:v>
                </c:pt>
                <c:pt idx="4697">
                  <c:v>-0.4</c:v>
                </c:pt>
                <c:pt idx="4698">
                  <c:v>-0.4</c:v>
                </c:pt>
                <c:pt idx="4699">
                  <c:v>-0.4</c:v>
                </c:pt>
                <c:pt idx="4700">
                  <c:v>-0.4</c:v>
                </c:pt>
                <c:pt idx="4701">
                  <c:v>-0.4</c:v>
                </c:pt>
                <c:pt idx="4702">
                  <c:v>-0.4</c:v>
                </c:pt>
                <c:pt idx="4703">
                  <c:v>-0.4</c:v>
                </c:pt>
                <c:pt idx="4704">
                  <c:v>-0.4</c:v>
                </c:pt>
                <c:pt idx="4705">
                  <c:v>-0.4</c:v>
                </c:pt>
                <c:pt idx="4706">
                  <c:v>-0.4</c:v>
                </c:pt>
                <c:pt idx="4707">
                  <c:v>-0.4</c:v>
                </c:pt>
                <c:pt idx="4708">
                  <c:v>-0.4</c:v>
                </c:pt>
                <c:pt idx="4709">
                  <c:v>-0.4</c:v>
                </c:pt>
                <c:pt idx="4710">
                  <c:v>-0.4</c:v>
                </c:pt>
                <c:pt idx="4711">
                  <c:v>-0.4</c:v>
                </c:pt>
                <c:pt idx="4712">
                  <c:v>-0.4</c:v>
                </c:pt>
                <c:pt idx="4713">
                  <c:v>-0.4</c:v>
                </c:pt>
                <c:pt idx="4714">
                  <c:v>-0.4</c:v>
                </c:pt>
                <c:pt idx="4715">
                  <c:v>-0.4</c:v>
                </c:pt>
                <c:pt idx="4716">
                  <c:v>-0.4</c:v>
                </c:pt>
                <c:pt idx="4717">
                  <c:v>-0.4</c:v>
                </c:pt>
                <c:pt idx="4718">
                  <c:v>-0.4</c:v>
                </c:pt>
                <c:pt idx="4719">
                  <c:v>-0.4</c:v>
                </c:pt>
                <c:pt idx="4720">
                  <c:v>-0.4</c:v>
                </c:pt>
                <c:pt idx="4721">
                  <c:v>-0.4</c:v>
                </c:pt>
                <c:pt idx="4722">
                  <c:v>-0.4</c:v>
                </c:pt>
                <c:pt idx="4723">
                  <c:v>-0.4</c:v>
                </c:pt>
                <c:pt idx="4724">
                  <c:v>-0.4</c:v>
                </c:pt>
                <c:pt idx="4725">
                  <c:v>-0.4</c:v>
                </c:pt>
                <c:pt idx="4726">
                  <c:v>-0.4</c:v>
                </c:pt>
                <c:pt idx="4727">
                  <c:v>-0.4</c:v>
                </c:pt>
                <c:pt idx="4728">
                  <c:v>-0.4</c:v>
                </c:pt>
                <c:pt idx="4729">
                  <c:v>-0.4</c:v>
                </c:pt>
                <c:pt idx="4730">
                  <c:v>-0.4</c:v>
                </c:pt>
                <c:pt idx="4731">
                  <c:v>-0.4</c:v>
                </c:pt>
                <c:pt idx="4732">
                  <c:v>-0.4</c:v>
                </c:pt>
                <c:pt idx="4733">
                  <c:v>-0.4</c:v>
                </c:pt>
                <c:pt idx="4734">
                  <c:v>-0.4</c:v>
                </c:pt>
                <c:pt idx="4735">
                  <c:v>-0.4</c:v>
                </c:pt>
                <c:pt idx="4736">
                  <c:v>-0.4</c:v>
                </c:pt>
                <c:pt idx="4737">
                  <c:v>-0.4</c:v>
                </c:pt>
                <c:pt idx="4738">
                  <c:v>-0.4</c:v>
                </c:pt>
                <c:pt idx="4739">
                  <c:v>-0.4</c:v>
                </c:pt>
                <c:pt idx="4740">
                  <c:v>-0.4</c:v>
                </c:pt>
                <c:pt idx="4741">
                  <c:v>-0.4</c:v>
                </c:pt>
                <c:pt idx="4742">
                  <c:v>-0.4</c:v>
                </c:pt>
                <c:pt idx="4743">
                  <c:v>-0.4</c:v>
                </c:pt>
                <c:pt idx="4744">
                  <c:v>-0.4</c:v>
                </c:pt>
                <c:pt idx="4745">
                  <c:v>-0.4</c:v>
                </c:pt>
                <c:pt idx="4746">
                  <c:v>-0.4</c:v>
                </c:pt>
                <c:pt idx="4747">
                  <c:v>-0.4</c:v>
                </c:pt>
                <c:pt idx="4748">
                  <c:v>-0.4</c:v>
                </c:pt>
                <c:pt idx="4749">
                  <c:v>-0.4</c:v>
                </c:pt>
                <c:pt idx="4750">
                  <c:v>-0.4</c:v>
                </c:pt>
                <c:pt idx="4751">
                  <c:v>-0.4</c:v>
                </c:pt>
                <c:pt idx="4752">
                  <c:v>-0.4</c:v>
                </c:pt>
                <c:pt idx="4753">
                  <c:v>-0.4</c:v>
                </c:pt>
                <c:pt idx="4754">
                  <c:v>-0.4</c:v>
                </c:pt>
                <c:pt idx="4755">
                  <c:v>-0.4</c:v>
                </c:pt>
                <c:pt idx="4756">
                  <c:v>-0.4</c:v>
                </c:pt>
                <c:pt idx="4757">
                  <c:v>-0.4</c:v>
                </c:pt>
                <c:pt idx="4758">
                  <c:v>-0.4</c:v>
                </c:pt>
                <c:pt idx="4759">
                  <c:v>-0.4</c:v>
                </c:pt>
                <c:pt idx="4760">
                  <c:v>-0.4</c:v>
                </c:pt>
                <c:pt idx="4761">
                  <c:v>-0.4</c:v>
                </c:pt>
                <c:pt idx="4762">
                  <c:v>-0.4</c:v>
                </c:pt>
                <c:pt idx="4763">
                  <c:v>-0.4</c:v>
                </c:pt>
                <c:pt idx="4764">
                  <c:v>-0.4</c:v>
                </c:pt>
                <c:pt idx="4765">
                  <c:v>-0.4</c:v>
                </c:pt>
                <c:pt idx="4766">
                  <c:v>-0.4</c:v>
                </c:pt>
                <c:pt idx="4767">
                  <c:v>-0.4</c:v>
                </c:pt>
                <c:pt idx="4768">
                  <c:v>-0.4</c:v>
                </c:pt>
                <c:pt idx="4769">
                  <c:v>-0.4</c:v>
                </c:pt>
                <c:pt idx="4770">
                  <c:v>-0.4</c:v>
                </c:pt>
                <c:pt idx="4771">
                  <c:v>-0.4</c:v>
                </c:pt>
                <c:pt idx="4772">
                  <c:v>-0.4</c:v>
                </c:pt>
                <c:pt idx="4773">
                  <c:v>-0.4</c:v>
                </c:pt>
                <c:pt idx="4774">
                  <c:v>-0.4</c:v>
                </c:pt>
                <c:pt idx="4775">
                  <c:v>-0.4</c:v>
                </c:pt>
                <c:pt idx="4776">
                  <c:v>-0.4</c:v>
                </c:pt>
                <c:pt idx="4777">
                  <c:v>-0.4</c:v>
                </c:pt>
                <c:pt idx="4778">
                  <c:v>-0.4</c:v>
                </c:pt>
                <c:pt idx="4779">
                  <c:v>-0.4</c:v>
                </c:pt>
                <c:pt idx="4780">
                  <c:v>-0.4</c:v>
                </c:pt>
                <c:pt idx="4781">
                  <c:v>-0.4</c:v>
                </c:pt>
                <c:pt idx="4782">
                  <c:v>-0.4</c:v>
                </c:pt>
                <c:pt idx="4783">
                  <c:v>-0.4</c:v>
                </c:pt>
                <c:pt idx="4784">
                  <c:v>-0.4</c:v>
                </c:pt>
                <c:pt idx="4785">
                  <c:v>-0.4</c:v>
                </c:pt>
                <c:pt idx="4786">
                  <c:v>-0.4</c:v>
                </c:pt>
                <c:pt idx="4787">
                  <c:v>-0.4</c:v>
                </c:pt>
                <c:pt idx="4788">
                  <c:v>-0.4</c:v>
                </c:pt>
                <c:pt idx="4789">
                  <c:v>-0.4</c:v>
                </c:pt>
                <c:pt idx="4790">
                  <c:v>-0.4</c:v>
                </c:pt>
                <c:pt idx="4791">
                  <c:v>-0.4</c:v>
                </c:pt>
                <c:pt idx="4792">
                  <c:v>-0.4</c:v>
                </c:pt>
                <c:pt idx="4793">
                  <c:v>-0.4</c:v>
                </c:pt>
                <c:pt idx="4794">
                  <c:v>-0.4</c:v>
                </c:pt>
                <c:pt idx="4795">
                  <c:v>-0.4</c:v>
                </c:pt>
                <c:pt idx="4796">
                  <c:v>-0.4</c:v>
                </c:pt>
                <c:pt idx="4797">
                  <c:v>-0.4</c:v>
                </c:pt>
                <c:pt idx="4798">
                  <c:v>-0.4</c:v>
                </c:pt>
                <c:pt idx="4799">
                  <c:v>-0.4</c:v>
                </c:pt>
                <c:pt idx="4800">
                  <c:v>-0.4</c:v>
                </c:pt>
                <c:pt idx="4801">
                  <c:v>-0.4</c:v>
                </c:pt>
                <c:pt idx="4802">
                  <c:v>-0.4</c:v>
                </c:pt>
                <c:pt idx="4803">
                  <c:v>-0.4</c:v>
                </c:pt>
                <c:pt idx="4804">
                  <c:v>-0.4</c:v>
                </c:pt>
                <c:pt idx="4805">
                  <c:v>-0.4</c:v>
                </c:pt>
                <c:pt idx="4806">
                  <c:v>-0.4</c:v>
                </c:pt>
                <c:pt idx="4807">
                  <c:v>-0.4</c:v>
                </c:pt>
                <c:pt idx="4808">
                  <c:v>-0.4</c:v>
                </c:pt>
                <c:pt idx="4809">
                  <c:v>-0.4</c:v>
                </c:pt>
                <c:pt idx="4810">
                  <c:v>-0.4</c:v>
                </c:pt>
                <c:pt idx="4811">
                  <c:v>-0.4</c:v>
                </c:pt>
                <c:pt idx="4812">
                  <c:v>-0.4</c:v>
                </c:pt>
                <c:pt idx="4813">
                  <c:v>-0.4</c:v>
                </c:pt>
                <c:pt idx="4814">
                  <c:v>-0.4</c:v>
                </c:pt>
                <c:pt idx="4815">
                  <c:v>-0.4</c:v>
                </c:pt>
                <c:pt idx="4816">
                  <c:v>-0.4</c:v>
                </c:pt>
                <c:pt idx="4817">
                  <c:v>-0.4</c:v>
                </c:pt>
                <c:pt idx="4818">
                  <c:v>-0.4</c:v>
                </c:pt>
                <c:pt idx="4819">
                  <c:v>-0.4</c:v>
                </c:pt>
                <c:pt idx="4820">
                  <c:v>-0.4</c:v>
                </c:pt>
                <c:pt idx="4821">
                  <c:v>-0.4</c:v>
                </c:pt>
                <c:pt idx="4822">
                  <c:v>-0.4</c:v>
                </c:pt>
                <c:pt idx="4823">
                  <c:v>-0.4</c:v>
                </c:pt>
                <c:pt idx="4824">
                  <c:v>-0.4</c:v>
                </c:pt>
                <c:pt idx="4825">
                  <c:v>-0.4</c:v>
                </c:pt>
                <c:pt idx="4826">
                  <c:v>-0.4</c:v>
                </c:pt>
                <c:pt idx="4827">
                  <c:v>-0.4</c:v>
                </c:pt>
                <c:pt idx="4828">
                  <c:v>-0.4</c:v>
                </c:pt>
                <c:pt idx="4829">
                  <c:v>-0.4</c:v>
                </c:pt>
                <c:pt idx="4830">
                  <c:v>-0.4</c:v>
                </c:pt>
                <c:pt idx="4831">
                  <c:v>-0.4</c:v>
                </c:pt>
                <c:pt idx="4832">
                  <c:v>-0.4</c:v>
                </c:pt>
                <c:pt idx="4833">
                  <c:v>-0.4</c:v>
                </c:pt>
                <c:pt idx="4834">
                  <c:v>-0.4</c:v>
                </c:pt>
                <c:pt idx="4835">
                  <c:v>-0.4</c:v>
                </c:pt>
                <c:pt idx="4836">
                  <c:v>-0.4</c:v>
                </c:pt>
                <c:pt idx="4837">
                  <c:v>-0.4</c:v>
                </c:pt>
                <c:pt idx="4838">
                  <c:v>-0.4</c:v>
                </c:pt>
                <c:pt idx="4839">
                  <c:v>-0.4</c:v>
                </c:pt>
                <c:pt idx="4840">
                  <c:v>-0.4</c:v>
                </c:pt>
                <c:pt idx="4841">
                  <c:v>-0.4</c:v>
                </c:pt>
                <c:pt idx="4842">
                  <c:v>-0.4</c:v>
                </c:pt>
                <c:pt idx="4843">
                  <c:v>-0.4</c:v>
                </c:pt>
                <c:pt idx="4844">
                  <c:v>-0.4</c:v>
                </c:pt>
                <c:pt idx="4845">
                  <c:v>-0.4</c:v>
                </c:pt>
                <c:pt idx="4846">
                  <c:v>-0.4</c:v>
                </c:pt>
                <c:pt idx="4847">
                  <c:v>-0.4</c:v>
                </c:pt>
                <c:pt idx="4848">
                  <c:v>-0.4</c:v>
                </c:pt>
                <c:pt idx="4849">
                  <c:v>-0.4</c:v>
                </c:pt>
                <c:pt idx="4850">
                  <c:v>-0.4</c:v>
                </c:pt>
                <c:pt idx="4851">
                  <c:v>-0.4</c:v>
                </c:pt>
                <c:pt idx="4852">
                  <c:v>-0.4</c:v>
                </c:pt>
                <c:pt idx="4853">
                  <c:v>-0.4</c:v>
                </c:pt>
                <c:pt idx="4854">
                  <c:v>-0.4</c:v>
                </c:pt>
                <c:pt idx="4855">
                  <c:v>-0.4</c:v>
                </c:pt>
                <c:pt idx="4856">
                  <c:v>-0.4</c:v>
                </c:pt>
                <c:pt idx="4857">
                  <c:v>-0.4</c:v>
                </c:pt>
                <c:pt idx="4858">
                  <c:v>-0.4</c:v>
                </c:pt>
                <c:pt idx="4859">
                  <c:v>-0.4</c:v>
                </c:pt>
                <c:pt idx="4860">
                  <c:v>-0.4</c:v>
                </c:pt>
                <c:pt idx="4861">
                  <c:v>-0.4</c:v>
                </c:pt>
                <c:pt idx="4862">
                  <c:v>-0.4</c:v>
                </c:pt>
                <c:pt idx="4863">
                  <c:v>-0.4</c:v>
                </c:pt>
                <c:pt idx="4864">
                  <c:v>-0.4</c:v>
                </c:pt>
                <c:pt idx="4865">
                  <c:v>-0.4</c:v>
                </c:pt>
                <c:pt idx="4866">
                  <c:v>-0.4</c:v>
                </c:pt>
                <c:pt idx="4867">
                  <c:v>-0.4</c:v>
                </c:pt>
                <c:pt idx="4868">
                  <c:v>-0.4</c:v>
                </c:pt>
                <c:pt idx="4869">
                  <c:v>-0.4</c:v>
                </c:pt>
                <c:pt idx="4870">
                  <c:v>-0.4</c:v>
                </c:pt>
                <c:pt idx="4871">
                  <c:v>-0.4</c:v>
                </c:pt>
                <c:pt idx="4872">
                  <c:v>-0.4</c:v>
                </c:pt>
                <c:pt idx="4873">
                  <c:v>-0.4</c:v>
                </c:pt>
                <c:pt idx="4874">
                  <c:v>-0.4</c:v>
                </c:pt>
                <c:pt idx="4875">
                  <c:v>-0.4</c:v>
                </c:pt>
                <c:pt idx="4876">
                  <c:v>-0.4</c:v>
                </c:pt>
                <c:pt idx="4877">
                  <c:v>-0.4</c:v>
                </c:pt>
                <c:pt idx="4878">
                  <c:v>-0.4</c:v>
                </c:pt>
                <c:pt idx="4879">
                  <c:v>-0.4</c:v>
                </c:pt>
                <c:pt idx="4880">
                  <c:v>-0.4</c:v>
                </c:pt>
                <c:pt idx="4881">
                  <c:v>-0.4</c:v>
                </c:pt>
                <c:pt idx="4882">
                  <c:v>-0.4</c:v>
                </c:pt>
                <c:pt idx="4883">
                  <c:v>-0.4</c:v>
                </c:pt>
                <c:pt idx="4884">
                  <c:v>-0.4</c:v>
                </c:pt>
                <c:pt idx="4885">
                  <c:v>-0.4</c:v>
                </c:pt>
                <c:pt idx="4886">
                  <c:v>-0.4</c:v>
                </c:pt>
                <c:pt idx="4887">
                  <c:v>-0.4</c:v>
                </c:pt>
                <c:pt idx="4888">
                  <c:v>-0.4</c:v>
                </c:pt>
                <c:pt idx="4889">
                  <c:v>-0.4</c:v>
                </c:pt>
                <c:pt idx="4890">
                  <c:v>-0.4</c:v>
                </c:pt>
                <c:pt idx="4891">
                  <c:v>-0.4</c:v>
                </c:pt>
                <c:pt idx="4892">
                  <c:v>-0.4</c:v>
                </c:pt>
                <c:pt idx="4893">
                  <c:v>-0.4</c:v>
                </c:pt>
                <c:pt idx="4894">
                  <c:v>-0.4</c:v>
                </c:pt>
                <c:pt idx="4895">
                  <c:v>-0.4</c:v>
                </c:pt>
                <c:pt idx="4896">
                  <c:v>-0.4</c:v>
                </c:pt>
                <c:pt idx="4897">
                  <c:v>-0.4</c:v>
                </c:pt>
                <c:pt idx="4898">
                  <c:v>-0.4</c:v>
                </c:pt>
                <c:pt idx="4899">
                  <c:v>-0.4</c:v>
                </c:pt>
                <c:pt idx="4900">
                  <c:v>-0.4</c:v>
                </c:pt>
                <c:pt idx="4901">
                  <c:v>-0.4</c:v>
                </c:pt>
                <c:pt idx="4902">
                  <c:v>-0.4</c:v>
                </c:pt>
                <c:pt idx="4903">
                  <c:v>-0.4</c:v>
                </c:pt>
                <c:pt idx="4904">
                  <c:v>-0.4</c:v>
                </c:pt>
                <c:pt idx="4905">
                  <c:v>-0.4</c:v>
                </c:pt>
                <c:pt idx="4906">
                  <c:v>-0.4</c:v>
                </c:pt>
                <c:pt idx="4907">
                  <c:v>-0.4</c:v>
                </c:pt>
                <c:pt idx="4908">
                  <c:v>-0.4</c:v>
                </c:pt>
                <c:pt idx="4909">
                  <c:v>-0.4</c:v>
                </c:pt>
                <c:pt idx="4910">
                  <c:v>-0.4</c:v>
                </c:pt>
                <c:pt idx="4911">
                  <c:v>-0.4</c:v>
                </c:pt>
                <c:pt idx="4912">
                  <c:v>-0.4</c:v>
                </c:pt>
                <c:pt idx="4913">
                  <c:v>-0.4</c:v>
                </c:pt>
                <c:pt idx="4914">
                  <c:v>-0.4</c:v>
                </c:pt>
                <c:pt idx="4915">
                  <c:v>-0.4</c:v>
                </c:pt>
                <c:pt idx="4916">
                  <c:v>-0.4</c:v>
                </c:pt>
                <c:pt idx="4917">
                  <c:v>-0.4</c:v>
                </c:pt>
                <c:pt idx="4918">
                  <c:v>-0.4</c:v>
                </c:pt>
                <c:pt idx="4919">
                  <c:v>-0.4</c:v>
                </c:pt>
                <c:pt idx="4920">
                  <c:v>-0.4</c:v>
                </c:pt>
                <c:pt idx="4921">
                  <c:v>-0.4</c:v>
                </c:pt>
                <c:pt idx="4922">
                  <c:v>-0.4</c:v>
                </c:pt>
                <c:pt idx="4923">
                  <c:v>-0.4</c:v>
                </c:pt>
                <c:pt idx="4924">
                  <c:v>-0.4</c:v>
                </c:pt>
                <c:pt idx="4925">
                  <c:v>-0.4</c:v>
                </c:pt>
                <c:pt idx="4926">
                  <c:v>-0.4</c:v>
                </c:pt>
                <c:pt idx="4927">
                  <c:v>-0.4</c:v>
                </c:pt>
                <c:pt idx="4928">
                  <c:v>-0.4</c:v>
                </c:pt>
                <c:pt idx="4929">
                  <c:v>-0.4</c:v>
                </c:pt>
                <c:pt idx="4930">
                  <c:v>-0.4</c:v>
                </c:pt>
                <c:pt idx="4931">
                  <c:v>-0.4</c:v>
                </c:pt>
                <c:pt idx="4932">
                  <c:v>-0.4</c:v>
                </c:pt>
                <c:pt idx="4933">
                  <c:v>-0.4</c:v>
                </c:pt>
                <c:pt idx="4934">
                  <c:v>-0.4</c:v>
                </c:pt>
                <c:pt idx="4935">
                  <c:v>-0.4</c:v>
                </c:pt>
                <c:pt idx="4936">
                  <c:v>-0.4</c:v>
                </c:pt>
                <c:pt idx="4937">
                  <c:v>-0.4</c:v>
                </c:pt>
                <c:pt idx="4938">
                  <c:v>-0.4</c:v>
                </c:pt>
                <c:pt idx="4939">
                  <c:v>-0.4</c:v>
                </c:pt>
                <c:pt idx="4940">
                  <c:v>-0.4</c:v>
                </c:pt>
                <c:pt idx="4941">
                  <c:v>-0.4</c:v>
                </c:pt>
                <c:pt idx="4942">
                  <c:v>-0.4</c:v>
                </c:pt>
                <c:pt idx="4943">
                  <c:v>-0.4</c:v>
                </c:pt>
                <c:pt idx="4944">
                  <c:v>-0.4</c:v>
                </c:pt>
                <c:pt idx="4945">
                  <c:v>-0.4</c:v>
                </c:pt>
                <c:pt idx="4946">
                  <c:v>-0.4</c:v>
                </c:pt>
                <c:pt idx="4947">
                  <c:v>-0.4</c:v>
                </c:pt>
                <c:pt idx="4948">
                  <c:v>-0.4</c:v>
                </c:pt>
                <c:pt idx="4949">
                  <c:v>-0.4</c:v>
                </c:pt>
                <c:pt idx="4950">
                  <c:v>-0.4</c:v>
                </c:pt>
                <c:pt idx="4951">
                  <c:v>-0.4</c:v>
                </c:pt>
                <c:pt idx="4952">
                  <c:v>-0.4</c:v>
                </c:pt>
                <c:pt idx="4953">
                  <c:v>-0.4</c:v>
                </c:pt>
                <c:pt idx="4954">
                  <c:v>-0.4</c:v>
                </c:pt>
                <c:pt idx="4955">
                  <c:v>-0.4</c:v>
                </c:pt>
                <c:pt idx="4956">
                  <c:v>-0.4</c:v>
                </c:pt>
                <c:pt idx="4957">
                  <c:v>-0.4</c:v>
                </c:pt>
                <c:pt idx="4958">
                  <c:v>-0.4</c:v>
                </c:pt>
                <c:pt idx="4959">
                  <c:v>-0.4</c:v>
                </c:pt>
                <c:pt idx="4960">
                  <c:v>-0.4</c:v>
                </c:pt>
                <c:pt idx="4961">
                  <c:v>-0.4</c:v>
                </c:pt>
                <c:pt idx="4962">
                  <c:v>-0.4</c:v>
                </c:pt>
                <c:pt idx="4963">
                  <c:v>-0.4</c:v>
                </c:pt>
                <c:pt idx="4964">
                  <c:v>-0.4</c:v>
                </c:pt>
                <c:pt idx="4965">
                  <c:v>-0.4</c:v>
                </c:pt>
                <c:pt idx="4966">
                  <c:v>-0.4</c:v>
                </c:pt>
                <c:pt idx="4967">
                  <c:v>-0.4</c:v>
                </c:pt>
                <c:pt idx="4968">
                  <c:v>-0.4</c:v>
                </c:pt>
                <c:pt idx="4969">
                  <c:v>-0.4</c:v>
                </c:pt>
                <c:pt idx="4970">
                  <c:v>-0.4</c:v>
                </c:pt>
                <c:pt idx="4971">
                  <c:v>-0.4</c:v>
                </c:pt>
                <c:pt idx="4972">
                  <c:v>-0.4</c:v>
                </c:pt>
                <c:pt idx="4973">
                  <c:v>-0.4</c:v>
                </c:pt>
                <c:pt idx="4974">
                  <c:v>-0.4</c:v>
                </c:pt>
                <c:pt idx="4975">
                  <c:v>-0.4</c:v>
                </c:pt>
                <c:pt idx="4976">
                  <c:v>-0.4</c:v>
                </c:pt>
                <c:pt idx="4977">
                  <c:v>-0.4</c:v>
                </c:pt>
                <c:pt idx="4978">
                  <c:v>-0.4</c:v>
                </c:pt>
                <c:pt idx="4979">
                  <c:v>-0.4</c:v>
                </c:pt>
                <c:pt idx="4980">
                  <c:v>-0.4</c:v>
                </c:pt>
                <c:pt idx="4981">
                  <c:v>-0.4</c:v>
                </c:pt>
                <c:pt idx="4982">
                  <c:v>-0.4</c:v>
                </c:pt>
                <c:pt idx="4983">
                  <c:v>-0.4</c:v>
                </c:pt>
                <c:pt idx="4984">
                  <c:v>-0.4</c:v>
                </c:pt>
                <c:pt idx="4985">
                  <c:v>-0.4</c:v>
                </c:pt>
                <c:pt idx="4986">
                  <c:v>-0.4</c:v>
                </c:pt>
                <c:pt idx="4987">
                  <c:v>-0.4</c:v>
                </c:pt>
                <c:pt idx="4988">
                  <c:v>-0.4</c:v>
                </c:pt>
                <c:pt idx="4989">
                  <c:v>-0.4</c:v>
                </c:pt>
                <c:pt idx="4990">
                  <c:v>-0.4</c:v>
                </c:pt>
                <c:pt idx="4991">
                  <c:v>-0.4</c:v>
                </c:pt>
                <c:pt idx="4992">
                  <c:v>-0.4</c:v>
                </c:pt>
                <c:pt idx="4993">
                  <c:v>-0.4</c:v>
                </c:pt>
                <c:pt idx="4994">
                  <c:v>-0.4</c:v>
                </c:pt>
                <c:pt idx="4995">
                  <c:v>-0.4</c:v>
                </c:pt>
                <c:pt idx="4996">
                  <c:v>-0.4</c:v>
                </c:pt>
                <c:pt idx="4997">
                  <c:v>-0.4</c:v>
                </c:pt>
                <c:pt idx="4998">
                  <c:v>-0.4</c:v>
                </c:pt>
                <c:pt idx="4999">
                  <c:v>-0.4</c:v>
                </c:pt>
                <c:pt idx="5000">
                  <c:v>-0.4</c:v>
                </c:pt>
                <c:pt idx="5001">
                  <c:v>-0.4</c:v>
                </c:pt>
                <c:pt idx="5002">
                  <c:v>-0.4</c:v>
                </c:pt>
                <c:pt idx="5003">
                  <c:v>-0.4</c:v>
                </c:pt>
                <c:pt idx="5004">
                  <c:v>-0.4</c:v>
                </c:pt>
                <c:pt idx="5005">
                  <c:v>-0.4</c:v>
                </c:pt>
                <c:pt idx="5006">
                  <c:v>-0.4</c:v>
                </c:pt>
                <c:pt idx="5007">
                  <c:v>-0.4</c:v>
                </c:pt>
                <c:pt idx="5008">
                  <c:v>-0.4</c:v>
                </c:pt>
                <c:pt idx="5009">
                  <c:v>-0.4</c:v>
                </c:pt>
                <c:pt idx="5010">
                  <c:v>-0.4</c:v>
                </c:pt>
                <c:pt idx="5011">
                  <c:v>-0.4</c:v>
                </c:pt>
                <c:pt idx="5012">
                  <c:v>-0.4</c:v>
                </c:pt>
                <c:pt idx="5013">
                  <c:v>-0.4</c:v>
                </c:pt>
                <c:pt idx="5014">
                  <c:v>-0.4</c:v>
                </c:pt>
                <c:pt idx="5015">
                  <c:v>-0.4</c:v>
                </c:pt>
                <c:pt idx="5016">
                  <c:v>-0.4</c:v>
                </c:pt>
                <c:pt idx="5017">
                  <c:v>-0.4</c:v>
                </c:pt>
                <c:pt idx="5018">
                  <c:v>-0.4</c:v>
                </c:pt>
                <c:pt idx="5019">
                  <c:v>-0.4</c:v>
                </c:pt>
                <c:pt idx="5020">
                  <c:v>-0.4</c:v>
                </c:pt>
                <c:pt idx="5021">
                  <c:v>-0.4</c:v>
                </c:pt>
                <c:pt idx="5022">
                  <c:v>-0.4</c:v>
                </c:pt>
                <c:pt idx="5023">
                  <c:v>-0.4</c:v>
                </c:pt>
                <c:pt idx="5024">
                  <c:v>-0.4</c:v>
                </c:pt>
                <c:pt idx="5025">
                  <c:v>-0.4</c:v>
                </c:pt>
                <c:pt idx="5026">
                  <c:v>-0.4</c:v>
                </c:pt>
                <c:pt idx="5027">
                  <c:v>-0.4</c:v>
                </c:pt>
                <c:pt idx="5028">
                  <c:v>-0.4</c:v>
                </c:pt>
                <c:pt idx="5029">
                  <c:v>-0.4</c:v>
                </c:pt>
                <c:pt idx="5030">
                  <c:v>-0.4</c:v>
                </c:pt>
                <c:pt idx="5031">
                  <c:v>-0.4</c:v>
                </c:pt>
                <c:pt idx="5032">
                  <c:v>-0.4</c:v>
                </c:pt>
                <c:pt idx="5033">
                  <c:v>-0.4</c:v>
                </c:pt>
                <c:pt idx="5034">
                  <c:v>-0.4</c:v>
                </c:pt>
                <c:pt idx="5035">
                  <c:v>-0.4</c:v>
                </c:pt>
                <c:pt idx="5036">
                  <c:v>-0.4</c:v>
                </c:pt>
                <c:pt idx="5037">
                  <c:v>-0.4</c:v>
                </c:pt>
                <c:pt idx="5038">
                  <c:v>-0.4</c:v>
                </c:pt>
                <c:pt idx="5039">
                  <c:v>-0.4</c:v>
                </c:pt>
                <c:pt idx="5040">
                  <c:v>-0.4</c:v>
                </c:pt>
                <c:pt idx="5041">
                  <c:v>-0.4</c:v>
                </c:pt>
                <c:pt idx="5042">
                  <c:v>-0.4</c:v>
                </c:pt>
                <c:pt idx="5043">
                  <c:v>-0.4</c:v>
                </c:pt>
                <c:pt idx="5044">
                  <c:v>-0.4</c:v>
                </c:pt>
                <c:pt idx="5045">
                  <c:v>-0.4</c:v>
                </c:pt>
                <c:pt idx="5046">
                  <c:v>-0.4</c:v>
                </c:pt>
                <c:pt idx="5047">
                  <c:v>-0.4</c:v>
                </c:pt>
                <c:pt idx="5048">
                  <c:v>-0.4</c:v>
                </c:pt>
                <c:pt idx="5049">
                  <c:v>-0.4</c:v>
                </c:pt>
                <c:pt idx="5050">
                  <c:v>-0.4</c:v>
                </c:pt>
                <c:pt idx="5051">
                  <c:v>-0.4</c:v>
                </c:pt>
                <c:pt idx="5052">
                  <c:v>-0.4</c:v>
                </c:pt>
                <c:pt idx="5053">
                  <c:v>-0.4</c:v>
                </c:pt>
                <c:pt idx="5054">
                  <c:v>-0.4</c:v>
                </c:pt>
                <c:pt idx="5055">
                  <c:v>-0.4</c:v>
                </c:pt>
                <c:pt idx="5056">
                  <c:v>-0.4</c:v>
                </c:pt>
                <c:pt idx="5057">
                  <c:v>-0.4</c:v>
                </c:pt>
                <c:pt idx="5058">
                  <c:v>-0.4</c:v>
                </c:pt>
                <c:pt idx="5059">
                  <c:v>-0.4</c:v>
                </c:pt>
                <c:pt idx="5060">
                  <c:v>-0.4</c:v>
                </c:pt>
                <c:pt idx="5061">
                  <c:v>-0.4</c:v>
                </c:pt>
                <c:pt idx="5062">
                  <c:v>-0.4</c:v>
                </c:pt>
                <c:pt idx="5063">
                  <c:v>-0.4</c:v>
                </c:pt>
                <c:pt idx="5064">
                  <c:v>-0.4</c:v>
                </c:pt>
                <c:pt idx="5065">
                  <c:v>-0.4</c:v>
                </c:pt>
                <c:pt idx="5066">
                  <c:v>-0.4</c:v>
                </c:pt>
                <c:pt idx="5067">
                  <c:v>-0.4</c:v>
                </c:pt>
                <c:pt idx="5068">
                  <c:v>-0.4</c:v>
                </c:pt>
                <c:pt idx="5069">
                  <c:v>-0.4</c:v>
                </c:pt>
                <c:pt idx="5070">
                  <c:v>-0.4</c:v>
                </c:pt>
                <c:pt idx="5071">
                  <c:v>-0.4</c:v>
                </c:pt>
                <c:pt idx="5072">
                  <c:v>-0.4</c:v>
                </c:pt>
                <c:pt idx="5073">
                  <c:v>-0.4</c:v>
                </c:pt>
                <c:pt idx="5074">
                  <c:v>-0.4</c:v>
                </c:pt>
                <c:pt idx="5075">
                  <c:v>-0.4</c:v>
                </c:pt>
                <c:pt idx="5076">
                  <c:v>-0.4</c:v>
                </c:pt>
                <c:pt idx="5077">
                  <c:v>-0.4</c:v>
                </c:pt>
                <c:pt idx="5078">
                  <c:v>-0.4</c:v>
                </c:pt>
                <c:pt idx="5079">
                  <c:v>-0.4</c:v>
                </c:pt>
                <c:pt idx="5080">
                  <c:v>-0.4</c:v>
                </c:pt>
                <c:pt idx="5081">
                  <c:v>-0.4</c:v>
                </c:pt>
                <c:pt idx="5082">
                  <c:v>-0.4</c:v>
                </c:pt>
                <c:pt idx="5083">
                  <c:v>-0.4</c:v>
                </c:pt>
                <c:pt idx="5084">
                  <c:v>-0.4</c:v>
                </c:pt>
                <c:pt idx="5085">
                  <c:v>-0.4</c:v>
                </c:pt>
                <c:pt idx="5086">
                  <c:v>-0.4</c:v>
                </c:pt>
                <c:pt idx="5087">
                  <c:v>-0.4</c:v>
                </c:pt>
                <c:pt idx="5088">
                  <c:v>-0.4</c:v>
                </c:pt>
                <c:pt idx="5089">
                  <c:v>-0.4</c:v>
                </c:pt>
                <c:pt idx="5090">
                  <c:v>-0.4</c:v>
                </c:pt>
                <c:pt idx="5091">
                  <c:v>-0.4</c:v>
                </c:pt>
                <c:pt idx="5092">
                  <c:v>-0.4</c:v>
                </c:pt>
                <c:pt idx="5093">
                  <c:v>-0.4</c:v>
                </c:pt>
                <c:pt idx="5094">
                  <c:v>-0.4</c:v>
                </c:pt>
                <c:pt idx="5095">
                  <c:v>-0.4</c:v>
                </c:pt>
                <c:pt idx="5096">
                  <c:v>-0.4</c:v>
                </c:pt>
                <c:pt idx="5097">
                  <c:v>-0.4</c:v>
                </c:pt>
                <c:pt idx="5098">
                  <c:v>-0.4</c:v>
                </c:pt>
                <c:pt idx="5099">
                  <c:v>-0.4</c:v>
                </c:pt>
                <c:pt idx="5100">
                  <c:v>-0.4</c:v>
                </c:pt>
                <c:pt idx="5101">
                  <c:v>-0.4</c:v>
                </c:pt>
                <c:pt idx="5102">
                  <c:v>-0.4</c:v>
                </c:pt>
                <c:pt idx="5103">
                  <c:v>-0.4</c:v>
                </c:pt>
                <c:pt idx="5104">
                  <c:v>-0.4</c:v>
                </c:pt>
                <c:pt idx="5105">
                  <c:v>-0.4</c:v>
                </c:pt>
                <c:pt idx="5106">
                  <c:v>-0.4</c:v>
                </c:pt>
                <c:pt idx="5107">
                  <c:v>-0.4</c:v>
                </c:pt>
                <c:pt idx="5108">
                  <c:v>-0.4</c:v>
                </c:pt>
                <c:pt idx="5109">
                  <c:v>-0.4</c:v>
                </c:pt>
                <c:pt idx="5110">
                  <c:v>-0.4</c:v>
                </c:pt>
                <c:pt idx="5111">
                  <c:v>-0.4</c:v>
                </c:pt>
                <c:pt idx="5112">
                  <c:v>-0.4</c:v>
                </c:pt>
                <c:pt idx="5113">
                  <c:v>-0.4</c:v>
                </c:pt>
                <c:pt idx="5114">
                  <c:v>-0.4</c:v>
                </c:pt>
                <c:pt idx="5115">
                  <c:v>-0.4</c:v>
                </c:pt>
                <c:pt idx="5116">
                  <c:v>-0.4</c:v>
                </c:pt>
                <c:pt idx="5117">
                  <c:v>-0.4</c:v>
                </c:pt>
                <c:pt idx="5118">
                  <c:v>-0.4</c:v>
                </c:pt>
                <c:pt idx="5119">
                  <c:v>-0.4</c:v>
                </c:pt>
                <c:pt idx="5120">
                  <c:v>-0.4</c:v>
                </c:pt>
                <c:pt idx="5121">
                  <c:v>-0.4</c:v>
                </c:pt>
                <c:pt idx="5122">
                  <c:v>-0.4</c:v>
                </c:pt>
                <c:pt idx="5123">
                  <c:v>-0.4</c:v>
                </c:pt>
                <c:pt idx="5124">
                  <c:v>-0.4</c:v>
                </c:pt>
                <c:pt idx="5125">
                  <c:v>-0.4</c:v>
                </c:pt>
                <c:pt idx="5126">
                  <c:v>-0.4</c:v>
                </c:pt>
                <c:pt idx="5127">
                  <c:v>-0.4</c:v>
                </c:pt>
                <c:pt idx="5128">
                  <c:v>-0.4</c:v>
                </c:pt>
                <c:pt idx="5129">
                  <c:v>-0.4</c:v>
                </c:pt>
                <c:pt idx="5130">
                  <c:v>-0.4</c:v>
                </c:pt>
                <c:pt idx="5131">
                  <c:v>-0.4</c:v>
                </c:pt>
                <c:pt idx="5132">
                  <c:v>-0.4</c:v>
                </c:pt>
                <c:pt idx="5133">
                  <c:v>-0.4</c:v>
                </c:pt>
                <c:pt idx="5134">
                  <c:v>-0.4</c:v>
                </c:pt>
                <c:pt idx="5135">
                  <c:v>-0.4</c:v>
                </c:pt>
                <c:pt idx="5136">
                  <c:v>-0.4</c:v>
                </c:pt>
                <c:pt idx="5137">
                  <c:v>-0.4</c:v>
                </c:pt>
                <c:pt idx="5138">
                  <c:v>-0.5</c:v>
                </c:pt>
                <c:pt idx="5139">
                  <c:v>-0.5</c:v>
                </c:pt>
                <c:pt idx="5140">
                  <c:v>-0.5</c:v>
                </c:pt>
                <c:pt idx="5141">
                  <c:v>-0.5</c:v>
                </c:pt>
                <c:pt idx="5142">
                  <c:v>-0.5</c:v>
                </c:pt>
                <c:pt idx="5143">
                  <c:v>-0.5</c:v>
                </c:pt>
                <c:pt idx="5144">
                  <c:v>-0.5</c:v>
                </c:pt>
                <c:pt idx="5145">
                  <c:v>-0.5</c:v>
                </c:pt>
                <c:pt idx="5146">
                  <c:v>-0.5</c:v>
                </c:pt>
                <c:pt idx="5147">
                  <c:v>-0.5</c:v>
                </c:pt>
                <c:pt idx="5148">
                  <c:v>-0.5</c:v>
                </c:pt>
                <c:pt idx="5149">
                  <c:v>-0.5</c:v>
                </c:pt>
                <c:pt idx="5150">
                  <c:v>-0.5</c:v>
                </c:pt>
                <c:pt idx="5151">
                  <c:v>-0.5</c:v>
                </c:pt>
                <c:pt idx="5152">
                  <c:v>-0.5</c:v>
                </c:pt>
                <c:pt idx="5153">
                  <c:v>-0.5</c:v>
                </c:pt>
                <c:pt idx="5154">
                  <c:v>-0.5</c:v>
                </c:pt>
                <c:pt idx="5155">
                  <c:v>-0.5</c:v>
                </c:pt>
                <c:pt idx="5156">
                  <c:v>-0.5</c:v>
                </c:pt>
                <c:pt idx="5157">
                  <c:v>-0.5</c:v>
                </c:pt>
                <c:pt idx="5158">
                  <c:v>-0.5</c:v>
                </c:pt>
                <c:pt idx="5159">
                  <c:v>-0.5</c:v>
                </c:pt>
                <c:pt idx="5160">
                  <c:v>-0.5</c:v>
                </c:pt>
                <c:pt idx="5161">
                  <c:v>-0.5</c:v>
                </c:pt>
                <c:pt idx="5162">
                  <c:v>-0.5</c:v>
                </c:pt>
                <c:pt idx="5163">
                  <c:v>-0.5</c:v>
                </c:pt>
                <c:pt idx="5164">
                  <c:v>-0.5</c:v>
                </c:pt>
                <c:pt idx="5165">
                  <c:v>-0.5</c:v>
                </c:pt>
                <c:pt idx="5166">
                  <c:v>-0.5</c:v>
                </c:pt>
                <c:pt idx="5167">
                  <c:v>-0.5</c:v>
                </c:pt>
                <c:pt idx="5168">
                  <c:v>-0.5</c:v>
                </c:pt>
                <c:pt idx="5169">
                  <c:v>-0.5</c:v>
                </c:pt>
                <c:pt idx="5170">
                  <c:v>-0.5</c:v>
                </c:pt>
                <c:pt idx="5171">
                  <c:v>-0.5</c:v>
                </c:pt>
                <c:pt idx="5172">
                  <c:v>-0.5</c:v>
                </c:pt>
                <c:pt idx="5173">
                  <c:v>-0.5</c:v>
                </c:pt>
                <c:pt idx="5174">
                  <c:v>-0.5</c:v>
                </c:pt>
                <c:pt idx="5175">
                  <c:v>-0.5</c:v>
                </c:pt>
                <c:pt idx="5176">
                  <c:v>-0.5</c:v>
                </c:pt>
                <c:pt idx="5177">
                  <c:v>-0.5</c:v>
                </c:pt>
                <c:pt idx="5178">
                  <c:v>-0.5</c:v>
                </c:pt>
                <c:pt idx="5179">
                  <c:v>-0.5</c:v>
                </c:pt>
                <c:pt idx="5180">
                  <c:v>-0.5</c:v>
                </c:pt>
                <c:pt idx="5181">
                  <c:v>-0.5</c:v>
                </c:pt>
                <c:pt idx="5182">
                  <c:v>-0.5</c:v>
                </c:pt>
                <c:pt idx="5183">
                  <c:v>-0.5</c:v>
                </c:pt>
                <c:pt idx="5184">
                  <c:v>-0.5</c:v>
                </c:pt>
                <c:pt idx="5185">
                  <c:v>-0.5</c:v>
                </c:pt>
                <c:pt idx="5186">
                  <c:v>-0.5</c:v>
                </c:pt>
                <c:pt idx="5187">
                  <c:v>-0.5</c:v>
                </c:pt>
                <c:pt idx="5188">
                  <c:v>-0.5</c:v>
                </c:pt>
                <c:pt idx="5189">
                  <c:v>-0.5</c:v>
                </c:pt>
                <c:pt idx="5190">
                  <c:v>-0.5</c:v>
                </c:pt>
                <c:pt idx="5191">
                  <c:v>-0.5</c:v>
                </c:pt>
                <c:pt idx="5192">
                  <c:v>-0.5</c:v>
                </c:pt>
                <c:pt idx="5193">
                  <c:v>-0.5</c:v>
                </c:pt>
                <c:pt idx="5194">
                  <c:v>-0.5</c:v>
                </c:pt>
                <c:pt idx="5195">
                  <c:v>-0.5</c:v>
                </c:pt>
                <c:pt idx="5196">
                  <c:v>-0.5</c:v>
                </c:pt>
                <c:pt idx="5197">
                  <c:v>-0.5</c:v>
                </c:pt>
                <c:pt idx="5198">
                  <c:v>-0.5</c:v>
                </c:pt>
                <c:pt idx="5199">
                  <c:v>-0.5</c:v>
                </c:pt>
                <c:pt idx="5200">
                  <c:v>-0.5</c:v>
                </c:pt>
                <c:pt idx="5201">
                  <c:v>-0.5</c:v>
                </c:pt>
                <c:pt idx="5202">
                  <c:v>-0.5</c:v>
                </c:pt>
                <c:pt idx="5203">
                  <c:v>-0.5</c:v>
                </c:pt>
                <c:pt idx="5204">
                  <c:v>-0.5</c:v>
                </c:pt>
                <c:pt idx="5205">
                  <c:v>-0.5</c:v>
                </c:pt>
                <c:pt idx="5206">
                  <c:v>-0.5</c:v>
                </c:pt>
                <c:pt idx="5207">
                  <c:v>-0.5</c:v>
                </c:pt>
                <c:pt idx="5208">
                  <c:v>-0.5</c:v>
                </c:pt>
                <c:pt idx="5209">
                  <c:v>-0.5</c:v>
                </c:pt>
                <c:pt idx="5210">
                  <c:v>-0.5</c:v>
                </c:pt>
                <c:pt idx="5211">
                  <c:v>-0.5</c:v>
                </c:pt>
                <c:pt idx="5212">
                  <c:v>-0.5</c:v>
                </c:pt>
                <c:pt idx="5213">
                  <c:v>-0.5</c:v>
                </c:pt>
                <c:pt idx="5214">
                  <c:v>-0.5</c:v>
                </c:pt>
                <c:pt idx="5215">
                  <c:v>-0.5</c:v>
                </c:pt>
                <c:pt idx="5216">
                  <c:v>-0.5</c:v>
                </c:pt>
                <c:pt idx="5217">
                  <c:v>-0.5</c:v>
                </c:pt>
                <c:pt idx="5218">
                  <c:v>-0.5</c:v>
                </c:pt>
                <c:pt idx="5219">
                  <c:v>-0.5</c:v>
                </c:pt>
                <c:pt idx="5220">
                  <c:v>-0.5</c:v>
                </c:pt>
                <c:pt idx="5221">
                  <c:v>-0.5</c:v>
                </c:pt>
                <c:pt idx="5222">
                  <c:v>-0.5</c:v>
                </c:pt>
                <c:pt idx="5223">
                  <c:v>-0.5</c:v>
                </c:pt>
                <c:pt idx="5224">
                  <c:v>-0.5</c:v>
                </c:pt>
                <c:pt idx="5225">
                  <c:v>-0.5</c:v>
                </c:pt>
                <c:pt idx="5226">
                  <c:v>-0.5</c:v>
                </c:pt>
                <c:pt idx="5227">
                  <c:v>-0.5</c:v>
                </c:pt>
                <c:pt idx="5228">
                  <c:v>-0.5</c:v>
                </c:pt>
                <c:pt idx="5229">
                  <c:v>-0.5</c:v>
                </c:pt>
                <c:pt idx="5230">
                  <c:v>-0.5</c:v>
                </c:pt>
                <c:pt idx="5231">
                  <c:v>-0.5</c:v>
                </c:pt>
                <c:pt idx="5232">
                  <c:v>-0.5</c:v>
                </c:pt>
                <c:pt idx="5233">
                  <c:v>-0.5</c:v>
                </c:pt>
                <c:pt idx="5234">
                  <c:v>-0.5</c:v>
                </c:pt>
                <c:pt idx="5235">
                  <c:v>-0.5</c:v>
                </c:pt>
                <c:pt idx="5236">
                  <c:v>-0.5</c:v>
                </c:pt>
                <c:pt idx="5237">
                  <c:v>-0.5</c:v>
                </c:pt>
                <c:pt idx="5238">
                  <c:v>-0.5</c:v>
                </c:pt>
                <c:pt idx="5239">
                  <c:v>-0.5</c:v>
                </c:pt>
                <c:pt idx="5240">
                  <c:v>-0.5</c:v>
                </c:pt>
                <c:pt idx="5241">
                  <c:v>-0.5</c:v>
                </c:pt>
                <c:pt idx="5242">
                  <c:v>-0.5</c:v>
                </c:pt>
                <c:pt idx="5243">
                  <c:v>-0.5</c:v>
                </c:pt>
                <c:pt idx="5244">
                  <c:v>-0.5</c:v>
                </c:pt>
                <c:pt idx="5245">
                  <c:v>-0.5</c:v>
                </c:pt>
                <c:pt idx="5246">
                  <c:v>-0.5</c:v>
                </c:pt>
                <c:pt idx="5247">
                  <c:v>-0.5</c:v>
                </c:pt>
                <c:pt idx="5248">
                  <c:v>-0.5</c:v>
                </c:pt>
                <c:pt idx="5249">
                  <c:v>-0.5</c:v>
                </c:pt>
                <c:pt idx="5250">
                  <c:v>-0.5</c:v>
                </c:pt>
                <c:pt idx="5251">
                  <c:v>-0.5</c:v>
                </c:pt>
                <c:pt idx="5252">
                  <c:v>-0.5</c:v>
                </c:pt>
                <c:pt idx="5253">
                  <c:v>-0.5</c:v>
                </c:pt>
                <c:pt idx="5254">
                  <c:v>-0.5</c:v>
                </c:pt>
                <c:pt idx="5255">
                  <c:v>-0.5</c:v>
                </c:pt>
                <c:pt idx="5256">
                  <c:v>-0.5</c:v>
                </c:pt>
                <c:pt idx="5257">
                  <c:v>-0.5</c:v>
                </c:pt>
                <c:pt idx="5258">
                  <c:v>-0.5</c:v>
                </c:pt>
                <c:pt idx="5259">
                  <c:v>-0.5</c:v>
                </c:pt>
                <c:pt idx="5260">
                  <c:v>-0.5</c:v>
                </c:pt>
                <c:pt idx="5261">
                  <c:v>-0.5</c:v>
                </c:pt>
                <c:pt idx="5262">
                  <c:v>-0.5</c:v>
                </c:pt>
                <c:pt idx="5263">
                  <c:v>-0.5</c:v>
                </c:pt>
                <c:pt idx="5264">
                  <c:v>-0.5</c:v>
                </c:pt>
                <c:pt idx="5265">
                  <c:v>-0.5</c:v>
                </c:pt>
                <c:pt idx="5266">
                  <c:v>-0.5</c:v>
                </c:pt>
                <c:pt idx="5267">
                  <c:v>-0.5</c:v>
                </c:pt>
                <c:pt idx="5268">
                  <c:v>-0.5</c:v>
                </c:pt>
                <c:pt idx="5269">
                  <c:v>-0.5</c:v>
                </c:pt>
                <c:pt idx="5270">
                  <c:v>-0.5</c:v>
                </c:pt>
                <c:pt idx="5271">
                  <c:v>-0.5</c:v>
                </c:pt>
                <c:pt idx="5272">
                  <c:v>-0.5</c:v>
                </c:pt>
                <c:pt idx="5273">
                  <c:v>-0.5</c:v>
                </c:pt>
                <c:pt idx="5274">
                  <c:v>-0.5</c:v>
                </c:pt>
                <c:pt idx="5275">
                  <c:v>-0.5</c:v>
                </c:pt>
                <c:pt idx="5276">
                  <c:v>-0.5</c:v>
                </c:pt>
                <c:pt idx="5277">
                  <c:v>-0.5</c:v>
                </c:pt>
                <c:pt idx="5278">
                  <c:v>-0.5</c:v>
                </c:pt>
                <c:pt idx="5279">
                  <c:v>-0.5</c:v>
                </c:pt>
                <c:pt idx="5280">
                  <c:v>-0.5</c:v>
                </c:pt>
                <c:pt idx="5281">
                  <c:v>-0.5</c:v>
                </c:pt>
                <c:pt idx="5282">
                  <c:v>-0.5</c:v>
                </c:pt>
                <c:pt idx="5283">
                  <c:v>-0.5</c:v>
                </c:pt>
                <c:pt idx="5284">
                  <c:v>-0.5</c:v>
                </c:pt>
                <c:pt idx="5285">
                  <c:v>-0.5</c:v>
                </c:pt>
                <c:pt idx="5286">
                  <c:v>-0.5</c:v>
                </c:pt>
                <c:pt idx="5287">
                  <c:v>-0.5</c:v>
                </c:pt>
                <c:pt idx="5288">
                  <c:v>-0.5</c:v>
                </c:pt>
                <c:pt idx="5289">
                  <c:v>-0.5</c:v>
                </c:pt>
                <c:pt idx="5290">
                  <c:v>-0.5</c:v>
                </c:pt>
                <c:pt idx="5291">
                  <c:v>-0.5</c:v>
                </c:pt>
                <c:pt idx="5292">
                  <c:v>-0.5</c:v>
                </c:pt>
                <c:pt idx="5293">
                  <c:v>-0.5</c:v>
                </c:pt>
                <c:pt idx="5294">
                  <c:v>-0.5</c:v>
                </c:pt>
                <c:pt idx="5295">
                  <c:v>-0.5</c:v>
                </c:pt>
                <c:pt idx="5296">
                  <c:v>-0.5</c:v>
                </c:pt>
                <c:pt idx="5297">
                  <c:v>-0.5</c:v>
                </c:pt>
                <c:pt idx="5298">
                  <c:v>-0.5</c:v>
                </c:pt>
                <c:pt idx="5299">
                  <c:v>-0.5</c:v>
                </c:pt>
                <c:pt idx="5300">
                  <c:v>-0.5</c:v>
                </c:pt>
                <c:pt idx="5301">
                  <c:v>-0.5</c:v>
                </c:pt>
                <c:pt idx="5302">
                  <c:v>-0.5</c:v>
                </c:pt>
                <c:pt idx="5303">
                  <c:v>-0.5</c:v>
                </c:pt>
                <c:pt idx="5304">
                  <c:v>-0.5</c:v>
                </c:pt>
                <c:pt idx="5305">
                  <c:v>-0.5</c:v>
                </c:pt>
                <c:pt idx="5306">
                  <c:v>-0.5</c:v>
                </c:pt>
                <c:pt idx="5307">
                  <c:v>-0.5</c:v>
                </c:pt>
                <c:pt idx="5308">
                  <c:v>-0.5</c:v>
                </c:pt>
                <c:pt idx="5309">
                  <c:v>-0.5</c:v>
                </c:pt>
                <c:pt idx="5310">
                  <c:v>-0.5</c:v>
                </c:pt>
                <c:pt idx="5311">
                  <c:v>-0.5</c:v>
                </c:pt>
                <c:pt idx="5312">
                  <c:v>-0.5</c:v>
                </c:pt>
                <c:pt idx="5313">
                  <c:v>-0.5</c:v>
                </c:pt>
                <c:pt idx="5314">
                  <c:v>-0.5</c:v>
                </c:pt>
                <c:pt idx="5315">
                  <c:v>-0.5</c:v>
                </c:pt>
                <c:pt idx="5316">
                  <c:v>-0.5</c:v>
                </c:pt>
                <c:pt idx="5317">
                  <c:v>-0.5</c:v>
                </c:pt>
                <c:pt idx="5318">
                  <c:v>-0.5</c:v>
                </c:pt>
                <c:pt idx="5319">
                  <c:v>-0.5</c:v>
                </c:pt>
                <c:pt idx="5320">
                  <c:v>-0.5</c:v>
                </c:pt>
                <c:pt idx="5321">
                  <c:v>-0.5</c:v>
                </c:pt>
                <c:pt idx="5322">
                  <c:v>-0.5</c:v>
                </c:pt>
                <c:pt idx="5323">
                  <c:v>-0.5</c:v>
                </c:pt>
                <c:pt idx="5324">
                  <c:v>-0.5</c:v>
                </c:pt>
                <c:pt idx="5325">
                  <c:v>-0.5</c:v>
                </c:pt>
                <c:pt idx="5326">
                  <c:v>-0.5</c:v>
                </c:pt>
                <c:pt idx="5327">
                  <c:v>-0.5</c:v>
                </c:pt>
                <c:pt idx="5328">
                  <c:v>-0.5</c:v>
                </c:pt>
                <c:pt idx="5329">
                  <c:v>-0.5</c:v>
                </c:pt>
                <c:pt idx="5330">
                  <c:v>-0.5</c:v>
                </c:pt>
                <c:pt idx="5331">
                  <c:v>-0.5</c:v>
                </c:pt>
                <c:pt idx="5332">
                  <c:v>-0.5</c:v>
                </c:pt>
                <c:pt idx="5333">
                  <c:v>-0.5</c:v>
                </c:pt>
                <c:pt idx="5334">
                  <c:v>-0.5</c:v>
                </c:pt>
                <c:pt idx="5335">
                  <c:v>-0.5</c:v>
                </c:pt>
                <c:pt idx="5336">
                  <c:v>-0.5</c:v>
                </c:pt>
                <c:pt idx="5337">
                  <c:v>-0.5</c:v>
                </c:pt>
                <c:pt idx="5338">
                  <c:v>-0.5</c:v>
                </c:pt>
                <c:pt idx="5339">
                  <c:v>-0.5</c:v>
                </c:pt>
                <c:pt idx="5340">
                  <c:v>-0.5</c:v>
                </c:pt>
                <c:pt idx="5341">
                  <c:v>-0.5</c:v>
                </c:pt>
                <c:pt idx="5342">
                  <c:v>-0.5</c:v>
                </c:pt>
                <c:pt idx="5343">
                  <c:v>-0.5</c:v>
                </c:pt>
                <c:pt idx="5344">
                  <c:v>-0.5</c:v>
                </c:pt>
                <c:pt idx="5345">
                  <c:v>-0.5</c:v>
                </c:pt>
                <c:pt idx="5346">
                  <c:v>-0.5</c:v>
                </c:pt>
                <c:pt idx="5347">
                  <c:v>-0.5</c:v>
                </c:pt>
                <c:pt idx="5348">
                  <c:v>-0.5</c:v>
                </c:pt>
                <c:pt idx="5349">
                  <c:v>-0.5</c:v>
                </c:pt>
                <c:pt idx="5350">
                  <c:v>-0.5</c:v>
                </c:pt>
                <c:pt idx="5351">
                  <c:v>-0.5</c:v>
                </c:pt>
                <c:pt idx="5352">
                  <c:v>-0.5</c:v>
                </c:pt>
                <c:pt idx="5353">
                  <c:v>-0.5</c:v>
                </c:pt>
                <c:pt idx="5354">
                  <c:v>-0.5</c:v>
                </c:pt>
                <c:pt idx="5355">
                  <c:v>-0.5</c:v>
                </c:pt>
                <c:pt idx="5356">
                  <c:v>-0.5</c:v>
                </c:pt>
                <c:pt idx="5357">
                  <c:v>-0.5</c:v>
                </c:pt>
                <c:pt idx="5358">
                  <c:v>-0.5</c:v>
                </c:pt>
                <c:pt idx="5359">
                  <c:v>-0.5</c:v>
                </c:pt>
                <c:pt idx="5360">
                  <c:v>-0.5</c:v>
                </c:pt>
                <c:pt idx="5361">
                  <c:v>-0.5</c:v>
                </c:pt>
                <c:pt idx="5362">
                  <c:v>-0.5</c:v>
                </c:pt>
                <c:pt idx="5363">
                  <c:v>-0.5</c:v>
                </c:pt>
                <c:pt idx="5364">
                  <c:v>-0.5</c:v>
                </c:pt>
                <c:pt idx="5365">
                  <c:v>-0.5</c:v>
                </c:pt>
                <c:pt idx="5366">
                  <c:v>-0.5</c:v>
                </c:pt>
                <c:pt idx="5367">
                  <c:v>-0.5</c:v>
                </c:pt>
                <c:pt idx="5368">
                  <c:v>-0.5</c:v>
                </c:pt>
                <c:pt idx="5369">
                  <c:v>-0.5</c:v>
                </c:pt>
                <c:pt idx="5370">
                  <c:v>-0.5</c:v>
                </c:pt>
                <c:pt idx="5371">
                  <c:v>-0.5</c:v>
                </c:pt>
                <c:pt idx="5372">
                  <c:v>-0.5</c:v>
                </c:pt>
                <c:pt idx="5373">
                  <c:v>-0.5</c:v>
                </c:pt>
                <c:pt idx="5374">
                  <c:v>-0.5</c:v>
                </c:pt>
                <c:pt idx="5375">
                  <c:v>-0.5</c:v>
                </c:pt>
                <c:pt idx="5376">
                  <c:v>-0.5</c:v>
                </c:pt>
                <c:pt idx="5377">
                  <c:v>-0.5</c:v>
                </c:pt>
                <c:pt idx="5378">
                  <c:v>-0.5</c:v>
                </c:pt>
                <c:pt idx="5379">
                  <c:v>-0.5</c:v>
                </c:pt>
                <c:pt idx="5380">
                  <c:v>-0.5</c:v>
                </c:pt>
                <c:pt idx="5381">
                  <c:v>-0.5</c:v>
                </c:pt>
                <c:pt idx="5382">
                  <c:v>-0.5</c:v>
                </c:pt>
                <c:pt idx="5383">
                  <c:v>-0.5</c:v>
                </c:pt>
                <c:pt idx="5384">
                  <c:v>-0.5</c:v>
                </c:pt>
                <c:pt idx="5385">
                  <c:v>-0.5</c:v>
                </c:pt>
                <c:pt idx="5386">
                  <c:v>-0.5</c:v>
                </c:pt>
                <c:pt idx="5387">
                  <c:v>-0.5</c:v>
                </c:pt>
                <c:pt idx="5388">
                  <c:v>-0.5</c:v>
                </c:pt>
                <c:pt idx="5389">
                  <c:v>-0.5</c:v>
                </c:pt>
                <c:pt idx="5390">
                  <c:v>-0.5</c:v>
                </c:pt>
                <c:pt idx="5391">
                  <c:v>-0.5</c:v>
                </c:pt>
                <c:pt idx="5392">
                  <c:v>-0.5</c:v>
                </c:pt>
                <c:pt idx="5393">
                  <c:v>-0.5</c:v>
                </c:pt>
                <c:pt idx="5394">
                  <c:v>-0.5</c:v>
                </c:pt>
                <c:pt idx="5395">
                  <c:v>-0.5</c:v>
                </c:pt>
                <c:pt idx="5396">
                  <c:v>-0.5</c:v>
                </c:pt>
                <c:pt idx="5397">
                  <c:v>-0.5</c:v>
                </c:pt>
                <c:pt idx="5398">
                  <c:v>-0.5</c:v>
                </c:pt>
                <c:pt idx="5399">
                  <c:v>-0.5</c:v>
                </c:pt>
                <c:pt idx="5400">
                  <c:v>-0.5</c:v>
                </c:pt>
                <c:pt idx="5401">
                  <c:v>-0.5</c:v>
                </c:pt>
                <c:pt idx="5402">
                  <c:v>-0.5</c:v>
                </c:pt>
                <c:pt idx="5403">
                  <c:v>-0.5</c:v>
                </c:pt>
                <c:pt idx="5404">
                  <c:v>-0.5</c:v>
                </c:pt>
                <c:pt idx="5405">
                  <c:v>-0.5</c:v>
                </c:pt>
                <c:pt idx="5406">
                  <c:v>-0.5</c:v>
                </c:pt>
                <c:pt idx="5407">
                  <c:v>-0.5</c:v>
                </c:pt>
                <c:pt idx="5408">
                  <c:v>-0.5</c:v>
                </c:pt>
                <c:pt idx="5409">
                  <c:v>-0.5</c:v>
                </c:pt>
                <c:pt idx="5410">
                  <c:v>-0.5</c:v>
                </c:pt>
                <c:pt idx="5411">
                  <c:v>-0.5</c:v>
                </c:pt>
                <c:pt idx="5412">
                  <c:v>-0.5</c:v>
                </c:pt>
                <c:pt idx="5413">
                  <c:v>-0.5</c:v>
                </c:pt>
                <c:pt idx="5414">
                  <c:v>-0.5</c:v>
                </c:pt>
                <c:pt idx="5415">
                  <c:v>-0.5</c:v>
                </c:pt>
                <c:pt idx="5416">
                  <c:v>-0.5</c:v>
                </c:pt>
                <c:pt idx="5417">
                  <c:v>-0.5</c:v>
                </c:pt>
                <c:pt idx="5418">
                  <c:v>-0.5</c:v>
                </c:pt>
                <c:pt idx="5419">
                  <c:v>-0.5</c:v>
                </c:pt>
                <c:pt idx="5420">
                  <c:v>-0.5</c:v>
                </c:pt>
                <c:pt idx="5421">
                  <c:v>-0.5</c:v>
                </c:pt>
                <c:pt idx="5422">
                  <c:v>-0.5</c:v>
                </c:pt>
                <c:pt idx="5423">
                  <c:v>-0.5</c:v>
                </c:pt>
                <c:pt idx="5424">
                  <c:v>-0.5</c:v>
                </c:pt>
                <c:pt idx="5425">
                  <c:v>-0.5</c:v>
                </c:pt>
                <c:pt idx="5426">
                  <c:v>-0.5</c:v>
                </c:pt>
                <c:pt idx="5427">
                  <c:v>-0.5</c:v>
                </c:pt>
                <c:pt idx="5428">
                  <c:v>-0.5</c:v>
                </c:pt>
                <c:pt idx="5429">
                  <c:v>-0.5</c:v>
                </c:pt>
                <c:pt idx="5430">
                  <c:v>-0.5</c:v>
                </c:pt>
                <c:pt idx="5431">
                  <c:v>-0.5</c:v>
                </c:pt>
                <c:pt idx="5432">
                  <c:v>-0.5</c:v>
                </c:pt>
                <c:pt idx="5433">
                  <c:v>-0.5</c:v>
                </c:pt>
                <c:pt idx="5434">
                  <c:v>-0.5</c:v>
                </c:pt>
                <c:pt idx="5435">
                  <c:v>-0.5</c:v>
                </c:pt>
                <c:pt idx="5436">
                  <c:v>-0.5</c:v>
                </c:pt>
                <c:pt idx="5437">
                  <c:v>-0.5</c:v>
                </c:pt>
                <c:pt idx="5438">
                  <c:v>-0.5</c:v>
                </c:pt>
                <c:pt idx="5439">
                  <c:v>-0.5</c:v>
                </c:pt>
                <c:pt idx="5440">
                  <c:v>-0.5</c:v>
                </c:pt>
                <c:pt idx="5441">
                  <c:v>-0.5</c:v>
                </c:pt>
                <c:pt idx="5442">
                  <c:v>-0.5</c:v>
                </c:pt>
                <c:pt idx="5443">
                  <c:v>-0.5</c:v>
                </c:pt>
                <c:pt idx="5444">
                  <c:v>-0.5</c:v>
                </c:pt>
                <c:pt idx="5445">
                  <c:v>-0.5</c:v>
                </c:pt>
                <c:pt idx="5446">
                  <c:v>-0.5</c:v>
                </c:pt>
                <c:pt idx="5447">
                  <c:v>-0.5</c:v>
                </c:pt>
                <c:pt idx="5448">
                  <c:v>-0.5</c:v>
                </c:pt>
                <c:pt idx="5449">
                  <c:v>-0.5</c:v>
                </c:pt>
                <c:pt idx="5450">
                  <c:v>-0.5</c:v>
                </c:pt>
                <c:pt idx="5451">
                  <c:v>-0.5</c:v>
                </c:pt>
                <c:pt idx="5452">
                  <c:v>-0.5</c:v>
                </c:pt>
                <c:pt idx="5453">
                  <c:v>-0.5</c:v>
                </c:pt>
                <c:pt idx="5454">
                  <c:v>-0.5</c:v>
                </c:pt>
                <c:pt idx="5455">
                  <c:v>-0.5</c:v>
                </c:pt>
                <c:pt idx="5456">
                  <c:v>-0.5</c:v>
                </c:pt>
                <c:pt idx="5457">
                  <c:v>-0.5</c:v>
                </c:pt>
                <c:pt idx="5458">
                  <c:v>-0.5</c:v>
                </c:pt>
                <c:pt idx="5459">
                  <c:v>-0.5</c:v>
                </c:pt>
                <c:pt idx="5460">
                  <c:v>-0.5</c:v>
                </c:pt>
                <c:pt idx="5461">
                  <c:v>-0.5</c:v>
                </c:pt>
                <c:pt idx="5462">
                  <c:v>-0.5</c:v>
                </c:pt>
                <c:pt idx="5463">
                  <c:v>-0.5</c:v>
                </c:pt>
                <c:pt idx="5464">
                  <c:v>-0.5</c:v>
                </c:pt>
                <c:pt idx="5465">
                  <c:v>-0.5</c:v>
                </c:pt>
                <c:pt idx="5466">
                  <c:v>-0.5</c:v>
                </c:pt>
                <c:pt idx="5467">
                  <c:v>-0.5</c:v>
                </c:pt>
                <c:pt idx="5468">
                  <c:v>-0.5</c:v>
                </c:pt>
                <c:pt idx="5469">
                  <c:v>-0.5</c:v>
                </c:pt>
                <c:pt idx="5470">
                  <c:v>-0.5</c:v>
                </c:pt>
                <c:pt idx="5471">
                  <c:v>-0.5</c:v>
                </c:pt>
                <c:pt idx="5472">
                  <c:v>-0.5</c:v>
                </c:pt>
                <c:pt idx="5473">
                  <c:v>-0.5</c:v>
                </c:pt>
                <c:pt idx="5474">
                  <c:v>-0.5</c:v>
                </c:pt>
                <c:pt idx="5475">
                  <c:v>-0.5</c:v>
                </c:pt>
                <c:pt idx="5476">
                  <c:v>-0.5</c:v>
                </c:pt>
                <c:pt idx="5477">
                  <c:v>-0.5</c:v>
                </c:pt>
                <c:pt idx="5478">
                  <c:v>-0.5</c:v>
                </c:pt>
                <c:pt idx="5479">
                  <c:v>-0.5</c:v>
                </c:pt>
                <c:pt idx="5480">
                  <c:v>-0.5</c:v>
                </c:pt>
                <c:pt idx="5481">
                  <c:v>-0.5</c:v>
                </c:pt>
                <c:pt idx="5482">
                  <c:v>-0.5</c:v>
                </c:pt>
                <c:pt idx="5483">
                  <c:v>-0.5</c:v>
                </c:pt>
                <c:pt idx="5484">
                  <c:v>-0.5</c:v>
                </c:pt>
                <c:pt idx="5485">
                  <c:v>-0.5</c:v>
                </c:pt>
                <c:pt idx="5486">
                  <c:v>-0.5</c:v>
                </c:pt>
                <c:pt idx="5487">
                  <c:v>-0.5</c:v>
                </c:pt>
                <c:pt idx="5488">
                  <c:v>-0.5</c:v>
                </c:pt>
                <c:pt idx="5489">
                  <c:v>-0.5</c:v>
                </c:pt>
                <c:pt idx="5490">
                  <c:v>-0.5</c:v>
                </c:pt>
                <c:pt idx="5491">
                  <c:v>-0.5</c:v>
                </c:pt>
                <c:pt idx="5492">
                  <c:v>-0.5</c:v>
                </c:pt>
                <c:pt idx="5493">
                  <c:v>-0.5</c:v>
                </c:pt>
                <c:pt idx="5494">
                  <c:v>-0.5</c:v>
                </c:pt>
                <c:pt idx="5495">
                  <c:v>-0.5</c:v>
                </c:pt>
                <c:pt idx="5496">
                  <c:v>-0.5</c:v>
                </c:pt>
                <c:pt idx="5497">
                  <c:v>-0.5</c:v>
                </c:pt>
                <c:pt idx="5498">
                  <c:v>-0.5</c:v>
                </c:pt>
                <c:pt idx="5499">
                  <c:v>-0.5</c:v>
                </c:pt>
                <c:pt idx="5500">
                  <c:v>-0.5</c:v>
                </c:pt>
                <c:pt idx="5501">
                  <c:v>-0.5</c:v>
                </c:pt>
                <c:pt idx="5502">
                  <c:v>-0.5</c:v>
                </c:pt>
                <c:pt idx="5503">
                  <c:v>-0.5</c:v>
                </c:pt>
                <c:pt idx="5504">
                  <c:v>-0.5</c:v>
                </c:pt>
                <c:pt idx="5505">
                  <c:v>-0.5</c:v>
                </c:pt>
                <c:pt idx="5506">
                  <c:v>-0.5</c:v>
                </c:pt>
                <c:pt idx="5507">
                  <c:v>-0.5</c:v>
                </c:pt>
                <c:pt idx="5508">
                  <c:v>-0.5</c:v>
                </c:pt>
                <c:pt idx="5509">
                  <c:v>-0.5</c:v>
                </c:pt>
                <c:pt idx="5510">
                  <c:v>-0.5</c:v>
                </c:pt>
                <c:pt idx="5511">
                  <c:v>-0.5</c:v>
                </c:pt>
                <c:pt idx="5512">
                  <c:v>-0.5</c:v>
                </c:pt>
                <c:pt idx="5513">
                  <c:v>-0.5</c:v>
                </c:pt>
                <c:pt idx="5514">
                  <c:v>-0.5</c:v>
                </c:pt>
                <c:pt idx="5515">
                  <c:v>-0.5</c:v>
                </c:pt>
                <c:pt idx="5516">
                  <c:v>-0.5</c:v>
                </c:pt>
                <c:pt idx="5517">
                  <c:v>-0.5</c:v>
                </c:pt>
                <c:pt idx="5518">
                  <c:v>-0.5</c:v>
                </c:pt>
                <c:pt idx="5519">
                  <c:v>-0.5</c:v>
                </c:pt>
                <c:pt idx="5520">
                  <c:v>-0.5</c:v>
                </c:pt>
                <c:pt idx="5521">
                  <c:v>-0.5</c:v>
                </c:pt>
                <c:pt idx="5522">
                  <c:v>-0.5</c:v>
                </c:pt>
                <c:pt idx="5523">
                  <c:v>-0.5</c:v>
                </c:pt>
                <c:pt idx="5524">
                  <c:v>-0.5</c:v>
                </c:pt>
                <c:pt idx="5525">
                  <c:v>-0.5</c:v>
                </c:pt>
                <c:pt idx="5526">
                  <c:v>-0.5</c:v>
                </c:pt>
                <c:pt idx="5527">
                  <c:v>-0.5</c:v>
                </c:pt>
                <c:pt idx="5528">
                  <c:v>-0.5</c:v>
                </c:pt>
                <c:pt idx="5529">
                  <c:v>-0.5</c:v>
                </c:pt>
                <c:pt idx="5530">
                  <c:v>-0.5</c:v>
                </c:pt>
                <c:pt idx="5531">
                  <c:v>-0.5</c:v>
                </c:pt>
                <c:pt idx="5532">
                  <c:v>-0.5</c:v>
                </c:pt>
                <c:pt idx="5533">
                  <c:v>-0.5</c:v>
                </c:pt>
                <c:pt idx="5534">
                  <c:v>-0.5</c:v>
                </c:pt>
                <c:pt idx="5535">
                  <c:v>-0.5</c:v>
                </c:pt>
                <c:pt idx="5536">
                  <c:v>-0.5</c:v>
                </c:pt>
                <c:pt idx="5537">
                  <c:v>-0.5</c:v>
                </c:pt>
                <c:pt idx="5538">
                  <c:v>-0.5</c:v>
                </c:pt>
                <c:pt idx="5539">
                  <c:v>-0.5</c:v>
                </c:pt>
                <c:pt idx="5540">
                  <c:v>-0.5</c:v>
                </c:pt>
                <c:pt idx="5541">
                  <c:v>-0.5</c:v>
                </c:pt>
                <c:pt idx="5542">
                  <c:v>-0.5</c:v>
                </c:pt>
                <c:pt idx="5543">
                  <c:v>-0.5</c:v>
                </c:pt>
                <c:pt idx="5544">
                  <c:v>-0.5</c:v>
                </c:pt>
                <c:pt idx="5545">
                  <c:v>-0.5</c:v>
                </c:pt>
                <c:pt idx="5546">
                  <c:v>-0.5</c:v>
                </c:pt>
                <c:pt idx="5547">
                  <c:v>-0.5</c:v>
                </c:pt>
                <c:pt idx="5548">
                  <c:v>-0.5</c:v>
                </c:pt>
                <c:pt idx="5549">
                  <c:v>-0.5</c:v>
                </c:pt>
                <c:pt idx="5550">
                  <c:v>-0.5</c:v>
                </c:pt>
                <c:pt idx="5551">
                  <c:v>-0.5</c:v>
                </c:pt>
                <c:pt idx="5552">
                  <c:v>-0.5</c:v>
                </c:pt>
                <c:pt idx="5553">
                  <c:v>-0.5</c:v>
                </c:pt>
                <c:pt idx="5554">
                  <c:v>-0.5</c:v>
                </c:pt>
                <c:pt idx="5555">
                  <c:v>-0.5</c:v>
                </c:pt>
                <c:pt idx="5556">
                  <c:v>-0.5</c:v>
                </c:pt>
                <c:pt idx="5557">
                  <c:v>-0.5</c:v>
                </c:pt>
                <c:pt idx="5558">
                  <c:v>-0.5</c:v>
                </c:pt>
                <c:pt idx="5559">
                  <c:v>-0.5</c:v>
                </c:pt>
                <c:pt idx="5560">
                  <c:v>-0.5</c:v>
                </c:pt>
                <c:pt idx="5561">
                  <c:v>-0.5</c:v>
                </c:pt>
                <c:pt idx="5562">
                  <c:v>-0.5</c:v>
                </c:pt>
                <c:pt idx="5563">
                  <c:v>-0.5</c:v>
                </c:pt>
                <c:pt idx="5564">
                  <c:v>-0.5</c:v>
                </c:pt>
                <c:pt idx="5565">
                  <c:v>-0.5</c:v>
                </c:pt>
                <c:pt idx="5566">
                  <c:v>-0.5</c:v>
                </c:pt>
                <c:pt idx="5567">
                  <c:v>-0.5</c:v>
                </c:pt>
                <c:pt idx="5568">
                  <c:v>-0.5</c:v>
                </c:pt>
                <c:pt idx="5569">
                  <c:v>-0.5</c:v>
                </c:pt>
                <c:pt idx="5570">
                  <c:v>-0.5</c:v>
                </c:pt>
                <c:pt idx="5571">
                  <c:v>-0.5</c:v>
                </c:pt>
                <c:pt idx="5572">
                  <c:v>-0.5</c:v>
                </c:pt>
                <c:pt idx="5573">
                  <c:v>-0.5</c:v>
                </c:pt>
                <c:pt idx="5574">
                  <c:v>-0.5</c:v>
                </c:pt>
                <c:pt idx="5575">
                  <c:v>-0.5</c:v>
                </c:pt>
                <c:pt idx="5576">
                  <c:v>-0.5</c:v>
                </c:pt>
                <c:pt idx="5577">
                  <c:v>-0.5</c:v>
                </c:pt>
                <c:pt idx="5578">
                  <c:v>-0.5</c:v>
                </c:pt>
                <c:pt idx="5579">
                  <c:v>-0.5</c:v>
                </c:pt>
                <c:pt idx="5580">
                  <c:v>-0.5</c:v>
                </c:pt>
                <c:pt idx="5581">
                  <c:v>-0.5</c:v>
                </c:pt>
                <c:pt idx="5582">
                  <c:v>-0.5</c:v>
                </c:pt>
                <c:pt idx="5583">
                  <c:v>-0.5</c:v>
                </c:pt>
                <c:pt idx="5584">
                  <c:v>-0.5</c:v>
                </c:pt>
                <c:pt idx="5585">
                  <c:v>-0.5</c:v>
                </c:pt>
                <c:pt idx="5586">
                  <c:v>-0.5</c:v>
                </c:pt>
                <c:pt idx="5587">
                  <c:v>-0.5</c:v>
                </c:pt>
                <c:pt idx="5588">
                  <c:v>-0.5</c:v>
                </c:pt>
                <c:pt idx="5589">
                  <c:v>-0.5</c:v>
                </c:pt>
                <c:pt idx="5590">
                  <c:v>-0.5</c:v>
                </c:pt>
                <c:pt idx="5591">
                  <c:v>-0.5</c:v>
                </c:pt>
                <c:pt idx="5592">
                  <c:v>-0.5</c:v>
                </c:pt>
                <c:pt idx="5593">
                  <c:v>-0.5</c:v>
                </c:pt>
                <c:pt idx="5594">
                  <c:v>-0.5</c:v>
                </c:pt>
                <c:pt idx="5595">
                  <c:v>-0.5</c:v>
                </c:pt>
                <c:pt idx="5596">
                  <c:v>-0.5</c:v>
                </c:pt>
                <c:pt idx="5597">
                  <c:v>-0.5</c:v>
                </c:pt>
                <c:pt idx="5598">
                  <c:v>-0.5</c:v>
                </c:pt>
                <c:pt idx="5599">
                  <c:v>-0.5</c:v>
                </c:pt>
                <c:pt idx="5600">
                  <c:v>-0.5</c:v>
                </c:pt>
                <c:pt idx="5601">
                  <c:v>-0.5</c:v>
                </c:pt>
                <c:pt idx="5602">
                  <c:v>-0.5</c:v>
                </c:pt>
                <c:pt idx="5603">
                  <c:v>-0.5</c:v>
                </c:pt>
                <c:pt idx="5604">
                  <c:v>-0.5</c:v>
                </c:pt>
                <c:pt idx="5605">
                  <c:v>-0.5</c:v>
                </c:pt>
                <c:pt idx="5606">
                  <c:v>-0.5</c:v>
                </c:pt>
                <c:pt idx="5607">
                  <c:v>-0.5</c:v>
                </c:pt>
                <c:pt idx="5608">
                  <c:v>-0.5</c:v>
                </c:pt>
                <c:pt idx="5609">
                  <c:v>-0.5</c:v>
                </c:pt>
                <c:pt idx="5610">
                  <c:v>-0.5</c:v>
                </c:pt>
                <c:pt idx="5611">
                  <c:v>-0.5</c:v>
                </c:pt>
                <c:pt idx="5612">
                  <c:v>-0.5</c:v>
                </c:pt>
                <c:pt idx="5613">
                  <c:v>-0.5</c:v>
                </c:pt>
                <c:pt idx="5614">
                  <c:v>-0.5</c:v>
                </c:pt>
                <c:pt idx="5615">
                  <c:v>-0.5</c:v>
                </c:pt>
                <c:pt idx="5616">
                  <c:v>-0.5</c:v>
                </c:pt>
                <c:pt idx="5617">
                  <c:v>-0.5</c:v>
                </c:pt>
                <c:pt idx="5618">
                  <c:v>-0.5</c:v>
                </c:pt>
                <c:pt idx="5619">
                  <c:v>-0.5</c:v>
                </c:pt>
                <c:pt idx="5620">
                  <c:v>-0.5</c:v>
                </c:pt>
                <c:pt idx="5621">
                  <c:v>-0.5</c:v>
                </c:pt>
                <c:pt idx="5622">
                  <c:v>-0.5</c:v>
                </c:pt>
                <c:pt idx="5623">
                  <c:v>-0.5</c:v>
                </c:pt>
                <c:pt idx="5624">
                  <c:v>-0.5</c:v>
                </c:pt>
                <c:pt idx="5625">
                  <c:v>-0.5</c:v>
                </c:pt>
                <c:pt idx="5626">
                  <c:v>-0.5</c:v>
                </c:pt>
                <c:pt idx="5627">
                  <c:v>-0.5</c:v>
                </c:pt>
                <c:pt idx="5628">
                  <c:v>-0.5</c:v>
                </c:pt>
                <c:pt idx="5629">
                  <c:v>-0.5</c:v>
                </c:pt>
                <c:pt idx="5630">
                  <c:v>-0.5</c:v>
                </c:pt>
                <c:pt idx="5631">
                  <c:v>-0.5</c:v>
                </c:pt>
                <c:pt idx="5632">
                  <c:v>-0.5</c:v>
                </c:pt>
                <c:pt idx="5633">
                  <c:v>-0.5</c:v>
                </c:pt>
                <c:pt idx="5634">
                  <c:v>-0.5</c:v>
                </c:pt>
                <c:pt idx="5635">
                  <c:v>-0.5</c:v>
                </c:pt>
                <c:pt idx="5636">
                  <c:v>-0.5</c:v>
                </c:pt>
                <c:pt idx="5637">
                  <c:v>-0.5</c:v>
                </c:pt>
                <c:pt idx="5638">
                  <c:v>-0.5</c:v>
                </c:pt>
                <c:pt idx="5639">
                  <c:v>-0.5</c:v>
                </c:pt>
                <c:pt idx="5640">
                  <c:v>-0.5</c:v>
                </c:pt>
                <c:pt idx="5641">
                  <c:v>-0.5</c:v>
                </c:pt>
                <c:pt idx="5642">
                  <c:v>-0.5</c:v>
                </c:pt>
                <c:pt idx="5643">
                  <c:v>-0.5</c:v>
                </c:pt>
                <c:pt idx="5644">
                  <c:v>-0.5</c:v>
                </c:pt>
                <c:pt idx="5645">
                  <c:v>-0.5</c:v>
                </c:pt>
                <c:pt idx="5646">
                  <c:v>-0.5</c:v>
                </c:pt>
                <c:pt idx="5647">
                  <c:v>-0.5</c:v>
                </c:pt>
                <c:pt idx="5648">
                  <c:v>-0.5</c:v>
                </c:pt>
                <c:pt idx="5649">
                  <c:v>-0.5</c:v>
                </c:pt>
                <c:pt idx="5650">
                  <c:v>-0.5</c:v>
                </c:pt>
                <c:pt idx="5651">
                  <c:v>-0.5</c:v>
                </c:pt>
                <c:pt idx="5652">
                  <c:v>-0.5</c:v>
                </c:pt>
                <c:pt idx="5653">
                  <c:v>-0.5</c:v>
                </c:pt>
                <c:pt idx="5654">
                  <c:v>-0.5</c:v>
                </c:pt>
                <c:pt idx="5655">
                  <c:v>-0.5</c:v>
                </c:pt>
                <c:pt idx="5656">
                  <c:v>-0.5</c:v>
                </c:pt>
                <c:pt idx="5657">
                  <c:v>-0.5</c:v>
                </c:pt>
                <c:pt idx="5658">
                  <c:v>-0.5</c:v>
                </c:pt>
                <c:pt idx="5659">
                  <c:v>-0.5</c:v>
                </c:pt>
                <c:pt idx="5660">
                  <c:v>-0.5</c:v>
                </c:pt>
                <c:pt idx="5661">
                  <c:v>-0.5</c:v>
                </c:pt>
                <c:pt idx="5662">
                  <c:v>-0.5</c:v>
                </c:pt>
                <c:pt idx="5663">
                  <c:v>-0.5</c:v>
                </c:pt>
                <c:pt idx="5664">
                  <c:v>-0.5</c:v>
                </c:pt>
                <c:pt idx="5665">
                  <c:v>-0.5</c:v>
                </c:pt>
                <c:pt idx="5666">
                  <c:v>-0.5</c:v>
                </c:pt>
                <c:pt idx="5667">
                  <c:v>-0.5</c:v>
                </c:pt>
                <c:pt idx="5668">
                  <c:v>-0.5</c:v>
                </c:pt>
                <c:pt idx="5669">
                  <c:v>-0.5</c:v>
                </c:pt>
                <c:pt idx="5670">
                  <c:v>-0.5</c:v>
                </c:pt>
                <c:pt idx="5671">
                  <c:v>-0.5</c:v>
                </c:pt>
                <c:pt idx="5672">
                  <c:v>-0.5</c:v>
                </c:pt>
                <c:pt idx="5673">
                  <c:v>-0.5</c:v>
                </c:pt>
                <c:pt idx="5674">
                  <c:v>-0.5</c:v>
                </c:pt>
                <c:pt idx="5675">
                  <c:v>-0.5</c:v>
                </c:pt>
                <c:pt idx="5676">
                  <c:v>-0.5</c:v>
                </c:pt>
                <c:pt idx="5677">
                  <c:v>-0.5</c:v>
                </c:pt>
                <c:pt idx="5678">
                  <c:v>-0.5</c:v>
                </c:pt>
                <c:pt idx="5679">
                  <c:v>-0.5</c:v>
                </c:pt>
                <c:pt idx="5680">
                  <c:v>-0.5</c:v>
                </c:pt>
                <c:pt idx="5681">
                  <c:v>-0.5</c:v>
                </c:pt>
                <c:pt idx="5682">
                  <c:v>-0.5</c:v>
                </c:pt>
                <c:pt idx="5683">
                  <c:v>-0.5</c:v>
                </c:pt>
                <c:pt idx="5684">
                  <c:v>-0.5</c:v>
                </c:pt>
                <c:pt idx="5685">
                  <c:v>-0.5</c:v>
                </c:pt>
                <c:pt idx="5686">
                  <c:v>-0.5</c:v>
                </c:pt>
                <c:pt idx="5687">
                  <c:v>-0.5</c:v>
                </c:pt>
                <c:pt idx="5688">
                  <c:v>-0.5</c:v>
                </c:pt>
                <c:pt idx="5689">
                  <c:v>-0.5</c:v>
                </c:pt>
                <c:pt idx="5690">
                  <c:v>-0.5</c:v>
                </c:pt>
                <c:pt idx="5691">
                  <c:v>-0.5</c:v>
                </c:pt>
                <c:pt idx="5692">
                  <c:v>-0.5</c:v>
                </c:pt>
                <c:pt idx="5693">
                  <c:v>-0.5</c:v>
                </c:pt>
                <c:pt idx="5694">
                  <c:v>-0.5</c:v>
                </c:pt>
                <c:pt idx="5695">
                  <c:v>-0.5</c:v>
                </c:pt>
                <c:pt idx="5696">
                  <c:v>-0.5</c:v>
                </c:pt>
                <c:pt idx="5697">
                  <c:v>-0.5</c:v>
                </c:pt>
                <c:pt idx="5698">
                  <c:v>-0.5</c:v>
                </c:pt>
                <c:pt idx="5699">
                  <c:v>-0.5</c:v>
                </c:pt>
                <c:pt idx="5700">
                  <c:v>-0.5</c:v>
                </c:pt>
                <c:pt idx="5701">
                  <c:v>-0.5</c:v>
                </c:pt>
                <c:pt idx="5702">
                  <c:v>-0.5</c:v>
                </c:pt>
                <c:pt idx="5703">
                  <c:v>-0.5</c:v>
                </c:pt>
                <c:pt idx="5704">
                  <c:v>-0.5</c:v>
                </c:pt>
                <c:pt idx="5705">
                  <c:v>-0.5</c:v>
                </c:pt>
                <c:pt idx="5706">
                  <c:v>-0.5</c:v>
                </c:pt>
                <c:pt idx="5707">
                  <c:v>-0.5</c:v>
                </c:pt>
                <c:pt idx="5708">
                  <c:v>-0.5</c:v>
                </c:pt>
                <c:pt idx="5709">
                  <c:v>-0.5</c:v>
                </c:pt>
                <c:pt idx="5710">
                  <c:v>-0.5</c:v>
                </c:pt>
                <c:pt idx="5711">
                  <c:v>-0.5</c:v>
                </c:pt>
                <c:pt idx="5712">
                  <c:v>-0.5</c:v>
                </c:pt>
                <c:pt idx="5713">
                  <c:v>-0.5</c:v>
                </c:pt>
                <c:pt idx="5714">
                  <c:v>-0.5</c:v>
                </c:pt>
                <c:pt idx="5715">
                  <c:v>-0.5</c:v>
                </c:pt>
                <c:pt idx="5716">
                  <c:v>-0.5</c:v>
                </c:pt>
                <c:pt idx="5717">
                  <c:v>-0.5</c:v>
                </c:pt>
                <c:pt idx="5718">
                  <c:v>-0.5</c:v>
                </c:pt>
                <c:pt idx="5719">
                  <c:v>-0.5</c:v>
                </c:pt>
                <c:pt idx="5720">
                  <c:v>-0.5</c:v>
                </c:pt>
                <c:pt idx="5721">
                  <c:v>-0.5</c:v>
                </c:pt>
                <c:pt idx="5722">
                  <c:v>-0.5</c:v>
                </c:pt>
                <c:pt idx="5723">
                  <c:v>-0.5</c:v>
                </c:pt>
                <c:pt idx="5724">
                  <c:v>-0.5</c:v>
                </c:pt>
                <c:pt idx="5725">
                  <c:v>-0.5</c:v>
                </c:pt>
                <c:pt idx="5726">
                  <c:v>-0.5</c:v>
                </c:pt>
                <c:pt idx="5727">
                  <c:v>-0.5</c:v>
                </c:pt>
                <c:pt idx="5728">
                  <c:v>-0.5</c:v>
                </c:pt>
                <c:pt idx="5729">
                  <c:v>-0.5</c:v>
                </c:pt>
                <c:pt idx="5730">
                  <c:v>-0.5</c:v>
                </c:pt>
                <c:pt idx="5731">
                  <c:v>-0.5</c:v>
                </c:pt>
                <c:pt idx="5732">
                  <c:v>-0.5</c:v>
                </c:pt>
                <c:pt idx="5733">
                  <c:v>-0.5</c:v>
                </c:pt>
                <c:pt idx="5734">
                  <c:v>-0.5</c:v>
                </c:pt>
                <c:pt idx="5735">
                  <c:v>-0.5</c:v>
                </c:pt>
                <c:pt idx="5736">
                  <c:v>-0.5</c:v>
                </c:pt>
                <c:pt idx="5737">
                  <c:v>-0.5</c:v>
                </c:pt>
                <c:pt idx="5738">
                  <c:v>-0.5</c:v>
                </c:pt>
                <c:pt idx="5739">
                  <c:v>-0.5</c:v>
                </c:pt>
                <c:pt idx="5740">
                  <c:v>-0.5</c:v>
                </c:pt>
                <c:pt idx="5741">
                  <c:v>-0.5</c:v>
                </c:pt>
                <c:pt idx="5742">
                  <c:v>-0.5</c:v>
                </c:pt>
                <c:pt idx="5743">
                  <c:v>-0.5</c:v>
                </c:pt>
                <c:pt idx="5744">
                  <c:v>-0.5</c:v>
                </c:pt>
                <c:pt idx="5745">
                  <c:v>-0.5</c:v>
                </c:pt>
                <c:pt idx="5746">
                  <c:v>-0.5</c:v>
                </c:pt>
                <c:pt idx="5747">
                  <c:v>-0.5</c:v>
                </c:pt>
                <c:pt idx="5748">
                  <c:v>-0.5</c:v>
                </c:pt>
                <c:pt idx="5749">
                  <c:v>-0.5</c:v>
                </c:pt>
                <c:pt idx="5750">
                  <c:v>-0.5</c:v>
                </c:pt>
                <c:pt idx="5751">
                  <c:v>-0.5</c:v>
                </c:pt>
                <c:pt idx="5752">
                  <c:v>-0.5</c:v>
                </c:pt>
                <c:pt idx="5753">
                  <c:v>-0.5</c:v>
                </c:pt>
                <c:pt idx="5754">
                  <c:v>-0.5</c:v>
                </c:pt>
                <c:pt idx="5755">
                  <c:v>-0.5</c:v>
                </c:pt>
                <c:pt idx="5756">
                  <c:v>-0.5</c:v>
                </c:pt>
                <c:pt idx="5757">
                  <c:v>-0.5</c:v>
                </c:pt>
                <c:pt idx="5758">
                  <c:v>-0.5</c:v>
                </c:pt>
                <c:pt idx="5759">
                  <c:v>-0.5</c:v>
                </c:pt>
                <c:pt idx="5760">
                  <c:v>-0.5</c:v>
                </c:pt>
                <c:pt idx="5761">
                  <c:v>-0.5</c:v>
                </c:pt>
                <c:pt idx="5762">
                  <c:v>-0.5</c:v>
                </c:pt>
                <c:pt idx="5763">
                  <c:v>-0.5</c:v>
                </c:pt>
                <c:pt idx="5764">
                  <c:v>-0.5</c:v>
                </c:pt>
                <c:pt idx="5765">
                  <c:v>-0.5</c:v>
                </c:pt>
                <c:pt idx="5766">
                  <c:v>-0.5</c:v>
                </c:pt>
                <c:pt idx="5767">
                  <c:v>-0.5</c:v>
                </c:pt>
                <c:pt idx="5768">
                  <c:v>-0.5</c:v>
                </c:pt>
                <c:pt idx="5769">
                  <c:v>-0.5</c:v>
                </c:pt>
                <c:pt idx="5770">
                  <c:v>-0.5</c:v>
                </c:pt>
                <c:pt idx="5771">
                  <c:v>-0.5</c:v>
                </c:pt>
                <c:pt idx="5772">
                  <c:v>-0.5</c:v>
                </c:pt>
                <c:pt idx="5773">
                  <c:v>-0.5</c:v>
                </c:pt>
                <c:pt idx="5774">
                  <c:v>-0.5</c:v>
                </c:pt>
                <c:pt idx="5775">
                  <c:v>-0.5</c:v>
                </c:pt>
                <c:pt idx="5776">
                  <c:v>-0.5</c:v>
                </c:pt>
                <c:pt idx="5777">
                  <c:v>-0.5</c:v>
                </c:pt>
                <c:pt idx="5778">
                  <c:v>-0.5</c:v>
                </c:pt>
                <c:pt idx="5779">
                  <c:v>-0.5</c:v>
                </c:pt>
                <c:pt idx="5780">
                  <c:v>-0.5</c:v>
                </c:pt>
                <c:pt idx="5781">
                  <c:v>-0.5</c:v>
                </c:pt>
                <c:pt idx="5782">
                  <c:v>-0.5</c:v>
                </c:pt>
                <c:pt idx="5783">
                  <c:v>-0.5</c:v>
                </c:pt>
                <c:pt idx="5784">
                  <c:v>-0.5</c:v>
                </c:pt>
                <c:pt idx="5785">
                  <c:v>-0.5</c:v>
                </c:pt>
                <c:pt idx="5786">
                  <c:v>-0.5</c:v>
                </c:pt>
                <c:pt idx="5787">
                  <c:v>-0.5</c:v>
                </c:pt>
                <c:pt idx="5788">
                  <c:v>-0.5</c:v>
                </c:pt>
                <c:pt idx="5789">
                  <c:v>-0.5</c:v>
                </c:pt>
                <c:pt idx="5790">
                  <c:v>-0.5</c:v>
                </c:pt>
                <c:pt idx="5791">
                  <c:v>-0.5</c:v>
                </c:pt>
                <c:pt idx="5792">
                  <c:v>-0.5</c:v>
                </c:pt>
                <c:pt idx="5793">
                  <c:v>-0.5</c:v>
                </c:pt>
                <c:pt idx="5794">
                  <c:v>-0.5</c:v>
                </c:pt>
                <c:pt idx="5795">
                  <c:v>-0.5</c:v>
                </c:pt>
                <c:pt idx="5796">
                  <c:v>-0.5</c:v>
                </c:pt>
                <c:pt idx="5797">
                  <c:v>-0.5</c:v>
                </c:pt>
                <c:pt idx="5798">
                  <c:v>-0.5</c:v>
                </c:pt>
                <c:pt idx="5799">
                  <c:v>-0.5</c:v>
                </c:pt>
                <c:pt idx="5800">
                  <c:v>-0.5</c:v>
                </c:pt>
                <c:pt idx="5801">
                  <c:v>-0.5</c:v>
                </c:pt>
                <c:pt idx="5802">
                  <c:v>-0.5</c:v>
                </c:pt>
                <c:pt idx="5803">
                  <c:v>-0.5</c:v>
                </c:pt>
                <c:pt idx="5804">
                  <c:v>-0.5</c:v>
                </c:pt>
                <c:pt idx="5805">
                  <c:v>-0.5</c:v>
                </c:pt>
                <c:pt idx="5806">
                  <c:v>-0.5</c:v>
                </c:pt>
                <c:pt idx="5807">
                  <c:v>-0.5</c:v>
                </c:pt>
                <c:pt idx="5808">
                  <c:v>-0.5</c:v>
                </c:pt>
                <c:pt idx="5809">
                  <c:v>-0.5</c:v>
                </c:pt>
                <c:pt idx="5810">
                  <c:v>-0.5</c:v>
                </c:pt>
                <c:pt idx="5811">
                  <c:v>-0.5</c:v>
                </c:pt>
                <c:pt idx="5812">
                  <c:v>-0.5</c:v>
                </c:pt>
                <c:pt idx="5813">
                  <c:v>-0.5</c:v>
                </c:pt>
                <c:pt idx="5814">
                  <c:v>-0.5</c:v>
                </c:pt>
                <c:pt idx="5815">
                  <c:v>-0.5</c:v>
                </c:pt>
                <c:pt idx="5816">
                  <c:v>-0.5</c:v>
                </c:pt>
                <c:pt idx="5817">
                  <c:v>-0.5</c:v>
                </c:pt>
                <c:pt idx="5818">
                  <c:v>-0.5</c:v>
                </c:pt>
                <c:pt idx="5819">
                  <c:v>-0.5</c:v>
                </c:pt>
                <c:pt idx="5820">
                  <c:v>-0.5</c:v>
                </c:pt>
                <c:pt idx="5821">
                  <c:v>-0.5</c:v>
                </c:pt>
                <c:pt idx="5822">
                  <c:v>-0.5</c:v>
                </c:pt>
                <c:pt idx="5823">
                  <c:v>-0.5</c:v>
                </c:pt>
                <c:pt idx="5824">
                  <c:v>-0.5</c:v>
                </c:pt>
                <c:pt idx="5825">
                  <c:v>-0.5</c:v>
                </c:pt>
                <c:pt idx="5826">
                  <c:v>-0.5</c:v>
                </c:pt>
                <c:pt idx="5827">
                  <c:v>-0.5</c:v>
                </c:pt>
                <c:pt idx="5828">
                  <c:v>-0.5</c:v>
                </c:pt>
                <c:pt idx="5829">
                  <c:v>-0.5</c:v>
                </c:pt>
                <c:pt idx="5830">
                  <c:v>-0.5</c:v>
                </c:pt>
                <c:pt idx="5831">
                  <c:v>-0.5</c:v>
                </c:pt>
                <c:pt idx="5832">
                  <c:v>-0.5</c:v>
                </c:pt>
                <c:pt idx="5833">
                  <c:v>-0.5</c:v>
                </c:pt>
                <c:pt idx="5834">
                  <c:v>-0.5</c:v>
                </c:pt>
                <c:pt idx="5835">
                  <c:v>-0.5</c:v>
                </c:pt>
                <c:pt idx="5836">
                  <c:v>-0.5</c:v>
                </c:pt>
                <c:pt idx="5837">
                  <c:v>-0.5</c:v>
                </c:pt>
                <c:pt idx="5838">
                  <c:v>-0.5</c:v>
                </c:pt>
                <c:pt idx="5839">
                  <c:v>-0.5</c:v>
                </c:pt>
                <c:pt idx="5840">
                  <c:v>-0.5</c:v>
                </c:pt>
                <c:pt idx="5841">
                  <c:v>-0.5</c:v>
                </c:pt>
                <c:pt idx="5842">
                  <c:v>-0.5</c:v>
                </c:pt>
                <c:pt idx="5843">
                  <c:v>-0.5</c:v>
                </c:pt>
                <c:pt idx="5844">
                  <c:v>-0.5</c:v>
                </c:pt>
                <c:pt idx="5845">
                  <c:v>-0.5</c:v>
                </c:pt>
                <c:pt idx="5846">
                  <c:v>-0.5</c:v>
                </c:pt>
                <c:pt idx="5847">
                  <c:v>-0.5</c:v>
                </c:pt>
                <c:pt idx="5848">
                  <c:v>-0.5</c:v>
                </c:pt>
                <c:pt idx="5849">
                  <c:v>-0.5</c:v>
                </c:pt>
                <c:pt idx="5850">
                  <c:v>-0.5</c:v>
                </c:pt>
                <c:pt idx="5851">
                  <c:v>-0.5</c:v>
                </c:pt>
                <c:pt idx="5852">
                  <c:v>-0.5</c:v>
                </c:pt>
                <c:pt idx="5853">
                  <c:v>-0.5</c:v>
                </c:pt>
                <c:pt idx="5854">
                  <c:v>-0.5</c:v>
                </c:pt>
                <c:pt idx="5855">
                  <c:v>-0.5</c:v>
                </c:pt>
                <c:pt idx="5856">
                  <c:v>-0.5</c:v>
                </c:pt>
                <c:pt idx="5857">
                  <c:v>-0.5</c:v>
                </c:pt>
                <c:pt idx="5858">
                  <c:v>-0.5</c:v>
                </c:pt>
                <c:pt idx="5859">
                  <c:v>-0.5</c:v>
                </c:pt>
                <c:pt idx="5860">
                  <c:v>-0.5</c:v>
                </c:pt>
                <c:pt idx="5861">
                  <c:v>-0.5</c:v>
                </c:pt>
                <c:pt idx="5862">
                  <c:v>-0.5</c:v>
                </c:pt>
                <c:pt idx="5863">
                  <c:v>-0.5</c:v>
                </c:pt>
                <c:pt idx="5864">
                  <c:v>-0.5</c:v>
                </c:pt>
                <c:pt idx="5865">
                  <c:v>-0.5</c:v>
                </c:pt>
                <c:pt idx="5866">
                  <c:v>-0.5</c:v>
                </c:pt>
                <c:pt idx="5867">
                  <c:v>-0.5</c:v>
                </c:pt>
                <c:pt idx="5868">
                  <c:v>-0.5</c:v>
                </c:pt>
                <c:pt idx="5869">
                  <c:v>-0.5</c:v>
                </c:pt>
                <c:pt idx="5870">
                  <c:v>-0.5</c:v>
                </c:pt>
                <c:pt idx="5871">
                  <c:v>-0.5</c:v>
                </c:pt>
                <c:pt idx="5872">
                  <c:v>-0.5</c:v>
                </c:pt>
                <c:pt idx="5873">
                  <c:v>-0.5</c:v>
                </c:pt>
                <c:pt idx="5874">
                  <c:v>-0.5</c:v>
                </c:pt>
                <c:pt idx="5875">
                  <c:v>-0.5</c:v>
                </c:pt>
                <c:pt idx="5876">
                  <c:v>-0.5</c:v>
                </c:pt>
                <c:pt idx="5877">
                  <c:v>-0.5</c:v>
                </c:pt>
                <c:pt idx="5878">
                  <c:v>-0.5</c:v>
                </c:pt>
                <c:pt idx="5879">
                  <c:v>-0.5</c:v>
                </c:pt>
                <c:pt idx="5880">
                  <c:v>-0.5</c:v>
                </c:pt>
                <c:pt idx="5881">
                  <c:v>-0.5</c:v>
                </c:pt>
                <c:pt idx="5882">
                  <c:v>-0.5</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0.75</c:v>
                </c:pt>
                <c:pt idx="5919">
                  <c:v>0.75</c:v>
                </c:pt>
                <c:pt idx="5920">
                  <c:v>0.75</c:v>
                </c:pt>
                <c:pt idx="5921">
                  <c:v>0.75</c:v>
                </c:pt>
                <c:pt idx="5922">
                  <c:v>0.75</c:v>
                </c:pt>
                <c:pt idx="5923">
                  <c:v>0.75</c:v>
                </c:pt>
                <c:pt idx="5924">
                  <c:v>0.75</c:v>
                </c:pt>
                <c:pt idx="5925">
                  <c:v>0.75</c:v>
                </c:pt>
                <c:pt idx="5926">
                  <c:v>0.75</c:v>
                </c:pt>
                <c:pt idx="5927">
                  <c:v>0.75</c:v>
                </c:pt>
                <c:pt idx="5928">
                  <c:v>0.75</c:v>
                </c:pt>
                <c:pt idx="5929">
                  <c:v>0.75</c:v>
                </c:pt>
                <c:pt idx="5930">
                  <c:v>0.75</c:v>
                </c:pt>
                <c:pt idx="5931">
                  <c:v>0.75</c:v>
                </c:pt>
                <c:pt idx="5932">
                  <c:v>0.75</c:v>
                </c:pt>
                <c:pt idx="5933">
                  <c:v>0.75</c:v>
                </c:pt>
                <c:pt idx="5934">
                  <c:v>0.75</c:v>
                </c:pt>
                <c:pt idx="5935">
                  <c:v>0.75</c:v>
                </c:pt>
                <c:pt idx="5936">
                  <c:v>0.75</c:v>
                </c:pt>
                <c:pt idx="5937">
                  <c:v>0.75</c:v>
                </c:pt>
                <c:pt idx="5938">
                  <c:v>0.75</c:v>
                </c:pt>
                <c:pt idx="5939">
                  <c:v>0.75</c:v>
                </c:pt>
                <c:pt idx="5940">
                  <c:v>0.75</c:v>
                </c:pt>
                <c:pt idx="5941">
                  <c:v>0.75</c:v>
                </c:pt>
                <c:pt idx="5942">
                  <c:v>0.75</c:v>
                </c:pt>
                <c:pt idx="5943">
                  <c:v>0.75</c:v>
                </c:pt>
                <c:pt idx="5944">
                  <c:v>0.75</c:v>
                </c:pt>
                <c:pt idx="5945">
                  <c:v>0.75</c:v>
                </c:pt>
                <c:pt idx="5946">
                  <c:v>0.75</c:v>
                </c:pt>
                <c:pt idx="5947">
                  <c:v>0.75</c:v>
                </c:pt>
                <c:pt idx="5948">
                  <c:v>0.75</c:v>
                </c:pt>
                <c:pt idx="5949">
                  <c:v>0.75</c:v>
                </c:pt>
                <c:pt idx="5950">
                  <c:v>0.75</c:v>
                </c:pt>
                <c:pt idx="5951">
                  <c:v>0.75</c:v>
                </c:pt>
                <c:pt idx="5952">
                  <c:v>0.75</c:v>
                </c:pt>
                <c:pt idx="5953">
                  <c:v>1.5</c:v>
                </c:pt>
                <c:pt idx="5954">
                  <c:v>1.5</c:v>
                </c:pt>
                <c:pt idx="5955">
                  <c:v>1.5</c:v>
                </c:pt>
                <c:pt idx="5956">
                  <c:v>1.5</c:v>
                </c:pt>
                <c:pt idx="5957">
                  <c:v>1.5</c:v>
                </c:pt>
                <c:pt idx="5958">
                  <c:v>1.5</c:v>
                </c:pt>
                <c:pt idx="5959">
                  <c:v>1.5</c:v>
                </c:pt>
                <c:pt idx="5960">
                  <c:v>1.5</c:v>
                </c:pt>
                <c:pt idx="5961">
                  <c:v>1.5</c:v>
                </c:pt>
                <c:pt idx="5962">
                  <c:v>1.5</c:v>
                </c:pt>
                <c:pt idx="5963">
                  <c:v>1.5</c:v>
                </c:pt>
                <c:pt idx="5964">
                  <c:v>1.5</c:v>
                </c:pt>
                <c:pt idx="5965">
                  <c:v>1.5</c:v>
                </c:pt>
                <c:pt idx="5966">
                  <c:v>1.5</c:v>
                </c:pt>
                <c:pt idx="5967">
                  <c:v>1.5</c:v>
                </c:pt>
                <c:pt idx="5968">
                  <c:v>1.5</c:v>
                </c:pt>
                <c:pt idx="5969">
                  <c:v>1.5</c:v>
                </c:pt>
                <c:pt idx="5970">
                  <c:v>1.5</c:v>
                </c:pt>
                <c:pt idx="5971">
                  <c:v>1.5</c:v>
                </c:pt>
                <c:pt idx="5972">
                  <c:v>1.5</c:v>
                </c:pt>
                <c:pt idx="5973">
                  <c:v>1.5</c:v>
                </c:pt>
                <c:pt idx="5974">
                  <c:v>1.5</c:v>
                </c:pt>
                <c:pt idx="5975">
                  <c:v>1.5</c:v>
                </c:pt>
                <c:pt idx="5976">
                  <c:v>1.5</c:v>
                </c:pt>
                <c:pt idx="5977">
                  <c:v>1.5</c:v>
                </c:pt>
                <c:pt idx="5978">
                  <c:v>1.5</c:v>
                </c:pt>
                <c:pt idx="5979">
                  <c:v>1.5</c:v>
                </c:pt>
                <c:pt idx="5980">
                  <c:v>1.5</c:v>
                </c:pt>
                <c:pt idx="5981">
                  <c:v>1.5</c:v>
                </c:pt>
                <c:pt idx="5982">
                  <c:v>1.5</c:v>
                </c:pt>
                <c:pt idx="5983">
                  <c:v>1.5</c:v>
                </c:pt>
                <c:pt idx="5984">
                  <c:v>1.5</c:v>
                </c:pt>
                <c:pt idx="5985">
                  <c:v>1.5</c:v>
                </c:pt>
                <c:pt idx="5986">
                  <c:v>1.5</c:v>
                </c:pt>
                <c:pt idx="5987">
                  <c:v>1.5</c:v>
                </c:pt>
                <c:pt idx="5988">
                  <c:v>2</c:v>
                </c:pt>
                <c:pt idx="5989">
                  <c:v>2</c:v>
                </c:pt>
                <c:pt idx="5990">
                  <c:v>2</c:v>
                </c:pt>
                <c:pt idx="5991">
                  <c:v>2</c:v>
                </c:pt>
                <c:pt idx="5992">
                  <c:v>2</c:v>
                </c:pt>
                <c:pt idx="5993">
                  <c:v>2</c:v>
                </c:pt>
                <c:pt idx="5994">
                  <c:v>2</c:v>
                </c:pt>
                <c:pt idx="5995">
                  <c:v>2</c:v>
                </c:pt>
                <c:pt idx="5996">
                  <c:v>2</c:v>
                </c:pt>
                <c:pt idx="5997">
                  <c:v>2</c:v>
                </c:pt>
                <c:pt idx="5998">
                  <c:v>2</c:v>
                </c:pt>
                <c:pt idx="5999">
                  <c:v>2</c:v>
                </c:pt>
                <c:pt idx="6000">
                  <c:v>2</c:v>
                </c:pt>
                <c:pt idx="6001">
                  <c:v>2</c:v>
                </c:pt>
                <c:pt idx="6002">
                  <c:v>2</c:v>
                </c:pt>
                <c:pt idx="6003">
                  <c:v>2</c:v>
                </c:pt>
                <c:pt idx="6004">
                  <c:v>2</c:v>
                </c:pt>
                <c:pt idx="6005">
                  <c:v>2</c:v>
                </c:pt>
                <c:pt idx="6006">
                  <c:v>2</c:v>
                </c:pt>
                <c:pt idx="6007">
                  <c:v>2</c:v>
                </c:pt>
                <c:pt idx="6008">
                  <c:v>2</c:v>
                </c:pt>
                <c:pt idx="6009">
                  <c:v>2</c:v>
                </c:pt>
                <c:pt idx="6010">
                  <c:v>2</c:v>
                </c:pt>
                <c:pt idx="6011">
                  <c:v>2</c:v>
                </c:pt>
                <c:pt idx="6012">
                  <c:v>2</c:v>
                </c:pt>
                <c:pt idx="6013">
                  <c:v>2</c:v>
                </c:pt>
                <c:pt idx="6014">
                  <c:v>2</c:v>
                </c:pt>
                <c:pt idx="6015">
                  <c:v>2</c:v>
                </c:pt>
                <c:pt idx="6016">
                  <c:v>2</c:v>
                </c:pt>
                <c:pt idx="6017">
                  <c:v>2</c:v>
                </c:pt>
                <c:pt idx="6018">
                  <c:v>2</c:v>
                </c:pt>
                <c:pt idx="6019">
                  <c:v>2</c:v>
                </c:pt>
                <c:pt idx="6020">
                  <c:v>2</c:v>
                </c:pt>
                <c:pt idx="6021">
                  <c:v>2</c:v>
                </c:pt>
                <c:pt idx="6022">
                  <c:v>2</c:v>
                </c:pt>
                <c:pt idx="6023">
                  <c:v>2.5</c:v>
                </c:pt>
                <c:pt idx="6024">
                  <c:v>2.5</c:v>
                </c:pt>
                <c:pt idx="6025">
                  <c:v>2.5</c:v>
                </c:pt>
                <c:pt idx="6026">
                  <c:v>2.5</c:v>
                </c:pt>
                <c:pt idx="6027">
                  <c:v>2.5</c:v>
                </c:pt>
                <c:pt idx="6028">
                  <c:v>2.5</c:v>
                </c:pt>
                <c:pt idx="6029">
                  <c:v>2.5</c:v>
                </c:pt>
                <c:pt idx="6030">
                  <c:v>2.5</c:v>
                </c:pt>
                <c:pt idx="6031">
                  <c:v>2.5</c:v>
                </c:pt>
                <c:pt idx="6032">
                  <c:v>2.5</c:v>
                </c:pt>
                <c:pt idx="6033">
                  <c:v>2.5</c:v>
                </c:pt>
                <c:pt idx="6034">
                  <c:v>2.5</c:v>
                </c:pt>
                <c:pt idx="6035">
                  <c:v>2.5</c:v>
                </c:pt>
                <c:pt idx="6036">
                  <c:v>2.5</c:v>
                </c:pt>
                <c:pt idx="6037">
                  <c:v>2.5</c:v>
                </c:pt>
                <c:pt idx="6038">
                  <c:v>2.5</c:v>
                </c:pt>
                <c:pt idx="6039">
                  <c:v>2.5</c:v>
                </c:pt>
                <c:pt idx="6040">
                  <c:v>2.5</c:v>
                </c:pt>
                <c:pt idx="6041">
                  <c:v>2.5</c:v>
                </c:pt>
                <c:pt idx="6042">
                  <c:v>2.5</c:v>
                </c:pt>
                <c:pt idx="6043">
                  <c:v>2.5</c:v>
                </c:pt>
                <c:pt idx="6044">
                  <c:v>2.5</c:v>
                </c:pt>
                <c:pt idx="6045">
                  <c:v>2.5</c:v>
                </c:pt>
                <c:pt idx="6046">
                  <c:v>2.5</c:v>
                </c:pt>
                <c:pt idx="6047">
                  <c:v>2.5</c:v>
                </c:pt>
                <c:pt idx="6048">
                  <c:v>2.5</c:v>
                </c:pt>
                <c:pt idx="6049">
                  <c:v>2.5</c:v>
                </c:pt>
                <c:pt idx="6050">
                  <c:v>2.5</c:v>
                </c:pt>
                <c:pt idx="6051">
                  <c:v>2.5</c:v>
                </c:pt>
                <c:pt idx="6052">
                  <c:v>2.5</c:v>
                </c:pt>
                <c:pt idx="6053">
                  <c:v>3</c:v>
                </c:pt>
                <c:pt idx="6054">
                  <c:v>3</c:v>
                </c:pt>
                <c:pt idx="6055">
                  <c:v>3</c:v>
                </c:pt>
                <c:pt idx="6056">
                  <c:v>3</c:v>
                </c:pt>
                <c:pt idx="6057">
                  <c:v>3</c:v>
                </c:pt>
                <c:pt idx="6058">
                  <c:v>3</c:v>
                </c:pt>
                <c:pt idx="6059">
                  <c:v>3</c:v>
                </c:pt>
                <c:pt idx="6060">
                  <c:v>3</c:v>
                </c:pt>
                <c:pt idx="6061">
                  <c:v>3</c:v>
                </c:pt>
                <c:pt idx="6062">
                  <c:v>3</c:v>
                </c:pt>
                <c:pt idx="6063">
                  <c:v>3</c:v>
                </c:pt>
                <c:pt idx="6064">
                  <c:v>3</c:v>
                </c:pt>
                <c:pt idx="6065">
                  <c:v>3</c:v>
                </c:pt>
                <c:pt idx="6066">
                  <c:v>3</c:v>
                </c:pt>
                <c:pt idx="6067">
                  <c:v>3</c:v>
                </c:pt>
                <c:pt idx="6068">
                  <c:v>3</c:v>
                </c:pt>
                <c:pt idx="6069">
                  <c:v>3</c:v>
                </c:pt>
                <c:pt idx="6070">
                  <c:v>3</c:v>
                </c:pt>
                <c:pt idx="6071">
                  <c:v>3</c:v>
                </c:pt>
                <c:pt idx="6072">
                  <c:v>3</c:v>
                </c:pt>
                <c:pt idx="6073">
                  <c:v>3</c:v>
                </c:pt>
                <c:pt idx="6074">
                  <c:v>3</c:v>
                </c:pt>
                <c:pt idx="6075">
                  <c:v>3</c:v>
                </c:pt>
                <c:pt idx="6076">
                  <c:v>3</c:v>
                </c:pt>
                <c:pt idx="6077">
                  <c:v>3</c:v>
                </c:pt>
                <c:pt idx="6078">
                  <c:v>3</c:v>
                </c:pt>
                <c:pt idx="6079">
                  <c:v>3</c:v>
                </c:pt>
                <c:pt idx="6080">
                  <c:v>3</c:v>
                </c:pt>
                <c:pt idx="6081">
                  <c:v>3</c:v>
                </c:pt>
                <c:pt idx="6082">
                  <c:v>3</c:v>
                </c:pt>
                <c:pt idx="6083">
                  <c:v>3</c:v>
                </c:pt>
                <c:pt idx="6084">
                  <c:v>3</c:v>
                </c:pt>
                <c:pt idx="6085">
                  <c:v>3</c:v>
                </c:pt>
                <c:pt idx="6086">
                  <c:v>3</c:v>
                </c:pt>
                <c:pt idx="6087">
                  <c:v>3</c:v>
                </c:pt>
                <c:pt idx="6088">
                  <c:v>3.25</c:v>
                </c:pt>
                <c:pt idx="6089">
                  <c:v>3.25</c:v>
                </c:pt>
                <c:pt idx="6090">
                  <c:v>3.25</c:v>
                </c:pt>
                <c:pt idx="6091">
                  <c:v>3.25</c:v>
                </c:pt>
                <c:pt idx="6092">
                  <c:v>3.25</c:v>
                </c:pt>
                <c:pt idx="6093">
                  <c:v>3.25</c:v>
                </c:pt>
                <c:pt idx="6094">
                  <c:v>3.25</c:v>
                </c:pt>
                <c:pt idx="6095">
                  <c:v>3.25</c:v>
                </c:pt>
                <c:pt idx="6096">
                  <c:v>3.25</c:v>
                </c:pt>
                <c:pt idx="6097">
                  <c:v>3.25</c:v>
                </c:pt>
                <c:pt idx="6098">
                  <c:v>3.25</c:v>
                </c:pt>
                <c:pt idx="6099">
                  <c:v>3.25</c:v>
                </c:pt>
                <c:pt idx="6100">
                  <c:v>3.25</c:v>
                </c:pt>
                <c:pt idx="6101">
                  <c:v>3.25</c:v>
                </c:pt>
                <c:pt idx="6102">
                  <c:v>3.25</c:v>
                </c:pt>
                <c:pt idx="6103">
                  <c:v>3.25</c:v>
                </c:pt>
                <c:pt idx="6104">
                  <c:v>3.25</c:v>
                </c:pt>
                <c:pt idx="6105">
                  <c:v>3.25</c:v>
                </c:pt>
                <c:pt idx="6106">
                  <c:v>3.25</c:v>
                </c:pt>
                <c:pt idx="6107">
                  <c:v>3.25</c:v>
                </c:pt>
                <c:pt idx="6108">
                  <c:v>3.25</c:v>
                </c:pt>
                <c:pt idx="6109">
                  <c:v>3.25</c:v>
                </c:pt>
                <c:pt idx="6110">
                  <c:v>3.25</c:v>
                </c:pt>
                <c:pt idx="6111">
                  <c:v>3.25</c:v>
                </c:pt>
                <c:pt idx="6112">
                  <c:v>3.25</c:v>
                </c:pt>
                <c:pt idx="6113">
                  <c:v>3.25</c:v>
                </c:pt>
                <c:pt idx="6114">
                  <c:v>3.25</c:v>
                </c:pt>
                <c:pt idx="6115">
                  <c:v>3.25</c:v>
                </c:pt>
                <c:pt idx="6116">
                  <c:v>3.25</c:v>
                </c:pt>
                <c:pt idx="6117">
                  <c:v>3.25</c:v>
                </c:pt>
                <c:pt idx="6118">
                  <c:v>3.5</c:v>
                </c:pt>
                <c:pt idx="6119">
                  <c:v>3.5</c:v>
                </c:pt>
                <c:pt idx="6120">
                  <c:v>3.5</c:v>
                </c:pt>
                <c:pt idx="6121">
                  <c:v>3.5</c:v>
                </c:pt>
                <c:pt idx="6122">
                  <c:v>3.5</c:v>
                </c:pt>
                <c:pt idx="6123">
                  <c:v>3.5</c:v>
                </c:pt>
                <c:pt idx="6124">
                  <c:v>3.5</c:v>
                </c:pt>
                <c:pt idx="6125">
                  <c:v>3.5</c:v>
                </c:pt>
                <c:pt idx="6126">
                  <c:v>3.5</c:v>
                </c:pt>
                <c:pt idx="6127">
                  <c:v>3.5</c:v>
                </c:pt>
                <c:pt idx="6128">
                  <c:v>3.5</c:v>
                </c:pt>
                <c:pt idx="6129">
                  <c:v>3.5</c:v>
                </c:pt>
                <c:pt idx="6130">
                  <c:v>3.5</c:v>
                </c:pt>
                <c:pt idx="6131">
                  <c:v>3.5</c:v>
                </c:pt>
                <c:pt idx="6132">
                  <c:v>3.5</c:v>
                </c:pt>
                <c:pt idx="6133">
                  <c:v>3.5</c:v>
                </c:pt>
                <c:pt idx="6134">
                  <c:v>3.5</c:v>
                </c:pt>
                <c:pt idx="6135">
                  <c:v>3.5</c:v>
                </c:pt>
                <c:pt idx="6136">
                  <c:v>3.5</c:v>
                </c:pt>
                <c:pt idx="6137">
                  <c:v>3.5</c:v>
                </c:pt>
                <c:pt idx="6138">
                  <c:v>3.5</c:v>
                </c:pt>
                <c:pt idx="6139">
                  <c:v>3.5</c:v>
                </c:pt>
                <c:pt idx="6140">
                  <c:v>3.5</c:v>
                </c:pt>
                <c:pt idx="6141">
                  <c:v>3.5</c:v>
                </c:pt>
                <c:pt idx="6142">
                  <c:v>3.5</c:v>
                </c:pt>
                <c:pt idx="6143">
                  <c:v>3.5</c:v>
                </c:pt>
                <c:pt idx="6144">
                  <c:v>3.5</c:v>
                </c:pt>
                <c:pt idx="6145">
                  <c:v>3.5</c:v>
                </c:pt>
                <c:pt idx="6146">
                  <c:v>3.5</c:v>
                </c:pt>
                <c:pt idx="6147">
                  <c:v>3.5</c:v>
                </c:pt>
                <c:pt idx="6148">
                  <c:v>3.75</c:v>
                </c:pt>
                <c:pt idx="6149">
                  <c:v>3.75</c:v>
                </c:pt>
                <c:pt idx="6150">
                  <c:v>3.75</c:v>
                </c:pt>
                <c:pt idx="6151">
                  <c:v>3.75</c:v>
                </c:pt>
                <c:pt idx="6152">
                  <c:v>3.75</c:v>
                </c:pt>
                <c:pt idx="6153">
                  <c:v>3.75</c:v>
                </c:pt>
                <c:pt idx="6154">
                  <c:v>3.75</c:v>
                </c:pt>
                <c:pt idx="6155">
                  <c:v>3.75</c:v>
                </c:pt>
                <c:pt idx="6156">
                  <c:v>3.75</c:v>
                </c:pt>
                <c:pt idx="6157">
                  <c:v>3.75</c:v>
                </c:pt>
                <c:pt idx="6158">
                  <c:v>3.75</c:v>
                </c:pt>
                <c:pt idx="6159">
                  <c:v>3.75</c:v>
                </c:pt>
                <c:pt idx="6160">
                  <c:v>3.75</c:v>
                </c:pt>
                <c:pt idx="6161">
                  <c:v>3.75</c:v>
                </c:pt>
                <c:pt idx="6162">
                  <c:v>3.75</c:v>
                </c:pt>
                <c:pt idx="6163">
                  <c:v>3.75</c:v>
                </c:pt>
                <c:pt idx="6164">
                  <c:v>3.75</c:v>
                </c:pt>
                <c:pt idx="6165">
                  <c:v>3.75</c:v>
                </c:pt>
                <c:pt idx="6166">
                  <c:v>3.75</c:v>
                </c:pt>
                <c:pt idx="6167">
                  <c:v>3.75</c:v>
                </c:pt>
                <c:pt idx="6168">
                  <c:v>3.75</c:v>
                </c:pt>
                <c:pt idx="6169">
                  <c:v>3.75</c:v>
                </c:pt>
                <c:pt idx="6170">
                  <c:v>3.75</c:v>
                </c:pt>
                <c:pt idx="6171">
                  <c:v>3.75</c:v>
                </c:pt>
                <c:pt idx="6172">
                  <c:v>3.75</c:v>
                </c:pt>
                <c:pt idx="6173">
                  <c:v>3.75</c:v>
                </c:pt>
                <c:pt idx="6174">
                  <c:v>3.75</c:v>
                </c:pt>
                <c:pt idx="6175">
                  <c:v>3.75</c:v>
                </c:pt>
                <c:pt idx="6176">
                  <c:v>3.75</c:v>
                </c:pt>
                <c:pt idx="6177">
                  <c:v>3.75</c:v>
                </c:pt>
                <c:pt idx="6178">
                  <c:v>3.75</c:v>
                </c:pt>
                <c:pt idx="6179">
                  <c:v>3.75</c:v>
                </c:pt>
                <c:pt idx="6180">
                  <c:v>3.75</c:v>
                </c:pt>
                <c:pt idx="6181">
                  <c:v>3.75</c:v>
                </c:pt>
                <c:pt idx="6182">
                  <c:v>3.75</c:v>
                </c:pt>
                <c:pt idx="6183">
                  <c:v>4</c:v>
                </c:pt>
                <c:pt idx="6184">
                  <c:v>4</c:v>
                </c:pt>
                <c:pt idx="6185">
                  <c:v>4</c:v>
                </c:pt>
                <c:pt idx="6186">
                  <c:v>4</c:v>
                </c:pt>
                <c:pt idx="6187">
                  <c:v>4</c:v>
                </c:pt>
                <c:pt idx="6188">
                  <c:v>4</c:v>
                </c:pt>
                <c:pt idx="6189">
                  <c:v>4</c:v>
                </c:pt>
                <c:pt idx="6190">
                  <c:v>4</c:v>
                </c:pt>
                <c:pt idx="6191">
                  <c:v>4</c:v>
                </c:pt>
                <c:pt idx="6192">
                  <c:v>4</c:v>
                </c:pt>
                <c:pt idx="6193">
                  <c:v>4</c:v>
                </c:pt>
                <c:pt idx="6194">
                  <c:v>4</c:v>
                </c:pt>
                <c:pt idx="6195">
                  <c:v>4</c:v>
                </c:pt>
                <c:pt idx="6196">
                  <c:v>4</c:v>
                </c:pt>
                <c:pt idx="6197">
                  <c:v>4</c:v>
                </c:pt>
                <c:pt idx="6198">
                  <c:v>4</c:v>
                </c:pt>
                <c:pt idx="6199">
                  <c:v>4</c:v>
                </c:pt>
                <c:pt idx="6200">
                  <c:v>4</c:v>
                </c:pt>
                <c:pt idx="6201">
                  <c:v>4</c:v>
                </c:pt>
                <c:pt idx="6202">
                  <c:v>4</c:v>
                </c:pt>
                <c:pt idx="6203">
                  <c:v>4</c:v>
                </c:pt>
                <c:pt idx="6204">
                  <c:v>4</c:v>
                </c:pt>
                <c:pt idx="6205">
                  <c:v>4</c:v>
                </c:pt>
                <c:pt idx="6206">
                  <c:v>4</c:v>
                </c:pt>
                <c:pt idx="6207">
                  <c:v>4</c:v>
                </c:pt>
                <c:pt idx="6208">
                  <c:v>4</c:v>
                </c:pt>
                <c:pt idx="6209">
                  <c:v>4</c:v>
                </c:pt>
                <c:pt idx="6210">
                  <c:v>4</c:v>
                </c:pt>
                <c:pt idx="6211">
                  <c:v>4</c:v>
                </c:pt>
                <c:pt idx="6212">
                  <c:v>4</c:v>
                </c:pt>
                <c:pt idx="6213">
                  <c:v>4</c:v>
                </c:pt>
                <c:pt idx="6214">
                  <c:v>4</c:v>
                </c:pt>
                <c:pt idx="6215">
                  <c:v>4</c:v>
                </c:pt>
                <c:pt idx="6216">
                  <c:v>4</c:v>
                </c:pt>
                <c:pt idx="6217">
                  <c:v>4</c:v>
                </c:pt>
                <c:pt idx="6218">
                  <c:v>4</c:v>
                </c:pt>
                <c:pt idx="6219">
                  <c:v>4</c:v>
                </c:pt>
                <c:pt idx="6220">
                  <c:v>4</c:v>
                </c:pt>
                <c:pt idx="6221">
                  <c:v>4</c:v>
                </c:pt>
                <c:pt idx="6222">
                  <c:v>4</c:v>
                </c:pt>
                <c:pt idx="6223">
                  <c:v>4</c:v>
                </c:pt>
                <c:pt idx="6224">
                  <c:v>4</c:v>
                </c:pt>
                <c:pt idx="6225">
                  <c:v>4</c:v>
                </c:pt>
                <c:pt idx="6226">
                  <c:v>4</c:v>
                </c:pt>
                <c:pt idx="6227">
                  <c:v>4</c:v>
                </c:pt>
                <c:pt idx="6228">
                  <c:v>4</c:v>
                </c:pt>
                <c:pt idx="6229">
                  <c:v>4</c:v>
                </c:pt>
                <c:pt idx="6230">
                  <c:v>4</c:v>
                </c:pt>
                <c:pt idx="6231">
                  <c:v>4</c:v>
                </c:pt>
                <c:pt idx="6232">
                  <c:v>4</c:v>
                </c:pt>
                <c:pt idx="6233">
                  <c:v>4</c:v>
                </c:pt>
                <c:pt idx="6234">
                  <c:v>4</c:v>
                </c:pt>
                <c:pt idx="6235">
                  <c:v>4</c:v>
                </c:pt>
                <c:pt idx="6236">
                  <c:v>4</c:v>
                </c:pt>
                <c:pt idx="6237">
                  <c:v>4</c:v>
                </c:pt>
                <c:pt idx="6238">
                  <c:v>4</c:v>
                </c:pt>
                <c:pt idx="6239">
                  <c:v>4</c:v>
                </c:pt>
                <c:pt idx="6240">
                  <c:v>4</c:v>
                </c:pt>
                <c:pt idx="6241">
                  <c:v>4</c:v>
                </c:pt>
                <c:pt idx="6242">
                  <c:v>4</c:v>
                </c:pt>
                <c:pt idx="6243">
                  <c:v>4</c:v>
                </c:pt>
                <c:pt idx="6244">
                  <c:v>4</c:v>
                </c:pt>
                <c:pt idx="6245">
                  <c:v>4</c:v>
                </c:pt>
                <c:pt idx="6246">
                  <c:v>4</c:v>
                </c:pt>
                <c:pt idx="6247">
                  <c:v>4</c:v>
                </c:pt>
                <c:pt idx="6248">
                  <c:v>4</c:v>
                </c:pt>
                <c:pt idx="6249">
                  <c:v>4</c:v>
                </c:pt>
                <c:pt idx="6250">
                  <c:v>4</c:v>
                </c:pt>
                <c:pt idx="6251">
                  <c:v>4</c:v>
                </c:pt>
                <c:pt idx="6252">
                  <c:v>4</c:v>
                </c:pt>
                <c:pt idx="6253">
                  <c:v>4</c:v>
                </c:pt>
                <c:pt idx="6254">
                  <c:v>4</c:v>
                </c:pt>
                <c:pt idx="6255">
                  <c:v>4</c:v>
                </c:pt>
                <c:pt idx="6256">
                  <c:v>4</c:v>
                </c:pt>
                <c:pt idx="6257">
                  <c:v>4</c:v>
                </c:pt>
                <c:pt idx="6258">
                  <c:v>4</c:v>
                </c:pt>
                <c:pt idx="6259">
                  <c:v>4</c:v>
                </c:pt>
                <c:pt idx="6260">
                  <c:v>4</c:v>
                </c:pt>
                <c:pt idx="6261">
                  <c:v>4</c:v>
                </c:pt>
                <c:pt idx="6262">
                  <c:v>4</c:v>
                </c:pt>
                <c:pt idx="6263">
                  <c:v>4</c:v>
                </c:pt>
                <c:pt idx="6264">
                  <c:v>4</c:v>
                </c:pt>
                <c:pt idx="6265">
                  <c:v>4</c:v>
                </c:pt>
                <c:pt idx="6266">
                  <c:v>4</c:v>
                </c:pt>
                <c:pt idx="6267">
                  <c:v>4</c:v>
                </c:pt>
                <c:pt idx="6268">
                  <c:v>4</c:v>
                </c:pt>
                <c:pt idx="6269">
                  <c:v>4</c:v>
                </c:pt>
                <c:pt idx="6270">
                  <c:v>4</c:v>
                </c:pt>
                <c:pt idx="6271">
                  <c:v>4</c:v>
                </c:pt>
                <c:pt idx="6272">
                  <c:v>4</c:v>
                </c:pt>
                <c:pt idx="6273">
                  <c:v>4</c:v>
                </c:pt>
                <c:pt idx="6274">
                  <c:v>4</c:v>
                </c:pt>
                <c:pt idx="6275">
                  <c:v>4</c:v>
                </c:pt>
                <c:pt idx="6276">
                  <c:v>4</c:v>
                </c:pt>
                <c:pt idx="6277">
                  <c:v>4</c:v>
                </c:pt>
                <c:pt idx="6278">
                  <c:v>4</c:v>
                </c:pt>
                <c:pt idx="6279">
                  <c:v>4</c:v>
                </c:pt>
                <c:pt idx="6280">
                  <c:v>4</c:v>
                </c:pt>
                <c:pt idx="6281">
                  <c:v>4</c:v>
                </c:pt>
                <c:pt idx="6282">
                  <c:v>4</c:v>
                </c:pt>
                <c:pt idx="6283">
                  <c:v>4</c:v>
                </c:pt>
                <c:pt idx="6284">
                  <c:v>4</c:v>
                </c:pt>
                <c:pt idx="6285">
                  <c:v>4</c:v>
                </c:pt>
                <c:pt idx="6286">
                  <c:v>4</c:v>
                </c:pt>
                <c:pt idx="6287">
                  <c:v>4</c:v>
                </c:pt>
                <c:pt idx="6288">
                  <c:v>4</c:v>
                </c:pt>
                <c:pt idx="6289">
                  <c:v>4</c:v>
                </c:pt>
                <c:pt idx="6290">
                  <c:v>4</c:v>
                </c:pt>
                <c:pt idx="6291">
                  <c:v>4</c:v>
                </c:pt>
                <c:pt idx="6292">
                  <c:v>4</c:v>
                </c:pt>
                <c:pt idx="6293">
                  <c:v>4</c:v>
                </c:pt>
                <c:pt idx="6294">
                  <c:v>4</c:v>
                </c:pt>
                <c:pt idx="6295">
                  <c:v>4</c:v>
                </c:pt>
                <c:pt idx="6296">
                  <c:v>4</c:v>
                </c:pt>
                <c:pt idx="6297">
                  <c:v>4</c:v>
                </c:pt>
                <c:pt idx="6298">
                  <c:v>4</c:v>
                </c:pt>
                <c:pt idx="6299">
                  <c:v>4</c:v>
                </c:pt>
                <c:pt idx="6300">
                  <c:v>4</c:v>
                </c:pt>
                <c:pt idx="6301">
                  <c:v>4</c:v>
                </c:pt>
                <c:pt idx="6302">
                  <c:v>4</c:v>
                </c:pt>
                <c:pt idx="6303">
                  <c:v>4</c:v>
                </c:pt>
                <c:pt idx="6304">
                  <c:v>4</c:v>
                </c:pt>
                <c:pt idx="6305">
                  <c:v>4</c:v>
                </c:pt>
                <c:pt idx="6306">
                  <c:v>4</c:v>
                </c:pt>
                <c:pt idx="6307">
                  <c:v>4</c:v>
                </c:pt>
                <c:pt idx="6308">
                  <c:v>4</c:v>
                </c:pt>
                <c:pt idx="6309">
                  <c:v>4</c:v>
                </c:pt>
                <c:pt idx="6310">
                  <c:v>4</c:v>
                </c:pt>
                <c:pt idx="6311">
                  <c:v>4</c:v>
                </c:pt>
                <c:pt idx="6312">
                  <c:v>4</c:v>
                </c:pt>
                <c:pt idx="6313">
                  <c:v>4</c:v>
                </c:pt>
                <c:pt idx="6314">
                  <c:v>4</c:v>
                </c:pt>
                <c:pt idx="6315">
                  <c:v>4</c:v>
                </c:pt>
                <c:pt idx="6316">
                  <c:v>4</c:v>
                </c:pt>
                <c:pt idx="6317">
                  <c:v>4</c:v>
                </c:pt>
                <c:pt idx="6318">
                  <c:v>4</c:v>
                </c:pt>
                <c:pt idx="6319">
                  <c:v>4</c:v>
                </c:pt>
                <c:pt idx="6320">
                  <c:v>4</c:v>
                </c:pt>
                <c:pt idx="6321">
                  <c:v>4</c:v>
                </c:pt>
                <c:pt idx="6322">
                  <c:v>4</c:v>
                </c:pt>
                <c:pt idx="6323">
                  <c:v>4</c:v>
                </c:pt>
                <c:pt idx="6324">
                  <c:v>4</c:v>
                </c:pt>
                <c:pt idx="6325">
                  <c:v>4</c:v>
                </c:pt>
                <c:pt idx="6326">
                  <c:v>4</c:v>
                </c:pt>
                <c:pt idx="6327">
                  <c:v>4</c:v>
                </c:pt>
                <c:pt idx="6328">
                  <c:v>4</c:v>
                </c:pt>
                <c:pt idx="6329">
                  <c:v>4</c:v>
                </c:pt>
                <c:pt idx="6330">
                  <c:v>4</c:v>
                </c:pt>
                <c:pt idx="6331">
                  <c:v>4</c:v>
                </c:pt>
                <c:pt idx="6332">
                  <c:v>4</c:v>
                </c:pt>
                <c:pt idx="6333">
                  <c:v>4</c:v>
                </c:pt>
                <c:pt idx="6334">
                  <c:v>4</c:v>
                </c:pt>
                <c:pt idx="6335">
                  <c:v>4</c:v>
                </c:pt>
                <c:pt idx="6336">
                  <c:v>4</c:v>
                </c:pt>
                <c:pt idx="6337">
                  <c:v>4</c:v>
                </c:pt>
                <c:pt idx="6338">
                  <c:v>4</c:v>
                </c:pt>
                <c:pt idx="6339">
                  <c:v>4</c:v>
                </c:pt>
                <c:pt idx="6340">
                  <c:v>4</c:v>
                </c:pt>
                <c:pt idx="6341">
                  <c:v>4</c:v>
                </c:pt>
                <c:pt idx="6342">
                  <c:v>4</c:v>
                </c:pt>
                <c:pt idx="6343">
                  <c:v>4</c:v>
                </c:pt>
                <c:pt idx="6344">
                  <c:v>4</c:v>
                </c:pt>
                <c:pt idx="6345">
                  <c:v>4</c:v>
                </c:pt>
                <c:pt idx="6346">
                  <c:v>4</c:v>
                </c:pt>
                <c:pt idx="6347">
                  <c:v>4</c:v>
                </c:pt>
                <c:pt idx="6348">
                  <c:v>4</c:v>
                </c:pt>
                <c:pt idx="6349">
                  <c:v>4</c:v>
                </c:pt>
                <c:pt idx="6350">
                  <c:v>4</c:v>
                </c:pt>
                <c:pt idx="6351">
                  <c:v>4</c:v>
                </c:pt>
                <c:pt idx="6352">
                  <c:v>4</c:v>
                </c:pt>
                <c:pt idx="6353">
                  <c:v>4</c:v>
                </c:pt>
                <c:pt idx="6354">
                  <c:v>4</c:v>
                </c:pt>
                <c:pt idx="6355">
                  <c:v>4</c:v>
                </c:pt>
                <c:pt idx="6356">
                  <c:v>4</c:v>
                </c:pt>
                <c:pt idx="6357">
                  <c:v>4</c:v>
                </c:pt>
                <c:pt idx="6358">
                  <c:v>4</c:v>
                </c:pt>
                <c:pt idx="6359">
                  <c:v>4</c:v>
                </c:pt>
                <c:pt idx="6360">
                  <c:v>4</c:v>
                </c:pt>
                <c:pt idx="6361">
                  <c:v>4</c:v>
                </c:pt>
                <c:pt idx="6362">
                  <c:v>4</c:v>
                </c:pt>
                <c:pt idx="6363">
                  <c:v>4</c:v>
                </c:pt>
                <c:pt idx="6364">
                  <c:v>4</c:v>
                </c:pt>
                <c:pt idx="6365">
                  <c:v>4</c:v>
                </c:pt>
                <c:pt idx="6366">
                  <c:v>4</c:v>
                </c:pt>
                <c:pt idx="6367">
                  <c:v>4</c:v>
                </c:pt>
                <c:pt idx="6368">
                  <c:v>4</c:v>
                </c:pt>
                <c:pt idx="6369">
                  <c:v>4</c:v>
                </c:pt>
                <c:pt idx="6370">
                  <c:v>4</c:v>
                </c:pt>
                <c:pt idx="6371">
                  <c:v>4</c:v>
                </c:pt>
                <c:pt idx="6372">
                  <c:v>4</c:v>
                </c:pt>
                <c:pt idx="6373">
                  <c:v>3.75</c:v>
                </c:pt>
                <c:pt idx="6374">
                  <c:v>3.75</c:v>
                </c:pt>
                <c:pt idx="6375">
                  <c:v>3.75</c:v>
                </c:pt>
                <c:pt idx="6376">
                  <c:v>3.75</c:v>
                </c:pt>
                <c:pt idx="6377">
                  <c:v>3.75</c:v>
                </c:pt>
                <c:pt idx="6378">
                  <c:v>3.75</c:v>
                </c:pt>
                <c:pt idx="6379">
                  <c:v>3.75</c:v>
                </c:pt>
                <c:pt idx="6380">
                  <c:v>3.75</c:v>
                </c:pt>
                <c:pt idx="6381">
                  <c:v>3.75</c:v>
                </c:pt>
                <c:pt idx="6382">
                  <c:v>3.75</c:v>
                </c:pt>
                <c:pt idx="6383">
                  <c:v>3.75</c:v>
                </c:pt>
                <c:pt idx="6384">
                  <c:v>3.75</c:v>
                </c:pt>
                <c:pt idx="6385">
                  <c:v>3.75</c:v>
                </c:pt>
                <c:pt idx="6386">
                  <c:v>3.75</c:v>
                </c:pt>
                <c:pt idx="6387">
                  <c:v>3.75</c:v>
                </c:pt>
                <c:pt idx="6388">
                  <c:v>3.75</c:v>
                </c:pt>
                <c:pt idx="6389">
                  <c:v>3.75</c:v>
                </c:pt>
                <c:pt idx="6390">
                  <c:v>3.75</c:v>
                </c:pt>
                <c:pt idx="6391">
                  <c:v>3.75</c:v>
                </c:pt>
                <c:pt idx="6392">
                  <c:v>3.75</c:v>
                </c:pt>
                <c:pt idx="6393">
                  <c:v>3.75</c:v>
                </c:pt>
                <c:pt idx="6394">
                  <c:v>3.75</c:v>
                </c:pt>
                <c:pt idx="6395">
                  <c:v>3.75</c:v>
                </c:pt>
                <c:pt idx="6396">
                  <c:v>3.75</c:v>
                </c:pt>
                <c:pt idx="6397">
                  <c:v>3.75</c:v>
                </c:pt>
                <c:pt idx="6398">
                  <c:v>3.75</c:v>
                </c:pt>
                <c:pt idx="6399">
                  <c:v>3.75</c:v>
                </c:pt>
                <c:pt idx="6400">
                  <c:v>3.75</c:v>
                </c:pt>
                <c:pt idx="6401">
                  <c:v>3.75</c:v>
                </c:pt>
                <c:pt idx="6402">
                  <c:v>3.75</c:v>
                </c:pt>
                <c:pt idx="6403">
                  <c:v>3.75</c:v>
                </c:pt>
                <c:pt idx="6404">
                  <c:v>3.75</c:v>
                </c:pt>
                <c:pt idx="6405">
                  <c:v>3.75</c:v>
                </c:pt>
                <c:pt idx="6406">
                  <c:v>3.75</c:v>
                </c:pt>
                <c:pt idx="6407">
                  <c:v>3.75</c:v>
                </c:pt>
                <c:pt idx="6408">
                  <c:v>3.75</c:v>
                </c:pt>
                <c:pt idx="6409">
                  <c:v>3.75</c:v>
                </c:pt>
                <c:pt idx="6410">
                  <c:v>3.75</c:v>
                </c:pt>
                <c:pt idx="6411">
                  <c:v>3.75</c:v>
                </c:pt>
                <c:pt idx="6412">
                  <c:v>3.75</c:v>
                </c:pt>
                <c:pt idx="6413">
                  <c:v>3.75</c:v>
                </c:pt>
                <c:pt idx="6414">
                  <c:v>3.75</c:v>
                </c:pt>
                <c:pt idx="6415">
                  <c:v>3.75</c:v>
                </c:pt>
                <c:pt idx="6416">
                  <c:v>3.75</c:v>
                </c:pt>
                <c:pt idx="6417">
                  <c:v>3.75</c:v>
                </c:pt>
                <c:pt idx="6418">
                  <c:v>3.75</c:v>
                </c:pt>
                <c:pt idx="6419">
                  <c:v>3.75</c:v>
                </c:pt>
                <c:pt idx="6420">
                  <c:v>3.75</c:v>
                </c:pt>
                <c:pt idx="6421">
                  <c:v>3.75</c:v>
                </c:pt>
                <c:pt idx="6422">
                  <c:v>3.75</c:v>
                </c:pt>
                <c:pt idx="6423">
                  <c:v>3.75</c:v>
                </c:pt>
                <c:pt idx="6424">
                  <c:v>3.75</c:v>
                </c:pt>
                <c:pt idx="6425">
                  <c:v>3.75</c:v>
                </c:pt>
                <c:pt idx="6426">
                  <c:v>3.75</c:v>
                </c:pt>
                <c:pt idx="6427">
                  <c:v>3.75</c:v>
                </c:pt>
                <c:pt idx="6428">
                  <c:v>3.75</c:v>
                </c:pt>
                <c:pt idx="6429">
                  <c:v>3.75</c:v>
                </c:pt>
                <c:pt idx="6430">
                  <c:v>3.75</c:v>
                </c:pt>
                <c:pt idx="6431">
                  <c:v>3.75</c:v>
                </c:pt>
                <c:pt idx="6432">
                  <c:v>3.75</c:v>
                </c:pt>
                <c:pt idx="6433">
                  <c:v>3.75</c:v>
                </c:pt>
                <c:pt idx="6434">
                  <c:v>3.75</c:v>
                </c:pt>
                <c:pt idx="6435">
                  <c:v>3.75</c:v>
                </c:pt>
                <c:pt idx="6436">
                  <c:v>3.75</c:v>
                </c:pt>
                <c:pt idx="6437">
                  <c:v>3.75</c:v>
                </c:pt>
                <c:pt idx="6438">
                  <c:v>3.75</c:v>
                </c:pt>
                <c:pt idx="6439">
                  <c:v>3.75</c:v>
                </c:pt>
                <c:pt idx="6440">
                  <c:v>3.75</c:v>
                </c:pt>
                <c:pt idx="6441">
                  <c:v>3.75</c:v>
                </c:pt>
                <c:pt idx="6442">
                  <c:v>3.75</c:v>
                </c:pt>
                <c:pt idx="6443">
                  <c:v>3.5</c:v>
                </c:pt>
                <c:pt idx="6444">
                  <c:v>3.5</c:v>
                </c:pt>
                <c:pt idx="6445">
                  <c:v>3.5</c:v>
                </c:pt>
                <c:pt idx="6446">
                  <c:v>3.5</c:v>
                </c:pt>
                <c:pt idx="6447">
                  <c:v>3.5</c:v>
                </c:pt>
                <c:pt idx="6448">
                  <c:v>3.5</c:v>
                </c:pt>
                <c:pt idx="6449">
                  <c:v>3.5</c:v>
                </c:pt>
                <c:pt idx="6450">
                  <c:v>3.5</c:v>
                </c:pt>
                <c:pt idx="6451">
                  <c:v>3.5</c:v>
                </c:pt>
                <c:pt idx="6452">
                  <c:v>3.5</c:v>
                </c:pt>
                <c:pt idx="6453">
                  <c:v>3.5</c:v>
                </c:pt>
                <c:pt idx="6454">
                  <c:v>3.5</c:v>
                </c:pt>
                <c:pt idx="6455">
                  <c:v>3.5</c:v>
                </c:pt>
                <c:pt idx="6456">
                  <c:v>3.5</c:v>
                </c:pt>
                <c:pt idx="6457">
                  <c:v>3.5</c:v>
                </c:pt>
                <c:pt idx="6458">
                  <c:v>3.5</c:v>
                </c:pt>
                <c:pt idx="6459">
                  <c:v>3.5</c:v>
                </c:pt>
                <c:pt idx="6460">
                  <c:v>3.5</c:v>
                </c:pt>
                <c:pt idx="6461">
                  <c:v>3.5</c:v>
                </c:pt>
                <c:pt idx="6462">
                  <c:v>3.5</c:v>
                </c:pt>
                <c:pt idx="6463">
                  <c:v>3.5</c:v>
                </c:pt>
                <c:pt idx="6464">
                  <c:v>3.5</c:v>
                </c:pt>
                <c:pt idx="6465">
                  <c:v>3.5</c:v>
                </c:pt>
                <c:pt idx="6466">
                  <c:v>3.5</c:v>
                </c:pt>
                <c:pt idx="6467">
                  <c:v>3.5</c:v>
                </c:pt>
                <c:pt idx="6468">
                  <c:v>3.25</c:v>
                </c:pt>
                <c:pt idx="6469">
                  <c:v>3.25</c:v>
                </c:pt>
                <c:pt idx="6470">
                  <c:v>3.25</c:v>
                </c:pt>
                <c:pt idx="6471">
                  <c:v>3.25</c:v>
                </c:pt>
                <c:pt idx="6472">
                  <c:v>3.25</c:v>
                </c:pt>
                <c:pt idx="6473">
                  <c:v>3.25</c:v>
                </c:pt>
                <c:pt idx="6474">
                  <c:v>3.25</c:v>
                </c:pt>
                <c:pt idx="6475">
                  <c:v>3.25</c:v>
                </c:pt>
                <c:pt idx="6476">
                  <c:v>3.25</c:v>
                </c:pt>
                <c:pt idx="6477">
                  <c:v>3.25</c:v>
                </c:pt>
                <c:pt idx="6478">
                  <c:v>3.25</c:v>
                </c:pt>
                <c:pt idx="6479">
                  <c:v>3.25</c:v>
                </c:pt>
                <c:pt idx="6480">
                  <c:v>3.25</c:v>
                </c:pt>
                <c:pt idx="6481">
                  <c:v>3.25</c:v>
                </c:pt>
                <c:pt idx="6482">
                  <c:v>3.25</c:v>
                </c:pt>
                <c:pt idx="6483">
                  <c:v>3.25</c:v>
                </c:pt>
                <c:pt idx="6484">
                  <c:v>3.25</c:v>
                </c:pt>
                <c:pt idx="6485">
                  <c:v>3.25</c:v>
                </c:pt>
                <c:pt idx="6486">
                  <c:v>3.25</c:v>
                </c:pt>
                <c:pt idx="6487">
                  <c:v>3.25</c:v>
                </c:pt>
                <c:pt idx="6488">
                  <c:v>3.25</c:v>
                </c:pt>
                <c:pt idx="6489">
                  <c:v>3.25</c:v>
                </c:pt>
                <c:pt idx="6490">
                  <c:v>3.25</c:v>
                </c:pt>
                <c:pt idx="6491">
                  <c:v>3.25</c:v>
                </c:pt>
                <c:pt idx="6492">
                  <c:v>3.25</c:v>
                </c:pt>
                <c:pt idx="6493">
                  <c:v>3.25</c:v>
                </c:pt>
                <c:pt idx="6494">
                  <c:v>3.25</c:v>
                </c:pt>
                <c:pt idx="6495">
                  <c:v>3.25</c:v>
                </c:pt>
                <c:pt idx="6496">
                  <c:v>3.25</c:v>
                </c:pt>
                <c:pt idx="6497">
                  <c:v>3.25</c:v>
                </c:pt>
                <c:pt idx="6498">
                  <c:v>3.25</c:v>
                </c:pt>
                <c:pt idx="6499">
                  <c:v>3.25</c:v>
                </c:pt>
                <c:pt idx="6500">
                  <c:v>3.25</c:v>
                </c:pt>
                <c:pt idx="6501">
                  <c:v>3.25</c:v>
                </c:pt>
                <c:pt idx="6502">
                  <c:v>3.25</c:v>
                </c:pt>
                <c:pt idx="6503">
                  <c:v>3.25</c:v>
                </c:pt>
                <c:pt idx="6504">
                  <c:v>3.25</c:v>
                </c:pt>
                <c:pt idx="6505">
                  <c:v>3.25</c:v>
                </c:pt>
                <c:pt idx="6506">
                  <c:v>3.25</c:v>
                </c:pt>
                <c:pt idx="6507">
                  <c:v>3.25</c:v>
                </c:pt>
                <c:pt idx="6508">
                  <c:v>3</c:v>
                </c:pt>
                <c:pt idx="6509">
                  <c:v>3</c:v>
                </c:pt>
                <c:pt idx="6510">
                  <c:v>3</c:v>
                </c:pt>
                <c:pt idx="6511">
                  <c:v>3</c:v>
                </c:pt>
                <c:pt idx="6512">
                  <c:v>3</c:v>
                </c:pt>
                <c:pt idx="6513">
                  <c:v>3</c:v>
                </c:pt>
                <c:pt idx="6514">
                  <c:v>3</c:v>
                </c:pt>
                <c:pt idx="6515">
                  <c:v>3</c:v>
                </c:pt>
                <c:pt idx="6516">
                  <c:v>3</c:v>
                </c:pt>
                <c:pt idx="6517">
                  <c:v>3</c:v>
                </c:pt>
                <c:pt idx="6518">
                  <c:v>3</c:v>
                </c:pt>
                <c:pt idx="6519">
                  <c:v>3</c:v>
                </c:pt>
                <c:pt idx="6520">
                  <c:v>3</c:v>
                </c:pt>
                <c:pt idx="6521">
                  <c:v>3</c:v>
                </c:pt>
                <c:pt idx="6522">
                  <c:v>3</c:v>
                </c:pt>
                <c:pt idx="6523">
                  <c:v>3</c:v>
                </c:pt>
                <c:pt idx="6524">
                  <c:v>3</c:v>
                </c:pt>
                <c:pt idx="6525">
                  <c:v>3</c:v>
                </c:pt>
                <c:pt idx="6526">
                  <c:v>3</c:v>
                </c:pt>
                <c:pt idx="6527">
                  <c:v>3</c:v>
                </c:pt>
                <c:pt idx="6528">
                  <c:v>3</c:v>
                </c:pt>
                <c:pt idx="6529">
                  <c:v>3</c:v>
                </c:pt>
                <c:pt idx="6530">
                  <c:v>3</c:v>
                </c:pt>
                <c:pt idx="6531">
                  <c:v>3</c:v>
                </c:pt>
                <c:pt idx="6532">
                  <c:v>3</c:v>
                </c:pt>
                <c:pt idx="6533">
                  <c:v>3</c:v>
                </c:pt>
                <c:pt idx="6534">
                  <c:v>3</c:v>
                </c:pt>
                <c:pt idx="6535">
                  <c:v>3</c:v>
                </c:pt>
                <c:pt idx="6536">
                  <c:v>3</c:v>
                </c:pt>
                <c:pt idx="6537">
                  <c:v>3</c:v>
                </c:pt>
                <c:pt idx="6538">
                  <c:v>3</c:v>
                </c:pt>
                <c:pt idx="6539">
                  <c:v>3</c:v>
                </c:pt>
                <c:pt idx="6540">
                  <c:v>3</c:v>
                </c:pt>
                <c:pt idx="6541">
                  <c:v>3</c:v>
                </c:pt>
                <c:pt idx="6542">
                  <c:v>3</c:v>
                </c:pt>
                <c:pt idx="6543">
                  <c:v>2.75</c:v>
                </c:pt>
                <c:pt idx="6544">
                  <c:v>2.75</c:v>
                </c:pt>
                <c:pt idx="6545">
                  <c:v>2.75</c:v>
                </c:pt>
                <c:pt idx="6546">
                  <c:v>2.75</c:v>
                </c:pt>
                <c:pt idx="6547">
                  <c:v>2.75</c:v>
                </c:pt>
                <c:pt idx="6548">
                  <c:v>2.75</c:v>
                </c:pt>
                <c:pt idx="6549">
                  <c:v>2.75</c:v>
                </c:pt>
                <c:pt idx="6550">
                  <c:v>2.75</c:v>
                </c:pt>
                <c:pt idx="6551">
                  <c:v>2.75</c:v>
                </c:pt>
                <c:pt idx="6552">
                  <c:v>2.75</c:v>
                </c:pt>
                <c:pt idx="6553">
                  <c:v>2.75</c:v>
                </c:pt>
                <c:pt idx="6554">
                  <c:v>2.75</c:v>
                </c:pt>
                <c:pt idx="6555">
                  <c:v>2.75</c:v>
                </c:pt>
                <c:pt idx="6556">
                  <c:v>2.75</c:v>
                </c:pt>
                <c:pt idx="6557">
                  <c:v>2.75</c:v>
                </c:pt>
                <c:pt idx="6558">
                  <c:v>2.75</c:v>
                </c:pt>
                <c:pt idx="6559">
                  <c:v>2.75</c:v>
                </c:pt>
                <c:pt idx="6560">
                  <c:v>2.75</c:v>
                </c:pt>
                <c:pt idx="6561">
                  <c:v>2.75</c:v>
                </c:pt>
                <c:pt idx="6562">
                  <c:v>2.75</c:v>
                </c:pt>
                <c:pt idx="6563">
                  <c:v>2.75</c:v>
                </c:pt>
                <c:pt idx="6564">
                  <c:v>2.75</c:v>
                </c:pt>
                <c:pt idx="6565">
                  <c:v>2.75</c:v>
                </c:pt>
                <c:pt idx="6566">
                  <c:v>2.75</c:v>
                </c:pt>
                <c:pt idx="6567">
                  <c:v>2.75</c:v>
                </c:pt>
                <c:pt idx="6568">
                  <c:v>2.5</c:v>
                </c:pt>
                <c:pt idx="6569">
                  <c:v>2.5</c:v>
                </c:pt>
                <c:pt idx="6570">
                  <c:v>2.5</c:v>
                </c:pt>
                <c:pt idx="6571">
                  <c:v>2.5</c:v>
                </c:pt>
                <c:pt idx="6572">
                  <c:v>2.5</c:v>
                </c:pt>
                <c:pt idx="6573">
                  <c:v>2.5</c:v>
                </c:pt>
                <c:pt idx="6574">
                  <c:v>2.5</c:v>
                </c:pt>
                <c:pt idx="6575">
                  <c:v>2.5</c:v>
                </c:pt>
                <c:pt idx="6576">
                  <c:v>2.5</c:v>
                </c:pt>
                <c:pt idx="6577">
                  <c:v>2.5</c:v>
                </c:pt>
                <c:pt idx="6578">
                  <c:v>2.5</c:v>
                </c:pt>
                <c:pt idx="6579">
                  <c:v>2.5</c:v>
                </c:pt>
                <c:pt idx="6580">
                  <c:v>2.5</c:v>
                </c:pt>
                <c:pt idx="6581">
                  <c:v>2.5</c:v>
                </c:pt>
                <c:pt idx="6582">
                  <c:v>2.5</c:v>
                </c:pt>
                <c:pt idx="6583">
                  <c:v>2.5</c:v>
                </c:pt>
                <c:pt idx="6584">
                  <c:v>2.5</c:v>
                </c:pt>
                <c:pt idx="6585">
                  <c:v>2.5</c:v>
                </c:pt>
                <c:pt idx="6586">
                  <c:v>2.5</c:v>
                </c:pt>
                <c:pt idx="6587">
                  <c:v>2.5</c:v>
                </c:pt>
                <c:pt idx="6588">
                  <c:v>2.5</c:v>
                </c:pt>
                <c:pt idx="6589">
                  <c:v>2.5</c:v>
                </c:pt>
                <c:pt idx="6590">
                  <c:v>2.5</c:v>
                </c:pt>
                <c:pt idx="6591">
                  <c:v>2.5</c:v>
                </c:pt>
                <c:pt idx="6592">
                  <c:v>2.5</c:v>
                </c:pt>
                <c:pt idx="6593">
                  <c:v>2.5</c:v>
                </c:pt>
                <c:pt idx="6594">
                  <c:v>2.5</c:v>
                </c:pt>
                <c:pt idx="6595">
                  <c:v>2.5</c:v>
                </c:pt>
                <c:pt idx="6596">
                  <c:v>2.5</c:v>
                </c:pt>
                <c:pt idx="6597">
                  <c:v>2.5</c:v>
                </c:pt>
                <c:pt idx="6598">
                  <c:v>2.25</c:v>
                </c:pt>
                <c:pt idx="6599">
                  <c:v>2.25</c:v>
                </c:pt>
                <c:pt idx="6600">
                  <c:v>2.25</c:v>
                </c:pt>
                <c:pt idx="6601">
                  <c:v>2.25</c:v>
                </c:pt>
                <c:pt idx="6602">
                  <c:v>2.25</c:v>
                </c:pt>
                <c:pt idx="6603">
                  <c:v>2.25</c:v>
                </c:pt>
                <c:pt idx="6604">
                  <c:v>2.25</c:v>
                </c:pt>
                <c:pt idx="6605">
                  <c:v>2.25</c:v>
                </c:pt>
                <c:pt idx="6606">
                  <c:v>2.25</c:v>
                </c:pt>
                <c:pt idx="6607">
                  <c:v>2.25</c:v>
                </c:pt>
                <c:pt idx="6608">
                  <c:v>2.25</c:v>
                </c:pt>
                <c:pt idx="6609">
                  <c:v>2.25</c:v>
                </c:pt>
                <c:pt idx="6610">
                  <c:v>2.25</c:v>
                </c:pt>
                <c:pt idx="6611">
                  <c:v>2.25</c:v>
                </c:pt>
                <c:pt idx="6612">
                  <c:v>2.25</c:v>
                </c:pt>
                <c:pt idx="6613">
                  <c:v>2.25</c:v>
                </c:pt>
                <c:pt idx="6614">
                  <c:v>2.25</c:v>
                </c:pt>
                <c:pt idx="6615">
                  <c:v>2.25</c:v>
                </c:pt>
                <c:pt idx="6616">
                  <c:v>2.25</c:v>
                </c:pt>
                <c:pt idx="6617">
                  <c:v>2.25</c:v>
                </c:pt>
                <c:pt idx="6618">
                  <c:v>2.25</c:v>
                </c:pt>
                <c:pt idx="6619">
                  <c:v>2.25</c:v>
                </c:pt>
                <c:pt idx="6620">
                  <c:v>2.25</c:v>
                </c:pt>
                <c:pt idx="6621">
                  <c:v>2.25</c:v>
                </c:pt>
                <c:pt idx="6622">
                  <c:v>2.25</c:v>
                </c:pt>
                <c:pt idx="6623">
                  <c:v>2.25</c:v>
                </c:pt>
                <c:pt idx="6624">
                  <c:v>2.25</c:v>
                </c:pt>
                <c:pt idx="6625">
                  <c:v>2.25</c:v>
                </c:pt>
                <c:pt idx="6626">
                  <c:v>2.25</c:v>
                </c:pt>
                <c:pt idx="6627">
                  <c:v>2.25</c:v>
                </c:pt>
                <c:pt idx="6628">
                  <c:v>2.25</c:v>
                </c:pt>
                <c:pt idx="6629">
                  <c:v>2.25</c:v>
                </c:pt>
                <c:pt idx="6630">
                  <c:v>2.25</c:v>
                </c:pt>
                <c:pt idx="6631">
                  <c:v>2.25</c:v>
                </c:pt>
                <c:pt idx="6632">
                  <c:v>2.25</c:v>
                </c:pt>
                <c:pt idx="6633">
                  <c:v>2</c:v>
                </c:pt>
                <c:pt idx="6634">
                  <c:v>2</c:v>
                </c:pt>
                <c:pt idx="6635">
                  <c:v>2</c:v>
                </c:pt>
                <c:pt idx="6636">
                  <c:v>2</c:v>
                </c:pt>
                <c:pt idx="6637">
                  <c:v>2</c:v>
                </c:pt>
                <c:pt idx="6638">
                  <c:v>2</c:v>
                </c:pt>
                <c:pt idx="6639">
                  <c:v>2</c:v>
                </c:pt>
                <c:pt idx="6640">
                  <c:v>2</c:v>
                </c:pt>
                <c:pt idx="6641">
                  <c:v>2</c:v>
                </c:pt>
                <c:pt idx="6642">
                  <c:v>2</c:v>
                </c:pt>
                <c:pt idx="6643">
                  <c:v>2</c:v>
                </c:pt>
                <c:pt idx="6644">
                  <c:v>2</c:v>
                </c:pt>
                <c:pt idx="6645">
                  <c:v>2</c:v>
                </c:pt>
                <c:pt idx="6646">
                  <c:v>2</c:v>
                </c:pt>
                <c:pt idx="6647">
                  <c:v>2</c:v>
                </c:pt>
                <c:pt idx="6648">
                  <c:v>2</c:v>
                </c:pt>
                <c:pt idx="6649">
                  <c:v>2</c:v>
                </c:pt>
                <c:pt idx="6650">
                  <c:v>2</c:v>
                </c:pt>
                <c:pt idx="6651">
                  <c:v>2</c:v>
                </c:pt>
                <c:pt idx="6652">
                  <c:v>2</c:v>
                </c:pt>
                <c:pt idx="6653">
                  <c:v>2</c:v>
                </c:pt>
                <c:pt idx="6654">
                  <c:v>2</c:v>
                </c:pt>
                <c:pt idx="6655">
                  <c:v>2</c:v>
                </c:pt>
                <c:pt idx="6656">
                  <c:v>2</c:v>
                </c:pt>
                <c:pt idx="6657">
                  <c:v>2</c:v>
                </c:pt>
                <c:pt idx="6658">
                  <c:v>2</c:v>
                </c:pt>
                <c:pt idx="6659">
                  <c:v>2</c:v>
                </c:pt>
                <c:pt idx="6660">
                  <c:v>2</c:v>
                </c:pt>
                <c:pt idx="6661">
                  <c:v>2</c:v>
                </c:pt>
                <c:pt idx="6662">
                  <c:v>2</c:v>
                </c:pt>
                <c:pt idx="6663">
                  <c:v>2</c:v>
                </c:pt>
                <c:pt idx="6664">
                  <c:v>2</c:v>
                </c:pt>
                <c:pt idx="6665">
                  <c:v>2</c:v>
                </c:pt>
                <c:pt idx="6666">
                  <c:v>2</c:v>
                </c:pt>
                <c:pt idx="6667">
                  <c:v>2</c:v>
                </c:pt>
                <c:pt idx="6668">
                  <c:v>2</c:v>
                </c:pt>
                <c:pt idx="6669">
                  <c:v>2</c:v>
                </c:pt>
                <c:pt idx="6670">
                  <c:v>2</c:v>
                </c:pt>
                <c:pt idx="6671">
                  <c:v>2</c:v>
                </c:pt>
                <c:pt idx="6672">
                  <c:v>2</c:v>
                </c:pt>
                <c:pt idx="6673">
                  <c:v>2</c:v>
                </c:pt>
                <c:pt idx="6674">
                  <c:v>2</c:v>
                </c:pt>
                <c:pt idx="6675">
                  <c:v>2</c:v>
                </c:pt>
                <c:pt idx="6676">
                  <c:v>2</c:v>
                </c:pt>
                <c:pt idx="6677">
                  <c:v>2</c:v>
                </c:pt>
                <c:pt idx="6678">
                  <c:v>2</c:v>
                </c:pt>
                <c:pt idx="6679">
                  <c:v>2</c:v>
                </c:pt>
                <c:pt idx="6680">
                  <c:v>2</c:v>
                </c:pt>
                <c:pt idx="6681">
                  <c:v>2</c:v>
                </c:pt>
                <c:pt idx="6682">
                  <c:v>2</c:v>
                </c:pt>
                <c:pt idx="6683">
                  <c:v>2</c:v>
                </c:pt>
                <c:pt idx="6684">
                  <c:v>2</c:v>
                </c:pt>
                <c:pt idx="6685">
                  <c:v>2</c:v>
                </c:pt>
                <c:pt idx="6686">
                  <c:v>2</c:v>
                </c:pt>
                <c:pt idx="6687">
                  <c:v>2</c:v>
                </c:pt>
                <c:pt idx="6688">
                  <c:v>2</c:v>
                </c:pt>
                <c:pt idx="6689">
                  <c:v>2</c:v>
                </c:pt>
                <c:pt idx="6690">
                  <c:v>2</c:v>
                </c:pt>
                <c:pt idx="6691">
                  <c:v>2</c:v>
                </c:pt>
                <c:pt idx="6692">
                  <c:v>2</c:v>
                </c:pt>
                <c:pt idx="6693">
                  <c:v>2</c:v>
                </c:pt>
                <c:pt idx="6694">
                  <c:v>2</c:v>
                </c:pt>
                <c:pt idx="6695">
                  <c:v>2</c:v>
                </c:pt>
                <c:pt idx="6696">
                  <c:v>2</c:v>
                </c:pt>
                <c:pt idx="6697">
                  <c:v>2</c:v>
                </c:pt>
                <c:pt idx="6698">
                  <c:v>2</c:v>
                </c:pt>
                <c:pt idx="6699">
                  <c:v>2</c:v>
                </c:pt>
                <c:pt idx="6700">
                  <c:v>2</c:v>
                </c:pt>
                <c:pt idx="6701">
                  <c:v>2</c:v>
                </c:pt>
                <c:pt idx="6702">
                  <c:v>2</c:v>
                </c:pt>
                <c:pt idx="6703">
                  <c:v>2</c:v>
                </c:pt>
                <c:pt idx="6704">
                  <c:v>2</c:v>
                </c:pt>
                <c:pt idx="6705">
                  <c:v>2</c:v>
                </c:pt>
                <c:pt idx="6706">
                  <c:v>2</c:v>
                </c:pt>
                <c:pt idx="6707">
                  <c:v>2</c:v>
                </c:pt>
                <c:pt idx="6708">
                  <c:v>2</c:v>
                </c:pt>
                <c:pt idx="6709">
                  <c:v>2</c:v>
                </c:pt>
                <c:pt idx="6710">
                  <c:v>2</c:v>
                </c:pt>
                <c:pt idx="6711">
                  <c:v>2</c:v>
                </c:pt>
                <c:pt idx="6712">
                  <c:v>2</c:v>
                </c:pt>
                <c:pt idx="6713">
                  <c:v>2</c:v>
                </c:pt>
                <c:pt idx="6714">
                  <c:v>2</c:v>
                </c:pt>
                <c:pt idx="6715">
                  <c:v>2</c:v>
                </c:pt>
                <c:pt idx="6716">
                  <c:v>2</c:v>
                </c:pt>
                <c:pt idx="6717">
                  <c:v>2</c:v>
                </c:pt>
                <c:pt idx="6718">
                  <c:v>2</c:v>
                </c:pt>
                <c:pt idx="6719">
                  <c:v>2</c:v>
                </c:pt>
                <c:pt idx="6720">
                  <c:v>2</c:v>
                </c:pt>
                <c:pt idx="6721">
                  <c:v>2</c:v>
                </c:pt>
                <c:pt idx="6722">
                  <c:v>2</c:v>
                </c:pt>
                <c:pt idx="6723">
                  <c:v>2</c:v>
                </c:pt>
                <c:pt idx="6724">
                  <c:v>2</c:v>
                </c:pt>
                <c:pt idx="6725">
                  <c:v>2</c:v>
                </c:pt>
                <c:pt idx="6726">
                  <c:v>2</c:v>
                </c:pt>
                <c:pt idx="6727">
                  <c:v>2</c:v>
                </c:pt>
                <c:pt idx="6728">
                  <c:v>2</c:v>
                </c:pt>
                <c:pt idx="6729">
                  <c:v>2</c:v>
                </c:pt>
                <c:pt idx="6730">
                  <c:v>2</c:v>
                </c:pt>
                <c:pt idx="6731">
                  <c:v>2</c:v>
                </c:pt>
                <c:pt idx="6732">
                  <c:v>2</c:v>
                </c:pt>
                <c:pt idx="6733">
                  <c:v>2</c:v>
                </c:pt>
                <c:pt idx="6734">
                  <c:v>2</c:v>
                </c:pt>
                <c:pt idx="6735">
                  <c:v>2</c:v>
                </c:pt>
                <c:pt idx="6736">
                  <c:v>2</c:v>
                </c:pt>
                <c:pt idx="6737">
                  <c:v>2</c:v>
                </c:pt>
                <c:pt idx="6738">
                  <c:v>2</c:v>
                </c:pt>
                <c:pt idx="6739">
                  <c:v>2</c:v>
                </c:pt>
                <c:pt idx="6740">
                  <c:v>2</c:v>
                </c:pt>
                <c:pt idx="6741">
                  <c:v>2</c:v>
                </c:pt>
                <c:pt idx="6742">
                  <c:v>2</c:v>
                </c:pt>
                <c:pt idx="6743">
                  <c:v>2</c:v>
                </c:pt>
                <c:pt idx="6744">
                  <c:v>2</c:v>
                </c:pt>
                <c:pt idx="6745">
                  <c:v>2</c:v>
                </c:pt>
                <c:pt idx="6746">
                  <c:v>2</c:v>
                </c:pt>
                <c:pt idx="6747">
                  <c:v>2</c:v>
                </c:pt>
                <c:pt idx="6748">
                  <c:v>2</c:v>
                </c:pt>
                <c:pt idx="6749">
                  <c:v>2</c:v>
                </c:pt>
                <c:pt idx="6750">
                  <c:v>2</c:v>
                </c:pt>
                <c:pt idx="6751">
                  <c:v>2</c:v>
                </c:pt>
                <c:pt idx="6752">
                  <c:v>2</c:v>
                </c:pt>
                <c:pt idx="6753">
                  <c:v>2</c:v>
                </c:pt>
                <c:pt idx="6754">
                  <c:v>2</c:v>
                </c:pt>
                <c:pt idx="6755">
                  <c:v>2</c:v>
                </c:pt>
                <c:pt idx="6756">
                  <c:v>2</c:v>
                </c:pt>
                <c:pt idx="6757">
                  <c:v>2</c:v>
                </c:pt>
                <c:pt idx="6758">
                  <c:v>2</c:v>
                </c:pt>
                <c:pt idx="6759">
                  <c:v>2</c:v>
                </c:pt>
                <c:pt idx="6760">
                  <c:v>2</c:v>
                </c:pt>
                <c:pt idx="6761">
                  <c:v>2</c:v>
                </c:pt>
                <c:pt idx="6762">
                  <c:v>2</c:v>
                </c:pt>
                <c:pt idx="6763">
                  <c:v>2</c:v>
                </c:pt>
                <c:pt idx="6764">
                  <c:v>2</c:v>
                </c:pt>
                <c:pt idx="6765">
                  <c:v>2</c:v>
                </c:pt>
                <c:pt idx="6766">
                  <c:v>2</c:v>
                </c:pt>
                <c:pt idx="6767">
                  <c:v>2</c:v>
                </c:pt>
                <c:pt idx="6768">
                  <c:v>2</c:v>
                </c:pt>
                <c:pt idx="6769">
                  <c:v>2</c:v>
                </c:pt>
                <c:pt idx="6770">
                  <c:v>2</c:v>
                </c:pt>
                <c:pt idx="6771">
                  <c:v>2</c:v>
                </c:pt>
                <c:pt idx="6772">
                  <c:v>2</c:v>
                </c:pt>
                <c:pt idx="6773">
                  <c:v>2</c:v>
                </c:pt>
                <c:pt idx="6774">
                  <c:v>2</c:v>
                </c:pt>
                <c:pt idx="6775">
                  <c:v>2</c:v>
                </c:pt>
                <c:pt idx="6776">
                  <c:v>2</c:v>
                </c:pt>
                <c:pt idx="6777">
                  <c:v>2</c:v>
                </c:pt>
                <c:pt idx="6778">
                  <c:v>2</c:v>
                </c:pt>
                <c:pt idx="6779">
                  <c:v>2</c:v>
                </c:pt>
                <c:pt idx="6780">
                  <c:v>2</c:v>
                </c:pt>
                <c:pt idx="6781">
                  <c:v>2</c:v>
                </c:pt>
                <c:pt idx="6782">
                  <c:v>2</c:v>
                </c:pt>
                <c:pt idx="6783">
                  <c:v>2</c:v>
                </c:pt>
                <c:pt idx="6784">
                  <c:v>2</c:v>
                </c:pt>
                <c:pt idx="6785">
                  <c:v>2</c:v>
                </c:pt>
                <c:pt idx="6786">
                  <c:v>2</c:v>
                </c:pt>
                <c:pt idx="6787">
                  <c:v>2</c:v>
                </c:pt>
                <c:pt idx="6788">
                  <c:v>2</c:v>
                </c:pt>
                <c:pt idx="6789">
                  <c:v>2</c:v>
                </c:pt>
                <c:pt idx="6790">
                  <c:v>2</c:v>
                </c:pt>
                <c:pt idx="6791">
                  <c:v>2</c:v>
                </c:pt>
                <c:pt idx="6792">
                  <c:v>2</c:v>
                </c:pt>
                <c:pt idx="6793">
                  <c:v>2</c:v>
                </c:pt>
                <c:pt idx="6794">
                  <c:v>2</c:v>
                </c:pt>
                <c:pt idx="6795">
                  <c:v>2</c:v>
                </c:pt>
                <c:pt idx="6796">
                  <c:v>2</c:v>
                </c:pt>
                <c:pt idx="6797">
                  <c:v>2</c:v>
                </c:pt>
                <c:pt idx="6798">
                  <c:v>2</c:v>
                </c:pt>
                <c:pt idx="6799">
                  <c:v>2</c:v>
                </c:pt>
                <c:pt idx="6800">
                  <c:v>2</c:v>
                </c:pt>
                <c:pt idx="6801">
                  <c:v>2</c:v>
                </c:pt>
                <c:pt idx="6802">
                  <c:v>2</c:v>
                </c:pt>
                <c:pt idx="6803">
                  <c:v>2</c:v>
                </c:pt>
                <c:pt idx="6804">
                  <c:v>2</c:v>
                </c:pt>
                <c:pt idx="6805">
                  <c:v>2</c:v>
                </c:pt>
                <c:pt idx="6806">
                  <c:v>2</c:v>
                </c:pt>
                <c:pt idx="6807">
                  <c:v>2</c:v>
                </c:pt>
                <c:pt idx="6808">
                  <c:v>2</c:v>
                </c:pt>
                <c:pt idx="6809">
                  <c:v>2</c:v>
                </c:pt>
                <c:pt idx="6810">
                  <c:v>2</c:v>
                </c:pt>
                <c:pt idx="6811">
                  <c:v>2</c:v>
                </c:pt>
                <c:pt idx="6812">
                  <c:v>2</c:v>
                </c:pt>
                <c:pt idx="6813">
                  <c:v>2</c:v>
                </c:pt>
                <c:pt idx="6814">
                  <c:v>2</c:v>
                </c:pt>
                <c:pt idx="6815">
                  <c:v>2</c:v>
                </c:pt>
                <c:pt idx="6816">
                  <c:v>2</c:v>
                </c:pt>
                <c:pt idx="6817">
                  <c:v>2</c:v>
                </c:pt>
                <c:pt idx="6818">
                  <c:v>2</c:v>
                </c:pt>
                <c:pt idx="6819">
                  <c:v>2</c:v>
                </c:pt>
                <c:pt idx="6820">
                  <c:v>2</c:v>
                </c:pt>
                <c:pt idx="6821">
                  <c:v>2</c:v>
                </c:pt>
                <c:pt idx="6822">
                  <c:v>2</c:v>
                </c:pt>
                <c:pt idx="6823">
                  <c:v>2</c:v>
                </c:pt>
                <c:pt idx="6824">
                  <c:v>2</c:v>
                </c:pt>
                <c:pt idx="6825">
                  <c:v>2</c:v>
                </c:pt>
                <c:pt idx="6826">
                  <c:v>2</c:v>
                </c:pt>
                <c:pt idx="6827">
                  <c:v>2</c:v>
                </c:pt>
                <c:pt idx="6828">
                  <c:v>2</c:v>
                </c:pt>
                <c:pt idx="6829">
                  <c:v>2</c:v>
                </c:pt>
                <c:pt idx="6830">
                  <c:v>2</c:v>
                </c:pt>
                <c:pt idx="6831">
                  <c:v>2</c:v>
                </c:pt>
                <c:pt idx="6832">
                  <c:v>2</c:v>
                </c:pt>
                <c:pt idx="6833">
                  <c:v>2</c:v>
                </c:pt>
                <c:pt idx="6834">
                  <c:v>2</c:v>
                </c:pt>
                <c:pt idx="6835">
                  <c:v>2</c:v>
                </c:pt>
                <c:pt idx="6836">
                  <c:v>2</c:v>
                </c:pt>
                <c:pt idx="6837">
                  <c:v>2</c:v>
                </c:pt>
                <c:pt idx="6838">
                  <c:v>2</c:v>
                </c:pt>
                <c:pt idx="6839">
                  <c:v>2</c:v>
                </c:pt>
                <c:pt idx="6840">
                  <c:v>2</c:v>
                </c:pt>
                <c:pt idx="6841">
                  <c:v>2</c:v>
                </c:pt>
                <c:pt idx="6842">
                  <c:v>2</c:v>
                </c:pt>
                <c:pt idx="6843">
                  <c:v>2</c:v>
                </c:pt>
                <c:pt idx="6844">
                  <c:v>2</c:v>
                </c:pt>
                <c:pt idx="6845">
                  <c:v>2</c:v>
                </c:pt>
                <c:pt idx="6846">
                  <c:v>2</c:v>
                </c:pt>
                <c:pt idx="6847">
                  <c:v>2</c:v>
                </c:pt>
                <c:pt idx="6848">
                  <c:v>2</c:v>
                </c:pt>
                <c:pt idx="6849">
                  <c:v>2</c:v>
                </c:pt>
                <c:pt idx="6850">
                  <c:v>2</c:v>
                </c:pt>
                <c:pt idx="6851">
                  <c:v>2</c:v>
                </c:pt>
                <c:pt idx="6852">
                  <c:v>2</c:v>
                </c:pt>
                <c:pt idx="6853">
                  <c:v>2</c:v>
                </c:pt>
                <c:pt idx="6854">
                  <c:v>2</c:v>
                </c:pt>
                <c:pt idx="6855">
                  <c:v>2</c:v>
                </c:pt>
                <c:pt idx="6856">
                  <c:v>2</c:v>
                </c:pt>
                <c:pt idx="6857">
                  <c:v>2</c:v>
                </c:pt>
                <c:pt idx="6858">
                  <c:v>2</c:v>
                </c:pt>
                <c:pt idx="6859">
                  <c:v>2</c:v>
                </c:pt>
                <c:pt idx="6860">
                  <c:v>2</c:v>
                </c:pt>
                <c:pt idx="6861">
                  <c:v>2</c:v>
                </c:pt>
                <c:pt idx="6862">
                  <c:v>2</c:v>
                </c:pt>
                <c:pt idx="6863">
                  <c:v>2</c:v>
                </c:pt>
                <c:pt idx="6864">
                  <c:v>2</c:v>
                </c:pt>
                <c:pt idx="6865">
                  <c:v>2</c:v>
                </c:pt>
                <c:pt idx="6866">
                  <c:v>2</c:v>
                </c:pt>
                <c:pt idx="6867">
                  <c:v>2</c:v>
                </c:pt>
                <c:pt idx="6868">
                  <c:v>2</c:v>
                </c:pt>
                <c:pt idx="6869">
                  <c:v>2</c:v>
                </c:pt>
                <c:pt idx="6870">
                  <c:v>2</c:v>
                </c:pt>
                <c:pt idx="6871">
                  <c:v>2</c:v>
                </c:pt>
                <c:pt idx="6872">
                  <c:v>2</c:v>
                </c:pt>
                <c:pt idx="6873">
                  <c:v>2</c:v>
                </c:pt>
                <c:pt idx="6874">
                  <c:v>2</c:v>
                </c:pt>
                <c:pt idx="6875">
                  <c:v>2</c:v>
                </c:pt>
                <c:pt idx="6876">
                  <c:v>2</c:v>
                </c:pt>
                <c:pt idx="6877">
                  <c:v>2</c:v>
                </c:pt>
                <c:pt idx="6878">
                  <c:v>2</c:v>
                </c:pt>
                <c:pt idx="6879">
                  <c:v>2</c:v>
                </c:pt>
                <c:pt idx="6880">
                  <c:v>2</c:v>
                </c:pt>
                <c:pt idx="6881">
                  <c:v>2</c:v>
                </c:pt>
                <c:pt idx="6882">
                  <c:v>2</c:v>
                </c:pt>
                <c:pt idx="6883">
                  <c:v>2</c:v>
                </c:pt>
                <c:pt idx="6884">
                  <c:v>2</c:v>
                </c:pt>
                <c:pt idx="6885">
                  <c:v>2</c:v>
                </c:pt>
                <c:pt idx="6886">
                  <c:v>2</c:v>
                </c:pt>
                <c:pt idx="6887">
                  <c:v>2</c:v>
                </c:pt>
                <c:pt idx="6888">
                  <c:v>2</c:v>
                </c:pt>
                <c:pt idx="6889">
                  <c:v>2</c:v>
                </c:pt>
                <c:pt idx="6890">
                  <c:v>2</c:v>
                </c:pt>
                <c:pt idx="6891">
                  <c:v>2</c:v>
                </c:pt>
                <c:pt idx="6892">
                  <c:v>2</c:v>
                </c:pt>
                <c:pt idx="6893">
                  <c:v>2</c:v>
                </c:pt>
                <c:pt idx="6894">
                  <c:v>2</c:v>
                </c:pt>
                <c:pt idx="6895">
                  <c:v>2</c:v>
                </c:pt>
                <c:pt idx="6896">
                  <c:v>2</c:v>
                </c:pt>
                <c:pt idx="6897">
                  <c:v>2</c:v>
                </c:pt>
                <c:pt idx="6898">
                  <c:v>2.25</c:v>
                </c:pt>
                <c:pt idx="6899">
                  <c:v>2.25</c:v>
                </c:pt>
              </c:numCache>
            </c:numRef>
          </c:val>
          <c:smooth val="0"/>
          <c:extLst>
            <c:ext xmlns:c16="http://schemas.microsoft.com/office/drawing/2014/chart" uri="{C3380CC4-5D6E-409C-BE32-E72D297353CC}">
              <c16:uniqueId val="{00000000-DE25-4BD3-B5D0-17D142CBEE90}"/>
            </c:ext>
          </c:extLst>
        </c:ser>
        <c:ser>
          <c:idx val="1"/>
          <c:order val="1"/>
          <c:tx>
            <c:strRef>
              <c:f>'ECB policy rate'!$C$1</c:f>
              <c:strCache>
                <c:ptCount val="1"/>
                <c:pt idx="0">
                  <c:v>欧洲央行最低再融资利率，%</c:v>
                </c:pt>
              </c:strCache>
            </c:strRef>
          </c:tx>
          <c:spPr>
            <a:ln w="25400" cap="rnd">
              <a:solidFill>
                <a:srgbClr val="2E3160"/>
              </a:solidFill>
              <a:round/>
            </a:ln>
            <a:effectLst/>
          </c:spPr>
          <c:marker>
            <c:symbol val="none"/>
          </c:marker>
          <c:cat>
            <c:numRef>
              <c:f>'ECB policy rate'!$A$2:$A$6901</c:f>
              <c:numCache>
                <c:formatCode>m/d/yyyy</c:formatCode>
                <c:ptCount val="6900"/>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36637</c:v>
                </c:pt>
                <c:pt idx="80">
                  <c:v>36640</c:v>
                </c:pt>
                <c:pt idx="81">
                  <c:v>36641</c:v>
                </c:pt>
                <c:pt idx="82">
                  <c:v>36642</c:v>
                </c:pt>
                <c:pt idx="83">
                  <c:v>36643</c:v>
                </c:pt>
                <c:pt idx="84">
                  <c:v>36644</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36801</c:v>
                </c:pt>
                <c:pt idx="196">
                  <c:v>36802</c:v>
                </c:pt>
                <c:pt idx="197">
                  <c:v>36803</c:v>
                </c:pt>
                <c:pt idx="198">
                  <c:v>36804</c:v>
                </c:pt>
                <c:pt idx="199">
                  <c:v>36805</c:v>
                </c:pt>
                <c:pt idx="200">
                  <c:v>36808</c:v>
                </c:pt>
                <c:pt idx="201">
                  <c:v>36809</c:v>
                </c:pt>
                <c:pt idx="202">
                  <c:v>36810</c:v>
                </c:pt>
                <c:pt idx="203">
                  <c:v>36811</c:v>
                </c:pt>
                <c:pt idx="204">
                  <c:v>36812</c:v>
                </c:pt>
                <c:pt idx="205">
                  <c:v>36815</c:v>
                </c:pt>
                <c:pt idx="206">
                  <c:v>36816</c:v>
                </c:pt>
                <c:pt idx="207">
                  <c:v>36817</c:v>
                </c:pt>
                <c:pt idx="208">
                  <c:v>36818</c:v>
                </c:pt>
                <c:pt idx="209">
                  <c:v>36819</c:v>
                </c:pt>
                <c:pt idx="210">
                  <c:v>36822</c:v>
                </c:pt>
                <c:pt idx="211">
                  <c:v>36823</c:v>
                </c:pt>
                <c:pt idx="212">
                  <c:v>36824</c:v>
                </c:pt>
                <c:pt idx="213">
                  <c:v>36825</c:v>
                </c:pt>
                <c:pt idx="214">
                  <c:v>36826</c:v>
                </c:pt>
                <c:pt idx="215">
                  <c:v>36829</c:v>
                </c:pt>
                <c:pt idx="216">
                  <c:v>36830</c:v>
                </c:pt>
                <c:pt idx="217">
                  <c:v>36831</c:v>
                </c:pt>
                <c:pt idx="218">
                  <c:v>36832</c:v>
                </c:pt>
                <c:pt idx="219">
                  <c:v>36833</c:v>
                </c:pt>
                <c:pt idx="220">
                  <c:v>36836</c:v>
                </c:pt>
                <c:pt idx="221">
                  <c:v>36837</c:v>
                </c:pt>
                <c:pt idx="222">
                  <c:v>36838</c:v>
                </c:pt>
                <c:pt idx="223">
                  <c:v>36839</c:v>
                </c:pt>
                <c:pt idx="224">
                  <c:v>36840</c:v>
                </c:pt>
                <c:pt idx="225">
                  <c:v>36843</c:v>
                </c:pt>
                <c:pt idx="226">
                  <c:v>36844</c:v>
                </c:pt>
                <c:pt idx="227">
                  <c:v>36845</c:v>
                </c:pt>
                <c:pt idx="228">
                  <c:v>36846</c:v>
                </c:pt>
                <c:pt idx="229">
                  <c:v>36847</c:v>
                </c:pt>
                <c:pt idx="230">
                  <c:v>36850</c:v>
                </c:pt>
                <c:pt idx="231">
                  <c:v>36851</c:v>
                </c:pt>
                <c:pt idx="232">
                  <c:v>36852</c:v>
                </c:pt>
                <c:pt idx="233">
                  <c:v>36853</c:v>
                </c:pt>
                <c:pt idx="234">
                  <c:v>36854</c:v>
                </c:pt>
                <c:pt idx="235">
                  <c:v>36857</c:v>
                </c:pt>
                <c:pt idx="236">
                  <c:v>36858</c:v>
                </c:pt>
                <c:pt idx="237">
                  <c:v>36859</c:v>
                </c:pt>
                <c:pt idx="238">
                  <c:v>36860</c:v>
                </c:pt>
                <c:pt idx="239">
                  <c:v>36861</c:v>
                </c:pt>
                <c:pt idx="240">
                  <c:v>36864</c:v>
                </c:pt>
                <c:pt idx="241">
                  <c:v>36865</c:v>
                </c:pt>
                <c:pt idx="242">
                  <c:v>36866</c:v>
                </c:pt>
                <c:pt idx="243">
                  <c:v>36867</c:v>
                </c:pt>
                <c:pt idx="244">
                  <c:v>36868</c:v>
                </c:pt>
                <c:pt idx="245">
                  <c:v>36871</c:v>
                </c:pt>
                <c:pt idx="246">
                  <c:v>36872</c:v>
                </c:pt>
                <c:pt idx="247">
                  <c:v>36873</c:v>
                </c:pt>
                <c:pt idx="248">
                  <c:v>36874</c:v>
                </c:pt>
                <c:pt idx="249">
                  <c:v>36875</c:v>
                </c:pt>
                <c:pt idx="250">
                  <c:v>36878</c:v>
                </c:pt>
                <c:pt idx="251">
                  <c:v>36879</c:v>
                </c:pt>
                <c:pt idx="252">
                  <c:v>36880</c:v>
                </c:pt>
                <c:pt idx="253">
                  <c:v>36881</c:v>
                </c:pt>
                <c:pt idx="254">
                  <c:v>36882</c:v>
                </c:pt>
                <c:pt idx="255">
                  <c:v>36885</c:v>
                </c:pt>
                <c:pt idx="256">
                  <c:v>36886</c:v>
                </c:pt>
                <c:pt idx="257">
                  <c:v>36887</c:v>
                </c:pt>
                <c:pt idx="258">
                  <c:v>36888</c:v>
                </c:pt>
                <c:pt idx="259">
                  <c:v>36889</c:v>
                </c:pt>
                <c:pt idx="260">
                  <c:v>36892</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36983</c:v>
                </c:pt>
                <c:pt idx="326">
                  <c:v>36984</c:v>
                </c:pt>
                <c:pt idx="327">
                  <c:v>36985</c:v>
                </c:pt>
                <c:pt idx="328">
                  <c:v>36986</c:v>
                </c:pt>
                <c:pt idx="329">
                  <c:v>36987</c:v>
                </c:pt>
                <c:pt idx="330">
                  <c:v>36990</c:v>
                </c:pt>
                <c:pt idx="331">
                  <c:v>36991</c:v>
                </c:pt>
                <c:pt idx="332">
                  <c:v>36992</c:v>
                </c:pt>
                <c:pt idx="333">
                  <c:v>36993</c:v>
                </c:pt>
                <c:pt idx="334">
                  <c:v>36994</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37074</c:v>
                </c:pt>
                <c:pt idx="391">
                  <c:v>37075</c:v>
                </c:pt>
                <c:pt idx="392">
                  <c:v>37076</c:v>
                </c:pt>
                <c:pt idx="393">
                  <c:v>37077</c:v>
                </c:pt>
                <c:pt idx="394">
                  <c:v>37078</c:v>
                </c:pt>
                <c:pt idx="395">
                  <c:v>37081</c:v>
                </c:pt>
                <c:pt idx="396">
                  <c:v>37082</c:v>
                </c:pt>
                <c:pt idx="397">
                  <c:v>37083</c:v>
                </c:pt>
                <c:pt idx="398">
                  <c:v>37084</c:v>
                </c:pt>
                <c:pt idx="399">
                  <c:v>37085</c:v>
                </c:pt>
                <c:pt idx="400">
                  <c:v>37088</c:v>
                </c:pt>
                <c:pt idx="401">
                  <c:v>37089</c:v>
                </c:pt>
                <c:pt idx="402">
                  <c:v>37090</c:v>
                </c:pt>
                <c:pt idx="403">
                  <c:v>37091</c:v>
                </c:pt>
                <c:pt idx="404">
                  <c:v>37092</c:v>
                </c:pt>
                <c:pt idx="405">
                  <c:v>37095</c:v>
                </c:pt>
                <c:pt idx="406">
                  <c:v>37096</c:v>
                </c:pt>
                <c:pt idx="407">
                  <c:v>37097</c:v>
                </c:pt>
                <c:pt idx="408">
                  <c:v>37098</c:v>
                </c:pt>
                <c:pt idx="409">
                  <c:v>37099</c:v>
                </c:pt>
                <c:pt idx="410">
                  <c:v>37102</c:v>
                </c:pt>
                <c:pt idx="411">
                  <c:v>37103</c:v>
                </c:pt>
                <c:pt idx="412">
                  <c:v>37104</c:v>
                </c:pt>
                <c:pt idx="413">
                  <c:v>37105</c:v>
                </c:pt>
                <c:pt idx="414">
                  <c:v>37106</c:v>
                </c:pt>
                <c:pt idx="415">
                  <c:v>37109</c:v>
                </c:pt>
                <c:pt idx="416">
                  <c:v>37110</c:v>
                </c:pt>
                <c:pt idx="417">
                  <c:v>37111</c:v>
                </c:pt>
                <c:pt idx="418">
                  <c:v>37112</c:v>
                </c:pt>
                <c:pt idx="419">
                  <c:v>37113</c:v>
                </c:pt>
                <c:pt idx="420">
                  <c:v>37116</c:v>
                </c:pt>
                <c:pt idx="421">
                  <c:v>37117</c:v>
                </c:pt>
                <c:pt idx="422">
                  <c:v>37118</c:v>
                </c:pt>
                <c:pt idx="423">
                  <c:v>37119</c:v>
                </c:pt>
                <c:pt idx="424">
                  <c:v>37120</c:v>
                </c:pt>
                <c:pt idx="425">
                  <c:v>37123</c:v>
                </c:pt>
                <c:pt idx="426">
                  <c:v>37124</c:v>
                </c:pt>
                <c:pt idx="427">
                  <c:v>37125</c:v>
                </c:pt>
                <c:pt idx="428">
                  <c:v>37126</c:v>
                </c:pt>
                <c:pt idx="429">
                  <c:v>37127</c:v>
                </c:pt>
                <c:pt idx="430">
                  <c:v>37130</c:v>
                </c:pt>
                <c:pt idx="431">
                  <c:v>37131</c:v>
                </c:pt>
                <c:pt idx="432">
                  <c:v>37132</c:v>
                </c:pt>
                <c:pt idx="433">
                  <c:v>37133</c:v>
                </c:pt>
                <c:pt idx="434">
                  <c:v>37134</c:v>
                </c:pt>
                <c:pt idx="435">
                  <c:v>37137</c:v>
                </c:pt>
                <c:pt idx="436">
                  <c:v>37138</c:v>
                </c:pt>
                <c:pt idx="437">
                  <c:v>37139</c:v>
                </c:pt>
                <c:pt idx="438">
                  <c:v>37140</c:v>
                </c:pt>
                <c:pt idx="439">
                  <c:v>37141</c:v>
                </c:pt>
                <c:pt idx="440">
                  <c:v>37144</c:v>
                </c:pt>
                <c:pt idx="441">
                  <c:v>37145</c:v>
                </c:pt>
                <c:pt idx="442">
                  <c:v>37146</c:v>
                </c:pt>
                <c:pt idx="443">
                  <c:v>37147</c:v>
                </c:pt>
                <c:pt idx="444">
                  <c:v>37148</c:v>
                </c:pt>
                <c:pt idx="445">
                  <c:v>37151</c:v>
                </c:pt>
                <c:pt idx="446">
                  <c:v>37152</c:v>
                </c:pt>
                <c:pt idx="447">
                  <c:v>37153</c:v>
                </c:pt>
                <c:pt idx="448">
                  <c:v>37154</c:v>
                </c:pt>
                <c:pt idx="449">
                  <c:v>37155</c:v>
                </c:pt>
                <c:pt idx="450">
                  <c:v>37158</c:v>
                </c:pt>
                <c:pt idx="451">
                  <c:v>37159</c:v>
                </c:pt>
                <c:pt idx="452">
                  <c:v>37160</c:v>
                </c:pt>
                <c:pt idx="453">
                  <c:v>37161</c:v>
                </c:pt>
                <c:pt idx="454">
                  <c:v>37162</c:v>
                </c:pt>
                <c:pt idx="455">
                  <c:v>37165</c:v>
                </c:pt>
                <c:pt idx="456">
                  <c:v>37166</c:v>
                </c:pt>
                <c:pt idx="457">
                  <c:v>37167</c:v>
                </c:pt>
                <c:pt idx="458">
                  <c:v>37168</c:v>
                </c:pt>
                <c:pt idx="459">
                  <c:v>37169</c:v>
                </c:pt>
                <c:pt idx="460">
                  <c:v>37172</c:v>
                </c:pt>
                <c:pt idx="461">
                  <c:v>37173</c:v>
                </c:pt>
                <c:pt idx="462">
                  <c:v>37174</c:v>
                </c:pt>
                <c:pt idx="463">
                  <c:v>37175</c:v>
                </c:pt>
                <c:pt idx="464">
                  <c:v>37176</c:v>
                </c:pt>
                <c:pt idx="465">
                  <c:v>37179</c:v>
                </c:pt>
                <c:pt idx="466">
                  <c:v>37180</c:v>
                </c:pt>
                <c:pt idx="467">
                  <c:v>37181</c:v>
                </c:pt>
                <c:pt idx="468">
                  <c:v>37182</c:v>
                </c:pt>
                <c:pt idx="469">
                  <c:v>37183</c:v>
                </c:pt>
                <c:pt idx="470">
                  <c:v>37186</c:v>
                </c:pt>
                <c:pt idx="471">
                  <c:v>37187</c:v>
                </c:pt>
                <c:pt idx="472">
                  <c:v>37188</c:v>
                </c:pt>
                <c:pt idx="473">
                  <c:v>37189</c:v>
                </c:pt>
                <c:pt idx="474">
                  <c:v>37190</c:v>
                </c:pt>
                <c:pt idx="475">
                  <c:v>37193</c:v>
                </c:pt>
                <c:pt idx="476">
                  <c:v>37194</c:v>
                </c:pt>
                <c:pt idx="477">
                  <c:v>37195</c:v>
                </c:pt>
                <c:pt idx="478">
                  <c:v>37196</c:v>
                </c:pt>
                <c:pt idx="479">
                  <c:v>37197</c:v>
                </c:pt>
                <c:pt idx="480">
                  <c:v>37200</c:v>
                </c:pt>
                <c:pt idx="481">
                  <c:v>37201</c:v>
                </c:pt>
                <c:pt idx="482">
                  <c:v>37202</c:v>
                </c:pt>
                <c:pt idx="483">
                  <c:v>37203</c:v>
                </c:pt>
                <c:pt idx="484">
                  <c:v>37204</c:v>
                </c:pt>
                <c:pt idx="485">
                  <c:v>37207</c:v>
                </c:pt>
                <c:pt idx="486">
                  <c:v>37208</c:v>
                </c:pt>
                <c:pt idx="487">
                  <c:v>37209</c:v>
                </c:pt>
                <c:pt idx="488">
                  <c:v>37210</c:v>
                </c:pt>
                <c:pt idx="489">
                  <c:v>37211</c:v>
                </c:pt>
                <c:pt idx="490">
                  <c:v>37214</c:v>
                </c:pt>
                <c:pt idx="491">
                  <c:v>37215</c:v>
                </c:pt>
                <c:pt idx="492">
                  <c:v>37216</c:v>
                </c:pt>
                <c:pt idx="493">
                  <c:v>37217</c:v>
                </c:pt>
                <c:pt idx="494">
                  <c:v>37218</c:v>
                </c:pt>
                <c:pt idx="495">
                  <c:v>37221</c:v>
                </c:pt>
                <c:pt idx="496">
                  <c:v>37222</c:v>
                </c:pt>
                <c:pt idx="497">
                  <c:v>37223</c:v>
                </c:pt>
                <c:pt idx="498">
                  <c:v>37224</c:v>
                </c:pt>
                <c:pt idx="499">
                  <c:v>37225</c:v>
                </c:pt>
                <c:pt idx="500">
                  <c:v>37228</c:v>
                </c:pt>
                <c:pt idx="501">
                  <c:v>37229</c:v>
                </c:pt>
                <c:pt idx="502">
                  <c:v>37230</c:v>
                </c:pt>
                <c:pt idx="503">
                  <c:v>37231</c:v>
                </c:pt>
                <c:pt idx="504">
                  <c:v>37232</c:v>
                </c:pt>
                <c:pt idx="505">
                  <c:v>37235</c:v>
                </c:pt>
                <c:pt idx="506">
                  <c:v>37236</c:v>
                </c:pt>
                <c:pt idx="507">
                  <c:v>37237</c:v>
                </c:pt>
                <c:pt idx="508">
                  <c:v>37238</c:v>
                </c:pt>
                <c:pt idx="509">
                  <c:v>37239</c:v>
                </c:pt>
                <c:pt idx="510">
                  <c:v>37242</c:v>
                </c:pt>
                <c:pt idx="511">
                  <c:v>37243</c:v>
                </c:pt>
                <c:pt idx="512">
                  <c:v>37244</c:v>
                </c:pt>
                <c:pt idx="513">
                  <c:v>37245</c:v>
                </c:pt>
                <c:pt idx="514">
                  <c:v>37246</c:v>
                </c:pt>
                <c:pt idx="515">
                  <c:v>37249</c:v>
                </c:pt>
                <c:pt idx="516">
                  <c:v>37250</c:v>
                </c:pt>
                <c:pt idx="517">
                  <c:v>37251</c:v>
                </c:pt>
                <c:pt idx="518">
                  <c:v>37252</c:v>
                </c:pt>
                <c:pt idx="519">
                  <c:v>37253</c:v>
                </c:pt>
                <c:pt idx="520">
                  <c:v>37256</c:v>
                </c:pt>
                <c:pt idx="521">
                  <c:v>37257</c:v>
                </c:pt>
                <c:pt idx="522">
                  <c:v>37258</c:v>
                </c:pt>
                <c:pt idx="523">
                  <c:v>37259</c:v>
                </c:pt>
                <c:pt idx="524">
                  <c:v>37260</c:v>
                </c:pt>
                <c:pt idx="525">
                  <c:v>37263</c:v>
                </c:pt>
                <c:pt idx="526">
                  <c:v>37264</c:v>
                </c:pt>
                <c:pt idx="527">
                  <c:v>37265</c:v>
                </c:pt>
                <c:pt idx="528">
                  <c:v>37266</c:v>
                </c:pt>
                <c:pt idx="529">
                  <c:v>37267</c:v>
                </c:pt>
                <c:pt idx="530">
                  <c:v>37270</c:v>
                </c:pt>
                <c:pt idx="531">
                  <c:v>37271</c:v>
                </c:pt>
                <c:pt idx="532">
                  <c:v>37272</c:v>
                </c:pt>
                <c:pt idx="533">
                  <c:v>37273</c:v>
                </c:pt>
                <c:pt idx="534">
                  <c:v>37274</c:v>
                </c:pt>
                <c:pt idx="535">
                  <c:v>37277</c:v>
                </c:pt>
                <c:pt idx="536">
                  <c:v>37278</c:v>
                </c:pt>
                <c:pt idx="537">
                  <c:v>37279</c:v>
                </c:pt>
                <c:pt idx="538">
                  <c:v>37280</c:v>
                </c:pt>
                <c:pt idx="539">
                  <c:v>37281</c:v>
                </c:pt>
                <c:pt idx="540">
                  <c:v>37284</c:v>
                </c:pt>
                <c:pt idx="541">
                  <c:v>37285</c:v>
                </c:pt>
                <c:pt idx="542">
                  <c:v>37286</c:v>
                </c:pt>
                <c:pt idx="543">
                  <c:v>37287</c:v>
                </c:pt>
                <c:pt idx="544">
                  <c:v>37288</c:v>
                </c:pt>
                <c:pt idx="545">
                  <c:v>37291</c:v>
                </c:pt>
                <c:pt idx="546">
                  <c:v>37292</c:v>
                </c:pt>
                <c:pt idx="547">
                  <c:v>37293</c:v>
                </c:pt>
                <c:pt idx="548">
                  <c:v>37294</c:v>
                </c:pt>
                <c:pt idx="549">
                  <c:v>37295</c:v>
                </c:pt>
                <c:pt idx="550">
                  <c:v>37298</c:v>
                </c:pt>
                <c:pt idx="551">
                  <c:v>37299</c:v>
                </c:pt>
                <c:pt idx="552">
                  <c:v>37300</c:v>
                </c:pt>
                <c:pt idx="553">
                  <c:v>37301</c:v>
                </c:pt>
                <c:pt idx="554">
                  <c:v>37302</c:v>
                </c:pt>
                <c:pt idx="555">
                  <c:v>37305</c:v>
                </c:pt>
                <c:pt idx="556">
                  <c:v>37306</c:v>
                </c:pt>
                <c:pt idx="557">
                  <c:v>37307</c:v>
                </c:pt>
                <c:pt idx="558">
                  <c:v>37308</c:v>
                </c:pt>
                <c:pt idx="559">
                  <c:v>37309</c:v>
                </c:pt>
                <c:pt idx="560">
                  <c:v>37312</c:v>
                </c:pt>
                <c:pt idx="561">
                  <c:v>37313</c:v>
                </c:pt>
                <c:pt idx="562">
                  <c:v>37314</c:v>
                </c:pt>
                <c:pt idx="563">
                  <c:v>37315</c:v>
                </c:pt>
                <c:pt idx="564">
                  <c:v>37316</c:v>
                </c:pt>
                <c:pt idx="565">
                  <c:v>37319</c:v>
                </c:pt>
                <c:pt idx="566">
                  <c:v>37320</c:v>
                </c:pt>
                <c:pt idx="567">
                  <c:v>37321</c:v>
                </c:pt>
                <c:pt idx="568">
                  <c:v>37322</c:v>
                </c:pt>
                <c:pt idx="569">
                  <c:v>37323</c:v>
                </c:pt>
                <c:pt idx="570">
                  <c:v>37326</c:v>
                </c:pt>
                <c:pt idx="571">
                  <c:v>37327</c:v>
                </c:pt>
                <c:pt idx="572">
                  <c:v>37328</c:v>
                </c:pt>
                <c:pt idx="573">
                  <c:v>37329</c:v>
                </c:pt>
                <c:pt idx="574">
                  <c:v>37330</c:v>
                </c:pt>
                <c:pt idx="575">
                  <c:v>37333</c:v>
                </c:pt>
                <c:pt idx="576">
                  <c:v>37334</c:v>
                </c:pt>
                <c:pt idx="577">
                  <c:v>37335</c:v>
                </c:pt>
                <c:pt idx="578">
                  <c:v>37336</c:v>
                </c:pt>
                <c:pt idx="579">
                  <c:v>37337</c:v>
                </c:pt>
                <c:pt idx="580">
                  <c:v>37340</c:v>
                </c:pt>
                <c:pt idx="581">
                  <c:v>37341</c:v>
                </c:pt>
                <c:pt idx="582">
                  <c:v>37342</c:v>
                </c:pt>
                <c:pt idx="583">
                  <c:v>37343</c:v>
                </c:pt>
                <c:pt idx="584">
                  <c:v>37344</c:v>
                </c:pt>
                <c:pt idx="585">
                  <c:v>37347</c:v>
                </c:pt>
                <c:pt idx="586">
                  <c:v>37348</c:v>
                </c:pt>
                <c:pt idx="587">
                  <c:v>37349</c:v>
                </c:pt>
                <c:pt idx="588">
                  <c:v>37350</c:v>
                </c:pt>
                <c:pt idx="589">
                  <c:v>37351</c:v>
                </c:pt>
                <c:pt idx="590">
                  <c:v>37354</c:v>
                </c:pt>
                <c:pt idx="591">
                  <c:v>37355</c:v>
                </c:pt>
                <c:pt idx="592">
                  <c:v>37356</c:v>
                </c:pt>
                <c:pt idx="593">
                  <c:v>37357</c:v>
                </c:pt>
                <c:pt idx="594">
                  <c:v>37358</c:v>
                </c:pt>
                <c:pt idx="595">
                  <c:v>37361</c:v>
                </c:pt>
                <c:pt idx="596">
                  <c:v>37362</c:v>
                </c:pt>
                <c:pt idx="597">
                  <c:v>37363</c:v>
                </c:pt>
                <c:pt idx="598">
                  <c:v>37364</c:v>
                </c:pt>
                <c:pt idx="599">
                  <c:v>37365</c:v>
                </c:pt>
                <c:pt idx="600">
                  <c:v>37368</c:v>
                </c:pt>
                <c:pt idx="601">
                  <c:v>37369</c:v>
                </c:pt>
                <c:pt idx="602">
                  <c:v>37370</c:v>
                </c:pt>
                <c:pt idx="603">
                  <c:v>37371</c:v>
                </c:pt>
                <c:pt idx="604">
                  <c:v>37372</c:v>
                </c:pt>
                <c:pt idx="605">
                  <c:v>37375</c:v>
                </c:pt>
                <c:pt idx="606">
                  <c:v>37376</c:v>
                </c:pt>
                <c:pt idx="607">
                  <c:v>37377</c:v>
                </c:pt>
                <c:pt idx="608">
                  <c:v>37378</c:v>
                </c:pt>
                <c:pt idx="609">
                  <c:v>37379</c:v>
                </c:pt>
                <c:pt idx="610">
                  <c:v>37382</c:v>
                </c:pt>
                <c:pt idx="611">
                  <c:v>37383</c:v>
                </c:pt>
                <c:pt idx="612">
                  <c:v>37384</c:v>
                </c:pt>
                <c:pt idx="613">
                  <c:v>37385</c:v>
                </c:pt>
                <c:pt idx="614">
                  <c:v>37386</c:v>
                </c:pt>
                <c:pt idx="615">
                  <c:v>37389</c:v>
                </c:pt>
                <c:pt idx="616">
                  <c:v>37390</c:v>
                </c:pt>
                <c:pt idx="617">
                  <c:v>37391</c:v>
                </c:pt>
                <c:pt idx="618">
                  <c:v>37392</c:v>
                </c:pt>
                <c:pt idx="619">
                  <c:v>37393</c:v>
                </c:pt>
                <c:pt idx="620">
                  <c:v>37396</c:v>
                </c:pt>
                <c:pt idx="621">
                  <c:v>37397</c:v>
                </c:pt>
                <c:pt idx="622">
                  <c:v>37398</c:v>
                </c:pt>
                <c:pt idx="623">
                  <c:v>37399</c:v>
                </c:pt>
                <c:pt idx="624">
                  <c:v>37400</c:v>
                </c:pt>
                <c:pt idx="625">
                  <c:v>37403</c:v>
                </c:pt>
                <c:pt idx="626">
                  <c:v>37404</c:v>
                </c:pt>
                <c:pt idx="627">
                  <c:v>37405</c:v>
                </c:pt>
                <c:pt idx="628">
                  <c:v>37406</c:v>
                </c:pt>
                <c:pt idx="629">
                  <c:v>37407</c:v>
                </c:pt>
                <c:pt idx="630">
                  <c:v>37410</c:v>
                </c:pt>
                <c:pt idx="631">
                  <c:v>37411</c:v>
                </c:pt>
                <c:pt idx="632">
                  <c:v>37412</c:v>
                </c:pt>
                <c:pt idx="633">
                  <c:v>37413</c:v>
                </c:pt>
                <c:pt idx="634">
                  <c:v>37414</c:v>
                </c:pt>
                <c:pt idx="635">
                  <c:v>37417</c:v>
                </c:pt>
                <c:pt idx="636">
                  <c:v>37418</c:v>
                </c:pt>
                <c:pt idx="637">
                  <c:v>37419</c:v>
                </c:pt>
                <c:pt idx="638">
                  <c:v>37420</c:v>
                </c:pt>
                <c:pt idx="639">
                  <c:v>37421</c:v>
                </c:pt>
                <c:pt idx="640">
                  <c:v>37424</c:v>
                </c:pt>
                <c:pt idx="641">
                  <c:v>37425</c:v>
                </c:pt>
                <c:pt idx="642">
                  <c:v>37426</c:v>
                </c:pt>
                <c:pt idx="643">
                  <c:v>37427</c:v>
                </c:pt>
                <c:pt idx="644">
                  <c:v>37428</c:v>
                </c:pt>
                <c:pt idx="645">
                  <c:v>37431</c:v>
                </c:pt>
                <c:pt idx="646">
                  <c:v>37432</c:v>
                </c:pt>
                <c:pt idx="647">
                  <c:v>37433</c:v>
                </c:pt>
                <c:pt idx="648">
                  <c:v>37434</c:v>
                </c:pt>
                <c:pt idx="649">
                  <c:v>37435</c:v>
                </c:pt>
                <c:pt idx="650">
                  <c:v>37438</c:v>
                </c:pt>
                <c:pt idx="651">
                  <c:v>37439</c:v>
                </c:pt>
                <c:pt idx="652">
                  <c:v>37440</c:v>
                </c:pt>
                <c:pt idx="653">
                  <c:v>37441</c:v>
                </c:pt>
                <c:pt idx="654">
                  <c:v>37442</c:v>
                </c:pt>
                <c:pt idx="655">
                  <c:v>37445</c:v>
                </c:pt>
                <c:pt idx="656">
                  <c:v>37446</c:v>
                </c:pt>
                <c:pt idx="657">
                  <c:v>37447</c:v>
                </c:pt>
                <c:pt idx="658">
                  <c:v>37448</c:v>
                </c:pt>
                <c:pt idx="659">
                  <c:v>37449</c:v>
                </c:pt>
                <c:pt idx="660">
                  <c:v>37452</c:v>
                </c:pt>
                <c:pt idx="661">
                  <c:v>37453</c:v>
                </c:pt>
                <c:pt idx="662">
                  <c:v>37454</c:v>
                </c:pt>
                <c:pt idx="663">
                  <c:v>37455</c:v>
                </c:pt>
                <c:pt idx="664">
                  <c:v>37456</c:v>
                </c:pt>
                <c:pt idx="665">
                  <c:v>37459</c:v>
                </c:pt>
                <c:pt idx="666">
                  <c:v>37460</c:v>
                </c:pt>
                <c:pt idx="667">
                  <c:v>37461</c:v>
                </c:pt>
                <c:pt idx="668">
                  <c:v>37462</c:v>
                </c:pt>
                <c:pt idx="669">
                  <c:v>37463</c:v>
                </c:pt>
                <c:pt idx="670">
                  <c:v>37466</c:v>
                </c:pt>
                <c:pt idx="671">
                  <c:v>37467</c:v>
                </c:pt>
                <c:pt idx="672">
                  <c:v>37468</c:v>
                </c:pt>
                <c:pt idx="673">
                  <c:v>37469</c:v>
                </c:pt>
                <c:pt idx="674">
                  <c:v>37470</c:v>
                </c:pt>
                <c:pt idx="675">
                  <c:v>37473</c:v>
                </c:pt>
                <c:pt idx="676">
                  <c:v>37474</c:v>
                </c:pt>
                <c:pt idx="677">
                  <c:v>37475</c:v>
                </c:pt>
                <c:pt idx="678">
                  <c:v>37476</c:v>
                </c:pt>
                <c:pt idx="679">
                  <c:v>37477</c:v>
                </c:pt>
                <c:pt idx="680">
                  <c:v>37480</c:v>
                </c:pt>
                <c:pt idx="681">
                  <c:v>37481</c:v>
                </c:pt>
                <c:pt idx="682">
                  <c:v>37482</c:v>
                </c:pt>
                <c:pt idx="683">
                  <c:v>37483</c:v>
                </c:pt>
                <c:pt idx="684">
                  <c:v>37484</c:v>
                </c:pt>
                <c:pt idx="685">
                  <c:v>37487</c:v>
                </c:pt>
                <c:pt idx="686">
                  <c:v>37488</c:v>
                </c:pt>
                <c:pt idx="687">
                  <c:v>37489</c:v>
                </c:pt>
                <c:pt idx="688">
                  <c:v>37490</c:v>
                </c:pt>
                <c:pt idx="689">
                  <c:v>37491</c:v>
                </c:pt>
                <c:pt idx="690">
                  <c:v>37494</c:v>
                </c:pt>
                <c:pt idx="691">
                  <c:v>37495</c:v>
                </c:pt>
                <c:pt idx="692">
                  <c:v>37496</c:v>
                </c:pt>
                <c:pt idx="693">
                  <c:v>37497</c:v>
                </c:pt>
                <c:pt idx="694">
                  <c:v>37498</c:v>
                </c:pt>
                <c:pt idx="695">
                  <c:v>37501</c:v>
                </c:pt>
                <c:pt idx="696">
                  <c:v>37502</c:v>
                </c:pt>
                <c:pt idx="697">
                  <c:v>37503</c:v>
                </c:pt>
                <c:pt idx="698">
                  <c:v>37504</c:v>
                </c:pt>
                <c:pt idx="699">
                  <c:v>37505</c:v>
                </c:pt>
                <c:pt idx="700">
                  <c:v>37508</c:v>
                </c:pt>
                <c:pt idx="701">
                  <c:v>37509</c:v>
                </c:pt>
                <c:pt idx="702">
                  <c:v>37510</c:v>
                </c:pt>
                <c:pt idx="703">
                  <c:v>37511</c:v>
                </c:pt>
                <c:pt idx="704">
                  <c:v>37512</c:v>
                </c:pt>
                <c:pt idx="705">
                  <c:v>37515</c:v>
                </c:pt>
                <c:pt idx="706">
                  <c:v>37516</c:v>
                </c:pt>
                <c:pt idx="707">
                  <c:v>37517</c:v>
                </c:pt>
                <c:pt idx="708">
                  <c:v>37518</c:v>
                </c:pt>
                <c:pt idx="709">
                  <c:v>37519</c:v>
                </c:pt>
                <c:pt idx="710">
                  <c:v>37522</c:v>
                </c:pt>
                <c:pt idx="711">
                  <c:v>37523</c:v>
                </c:pt>
                <c:pt idx="712">
                  <c:v>37524</c:v>
                </c:pt>
                <c:pt idx="713">
                  <c:v>37525</c:v>
                </c:pt>
                <c:pt idx="714">
                  <c:v>37526</c:v>
                </c:pt>
                <c:pt idx="715">
                  <c:v>37529</c:v>
                </c:pt>
                <c:pt idx="716">
                  <c:v>37530</c:v>
                </c:pt>
                <c:pt idx="717">
                  <c:v>37531</c:v>
                </c:pt>
                <c:pt idx="718">
                  <c:v>37532</c:v>
                </c:pt>
                <c:pt idx="719">
                  <c:v>37533</c:v>
                </c:pt>
                <c:pt idx="720">
                  <c:v>37536</c:v>
                </c:pt>
                <c:pt idx="721">
                  <c:v>37537</c:v>
                </c:pt>
                <c:pt idx="722">
                  <c:v>37538</c:v>
                </c:pt>
                <c:pt idx="723">
                  <c:v>37539</c:v>
                </c:pt>
                <c:pt idx="724">
                  <c:v>37540</c:v>
                </c:pt>
                <c:pt idx="725">
                  <c:v>37543</c:v>
                </c:pt>
                <c:pt idx="726">
                  <c:v>37544</c:v>
                </c:pt>
                <c:pt idx="727">
                  <c:v>37545</c:v>
                </c:pt>
                <c:pt idx="728">
                  <c:v>37546</c:v>
                </c:pt>
                <c:pt idx="729">
                  <c:v>37547</c:v>
                </c:pt>
                <c:pt idx="730">
                  <c:v>37550</c:v>
                </c:pt>
                <c:pt idx="731">
                  <c:v>37551</c:v>
                </c:pt>
                <c:pt idx="732">
                  <c:v>37552</c:v>
                </c:pt>
                <c:pt idx="733">
                  <c:v>37553</c:v>
                </c:pt>
                <c:pt idx="734">
                  <c:v>37554</c:v>
                </c:pt>
                <c:pt idx="735">
                  <c:v>37557</c:v>
                </c:pt>
                <c:pt idx="736">
                  <c:v>37558</c:v>
                </c:pt>
                <c:pt idx="737">
                  <c:v>37559</c:v>
                </c:pt>
                <c:pt idx="738">
                  <c:v>37560</c:v>
                </c:pt>
                <c:pt idx="739">
                  <c:v>37561</c:v>
                </c:pt>
                <c:pt idx="740">
                  <c:v>37564</c:v>
                </c:pt>
                <c:pt idx="741">
                  <c:v>37565</c:v>
                </c:pt>
                <c:pt idx="742">
                  <c:v>37566</c:v>
                </c:pt>
                <c:pt idx="743">
                  <c:v>37567</c:v>
                </c:pt>
                <c:pt idx="744">
                  <c:v>37568</c:v>
                </c:pt>
                <c:pt idx="745">
                  <c:v>37571</c:v>
                </c:pt>
                <c:pt idx="746">
                  <c:v>37572</c:v>
                </c:pt>
                <c:pt idx="747">
                  <c:v>37573</c:v>
                </c:pt>
                <c:pt idx="748">
                  <c:v>37574</c:v>
                </c:pt>
                <c:pt idx="749">
                  <c:v>37575</c:v>
                </c:pt>
                <c:pt idx="750">
                  <c:v>37578</c:v>
                </c:pt>
                <c:pt idx="751">
                  <c:v>37579</c:v>
                </c:pt>
                <c:pt idx="752">
                  <c:v>37580</c:v>
                </c:pt>
                <c:pt idx="753">
                  <c:v>37581</c:v>
                </c:pt>
                <c:pt idx="754">
                  <c:v>37582</c:v>
                </c:pt>
                <c:pt idx="755">
                  <c:v>37585</c:v>
                </c:pt>
                <c:pt idx="756">
                  <c:v>37586</c:v>
                </c:pt>
                <c:pt idx="757">
                  <c:v>37587</c:v>
                </c:pt>
                <c:pt idx="758">
                  <c:v>37588</c:v>
                </c:pt>
                <c:pt idx="759">
                  <c:v>37589</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37615</c:v>
                </c:pt>
                <c:pt idx="778">
                  <c:v>37616</c:v>
                </c:pt>
                <c:pt idx="779">
                  <c:v>37617</c:v>
                </c:pt>
                <c:pt idx="780">
                  <c:v>37620</c:v>
                </c:pt>
                <c:pt idx="781">
                  <c:v>37621</c:v>
                </c:pt>
                <c:pt idx="782">
                  <c:v>37622</c:v>
                </c:pt>
                <c:pt idx="783">
                  <c:v>37623</c:v>
                </c:pt>
                <c:pt idx="784">
                  <c:v>37624</c:v>
                </c:pt>
                <c:pt idx="785">
                  <c:v>37627</c:v>
                </c:pt>
                <c:pt idx="786">
                  <c:v>37628</c:v>
                </c:pt>
                <c:pt idx="787">
                  <c:v>37629</c:v>
                </c:pt>
                <c:pt idx="788">
                  <c:v>37630</c:v>
                </c:pt>
                <c:pt idx="789">
                  <c:v>37631</c:v>
                </c:pt>
                <c:pt idx="790">
                  <c:v>37634</c:v>
                </c:pt>
                <c:pt idx="791">
                  <c:v>37635</c:v>
                </c:pt>
                <c:pt idx="792">
                  <c:v>37636</c:v>
                </c:pt>
                <c:pt idx="793">
                  <c:v>37637</c:v>
                </c:pt>
                <c:pt idx="794">
                  <c:v>37638</c:v>
                </c:pt>
                <c:pt idx="795">
                  <c:v>37641</c:v>
                </c:pt>
                <c:pt idx="796">
                  <c:v>37642</c:v>
                </c:pt>
                <c:pt idx="797">
                  <c:v>37643</c:v>
                </c:pt>
                <c:pt idx="798">
                  <c:v>37644</c:v>
                </c:pt>
                <c:pt idx="799">
                  <c:v>37645</c:v>
                </c:pt>
                <c:pt idx="800">
                  <c:v>37648</c:v>
                </c:pt>
                <c:pt idx="801">
                  <c:v>37649</c:v>
                </c:pt>
                <c:pt idx="802">
                  <c:v>37650</c:v>
                </c:pt>
                <c:pt idx="803">
                  <c:v>37651</c:v>
                </c:pt>
                <c:pt idx="804">
                  <c:v>37652</c:v>
                </c:pt>
                <c:pt idx="805">
                  <c:v>37655</c:v>
                </c:pt>
                <c:pt idx="806">
                  <c:v>37656</c:v>
                </c:pt>
                <c:pt idx="807">
                  <c:v>37657</c:v>
                </c:pt>
                <c:pt idx="808">
                  <c:v>37658</c:v>
                </c:pt>
                <c:pt idx="809">
                  <c:v>37659</c:v>
                </c:pt>
                <c:pt idx="810">
                  <c:v>37662</c:v>
                </c:pt>
                <c:pt idx="811">
                  <c:v>37663</c:v>
                </c:pt>
                <c:pt idx="812">
                  <c:v>37664</c:v>
                </c:pt>
                <c:pt idx="813">
                  <c:v>37665</c:v>
                </c:pt>
                <c:pt idx="814">
                  <c:v>37666</c:v>
                </c:pt>
                <c:pt idx="815">
                  <c:v>37669</c:v>
                </c:pt>
                <c:pt idx="816">
                  <c:v>37670</c:v>
                </c:pt>
                <c:pt idx="817">
                  <c:v>37671</c:v>
                </c:pt>
                <c:pt idx="818">
                  <c:v>37672</c:v>
                </c:pt>
                <c:pt idx="819">
                  <c:v>37673</c:v>
                </c:pt>
                <c:pt idx="820">
                  <c:v>37676</c:v>
                </c:pt>
                <c:pt idx="821">
                  <c:v>37677</c:v>
                </c:pt>
                <c:pt idx="822">
                  <c:v>37678</c:v>
                </c:pt>
                <c:pt idx="823">
                  <c:v>37679</c:v>
                </c:pt>
                <c:pt idx="824">
                  <c:v>37680</c:v>
                </c:pt>
                <c:pt idx="825">
                  <c:v>37683</c:v>
                </c:pt>
                <c:pt idx="826">
                  <c:v>37684</c:v>
                </c:pt>
                <c:pt idx="827">
                  <c:v>37685</c:v>
                </c:pt>
                <c:pt idx="828">
                  <c:v>37686</c:v>
                </c:pt>
                <c:pt idx="829">
                  <c:v>37687</c:v>
                </c:pt>
                <c:pt idx="830">
                  <c:v>37690</c:v>
                </c:pt>
                <c:pt idx="831">
                  <c:v>37691</c:v>
                </c:pt>
                <c:pt idx="832">
                  <c:v>37692</c:v>
                </c:pt>
                <c:pt idx="833">
                  <c:v>37693</c:v>
                </c:pt>
                <c:pt idx="834">
                  <c:v>37694</c:v>
                </c:pt>
                <c:pt idx="835">
                  <c:v>37697</c:v>
                </c:pt>
                <c:pt idx="836">
                  <c:v>37698</c:v>
                </c:pt>
                <c:pt idx="837">
                  <c:v>37699</c:v>
                </c:pt>
                <c:pt idx="838">
                  <c:v>37700</c:v>
                </c:pt>
                <c:pt idx="839">
                  <c:v>37701</c:v>
                </c:pt>
                <c:pt idx="840">
                  <c:v>37704</c:v>
                </c:pt>
                <c:pt idx="841">
                  <c:v>37705</c:v>
                </c:pt>
                <c:pt idx="842">
                  <c:v>37706</c:v>
                </c:pt>
                <c:pt idx="843">
                  <c:v>37707</c:v>
                </c:pt>
                <c:pt idx="844">
                  <c:v>37708</c:v>
                </c:pt>
                <c:pt idx="845">
                  <c:v>37711</c:v>
                </c:pt>
                <c:pt idx="846">
                  <c:v>37712</c:v>
                </c:pt>
                <c:pt idx="847">
                  <c:v>37713</c:v>
                </c:pt>
                <c:pt idx="848">
                  <c:v>37714</c:v>
                </c:pt>
                <c:pt idx="849">
                  <c:v>37715</c:v>
                </c:pt>
                <c:pt idx="850">
                  <c:v>37718</c:v>
                </c:pt>
                <c:pt idx="851">
                  <c:v>37719</c:v>
                </c:pt>
                <c:pt idx="852">
                  <c:v>37720</c:v>
                </c:pt>
                <c:pt idx="853">
                  <c:v>37721</c:v>
                </c:pt>
                <c:pt idx="854">
                  <c:v>37722</c:v>
                </c:pt>
                <c:pt idx="855">
                  <c:v>37725</c:v>
                </c:pt>
                <c:pt idx="856">
                  <c:v>37726</c:v>
                </c:pt>
                <c:pt idx="857">
                  <c:v>37727</c:v>
                </c:pt>
                <c:pt idx="858">
                  <c:v>37728</c:v>
                </c:pt>
                <c:pt idx="859">
                  <c:v>37729</c:v>
                </c:pt>
                <c:pt idx="860">
                  <c:v>37732</c:v>
                </c:pt>
                <c:pt idx="861">
                  <c:v>37733</c:v>
                </c:pt>
                <c:pt idx="862">
                  <c:v>37734</c:v>
                </c:pt>
                <c:pt idx="863">
                  <c:v>37735</c:v>
                </c:pt>
                <c:pt idx="864">
                  <c:v>37736</c:v>
                </c:pt>
                <c:pt idx="865">
                  <c:v>37739</c:v>
                </c:pt>
                <c:pt idx="866">
                  <c:v>37740</c:v>
                </c:pt>
                <c:pt idx="867">
                  <c:v>37741</c:v>
                </c:pt>
                <c:pt idx="868">
                  <c:v>37742</c:v>
                </c:pt>
                <c:pt idx="869">
                  <c:v>37743</c:v>
                </c:pt>
                <c:pt idx="870">
                  <c:v>37746</c:v>
                </c:pt>
                <c:pt idx="871">
                  <c:v>37747</c:v>
                </c:pt>
                <c:pt idx="872">
                  <c:v>37748</c:v>
                </c:pt>
                <c:pt idx="873">
                  <c:v>37749</c:v>
                </c:pt>
                <c:pt idx="874">
                  <c:v>37750</c:v>
                </c:pt>
                <c:pt idx="875">
                  <c:v>37753</c:v>
                </c:pt>
                <c:pt idx="876">
                  <c:v>37754</c:v>
                </c:pt>
                <c:pt idx="877">
                  <c:v>37755</c:v>
                </c:pt>
                <c:pt idx="878">
                  <c:v>37756</c:v>
                </c:pt>
                <c:pt idx="879">
                  <c:v>37757</c:v>
                </c:pt>
                <c:pt idx="880">
                  <c:v>37760</c:v>
                </c:pt>
                <c:pt idx="881">
                  <c:v>37761</c:v>
                </c:pt>
                <c:pt idx="882">
                  <c:v>37762</c:v>
                </c:pt>
                <c:pt idx="883">
                  <c:v>37763</c:v>
                </c:pt>
                <c:pt idx="884">
                  <c:v>37764</c:v>
                </c:pt>
                <c:pt idx="885">
                  <c:v>37767</c:v>
                </c:pt>
                <c:pt idx="886">
                  <c:v>37768</c:v>
                </c:pt>
                <c:pt idx="887">
                  <c:v>37769</c:v>
                </c:pt>
                <c:pt idx="888">
                  <c:v>37770</c:v>
                </c:pt>
                <c:pt idx="889">
                  <c:v>37771</c:v>
                </c:pt>
                <c:pt idx="890">
                  <c:v>37774</c:v>
                </c:pt>
                <c:pt idx="891">
                  <c:v>37775</c:v>
                </c:pt>
                <c:pt idx="892">
                  <c:v>37776</c:v>
                </c:pt>
                <c:pt idx="893">
                  <c:v>37777</c:v>
                </c:pt>
                <c:pt idx="894">
                  <c:v>37778</c:v>
                </c:pt>
                <c:pt idx="895">
                  <c:v>37781</c:v>
                </c:pt>
                <c:pt idx="896">
                  <c:v>37782</c:v>
                </c:pt>
                <c:pt idx="897">
                  <c:v>37783</c:v>
                </c:pt>
                <c:pt idx="898">
                  <c:v>37784</c:v>
                </c:pt>
                <c:pt idx="899">
                  <c:v>37785</c:v>
                </c:pt>
                <c:pt idx="900">
                  <c:v>37788</c:v>
                </c:pt>
                <c:pt idx="901">
                  <c:v>37789</c:v>
                </c:pt>
                <c:pt idx="902">
                  <c:v>37790</c:v>
                </c:pt>
                <c:pt idx="903">
                  <c:v>37791</c:v>
                </c:pt>
                <c:pt idx="904">
                  <c:v>37792</c:v>
                </c:pt>
                <c:pt idx="905">
                  <c:v>37795</c:v>
                </c:pt>
                <c:pt idx="906">
                  <c:v>37796</c:v>
                </c:pt>
                <c:pt idx="907">
                  <c:v>37797</c:v>
                </c:pt>
                <c:pt idx="908">
                  <c:v>37798</c:v>
                </c:pt>
                <c:pt idx="909">
                  <c:v>37799</c:v>
                </c:pt>
                <c:pt idx="910">
                  <c:v>37802</c:v>
                </c:pt>
                <c:pt idx="911">
                  <c:v>37803</c:v>
                </c:pt>
                <c:pt idx="912">
                  <c:v>37804</c:v>
                </c:pt>
                <c:pt idx="913">
                  <c:v>37805</c:v>
                </c:pt>
                <c:pt idx="914">
                  <c:v>37806</c:v>
                </c:pt>
                <c:pt idx="915">
                  <c:v>37809</c:v>
                </c:pt>
                <c:pt idx="916">
                  <c:v>37810</c:v>
                </c:pt>
                <c:pt idx="917">
                  <c:v>37811</c:v>
                </c:pt>
                <c:pt idx="918">
                  <c:v>37812</c:v>
                </c:pt>
                <c:pt idx="919">
                  <c:v>37813</c:v>
                </c:pt>
                <c:pt idx="920">
                  <c:v>37816</c:v>
                </c:pt>
                <c:pt idx="921">
                  <c:v>37817</c:v>
                </c:pt>
                <c:pt idx="922">
                  <c:v>37818</c:v>
                </c:pt>
                <c:pt idx="923">
                  <c:v>37819</c:v>
                </c:pt>
                <c:pt idx="924">
                  <c:v>37820</c:v>
                </c:pt>
                <c:pt idx="925">
                  <c:v>37823</c:v>
                </c:pt>
                <c:pt idx="926">
                  <c:v>37824</c:v>
                </c:pt>
                <c:pt idx="927">
                  <c:v>37825</c:v>
                </c:pt>
                <c:pt idx="928">
                  <c:v>37826</c:v>
                </c:pt>
                <c:pt idx="929">
                  <c:v>37827</c:v>
                </c:pt>
                <c:pt idx="930">
                  <c:v>37830</c:v>
                </c:pt>
                <c:pt idx="931">
                  <c:v>37831</c:v>
                </c:pt>
                <c:pt idx="932">
                  <c:v>37832</c:v>
                </c:pt>
                <c:pt idx="933">
                  <c:v>37833</c:v>
                </c:pt>
                <c:pt idx="934">
                  <c:v>37834</c:v>
                </c:pt>
                <c:pt idx="935">
                  <c:v>37837</c:v>
                </c:pt>
                <c:pt idx="936">
                  <c:v>37838</c:v>
                </c:pt>
                <c:pt idx="937">
                  <c:v>37839</c:v>
                </c:pt>
                <c:pt idx="938">
                  <c:v>37840</c:v>
                </c:pt>
                <c:pt idx="939">
                  <c:v>37841</c:v>
                </c:pt>
                <c:pt idx="940">
                  <c:v>37844</c:v>
                </c:pt>
                <c:pt idx="941">
                  <c:v>37845</c:v>
                </c:pt>
                <c:pt idx="942">
                  <c:v>37846</c:v>
                </c:pt>
                <c:pt idx="943">
                  <c:v>37847</c:v>
                </c:pt>
                <c:pt idx="944">
                  <c:v>37848</c:v>
                </c:pt>
                <c:pt idx="945">
                  <c:v>37851</c:v>
                </c:pt>
                <c:pt idx="946">
                  <c:v>37852</c:v>
                </c:pt>
                <c:pt idx="947">
                  <c:v>37853</c:v>
                </c:pt>
                <c:pt idx="948">
                  <c:v>37854</c:v>
                </c:pt>
                <c:pt idx="949">
                  <c:v>37855</c:v>
                </c:pt>
                <c:pt idx="950">
                  <c:v>37858</c:v>
                </c:pt>
                <c:pt idx="951">
                  <c:v>37859</c:v>
                </c:pt>
                <c:pt idx="952">
                  <c:v>37860</c:v>
                </c:pt>
                <c:pt idx="953">
                  <c:v>37861</c:v>
                </c:pt>
                <c:pt idx="954">
                  <c:v>37862</c:v>
                </c:pt>
                <c:pt idx="955">
                  <c:v>37865</c:v>
                </c:pt>
                <c:pt idx="956">
                  <c:v>37866</c:v>
                </c:pt>
                <c:pt idx="957">
                  <c:v>37867</c:v>
                </c:pt>
                <c:pt idx="958">
                  <c:v>37868</c:v>
                </c:pt>
                <c:pt idx="959">
                  <c:v>37869</c:v>
                </c:pt>
                <c:pt idx="960">
                  <c:v>37872</c:v>
                </c:pt>
                <c:pt idx="961">
                  <c:v>37873</c:v>
                </c:pt>
                <c:pt idx="962">
                  <c:v>37874</c:v>
                </c:pt>
                <c:pt idx="963">
                  <c:v>37875</c:v>
                </c:pt>
                <c:pt idx="964">
                  <c:v>37876</c:v>
                </c:pt>
                <c:pt idx="965">
                  <c:v>37879</c:v>
                </c:pt>
                <c:pt idx="966">
                  <c:v>37880</c:v>
                </c:pt>
                <c:pt idx="967">
                  <c:v>37881</c:v>
                </c:pt>
                <c:pt idx="968">
                  <c:v>37882</c:v>
                </c:pt>
                <c:pt idx="969">
                  <c:v>37883</c:v>
                </c:pt>
                <c:pt idx="970">
                  <c:v>37886</c:v>
                </c:pt>
                <c:pt idx="971">
                  <c:v>37887</c:v>
                </c:pt>
                <c:pt idx="972">
                  <c:v>37888</c:v>
                </c:pt>
                <c:pt idx="973">
                  <c:v>37889</c:v>
                </c:pt>
                <c:pt idx="974">
                  <c:v>37890</c:v>
                </c:pt>
                <c:pt idx="975">
                  <c:v>37893</c:v>
                </c:pt>
                <c:pt idx="976">
                  <c:v>37894</c:v>
                </c:pt>
                <c:pt idx="977">
                  <c:v>37895</c:v>
                </c:pt>
                <c:pt idx="978">
                  <c:v>37896</c:v>
                </c:pt>
                <c:pt idx="979">
                  <c:v>37897</c:v>
                </c:pt>
                <c:pt idx="980">
                  <c:v>37900</c:v>
                </c:pt>
                <c:pt idx="981">
                  <c:v>37901</c:v>
                </c:pt>
                <c:pt idx="982">
                  <c:v>37902</c:v>
                </c:pt>
                <c:pt idx="983">
                  <c:v>37903</c:v>
                </c:pt>
                <c:pt idx="984">
                  <c:v>37904</c:v>
                </c:pt>
                <c:pt idx="985">
                  <c:v>37907</c:v>
                </c:pt>
                <c:pt idx="986">
                  <c:v>37908</c:v>
                </c:pt>
                <c:pt idx="987">
                  <c:v>37909</c:v>
                </c:pt>
                <c:pt idx="988">
                  <c:v>37910</c:v>
                </c:pt>
                <c:pt idx="989">
                  <c:v>37911</c:v>
                </c:pt>
                <c:pt idx="990">
                  <c:v>37914</c:v>
                </c:pt>
                <c:pt idx="991">
                  <c:v>37915</c:v>
                </c:pt>
                <c:pt idx="992">
                  <c:v>37916</c:v>
                </c:pt>
                <c:pt idx="993">
                  <c:v>37917</c:v>
                </c:pt>
                <c:pt idx="994">
                  <c:v>37918</c:v>
                </c:pt>
                <c:pt idx="995">
                  <c:v>37921</c:v>
                </c:pt>
                <c:pt idx="996">
                  <c:v>37922</c:v>
                </c:pt>
                <c:pt idx="997">
                  <c:v>37923</c:v>
                </c:pt>
                <c:pt idx="998">
                  <c:v>37924</c:v>
                </c:pt>
                <c:pt idx="999">
                  <c:v>37925</c:v>
                </c:pt>
                <c:pt idx="1000">
                  <c:v>37928</c:v>
                </c:pt>
                <c:pt idx="1001">
                  <c:v>37929</c:v>
                </c:pt>
                <c:pt idx="1002">
                  <c:v>37930</c:v>
                </c:pt>
                <c:pt idx="1003">
                  <c:v>37931</c:v>
                </c:pt>
                <c:pt idx="1004">
                  <c:v>37932</c:v>
                </c:pt>
                <c:pt idx="1005">
                  <c:v>37935</c:v>
                </c:pt>
                <c:pt idx="1006">
                  <c:v>37936</c:v>
                </c:pt>
                <c:pt idx="1007">
                  <c:v>37937</c:v>
                </c:pt>
                <c:pt idx="1008">
                  <c:v>37938</c:v>
                </c:pt>
                <c:pt idx="1009">
                  <c:v>37939</c:v>
                </c:pt>
                <c:pt idx="1010">
                  <c:v>37942</c:v>
                </c:pt>
                <c:pt idx="1011">
                  <c:v>37943</c:v>
                </c:pt>
                <c:pt idx="1012">
                  <c:v>37944</c:v>
                </c:pt>
                <c:pt idx="1013">
                  <c:v>37945</c:v>
                </c:pt>
                <c:pt idx="1014">
                  <c:v>37946</c:v>
                </c:pt>
                <c:pt idx="1015">
                  <c:v>37949</c:v>
                </c:pt>
                <c:pt idx="1016">
                  <c:v>37950</c:v>
                </c:pt>
                <c:pt idx="1017">
                  <c:v>37951</c:v>
                </c:pt>
                <c:pt idx="1018">
                  <c:v>37952</c:v>
                </c:pt>
                <c:pt idx="1019">
                  <c:v>37953</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37980</c:v>
                </c:pt>
                <c:pt idx="1039">
                  <c:v>37981</c:v>
                </c:pt>
                <c:pt idx="1040">
                  <c:v>37984</c:v>
                </c:pt>
                <c:pt idx="1041">
                  <c:v>37985</c:v>
                </c:pt>
                <c:pt idx="1042">
                  <c:v>37986</c:v>
                </c:pt>
                <c:pt idx="1043">
                  <c:v>37987</c:v>
                </c:pt>
                <c:pt idx="1044">
                  <c:v>37988</c:v>
                </c:pt>
                <c:pt idx="1045">
                  <c:v>37991</c:v>
                </c:pt>
                <c:pt idx="1046">
                  <c:v>37992</c:v>
                </c:pt>
                <c:pt idx="1047">
                  <c:v>37993</c:v>
                </c:pt>
                <c:pt idx="1048">
                  <c:v>37994</c:v>
                </c:pt>
                <c:pt idx="1049">
                  <c:v>37995</c:v>
                </c:pt>
                <c:pt idx="1050">
                  <c:v>37998</c:v>
                </c:pt>
                <c:pt idx="1051">
                  <c:v>37999</c:v>
                </c:pt>
                <c:pt idx="1052">
                  <c:v>38000</c:v>
                </c:pt>
                <c:pt idx="1053">
                  <c:v>38001</c:v>
                </c:pt>
                <c:pt idx="1054">
                  <c:v>38002</c:v>
                </c:pt>
                <c:pt idx="1055">
                  <c:v>38005</c:v>
                </c:pt>
                <c:pt idx="1056">
                  <c:v>38006</c:v>
                </c:pt>
                <c:pt idx="1057">
                  <c:v>38007</c:v>
                </c:pt>
                <c:pt idx="1058">
                  <c:v>38008</c:v>
                </c:pt>
                <c:pt idx="1059">
                  <c:v>38009</c:v>
                </c:pt>
                <c:pt idx="1060">
                  <c:v>38012</c:v>
                </c:pt>
                <c:pt idx="1061">
                  <c:v>38013</c:v>
                </c:pt>
                <c:pt idx="1062">
                  <c:v>38014</c:v>
                </c:pt>
                <c:pt idx="1063">
                  <c:v>38015</c:v>
                </c:pt>
                <c:pt idx="1064">
                  <c:v>38016</c:v>
                </c:pt>
                <c:pt idx="1065">
                  <c:v>38019</c:v>
                </c:pt>
                <c:pt idx="1066">
                  <c:v>38020</c:v>
                </c:pt>
                <c:pt idx="1067">
                  <c:v>38021</c:v>
                </c:pt>
                <c:pt idx="1068">
                  <c:v>38022</c:v>
                </c:pt>
                <c:pt idx="1069">
                  <c:v>38023</c:v>
                </c:pt>
                <c:pt idx="1070">
                  <c:v>38026</c:v>
                </c:pt>
                <c:pt idx="1071">
                  <c:v>38027</c:v>
                </c:pt>
                <c:pt idx="1072">
                  <c:v>38028</c:v>
                </c:pt>
                <c:pt idx="1073">
                  <c:v>38029</c:v>
                </c:pt>
                <c:pt idx="1074">
                  <c:v>38030</c:v>
                </c:pt>
                <c:pt idx="1075">
                  <c:v>38033</c:v>
                </c:pt>
                <c:pt idx="1076">
                  <c:v>38034</c:v>
                </c:pt>
                <c:pt idx="1077">
                  <c:v>38035</c:v>
                </c:pt>
                <c:pt idx="1078">
                  <c:v>38036</c:v>
                </c:pt>
                <c:pt idx="1079">
                  <c:v>38037</c:v>
                </c:pt>
                <c:pt idx="1080">
                  <c:v>38040</c:v>
                </c:pt>
                <c:pt idx="1081">
                  <c:v>38041</c:v>
                </c:pt>
                <c:pt idx="1082">
                  <c:v>38042</c:v>
                </c:pt>
                <c:pt idx="1083">
                  <c:v>38043</c:v>
                </c:pt>
                <c:pt idx="1084">
                  <c:v>38044</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38086</c:v>
                </c:pt>
                <c:pt idx="1115">
                  <c:v>38089</c:v>
                </c:pt>
                <c:pt idx="1116">
                  <c:v>38090</c:v>
                </c:pt>
                <c:pt idx="1117">
                  <c:v>38091</c:v>
                </c:pt>
                <c:pt idx="1118">
                  <c:v>38092</c:v>
                </c:pt>
                <c:pt idx="1119">
                  <c:v>38093</c:v>
                </c:pt>
                <c:pt idx="1120">
                  <c:v>38096</c:v>
                </c:pt>
                <c:pt idx="1121">
                  <c:v>38097</c:v>
                </c:pt>
                <c:pt idx="1122">
                  <c:v>38098</c:v>
                </c:pt>
                <c:pt idx="1123">
                  <c:v>38099</c:v>
                </c:pt>
                <c:pt idx="1124">
                  <c:v>38100</c:v>
                </c:pt>
                <c:pt idx="1125">
                  <c:v>38103</c:v>
                </c:pt>
                <c:pt idx="1126">
                  <c:v>38104</c:v>
                </c:pt>
                <c:pt idx="1127">
                  <c:v>38105</c:v>
                </c:pt>
                <c:pt idx="1128">
                  <c:v>38106</c:v>
                </c:pt>
                <c:pt idx="1129">
                  <c:v>38107</c:v>
                </c:pt>
                <c:pt idx="1130">
                  <c:v>38110</c:v>
                </c:pt>
                <c:pt idx="1131">
                  <c:v>38111</c:v>
                </c:pt>
                <c:pt idx="1132">
                  <c:v>38112</c:v>
                </c:pt>
                <c:pt idx="1133">
                  <c:v>38113</c:v>
                </c:pt>
                <c:pt idx="1134">
                  <c:v>38114</c:v>
                </c:pt>
                <c:pt idx="1135">
                  <c:v>38117</c:v>
                </c:pt>
                <c:pt idx="1136">
                  <c:v>38118</c:v>
                </c:pt>
                <c:pt idx="1137">
                  <c:v>38119</c:v>
                </c:pt>
                <c:pt idx="1138">
                  <c:v>38120</c:v>
                </c:pt>
                <c:pt idx="1139">
                  <c:v>38121</c:v>
                </c:pt>
                <c:pt idx="1140">
                  <c:v>38124</c:v>
                </c:pt>
                <c:pt idx="1141">
                  <c:v>38125</c:v>
                </c:pt>
                <c:pt idx="1142">
                  <c:v>38126</c:v>
                </c:pt>
                <c:pt idx="1143">
                  <c:v>38127</c:v>
                </c:pt>
                <c:pt idx="1144">
                  <c:v>38128</c:v>
                </c:pt>
                <c:pt idx="1145">
                  <c:v>38131</c:v>
                </c:pt>
                <c:pt idx="1146">
                  <c:v>38132</c:v>
                </c:pt>
                <c:pt idx="1147">
                  <c:v>38133</c:v>
                </c:pt>
                <c:pt idx="1148">
                  <c:v>38134</c:v>
                </c:pt>
                <c:pt idx="1149">
                  <c:v>38135</c:v>
                </c:pt>
                <c:pt idx="1150">
                  <c:v>38138</c:v>
                </c:pt>
                <c:pt idx="1151">
                  <c:v>38139</c:v>
                </c:pt>
                <c:pt idx="1152">
                  <c:v>38140</c:v>
                </c:pt>
                <c:pt idx="1153">
                  <c:v>38141</c:v>
                </c:pt>
                <c:pt idx="1154">
                  <c:v>38142</c:v>
                </c:pt>
                <c:pt idx="1155">
                  <c:v>38145</c:v>
                </c:pt>
                <c:pt idx="1156">
                  <c:v>38146</c:v>
                </c:pt>
                <c:pt idx="1157">
                  <c:v>38147</c:v>
                </c:pt>
                <c:pt idx="1158">
                  <c:v>38148</c:v>
                </c:pt>
                <c:pt idx="1159">
                  <c:v>38149</c:v>
                </c:pt>
                <c:pt idx="1160">
                  <c:v>38152</c:v>
                </c:pt>
                <c:pt idx="1161">
                  <c:v>38153</c:v>
                </c:pt>
                <c:pt idx="1162">
                  <c:v>38154</c:v>
                </c:pt>
                <c:pt idx="1163">
                  <c:v>38155</c:v>
                </c:pt>
                <c:pt idx="1164">
                  <c:v>38156</c:v>
                </c:pt>
                <c:pt idx="1165">
                  <c:v>38159</c:v>
                </c:pt>
                <c:pt idx="1166">
                  <c:v>38160</c:v>
                </c:pt>
                <c:pt idx="1167">
                  <c:v>38161</c:v>
                </c:pt>
                <c:pt idx="1168">
                  <c:v>38162</c:v>
                </c:pt>
                <c:pt idx="1169">
                  <c:v>38163</c:v>
                </c:pt>
                <c:pt idx="1170">
                  <c:v>38166</c:v>
                </c:pt>
                <c:pt idx="1171">
                  <c:v>38167</c:v>
                </c:pt>
                <c:pt idx="1172">
                  <c:v>38168</c:v>
                </c:pt>
                <c:pt idx="1173">
                  <c:v>38169</c:v>
                </c:pt>
                <c:pt idx="1174">
                  <c:v>38170</c:v>
                </c:pt>
                <c:pt idx="1175">
                  <c:v>38173</c:v>
                </c:pt>
                <c:pt idx="1176">
                  <c:v>38174</c:v>
                </c:pt>
                <c:pt idx="1177">
                  <c:v>38175</c:v>
                </c:pt>
                <c:pt idx="1178">
                  <c:v>38176</c:v>
                </c:pt>
                <c:pt idx="1179">
                  <c:v>38177</c:v>
                </c:pt>
                <c:pt idx="1180">
                  <c:v>38180</c:v>
                </c:pt>
                <c:pt idx="1181">
                  <c:v>38181</c:v>
                </c:pt>
                <c:pt idx="1182">
                  <c:v>38182</c:v>
                </c:pt>
                <c:pt idx="1183">
                  <c:v>38183</c:v>
                </c:pt>
                <c:pt idx="1184">
                  <c:v>38184</c:v>
                </c:pt>
                <c:pt idx="1185">
                  <c:v>38187</c:v>
                </c:pt>
                <c:pt idx="1186">
                  <c:v>38188</c:v>
                </c:pt>
                <c:pt idx="1187">
                  <c:v>38189</c:v>
                </c:pt>
                <c:pt idx="1188">
                  <c:v>38190</c:v>
                </c:pt>
                <c:pt idx="1189">
                  <c:v>38191</c:v>
                </c:pt>
                <c:pt idx="1190">
                  <c:v>38194</c:v>
                </c:pt>
                <c:pt idx="1191">
                  <c:v>38195</c:v>
                </c:pt>
                <c:pt idx="1192">
                  <c:v>38196</c:v>
                </c:pt>
                <c:pt idx="1193">
                  <c:v>38197</c:v>
                </c:pt>
                <c:pt idx="1194">
                  <c:v>38198</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38292</c:v>
                </c:pt>
                <c:pt idx="1261">
                  <c:v>38293</c:v>
                </c:pt>
                <c:pt idx="1262">
                  <c:v>38294</c:v>
                </c:pt>
                <c:pt idx="1263">
                  <c:v>38295</c:v>
                </c:pt>
                <c:pt idx="1264">
                  <c:v>38296</c:v>
                </c:pt>
                <c:pt idx="1265">
                  <c:v>38299</c:v>
                </c:pt>
                <c:pt idx="1266">
                  <c:v>38300</c:v>
                </c:pt>
                <c:pt idx="1267">
                  <c:v>38301</c:v>
                </c:pt>
                <c:pt idx="1268">
                  <c:v>38302</c:v>
                </c:pt>
                <c:pt idx="1269">
                  <c:v>38303</c:v>
                </c:pt>
                <c:pt idx="1270">
                  <c:v>38306</c:v>
                </c:pt>
                <c:pt idx="1271">
                  <c:v>38307</c:v>
                </c:pt>
                <c:pt idx="1272">
                  <c:v>38308</c:v>
                </c:pt>
                <c:pt idx="1273">
                  <c:v>38309</c:v>
                </c:pt>
                <c:pt idx="1274">
                  <c:v>38310</c:v>
                </c:pt>
                <c:pt idx="1275">
                  <c:v>38313</c:v>
                </c:pt>
                <c:pt idx="1276">
                  <c:v>38314</c:v>
                </c:pt>
                <c:pt idx="1277">
                  <c:v>38315</c:v>
                </c:pt>
                <c:pt idx="1278">
                  <c:v>38316</c:v>
                </c:pt>
                <c:pt idx="1279">
                  <c:v>38317</c:v>
                </c:pt>
                <c:pt idx="1280">
                  <c:v>38320</c:v>
                </c:pt>
                <c:pt idx="1281">
                  <c:v>38321</c:v>
                </c:pt>
                <c:pt idx="1282">
                  <c:v>38322</c:v>
                </c:pt>
                <c:pt idx="1283">
                  <c:v>38323</c:v>
                </c:pt>
                <c:pt idx="1284">
                  <c:v>38324</c:v>
                </c:pt>
                <c:pt idx="1285">
                  <c:v>38327</c:v>
                </c:pt>
                <c:pt idx="1286">
                  <c:v>38328</c:v>
                </c:pt>
                <c:pt idx="1287">
                  <c:v>38329</c:v>
                </c:pt>
                <c:pt idx="1288">
                  <c:v>38330</c:v>
                </c:pt>
                <c:pt idx="1289">
                  <c:v>38331</c:v>
                </c:pt>
                <c:pt idx="1290">
                  <c:v>38334</c:v>
                </c:pt>
                <c:pt idx="1291">
                  <c:v>38335</c:v>
                </c:pt>
                <c:pt idx="1292">
                  <c:v>38336</c:v>
                </c:pt>
                <c:pt idx="1293">
                  <c:v>38337</c:v>
                </c:pt>
                <c:pt idx="1294">
                  <c:v>38338</c:v>
                </c:pt>
                <c:pt idx="1295">
                  <c:v>38341</c:v>
                </c:pt>
                <c:pt idx="1296">
                  <c:v>38342</c:v>
                </c:pt>
                <c:pt idx="1297">
                  <c:v>38343</c:v>
                </c:pt>
                <c:pt idx="1298">
                  <c:v>38344</c:v>
                </c:pt>
                <c:pt idx="1299">
                  <c:v>38345</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38436</c:v>
                </c:pt>
                <c:pt idx="1365">
                  <c:v>38439</c:v>
                </c:pt>
                <c:pt idx="1366">
                  <c:v>38440</c:v>
                </c:pt>
                <c:pt idx="1367">
                  <c:v>38441</c:v>
                </c:pt>
                <c:pt idx="1368">
                  <c:v>38442</c:v>
                </c:pt>
                <c:pt idx="1369">
                  <c:v>38443</c:v>
                </c:pt>
                <c:pt idx="1370">
                  <c:v>38446</c:v>
                </c:pt>
                <c:pt idx="1371">
                  <c:v>38447</c:v>
                </c:pt>
                <c:pt idx="1372">
                  <c:v>38448</c:v>
                </c:pt>
                <c:pt idx="1373">
                  <c:v>38449</c:v>
                </c:pt>
                <c:pt idx="1374">
                  <c:v>38450</c:v>
                </c:pt>
                <c:pt idx="1375">
                  <c:v>38453</c:v>
                </c:pt>
                <c:pt idx="1376">
                  <c:v>38454</c:v>
                </c:pt>
                <c:pt idx="1377">
                  <c:v>38455</c:v>
                </c:pt>
                <c:pt idx="1378">
                  <c:v>38456</c:v>
                </c:pt>
                <c:pt idx="1379">
                  <c:v>38457</c:v>
                </c:pt>
                <c:pt idx="1380">
                  <c:v>38460</c:v>
                </c:pt>
                <c:pt idx="1381">
                  <c:v>38461</c:v>
                </c:pt>
                <c:pt idx="1382">
                  <c:v>38462</c:v>
                </c:pt>
                <c:pt idx="1383">
                  <c:v>38463</c:v>
                </c:pt>
                <c:pt idx="1384">
                  <c:v>38464</c:v>
                </c:pt>
                <c:pt idx="1385">
                  <c:v>38467</c:v>
                </c:pt>
                <c:pt idx="1386">
                  <c:v>38468</c:v>
                </c:pt>
                <c:pt idx="1387">
                  <c:v>38469</c:v>
                </c:pt>
                <c:pt idx="1388">
                  <c:v>38470</c:v>
                </c:pt>
                <c:pt idx="1389">
                  <c:v>38471</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38565</c:v>
                </c:pt>
                <c:pt idx="1456">
                  <c:v>38566</c:v>
                </c:pt>
                <c:pt idx="1457">
                  <c:v>38567</c:v>
                </c:pt>
                <c:pt idx="1458">
                  <c:v>38568</c:v>
                </c:pt>
                <c:pt idx="1459">
                  <c:v>38569</c:v>
                </c:pt>
                <c:pt idx="1460">
                  <c:v>38572</c:v>
                </c:pt>
                <c:pt idx="1461">
                  <c:v>38573</c:v>
                </c:pt>
                <c:pt idx="1462">
                  <c:v>38574</c:v>
                </c:pt>
                <c:pt idx="1463">
                  <c:v>38575</c:v>
                </c:pt>
                <c:pt idx="1464">
                  <c:v>38576</c:v>
                </c:pt>
                <c:pt idx="1465">
                  <c:v>38579</c:v>
                </c:pt>
                <c:pt idx="1466">
                  <c:v>38580</c:v>
                </c:pt>
                <c:pt idx="1467">
                  <c:v>38581</c:v>
                </c:pt>
                <c:pt idx="1468">
                  <c:v>38582</c:v>
                </c:pt>
                <c:pt idx="1469">
                  <c:v>38583</c:v>
                </c:pt>
                <c:pt idx="1470">
                  <c:v>38586</c:v>
                </c:pt>
                <c:pt idx="1471">
                  <c:v>38587</c:v>
                </c:pt>
                <c:pt idx="1472">
                  <c:v>38588</c:v>
                </c:pt>
                <c:pt idx="1473">
                  <c:v>38589</c:v>
                </c:pt>
                <c:pt idx="1474">
                  <c:v>38590</c:v>
                </c:pt>
                <c:pt idx="1475">
                  <c:v>38593</c:v>
                </c:pt>
                <c:pt idx="1476">
                  <c:v>38594</c:v>
                </c:pt>
                <c:pt idx="1477">
                  <c:v>38595</c:v>
                </c:pt>
                <c:pt idx="1478">
                  <c:v>38596</c:v>
                </c:pt>
                <c:pt idx="1479">
                  <c:v>38597</c:v>
                </c:pt>
                <c:pt idx="1480">
                  <c:v>38600</c:v>
                </c:pt>
                <c:pt idx="1481">
                  <c:v>38601</c:v>
                </c:pt>
                <c:pt idx="1482">
                  <c:v>38602</c:v>
                </c:pt>
                <c:pt idx="1483">
                  <c:v>38603</c:v>
                </c:pt>
                <c:pt idx="1484">
                  <c:v>38604</c:v>
                </c:pt>
                <c:pt idx="1485">
                  <c:v>38607</c:v>
                </c:pt>
                <c:pt idx="1486">
                  <c:v>38608</c:v>
                </c:pt>
                <c:pt idx="1487">
                  <c:v>38609</c:v>
                </c:pt>
                <c:pt idx="1488">
                  <c:v>38610</c:v>
                </c:pt>
                <c:pt idx="1489">
                  <c:v>38611</c:v>
                </c:pt>
                <c:pt idx="1490">
                  <c:v>38614</c:v>
                </c:pt>
                <c:pt idx="1491">
                  <c:v>38615</c:v>
                </c:pt>
                <c:pt idx="1492">
                  <c:v>38616</c:v>
                </c:pt>
                <c:pt idx="1493">
                  <c:v>38617</c:v>
                </c:pt>
                <c:pt idx="1494">
                  <c:v>38618</c:v>
                </c:pt>
                <c:pt idx="1495">
                  <c:v>38621</c:v>
                </c:pt>
                <c:pt idx="1496">
                  <c:v>38622</c:v>
                </c:pt>
                <c:pt idx="1497">
                  <c:v>38623</c:v>
                </c:pt>
                <c:pt idx="1498">
                  <c:v>38624</c:v>
                </c:pt>
                <c:pt idx="1499">
                  <c:v>38625</c:v>
                </c:pt>
                <c:pt idx="1500">
                  <c:v>38628</c:v>
                </c:pt>
                <c:pt idx="1501">
                  <c:v>38629</c:v>
                </c:pt>
                <c:pt idx="1502">
                  <c:v>38630</c:v>
                </c:pt>
                <c:pt idx="1503">
                  <c:v>38631</c:v>
                </c:pt>
                <c:pt idx="1504">
                  <c:v>38632</c:v>
                </c:pt>
                <c:pt idx="1505">
                  <c:v>38635</c:v>
                </c:pt>
                <c:pt idx="1506">
                  <c:v>38636</c:v>
                </c:pt>
                <c:pt idx="1507">
                  <c:v>38637</c:v>
                </c:pt>
                <c:pt idx="1508">
                  <c:v>38638</c:v>
                </c:pt>
                <c:pt idx="1509">
                  <c:v>38639</c:v>
                </c:pt>
                <c:pt idx="1510">
                  <c:v>38642</c:v>
                </c:pt>
                <c:pt idx="1511">
                  <c:v>38643</c:v>
                </c:pt>
                <c:pt idx="1512">
                  <c:v>38644</c:v>
                </c:pt>
                <c:pt idx="1513">
                  <c:v>38645</c:v>
                </c:pt>
                <c:pt idx="1514">
                  <c:v>38646</c:v>
                </c:pt>
                <c:pt idx="1515">
                  <c:v>38649</c:v>
                </c:pt>
                <c:pt idx="1516">
                  <c:v>38650</c:v>
                </c:pt>
                <c:pt idx="1517">
                  <c:v>38651</c:v>
                </c:pt>
                <c:pt idx="1518">
                  <c:v>38652</c:v>
                </c:pt>
                <c:pt idx="1519">
                  <c:v>38653</c:v>
                </c:pt>
                <c:pt idx="1520">
                  <c:v>38656</c:v>
                </c:pt>
                <c:pt idx="1521">
                  <c:v>38657</c:v>
                </c:pt>
                <c:pt idx="1522">
                  <c:v>38658</c:v>
                </c:pt>
                <c:pt idx="1523">
                  <c:v>38659</c:v>
                </c:pt>
                <c:pt idx="1524">
                  <c:v>38660</c:v>
                </c:pt>
                <c:pt idx="1525">
                  <c:v>38663</c:v>
                </c:pt>
                <c:pt idx="1526">
                  <c:v>38664</c:v>
                </c:pt>
                <c:pt idx="1527">
                  <c:v>38665</c:v>
                </c:pt>
                <c:pt idx="1528">
                  <c:v>38666</c:v>
                </c:pt>
                <c:pt idx="1529">
                  <c:v>38667</c:v>
                </c:pt>
                <c:pt idx="1530">
                  <c:v>38670</c:v>
                </c:pt>
                <c:pt idx="1531">
                  <c:v>38671</c:v>
                </c:pt>
                <c:pt idx="1532">
                  <c:v>38672</c:v>
                </c:pt>
                <c:pt idx="1533">
                  <c:v>38673</c:v>
                </c:pt>
                <c:pt idx="1534">
                  <c:v>38674</c:v>
                </c:pt>
                <c:pt idx="1535">
                  <c:v>38677</c:v>
                </c:pt>
                <c:pt idx="1536">
                  <c:v>38678</c:v>
                </c:pt>
                <c:pt idx="1537">
                  <c:v>38679</c:v>
                </c:pt>
                <c:pt idx="1538">
                  <c:v>38680</c:v>
                </c:pt>
                <c:pt idx="1539">
                  <c:v>38681</c:v>
                </c:pt>
                <c:pt idx="1540">
                  <c:v>38684</c:v>
                </c:pt>
                <c:pt idx="1541">
                  <c:v>38685</c:v>
                </c:pt>
                <c:pt idx="1542">
                  <c:v>38686</c:v>
                </c:pt>
                <c:pt idx="1543">
                  <c:v>38687</c:v>
                </c:pt>
                <c:pt idx="1544">
                  <c:v>38688</c:v>
                </c:pt>
                <c:pt idx="1545">
                  <c:v>38691</c:v>
                </c:pt>
                <c:pt idx="1546">
                  <c:v>38692</c:v>
                </c:pt>
                <c:pt idx="1547">
                  <c:v>38693</c:v>
                </c:pt>
                <c:pt idx="1548">
                  <c:v>38694</c:v>
                </c:pt>
                <c:pt idx="1549">
                  <c:v>38695</c:v>
                </c:pt>
                <c:pt idx="1550">
                  <c:v>38698</c:v>
                </c:pt>
                <c:pt idx="1551">
                  <c:v>38699</c:v>
                </c:pt>
                <c:pt idx="1552">
                  <c:v>38700</c:v>
                </c:pt>
                <c:pt idx="1553">
                  <c:v>38701</c:v>
                </c:pt>
                <c:pt idx="1554">
                  <c:v>38702</c:v>
                </c:pt>
                <c:pt idx="1555">
                  <c:v>38705</c:v>
                </c:pt>
                <c:pt idx="1556">
                  <c:v>38706</c:v>
                </c:pt>
                <c:pt idx="1557">
                  <c:v>38707</c:v>
                </c:pt>
                <c:pt idx="1558">
                  <c:v>38708</c:v>
                </c:pt>
                <c:pt idx="1559">
                  <c:v>38709</c:v>
                </c:pt>
                <c:pt idx="1560">
                  <c:v>38712</c:v>
                </c:pt>
                <c:pt idx="1561">
                  <c:v>38713</c:v>
                </c:pt>
                <c:pt idx="1562">
                  <c:v>38714</c:v>
                </c:pt>
                <c:pt idx="1563">
                  <c:v>38715</c:v>
                </c:pt>
                <c:pt idx="1564">
                  <c:v>38716</c:v>
                </c:pt>
                <c:pt idx="1565">
                  <c:v>38719</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38821</c:v>
                </c:pt>
                <c:pt idx="1640">
                  <c:v>38824</c:v>
                </c:pt>
                <c:pt idx="1641">
                  <c:v>38825</c:v>
                </c:pt>
                <c:pt idx="1642">
                  <c:v>38826</c:v>
                </c:pt>
                <c:pt idx="1643">
                  <c:v>38827</c:v>
                </c:pt>
                <c:pt idx="1644">
                  <c:v>38828</c:v>
                </c:pt>
                <c:pt idx="1645">
                  <c:v>38831</c:v>
                </c:pt>
                <c:pt idx="1646">
                  <c:v>38832</c:v>
                </c:pt>
                <c:pt idx="1647">
                  <c:v>38833</c:v>
                </c:pt>
                <c:pt idx="1648">
                  <c:v>38834</c:v>
                </c:pt>
                <c:pt idx="1649">
                  <c:v>38835</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38992</c:v>
                </c:pt>
                <c:pt idx="1761">
                  <c:v>38993</c:v>
                </c:pt>
                <c:pt idx="1762">
                  <c:v>38994</c:v>
                </c:pt>
                <c:pt idx="1763">
                  <c:v>38995</c:v>
                </c:pt>
                <c:pt idx="1764">
                  <c:v>38996</c:v>
                </c:pt>
                <c:pt idx="1765">
                  <c:v>38999</c:v>
                </c:pt>
                <c:pt idx="1766">
                  <c:v>39000</c:v>
                </c:pt>
                <c:pt idx="1767">
                  <c:v>39001</c:v>
                </c:pt>
                <c:pt idx="1768">
                  <c:v>39002</c:v>
                </c:pt>
                <c:pt idx="1769">
                  <c:v>39003</c:v>
                </c:pt>
                <c:pt idx="1770">
                  <c:v>39006</c:v>
                </c:pt>
                <c:pt idx="1771">
                  <c:v>39007</c:v>
                </c:pt>
                <c:pt idx="1772">
                  <c:v>39008</c:v>
                </c:pt>
                <c:pt idx="1773">
                  <c:v>39009</c:v>
                </c:pt>
                <c:pt idx="1774">
                  <c:v>39010</c:v>
                </c:pt>
                <c:pt idx="1775">
                  <c:v>39013</c:v>
                </c:pt>
                <c:pt idx="1776">
                  <c:v>39014</c:v>
                </c:pt>
                <c:pt idx="1777">
                  <c:v>39015</c:v>
                </c:pt>
                <c:pt idx="1778">
                  <c:v>39016</c:v>
                </c:pt>
                <c:pt idx="1779">
                  <c:v>39017</c:v>
                </c:pt>
                <c:pt idx="1780">
                  <c:v>39020</c:v>
                </c:pt>
                <c:pt idx="1781">
                  <c:v>39021</c:v>
                </c:pt>
                <c:pt idx="1782">
                  <c:v>39022</c:v>
                </c:pt>
                <c:pt idx="1783">
                  <c:v>39023</c:v>
                </c:pt>
                <c:pt idx="1784">
                  <c:v>39024</c:v>
                </c:pt>
                <c:pt idx="1785">
                  <c:v>39027</c:v>
                </c:pt>
                <c:pt idx="1786">
                  <c:v>39028</c:v>
                </c:pt>
                <c:pt idx="1787">
                  <c:v>39029</c:v>
                </c:pt>
                <c:pt idx="1788">
                  <c:v>39030</c:v>
                </c:pt>
                <c:pt idx="1789">
                  <c:v>39031</c:v>
                </c:pt>
                <c:pt idx="1790">
                  <c:v>39034</c:v>
                </c:pt>
                <c:pt idx="1791">
                  <c:v>39035</c:v>
                </c:pt>
                <c:pt idx="1792">
                  <c:v>39036</c:v>
                </c:pt>
                <c:pt idx="1793">
                  <c:v>39037</c:v>
                </c:pt>
                <c:pt idx="1794">
                  <c:v>39038</c:v>
                </c:pt>
                <c:pt idx="1795">
                  <c:v>39041</c:v>
                </c:pt>
                <c:pt idx="1796">
                  <c:v>39042</c:v>
                </c:pt>
                <c:pt idx="1797">
                  <c:v>39043</c:v>
                </c:pt>
                <c:pt idx="1798">
                  <c:v>39044</c:v>
                </c:pt>
                <c:pt idx="1799">
                  <c:v>39045</c:v>
                </c:pt>
                <c:pt idx="1800">
                  <c:v>39048</c:v>
                </c:pt>
                <c:pt idx="1801">
                  <c:v>39049</c:v>
                </c:pt>
                <c:pt idx="1802">
                  <c:v>39050</c:v>
                </c:pt>
                <c:pt idx="1803">
                  <c:v>39051</c:v>
                </c:pt>
                <c:pt idx="1804">
                  <c:v>39052</c:v>
                </c:pt>
                <c:pt idx="1805">
                  <c:v>39055</c:v>
                </c:pt>
                <c:pt idx="1806">
                  <c:v>39056</c:v>
                </c:pt>
                <c:pt idx="1807">
                  <c:v>39057</c:v>
                </c:pt>
                <c:pt idx="1808">
                  <c:v>39058</c:v>
                </c:pt>
                <c:pt idx="1809">
                  <c:v>39059</c:v>
                </c:pt>
                <c:pt idx="1810">
                  <c:v>39062</c:v>
                </c:pt>
                <c:pt idx="1811">
                  <c:v>39063</c:v>
                </c:pt>
                <c:pt idx="1812">
                  <c:v>39064</c:v>
                </c:pt>
                <c:pt idx="1813">
                  <c:v>39065</c:v>
                </c:pt>
                <c:pt idx="1814">
                  <c:v>39066</c:v>
                </c:pt>
                <c:pt idx="1815">
                  <c:v>39069</c:v>
                </c:pt>
                <c:pt idx="1816">
                  <c:v>39070</c:v>
                </c:pt>
                <c:pt idx="1817">
                  <c:v>39071</c:v>
                </c:pt>
                <c:pt idx="1818">
                  <c:v>39072</c:v>
                </c:pt>
                <c:pt idx="1819">
                  <c:v>39073</c:v>
                </c:pt>
                <c:pt idx="1820">
                  <c:v>39076</c:v>
                </c:pt>
                <c:pt idx="1821">
                  <c:v>39077</c:v>
                </c:pt>
                <c:pt idx="1822">
                  <c:v>39078</c:v>
                </c:pt>
                <c:pt idx="1823">
                  <c:v>39079</c:v>
                </c:pt>
                <c:pt idx="1824">
                  <c:v>39080</c:v>
                </c:pt>
                <c:pt idx="1825">
                  <c:v>39083</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39174</c:v>
                </c:pt>
                <c:pt idx="1891">
                  <c:v>39175</c:v>
                </c:pt>
                <c:pt idx="1892">
                  <c:v>39176</c:v>
                </c:pt>
                <c:pt idx="1893">
                  <c:v>39177</c:v>
                </c:pt>
                <c:pt idx="1894">
                  <c:v>39178</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39230</c:v>
                </c:pt>
                <c:pt idx="1931">
                  <c:v>39231</c:v>
                </c:pt>
                <c:pt idx="1932">
                  <c:v>39232</c:v>
                </c:pt>
                <c:pt idx="1933">
                  <c:v>39233</c:v>
                </c:pt>
                <c:pt idx="1934">
                  <c:v>39234</c:v>
                </c:pt>
                <c:pt idx="1935">
                  <c:v>39237</c:v>
                </c:pt>
                <c:pt idx="1936">
                  <c:v>39238</c:v>
                </c:pt>
                <c:pt idx="1937">
                  <c:v>39239</c:v>
                </c:pt>
                <c:pt idx="1938">
                  <c:v>39240</c:v>
                </c:pt>
                <c:pt idx="1939">
                  <c:v>39241</c:v>
                </c:pt>
                <c:pt idx="1940">
                  <c:v>39244</c:v>
                </c:pt>
                <c:pt idx="1941">
                  <c:v>39245</c:v>
                </c:pt>
                <c:pt idx="1942">
                  <c:v>39246</c:v>
                </c:pt>
                <c:pt idx="1943">
                  <c:v>39247</c:v>
                </c:pt>
                <c:pt idx="1944">
                  <c:v>39248</c:v>
                </c:pt>
                <c:pt idx="1945">
                  <c:v>39251</c:v>
                </c:pt>
                <c:pt idx="1946">
                  <c:v>39252</c:v>
                </c:pt>
                <c:pt idx="1947">
                  <c:v>39253</c:v>
                </c:pt>
                <c:pt idx="1948">
                  <c:v>39254</c:v>
                </c:pt>
                <c:pt idx="1949">
                  <c:v>39255</c:v>
                </c:pt>
                <c:pt idx="1950">
                  <c:v>39258</c:v>
                </c:pt>
                <c:pt idx="1951">
                  <c:v>39259</c:v>
                </c:pt>
                <c:pt idx="1952">
                  <c:v>39260</c:v>
                </c:pt>
                <c:pt idx="1953">
                  <c:v>39261</c:v>
                </c:pt>
                <c:pt idx="1954">
                  <c:v>39262</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39356</c:v>
                </c:pt>
                <c:pt idx="2021">
                  <c:v>39357</c:v>
                </c:pt>
                <c:pt idx="2022">
                  <c:v>39358</c:v>
                </c:pt>
                <c:pt idx="2023">
                  <c:v>39359</c:v>
                </c:pt>
                <c:pt idx="2024">
                  <c:v>39360</c:v>
                </c:pt>
                <c:pt idx="2025">
                  <c:v>39363</c:v>
                </c:pt>
                <c:pt idx="2026">
                  <c:v>39364</c:v>
                </c:pt>
                <c:pt idx="2027">
                  <c:v>39365</c:v>
                </c:pt>
                <c:pt idx="2028">
                  <c:v>39366</c:v>
                </c:pt>
                <c:pt idx="2029">
                  <c:v>39367</c:v>
                </c:pt>
                <c:pt idx="2030">
                  <c:v>39370</c:v>
                </c:pt>
                <c:pt idx="2031">
                  <c:v>39371</c:v>
                </c:pt>
                <c:pt idx="2032">
                  <c:v>39372</c:v>
                </c:pt>
                <c:pt idx="2033">
                  <c:v>39373</c:v>
                </c:pt>
                <c:pt idx="2034">
                  <c:v>39374</c:v>
                </c:pt>
                <c:pt idx="2035">
                  <c:v>39377</c:v>
                </c:pt>
                <c:pt idx="2036">
                  <c:v>39378</c:v>
                </c:pt>
                <c:pt idx="2037">
                  <c:v>39379</c:v>
                </c:pt>
                <c:pt idx="2038">
                  <c:v>39380</c:v>
                </c:pt>
                <c:pt idx="2039">
                  <c:v>39381</c:v>
                </c:pt>
                <c:pt idx="2040">
                  <c:v>39384</c:v>
                </c:pt>
                <c:pt idx="2041">
                  <c:v>39385</c:v>
                </c:pt>
                <c:pt idx="2042">
                  <c:v>39386</c:v>
                </c:pt>
                <c:pt idx="2043">
                  <c:v>39387</c:v>
                </c:pt>
                <c:pt idx="2044">
                  <c:v>39388</c:v>
                </c:pt>
                <c:pt idx="2045">
                  <c:v>39391</c:v>
                </c:pt>
                <c:pt idx="2046">
                  <c:v>39392</c:v>
                </c:pt>
                <c:pt idx="2047">
                  <c:v>39393</c:v>
                </c:pt>
                <c:pt idx="2048">
                  <c:v>39394</c:v>
                </c:pt>
                <c:pt idx="2049">
                  <c:v>39395</c:v>
                </c:pt>
                <c:pt idx="2050">
                  <c:v>39398</c:v>
                </c:pt>
                <c:pt idx="2051">
                  <c:v>39399</c:v>
                </c:pt>
                <c:pt idx="2052">
                  <c:v>39400</c:v>
                </c:pt>
                <c:pt idx="2053">
                  <c:v>39401</c:v>
                </c:pt>
                <c:pt idx="2054">
                  <c:v>39402</c:v>
                </c:pt>
                <c:pt idx="2055">
                  <c:v>39405</c:v>
                </c:pt>
                <c:pt idx="2056">
                  <c:v>39406</c:v>
                </c:pt>
                <c:pt idx="2057">
                  <c:v>39407</c:v>
                </c:pt>
                <c:pt idx="2058">
                  <c:v>39408</c:v>
                </c:pt>
                <c:pt idx="2059">
                  <c:v>39409</c:v>
                </c:pt>
                <c:pt idx="2060">
                  <c:v>39412</c:v>
                </c:pt>
                <c:pt idx="2061">
                  <c:v>39413</c:v>
                </c:pt>
                <c:pt idx="2062">
                  <c:v>39414</c:v>
                </c:pt>
                <c:pt idx="2063">
                  <c:v>39415</c:v>
                </c:pt>
                <c:pt idx="2064">
                  <c:v>39416</c:v>
                </c:pt>
                <c:pt idx="2065">
                  <c:v>39419</c:v>
                </c:pt>
                <c:pt idx="2066">
                  <c:v>39420</c:v>
                </c:pt>
                <c:pt idx="2067">
                  <c:v>39421</c:v>
                </c:pt>
                <c:pt idx="2068">
                  <c:v>39422</c:v>
                </c:pt>
                <c:pt idx="2069">
                  <c:v>39423</c:v>
                </c:pt>
                <c:pt idx="2070">
                  <c:v>39426</c:v>
                </c:pt>
                <c:pt idx="2071">
                  <c:v>39427</c:v>
                </c:pt>
                <c:pt idx="2072">
                  <c:v>39428</c:v>
                </c:pt>
                <c:pt idx="2073">
                  <c:v>39429</c:v>
                </c:pt>
                <c:pt idx="2074">
                  <c:v>39430</c:v>
                </c:pt>
                <c:pt idx="2075">
                  <c:v>39433</c:v>
                </c:pt>
                <c:pt idx="2076">
                  <c:v>39434</c:v>
                </c:pt>
                <c:pt idx="2077">
                  <c:v>39435</c:v>
                </c:pt>
                <c:pt idx="2078">
                  <c:v>39436</c:v>
                </c:pt>
                <c:pt idx="2079">
                  <c:v>39437</c:v>
                </c:pt>
                <c:pt idx="2080">
                  <c:v>39440</c:v>
                </c:pt>
                <c:pt idx="2081">
                  <c:v>39441</c:v>
                </c:pt>
                <c:pt idx="2082">
                  <c:v>39442</c:v>
                </c:pt>
                <c:pt idx="2083">
                  <c:v>39443</c:v>
                </c:pt>
                <c:pt idx="2084">
                  <c:v>39444</c:v>
                </c:pt>
                <c:pt idx="2085">
                  <c:v>39447</c:v>
                </c:pt>
                <c:pt idx="2086">
                  <c:v>39448</c:v>
                </c:pt>
                <c:pt idx="2087">
                  <c:v>39449</c:v>
                </c:pt>
                <c:pt idx="2088">
                  <c:v>39450</c:v>
                </c:pt>
                <c:pt idx="2089">
                  <c:v>39451</c:v>
                </c:pt>
                <c:pt idx="2090">
                  <c:v>39454</c:v>
                </c:pt>
                <c:pt idx="2091">
                  <c:v>39455</c:v>
                </c:pt>
                <c:pt idx="2092">
                  <c:v>39456</c:v>
                </c:pt>
                <c:pt idx="2093">
                  <c:v>39457</c:v>
                </c:pt>
                <c:pt idx="2094">
                  <c:v>39458</c:v>
                </c:pt>
                <c:pt idx="2095">
                  <c:v>39461</c:v>
                </c:pt>
                <c:pt idx="2096">
                  <c:v>39462</c:v>
                </c:pt>
                <c:pt idx="2097">
                  <c:v>39463</c:v>
                </c:pt>
                <c:pt idx="2098">
                  <c:v>39464</c:v>
                </c:pt>
                <c:pt idx="2099">
                  <c:v>39465</c:v>
                </c:pt>
                <c:pt idx="2100">
                  <c:v>39468</c:v>
                </c:pt>
                <c:pt idx="2101">
                  <c:v>39469</c:v>
                </c:pt>
                <c:pt idx="2102">
                  <c:v>39470</c:v>
                </c:pt>
                <c:pt idx="2103">
                  <c:v>39471</c:v>
                </c:pt>
                <c:pt idx="2104">
                  <c:v>39472</c:v>
                </c:pt>
                <c:pt idx="2105">
                  <c:v>39475</c:v>
                </c:pt>
                <c:pt idx="2106">
                  <c:v>39476</c:v>
                </c:pt>
                <c:pt idx="2107">
                  <c:v>39477</c:v>
                </c:pt>
                <c:pt idx="2108">
                  <c:v>39478</c:v>
                </c:pt>
                <c:pt idx="2109">
                  <c:v>39479</c:v>
                </c:pt>
                <c:pt idx="2110">
                  <c:v>39482</c:v>
                </c:pt>
                <c:pt idx="2111">
                  <c:v>39483</c:v>
                </c:pt>
                <c:pt idx="2112">
                  <c:v>39484</c:v>
                </c:pt>
                <c:pt idx="2113">
                  <c:v>39485</c:v>
                </c:pt>
                <c:pt idx="2114">
                  <c:v>39486</c:v>
                </c:pt>
                <c:pt idx="2115">
                  <c:v>39489</c:v>
                </c:pt>
                <c:pt idx="2116">
                  <c:v>39490</c:v>
                </c:pt>
                <c:pt idx="2117">
                  <c:v>39491</c:v>
                </c:pt>
                <c:pt idx="2118">
                  <c:v>39492</c:v>
                </c:pt>
                <c:pt idx="2119">
                  <c:v>39493</c:v>
                </c:pt>
                <c:pt idx="2120">
                  <c:v>39496</c:v>
                </c:pt>
                <c:pt idx="2121">
                  <c:v>39497</c:v>
                </c:pt>
                <c:pt idx="2122">
                  <c:v>39498</c:v>
                </c:pt>
                <c:pt idx="2123">
                  <c:v>39499</c:v>
                </c:pt>
                <c:pt idx="2124">
                  <c:v>39500</c:v>
                </c:pt>
                <c:pt idx="2125">
                  <c:v>39503</c:v>
                </c:pt>
                <c:pt idx="2126">
                  <c:v>39504</c:v>
                </c:pt>
                <c:pt idx="2127">
                  <c:v>39505</c:v>
                </c:pt>
                <c:pt idx="2128">
                  <c:v>39506</c:v>
                </c:pt>
                <c:pt idx="2129">
                  <c:v>39507</c:v>
                </c:pt>
                <c:pt idx="2130">
                  <c:v>39510</c:v>
                </c:pt>
                <c:pt idx="2131">
                  <c:v>39511</c:v>
                </c:pt>
                <c:pt idx="2132">
                  <c:v>39512</c:v>
                </c:pt>
                <c:pt idx="2133">
                  <c:v>39513</c:v>
                </c:pt>
                <c:pt idx="2134">
                  <c:v>39514</c:v>
                </c:pt>
                <c:pt idx="2135">
                  <c:v>39517</c:v>
                </c:pt>
                <c:pt idx="2136">
                  <c:v>39518</c:v>
                </c:pt>
                <c:pt idx="2137">
                  <c:v>39519</c:v>
                </c:pt>
                <c:pt idx="2138">
                  <c:v>39520</c:v>
                </c:pt>
                <c:pt idx="2139">
                  <c:v>39521</c:v>
                </c:pt>
                <c:pt idx="2140">
                  <c:v>39524</c:v>
                </c:pt>
                <c:pt idx="2141">
                  <c:v>39525</c:v>
                </c:pt>
                <c:pt idx="2142">
                  <c:v>39526</c:v>
                </c:pt>
                <c:pt idx="2143">
                  <c:v>39527</c:v>
                </c:pt>
                <c:pt idx="2144">
                  <c:v>39528</c:v>
                </c:pt>
                <c:pt idx="2145">
                  <c:v>39531</c:v>
                </c:pt>
                <c:pt idx="2146">
                  <c:v>39532</c:v>
                </c:pt>
                <c:pt idx="2147">
                  <c:v>39533</c:v>
                </c:pt>
                <c:pt idx="2148">
                  <c:v>39534</c:v>
                </c:pt>
                <c:pt idx="2149">
                  <c:v>39535</c:v>
                </c:pt>
                <c:pt idx="2150">
                  <c:v>39538</c:v>
                </c:pt>
                <c:pt idx="2151">
                  <c:v>39539</c:v>
                </c:pt>
                <c:pt idx="2152">
                  <c:v>39540</c:v>
                </c:pt>
                <c:pt idx="2153">
                  <c:v>39541</c:v>
                </c:pt>
                <c:pt idx="2154">
                  <c:v>39542</c:v>
                </c:pt>
                <c:pt idx="2155">
                  <c:v>39545</c:v>
                </c:pt>
                <c:pt idx="2156">
                  <c:v>39546</c:v>
                </c:pt>
                <c:pt idx="2157">
                  <c:v>39547</c:v>
                </c:pt>
                <c:pt idx="2158">
                  <c:v>39548</c:v>
                </c:pt>
                <c:pt idx="2159">
                  <c:v>39549</c:v>
                </c:pt>
                <c:pt idx="2160">
                  <c:v>39552</c:v>
                </c:pt>
                <c:pt idx="2161">
                  <c:v>39553</c:v>
                </c:pt>
                <c:pt idx="2162">
                  <c:v>39554</c:v>
                </c:pt>
                <c:pt idx="2163">
                  <c:v>39555</c:v>
                </c:pt>
                <c:pt idx="2164">
                  <c:v>39556</c:v>
                </c:pt>
                <c:pt idx="2165">
                  <c:v>39559</c:v>
                </c:pt>
                <c:pt idx="2166">
                  <c:v>39560</c:v>
                </c:pt>
                <c:pt idx="2167">
                  <c:v>39561</c:v>
                </c:pt>
                <c:pt idx="2168">
                  <c:v>39562</c:v>
                </c:pt>
                <c:pt idx="2169">
                  <c:v>39563</c:v>
                </c:pt>
                <c:pt idx="2170">
                  <c:v>39566</c:v>
                </c:pt>
                <c:pt idx="2171">
                  <c:v>39567</c:v>
                </c:pt>
                <c:pt idx="2172">
                  <c:v>39568</c:v>
                </c:pt>
                <c:pt idx="2173">
                  <c:v>39569</c:v>
                </c:pt>
                <c:pt idx="2174">
                  <c:v>39570</c:v>
                </c:pt>
                <c:pt idx="2175">
                  <c:v>39573</c:v>
                </c:pt>
                <c:pt idx="2176">
                  <c:v>39574</c:v>
                </c:pt>
                <c:pt idx="2177">
                  <c:v>39575</c:v>
                </c:pt>
                <c:pt idx="2178">
                  <c:v>39576</c:v>
                </c:pt>
                <c:pt idx="2179">
                  <c:v>39577</c:v>
                </c:pt>
                <c:pt idx="2180">
                  <c:v>39580</c:v>
                </c:pt>
                <c:pt idx="2181">
                  <c:v>39581</c:v>
                </c:pt>
                <c:pt idx="2182">
                  <c:v>39582</c:v>
                </c:pt>
                <c:pt idx="2183">
                  <c:v>39583</c:v>
                </c:pt>
                <c:pt idx="2184">
                  <c:v>39584</c:v>
                </c:pt>
                <c:pt idx="2185">
                  <c:v>39587</c:v>
                </c:pt>
                <c:pt idx="2186">
                  <c:v>39588</c:v>
                </c:pt>
                <c:pt idx="2187">
                  <c:v>39589</c:v>
                </c:pt>
                <c:pt idx="2188">
                  <c:v>39590</c:v>
                </c:pt>
                <c:pt idx="2189">
                  <c:v>39591</c:v>
                </c:pt>
                <c:pt idx="2190">
                  <c:v>39594</c:v>
                </c:pt>
                <c:pt idx="2191">
                  <c:v>39595</c:v>
                </c:pt>
                <c:pt idx="2192">
                  <c:v>39596</c:v>
                </c:pt>
                <c:pt idx="2193">
                  <c:v>39597</c:v>
                </c:pt>
                <c:pt idx="2194">
                  <c:v>39598</c:v>
                </c:pt>
                <c:pt idx="2195">
                  <c:v>39601</c:v>
                </c:pt>
                <c:pt idx="2196">
                  <c:v>39602</c:v>
                </c:pt>
                <c:pt idx="2197">
                  <c:v>39603</c:v>
                </c:pt>
                <c:pt idx="2198">
                  <c:v>39604</c:v>
                </c:pt>
                <c:pt idx="2199">
                  <c:v>39605</c:v>
                </c:pt>
                <c:pt idx="2200">
                  <c:v>39608</c:v>
                </c:pt>
                <c:pt idx="2201">
                  <c:v>39609</c:v>
                </c:pt>
                <c:pt idx="2202">
                  <c:v>39610</c:v>
                </c:pt>
                <c:pt idx="2203">
                  <c:v>39611</c:v>
                </c:pt>
                <c:pt idx="2204">
                  <c:v>39612</c:v>
                </c:pt>
                <c:pt idx="2205">
                  <c:v>39615</c:v>
                </c:pt>
                <c:pt idx="2206">
                  <c:v>39616</c:v>
                </c:pt>
                <c:pt idx="2207">
                  <c:v>39617</c:v>
                </c:pt>
                <c:pt idx="2208">
                  <c:v>39618</c:v>
                </c:pt>
                <c:pt idx="2209">
                  <c:v>39619</c:v>
                </c:pt>
                <c:pt idx="2210">
                  <c:v>39622</c:v>
                </c:pt>
                <c:pt idx="2211">
                  <c:v>39623</c:v>
                </c:pt>
                <c:pt idx="2212">
                  <c:v>39624</c:v>
                </c:pt>
                <c:pt idx="2213">
                  <c:v>39625</c:v>
                </c:pt>
                <c:pt idx="2214">
                  <c:v>39626</c:v>
                </c:pt>
                <c:pt idx="2215">
                  <c:v>39629</c:v>
                </c:pt>
                <c:pt idx="2216">
                  <c:v>39630</c:v>
                </c:pt>
                <c:pt idx="2217">
                  <c:v>39631</c:v>
                </c:pt>
                <c:pt idx="2218">
                  <c:v>39632</c:v>
                </c:pt>
                <c:pt idx="2219">
                  <c:v>39633</c:v>
                </c:pt>
                <c:pt idx="2220">
                  <c:v>39636</c:v>
                </c:pt>
                <c:pt idx="2221">
                  <c:v>39637</c:v>
                </c:pt>
                <c:pt idx="2222">
                  <c:v>39638</c:v>
                </c:pt>
                <c:pt idx="2223">
                  <c:v>39639</c:v>
                </c:pt>
                <c:pt idx="2224">
                  <c:v>39640</c:v>
                </c:pt>
                <c:pt idx="2225">
                  <c:v>39643</c:v>
                </c:pt>
                <c:pt idx="2226">
                  <c:v>39644</c:v>
                </c:pt>
                <c:pt idx="2227">
                  <c:v>39645</c:v>
                </c:pt>
                <c:pt idx="2228">
                  <c:v>39646</c:v>
                </c:pt>
                <c:pt idx="2229">
                  <c:v>39647</c:v>
                </c:pt>
                <c:pt idx="2230">
                  <c:v>39650</c:v>
                </c:pt>
                <c:pt idx="2231">
                  <c:v>39651</c:v>
                </c:pt>
                <c:pt idx="2232">
                  <c:v>39652</c:v>
                </c:pt>
                <c:pt idx="2233">
                  <c:v>39653</c:v>
                </c:pt>
                <c:pt idx="2234">
                  <c:v>39654</c:v>
                </c:pt>
                <c:pt idx="2235">
                  <c:v>39657</c:v>
                </c:pt>
                <c:pt idx="2236">
                  <c:v>39658</c:v>
                </c:pt>
                <c:pt idx="2237">
                  <c:v>39659</c:v>
                </c:pt>
                <c:pt idx="2238">
                  <c:v>39660</c:v>
                </c:pt>
                <c:pt idx="2239">
                  <c:v>39661</c:v>
                </c:pt>
                <c:pt idx="2240">
                  <c:v>39664</c:v>
                </c:pt>
                <c:pt idx="2241">
                  <c:v>39665</c:v>
                </c:pt>
                <c:pt idx="2242">
                  <c:v>39666</c:v>
                </c:pt>
                <c:pt idx="2243">
                  <c:v>39667</c:v>
                </c:pt>
                <c:pt idx="2244">
                  <c:v>39668</c:v>
                </c:pt>
                <c:pt idx="2245">
                  <c:v>39671</c:v>
                </c:pt>
                <c:pt idx="2246">
                  <c:v>39672</c:v>
                </c:pt>
                <c:pt idx="2247">
                  <c:v>39673</c:v>
                </c:pt>
                <c:pt idx="2248">
                  <c:v>39674</c:v>
                </c:pt>
                <c:pt idx="2249">
                  <c:v>39675</c:v>
                </c:pt>
                <c:pt idx="2250">
                  <c:v>39678</c:v>
                </c:pt>
                <c:pt idx="2251">
                  <c:v>39679</c:v>
                </c:pt>
                <c:pt idx="2252">
                  <c:v>39680</c:v>
                </c:pt>
                <c:pt idx="2253">
                  <c:v>39681</c:v>
                </c:pt>
                <c:pt idx="2254">
                  <c:v>39682</c:v>
                </c:pt>
                <c:pt idx="2255">
                  <c:v>39685</c:v>
                </c:pt>
                <c:pt idx="2256">
                  <c:v>39686</c:v>
                </c:pt>
                <c:pt idx="2257">
                  <c:v>39687</c:v>
                </c:pt>
                <c:pt idx="2258">
                  <c:v>39688</c:v>
                </c:pt>
                <c:pt idx="2259">
                  <c:v>39689</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39783</c:v>
                </c:pt>
                <c:pt idx="2326">
                  <c:v>39784</c:v>
                </c:pt>
                <c:pt idx="2327">
                  <c:v>39785</c:v>
                </c:pt>
                <c:pt idx="2328">
                  <c:v>39786</c:v>
                </c:pt>
                <c:pt idx="2329">
                  <c:v>39787</c:v>
                </c:pt>
                <c:pt idx="2330">
                  <c:v>39790</c:v>
                </c:pt>
                <c:pt idx="2331">
                  <c:v>39791</c:v>
                </c:pt>
                <c:pt idx="2332">
                  <c:v>39792</c:v>
                </c:pt>
                <c:pt idx="2333">
                  <c:v>39793</c:v>
                </c:pt>
                <c:pt idx="2334">
                  <c:v>39794</c:v>
                </c:pt>
                <c:pt idx="2335">
                  <c:v>39797</c:v>
                </c:pt>
                <c:pt idx="2336">
                  <c:v>39798</c:v>
                </c:pt>
                <c:pt idx="2337">
                  <c:v>39799</c:v>
                </c:pt>
                <c:pt idx="2338">
                  <c:v>39800</c:v>
                </c:pt>
                <c:pt idx="2339">
                  <c:v>39801</c:v>
                </c:pt>
                <c:pt idx="2340">
                  <c:v>39804</c:v>
                </c:pt>
                <c:pt idx="2341">
                  <c:v>39805</c:v>
                </c:pt>
                <c:pt idx="2342">
                  <c:v>39806</c:v>
                </c:pt>
                <c:pt idx="2343">
                  <c:v>39807</c:v>
                </c:pt>
                <c:pt idx="2344">
                  <c:v>39808</c:v>
                </c:pt>
                <c:pt idx="2345">
                  <c:v>39811</c:v>
                </c:pt>
                <c:pt idx="2346">
                  <c:v>39812</c:v>
                </c:pt>
                <c:pt idx="2347">
                  <c:v>39813</c:v>
                </c:pt>
                <c:pt idx="2348">
                  <c:v>39814</c:v>
                </c:pt>
                <c:pt idx="2349">
                  <c:v>39815</c:v>
                </c:pt>
                <c:pt idx="2350">
                  <c:v>39818</c:v>
                </c:pt>
                <c:pt idx="2351">
                  <c:v>39819</c:v>
                </c:pt>
                <c:pt idx="2352">
                  <c:v>39820</c:v>
                </c:pt>
                <c:pt idx="2353">
                  <c:v>39821</c:v>
                </c:pt>
                <c:pt idx="2354">
                  <c:v>39822</c:v>
                </c:pt>
                <c:pt idx="2355">
                  <c:v>39825</c:v>
                </c:pt>
                <c:pt idx="2356">
                  <c:v>39826</c:v>
                </c:pt>
                <c:pt idx="2357">
                  <c:v>39827</c:v>
                </c:pt>
                <c:pt idx="2358">
                  <c:v>39828</c:v>
                </c:pt>
                <c:pt idx="2359">
                  <c:v>39829</c:v>
                </c:pt>
                <c:pt idx="2360">
                  <c:v>39832</c:v>
                </c:pt>
                <c:pt idx="2361">
                  <c:v>39833</c:v>
                </c:pt>
                <c:pt idx="2362">
                  <c:v>39834</c:v>
                </c:pt>
                <c:pt idx="2363">
                  <c:v>39835</c:v>
                </c:pt>
                <c:pt idx="2364">
                  <c:v>39836</c:v>
                </c:pt>
                <c:pt idx="2365">
                  <c:v>39839</c:v>
                </c:pt>
                <c:pt idx="2366">
                  <c:v>39840</c:v>
                </c:pt>
                <c:pt idx="2367">
                  <c:v>39841</c:v>
                </c:pt>
                <c:pt idx="2368">
                  <c:v>39842</c:v>
                </c:pt>
                <c:pt idx="2369">
                  <c:v>39843</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39874</c:v>
                </c:pt>
                <c:pt idx="2391">
                  <c:v>39875</c:v>
                </c:pt>
                <c:pt idx="2392">
                  <c:v>39876</c:v>
                </c:pt>
                <c:pt idx="2393">
                  <c:v>39877</c:v>
                </c:pt>
                <c:pt idx="2394">
                  <c:v>39878</c:v>
                </c:pt>
                <c:pt idx="2395">
                  <c:v>39881</c:v>
                </c:pt>
                <c:pt idx="2396">
                  <c:v>39882</c:v>
                </c:pt>
                <c:pt idx="2397">
                  <c:v>39883</c:v>
                </c:pt>
                <c:pt idx="2398">
                  <c:v>39884</c:v>
                </c:pt>
                <c:pt idx="2399">
                  <c:v>39885</c:v>
                </c:pt>
                <c:pt idx="2400">
                  <c:v>39888</c:v>
                </c:pt>
                <c:pt idx="2401">
                  <c:v>39889</c:v>
                </c:pt>
                <c:pt idx="2402">
                  <c:v>39890</c:v>
                </c:pt>
                <c:pt idx="2403">
                  <c:v>39891</c:v>
                </c:pt>
                <c:pt idx="2404">
                  <c:v>39892</c:v>
                </c:pt>
                <c:pt idx="2405">
                  <c:v>39895</c:v>
                </c:pt>
                <c:pt idx="2406">
                  <c:v>39896</c:v>
                </c:pt>
                <c:pt idx="2407">
                  <c:v>39897</c:v>
                </c:pt>
                <c:pt idx="2408">
                  <c:v>39898</c:v>
                </c:pt>
                <c:pt idx="2409">
                  <c:v>39899</c:v>
                </c:pt>
                <c:pt idx="2410">
                  <c:v>39902</c:v>
                </c:pt>
                <c:pt idx="2411">
                  <c:v>39903</c:v>
                </c:pt>
                <c:pt idx="2412">
                  <c:v>39904</c:v>
                </c:pt>
                <c:pt idx="2413">
                  <c:v>39905</c:v>
                </c:pt>
                <c:pt idx="2414">
                  <c:v>39906</c:v>
                </c:pt>
                <c:pt idx="2415">
                  <c:v>39909</c:v>
                </c:pt>
                <c:pt idx="2416">
                  <c:v>39910</c:v>
                </c:pt>
                <c:pt idx="2417">
                  <c:v>39911</c:v>
                </c:pt>
                <c:pt idx="2418">
                  <c:v>39912</c:v>
                </c:pt>
                <c:pt idx="2419">
                  <c:v>39913</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39965</c:v>
                </c:pt>
                <c:pt idx="2456">
                  <c:v>39966</c:v>
                </c:pt>
                <c:pt idx="2457">
                  <c:v>39967</c:v>
                </c:pt>
                <c:pt idx="2458">
                  <c:v>39968</c:v>
                </c:pt>
                <c:pt idx="2459">
                  <c:v>39969</c:v>
                </c:pt>
                <c:pt idx="2460">
                  <c:v>39972</c:v>
                </c:pt>
                <c:pt idx="2461">
                  <c:v>39973</c:v>
                </c:pt>
                <c:pt idx="2462">
                  <c:v>39974</c:v>
                </c:pt>
                <c:pt idx="2463">
                  <c:v>39975</c:v>
                </c:pt>
                <c:pt idx="2464">
                  <c:v>39976</c:v>
                </c:pt>
                <c:pt idx="2465">
                  <c:v>39979</c:v>
                </c:pt>
                <c:pt idx="2466">
                  <c:v>39980</c:v>
                </c:pt>
                <c:pt idx="2467">
                  <c:v>39981</c:v>
                </c:pt>
                <c:pt idx="2468">
                  <c:v>39982</c:v>
                </c:pt>
                <c:pt idx="2469">
                  <c:v>39983</c:v>
                </c:pt>
                <c:pt idx="2470">
                  <c:v>39986</c:v>
                </c:pt>
                <c:pt idx="2471">
                  <c:v>39987</c:v>
                </c:pt>
                <c:pt idx="2472">
                  <c:v>39988</c:v>
                </c:pt>
                <c:pt idx="2473">
                  <c:v>39989</c:v>
                </c:pt>
                <c:pt idx="2474">
                  <c:v>39990</c:v>
                </c:pt>
                <c:pt idx="2475">
                  <c:v>39993</c:v>
                </c:pt>
                <c:pt idx="2476">
                  <c:v>39994</c:v>
                </c:pt>
                <c:pt idx="2477">
                  <c:v>39995</c:v>
                </c:pt>
                <c:pt idx="2478">
                  <c:v>39996</c:v>
                </c:pt>
                <c:pt idx="2479">
                  <c:v>39997</c:v>
                </c:pt>
                <c:pt idx="2480">
                  <c:v>40000</c:v>
                </c:pt>
                <c:pt idx="2481">
                  <c:v>40001</c:v>
                </c:pt>
                <c:pt idx="2482">
                  <c:v>40002</c:v>
                </c:pt>
                <c:pt idx="2483">
                  <c:v>40003</c:v>
                </c:pt>
                <c:pt idx="2484">
                  <c:v>40004</c:v>
                </c:pt>
                <c:pt idx="2485">
                  <c:v>40007</c:v>
                </c:pt>
                <c:pt idx="2486">
                  <c:v>40008</c:v>
                </c:pt>
                <c:pt idx="2487">
                  <c:v>40009</c:v>
                </c:pt>
                <c:pt idx="2488">
                  <c:v>40010</c:v>
                </c:pt>
                <c:pt idx="2489">
                  <c:v>40011</c:v>
                </c:pt>
                <c:pt idx="2490">
                  <c:v>40014</c:v>
                </c:pt>
                <c:pt idx="2491">
                  <c:v>40015</c:v>
                </c:pt>
                <c:pt idx="2492">
                  <c:v>40016</c:v>
                </c:pt>
                <c:pt idx="2493">
                  <c:v>40017</c:v>
                </c:pt>
                <c:pt idx="2494">
                  <c:v>40018</c:v>
                </c:pt>
                <c:pt idx="2495">
                  <c:v>40021</c:v>
                </c:pt>
                <c:pt idx="2496">
                  <c:v>40022</c:v>
                </c:pt>
                <c:pt idx="2497">
                  <c:v>40023</c:v>
                </c:pt>
                <c:pt idx="2498">
                  <c:v>40024</c:v>
                </c:pt>
                <c:pt idx="2499">
                  <c:v>40025</c:v>
                </c:pt>
                <c:pt idx="2500">
                  <c:v>40028</c:v>
                </c:pt>
                <c:pt idx="2501">
                  <c:v>40029</c:v>
                </c:pt>
                <c:pt idx="2502">
                  <c:v>40030</c:v>
                </c:pt>
                <c:pt idx="2503">
                  <c:v>40031</c:v>
                </c:pt>
                <c:pt idx="2504">
                  <c:v>40032</c:v>
                </c:pt>
                <c:pt idx="2505">
                  <c:v>40035</c:v>
                </c:pt>
                <c:pt idx="2506">
                  <c:v>40036</c:v>
                </c:pt>
                <c:pt idx="2507">
                  <c:v>40037</c:v>
                </c:pt>
                <c:pt idx="2508">
                  <c:v>40038</c:v>
                </c:pt>
                <c:pt idx="2509">
                  <c:v>40039</c:v>
                </c:pt>
                <c:pt idx="2510">
                  <c:v>40042</c:v>
                </c:pt>
                <c:pt idx="2511">
                  <c:v>40043</c:v>
                </c:pt>
                <c:pt idx="2512">
                  <c:v>40044</c:v>
                </c:pt>
                <c:pt idx="2513">
                  <c:v>40045</c:v>
                </c:pt>
                <c:pt idx="2514">
                  <c:v>40046</c:v>
                </c:pt>
                <c:pt idx="2515">
                  <c:v>40049</c:v>
                </c:pt>
                <c:pt idx="2516">
                  <c:v>40050</c:v>
                </c:pt>
                <c:pt idx="2517">
                  <c:v>40051</c:v>
                </c:pt>
                <c:pt idx="2518">
                  <c:v>40052</c:v>
                </c:pt>
                <c:pt idx="2519">
                  <c:v>40053</c:v>
                </c:pt>
                <c:pt idx="2520">
                  <c:v>40056</c:v>
                </c:pt>
                <c:pt idx="2521">
                  <c:v>40057</c:v>
                </c:pt>
                <c:pt idx="2522">
                  <c:v>40058</c:v>
                </c:pt>
                <c:pt idx="2523">
                  <c:v>40059</c:v>
                </c:pt>
                <c:pt idx="2524">
                  <c:v>40060</c:v>
                </c:pt>
                <c:pt idx="2525">
                  <c:v>40063</c:v>
                </c:pt>
                <c:pt idx="2526">
                  <c:v>40064</c:v>
                </c:pt>
                <c:pt idx="2527">
                  <c:v>40065</c:v>
                </c:pt>
                <c:pt idx="2528">
                  <c:v>40066</c:v>
                </c:pt>
                <c:pt idx="2529">
                  <c:v>40067</c:v>
                </c:pt>
                <c:pt idx="2530">
                  <c:v>40070</c:v>
                </c:pt>
                <c:pt idx="2531">
                  <c:v>40071</c:v>
                </c:pt>
                <c:pt idx="2532">
                  <c:v>40072</c:v>
                </c:pt>
                <c:pt idx="2533">
                  <c:v>40073</c:v>
                </c:pt>
                <c:pt idx="2534">
                  <c:v>40074</c:v>
                </c:pt>
                <c:pt idx="2535">
                  <c:v>40077</c:v>
                </c:pt>
                <c:pt idx="2536">
                  <c:v>40078</c:v>
                </c:pt>
                <c:pt idx="2537">
                  <c:v>40079</c:v>
                </c:pt>
                <c:pt idx="2538">
                  <c:v>40080</c:v>
                </c:pt>
                <c:pt idx="2539">
                  <c:v>40081</c:v>
                </c:pt>
                <c:pt idx="2540">
                  <c:v>40084</c:v>
                </c:pt>
                <c:pt idx="2541">
                  <c:v>40085</c:v>
                </c:pt>
                <c:pt idx="2542">
                  <c:v>40086</c:v>
                </c:pt>
                <c:pt idx="2543">
                  <c:v>40087</c:v>
                </c:pt>
                <c:pt idx="2544">
                  <c:v>40088</c:v>
                </c:pt>
                <c:pt idx="2545">
                  <c:v>40091</c:v>
                </c:pt>
                <c:pt idx="2546">
                  <c:v>40092</c:v>
                </c:pt>
                <c:pt idx="2547">
                  <c:v>40093</c:v>
                </c:pt>
                <c:pt idx="2548">
                  <c:v>40094</c:v>
                </c:pt>
                <c:pt idx="2549">
                  <c:v>40095</c:v>
                </c:pt>
                <c:pt idx="2550">
                  <c:v>40098</c:v>
                </c:pt>
                <c:pt idx="2551">
                  <c:v>40099</c:v>
                </c:pt>
                <c:pt idx="2552">
                  <c:v>40100</c:v>
                </c:pt>
                <c:pt idx="2553">
                  <c:v>40101</c:v>
                </c:pt>
                <c:pt idx="2554">
                  <c:v>40102</c:v>
                </c:pt>
                <c:pt idx="2555">
                  <c:v>40105</c:v>
                </c:pt>
                <c:pt idx="2556">
                  <c:v>40106</c:v>
                </c:pt>
                <c:pt idx="2557">
                  <c:v>40107</c:v>
                </c:pt>
                <c:pt idx="2558">
                  <c:v>40108</c:v>
                </c:pt>
                <c:pt idx="2559">
                  <c:v>40109</c:v>
                </c:pt>
                <c:pt idx="2560">
                  <c:v>40112</c:v>
                </c:pt>
                <c:pt idx="2561">
                  <c:v>40113</c:v>
                </c:pt>
                <c:pt idx="2562">
                  <c:v>40114</c:v>
                </c:pt>
                <c:pt idx="2563">
                  <c:v>40115</c:v>
                </c:pt>
                <c:pt idx="2564">
                  <c:v>40116</c:v>
                </c:pt>
                <c:pt idx="2565">
                  <c:v>40119</c:v>
                </c:pt>
                <c:pt idx="2566">
                  <c:v>40120</c:v>
                </c:pt>
                <c:pt idx="2567">
                  <c:v>40121</c:v>
                </c:pt>
                <c:pt idx="2568">
                  <c:v>40122</c:v>
                </c:pt>
                <c:pt idx="2569">
                  <c:v>40123</c:v>
                </c:pt>
                <c:pt idx="2570">
                  <c:v>40126</c:v>
                </c:pt>
                <c:pt idx="2571">
                  <c:v>40127</c:v>
                </c:pt>
                <c:pt idx="2572">
                  <c:v>40128</c:v>
                </c:pt>
                <c:pt idx="2573">
                  <c:v>40129</c:v>
                </c:pt>
                <c:pt idx="2574">
                  <c:v>40130</c:v>
                </c:pt>
                <c:pt idx="2575">
                  <c:v>40133</c:v>
                </c:pt>
                <c:pt idx="2576">
                  <c:v>40134</c:v>
                </c:pt>
                <c:pt idx="2577">
                  <c:v>40135</c:v>
                </c:pt>
                <c:pt idx="2578">
                  <c:v>40136</c:v>
                </c:pt>
                <c:pt idx="2579">
                  <c:v>40137</c:v>
                </c:pt>
                <c:pt idx="2580">
                  <c:v>40140</c:v>
                </c:pt>
                <c:pt idx="2581">
                  <c:v>40141</c:v>
                </c:pt>
                <c:pt idx="2582">
                  <c:v>40142</c:v>
                </c:pt>
                <c:pt idx="2583">
                  <c:v>40143</c:v>
                </c:pt>
                <c:pt idx="2584">
                  <c:v>40144</c:v>
                </c:pt>
                <c:pt idx="2585">
                  <c:v>40147</c:v>
                </c:pt>
                <c:pt idx="2586">
                  <c:v>40148</c:v>
                </c:pt>
                <c:pt idx="2587">
                  <c:v>40149</c:v>
                </c:pt>
                <c:pt idx="2588">
                  <c:v>40150</c:v>
                </c:pt>
                <c:pt idx="2589">
                  <c:v>40151</c:v>
                </c:pt>
                <c:pt idx="2590">
                  <c:v>40154</c:v>
                </c:pt>
                <c:pt idx="2591">
                  <c:v>40155</c:v>
                </c:pt>
                <c:pt idx="2592">
                  <c:v>40156</c:v>
                </c:pt>
                <c:pt idx="2593">
                  <c:v>40157</c:v>
                </c:pt>
                <c:pt idx="2594">
                  <c:v>40158</c:v>
                </c:pt>
                <c:pt idx="2595">
                  <c:v>40161</c:v>
                </c:pt>
                <c:pt idx="2596">
                  <c:v>40162</c:v>
                </c:pt>
                <c:pt idx="2597">
                  <c:v>40163</c:v>
                </c:pt>
                <c:pt idx="2598">
                  <c:v>40164</c:v>
                </c:pt>
                <c:pt idx="2599">
                  <c:v>40165</c:v>
                </c:pt>
                <c:pt idx="2600">
                  <c:v>40168</c:v>
                </c:pt>
                <c:pt idx="2601">
                  <c:v>40169</c:v>
                </c:pt>
                <c:pt idx="2602">
                  <c:v>40170</c:v>
                </c:pt>
                <c:pt idx="2603">
                  <c:v>40171</c:v>
                </c:pt>
                <c:pt idx="2604">
                  <c:v>40172</c:v>
                </c:pt>
                <c:pt idx="2605">
                  <c:v>40175</c:v>
                </c:pt>
                <c:pt idx="2606">
                  <c:v>40176</c:v>
                </c:pt>
                <c:pt idx="2607">
                  <c:v>40177</c:v>
                </c:pt>
                <c:pt idx="2608">
                  <c:v>40178</c:v>
                </c:pt>
                <c:pt idx="2609">
                  <c:v>40179</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40210</c:v>
                </c:pt>
                <c:pt idx="2631">
                  <c:v>40211</c:v>
                </c:pt>
                <c:pt idx="2632">
                  <c:v>40212</c:v>
                </c:pt>
                <c:pt idx="2633">
                  <c:v>40213</c:v>
                </c:pt>
                <c:pt idx="2634">
                  <c:v>40214</c:v>
                </c:pt>
                <c:pt idx="2635">
                  <c:v>40217</c:v>
                </c:pt>
                <c:pt idx="2636">
                  <c:v>40218</c:v>
                </c:pt>
                <c:pt idx="2637">
                  <c:v>40219</c:v>
                </c:pt>
                <c:pt idx="2638">
                  <c:v>40220</c:v>
                </c:pt>
                <c:pt idx="2639">
                  <c:v>40221</c:v>
                </c:pt>
                <c:pt idx="2640">
                  <c:v>40224</c:v>
                </c:pt>
                <c:pt idx="2641">
                  <c:v>40225</c:v>
                </c:pt>
                <c:pt idx="2642">
                  <c:v>40226</c:v>
                </c:pt>
                <c:pt idx="2643">
                  <c:v>40227</c:v>
                </c:pt>
                <c:pt idx="2644">
                  <c:v>40228</c:v>
                </c:pt>
                <c:pt idx="2645">
                  <c:v>40231</c:v>
                </c:pt>
                <c:pt idx="2646">
                  <c:v>40232</c:v>
                </c:pt>
                <c:pt idx="2647">
                  <c:v>40233</c:v>
                </c:pt>
                <c:pt idx="2648">
                  <c:v>40234</c:v>
                </c:pt>
                <c:pt idx="2649">
                  <c:v>40235</c:v>
                </c:pt>
                <c:pt idx="2650">
                  <c:v>40238</c:v>
                </c:pt>
                <c:pt idx="2651">
                  <c:v>40239</c:v>
                </c:pt>
                <c:pt idx="2652">
                  <c:v>40240</c:v>
                </c:pt>
                <c:pt idx="2653">
                  <c:v>40241</c:v>
                </c:pt>
                <c:pt idx="2654">
                  <c:v>40242</c:v>
                </c:pt>
                <c:pt idx="2655">
                  <c:v>40245</c:v>
                </c:pt>
                <c:pt idx="2656">
                  <c:v>40246</c:v>
                </c:pt>
                <c:pt idx="2657">
                  <c:v>40247</c:v>
                </c:pt>
                <c:pt idx="2658">
                  <c:v>40248</c:v>
                </c:pt>
                <c:pt idx="2659">
                  <c:v>40249</c:v>
                </c:pt>
                <c:pt idx="2660">
                  <c:v>40252</c:v>
                </c:pt>
                <c:pt idx="2661">
                  <c:v>40253</c:v>
                </c:pt>
                <c:pt idx="2662">
                  <c:v>40254</c:v>
                </c:pt>
                <c:pt idx="2663">
                  <c:v>40255</c:v>
                </c:pt>
                <c:pt idx="2664">
                  <c:v>40256</c:v>
                </c:pt>
                <c:pt idx="2665">
                  <c:v>40259</c:v>
                </c:pt>
                <c:pt idx="2666">
                  <c:v>40260</c:v>
                </c:pt>
                <c:pt idx="2667">
                  <c:v>40261</c:v>
                </c:pt>
                <c:pt idx="2668">
                  <c:v>40262</c:v>
                </c:pt>
                <c:pt idx="2669">
                  <c:v>40263</c:v>
                </c:pt>
                <c:pt idx="2670">
                  <c:v>40266</c:v>
                </c:pt>
                <c:pt idx="2671">
                  <c:v>40267</c:v>
                </c:pt>
                <c:pt idx="2672">
                  <c:v>40268</c:v>
                </c:pt>
                <c:pt idx="2673">
                  <c:v>40269</c:v>
                </c:pt>
                <c:pt idx="2674">
                  <c:v>40270</c:v>
                </c:pt>
                <c:pt idx="2675">
                  <c:v>40273</c:v>
                </c:pt>
                <c:pt idx="2676">
                  <c:v>40274</c:v>
                </c:pt>
                <c:pt idx="2677">
                  <c:v>40275</c:v>
                </c:pt>
                <c:pt idx="2678">
                  <c:v>40276</c:v>
                </c:pt>
                <c:pt idx="2679">
                  <c:v>40277</c:v>
                </c:pt>
                <c:pt idx="2680">
                  <c:v>40280</c:v>
                </c:pt>
                <c:pt idx="2681">
                  <c:v>40281</c:v>
                </c:pt>
                <c:pt idx="2682">
                  <c:v>40282</c:v>
                </c:pt>
                <c:pt idx="2683">
                  <c:v>40283</c:v>
                </c:pt>
                <c:pt idx="2684">
                  <c:v>40284</c:v>
                </c:pt>
                <c:pt idx="2685">
                  <c:v>40287</c:v>
                </c:pt>
                <c:pt idx="2686">
                  <c:v>40288</c:v>
                </c:pt>
                <c:pt idx="2687">
                  <c:v>40289</c:v>
                </c:pt>
                <c:pt idx="2688">
                  <c:v>40290</c:v>
                </c:pt>
                <c:pt idx="2689">
                  <c:v>40291</c:v>
                </c:pt>
                <c:pt idx="2690">
                  <c:v>40294</c:v>
                </c:pt>
                <c:pt idx="2691">
                  <c:v>40295</c:v>
                </c:pt>
                <c:pt idx="2692">
                  <c:v>40296</c:v>
                </c:pt>
                <c:pt idx="2693">
                  <c:v>40297</c:v>
                </c:pt>
                <c:pt idx="2694">
                  <c:v>40298</c:v>
                </c:pt>
                <c:pt idx="2695">
                  <c:v>40301</c:v>
                </c:pt>
                <c:pt idx="2696">
                  <c:v>40302</c:v>
                </c:pt>
                <c:pt idx="2697">
                  <c:v>40303</c:v>
                </c:pt>
                <c:pt idx="2698">
                  <c:v>40304</c:v>
                </c:pt>
                <c:pt idx="2699">
                  <c:v>40305</c:v>
                </c:pt>
                <c:pt idx="2700">
                  <c:v>40308</c:v>
                </c:pt>
                <c:pt idx="2701">
                  <c:v>40309</c:v>
                </c:pt>
                <c:pt idx="2702">
                  <c:v>40310</c:v>
                </c:pt>
                <c:pt idx="2703">
                  <c:v>40311</c:v>
                </c:pt>
                <c:pt idx="2704">
                  <c:v>40312</c:v>
                </c:pt>
                <c:pt idx="2705">
                  <c:v>40315</c:v>
                </c:pt>
                <c:pt idx="2706">
                  <c:v>40316</c:v>
                </c:pt>
                <c:pt idx="2707">
                  <c:v>40317</c:v>
                </c:pt>
                <c:pt idx="2708">
                  <c:v>40318</c:v>
                </c:pt>
                <c:pt idx="2709">
                  <c:v>40319</c:v>
                </c:pt>
                <c:pt idx="2710">
                  <c:v>40322</c:v>
                </c:pt>
                <c:pt idx="2711">
                  <c:v>40323</c:v>
                </c:pt>
                <c:pt idx="2712">
                  <c:v>40324</c:v>
                </c:pt>
                <c:pt idx="2713">
                  <c:v>40325</c:v>
                </c:pt>
                <c:pt idx="2714">
                  <c:v>40326</c:v>
                </c:pt>
                <c:pt idx="2715">
                  <c:v>40329</c:v>
                </c:pt>
                <c:pt idx="2716">
                  <c:v>40330</c:v>
                </c:pt>
                <c:pt idx="2717">
                  <c:v>40331</c:v>
                </c:pt>
                <c:pt idx="2718">
                  <c:v>40332</c:v>
                </c:pt>
                <c:pt idx="2719">
                  <c:v>40333</c:v>
                </c:pt>
                <c:pt idx="2720">
                  <c:v>40336</c:v>
                </c:pt>
                <c:pt idx="2721">
                  <c:v>40337</c:v>
                </c:pt>
                <c:pt idx="2722">
                  <c:v>40338</c:v>
                </c:pt>
                <c:pt idx="2723">
                  <c:v>40339</c:v>
                </c:pt>
                <c:pt idx="2724">
                  <c:v>40340</c:v>
                </c:pt>
                <c:pt idx="2725">
                  <c:v>40343</c:v>
                </c:pt>
                <c:pt idx="2726">
                  <c:v>40344</c:v>
                </c:pt>
                <c:pt idx="2727">
                  <c:v>40345</c:v>
                </c:pt>
                <c:pt idx="2728">
                  <c:v>40346</c:v>
                </c:pt>
                <c:pt idx="2729">
                  <c:v>40347</c:v>
                </c:pt>
                <c:pt idx="2730">
                  <c:v>40350</c:v>
                </c:pt>
                <c:pt idx="2731">
                  <c:v>40351</c:v>
                </c:pt>
                <c:pt idx="2732">
                  <c:v>40352</c:v>
                </c:pt>
                <c:pt idx="2733">
                  <c:v>40353</c:v>
                </c:pt>
                <c:pt idx="2734">
                  <c:v>40354</c:v>
                </c:pt>
                <c:pt idx="2735">
                  <c:v>40357</c:v>
                </c:pt>
                <c:pt idx="2736">
                  <c:v>40358</c:v>
                </c:pt>
                <c:pt idx="2737">
                  <c:v>40359</c:v>
                </c:pt>
                <c:pt idx="2738">
                  <c:v>40360</c:v>
                </c:pt>
                <c:pt idx="2739">
                  <c:v>40361</c:v>
                </c:pt>
                <c:pt idx="2740">
                  <c:v>40364</c:v>
                </c:pt>
                <c:pt idx="2741">
                  <c:v>40365</c:v>
                </c:pt>
                <c:pt idx="2742">
                  <c:v>40366</c:v>
                </c:pt>
                <c:pt idx="2743">
                  <c:v>40367</c:v>
                </c:pt>
                <c:pt idx="2744">
                  <c:v>40368</c:v>
                </c:pt>
                <c:pt idx="2745">
                  <c:v>40371</c:v>
                </c:pt>
                <c:pt idx="2746">
                  <c:v>40372</c:v>
                </c:pt>
                <c:pt idx="2747">
                  <c:v>40373</c:v>
                </c:pt>
                <c:pt idx="2748">
                  <c:v>40374</c:v>
                </c:pt>
                <c:pt idx="2749">
                  <c:v>40375</c:v>
                </c:pt>
                <c:pt idx="2750">
                  <c:v>40378</c:v>
                </c:pt>
                <c:pt idx="2751">
                  <c:v>40379</c:v>
                </c:pt>
                <c:pt idx="2752">
                  <c:v>40380</c:v>
                </c:pt>
                <c:pt idx="2753">
                  <c:v>40381</c:v>
                </c:pt>
                <c:pt idx="2754">
                  <c:v>40382</c:v>
                </c:pt>
                <c:pt idx="2755">
                  <c:v>40385</c:v>
                </c:pt>
                <c:pt idx="2756">
                  <c:v>40386</c:v>
                </c:pt>
                <c:pt idx="2757">
                  <c:v>40387</c:v>
                </c:pt>
                <c:pt idx="2758">
                  <c:v>40388</c:v>
                </c:pt>
                <c:pt idx="2759">
                  <c:v>40389</c:v>
                </c:pt>
                <c:pt idx="2760">
                  <c:v>40392</c:v>
                </c:pt>
                <c:pt idx="2761">
                  <c:v>40393</c:v>
                </c:pt>
                <c:pt idx="2762">
                  <c:v>40394</c:v>
                </c:pt>
                <c:pt idx="2763">
                  <c:v>40395</c:v>
                </c:pt>
                <c:pt idx="2764">
                  <c:v>40396</c:v>
                </c:pt>
                <c:pt idx="2765">
                  <c:v>40399</c:v>
                </c:pt>
                <c:pt idx="2766">
                  <c:v>40400</c:v>
                </c:pt>
                <c:pt idx="2767">
                  <c:v>40401</c:v>
                </c:pt>
                <c:pt idx="2768">
                  <c:v>40402</c:v>
                </c:pt>
                <c:pt idx="2769">
                  <c:v>40403</c:v>
                </c:pt>
                <c:pt idx="2770">
                  <c:v>40406</c:v>
                </c:pt>
                <c:pt idx="2771">
                  <c:v>40407</c:v>
                </c:pt>
                <c:pt idx="2772">
                  <c:v>40408</c:v>
                </c:pt>
                <c:pt idx="2773">
                  <c:v>40409</c:v>
                </c:pt>
                <c:pt idx="2774">
                  <c:v>40410</c:v>
                </c:pt>
                <c:pt idx="2775">
                  <c:v>40413</c:v>
                </c:pt>
                <c:pt idx="2776">
                  <c:v>40414</c:v>
                </c:pt>
                <c:pt idx="2777">
                  <c:v>40415</c:v>
                </c:pt>
                <c:pt idx="2778">
                  <c:v>40416</c:v>
                </c:pt>
                <c:pt idx="2779">
                  <c:v>40417</c:v>
                </c:pt>
                <c:pt idx="2780">
                  <c:v>40420</c:v>
                </c:pt>
                <c:pt idx="2781">
                  <c:v>40421</c:v>
                </c:pt>
                <c:pt idx="2782">
                  <c:v>40422</c:v>
                </c:pt>
                <c:pt idx="2783">
                  <c:v>40423</c:v>
                </c:pt>
                <c:pt idx="2784">
                  <c:v>40424</c:v>
                </c:pt>
                <c:pt idx="2785">
                  <c:v>40427</c:v>
                </c:pt>
                <c:pt idx="2786">
                  <c:v>40428</c:v>
                </c:pt>
                <c:pt idx="2787">
                  <c:v>40429</c:v>
                </c:pt>
                <c:pt idx="2788">
                  <c:v>40430</c:v>
                </c:pt>
                <c:pt idx="2789">
                  <c:v>40431</c:v>
                </c:pt>
                <c:pt idx="2790">
                  <c:v>40434</c:v>
                </c:pt>
                <c:pt idx="2791">
                  <c:v>40435</c:v>
                </c:pt>
                <c:pt idx="2792">
                  <c:v>40436</c:v>
                </c:pt>
                <c:pt idx="2793">
                  <c:v>40437</c:v>
                </c:pt>
                <c:pt idx="2794">
                  <c:v>40438</c:v>
                </c:pt>
                <c:pt idx="2795">
                  <c:v>40441</c:v>
                </c:pt>
                <c:pt idx="2796">
                  <c:v>40442</c:v>
                </c:pt>
                <c:pt idx="2797">
                  <c:v>40443</c:v>
                </c:pt>
                <c:pt idx="2798">
                  <c:v>40444</c:v>
                </c:pt>
                <c:pt idx="2799">
                  <c:v>40445</c:v>
                </c:pt>
                <c:pt idx="2800">
                  <c:v>40448</c:v>
                </c:pt>
                <c:pt idx="2801">
                  <c:v>40449</c:v>
                </c:pt>
                <c:pt idx="2802">
                  <c:v>40450</c:v>
                </c:pt>
                <c:pt idx="2803">
                  <c:v>40451</c:v>
                </c:pt>
                <c:pt idx="2804">
                  <c:v>40452</c:v>
                </c:pt>
                <c:pt idx="2805">
                  <c:v>40455</c:v>
                </c:pt>
                <c:pt idx="2806">
                  <c:v>40456</c:v>
                </c:pt>
                <c:pt idx="2807">
                  <c:v>40457</c:v>
                </c:pt>
                <c:pt idx="2808">
                  <c:v>40458</c:v>
                </c:pt>
                <c:pt idx="2809">
                  <c:v>40459</c:v>
                </c:pt>
                <c:pt idx="2810">
                  <c:v>40462</c:v>
                </c:pt>
                <c:pt idx="2811">
                  <c:v>40463</c:v>
                </c:pt>
                <c:pt idx="2812">
                  <c:v>40464</c:v>
                </c:pt>
                <c:pt idx="2813">
                  <c:v>40465</c:v>
                </c:pt>
                <c:pt idx="2814">
                  <c:v>40466</c:v>
                </c:pt>
                <c:pt idx="2815">
                  <c:v>40469</c:v>
                </c:pt>
                <c:pt idx="2816">
                  <c:v>40470</c:v>
                </c:pt>
                <c:pt idx="2817">
                  <c:v>40471</c:v>
                </c:pt>
                <c:pt idx="2818">
                  <c:v>40472</c:v>
                </c:pt>
                <c:pt idx="2819">
                  <c:v>40473</c:v>
                </c:pt>
                <c:pt idx="2820">
                  <c:v>40476</c:v>
                </c:pt>
                <c:pt idx="2821">
                  <c:v>40477</c:v>
                </c:pt>
                <c:pt idx="2822">
                  <c:v>40478</c:v>
                </c:pt>
                <c:pt idx="2823">
                  <c:v>40479</c:v>
                </c:pt>
                <c:pt idx="2824">
                  <c:v>40480</c:v>
                </c:pt>
                <c:pt idx="2825">
                  <c:v>40483</c:v>
                </c:pt>
                <c:pt idx="2826">
                  <c:v>40484</c:v>
                </c:pt>
                <c:pt idx="2827">
                  <c:v>40485</c:v>
                </c:pt>
                <c:pt idx="2828">
                  <c:v>40486</c:v>
                </c:pt>
                <c:pt idx="2829">
                  <c:v>40487</c:v>
                </c:pt>
                <c:pt idx="2830">
                  <c:v>40490</c:v>
                </c:pt>
                <c:pt idx="2831">
                  <c:v>40491</c:v>
                </c:pt>
                <c:pt idx="2832">
                  <c:v>40492</c:v>
                </c:pt>
                <c:pt idx="2833">
                  <c:v>40493</c:v>
                </c:pt>
                <c:pt idx="2834">
                  <c:v>40494</c:v>
                </c:pt>
                <c:pt idx="2835">
                  <c:v>40497</c:v>
                </c:pt>
                <c:pt idx="2836">
                  <c:v>40498</c:v>
                </c:pt>
                <c:pt idx="2837">
                  <c:v>40499</c:v>
                </c:pt>
                <c:pt idx="2838">
                  <c:v>40500</c:v>
                </c:pt>
                <c:pt idx="2839">
                  <c:v>40501</c:v>
                </c:pt>
                <c:pt idx="2840">
                  <c:v>40504</c:v>
                </c:pt>
                <c:pt idx="2841">
                  <c:v>40505</c:v>
                </c:pt>
                <c:pt idx="2842">
                  <c:v>40506</c:v>
                </c:pt>
                <c:pt idx="2843">
                  <c:v>40507</c:v>
                </c:pt>
                <c:pt idx="2844">
                  <c:v>40508</c:v>
                </c:pt>
                <c:pt idx="2845">
                  <c:v>40511</c:v>
                </c:pt>
                <c:pt idx="2846">
                  <c:v>40512</c:v>
                </c:pt>
                <c:pt idx="2847">
                  <c:v>40513</c:v>
                </c:pt>
                <c:pt idx="2848">
                  <c:v>40514</c:v>
                </c:pt>
                <c:pt idx="2849">
                  <c:v>40515</c:v>
                </c:pt>
                <c:pt idx="2850">
                  <c:v>40518</c:v>
                </c:pt>
                <c:pt idx="2851">
                  <c:v>40519</c:v>
                </c:pt>
                <c:pt idx="2852">
                  <c:v>40520</c:v>
                </c:pt>
                <c:pt idx="2853">
                  <c:v>40521</c:v>
                </c:pt>
                <c:pt idx="2854">
                  <c:v>40522</c:v>
                </c:pt>
                <c:pt idx="2855">
                  <c:v>40525</c:v>
                </c:pt>
                <c:pt idx="2856">
                  <c:v>40526</c:v>
                </c:pt>
                <c:pt idx="2857">
                  <c:v>40527</c:v>
                </c:pt>
                <c:pt idx="2858">
                  <c:v>40528</c:v>
                </c:pt>
                <c:pt idx="2859">
                  <c:v>40529</c:v>
                </c:pt>
                <c:pt idx="2860">
                  <c:v>40532</c:v>
                </c:pt>
                <c:pt idx="2861">
                  <c:v>40533</c:v>
                </c:pt>
                <c:pt idx="2862">
                  <c:v>40534</c:v>
                </c:pt>
                <c:pt idx="2863">
                  <c:v>40535</c:v>
                </c:pt>
                <c:pt idx="2864">
                  <c:v>40536</c:v>
                </c:pt>
                <c:pt idx="2865">
                  <c:v>40539</c:v>
                </c:pt>
                <c:pt idx="2866">
                  <c:v>40540</c:v>
                </c:pt>
                <c:pt idx="2867">
                  <c:v>40541</c:v>
                </c:pt>
                <c:pt idx="2868">
                  <c:v>40542</c:v>
                </c:pt>
                <c:pt idx="2869">
                  <c:v>40543</c:v>
                </c:pt>
                <c:pt idx="2870">
                  <c:v>40546</c:v>
                </c:pt>
                <c:pt idx="2871">
                  <c:v>40547</c:v>
                </c:pt>
                <c:pt idx="2872">
                  <c:v>40548</c:v>
                </c:pt>
                <c:pt idx="2873">
                  <c:v>40549</c:v>
                </c:pt>
                <c:pt idx="2874">
                  <c:v>40550</c:v>
                </c:pt>
                <c:pt idx="2875">
                  <c:v>40553</c:v>
                </c:pt>
                <c:pt idx="2876">
                  <c:v>40554</c:v>
                </c:pt>
                <c:pt idx="2877">
                  <c:v>40555</c:v>
                </c:pt>
                <c:pt idx="2878">
                  <c:v>40556</c:v>
                </c:pt>
                <c:pt idx="2879">
                  <c:v>40557</c:v>
                </c:pt>
                <c:pt idx="2880">
                  <c:v>40560</c:v>
                </c:pt>
                <c:pt idx="2881">
                  <c:v>40561</c:v>
                </c:pt>
                <c:pt idx="2882">
                  <c:v>40562</c:v>
                </c:pt>
                <c:pt idx="2883">
                  <c:v>40563</c:v>
                </c:pt>
                <c:pt idx="2884">
                  <c:v>40564</c:v>
                </c:pt>
                <c:pt idx="2885">
                  <c:v>40567</c:v>
                </c:pt>
                <c:pt idx="2886">
                  <c:v>40568</c:v>
                </c:pt>
                <c:pt idx="2887">
                  <c:v>40569</c:v>
                </c:pt>
                <c:pt idx="2888">
                  <c:v>40570</c:v>
                </c:pt>
                <c:pt idx="2889">
                  <c:v>40571</c:v>
                </c:pt>
                <c:pt idx="2890">
                  <c:v>40574</c:v>
                </c:pt>
                <c:pt idx="2891">
                  <c:v>40575</c:v>
                </c:pt>
                <c:pt idx="2892">
                  <c:v>40576</c:v>
                </c:pt>
                <c:pt idx="2893">
                  <c:v>40577</c:v>
                </c:pt>
                <c:pt idx="2894">
                  <c:v>40578</c:v>
                </c:pt>
                <c:pt idx="2895">
                  <c:v>40581</c:v>
                </c:pt>
                <c:pt idx="2896">
                  <c:v>40582</c:v>
                </c:pt>
                <c:pt idx="2897">
                  <c:v>40583</c:v>
                </c:pt>
                <c:pt idx="2898">
                  <c:v>40584</c:v>
                </c:pt>
                <c:pt idx="2899">
                  <c:v>40585</c:v>
                </c:pt>
                <c:pt idx="2900">
                  <c:v>40588</c:v>
                </c:pt>
                <c:pt idx="2901">
                  <c:v>40589</c:v>
                </c:pt>
                <c:pt idx="2902">
                  <c:v>40590</c:v>
                </c:pt>
                <c:pt idx="2903">
                  <c:v>40591</c:v>
                </c:pt>
                <c:pt idx="2904">
                  <c:v>40592</c:v>
                </c:pt>
                <c:pt idx="2905">
                  <c:v>40595</c:v>
                </c:pt>
                <c:pt idx="2906">
                  <c:v>40596</c:v>
                </c:pt>
                <c:pt idx="2907">
                  <c:v>40597</c:v>
                </c:pt>
                <c:pt idx="2908">
                  <c:v>40598</c:v>
                </c:pt>
                <c:pt idx="2909">
                  <c:v>40599</c:v>
                </c:pt>
                <c:pt idx="2910">
                  <c:v>40602</c:v>
                </c:pt>
                <c:pt idx="2911">
                  <c:v>40603</c:v>
                </c:pt>
                <c:pt idx="2912">
                  <c:v>40604</c:v>
                </c:pt>
                <c:pt idx="2913">
                  <c:v>40605</c:v>
                </c:pt>
                <c:pt idx="2914">
                  <c:v>40606</c:v>
                </c:pt>
                <c:pt idx="2915">
                  <c:v>40609</c:v>
                </c:pt>
                <c:pt idx="2916">
                  <c:v>40610</c:v>
                </c:pt>
                <c:pt idx="2917">
                  <c:v>40611</c:v>
                </c:pt>
                <c:pt idx="2918">
                  <c:v>40612</c:v>
                </c:pt>
                <c:pt idx="2919">
                  <c:v>40613</c:v>
                </c:pt>
                <c:pt idx="2920">
                  <c:v>40616</c:v>
                </c:pt>
                <c:pt idx="2921">
                  <c:v>40617</c:v>
                </c:pt>
                <c:pt idx="2922">
                  <c:v>40618</c:v>
                </c:pt>
                <c:pt idx="2923">
                  <c:v>40619</c:v>
                </c:pt>
                <c:pt idx="2924">
                  <c:v>40620</c:v>
                </c:pt>
                <c:pt idx="2925">
                  <c:v>40623</c:v>
                </c:pt>
                <c:pt idx="2926">
                  <c:v>40624</c:v>
                </c:pt>
                <c:pt idx="2927">
                  <c:v>40625</c:v>
                </c:pt>
                <c:pt idx="2928">
                  <c:v>40626</c:v>
                </c:pt>
                <c:pt idx="2929">
                  <c:v>40627</c:v>
                </c:pt>
                <c:pt idx="2930">
                  <c:v>40630</c:v>
                </c:pt>
                <c:pt idx="2931">
                  <c:v>40631</c:v>
                </c:pt>
                <c:pt idx="2932">
                  <c:v>40632</c:v>
                </c:pt>
                <c:pt idx="2933">
                  <c:v>40633</c:v>
                </c:pt>
                <c:pt idx="2934">
                  <c:v>40634</c:v>
                </c:pt>
                <c:pt idx="2935">
                  <c:v>40637</c:v>
                </c:pt>
                <c:pt idx="2936">
                  <c:v>40638</c:v>
                </c:pt>
                <c:pt idx="2937">
                  <c:v>40639</c:v>
                </c:pt>
                <c:pt idx="2938">
                  <c:v>40640</c:v>
                </c:pt>
                <c:pt idx="2939">
                  <c:v>40641</c:v>
                </c:pt>
                <c:pt idx="2940">
                  <c:v>40644</c:v>
                </c:pt>
                <c:pt idx="2941">
                  <c:v>40645</c:v>
                </c:pt>
                <c:pt idx="2942">
                  <c:v>40646</c:v>
                </c:pt>
                <c:pt idx="2943">
                  <c:v>40647</c:v>
                </c:pt>
                <c:pt idx="2944">
                  <c:v>40648</c:v>
                </c:pt>
                <c:pt idx="2945">
                  <c:v>40651</c:v>
                </c:pt>
                <c:pt idx="2946">
                  <c:v>40652</c:v>
                </c:pt>
                <c:pt idx="2947">
                  <c:v>40653</c:v>
                </c:pt>
                <c:pt idx="2948">
                  <c:v>40654</c:v>
                </c:pt>
                <c:pt idx="2949">
                  <c:v>40655</c:v>
                </c:pt>
                <c:pt idx="2950">
                  <c:v>40658</c:v>
                </c:pt>
                <c:pt idx="2951">
                  <c:v>40659</c:v>
                </c:pt>
                <c:pt idx="2952">
                  <c:v>40660</c:v>
                </c:pt>
                <c:pt idx="2953">
                  <c:v>40661</c:v>
                </c:pt>
                <c:pt idx="2954">
                  <c:v>40662</c:v>
                </c:pt>
                <c:pt idx="2955">
                  <c:v>40665</c:v>
                </c:pt>
                <c:pt idx="2956">
                  <c:v>40666</c:v>
                </c:pt>
                <c:pt idx="2957">
                  <c:v>40667</c:v>
                </c:pt>
                <c:pt idx="2958">
                  <c:v>40668</c:v>
                </c:pt>
                <c:pt idx="2959">
                  <c:v>40669</c:v>
                </c:pt>
                <c:pt idx="2960">
                  <c:v>40672</c:v>
                </c:pt>
                <c:pt idx="2961">
                  <c:v>40673</c:v>
                </c:pt>
                <c:pt idx="2962">
                  <c:v>40674</c:v>
                </c:pt>
                <c:pt idx="2963">
                  <c:v>40675</c:v>
                </c:pt>
                <c:pt idx="2964">
                  <c:v>40676</c:v>
                </c:pt>
                <c:pt idx="2965">
                  <c:v>40679</c:v>
                </c:pt>
                <c:pt idx="2966">
                  <c:v>40680</c:v>
                </c:pt>
                <c:pt idx="2967">
                  <c:v>40681</c:v>
                </c:pt>
                <c:pt idx="2968">
                  <c:v>40682</c:v>
                </c:pt>
                <c:pt idx="2969">
                  <c:v>40683</c:v>
                </c:pt>
                <c:pt idx="2970">
                  <c:v>40686</c:v>
                </c:pt>
                <c:pt idx="2971">
                  <c:v>40687</c:v>
                </c:pt>
                <c:pt idx="2972">
                  <c:v>40688</c:v>
                </c:pt>
                <c:pt idx="2973">
                  <c:v>40689</c:v>
                </c:pt>
                <c:pt idx="2974">
                  <c:v>40690</c:v>
                </c:pt>
                <c:pt idx="2975">
                  <c:v>40693</c:v>
                </c:pt>
                <c:pt idx="2976">
                  <c:v>40694</c:v>
                </c:pt>
                <c:pt idx="2977">
                  <c:v>40695</c:v>
                </c:pt>
                <c:pt idx="2978">
                  <c:v>40696</c:v>
                </c:pt>
                <c:pt idx="2979">
                  <c:v>40697</c:v>
                </c:pt>
                <c:pt idx="2980">
                  <c:v>40700</c:v>
                </c:pt>
                <c:pt idx="2981">
                  <c:v>40701</c:v>
                </c:pt>
                <c:pt idx="2982">
                  <c:v>40702</c:v>
                </c:pt>
                <c:pt idx="2983">
                  <c:v>40703</c:v>
                </c:pt>
                <c:pt idx="2984">
                  <c:v>40704</c:v>
                </c:pt>
                <c:pt idx="2985">
                  <c:v>40707</c:v>
                </c:pt>
                <c:pt idx="2986">
                  <c:v>40708</c:v>
                </c:pt>
                <c:pt idx="2987">
                  <c:v>40709</c:v>
                </c:pt>
                <c:pt idx="2988">
                  <c:v>40710</c:v>
                </c:pt>
                <c:pt idx="2989">
                  <c:v>40711</c:v>
                </c:pt>
                <c:pt idx="2990">
                  <c:v>40714</c:v>
                </c:pt>
                <c:pt idx="2991">
                  <c:v>40715</c:v>
                </c:pt>
                <c:pt idx="2992">
                  <c:v>40716</c:v>
                </c:pt>
                <c:pt idx="2993">
                  <c:v>40717</c:v>
                </c:pt>
                <c:pt idx="2994">
                  <c:v>40718</c:v>
                </c:pt>
                <c:pt idx="2995">
                  <c:v>40721</c:v>
                </c:pt>
                <c:pt idx="2996">
                  <c:v>40722</c:v>
                </c:pt>
                <c:pt idx="2997">
                  <c:v>40723</c:v>
                </c:pt>
                <c:pt idx="2998">
                  <c:v>40724</c:v>
                </c:pt>
                <c:pt idx="2999">
                  <c:v>40725</c:v>
                </c:pt>
                <c:pt idx="3000">
                  <c:v>40728</c:v>
                </c:pt>
                <c:pt idx="3001">
                  <c:v>40729</c:v>
                </c:pt>
                <c:pt idx="3002">
                  <c:v>40730</c:v>
                </c:pt>
                <c:pt idx="3003">
                  <c:v>40731</c:v>
                </c:pt>
                <c:pt idx="3004">
                  <c:v>40732</c:v>
                </c:pt>
                <c:pt idx="3005">
                  <c:v>40735</c:v>
                </c:pt>
                <c:pt idx="3006">
                  <c:v>40736</c:v>
                </c:pt>
                <c:pt idx="3007">
                  <c:v>40737</c:v>
                </c:pt>
                <c:pt idx="3008">
                  <c:v>40738</c:v>
                </c:pt>
                <c:pt idx="3009">
                  <c:v>40739</c:v>
                </c:pt>
                <c:pt idx="3010">
                  <c:v>40742</c:v>
                </c:pt>
                <c:pt idx="3011">
                  <c:v>40743</c:v>
                </c:pt>
                <c:pt idx="3012">
                  <c:v>40744</c:v>
                </c:pt>
                <c:pt idx="3013">
                  <c:v>40745</c:v>
                </c:pt>
                <c:pt idx="3014">
                  <c:v>40746</c:v>
                </c:pt>
                <c:pt idx="3015">
                  <c:v>40749</c:v>
                </c:pt>
                <c:pt idx="3016">
                  <c:v>40750</c:v>
                </c:pt>
                <c:pt idx="3017">
                  <c:v>40751</c:v>
                </c:pt>
                <c:pt idx="3018">
                  <c:v>40752</c:v>
                </c:pt>
                <c:pt idx="3019">
                  <c:v>40753</c:v>
                </c:pt>
                <c:pt idx="3020">
                  <c:v>40756</c:v>
                </c:pt>
                <c:pt idx="3021">
                  <c:v>40757</c:v>
                </c:pt>
                <c:pt idx="3022">
                  <c:v>40758</c:v>
                </c:pt>
                <c:pt idx="3023">
                  <c:v>40759</c:v>
                </c:pt>
                <c:pt idx="3024">
                  <c:v>40760</c:v>
                </c:pt>
                <c:pt idx="3025">
                  <c:v>40763</c:v>
                </c:pt>
                <c:pt idx="3026">
                  <c:v>40764</c:v>
                </c:pt>
                <c:pt idx="3027">
                  <c:v>40765</c:v>
                </c:pt>
                <c:pt idx="3028">
                  <c:v>40766</c:v>
                </c:pt>
                <c:pt idx="3029">
                  <c:v>40767</c:v>
                </c:pt>
                <c:pt idx="3030">
                  <c:v>40770</c:v>
                </c:pt>
                <c:pt idx="3031">
                  <c:v>40771</c:v>
                </c:pt>
                <c:pt idx="3032">
                  <c:v>40772</c:v>
                </c:pt>
                <c:pt idx="3033">
                  <c:v>40773</c:v>
                </c:pt>
                <c:pt idx="3034">
                  <c:v>40774</c:v>
                </c:pt>
                <c:pt idx="3035">
                  <c:v>40777</c:v>
                </c:pt>
                <c:pt idx="3036">
                  <c:v>40778</c:v>
                </c:pt>
                <c:pt idx="3037">
                  <c:v>40779</c:v>
                </c:pt>
                <c:pt idx="3038">
                  <c:v>40780</c:v>
                </c:pt>
                <c:pt idx="3039">
                  <c:v>40781</c:v>
                </c:pt>
                <c:pt idx="3040">
                  <c:v>40784</c:v>
                </c:pt>
                <c:pt idx="3041">
                  <c:v>40785</c:v>
                </c:pt>
                <c:pt idx="3042">
                  <c:v>40786</c:v>
                </c:pt>
                <c:pt idx="3043">
                  <c:v>40787</c:v>
                </c:pt>
                <c:pt idx="3044">
                  <c:v>40788</c:v>
                </c:pt>
                <c:pt idx="3045">
                  <c:v>40791</c:v>
                </c:pt>
                <c:pt idx="3046">
                  <c:v>40792</c:v>
                </c:pt>
                <c:pt idx="3047">
                  <c:v>40793</c:v>
                </c:pt>
                <c:pt idx="3048">
                  <c:v>40794</c:v>
                </c:pt>
                <c:pt idx="3049">
                  <c:v>40795</c:v>
                </c:pt>
                <c:pt idx="3050">
                  <c:v>40798</c:v>
                </c:pt>
                <c:pt idx="3051">
                  <c:v>40799</c:v>
                </c:pt>
                <c:pt idx="3052">
                  <c:v>40800</c:v>
                </c:pt>
                <c:pt idx="3053">
                  <c:v>40801</c:v>
                </c:pt>
                <c:pt idx="3054">
                  <c:v>40802</c:v>
                </c:pt>
                <c:pt idx="3055">
                  <c:v>40805</c:v>
                </c:pt>
                <c:pt idx="3056">
                  <c:v>40806</c:v>
                </c:pt>
                <c:pt idx="3057">
                  <c:v>40807</c:v>
                </c:pt>
                <c:pt idx="3058">
                  <c:v>40808</c:v>
                </c:pt>
                <c:pt idx="3059">
                  <c:v>40809</c:v>
                </c:pt>
                <c:pt idx="3060">
                  <c:v>40812</c:v>
                </c:pt>
                <c:pt idx="3061">
                  <c:v>40813</c:v>
                </c:pt>
                <c:pt idx="3062">
                  <c:v>40814</c:v>
                </c:pt>
                <c:pt idx="3063">
                  <c:v>40815</c:v>
                </c:pt>
                <c:pt idx="3064">
                  <c:v>40816</c:v>
                </c:pt>
                <c:pt idx="3065">
                  <c:v>40819</c:v>
                </c:pt>
                <c:pt idx="3066">
                  <c:v>40820</c:v>
                </c:pt>
                <c:pt idx="3067">
                  <c:v>40821</c:v>
                </c:pt>
                <c:pt idx="3068">
                  <c:v>40822</c:v>
                </c:pt>
                <c:pt idx="3069">
                  <c:v>40823</c:v>
                </c:pt>
                <c:pt idx="3070">
                  <c:v>40826</c:v>
                </c:pt>
                <c:pt idx="3071">
                  <c:v>40827</c:v>
                </c:pt>
                <c:pt idx="3072">
                  <c:v>40828</c:v>
                </c:pt>
                <c:pt idx="3073">
                  <c:v>40829</c:v>
                </c:pt>
                <c:pt idx="3074">
                  <c:v>40830</c:v>
                </c:pt>
                <c:pt idx="3075">
                  <c:v>40833</c:v>
                </c:pt>
                <c:pt idx="3076">
                  <c:v>40834</c:v>
                </c:pt>
                <c:pt idx="3077">
                  <c:v>40835</c:v>
                </c:pt>
                <c:pt idx="3078">
                  <c:v>40836</c:v>
                </c:pt>
                <c:pt idx="3079">
                  <c:v>40837</c:v>
                </c:pt>
                <c:pt idx="3080">
                  <c:v>40840</c:v>
                </c:pt>
                <c:pt idx="3081">
                  <c:v>40841</c:v>
                </c:pt>
                <c:pt idx="3082">
                  <c:v>40842</c:v>
                </c:pt>
                <c:pt idx="3083">
                  <c:v>40843</c:v>
                </c:pt>
                <c:pt idx="3084">
                  <c:v>40844</c:v>
                </c:pt>
                <c:pt idx="3085">
                  <c:v>40847</c:v>
                </c:pt>
                <c:pt idx="3086">
                  <c:v>40848</c:v>
                </c:pt>
                <c:pt idx="3087">
                  <c:v>40849</c:v>
                </c:pt>
                <c:pt idx="3088">
                  <c:v>40850</c:v>
                </c:pt>
                <c:pt idx="3089">
                  <c:v>40851</c:v>
                </c:pt>
                <c:pt idx="3090">
                  <c:v>40854</c:v>
                </c:pt>
                <c:pt idx="3091">
                  <c:v>40855</c:v>
                </c:pt>
                <c:pt idx="3092">
                  <c:v>40856</c:v>
                </c:pt>
                <c:pt idx="3093">
                  <c:v>40857</c:v>
                </c:pt>
                <c:pt idx="3094">
                  <c:v>40858</c:v>
                </c:pt>
                <c:pt idx="3095">
                  <c:v>40861</c:v>
                </c:pt>
                <c:pt idx="3096">
                  <c:v>40862</c:v>
                </c:pt>
                <c:pt idx="3097">
                  <c:v>40863</c:v>
                </c:pt>
                <c:pt idx="3098">
                  <c:v>40864</c:v>
                </c:pt>
                <c:pt idx="3099">
                  <c:v>40865</c:v>
                </c:pt>
                <c:pt idx="3100">
                  <c:v>40868</c:v>
                </c:pt>
                <c:pt idx="3101">
                  <c:v>40869</c:v>
                </c:pt>
                <c:pt idx="3102">
                  <c:v>40870</c:v>
                </c:pt>
                <c:pt idx="3103">
                  <c:v>40871</c:v>
                </c:pt>
                <c:pt idx="3104">
                  <c:v>40872</c:v>
                </c:pt>
                <c:pt idx="3105">
                  <c:v>40875</c:v>
                </c:pt>
                <c:pt idx="3106">
                  <c:v>40876</c:v>
                </c:pt>
                <c:pt idx="3107">
                  <c:v>40877</c:v>
                </c:pt>
                <c:pt idx="3108">
                  <c:v>40878</c:v>
                </c:pt>
                <c:pt idx="3109">
                  <c:v>40879</c:v>
                </c:pt>
                <c:pt idx="3110">
                  <c:v>40882</c:v>
                </c:pt>
                <c:pt idx="3111">
                  <c:v>40883</c:v>
                </c:pt>
                <c:pt idx="3112">
                  <c:v>40884</c:v>
                </c:pt>
                <c:pt idx="3113">
                  <c:v>40885</c:v>
                </c:pt>
                <c:pt idx="3114">
                  <c:v>40886</c:v>
                </c:pt>
                <c:pt idx="3115">
                  <c:v>40889</c:v>
                </c:pt>
                <c:pt idx="3116">
                  <c:v>40890</c:v>
                </c:pt>
                <c:pt idx="3117">
                  <c:v>40891</c:v>
                </c:pt>
                <c:pt idx="3118">
                  <c:v>40892</c:v>
                </c:pt>
                <c:pt idx="3119">
                  <c:v>40893</c:v>
                </c:pt>
                <c:pt idx="3120">
                  <c:v>40896</c:v>
                </c:pt>
                <c:pt idx="3121">
                  <c:v>40897</c:v>
                </c:pt>
                <c:pt idx="3122">
                  <c:v>40898</c:v>
                </c:pt>
                <c:pt idx="3123">
                  <c:v>40899</c:v>
                </c:pt>
                <c:pt idx="3124">
                  <c:v>40900</c:v>
                </c:pt>
                <c:pt idx="3125">
                  <c:v>40903</c:v>
                </c:pt>
                <c:pt idx="3126">
                  <c:v>40904</c:v>
                </c:pt>
                <c:pt idx="3127">
                  <c:v>40905</c:v>
                </c:pt>
                <c:pt idx="3128">
                  <c:v>40906</c:v>
                </c:pt>
                <c:pt idx="3129">
                  <c:v>40907</c:v>
                </c:pt>
                <c:pt idx="3130">
                  <c:v>40910</c:v>
                </c:pt>
                <c:pt idx="3131">
                  <c:v>40911</c:v>
                </c:pt>
                <c:pt idx="3132">
                  <c:v>40912</c:v>
                </c:pt>
                <c:pt idx="3133">
                  <c:v>40913</c:v>
                </c:pt>
                <c:pt idx="3134">
                  <c:v>40914</c:v>
                </c:pt>
                <c:pt idx="3135">
                  <c:v>40917</c:v>
                </c:pt>
                <c:pt idx="3136">
                  <c:v>40918</c:v>
                </c:pt>
                <c:pt idx="3137">
                  <c:v>40919</c:v>
                </c:pt>
                <c:pt idx="3138">
                  <c:v>40920</c:v>
                </c:pt>
                <c:pt idx="3139">
                  <c:v>40921</c:v>
                </c:pt>
                <c:pt idx="3140">
                  <c:v>40924</c:v>
                </c:pt>
                <c:pt idx="3141">
                  <c:v>40925</c:v>
                </c:pt>
                <c:pt idx="3142">
                  <c:v>40926</c:v>
                </c:pt>
                <c:pt idx="3143">
                  <c:v>40927</c:v>
                </c:pt>
                <c:pt idx="3144">
                  <c:v>40928</c:v>
                </c:pt>
                <c:pt idx="3145">
                  <c:v>40931</c:v>
                </c:pt>
                <c:pt idx="3146">
                  <c:v>40932</c:v>
                </c:pt>
                <c:pt idx="3147">
                  <c:v>40933</c:v>
                </c:pt>
                <c:pt idx="3148">
                  <c:v>40934</c:v>
                </c:pt>
                <c:pt idx="3149">
                  <c:v>40935</c:v>
                </c:pt>
                <c:pt idx="3150">
                  <c:v>40938</c:v>
                </c:pt>
                <c:pt idx="3151">
                  <c:v>40939</c:v>
                </c:pt>
                <c:pt idx="3152">
                  <c:v>40940</c:v>
                </c:pt>
                <c:pt idx="3153">
                  <c:v>40941</c:v>
                </c:pt>
                <c:pt idx="3154">
                  <c:v>40942</c:v>
                </c:pt>
                <c:pt idx="3155">
                  <c:v>40945</c:v>
                </c:pt>
                <c:pt idx="3156">
                  <c:v>40946</c:v>
                </c:pt>
                <c:pt idx="3157">
                  <c:v>40947</c:v>
                </c:pt>
                <c:pt idx="3158">
                  <c:v>40948</c:v>
                </c:pt>
                <c:pt idx="3159">
                  <c:v>40949</c:v>
                </c:pt>
                <c:pt idx="3160">
                  <c:v>40952</c:v>
                </c:pt>
                <c:pt idx="3161">
                  <c:v>40953</c:v>
                </c:pt>
                <c:pt idx="3162">
                  <c:v>40954</c:v>
                </c:pt>
                <c:pt idx="3163">
                  <c:v>40955</c:v>
                </c:pt>
                <c:pt idx="3164">
                  <c:v>40956</c:v>
                </c:pt>
                <c:pt idx="3165">
                  <c:v>40959</c:v>
                </c:pt>
                <c:pt idx="3166">
                  <c:v>40960</c:v>
                </c:pt>
                <c:pt idx="3167">
                  <c:v>40961</c:v>
                </c:pt>
                <c:pt idx="3168">
                  <c:v>40962</c:v>
                </c:pt>
                <c:pt idx="3169">
                  <c:v>40963</c:v>
                </c:pt>
                <c:pt idx="3170">
                  <c:v>40966</c:v>
                </c:pt>
                <c:pt idx="3171">
                  <c:v>40967</c:v>
                </c:pt>
                <c:pt idx="3172">
                  <c:v>40968</c:v>
                </c:pt>
                <c:pt idx="3173">
                  <c:v>40969</c:v>
                </c:pt>
                <c:pt idx="3174">
                  <c:v>40970</c:v>
                </c:pt>
                <c:pt idx="3175">
                  <c:v>40973</c:v>
                </c:pt>
                <c:pt idx="3176">
                  <c:v>40974</c:v>
                </c:pt>
                <c:pt idx="3177">
                  <c:v>40975</c:v>
                </c:pt>
                <c:pt idx="3178">
                  <c:v>40976</c:v>
                </c:pt>
                <c:pt idx="3179">
                  <c:v>40977</c:v>
                </c:pt>
                <c:pt idx="3180">
                  <c:v>40980</c:v>
                </c:pt>
                <c:pt idx="3181">
                  <c:v>40981</c:v>
                </c:pt>
                <c:pt idx="3182">
                  <c:v>40982</c:v>
                </c:pt>
                <c:pt idx="3183">
                  <c:v>40983</c:v>
                </c:pt>
                <c:pt idx="3184">
                  <c:v>40984</c:v>
                </c:pt>
                <c:pt idx="3185">
                  <c:v>40987</c:v>
                </c:pt>
                <c:pt idx="3186">
                  <c:v>40988</c:v>
                </c:pt>
                <c:pt idx="3187">
                  <c:v>40989</c:v>
                </c:pt>
                <c:pt idx="3188">
                  <c:v>40990</c:v>
                </c:pt>
                <c:pt idx="3189">
                  <c:v>40991</c:v>
                </c:pt>
                <c:pt idx="3190">
                  <c:v>40994</c:v>
                </c:pt>
                <c:pt idx="3191">
                  <c:v>40995</c:v>
                </c:pt>
                <c:pt idx="3192">
                  <c:v>40996</c:v>
                </c:pt>
                <c:pt idx="3193">
                  <c:v>40997</c:v>
                </c:pt>
                <c:pt idx="3194">
                  <c:v>40998</c:v>
                </c:pt>
                <c:pt idx="3195">
                  <c:v>41001</c:v>
                </c:pt>
                <c:pt idx="3196">
                  <c:v>41002</c:v>
                </c:pt>
                <c:pt idx="3197">
                  <c:v>41003</c:v>
                </c:pt>
                <c:pt idx="3198">
                  <c:v>41004</c:v>
                </c:pt>
                <c:pt idx="3199">
                  <c:v>41005</c:v>
                </c:pt>
                <c:pt idx="3200">
                  <c:v>41008</c:v>
                </c:pt>
                <c:pt idx="3201">
                  <c:v>41009</c:v>
                </c:pt>
                <c:pt idx="3202">
                  <c:v>41010</c:v>
                </c:pt>
                <c:pt idx="3203">
                  <c:v>41011</c:v>
                </c:pt>
                <c:pt idx="3204">
                  <c:v>41012</c:v>
                </c:pt>
                <c:pt idx="3205">
                  <c:v>41015</c:v>
                </c:pt>
                <c:pt idx="3206">
                  <c:v>41016</c:v>
                </c:pt>
                <c:pt idx="3207">
                  <c:v>41017</c:v>
                </c:pt>
                <c:pt idx="3208">
                  <c:v>41018</c:v>
                </c:pt>
                <c:pt idx="3209">
                  <c:v>41019</c:v>
                </c:pt>
                <c:pt idx="3210">
                  <c:v>41022</c:v>
                </c:pt>
                <c:pt idx="3211">
                  <c:v>41023</c:v>
                </c:pt>
                <c:pt idx="3212">
                  <c:v>41024</c:v>
                </c:pt>
                <c:pt idx="3213">
                  <c:v>41025</c:v>
                </c:pt>
                <c:pt idx="3214">
                  <c:v>41026</c:v>
                </c:pt>
                <c:pt idx="3215">
                  <c:v>41029</c:v>
                </c:pt>
                <c:pt idx="3216">
                  <c:v>41030</c:v>
                </c:pt>
                <c:pt idx="3217">
                  <c:v>41031</c:v>
                </c:pt>
                <c:pt idx="3218">
                  <c:v>41032</c:v>
                </c:pt>
                <c:pt idx="3219">
                  <c:v>41033</c:v>
                </c:pt>
                <c:pt idx="3220">
                  <c:v>41036</c:v>
                </c:pt>
                <c:pt idx="3221">
                  <c:v>41037</c:v>
                </c:pt>
                <c:pt idx="3222">
                  <c:v>41038</c:v>
                </c:pt>
                <c:pt idx="3223">
                  <c:v>41039</c:v>
                </c:pt>
                <c:pt idx="3224">
                  <c:v>41040</c:v>
                </c:pt>
                <c:pt idx="3225">
                  <c:v>41043</c:v>
                </c:pt>
                <c:pt idx="3226">
                  <c:v>41044</c:v>
                </c:pt>
                <c:pt idx="3227">
                  <c:v>41045</c:v>
                </c:pt>
                <c:pt idx="3228">
                  <c:v>41046</c:v>
                </c:pt>
                <c:pt idx="3229">
                  <c:v>41047</c:v>
                </c:pt>
                <c:pt idx="3230">
                  <c:v>41050</c:v>
                </c:pt>
                <c:pt idx="3231">
                  <c:v>41051</c:v>
                </c:pt>
                <c:pt idx="3232">
                  <c:v>41052</c:v>
                </c:pt>
                <c:pt idx="3233">
                  <c:v>41053</c:v>
                </c:pt>
                <c:pt idx="3234">
                  <c:v>41054</c:v>
                </c:pt>
                <c:pt idx="3235">
                  <c:v>41057</c:v>
                </c:pt>
                <c:pt idx="3236">
                  <c:v>41058</c:v>
                </c:pt>
                <c:pt idx="3237">
                  <c:v>41059</c:v>
                </c:pt>
                <c:pt idx="3238">
                  <c:v>41060</c:v>
                </c:pt>
                <c:pt idx="3239">
                  <c:v>41061</c:v>
                </c:pt>
                <c:pt idx="3240">
                  <c:v>41064</c:v>
                </c:pt>
                <c:pt idx="3241">
                  <c:v>41065</c:v>
                </c:pt>
                <c:pt idx="3242">
                  <c:v>41066</c:v>
                </c:pt>
                <c:pt idx="3243">
                  <c:v>41067</c:v>
                </c:pt>
                <c:pt idx="3244">
                  <c:v>41068</c:v>
                </c:pt>
                <c:pt idx="3245">
                  <c:v>41071</c:v>
                </c:pt>
                <c:pt idx="3246">
                  <c:v>41072</c:v>
                </c:pt>
                <c:pt idx="3247">
                  <c:v>41073</c:v>
                </c:pt>
                <c:pt idx="3248">
                  <c:v>41074</c:v>
                </c:pt>
                <c:pt idx="3249">
                  <c:v>41075</c:v>
                </c:pt>
                <c:pt idx="3250">
                  <c:v>41078</c:v>
                </c:pt>
                <c:pt idx="3251">
                  <c:v>41079</c:v>
                </c:pt>
                <c:pt idx="3252">
                  <c:v>41080</c:v>
                </c:pt>
                <c:pt idx="3253">
                  <c:v>41081</c:v>
                </c:pt>
                <c:pt idx="3254">
                  <c:v>41082</c:v>
                </c:pt>
                <c:pt idx="3255">
                  <c:v>41085</c:v>
                </c:pt>
                <c:pt idx="3256">
                  <c:v>41086</c:v>
                </c:pt>
                <c:pt idx="3257">
                  <c:v>41087</c:v>
                </c:pt>
                <c:pt idx="3258">
                  <c:v>41088</c:v>
                </c:pt>
                <c:pt idx="3259">
                  <c:v>41089</c:v>
                </c:pt>
                <c:pt idx="3260">
                  <c:v>41092</c:v>
                </c:pt>
                <c:pt idx="3261">
                  <c:v>41093</c:v>
                </c:pt>
                <c:pt idx="3262">
                  <c:v>41094</c:v>
                </c:pt>
                <c:pt idx="3263">
                  <c:v>41095</c:v>
                </c:pt>
                <c:pt idx="3264">
                  <c:v>41096</c:v>
                </c:pt>
                <c:pt idx="3265">
                  <c:v>41099</c:v>
                </c:pt>
                <c:pt idx="3266">
                  <c:v>41100</c:v>
                </c:pt>
                <c:pt idx="3267">
                  <c:v>41101</c:v>
                </c:pt>
                <c:pt idx="3268">
                  <c:v>41102</c:v>
                </c:pt>
                <c:pt idx="3269">
                  <c:v>41103</c:v>
                </c:pt>
                <c:pt idx="3270">
                  <c:v>41106</c:v>
                </c:pt>
                <c:pt idx="3271">
                  <c:v>41107</c:v>
                </c:pt>
                <c:pt idx="3272">
                  <c:v>41108</c:v>
                </c:pt>
                <c:pt idx="3273">
                  <c:v>41109</c:v>
                </c:pt>
                <c:pt idx="3274">
                  <c:v>41110</c:v>
                </c:pt>
                <c:pt idx="3275">
                  <c:v>41113</c:v>
                </c:pt>
                <c:pt idx="3276">
                  <c:v>41114</c:v>
                </c:pt>
                <c:pt idx="3277">
                  <c:v>41115</c:v>
                </c:pt>
                <c:pt idx="3278">
                  <c:v>41116</c:v>
                </c:pt>
                <c:pt idx="3279">
                  <c:v>41117</c:v>
                </c:pt>
                <c:pt idx="3280">
                  <c:v>41120</c:v>
                </c:pt>
                <c:pt idx="3281">
                  <c:v>41121</c:v>
                </c:pt>
                <c:pt idx="3282">
                  <c:v>41122</c:v>
                </c:pt>
                <c:pt idx="3283">
                  <c:v>41123</c:v>
                </c:pt>
                <c:pt idx="3284">
                  <c:v>41124</c:v>
                </c:pt>
                <c:pt idx="3285">
                  <c:v>41127</c:v>
                </c:pt>
                <c:pt idx="3286">
                  <c:v>41128</c:v>
                </c:pt>
                <c:pt idx="3287">
                  <c:v>41129</c:v>
                </c:pt>
                <c:pt idx="3288">
                  <c:v>41130</c:v>
                </c:pt>
                <c:pt idx="3289">
                  <c:v>41131</c:v>
                </c:pt>
                <c:pt idx="3290">
                  <c:v>41134</c:v>
                </c:pt>
                <c:pt idx="3291">
                  <c:v>41135</c:v>
                </c:pt>
                <c:pt idx="3292">
                  <c:v>41136</c:v>
                </c:pt>
                <c:pt idx="3293">
                  <c:v>41137</c:v>
                </c:pt>
                <c:pt idx="3294">
                  <c:v>41138</c:v>
                </c:pt>
                <c:pt idx="3295">
                  <c:v>41141</c:v>
                </c:pt>
                <c:pt idx="3296">
                  <c:v>41142</c:v>
                </c:pt>
                <c:pt idx="3297">
                  <c:v>41143</c:v>
                </c:pt>
                <c:pt idx="3298">
                  <c:v>41144</c:v>
                </c:pt>
                <c:pt idx="3299">
                  <c:v>41145</c:v>
                </c:pt>
                <c:pt idx="3300">
                  <c:v>41148</c:v>
                </c:pt>
                <c:pt idx="3301">
                  <c:v>41149</c:v>
                </c:pt>
                <c:pt idx="3302">
                  <c:v>41150</c:v>
                </c:pt>
                <c:pt idx="3303">
                  <c:v>41151</c:v>
                </c:pt>
                <c:pt idx="3304">
                  <c:v>41152</c:v>
                </c:pt>
                <c:pt idx="3305">
                  <c:v>41155</c:v>
                </c:pt>
                <c:pt idx="3306">
                  <c:v>41156</c:v>
                </c:pt>
                <c:pt idx="3307">
                  <c:v>41157</c:v>
                </c:pt>
                <c:pt idx="3308">
                  <c:v>41158</c:v>
                </c:pt>
                <c:pt idx="3309">
                  <c:v>41159</c:v>
                </c:pt>
                <c:pt idx="3310">
                  <c:v>41162</c:v>
                </c:pt>
                <c:pt idx="3311">
                  <c:v>41163</c:v>
                </c:pt>
                <c:pt idx="3312">
                  <c:v>41164</c:v>
                </c:pt>
                <c:pt idx="3313">
                  <c:v>41165</c:v>
                </c:pt>
                <c:pt idx="3314">
                  <c:v>41166</c:v>
                </c:pt>
                <c:pt idx="3315">
                  <c:v>41169</c:v>
                </c:pt>
                <c:pt idx="3316">
                  <c:v>41170</c:v>
                </c:pt>
                <c:pt idx="3317">
                  <c:v>41171</c:v>
                </c:pt>
                <c:pt idx="3318">
                  <c:v>41172</c:v>
                </c:pt>
                <c:pt idx="3319">
                  <c:v>41173</c:v>
                </c:pt>
                <c:pt idx="3320">
                  <c:v>41176</c:v>
                </c:pt>
                <c:pt idx="3321">
                  <c:v>41177</c:v>
                </c:pt>
                <c:pt idx="3322">
                  <c:v>41178</c:v>
                </c:pt>
                <c:pt idx="3323">
                  <c:v>41179</c:v>
                </c:pt>
                <c:pt idx="3324">
                  <c:v>41180</c:v>
                </c:pt>
                <c:pt idx="3325">
                  <c:v>41183</c:v>
                </c:pt>
                <c:pt idx="3326">
                  <c:v>41184</c:v>
                </c:pt>
                <c:pt idx="3327">
                  <c:v>41185</c:v>
                </c:pt>
                <c:pt idx="3328">
                  <c:v>41186</c:v>
                </c:pt>
                <c:pt idx="3329">
                  <c:v>41187</c:v>
                </c:pt>
                <c:pt idx="3330">
                  <c:v>41190</c:v>
                </c:pt>
                <c:pt idx="3331">
                  <c:v>41191</c:v>
                </c:pt>
                <c:pt idx="3332">
                  <c:v>41192</c:v>
                </c:pt>
                <c:pt idx="3333">
                  <c:v>41193</c:v>
                </c:pt>
                <c:pt idx="3334">
                  <c:v>41194</c:v>
                </c:pt>
                <c:pt idx="3335">
                  <c:v>41197</c:v>
                </c:pt>
                <c:pt idx="3336">
                  <c:v>41198</c:v>
                </c:pt>
                <c:pt idx="3337">
                  <c:v>41199</c:v>
                </c:pt>
                <c:pt idx="3338">
                  <c:v>41200</c:v>
                </c:pt>
                <c:pt idx="3339">
                  <c:v>41201</c:v>
                </c:pt>
                <c:pt idx="3340">
                  <c:v>41204</c:v>
                </c:pt>
                <c:pt idx="3341">
                  <c:v>41205</c:v>
                </c:pt>
                <c:pt idx="3342">
                  <c:v>41206</c:v>
                </c:pt>
                <c:pt idx="3343">
                  <c:v>41207</c:v>
                </c:pt>
                <c:pt idx="3344">
                  <c:v>41208</c:v>
                </c:pt>
                <c:pt idx="3345">
                  <c:v>41211</c:v>
                </c:pt>
                <c:pt idx="3346">
                  <c:v>41212</c:v>
                </c:pt>
                <c:pt idx="3347">
                  <c:v>41213</c:v>
                </c:pt>
                <c:pt idx="3348">
                  <c:v>41214</c:v>
                </c:pt>
                <c:pt idx="3349">
                  <c:v>41215</c:v>
                </c:pt>
                <c:pt idx="3350">
                  <c:v>41218</c:v>
                </c:pt>
                <c:pt idx="3351">
                  <c:v>41219</c:v>
                </c:pt>
                <c:pt idx="3352">
                  <c:v>41220</c:v>
                </c:pt>
                <c:pt idx="3353">
                  <c:v>41221</c:v>
                </c:pt>
                <c:pt idx="3354">
                  <c:v>41222</c:v>
                </c:pt>
                <c:pt idx="3355">
                  <c:v>41225</c:v>
                </c:pt>
                <c:pt idx="3356">
                  <c:v>41226</c:v>
                </c:pt>
                <c:pt idx="3357">
                  <c:v>41227</c:v>
                </c:pt>
                <c:pt idx="3358">
                  <c:v>41228</c:v>
                </c:pt>
                <c:pt idx="3359">
                  <c:v>41229</c:v>
                </c:pt>
                <c:pt idx="3360">
                  <c:v>41232</c:v>
                </c:pt>
                <c:pt idx="3361">
                  <c:v>41233</c:v>
                </c:pt>
                <c:pt idx="3362">
                  <c:v>41234</c:v>
                </c:pt>
                <c:pt idx="3363">
                  <c:v>41235</c:v>
                </c:pt>
                <c:pt idx="3364">
                  <c:v>41236</c:v>
                </c:pt>
                <c:pt idx="3365">
                  <c:v>41239</c:v>
                </c:pt>
                <c:pt idx="3366">
                  <c:v>41240</c:v>
                </c:pt>
                <c:pt idx="3367">
                  <c:v>41241</c:v>
                </c:pt>
                <c:pt idx="3368">
                  <c:v>41242</c:v>
                </c:pt>
                <c:pt idx="3369">
                  <c:v>41243</c:v>
                </c:pt>
                <c:pt idx="3370">
                  <c:v>41246</c:v>
                </c:pt>
                <c:pt idx="3371">
                  <c:v>41247</c:v>
                </c:pt>
                <c:pt idx="3372">
                  <c:v>41248</c:v>
                </c:pt>
                <c:pt idx="3373">
                  <c:v>41249</c:v>
                </c:pt>
                <c:pt idx="3374">
                  <c:v>41250</c:v>
                </c:pt>
                <c:pt idx="3375">
                  <c:v>41253</c:v>
                </c:pt>
                <c:pt idx="3376">
                  <c:v>41254</c:v>
                </c:pt>
                <c:pt idx="3377">
                  <c:v>41255</c:v>
                </c:pt>
                <c:pt idx="3378">
                  <c:v>41256</c:v>
                </c:pt>
                <c:pt idx="3379">
                  <c:v>41257</c:v>
                </c:pt>
                <c:pt idx="3380">
                  <c:v>41260</c:v>
                </c:pt>
                <c:pt idx="3381">
                  <c:v>41261</c:v>
                </c:pt>
                <c:pt idx="3382">
                  <c:v>41262</c:v>
                </c:pt>
                <c:pt idx="3383">
                  <c:v>41263</c:v>
                </c:pt>
                <c:pt idx="3384">
                  <c:v>41264</c:v>
                </c:pt>
                <c:pt idx="3385">
                  <c:v>41267</c:v>
                </c:pt>
                <c:pt idx="3386">
                  <c:v>41268</c:v>
                </c:pt>
                <c:pt idx="3387">
                  <c:v>41269</c:v>
                </c:pt>
                <c:pt idx="3388">
                  <c:v>41270</c:v>
                </c:pt>
                <c:pt idx="3389">
                  <c:v>41271</c:v>
                </c:pt>
                <c:pt idx="3390">
                  <c:v>41274</c:v>
                </c:pt>
                <c:pt idx="3391">
                  <c:v>41275</c:v>
                </c:pt>
                <c:pt idx="3392">
                  <c:v>41276</c:v>
                </c:pt>
                <c:pt idx="3393">
                  <c:v>41277</c:v>
                </c:pt>
                <c:pt idx="3394">
                  <c:v>41278</c:v>
                </c:pt>
                <c:pt idx="3395">
                  <c:v>41281</c:v>
                </c:pt>
                <c:pt idx="3396">
                  <c:v>41282</c:v>
                </c:pt>
                <c:pt idx="3397">
                  <c:v>41283</c:v>
                </c:pt>
                <c:pt idx="3398">
                  <c:v>41284</c:v>
                </c:pt>
                <c:pt idx="3399">
                  <c:v>41285</c:v>
                </c:pt>
                <c:pt idx="3400">
                  <c:v>41288</c:v>
                </c:pt>
                <c:pt idx="3401">
                  <c:v>41289</c:v>
                </c:pt>
                <c:pt idx="3402">
                  <c:v>41290</c:v>
                </c:pt>
                <c:pt idx="3403">
                  <c:v>41291</c:v>
                </c:pt>
                <c:pt idx="3404">
                  <c:v>41292</c:v>
                </c:pt>
                <c:pt idx="3405">
                  <c:v>41295</c:v>
                </c:pt>
                <c:pt idx="3406">
                  <c:v>41296</c:v>
                </c:pt>
                <c:pt idx="3407">
                  <c:v>41297</c:v>
                </c:pt>
                <c:pt idx="3408">
                  <c:v>41298</c:v>
                </c:pt>
                <c:pt idx="3409">
                  <c:v>41299</c:v>
                </c:pt>
                <c:pt idx="3410">
                  <c:v>41302</c:v>
                </c:pt>
                <c:pt idx="3411">
                  <c:v>41303</c:v>
                </c:pt>
                <c:pt idx="3412">
                  <c:v>41304</c:v>
                </c:pt>
                <c:pt idx="3413">
                  <c:v>41305</c:v>
                </c:pt>
                <c:pt idx="3414">
                  <c:v>41306</c:v>
                </c:pt>
                <c:pt idx="3415">
                  <c:v>41309</c:v>
                </c:pt>
                <c:pt idx="3416">
                  <c:v>41310</c:v>
                </c:pt>
                <c:pt idx="3417">
                  <c:v>41311</c:v>
                </c:pt>
                <c:pt idx="3418">
                  <c:v>41312</c:v>
                </c:pt>
                <c:pt idx="3419">
                  <c:v>41313</c:v>
                </c:pt>
                <c:pt idx="3420">
                  <c:v>41316</c:v>
                </c:pt>
                <c:pt idx="3421">
                  <c:v>41317</c:v>
                </c:pt>
                <c:pt idx="3422">
                  <c:v>41318</c:v>
                </c:pt>
                <c:pt idx="3423">
                  <c:v>41319</c:v>
                </c:pt>
                <c:pt idx="3424">
                  <c:v>41320</c:v>
                </c:pt>
                <c:pt idx="3425">
                  <c:v>41323</c:v>
                </c:pt>
                <c:pt idx="3426">
                  <c:v>41324</c:v>
                </c:pt>
                <c:pt idx="3427">
                  <c:v>41325</c:v>
                </c:pt>
                <c:pt idx="3428">
                  <c:v>41326</c:v>
                </c:pt>
                <c:pt idx="3429">
                  <c:v>41327</c:v>
                </c:pt>
                <c:pt idx="3430">
                  <c:v>41330</c:v>
                </c:pt>
                <c:pt idx="3431">
                  <c:v>41331</c:v>
                </c:pt>
                <c:pt idx="3432">
                  <c:v>41332</c:v>
                </c:pt>
                <c:pt idx="3433">
                  <c:v>41333</c:v>
                </c:pt>
                <c:pt idx="3434">
                  <c:v>41334</c:v>
                </c:pt>
                <c:pt idx="3435">
                  <c:v>41337</c:v>
                </c:pt>
                <c:pt idx="3436">
                  <c:v>41338</c:v>
                </c:pt>
                <c:pt idx="3437">
                  <c:v>41339</c:v>
                </c:pt>
                <c:pt idx="3438">
                  <c:v>41340</c:v>
                </c:pt>
                <c:pt idx="3439">
                  <c:v>41341</c:v>
                </c:pt>
                <c:pt idx="3440">
                  <c:v>41344</c:v>
                </c:pt>
                <c:pt idx="3441">
                  <c:v>41345</c:v>
                </c:pt>
                <c:pt idx="3442">
                  <c:v>41346</c:v>
                </c:pt>
                <c:pt idx="3443">
                  <c:v>41347</c:v>
                </c:pt>
                <c:pt idx="3444">
                  <c:v>41348</c:v>
                </c:pt>
                <c:pt idx="3445">
                  <c:v>41351</c:v>
                </c:pt>
                <c:pt idx="3446">
                  <c:v>41352</c:v>
                </c:pt>
                <c:pt idx="3447">
                  <c:v>41353</c:v>
                </c:pt>
                <c:pt idx="3448">
                  <c:v>41354</c:v>
                </c:pt>
                <c:pt idx="3449">
                  <c:v>41355</c:v>
                </c:pt>
                <c:pt idx="3450">
                  <c:v>41358</c:v>
                </c:pt>
                <c:pt idx="3451">
                  <c:v>41359</c:v>
                </c:pt>
                <c:pt idx="3452">
                  <c:v>41360</c:v>
                </c:pt>
                <c:pt idx="3453">
                  <c:v>41361</c:v>
                </c:pt>
                <c:pt idx="3454">
                  <c:v>41362</c:v>
                </c:pt>
                <c:pt idx="3455">
                  <c:v>41365</c:v>
                </c:pt>
                <c:pt idx="3456">
                  <c:v>41366</c:v>
                </c:pt>
                <c:pt idx="3457">
                  <c:v>41367</c:v>
                </c:pt>
                <c:pt idx="3458">
                  <c:v>41368</c:v>
                </c:pt>
                <c:pt idx="3459">
                  <c:v>41369</c:v>
                </c:pt>
                <c:pt idx="3460">
                  <c:v>41372</c:v>
                </c:pt>
                <c:pt idx="3461">
                  <c:v>41373</c:v>
                </c:pt>
                <c:pt idx="3462">
                  <c:v>41374</c:v>
                </c:pt>
                <c:pt idx="3463">
                  <c:v>41375</c:v>
                </c:pt>
                <c:pt idx="3464">
                  <c:v>41376</c:v>
                </c:pt>
                <c:pt idx="3465">
                  <c:v>41379</c:v>
                </c:pt>
                <c:pt idx="3466">
                  <c:v>41380</c:v>
                </c:pt>
                <c:pt idx="3467">
                  <c:v>41381</c:v>
                </c:pt>
                <c:pt idx="3468">
                  <c:v>41382</c:v>
                </c:pt>
                <c:pt idx="3469">
                  <c:v>41383</c:v>
                </c:pt>
                <c:pt idx="3470">
                  <c:v>41386</c:v>
                </c:pt>
                <c:pt idx="3471">
                  <c:v>41387</c:v>
                </c:pt>
                <c:pt idx="3472">
                  <c:v>41388</c:v>
                </c:pt>
                <c:pt idx="3473">
                  <c:v>41389</c:v>
                </c:pt>
                <c:pt idx="3474">
                  <c:v>41390</c:v>
                </c:pt>
                <c:pt idx="3475">
                  <c:v>41393</c:v>
                </c:pt>
                <c:pt idx="3476">
                  <c:v>41394</c:v>
                </c:pt>
                <c:pt idx="3477">
                  <c:v>41395</c:v>
                </c:pt>
                <c:pt idx="3478">
                  <c:v>41396</c:v>
                </c:pt>
                <c:pt idx="3479">
                  <c:v>41397</c:v>
                </c:pt>
                <c:pt idx="3480">
                  <c:v>41400</c:v>
                </c:pt>
                <c:pt idx="3481">
                  <c:v>41401</c:v>
                </c:pt>
                <c:pt idx="3482">
                  <c:v>41402</c:v>
                </c:pt>
                <c:pt idx="3483">
                  <c:v>41403</c:v>
                </c:pt>
                <c:pt idx="3484">
                  <c:v>41404</c:v>
                </c:pt>
                <c:pt idx="3485">
                  <c:v>41407</c:v>
                </c:pt>
                <c:pt idx="3486">
                  <c:v>41408</c:v>
                </c:pt>
                <c:pt idx="3487">
                  <c:v>41409</c:v>
                </c:pt>
                <c:pt idx="3488">
                  <c:v>41410</c:v>
                </c:pt>
                <c:pt idx="3489">
                  <c:v>41411</c:v>
                </c:pt>
                <c:pt idx="3490">
                  <c:v>41414</c:v>
                </c:pt>
                <c:pt idx="3491">
                  <c:v>41415</c:v>
                </c:pt>
                <c:pt idx="3492">
                  <c:v>41416</c:v>
                </c:pt>
                <c:pt idx="3493">
                  <c:v>41417</c:v>
                </c:pt>
                <c:pt idx="3494">
                  <c:v>41418</c:v>
                </c:pt>
                <c:pt idx="3495">
                  <c:v>41421</c:v>
                </c:pt>
                <c:pt idx="3496">
                  <c:v>41422</c:v>
                </c:pt>
                <c:pt idx="3497">
                  <c:v>41423</c:v>
                </c:pt>
                <c:pt idx="3498">
                  <c:v>41424</c:v>
                </c:pt>
                <c:pt idx="3499">
                  <c:v>41425</c:v>
                </c:pt>
                <c:pt idx="3500">
                  <c:v>41428</c:v>
                </c:pt>
                <c:pt idx="3501">
                  <c:v>41429</c:v>
                </c:pt>
                <c:pt idx="3502">
                  <c:v>41430</c:v>
                </c:pt>
                <c:pt idx="3503">
                  <c:v>41431</c:v>
                </c:pt>
                <c:pt idx="3504">
                  <c:v>41432</c:v>
                </c:pt>
                <c:pt idx="3505">
                  <c:v>41435</c:v>
                </c:pt>
                <c:pt idx="3506">
                  <c:v>41436</c:v>
                </c:pt>
                <c:pt idx="3507">
                  <c:v>41437</c:v>
                </c:pt>
                <c:pt idx="3508">
                  <c:v>41438</c:v>
                </c:pt>
                <c:pt idx="3509">
                  <c:v>41439</c:v>
                </c:pt>
                <c:pt idx="3510">
                  <c:v>41442</c:v>
                </c:pt>
                <c:pt idx="3511">
                  <c:v>41443</c:v>
                </c:pt>
                <c:pt idx="3512">
                  <c:v>41444</c:v>
                </c:pt>
                <c:pt idx="3513">
                  <c:v>41445</c:v>
                </c:pt>
                <c:pt idx="3514">
                  <c:v>41446</c:v>
                </c:pt>
                <c:pt idx="3515">
                  <c:v>41449</c:v>
                </c:pt>
                <c:pt idx="3516">
                  <c:v>41450</c:v>
                </c:pt>
                <c:pt idx="3517">
                  <c:v>41451</c:v>
                </c:pt>
                <c:pt idx="3518">
                  <c:v>41452</c:v>
                </c:pt>
                <c:pt idx="3519">
                  <c:v>41453</c:v>
                </c:pt>
                <c:pt idx="3520">
                  <c:v>41456</c:v>
                </c:pt>
                <c:pt idx="3521">
                  <c:v>41457</c:v>
                </c:pt>
                <c:pt idx="3522">
                  <c:v>41458</c:v>
                </c:pt>
                <c:pt idx="3523">
                  <c:v>41459</c:v>
                </c:pt>
                <c:pt idx="3524">
                  <c:v>41460</c:v>
                </c:pt>
                <c:pt idx="3525">
                  <c:v>41463</c:v>
                </c:pt>
                <c:pt idx="3526">
                  <c:v>41464</c:v>
                </c:pt>
                <c:pt idx="3527">
                  <c:v>41465</c:v>
                </c:pt>
                <c:pt idx="3528">
                  <c:v>41466</c:v>
                </c:pt>
                <c:pt idx="3529">
                  <c:v>41467</c:v>
                </c:pt>
                <c:pt idx="3530">
                  <c:v>41470</c:v>
                </c:pt>
                <c:pt idx="3531">
                  <c:v>41471</c:v>
                </c:pt>
                <c:pt idx="3532">
                  <c:v>41472</c:v>
                </c:pt>
                <c:pt idx="3533">
                  <c:v>41473</c:v>
                </c:pt>
                <c:pt idx="3534">
                  <c:v>41474</c:v>
                </c:pt>
                <c:pt idx="3535">
                  <c:v>41477</c:v>
                </c:pt>
                <c:pt idx="3536">
                  <c:v>41478</c:v>
                </c:pt>
                <c:pt idx="3537">
                  <c:v>41479</c:v>
                </c:pt>
                <c:pt idx="3538">
                  <c:v>41480</c:v>
                </c:pt>
                <c:pt idx="3539">
                  <c:v>41481</c:v>
                </c:pt>
                <c:pt idx="3540">
                  <c:v>41484</c:v>
                </c:pt>
                <c:pt idx="3541">
                  <c:v>41485</c:v>
                </c:pt>
                <c:pt idx="3542">
                  <c:v>41486</c:v>
                </c:pt>
                <c:pt idx="3543">
                  <c:v>41487</c:v>
                </c:pt>
                <c:pt idx="3544">
                  <c:v>41488</c:v>
                </c:pt>
                <c:pt idx="3545">
                  <c:v>41491</c:v>
                </c:pt>
                <c:pt idx="3546">
                  <c:v>41492</c:v>
                </c:pt>
                <c:pt idx="3547">
                  <c:v>41493</c:v>
                </c:pt>
                <c:pt idx="3548">
                  <c:v>41494</c:v>
                </c:pt>
                <c:pt idx="3549">
                  <c:v>41495</c:v>
                </c:pt>
                <c:pt idx="3550">
                  <c:v>41498</c:v>
                </c:pt>
                <c:pt idx="3551">
                  <c:v>41499</c:v>
                </c:pt>
                <c:pt idx="3552">
                  <c:v>41500</c:v>
                </c:pt>
                <c:pt idx="3553">
                  <c:v>41501</c:v>
                </c:pt>
                <c:pt idx="3554">
                  <c:v>41502</c:v>
                </c:pt>
                <c:pt idx="3555">
                  <c:v>41505</c:v>
                </c:pt>
                <c:pt idx="3556">
                  <c:v>41506</c:v>
                </c:pt>
                <c:pt idx="3557">
                  <c:v>41507</c:v>
                </c:pt>
                <c:pt idx="3558">
                  <c:v>41508</c:v>
                </c:pt>
                <c:pt idx="3559">
                  <c:v>41509</c:v>
                </c:pt>
                <c:pt idx="3560">
                  <c:v>41512</c:v>
                </c:pt>
                <c:pt idx="3561">
                  <c:v>41513</c:v>
                </c:pt>
                <c:pt idx="3562">
                  <c:v>41514</c:v>
                </c:pt>
                <c:pt idx="3563">
                  <c:v>41515</c:v>
                </c:pt>
                <c:pt idx="3564">
                  <c:v>41516</c:v>
                </c:pt>
                <c:pt idx="3565">
                  <c:v>41519</c:v>
                </c:pt>
                <c:pt idx="3566">
                  <c:v>41520</c:v>
                </c:pt>
                <c:pt idx="3567">
                  <c:v>41521</c:v>
                </c:pt>
                <c:pt idx="3568">
                  <c:v>41522</c:v>
                </c:pt>
                <c:pt idx="3569">
                  <c:v>41523</c:v>
                </c:pt>
                <c:pt idx="3570">
                  <c:v>41526</c:v>
                </c:pt>
                <c:pt idx="3571">
                  <c:v>41527</c:v>
                </c:pt>
                <c:pt idx="3572">
                  <c:v>41528</c:v>
                </c:pt>
                <c:pt idx="3573">
                  <c:v>41529</c:v>
                </c:pt>
                <c:pt idx="3574">
                  <c:v>41530</c:v>
                </c:pt>
                <c:pt idx="3575">
                  <c:v>41533</c:v>
                </c:pt>
                <c:pt idx="3576">
                  <c:v>41534</c:v>
                </c:pt>
                <c:pt idx="3577">
                  <c:v>41535</c:v>
                </c:pt>
                <c:pt idx="3578">
                  <c:v>41536</c:v>
                </c:pt>
                <c:pt idx="3579">
                  <c:v>41537</c:v>
                </c:pt>
                <c:pt idx="3580">
                  <c:v>41540</c:v>
                </c:pt>
                <c:pt idx="3581">
                  <c:v>41541</c:v>
                </c:pt>
                <c:pt idx="3582">
                  <c:v>41542</c:v>
                </c:pt>
                <c:pt idx="3583">
                  <c:v>41543</c:v>
                </c:pt>
                <c:pt idx="3584">
                  <c:v>41544</c:v>
                </c:pt>
                <c:pt idx="3585">
                  <c:v>41547</c:v>
                </c:pt>
                <c:pt idx="3586">
                  <c:v>41548</c:v>
                </c:pt>
                <c:pt idx="3587">
                  <c:v>41549</c:v>
                </c:pt>
                <c:pt idx="3588">
                  <c:v>41550</c:v>
                </c:pt>
                <c:pt idx="3589">
                  <c:v>41551</c:v>
                </c:pt>
                <c:pt idx="3590">
                  <c:v>41554</c:v>
                </c:pt>
                <c:pt idx="3591">
                  <c:v>41555</c:v>
                </c:pt>
                <c:pt idx="3592">
                  <c:v>41556</c:v>
                </c:pt>
                <c:pt idx="3593">
                  <c:v>41557</c:v>
                </c:pt>
                <c:pt idx="3594">
                  <c:v>41558</c:v>
                </c:pt>
                <c:pt idx="3595">
                  <c:v>41561</c:v>
                </c:pt>
                <c:pt idx="3596">
                  <c:v>41562</c:v>
                </c:pt>
                <c:pt idx="3597">
                  <c:v>41563</c:v>
                </c:pt>
                <c:pt idx="3598">
                  <c:v>41564</c:v>
                </c:pt>
                <c:pt idx="3599">
                  <c:v>41565</c:v>
                </c:pt>
                <c:pt idx="3600">
                  <c:v>41568</c:v>
                </c:pt>
                <c:pt idx="3601">
                  <c:v>41569</c:v>
                </c:pt>
                <c:pt idx="3602">
                  <c:v>41570</c:v>
                </c:pt>
                <c:pt idx="3603">
                  <c:v>41571</c:v>
                </c:pt>
                <c:pt idx="3604">
                  <c:v>41572</c:v>
                </c:pt>
                <c:pt idx="3605">
                  <c:v>41575</c:v>
                </c:pt>
                <c:pt idx="3606">
                  <c:v>41576</c:v>
                </c:pt>
                <c:pt idx="3607">
                  <c:v>41577</c:v>
                </c:pt>
                <c:pt idx="3608">
                  <c:v>41578</c:v>
                </c:pt>
                <c:pt idx="3609">
                  <c:v>41579</c:v>
                </c:pt>
                <c:pt idx="3610">
                  <c:v>41582</c:v>
                </c:pt>
                <c:pt idx="3611">
                  <c:v>41583</c:v>
                </c:pt>
                <c:pt idx="3612">
                  <c:v>41584</c:v>
                </c:pt>
                <c:pt idx="3613">
                  <c:v>41585</c:v>
                </c:pt>
                <c:pt idx="3614">
                  <c:v>41586</c:v>
                </c:pt>
                <c:pt idx="3615">
                  <c:v>41589</c:v>
                </c:pt>
                <c:pt idx="3616">
                  <c:v>41590</c:v>
                </c:pt>
                <c:pt idx="3617">
                  <c:v>41591</c:v>
                </c:pt>
                <c:pt idx="3618">
                  <c:v>41592</c:v>
                </c:pt>
                <c:pt idx="3619">
                  <c:v>41593</c:v>
                </c:pt>
                <c:pt idx="3620">
                  <c:v>41596</c:v>
                </c:pt>
                <c:pt idx="3621">
                  <c:v>41597</c:v>
                </c:pt>
                <c:pt idx="3622">
                  <c:v>41598</c:v>
                </c:pt>
                <c:pt idx="3623">
                  <c:v>41599</c:v>
                </c:pt>
                <c:pt idx="3624">
                  <c:v>41600</c:v>
                </c:pt>
                <c:pt idx="3625">
                  <c:v>41603</c:v>
                </c:pt>
                <c:pt idx="3626">
                  <c:v>41604</c:v>
                </c:pt>
                <c:pt idx="3627">
                  <c:v>41605</c:v>
                </c:pt>
                <c:pt idx="3628">
                  <c:v>41606</c:v>
                </c:pt>
                <c:pt idx="3629">
                  <c:v>41607</c:v>
                </c:pt>
                <c:pt idx="3630">
                  <c:v>41610</c:v>
                </c:pt>
                <c:pt idx="3631">
                  <c:v>41611</c:v>
                </c:pt>
                <c:pt idx="3632">
                  <c:v>41612</c:v>
                </c:pt>
                <c:pt idx="3633">
                  <c:v>41613</c:v>
                </c:pt>
                <c:pt idx="3634">
                  <c:v>41614</c:v>
                </c:pt>
                <c:pt idx="3635">
                  <c:v>41617</c:v>
                </c:pt>
                <c:pt idx="3636">
                  <c:v>41618</c:v>
                </c:pt>
                <c:pt idx="3637">
                  <c:v>41619</c:v>
                </c:pt>
                <c:pt idx="3638">
                  <c:v>41620</c:v>
                </c:pt>
                <c:pt idx="3639">
                  <c:v>41621</c:v>
                </c:pt>
                <c:pt idx="3640">
                  <c:v>41624</c:v>
                </c:pt>
                <c:pt idx="3641">
                  <c:v>41625</c:v>
                </c:pt>
                <c:pt idx="3642">
                  <c:v>41626</c:v>
                </c:pt>
                <c:pt idx="3643">
                  <c:v>41627</c:v>
                </c:pt>
                <c:pt idx="3644">
                  <c:v>41628</c:v>
                </c:pt>
                <c:pt idx="3645">
                  <c:v>41631</c:v>
                </c:pt>
                <c:pt idx="3646">
                  <c:v>41632</c:v>
                </c:pt>
                <c:pt idx="3647">
                  <c:v>41633</c:v>
                </c:pt>
                <c:pt idx="3648">
                  <c:v>41634</c:v>
                </c:pt>
                <c:pt idx="3649">
                  <c:v>41635</c:v>
                </c:pt>
                <c:pt idx="3650">
                  <c:v>41638</c:v>
                </c:pt>
                <c:pt idx="3651">
                  <c:v>41639</c:v>
                </c:pt>
                <c:pt idx="3652">
                  <c:v>41640</c:v>
                </c:pt>
                <c:pt idx="3653">
                  <c:v>41641</c:v>
                </c:pt>
                <c:pt idx="3654">
                  <c:v>41642</c:v>
                </c:pt>
                <c:pt idx="3655">
                  <c:v>41645</c:v>
                </c:pt>
                <c:pt idx="3656">
                  <c:v>41646</c:v>
                </c:pt>
                <c:pt idx="3657">
                  <c:v>41647</c:v>
                </c:pt>
                <c:pt idx="3658">
                  <c:v>41648</c:v>
                </c:pt>
                <c:pt idx="3659">
                  <c:v>41649</c:v>
                </c:pt>
                <c:pt idx="3660">
                  <c:v>41652</c:v>
                </c:pt>
                <c:pt idx="3661">
                  <c:v>41653</c:v>
                </c:pt>
                <c:pt idx="3662">
                  <c:v>41654</c:v>
                </c:pt>
                <c:pt idx="3663">
                  <c:v>41655</c:v>
                </c:pt>
                <c:pt idx="3664">
                  <c:v>41656</c:v>
                </c:pt>
                <c:pt idx="3665">
                  <c:v>41659</c:v>
                </c:pt>
                <c:pt idx="3666">
                  <c:v>41660</c:v>
                </c:pt>
                <c:pt idx="3667">
                  <c:v>41661</c:v>
                </c:pt>
                <c:pt idx="3668">
                  <c:v>41662</c:v>
                </c:pt>
                <c:pt idx="3669">
                  <c:v>41663</c:v>
                </c:pt>
                <c:pt idx="3670">
                  <c:v>41666</c:v>
                </c:pt>
                <c:pt idx="3671">
                  <c:v>41667</c:v>
                </c:pt>
                <c:pt idx="3672">
                  <c:v>41668</c:v>
                </c:pt>
                <c:pt idx="3673">
                  <c:v>41669</c:v>
                </c:pt>
                <c:pt idx="3674">
                  <c:v>41670</c:v>
                </c:pt>
                <c:pt idx="3675">
                  <c:v>41673</c:v>
                </c:pt>
                <c:pt idx="3676">
                  <c:v>41674</c:v>
                </c:pt>
                <c:pt idx="3677">
                  <c:v>41675</c:v>
                </c:pt>
                <c:pt idx="3678">
                  <c:v>41676</c:v>
                </c:pt>
                <c:pt idx="3679">
                  <c:v>41677</c:v>
                </c:pt>
                <c:pt idx="3680">
                  <c:v>41680</c:v>
                </c:pt>
                <c:pt idx="3681">
                  <c:v>41681</c:v>
                </c:pt>
                <c:pt idx="3682">
                  <c:v>41682</c:v>
                </c:pt>
                <c:pt idx="3683">
                  <c:v>41683</c:v>
                </c:pt>
                <c:pt idx="3684">
                  <c:v>41684</c:v>
                </c:pt>
                <c:pt idx="3685">
                  <c:v>41687</c:v>
                </c:pt>
                <c:pt idx="3686">
                  <c:v>41688</c:v>
                </c:pt>
                <c:pt idx="3687">
                  <c:v>41689</c:v>
                </c:pt>
                <c:pt idx="3688">
                  <c:v>41690</c:v>
                </c:pt>
                <c:pt idx="3689">
                  <c:v>41691</c:v>
                </c:pt>
                <c:pt idx="3690">
                  <c:v>41694</c:v>
                </c:pt>
                <c:pt idx="3691">
                  <c:v>41695</c:v>
                </c:pt>
                <c:pt idx="3692">
                  <c:v>41696</c:v>
                </c:pt>
                <c:pt idx="3693">
                  <c:v>41697</c:v>
                </c:pt>
                <c:pt idx="3694">
                  <c:v>41698</c:v>
                </c:pt>
                <c:pt idx="3695">
                  <c:v>41701</c:v>
                </c:pt>
                <c:pt idx="3696">
                  <c:v>41702</c:v>
                </c:pt>
                <c:pt idx="3697">
                  <c:v>41703</c:v>
                </c:pt>
                <c:pt idx="3698">
                  <c:v>41704</c:v>
                </c:pt>
                <c:pt idx="3699">
                  <c:v>41705</c:v>
                </c:pt>
                <c:pt idx="3700">
                  <c:v>41708</c:v>
                </c:pt>
                <c:pt idx="3701">
                  <c:v>41709</c:v>
                </c:pt>
                <c:pt idx="3702">
                  <c:v>41710</c:v>
                </c:pt>
                <c:pt idx="3703">
                  <c:v>41711</c:v>
                </c:pt>
                <c:pt idx="3704">
                  <c:v>41712</c:v>
                </c:pt>
                <c:pt idx="3705">
                  <c:v>41715</c:v>
                </c:pt>
                <c:pt idx="3706">
                  <c:v>41716</c:v>
                </c:pt>
                <c:pt idx="3707">
                  <c:v>41717</c:v>
                </c:pt>
                <c:pt idx="3708">
                  <c:v>41718</c:v>
                </c:pt>
                <c:pt idx="3709">
                  <c:v>41719</c:v>
                </c:pt>
                <c:pt idx="3710">
                  <c:v>41722</c:v>
                </c:pt>
                <c:pt idx="3711">
                  <c:v>41723</c:v>
                </c:pt>
                <c:pt idx="3712">
                  <c:v>41724</c:v>
                </c:pt>
                <c:pt idx="3713">
                  <c:v>41725</c:v>
                </c:pt>
                <c:pt idx="3714">
                  <c:v>41726</c:v>
                </c:pt>
                <c:pt idx="3715">
                  <c:v>41729</c:v>
                </c:pt>
                <c:pt idx="3716">
                  <c:v>41730</c:v>
                </c:pt>
                <c:pt idx="3717">
                  <c:v>41731</c:v>
                </c:pt>
                <c:pt idx="3718">
                  <c:v>41732</c:v>
                </c:pt>
                <c:pt idx="3719">
                  <c:v>41733</c:v>
                </c:pt>
                <c:pt idx="3720">
                  <c:v>41736</c:v>
                </c:pt>
                <c:pt idx="3721">
                  <c:v>41737</c:v>
                </c:pt>
                <c:pt idx="3722">
                  <c:v>41738</c:v>
                </c:pt>
                <c:pt idx="3723">
                  <c:v>41739</c:v>
                </c:pt>
                <c:pt idx="3724">
                  <c:v>41740</c:v>
                </c:pt>
                <c:pt idx="3725">
                  <c:v>41743</c:v>
                </c:pt>
                <c:pt idx="3726">
                  <c:v>41744</c:v>
                </c:pt>
                <c:pt idx="3727">
                  <c:v>41745</c:v>
                </c:pt>
                <c:pt idx="3728">
                  <c:v>41746</c:v>
                </c:pt>
                <c:pt idx="3729">
                  <c:v>41747</c:v>
                </c:pt>
                <c:pt idx="3730">
                  <c:v>41750</c:v>
                </c:pt>
                <c:pt idx="3731">
                  <c:v>41751</c:v>
                </c:pt>
                <c:pt idx="3732">
                  <c:v>41752</c:v>
                </c:pt>
                <c:pt idx="3733">
                  <c:v>41753</c:v>
                </c:pt>
                <c:pt idx="3734">
                  <c:v>41754</c:v>
                </c:pt>
                <c:pt idx="3735">
                  <c:v>41757</c:v>
                </c:pt>
                <c:pt idx="3736">
                  <c:v>41758</c:v>
                </c:pt>
                <c:pt idx="3737">
                  <c:v>41759</c:v>
                </c:pt>
                <c:pt idx="3738">
                  <c:v>41760</c:v>
                </c:pt>
                <c:pt idx="3739">
                  <c:v>41761</c:v>
                </c:pt>
                <c:pt idx="3740">
                  <c:v>41764</c:v>
                </c:pt>
                <c:pt idx="3741">
                  <c:v>41765</c:v>
                </c:pt>
                <c:pt idx="3742">
                  <c:v>41766</c:v>
                </c:pt>
                <c:pt idx="3743">
                  <c:v>41767</c:v>
                </c:pt>
                <c:pt idx="3744">
                  <c:v>41768</c:v>
                </c:pt>
                <c:pt idx="3745">
                  <c:v>41771</c:v>
                </c:pt>
                <c:pt idx="3746">
                  <c:v>41772</c:v>
                </c:pt>
                <c:pt idx="3747">
                  <c:v>41773</c:v>
                </c:pt>
                <c:pt idx="3748">
                  <c:v>41774</c:v>
                </c:pt>
                <c:pt idx="3749">
                  <c:v>41775</c:v>
                </c:pt>
                <c:pt idx="3750">
                  <c:v>41778</c:v>
                </c:pt>
                <c:pt idx="3751">
                  <c:v>41779</c:v>
                </c:pt>
                <c:pt idx="3752">
                  <c:v>41780</c:v>
                </c:pt>
                <c:pt idx="3753">
                  <c:v>41781</c:v>
                </c:pt>
                <c:pt idx="3754">
                  <c:v>41782</c:v>
                </c:pt>
                <c:pt idx="3755">
                  <c:v>41785</c:v>
                </c:pt>
                <c:pt idx="3756">
                  <c:v>41786</c:v>
                </c:pt>
                <c:pt idx="3757">
                  <c:v>41787</c:v>
                </c:pt>
                <c:pt idx="3758">
                  <c:v>41788</c:v>
                </c:pt>
                <c:pt idx="3759">
                  <c:v>41789</c:v>
                </c:pt>
                <c:pt idx="3760">
                  <c:v>41792</c:v>
                </c:pt>
                <c:pt idx="3761">
                  <c:v>41793</c:v>
                </c:pt>
                <c:pt idx="3762">
                  <c:v>41794</c:v>
                </c:pt>
                <c:pt idx="3763">
                  <c:v>41795</c:v>
                </c:pt>
                <c:pt idx="3764">
                  <c:v>41796</c:v>
                </c:pt>
                <c:pt idx="3765">
                  <c:v>41799</c:v>
                </c:pt>
                <c:pt idx="3766">
                  <c:v>41800</c:v>
                </c:pt>
                <c:pt idx="3767">
                  <c:v>41801</c:v>
                </c:pt>
                <c:pt idx="3768">
                  <c:v>41802</c:v>
                </c:pt>
                <c:pt idx="3769">
                  <c:v>41803</c:v>
                </c:pt>
                <c:pt idx="3770">
                  <c:v>41806</c:v>
                </c:pt>
                <c:pt idx="3771">
                  <c:v>41807</c:v>
                </c:pt>
                <c:pt idx="3772">
                  <c:v>41808</c:v>
                </c:pt>
                <c:pt idx="3773">
                  <c:v>41809</c:v>
                </c:pt>
                <c:pt idx="3774">
                  <c:v>41810</c:v>
                </c:pt>
                <c:pt idx="3775">
                  <c:v>41813</c:v>
                </c:pt>
                <c:pt idx="3776">
                  <c:v>41814</c:v>
                </c:pt>
                <c:pt idx="3777">
                  <c:v>41815</c:v>
                </c:pt>
                <c:pt idx="3778">
                  <c:v>41816</c:v>
                </c:pt>
                <c:pt idx="3779">
                  <c:v>41817</c:v>
                </c:pt>
                <c:pt idx="3780">
                  <c:v>41820</c:v>
                </c:pt>
                <c:pt idx="3781">
                  <c:v>41821</c:v>
                </c:pt>
                <c:pt idx="3782">
                  <c:v>41822</c:v>
                </c:pt>
                <c:pt idx="3783">
                  <c:v>41823</c:v>
                </c:pt>
                <c:pt idx="3784">
                  <c:v>41824</c:v>
                </c:pt>
                <c:pt idx="3785">
                  <c:v>41827</c:v>
                </c:pt>
                <c:pt idx="3786">
                  <c:v>41828</c:v>
                </c:pt>
                <c:pt idx="3787">
                  <c:v>41829</c:v>
                </c:pt>
                <c:pt idx="3788">
                  <c:v>41830</c:v>
                </c:pt>
                <c:pt idx="3789">
                  <c:v>41831</c:v>
                </c:pt>
                <c:pt idx="3790">
                  <c:v>41834</c:v>
                </c:pt>
                <c:pt idx="3791">
                  <c:v>41835</c:v>
                </c:pt>
                <c:pt idx="3792">
                  <c:v>41836</c:v>
                </c:pt>
                <c:pt idx="3793">
                  <c:v>41837</c:v>
                </c:pt>
                <c:pt idx="3794">
                  <c:v>41838</c:v>
                </c:pt>
                <c:pt idx="3795">
                  <c:v>41841</c:v>
                </c:pt>
                <c:pt idx="3796">
                  <c:v>41842</c:v>
                </c:pt>
                <c:pt idx="3797">
                  <c:v>41843</c:v>
                </c:pt>
                <c:pt idx="3798">
                  <c:v>41844</c:v>
                </c:pt>
                <c:pt idx="3799">
                  <c:v>41845</c:v>
                </c:pt>
                <c:pt idx="3800">
                  <c:v>41848</c:v>
                </c:pt>
                <c:pt idx="3801">
                  <c:v>41849</c:v>
                </c:pt>
                <c:pt idx="3802">
                  <c:v>41850</c:v>
                </c:pt>
                <c:pt idx="3803">
                  <c:v>41851</c:v>
                </c:pt>
                <c:pt idx="3804">
                  <c:v>41852</c:v>
                </c:pt>
                <c:pt idx="3805">
                  <c:v>41855</c:v>
                </c:pt>
                <c:pt idx="3806">
                  <c:v>41856</c:v>
                </c:pt>
                <c:pt idx="3807">
                  <c:v>41857</c:v>
                </c:pt>
                <c:pt idx="3808">
                  <c:v>41858</c:v>
                </c:pt>
                <c:pt idx="3809">
                  <c:v>41859</c:v>
                </c:pt>
                <c:pt idx="3810">
                  <c:v>41862</c:v>
                </c:pt>
                <c:pt idx="3811">
                  <c:v>41863</c:v>
                </c:pt>
                <c:pt idx="3812">
                  <c:v>41864</c:v>
                </c:pt>
                <c:pt idx="3813">
                  <c:v>41865</c:v>
                </c:pt>
                <c:pt idx="3814">
                  <c:v>41866</c:v>
                </c:pt>
                <c:pt idx="3815">
                  <c:v>41869</c:v>
                </c:pt>
                <c:pt idx="3816">
                  <c:v>41870</c:v>
                </c:pt>
                <c:pt idx="3817">
                  <c:v>41871</c:v>
                </c:pt>
                <c:pt idx="3818">
                  <c:v>41872</c:v>
                </c:pt>
                <c:pt idx="3819">
                  <c:v>41873</c:v>
                </c:pt>
                <c:pt idx="3820">
                  <c:v>41876</c:v>
                </c:pt>
                <c:pt idx="3821">
                  <c:v>41877</c:v>
                </c:pt>
                <c:pt idx="3822">
                  <c:v>41878</c:v>
                </c:pt>
                <c:pt idx="3823">
                  <c:v>41879</c:v>
                </c:pt>
                <c:pt idx="3824">
                  <c:v>41880</c:v>
                </c:pt>
                <c:pt idx="3825">
                  <c:v>41883</c:v>
                </c:pt>
                <c:pt idx="3826">
                  <c:v>41884</c:v>
                </c:pt>
                <c:pt idx="3827">
                  <c:v>41885</c:v>
                </c:pt>
                <c:pt idx="3828">
                  <c:v>41886</c:v>
                </c:pt>
                <c:pt idx="3829">
                  <c:v>41887</c:v>
                </c:pt>
                <c:pt idx="3830">
                  <c:v>41890</c:v>
                </c:pt>
                <c:pt idx="3831">
                  <c:v>41891</c:v>
                </c:pt>
                <c:pt idx="3832">
                  <c:v>41892</c:v>
                </c:pt>
                <c:pt idx="3833">
                  <c:v>41893</c:v>
                </c:pt>
                <c:pt idx="3834">
                  <c:v>41894</c:v>
                </c:pt>
                <c:pt idx="3835">
                  <c:v>41897</c:v>
                </c:pt>
                <c:pt idx="3836">
                  <c:v>41898</c:v>
                </c:pt>
                <c:pt idx="3837">
                  <c:v>41899</c:v>
                </c:pt>
                <c:pt idx="3838">
                  <c:v>41900</c:v>
                </c:pt>
                <c:pt idx="3839">
                  <c:v>41901</c:v>
                </c:pt>
                <c:pt idx="3840">
                  <c:v>41904</c:v>
                </c:pt>
                <c:pt idx="3841">
                  <c:v>41905</c:v>
                </c:pt>
                <c:pt idx="3842">
                  <c:v>41906</c:v>
                </c:pt>
                <c:pt idx="3843">
                  <c:v>41907</c:v>
                </c:pt>
                <c:pt idx="3844">
                  <c:v>41908</c:v>
                </c:pt>
                <c:pt idx="3845">
                  <c:v>41911</c:v>
                </c:pt>
                <c:pt idx="3846">
                  <c:v>41912</c:v>
                </c:pt>
                <c:pt idx="3847">
                  <c:v>41913</c:v>
                </c:pt>
                <c:pt idx="3848">
                  <c:v>41914</c:v>
                </c:pt>
                <c:pt idx="3849">
                  <c:v>41915</c:v>
                </c:pt>
                <c:pt idx="3850">
                  <c:v>41918</c:v>
                </c:pt>
                <c:pt idx="3851">
                  <c:v>41919</c:v>
                </c:pt>
                <c:pt idx="3852">
                  <c:v>41920</c:v>
                </c:pt>
                <c:pt idx="3853">
                  <c:v>41921</c:v>
                </c:pt>
                <c:pt idx="3854">
                  <c:v>41922</c:v>
                </c:pt>
                <c:pt idx="3855">
                  <c:v>41925</c:v>
                </c:pt>
                <c:pt idx="3856">
                  <c:v>41926</c:v>
                </c:pt>
                <c:pt idx="3857">
                  <c:v>41927</c:v>
                </c:pt>
                <c:pt idx="3858">
                  <c:v>41928</c:v>
                </c:pt>
                <c:pt idx="3859">
                  <c:v>41929</c:v>
                </c:pt>
                <c:pt idx="3860">
                  <c:v>41932</c:v>
                </c:pt>
                <c:pt idx="3861">
                  <c:v>41933</c:v>
                </c:pt>
                <c:pt idx="3862">
                  <c:v>41934</c:v>
                </c:pt>
                <c:pt idx="3863">
                  <c:v>41935</c:v>
                </c:pt>
                <c:pt idx="3864">
                  <c:v>41936</c:v>
                </c:pt>
                <c:pt idx="3865">
                  <c:v>41939</c:v>
                </c:pt>
                <c:pt idx="3866">
                  <c:v>41940</c:v>
                </c:pt>
                <c:pt idx="3867">
                  <c:v>41941</c:v>
                </c:pt>
                <c:pt idx="3868">
                  <c:v>41942</c:v>
                </c:pt>
                <c:pt idx="3869">
                  <c:v>41943</c:v>
                </c:pt>
                <c:pt idx="3870">
                  <c:v>41946</c:v>
                </c:pt>
                <c:pt idx="3871">
                  <c:v>41947</c:v>
                </c:pt>
                <c:pt idx="3872">
                  <c:v>41948</c:v>
                </c:pt>
                <c:pt idx="3873">
                  <c:v>41949</c:v>
                </c:pt>
                <c:pt idx="3874">
                  <c:v>41950</c:v>
                </c:pt>
                <c:pt idx="3875">
                  <c:v>41953</c:v>
                </c:pt>
                <c:pt idx="3876">
                  <c:v>41954</c:v>
                </c:pt>
                <c:pt idx="3877">
                  <c:v>41955</c:v>
                </c:pt>
                <c:pt idx="3878">
                  <c:v>41956</c:v>
                </c:pt>
                <c:pt idx="3879">
                  <c:v>41957</c:v>
                </c:pt>
                <c:pt idx="3880">
                  <c:v>41960</c:v>
                </c:pt>
                <c:pt idx="3881">
                  <c:v>41961</c:v>
                </c:pt>
                <c:pt idx="3882">
                  <c:v>41962</c:v>
                </c:pt>
                <c:pt idx="3883">
                  <c:v>41963</c:v>
                </c:pt>
                <c:pt idx="3884">
                  <c:v>41964</c:v>
                </c:pt>
                <c:pt idx="3885">
                  <c:v>41967</c:v>
                </c:pt>
                <c:pt idx="3886">
                  <c:v>41968</c:v>
                </c:pt>
                <c:pt idx="3887">
                  <c:v>41969</c:v>
                </c:pt>
                <c:pt idx="3888">
                  <c:v>41970</c:v>
                </c:pt>
                <c:pt idx="3889">
                  <c:v>41971</c:v>
                </c:pt>
                <c:pt idx="3890">
                  <c:v>41974</c:v>
                </c:pt>
                <c:pt idx="3891">
                  <c:v>41975</c:v>
                </c:pt>
                <c:pt idx="3892">
                  <c:v>41976</c:v>
                </c:pt>
                <c:pt idx="3893">
                  <c:v>41977</c:v>
                </c:pt>
                <c:pt idx="3894">
                  <c:v>41978</c:v>
                </c:pt>
                <c:pt idx="3895">
                  <c:v>41981</c:v>
                </c:pt>
                <c:pt idx="3896">
                  <c:v>41982</c:v>
                </c:pt>
                <c:pt idx="3897">
                  <c:v>41983</c:v>
                </c:pt>
                <c:pt idx="3898">
                  <c:v>41984</c:v>
                </c:pt>
                <c:pt idx="3899">
                  <c:v>41985</c:v>
                </c:pt>
                <c:pt idx="3900">
                  <c:v>41988</c:v>
                </c:pt>
                <c:pt idx="3901">
                  <c:v>41989</c:v>
                </c:pt>
                <c:pt idx="3902">
                  <c:v>41990</c:v>
                </c:pt>
                <c:pt idx="3903">
                  <c:v>41991</c:v>
                </c:pt>
                <c:pt idx="3904">
                  <c:v>41992</c:v>
                </c:pt>
                <c:pt idx="3905">
                  <c:v>41995</c:v>
                </c:pt>
                <c:pt idx="3906">
                  <c:v>41996</c:v>
                </c:pt>
                <c:pt idx="3907">
                  <c:v>41997</c:v>
                </c:pt>
                <c:pt idx="3908">
                  <c:v>41998</c:v>
                </c:pt>
                <c:pt idx="3909">
                  <c:v>41999</c:v>
                </c:pt>
                <c:pt idx="3910">
                  <c:v>42002</c:v>
                </c:pt>
                <c:pt idx="3911">
                  <c:v>42003</c:v>
                </c:pt>
                <c:pt idx="3912">
                  <c:v>42004</c:v>
                </c:pt>
                <c:pt idx="3913">
                  <c:v>42005</c:v>
                </c:pt>
                <c:pt idx="3914">
                  <c:v>42006</c:v>
                </c:pt>
                <c:pt idx="3915">
                  <c:v>42009</c:v>
                </c:pt>
                <c:pt idx="3916">
                  <c:v>42010</c:v>
                </c:pt>
                <c:pt idx="3917">
                  <c:v>42011</c:v>
                </c:pt>
                <c:pt idx="3918">
                  <c:v>42012</c:v>
                </c:pt>
                <c:pt idx="3919">
                  <c:v>42013</c:v>
                </c:pt>
                <c:pt idx="3920">
                  <c:v>42016</c:v>
                </c:pt>
                <c:pt idx="3921">
                  <c:v>42017</c:v>
                </c:pt>
                <c:pt idx="3922">
                  <c:v>42018</c:v>
                </c:pt>
                <c:pt idx="3923">
                  <c:v>42019</c:v>
                </c:pt>
                <c:pt idx="3924">
                  <c:v>42020</c:v>
                </c:pt>
                <c:pt idx="3925">
                  <c:v>42023</c:v>
                </c:pt>
                <c:pt idx="3926">
                  <c:v>42024</c:v>
                </c:pt>
                <c:pt idx="3927">
                  <c:v>42025</c:v>
                </c:pt>
                <c:pt idx="3928">
                  <c:v>42026</c:v>
                </c:pt>
                <c:pt idx="3929">
                  <c:v>42027</c:v>
                </c:pt>
                <c:pt idx="3930">
                  <c:v>42030</c:v>
                </c:pt>
                <c:pt idx="3931">
                  <c:v>42031</c:v>
                </c:pt>
                <c:pt idx="3932">
                  <c:v>42032</c:v>
                </c:pt>
                <c:pt idx="3933">
                  <c:v>42033</c:v>
                </c:pt>
                <c:pt idx="3934">
                  <c:v>42034</c:v>
                </c:pt>
                <c:pt idx="3935">
                  <c:v>42037</c:v>
                </c:pt>
                <c:pt idx="3936">
                  <c:v>42038</c:v>
                </c:pt>
                <c:pt idx="3937">
                  <c:v>42039</c:v>
                </c:pt>
                <c:pt idx="3938">
                  <c:v>42040</c:v>
                </c:pt>
                <c:pt idx="3939">
                  <c:v>42041</c:v>
                </c:pt>
                <c:pt idx="3940">
                  <c:v>42044</c:v>
                </c:pt>
                <c:pt idx="3941">
                  <c:v>42045</c:v>
                </c:pt>
                <c:pt idx="3942">
                  <c:v>42046</c:v>
                </c:pt>
                <c:pt idx="3943">
                  <c:v>42047</c:v>
                </c:pt>
                <c:pt idx="3944">
                  <c:v>42048</c:v>
                </c:pt>
                <c:pt idx="3945">
                  <c:v>42051</c:v>
                </c:pt>
                <c:pt idx="3946">
                  <c:v>42052</c:v>
                </c:pt>
                <c:pt idx="3947">
                  <c:v>42053</c:v>
                </c:pt>
                <c:pt idx="3948">
                  <c:v>42054</c:v>
                </c:pt>
                <c:pt idx="3949">
                  <c:v>42055</c:v>
                </c:pt>
                <c:pt idx="3950">
                  <c:v>42058</c:v>
                </c:pt>
                <c:pt idx="3951">
                  <c:v>42059</c:v>
                </c:pt>
                <c:pt idx="3952">
                  <c:v>42060</c:v>
                </c:pt>
                <c:pt idx="3953">
                  <c:v>42061</c:v>
                </c:pt>
                <c:pt idx="3954">
                  <c:v>42062</c:v>
                </c:pt>
                <c:pt idx="3955">
                  <c:v>42065</c:v>
                </c:pt>
                <c:pt idx="3956">
                  <c:v>42066</c:v>
                </c:pt>
                <c:pt idx="3957">
                  <c:v>42067</c:v>
                </c:pt>
                <c:pt idx="3958">
                  <c:v>42068</c:v>
                </c:pt>
                <c:pt idx="3959">
                  <c:v>42069</c:v>
                </c:pt>
                <c:pt idx="3960">
                  <c:v>42072</c:v>
                </c:pt>
                <c:pt idx="3961">
                  <c:v>42073</c:v>
                </c:pt>
                <c:pt idx="3962">
                  <c:v>42074</c:v>
                </c:pt>
                <c:pt idx="3963">
                  <c:v>42075</c:v>
                </c:pt>
                <c:pt idx="3964">
                  <c:v>42076</c:v>
                </c:pt>
                <c:pt idx="3965">
                  <c:v>42079</c:v>
                </c:pt>
                <c:pt idx="3966">
                  <c:v>42080</c:v>
                </c:pt>
                <c:pt idx="3967">
                  <c:v>42081</c:v>
                </c:pt>
                <c:pt idx="3968">
                  <c:v>42082</c:v>
                </c:pt>
                <c:pt idx="3969">
                  <c:v>42083</c:v>
                </c:pt>
                <c:pt idx="3970">
                  <c:v>42086</c:v>
                </c:pt>
                <c:pt idx="3971">
                  <c:v>42087</c:v>
                </c:pt>
                <c:pt idx="3972">
                  <c:v>42088</c:v>
                </c:pt>
                <c:pt idx="3973">
                  <c:v>42089</c:v>
                </c:pt>
                <c:pt idx="3974">
                  <c:v>42090</c:v>
                </c:pt>
                <c:pt idx="3975">
                  <c:v>42093</c:v>
                </c:pt>
                <c:pt idx="3976">
                  <c:v>42094</c:v>
                </c:pt>
                <c:pt idx="3977">
                  <c:v>42095</c:v>
                </c:pt>
                <c:pt idx="3978">
                  <c:v>42096</c:v>
                </c:pt>
                <c:pt idx="3979">
                  <c:v>42097</c:v>
                </c:pt>
                <c:pt idx="3980">
                  <c:v>42100</c:v>
                </c:pt>
                <c:pt idx="3981">
                  <c:v>42101</c:v>
                </c:pt>
                <c:pt idx="3982">
                  <c:v>42102</c:v>
                </c:pt>
                <c:pt idx="3983">
                  <c:v>42103</c:v>
                </c:pt>
                <c:pt idx="3984">
                  <c:v>42104</c:v>
                </c:pt>
                <c:pt idx="3985">
                  <c:v>42107</c:v>
                </c:pt>
                <c:pt idx="3986">
                  <c:v>42108</c:v>
                </c:pt>
                <c:pt idx="3987">
                  <c:v>42109</c:v>
                </c:pt>
                <c:pt idx="3988">
                  <c:v>42110</c:v>
                </c:pt>
                <c:pt idx="3989">
                  <c:v>42111</c:v>
                </c:pt>
                <c:pt idx="3990">
                  <c:v>42114</c:v>
                </c:pt>
                <c:pt idx="3991">
                  <c:v>42115</c:v>
                </c:pt>
                <c:pt idx="3992">
                  <c:v>42116</c:v>
                </c:pt>
                <c:pt idx="3993">
                  <c:v>42117</c:v>
                </c:pt>
                <c:pt idx="3994">
                  <c:v>42118</c:v>
                </c:pt>
                <c:pt idx="3995">
                  <c:v>42121</c:v>
                </c:pt>
                <c:pt idx="3996">
                  <c:v>42122</c:v>
                </c:pt>
                <c:pt idx="3997">
                  <c:v>42123</c:v>
                </c:pt>
                <c:pt idx="3998">
                  <c:v>42124</c:v>
                </c:pt>
                <c:pt idx="3999">
                  <c:v>42125</c:v>
                </c:pt>
                <c:pt idx="4000">
                  <c:v>42128</c:v>
                </c:pt>
                <c:pt idx="4001">
                  <c:v>42129</c:v>
                </c:pt>
                <c:pt idx="4002">
                  <c:v>42130</c:v>
                </c:pt>
                <c:pt idx="4003">
                  <c:v>42131</c:v>
                </c:pt>
                <c:pt idx="4004">
                  <c:v>42132</c:v>
                </c:pt>
                <c:pt idx="4005">
                  <c:v>42135</c:v>
                </c:pt>
                <c:pt idx="4006">
                  <c:v>42136</c:v>
                </c:pt>
                <c:pt idx="4007">
                  <c:v>42137</c:v>
                </c:pt>
                <c:pt idx="4008">
                  <c:v>42138</c:v>
                </c:pt>
                <c:pt idx="4009">
                  <c:v>42139</c:v>
                </c:pt>
                <c:pt idx="4010">
                  <c:v>42142</c:v>
                </c:pt>
                <c:pt idx="4011">
                  <c:v>42143</c:v>
                </c:pt>
                <c:pt idx="4012">
                  <c:v>42144</c:v>
                </c:pt>
                <c:pt idx="4013">
                  <c:v>42145</c:v>
                </c:pt>
                <c:pt idx="4014">
                  <c:v>42146</c:v>
                </c:pt>
                <c:pt idx="4015">
                  <c:v>42149</c:v>
                </c:pt>
                <c:pt idx="4016">
                  <c:v>42150</c:v>
                </c:pt>
                <c:pt idx="4017">
                  <c:v>42151</c:v>
                </c:pt>
                <c:pt idx="4018">
                  <c:v>42152</c:v>
                </c:pt>
                <c:pt idx="4019">
                  <c:v>42153</c:v>
                </c:pt>
                <c:pt idx="4020">
                  <c:v>42156</c:v>
                </c:pt>
                <c:pt idx="4021">
                  <c:v>42157</c:v>
                </c:pt>
                <c:pt idx="4022">
                  <c:v>42158</c:v>
                </c:pt>
                <c:pt idx="4023">
                  <c:v>42159</c:v>
                </c:pt>
                <c:pt idx="4024">
                  <c:v>42160</c:v>
                </c:pt>
                <c:pt idx="4025">
                  <c:v>42163</c:v>
                </c:pt>
                <c:pt idx="4026">
                  <c:v>42164</c:v>
                </c:pt>
                <c:pt idx="4027">
                  <c:v>42165</c:v>
                </c:pt>
                <c:pt idx="4028">
                  <c:v>42166</c:v>
                </c:pt>
                <c:pt idx="4029">
                  <c:v>42167</c:v>
                </c:pt>
                <c:pt idx="4030">
                  <c:v>42170</c:v>
                </c:pt>
                <c:pt idx="4031">
                  <c:v>42171</c:v>
                </c:pt>
                <c:pt idx="4032">
                  <c:v>42172</c:v>
                </c:pt>
                <c:pt idx="4033">
                  <c:v>42173</c:v>
                </c:pt>
                <c:pt idx="4034">
                  <c:v>42174</c:v>
                </c:pt>
                <c:pt idx="4035">
                  <c:v>42177</c:v>
                </c:pt>
                <c:pt idx="4036">
                  <c:v>42178</c:v>
                </c:pt>
                <c:pt idx="4037">
                  <c:v>42179</c:v>
                </c:pt>
                <c:pt idx="4038">
                  <c:v>42180</c:v>
                </c:pt>
                <c:pt idx="4039">
                  <c:v>42181</c:v>
                </c:pt>
                <c:pt idx="4040">
                  <c:v>42184</c:v>
                </c:pt>
                <c:pt idx="4041">
                  <c:v>42185</c:v>
                </c:pt>
                <c:pt idx="4042">
                  <c:v>42186</c:v>
                </c:pt>
                <c:pt idx="4043">
                  <c:v>42187</c:v>
                </c:pt>
                <c:pt idx="4044">
                  <c:v>42188</c:v>
                </c:pt>
                <c:pt idx="4045">
                  <c:v>42191</c:v>
                </c:pt>
                <c:pt idx="4046">
                  <c:v>42192</c:v>
                </c:pt>
                <c:pt idx="4047">
                  <c:v>42193</c:v>
                </c:pt>
                <c:pt idx="4048">
                  <c:v>42194</c:v>
                </c:pt>
                <c:pt idx="4049">
                  <c:v>42195</c:v>
                </c:pt>
                <c:pt idx="4050">
                  <c:v>42198</c:v>
                </c:pt>
                <c:pt idx="4051">
                  <c:v>42199</c:v>
                </c:pt>
                <c:pt idx="4052">
                  <c:v>42200</c:v>
                </c:pt>
                <c:pt idx="4053">
                  <c:v>42201</c:v>
                </c:pt>
                <c:pt idx="4054">
                  <c:v>42202</c:v>
                </c:pt>
                <c:pt idx="4055">
                  <c:v>42205</c:v>
                </c:pt>
                <c:pt idx="4056">
                  <c:v>42206</c:v>
                </c:pt>
                <c:pt idx="4057">
                  <c:v>42207</c:v>
                </c:pt>
                <c:pt idx="4058">
                  <c:v>42208</c:v>
                </c:pt>
                <c:pt idx="4059">
                  <c:v>42209</c:v>
                </c:pt>
                <c:pt idx="4060">
                  <c:v>42212</c:v>
                </c:pt>
                <c:pt idx="4061">
                  <c:v>42213</c:v>
                </c:pt>
                <c:pt idx="4062">
                  <c:v>42214</c:v>
                </c:pt>
                <c:pt idx="4063">
                  <c:v>42215</c:v>
                </c:pt>
                <c:pt idx="4064">
                  <c:v>42216</c:v>
                </c:pt>
                <c:pt idx="4065">
                  <c:v>42219</c:v>
                </c:pt>
                <c:pt idx="4066">
                  <c:v>42220</c:v>
                </c:pt>
                <c:pt idx="4067">
                  <c:v>42221</c:v>
                </c:pt>
                <c:pt idx="4068">
                  <c:v>42222</c:v>
                </c:pt>
                <c:pt idx="4069">
                  <c:v>42223</c:v>
                </c:pt>
                <c:pt idx="4070">
                  <c:v>42226</c:v>
                </c:pt>
                <c:pt idx="4071">
                  <c:v>42227</c:v>
                </c:pt>
                <c:pt idx="4072">
                  <c:v>42228</c:v>
                </c:pt>
                <c:pt idx="4073">
                  <c:v>42229</c:v>
                </c:pt>
                <c:pt idx="4074">
                  <c:v>42230</c:v>
                </c:pt>
                <c:pt idx="4075">
                  <c:v>42233</c:v>
                </c:pt>
                <c:pt idx="4076">
                  <c:v>42234</c:v>
                </c:pt>
                <c:pt idx="4077">
                  <c:v>42235</c:v>
                </c:pt>
                <c:pt idx="4078">
                  <c:v>42236</c:v>
                </c:pt>
                <c:pt idx="4079">
                  <c:v>42237</c:v>
                </c:pt>
                <c:pt idx="4080">
                  <c:v>42240</c:v>
                </c:pt>
                <c:pt idx="4081">
                  <c:v>42241</c:v>
                </c:pt>
                <c:pt idx="4082">
                  <c:v>42242</c:v>
                </c:pt>
                <c:pt idx="4083">
                  <c:v>42243</c:v>
                </c:pt>
                <c:pt idx="4084">
                  <c:v>42244</c:v>
                </c:pt>
                <c:pt idx="4085">
                  <c:v>42247</c:v>
                </c:pt>
                <c:pt idx="4086">
                  <c:v>42248</c:v>
                </c:pt>
                <c:pt idx="4087">
                  <c:v>42249</c:v>
                </c:pt>
                <c:pt idx="4088">
                  <c:v>42250</c:v>
                </c:pt>
                <c:pt idx="4089">
                  <c:v>42251</c:v>
                </c:pt>
                <c:pt idx="4090">
                  <c:v>42254</c:v>
                </c:pt>
                <c:pt idx="4091">
                  <c:v>42255</c:v>
                </c:pt>
                <c:pt idx="4092">
                  <c:v>42256</c:v>
                </c:pt>
                <c:pt idx="4093">
                  <c:v>42257</c:v>
                </c:pt>
                <c:pt idx="4094">
                  <c:v>42258</c:v>
                </c:pt>
                <c:pt idx="4095">
                  <c:v>42261</c:v>
                </c:pt>
                <c:pt idx="4096">
                  <c:v>42262</c:v>
                </c:pt>
                <c:pt idx="4097">
                  <c:v>42263</c:v>
                </c:pt>
                <c:pt idx="4098">
                  <c:v>42264</c:v>
                </c:pt>
                <c:pt idx="4099">
                  <c:v>42265</c:v>
                </c:pt>
                <c:pt idx="4100">
                  <c:v>42268</c:v>
                </c:pt>
                <c:pt idx="4101">
                  <c:v>42269</c:v>
                </c:pt>
                <c:pt idx="4102">
                  <c:v>42270</c:v>
                </c:pt>
                <c:pt idx="4103">
                  <c:v>42271</c:v>
                </c:pt>
                <c:pt idx="4104">
                  <c:v>42272</c:v>
                </c:pt>
                <c:pt idx="4105">
                  <c:v>42275</c:v>
                </c:pt>
                <c:pt idx="4106">
                  <c:v>42276</c:v>
                </c:pt>
                <c:pt idx="4107">
                  <c:v>42277</c:v>
                </c:pt>
                <c:pt idx="4108">
                  <c:v>42278</c:v>
                </c:pt>
                <c:pt idx="4109">
                  <c:v>42279</c:v>
                </c:pt>
                <c:pt idx="4110">
                  <c:v>42282</c:v>
                </c:pt>
                <c:pt idx="4111">
                  <c:v>42283</c:v>
                </c:pt>
                <c:pt idx="4112">
                  <c:v>42284</c:v>
                </c:pt>
                <c:pt idx="4113">
                  <c:v>42285</c:v>
                </c:pt>
                <c:pt idx="4114">
                  <c:v>42286</c:v>
                </c:pt>
                <c:pt idx="4115">
                  <c:v>42289</c:v>
                </c:pt>
                <c:pt idx="4116">
                  <c:v>42290</c:v>
                </c:pt>
                <c:pt idx="4117">
                  <c:v>42291</c:v>
                </c:pt>
                <c:pt idx="4118">
                  <c:v>42292</c:v>
                </c:pt>
                <c:pt idx="4119">
                  <c:v>42293</c:v>
                </c:pt>
                <c:pt idx="4120">
                  <c:v>42296</c:v>
                </c:pt>
                <c:pt idx="4121">
                  <c:v>42297</c:v>
                </c:pt>
                <c:pt idx="4122">
                  <c:v>42298</c:v>
                </c:pt>
                <c:pt idx="4123">
                  <c:v>42299</c:v>
                </c:pt>
                <c:pt idx="4124">
                  <c:v>42300</c:v>
                </c:pt>
                <c:pt idx="4125">
                  <c:v>42303</c:v>
                </c:pt>
                <c:pt idx="4126">
                  <c:v>42304</c:v>
                </c:pt>
                <c:pt idx="4127">
                  <c:v>42305</c:v>
                </c:pt>
                <c:pt idx="4128">
                  <c:v>42306</c:v>
                </c:pt>
                <c:pt idx="4129">
                  <c:v>42307</c:v>
                </c:pt>
                <c:pt idx="4130">
                  <c:v>42310</c:v>
                </c:pt>
                <c:pt idx="4131">
                  <c:v>42311</c:v>
                </c:pt>
                <c:pt idx="4132">
                  <c:v>42312</c:v>
                </c:pt>
                <c:pt idx="4133">
                  <c:v>42313</c:v>
                </c:pt>
                <c:pt idx="4134">
                  <c:v>42314</c:v>
                </c:pt>
                <c:pt idx="4135">
                  <c:v>42317</c:v>
                </c:pt>
                <c:pt idx="4136">
                  <c:v>42318</c:v>
                </c:pt>
                <c:pt idx="4137">
                  <c:v>42319</c:v>
                </c:pt>
                <c:pt idx="4138">
                  <c:v>42320</c:v>
                </c:pt>
                <c:pt idx="4139">
                  <c:v>42321</c:v>
                </c:pt>
                <c:pt idx="4140">
                  <c:v>42324</c:v>
                </c:pt>
                <c:pt idx="4141">
                  <c:v>42325</c:v>
                </c:pt>
                <c:pt idx="4142">
                  <c:v>42326</c:v>
                </c:pt>
                <c:pt idx="4143">
                  <c:v>42327</c:v>
                </c:pt>
                <c:pt idx="4144">
                  <c:v>42328</c:v>
                </c:pt>
                <c:pt idx="4145">
                  <c:v>42331</c:v>
                </c:pt>
                <c:pt idx="4146">
                  <c:v>42332</c:v>
                </c:pt>
                <c:pt idx="4147">
                  <c:v>42333</c:v>
                </c:pt>
                <c:pt idx="4148">
                  <c:v>42334</c:v>
                </c:pt>
                <c:pt idx="4149">
                  <c:v>42335</c:v>
                </c:pt>
                <c:pt idx="4150">
                  <c:v>42338</c:v>
                </c:pt>
                <c:pt idx="4151">
                  <c:v>42339</c:v>
                </c:pt>
                <c:pt idx="4152">
                  <c:v>42340</c:v>
                </c:pt>
                <c:pt idx="4153">
                  <c:v>42341</c:v>
                </c:pt>
                <c:pt idx="4154">
                  <c:v>42342</c:v>
                </c:pt>
                <c:pt idx="4155">
                  <c:v>42345</c:v>
                </c:pt>
                <c:pt idx="4156">
                  <c:v>42346</c:v>
                </c:pt>
                <c:pt idx="4157">
                  <c:v>42347</c:v>
                </c:pt>
                <c:pt idx="4158">
                  <c:v>42348</c:v>
                </c:pt>
                <c:pt idx="4159">
                  <c:v>42349</c:v>
                </c:pt>
                <c:pt idx="4160">
                  <c:v>42352</c:v>
                </c:pt>
                <c:pt idx="4161">
                  <c:v>42353</c:v>
                </c:pt>
                <c:pt idx="4162">
                  <c:v>42354</c:v>
                </c:pt>
                <c:pt idx="4163">
                  <c:v>42355</c:v>
                </c:pt>
                <c:pt idx="4164">
                  <c:v>42356</c:v>
                </c:pt>
                <c:pt idx="4165">
                  <c:v>42359</c:v>
                </c:pt>
                <c:pt idx="4166">
                  <c:v>42360</c:v>
                </c:pt>
                <c:pt idx="4167">
                  <c:v>42361</c:v>
                </c:pt>
                <c:pt idx="4168">
                  <c:v>42362</c:v>
                </c:pt>
                <c:pt idx="4169">
                  <c:v>42363</c:v>
                </c:pt>
                <c:pt idx="4170">
                  <c:v>42366</c:v>
                </c:pt>
                <c:pt idx="4171">
                  <c:v>42367</c:v>
                </c:pt>
                <c:pt idx="4172">
                  <c:v>42368</c:v>
                </c:pt>
                <c:pt idx="4173">
                  <c:v>42369</c:v>
                </c:pt>
                <c:pt idx="4174">
                  <c:v>42370</c:v>
                </c:pt>
                <c:pt idx="4175">
                  <c:v>42373</c:v>
                </c:pt>
                <c:pt idx="4176">
                  <c:v>42374</c:v>
                </c:pt>
                <c:pt idx="4177">
                  <c:v>42375</c:v>
                </c:pt>
                <c:pt idx="4178">
                  <c:v>42376</c:v>
                </c:pt>
                <c:pt idx="4179">
                  <c:v>42377</c:v>
                </c:pt>
                <c:pt idx="4180">
                  <c:v>42380</c:v>
                </c:pt>
                <c:pt idx="4181">
                  <c:v>42381</c:v>
                </c:pt>
                <c:pt idx="4182">
                  <c:v>42382</c:v>
                </c:pt>
                <c:pt idx="4183">
                  <c:v>42383</c:v>
                </c:pt>
                <c:pt idx="4184">
                  <c:v>42384</c:v>
                </c:pt>
                <c:pt idx="4185">
                  <c:v>42387</c:v>
                </c:pt>
                <c:pt idx="4186">
                  <c:v>42388</c:v>
                </c:pt>
                <c:pt idx="4187">
                  <c:v>42389</c:v>
                </c:pt>
                <c:pt idx="4188">
                  <c:v>42390</c:v>
                </c:pt>
                <c:pt idx="4189">
                  <c:v>42391</c:v>
                </c:pt>
                <c:pt idx="4190">
                  <c:v>42394</c:v>
                </c:pt>
                <c:pt idx="4191">
                  <c:v>42395</c:v>
                </c:pt>
                <c:pt idx="4192">
                  <c:v>42396</c:v>
                </c:pt>
                <c:pt idx="4193">
                  <c:v>42397</c:v>
                </c:pt>
                <c:pt idx="4194">
                  <c:v>42398</c:v>
                </c:pt>
                <c:pt idx="4195">
                  <c:v>42401</c:v>
                </c:pt>
                <c:pt idx="4196">
                  <c:v>42402</c:v>
                </c:pt>
                <c:pt idx="4197">
                  <c:v>42403</c:v>
                </c:pt>
                <c:pt idx="4198">
                  <c:v>42404</c:v>
                </c:pt>
                <c:pt idx="4199">
                  <c:v>42405</c:v>
                </c:pt>
                <c:pt idx="4200">
                  <c:v>42408</c:v>
                </c:pt>
                <c:pt idx="4201">
                  <c:v>42409</c:v>
                </c:pt>
                <c:pt idx="4202">
                  <c:v>42410</c:v>
                </c:pt>
                <c:pt idx="4203">
                  <c:v>42411</c:v>
                </c:pt>
                <c:pt idx="4204">
                  <c:v>42412</c:v>
                </c:pt>
                <c:pt idx="4205">
                  <c:v>42415</c:v>
                </c:pt>
                <c:pt idx="4206">
                  <c:v>42416</c:v>
                </c:pt>
                <c:pt idx="4207">
                  <c:v>42417</c:v>
                </c:pt>
                <c:pt idx="4208">
                  <c:v>42418</c:v>
                </c:pt>
                <c:pt idx="4209">
                  <c:v>42419</c:v>
                </c:pt>
                <c:pt idx="4210">
                  <c:v>42422</c:v>
                </c:pt>
                <c:pt idx="4211">
                  <c:v>42423</c:v>
                </c:pt>
                <c:pt idx="4212">
                  <c:v>42424</c:v>
                </c:pt>
                <c:pt idx="4213">
                  <c:v>42425</c:v>
                </c:pt>
                <c:pt idx="4214">
                  <c:v>42426</c:v>
                </c:pt>
                <c:pt idx="4215">
                  <c:v>42429</c:v>
                </c:pt>
                <c:pt idx="4216">
                  <c:v>42430</c:v>
                </c:pt>
                <c:pt idx="4217">
                  <c:v>42431</c:v>
                </c:pt>
                <c:pt idx="4218">
                  <c:v>42432</c:v>
                </c:pt>
                <c:pt idx="4219">
                  <c:v>42433</c:v>
                </c:pt>
                <c:pt idx="4220">
                  <c:v>42436</c:v>
                </c:pt>
                <c:pt idx="4221">
                  <c:v>42437</c:v>
                </c:pt>
                <c:pt idx="4222">
                  <c:v>42438</c:v>
                </c:pt>
                <c:pt idx="4223">
                  <c:v>42439</c:v>
                </c:pt>
                <c:pt idx="4224">
                  <c:v>42440</c:v>
                </c:pt>
                <c:pt idx="4225">
                  <c:v>42443</c:v>
                </c:pt>
                <c:pt idx="4226">
                  <c:v>42444</c:v>
                </c:pt>
                <c:pt idx="4227">
                  <c:v>42445</c:v>
                </c:pt>
                <c:pt idx="4228">
                  <c:v>42446</c:v>
                </c:pt>
                <c:pt idx="4229">
                  <c:v>42447</c:v>
                </c:pt>
                <c:pt idx="4230">
                  <c:v>42450</c:v>
                </c:pt>
                <c:pt idx="4231">
                  <c:v>42451</c:v>
                </c:pt>
                <c:pt idx="4232">
                  <c:v>42452</c:v>
                </c:pt>
                <c:pt idx="4233">
                  <c:v>42453</c:v>
                </c:pt>
                <c:pt idx="4234">
                  <c:v>42454</c:v>
                </c:pt>
                <c:pt idx="4235">
                  <c:v>42457</c:v>
                </c:pt>
                <c:pt idx="4236">
                  <c:v>42458</c:v>
                </c:pt>
                <c:pt idx="4237">
                  <c:v>42459</c:v>
                </c:pt>
                <c:pt idx="4238">
                  <c:v>42460</c:v>
                </c:pt>
                <c:pt idx="4239">
                  <c:v>42461</c:v>
                </c:pt>
                <c:pt idx="4240">
                  <c:v>42464</c:v>
                </c:pt>
                <c:pt idx="4241">
                  <c:v>42465</c:v>
                </c:pt>
                <c:pt idx="4242">
                  <c:v>42466</c:v>
                </c:pt>
                <c:pt idx="4243">
                  <c:v>42467</c:v>
                </c:pt>
                <c:pt idx="4244">
                  <c:v>42468</c:v>
                </c:pt>
                <c:pt idx="4245">
                  <c:v>42471</c:v>
                </c:pt>
                <c:pt idx="4246">
                  <c:v>42472</c:v>
                </c:pt>
                <c:pt idx="4247">
                  <c:v>42473</c:v>
                </c:pt>
                <c:pt idx="4248">
                  <c:v>42474</c:v>
                </c:pt>
                <c:pt idx="4249">
                  <c:v>42475</c:v>
                </c:pt>
                <c:pt idx="4250">
                  <c:v>42478</c:v>
                </c:pt>
                <c:pt idx="4251">
                  <c:v>42479</c:v>
                </c:pt>
                <c:pt idx="4252">
                  <c:v>42480</c:v>
                </c:pt>
                <c:pt idx="4253">
                  <c:v>42481</c:v>
                </c:pt>
                <c:pt idx="4254">
                  <c:v>42482</c:v>
                </c:pt>
                <c:pt idx="4255">
                  <c:v>42485</c:v>
                </c:pt>
                <c:pt idx="4256">
                  <c:v>42486</c:v>
                </c:pt>
                <c:pt idx="4257">
                  <c:v>42487</c:v>
                </c:pt>
                <c:pt idx="4258">
                  <c:v>42488</c:v>
                </c:pt>
                <c:pt idx="4259">
                  <c:v>42489</c:v>
                </c:pt>
                <c:pt idx="4260">
                  <c:v>42492</c:v>
                </c:pt>
                <c:pt idx="4261">
                  <c:v>42493</c:v>
                </c:pt>
                <c:pt idx="4262">
                  <c:v>42494</c:v>
                </c:pt>
                <c:pt idx="4263">
                  <c:v>42495</c:v>
                </c:pt>
                <c:pt idx="4264">
                  <c:v>42496</c:v>
                </c:pt>
                <c:pt idx="4265">
                  <c:v>42499</c:v>
                </c:pt>
                <c:pt idx="4266">
                  <c:v>42500</c:v>
                </c:pt>
                <c:pt idx="4267">
                  <c:v>42501</c:v>
                </c:pt>
                <c:pt idx="4268">
                  <c:v>42502</c:v>
                </c:pt>
                <c:pt idx="4269">
                  <c:v>42503</c:v>
                </c:pt>
                <c:pt idx="4270">
                  <c:v>42506</c:v>
                </c:pt>
                <c:pt idx="4271">
                  <c:v>42507</c:v>
                </c:pt>
                <c:pt idx="4272">
                  <c:v>42508</c:v>
                </c:pt>
                <c:pt idx="4273">
                  <c:v>42509</c:v>
                </c:pt>
                <c:pt idx="4274">
                  <c:v>42510</c:v>
                </c:pt>
                <c:pt idx="4275">
                  <c:v>42513</c:v>
                </c:pt>
                <c:pt idx="4276">
                  <c:v>42514</c:v>
                </c:pt>
                <c:pt idx="4277">
                  <c:v>42515</c:v>
                </c:pt>
                <c:pt idx="4278">
                  <c:v>42516</c:v>
                </c:pt>
                <c:pt idx="4279">
                  <c:v>42517</c:v>
                </c:pt>
                <c:pt idx="4280">
                  <c:v>42520</c:v>
                </c:pt>
                <c:pt idx="4281">
                  <c:v>42521</c:v>
                </c:pt>
                <c:pt idx="4282">
                  <c:v>42522</c:v>
                </c:pt>
                <c:pt idx="4283">
                  <c:v>42523</c:v>
                </c:pt>
                <c:pt idx="4284">
                  <c:v>42524</c:v>
                </c:pt>
                <c:pt idx="4285">
                  <c:v>42527</c:v>
                </c:pt>
                <c:pt idx="4286">
                  <c:v>42528</c:v>
                </c:pt>
                <c:pt idx="4287">
                  <c:v>42529</c:v>
                </c:pt>
                <c:pt idx="4288">
                  <c:v>42530</c:v>
                </c:pt>
                <c:pt idx="4289">
                  <c:v>42531</c:v>
                </c:pt>
                <c:pt idx="4290">
                  <c:v>42534</c:v>
                </c:pt>
                <c:pt idx="4291">
                  <c:v>42535</c:v>
                </c:pt>
                <c:pt idx="4292">
                  <c:v>42536</c:v>
                </c:pt>
                <c:pt idx="4293">
                  <c:v>42537</c:v>
                </c:pt>
                <c:pt idx="4294">
                  <c:v>42538</c:v>
                </c:pt>
                <c:pt idx="4295">
                  <c:v>42541</c:v>
                </c:pt>
                <c:pt idx="4296">
                  <c:v>42542</c:v>
                </c:pt>
                <c:pt idx="4297">
                  <c:v>42543</c:v>
                </c:pt>
                <c:pt idx="4298">
                  <c:v>42544</c:v>
                </c:pt>
                <c:pt idx="4299">
                  <c:v>42545</c:v>
                </c:pt>
                <c:pt idx="4300">
                  <c:v>42548</c:v>
                </c:pt>
                <c:pt idx="4301">
                  <c:v>42549</c:v>
                </c:pt>
                <c:pt idx="4302">
                  <c:v>42550</c:v>
                </c:pt>
                <c:pt idx="4303">
                  <c:v>42551</c:v>
                </c:pt>
                <c:pt idx="4304">
                  <c:v>42552</c:v>
                </c:pt>
                <c:pt idx="4305">
                  <c:v>42555</c:v>
                </c:pt>
                <c:pt idx="4306">
                  <c:v>42556</c:v>
                </c:pt>
                <c:pt idx="4307">
                  <c:v>42557</c:v>
                </c:pt>
                <c:pt idx="4308">
                  <c:v>42558</c:v>
                </c:pt>
                <c:pt idx="4309">
                  <c:v>42559</c:v>
                </c:pt>
                <c:pt idx="4310">
                  <c:v>42562</c:v>
                </c:pt>
                <c:pt idx="4311">
                  <c:v>42563</c:v>
                </c:pt>
                <c:pt idx="4312">
                  <c:v>42564</c:v>
                </c:pt>
                <c:pt idx="4313">
                  <c:v>42565</c:v>
                </c:pt>
                <c:pt idx="4314">
                  <c:v>42566</c:v>
                </c:pt>
                <c:pt idx="4315">
                  <c:v>42569</c:v>
                </c:pt>
                <c:pt idx="4316">
                  <c:v>42570</c:v>
                </c:pt>
                <c:pt idx="4317">
                  <c:v>42571</c:v>
                </c:pt>
                <c:pt idx="4318">
                  <c:v>42572</c:v>
                </c:pt>
                <c:pt idx="4319">
                  <c:v>42573</c:v>
                </c:pt>
                <c:pt idx="4320">
                  <c:v>42576</c:v>
                </c:pt>
                <c:pt idx="4321">
                  <c:v>42577</c:v>
                </c:pt>
                <c:pt idx="4322">
                  <c:v>42578</c:v>
                </c:pt>
                <c:pt idx="4323">
                  <c:v>42579</c:v>
                </c:pt>
                <c:pt idx="4324">
                  <c:v>42580</c:v>
                </c:pt>
                <c:pt idx="4325">
                  <c:v>42583</c:v>
                </c:pt>
                <c:pt idx="4326">
                  <c:v>42584</c:v>
                </c:pt>
                <c:pt idx="4327">
                  <c:v>42585</c:v>
                </c:pt>
                <c:pt idx="4328">
                  <c:v>42586</c:v>
                </c:pt>
                <c:pt idx="4329">
                  <c:v>42587</c:v>
                </c:pt>
                <c:pt idx="4330">
                  <c:v>42590</c:v>
                </c:pt>
                <c:pt idx="4331">
                  <c:v>42591</c:v>
                </c:pt>
                <c:pt idx="4332">
                  <c:v>42592</c:v>
                </c:pt>
                <c:pt idx="4333">
                  <c:v>42593</c:v>
                </c:pt>
                <c:pt idx="4334">
                  <c:v>42594</c:v>
                </c:pt>
                <c:pt idx="4335">
                  <c:v>42597</c:v>
                </c:pt>
                <c:pt idx="4336">
                  <c:v>42598</c:v>
                </c:pt>
                <c:pt idx="4337">
                  <c:v>42599</c:v>
                </c:pt>
                <c:pt idx="4338">
                  <c:v>42600</c:v>
                </c:pt>
                <c:pt idx="4339">
                  <c:v>42601</c:v>
                </c:pt>
                <c:pt idx="4340">
                  <c:v>42604</c:v>
                </c:pt>
                <c:pt idx="4341">
                  <c:v>42605</c:v>
                </c:pt>
                <c:pt idx="4342">
                  <c:v>42606</c:v>
                </c:pt>
                <c:pt idx="4343">
                  <c:v>42607</c:v>
                </c:pt>
                <c:pt idx="4344">
                  <c:v>42608</c:v>
                </c:pt>
                <c:pt idx="4345">
                  <c:v>42611</c:v>
                </c:pt>
                <c:pt idx="4346">
                  <c:v>42612</c:v>
                </c:pt>
                <c:pt idx="4347">
                  <c:v>42613</c:v>
                </c:pt>
                <c:pt idx="4348">
                  <c:v>42614</c:v>
                </c:pt>
                <c:pt idx="4349">
                  <c:v>42615</c:v>
                </c:pt>
                <c:pt idx="4350">
                  <c:v>42618</c:v>
                </c:pt>
                <c:pt idx="4351">
                  <c:v>42619</c:v>
                </c:pt>
                <c:pt idx="4352">
                  <c:v>42620</c:v>
                </c:pt>
                <c:pt idx="4353">
                  <c:v>42621</c:v>
                </c:pt>
                <c:pt idx="4354">
                  <c:v>42622</c:v>
                </c:pt>
                <c:pt idx="4355">
                  <c:v>42625</c:v>
                </c:pt>
                <c:pt idx="4356">
                  <c:v>42626</c:v>
                </c:pt>
                <c:pt idx="4357">
                  <c:v>42627</c:v>
                </c:pt>
                <c:pt idx="4358">
                  <c:v>42628</c:v>
                </c:pt>
                <c:pt idx="4359">
                  <c:v>42629</c:v>
                </c:pt>
                <c:pt idx="4360">
                  <c:v>42632</c:v>
                </c:pt>
                <c:pt idx="4361">
                  <c:v>42633</c:v>
                </c:pt>
                <c:pt idx="4362">
                  <c:v>42634</c:v>
                </c:pt>
                <c:pt idx="4363">
                  <c:v>42635</c:v>
                </c:pt>
                <c:pt idx="4364">
                  <c:v>42636</c:v>
                </c:pt>
                <c:pt idx="4365">
                  <c:v>42639</c:v>
                </c:pt>
                <c:pt idx="4366">
                  <c:v>42640</c:v>
                </c:pt>
                <c:pt idx="4367">
                  <c:v>42641</c:v>
                </c:pt>
                <c:pt idx="4368">
                  <c:v>42642</c:v>
                </c:pt>
                <c:pt idx="4369">
                  <c:v>42643</c:v>
                </c:pt>
                <c:pt idx="4370">
                  <c:v>42646</c:v>
                </c:pt>
                <c:pt idx="4371">
                  <c:v>42647</c:v>
                </c:pt>
                <c:pt idx="4372">
                  <c:v>42648</c:v>
                </c:pt>
                <c:pt idx="4373">
                  <c:v>42649</c:v>
                </c:pt>
                <c:pt idx="4374">
                  <c:v>42650</c:v>
                </c:pt>
                <c:pt idx="4375">
                  <c:v>42653</c:v>
                </c:pt>
                <c:pt idx="4376">
                  <c:v>42654</c:v>
                </c:pt>
                <c:pt idx="4377">
                  <c:v>42655</c:v>
                </c:pt>
                <c:pt idx="4378">
                  <c:v>42656</c:v>
                </c:pt>
                <c:pt idx="4379">
                  <c:v>42657</c:v>
                </c:pt>
                <c:pt idx="4380">
                  <c:v>42660</c:v>
                </c:pt>
                <c:pt idx="4381">
                  <c:v>42661</c:v>
                </c:pt>
                <c:pt idx="4382">
                  <c:v>42662</c:v>
                </c:pt>
                <c:pt idx="4383">
                  <c:v>42663</c:v>
                </c:pt>
                <c:pt idx="4384">
                  <c:v>42664</c:v>
                </c:pt>
                <c:pt idx="4385">
                  <c:v>42667</c:v>
                </c:pt>
                <c:pt idx="4386">
                  <c:v>42668</c:v>
                </c:pt>
                <c:pt idx="4387">
                  <c:v>42669</c:v>
                </c:pt>
                <c:pt idx="4388">
                  <c:v>42670</c:v>
                </c:pt>
                <c:pt idx="4389">
                  <c:v>42671</c:v>
                </c:pt>
                <c:pt idx="4390">
                  <c:v>42674</c:v>
                </c:pt>
                <c:pt idx="4391">
                  <c:v>42675</c:v>
                </c:pt>
                <c:pt idx="4392">
                  <c:v>42676</c:v>
                </c:pt>
                <c:pt idx="4393">
                  <c:v>42677</c:v>
                </c:pt>
                <c:pt idx="4394">
                  <c:v>42678</c:v>
                </c:pt>
                <c:pt idx="4395">
                  <c:v>42681</c:v>
                </c:pt>
                <c:pt idx="4396">
                  <c:v>42682</c:v>
                </c:pt>
                <c:pt idx="4397">
                  <c:v>42683</c:v>
                </c:pt>
                <c:pt idx="4398">
                  <c:v>42684</c:v>
                </c:pt>
                <c:pt idx="4399">
                  <c:v>42685</c:v>
                </c:pt>
                <c:pt idx="4400">
                  <c:v>42688</c:v>
                </c:pt>
                <c:pt idx="4401">
                  <c:v>42689</c:v>
                </c:pt>
                <c:pt idx="4402">
                  <c:v>42690</c:v>
                </c:pt>
                <c:pt idx="4403">
                  <c:v>42691</c:v>
                </c:pt>
                <c:pt idx="4404">
                  <c:v>42692</c:v>
                </c:pt>
                <c:pt idx="4405">
                  <c:v>42695</c:v>
                </c:pt>
                <c:pt idx="4406">
                  <c:v>42696</c:v>
                </c:pt>
                <c:pt idx="4407">
                  <c:v>42697</c:v>
                </c:pt>
                <c:pt idx="4408">
                  <c:v>42698</c:v>
                </c:pt>
                <c:pt idx="4409">
                  <c:v>42699</c:v>
                </c:pt>
                <c:pt idx="4410">
                  <c:v>42702</c:v>
                </c:pt>
                <c:pt idx="4411">
                  <c:v>42703</c:v>
                </c:pt>
                <c:pt idx="4412">
                  <c:v>42704</c:v>
                </c:pt>
                <c:pt idx="4413">
                  <c:v>42705</c:v>
                </c:pt>
                <c:pt idx="4414">
                  <c:v>42706</c:v>
                </c:pt>
                <c:pt idx="4415">
                  <c:v>42709</c:v>
                </c:pt>
                <c:pt idx="4416">
                  <c:v>42710</c:v>
                </c:pt>
                <c:pt idx="4417">
                  <c:v>42711</c:v>
                </c:pt>
                <c:pt idx="4418">
                  <c:v>42712</c:v>
                </c:pt>
                <c:pt idx="4419">
                  <c:v>42713</c:v>
                </c:pt>
                <c:pt idx="4420">
                  <c:v>42716</c:v>
                </c:pt>
                <c:pt idx="4421">
                  <c:v>42717</c:v>
                </c:pt>
                <c:pt idx="4422">
                  <c:v>42718</c:v>
                </c:pt>
                <c:pt idx="4423">
                  <c:v>42719</c:v>
                </c:pt>
                <c:pt idx="4424">
                  <c:v>42720</c:v>
                </c:pt>
                <c:pt idx="4425">
                  <c:v>42723</c:v>
                </c:pt>
                <c:pt idx="4426">
                  <c:v>42724</c:v>
                </c:pt>
                <c:pt idx="4427">
                  <c:v>42725</c:v>
                </c:pt>
                <c:pt idx="4428">
                  <c:v>42726</c:v>
                </c:pt>
                <c:pt idx="4429">
                  <c:v>42727</c:v>
                </c:pt>
                <c:pt idx="4430">
                  <c:v>42730</c:v>
                </c:pt>
                <c:pt idx="4431">
                  <c:v>42731</c:v>
                </c:pt>
                <c:pt idx="4432">
                  <c:v>42732</c:v>
                </c:pt>
                <c:pt idx="4433">
                  <c:v>42733</c:v>
                </c:pt>
                <c:pt idx="4434">
                  <c:v>42734</c:v>
                </c:pt>
                <c:pt idx="4435">
                  <c:v>42737</c:v>
                </c:pt>
                <c:pt idx="4436">
                  <c:v>42738</c:v>
                </c:pt>
                <c:pt idx="4437">
                  <c:v>42739</c:v>
                </c:pt>
                <c:pt idx="4438">
                  <c:v>42740</c:v>
                </c:pt>
                <c:pt idx="4439">
                  <c:v>42741</c:v>
                </c:pt>
                <c:pt idx="4440">
                  <c:v>42744</c:v>
                </c:pt>
                <c:pt idx="4441">
                  <c:v>42745</c:v>
                </c:pt>
                <c:pt idx="4442">
                  <c:v>42746</c:v>
                </c:pt>
                <c:pt idx="4443">
                  <c:v>42747</c:v>
                </c:pt>
                <c:pt idx="4444">
                  <c:v>42748</c:v>
                </c:pt>
                <c:pt idx="4445">
                  <c:v>42751</c:v>
                </c:pt>
                <c:pt idx="4446">
                  <c:v>42752</c:v>
                </c:pt>
                <c:pt idx="4447">
                  <c:v>42753</c:v>
                </c:pt>
                <c:pt idx="4448">
                  <c:v>42754</c:v>
                </c:pt>
                <c:pt idx="4449">
                  <c:v>42755</c:v>
                </c:pt>
                <c:pt idx="4450">
                  <c:v>42758</c:v>
                </c:pt>
                <c:pt idx="4451">
                  <c:v>42759</c:v>
                </c:pt>
                <c:pt idx="4452">
                  <c:v>42760</c:v>
                </c:pt>
                <c:pt idx="4453">
                  <c:v>42761</c:v>
                </c:pt>
                <c:pt idx="4454">
                  <c:v>42762</c:v>
                </c:pt>
                <c:pt idx="4455">
                  <c:v>42765</c:v>
                </c:pt>
                <c:pt idx="4456">
                  <c:v>42766</c:v>
                </c:pt>
                <c:pt idx="4457">
                  <c:v>42767</c:v>
                </c:pt>
                <c:pt idx="4458">
                  <c:v>42768</c:v>
                </c:pt>
                <c:pt idx="4459">
                  <c:v>42769</c:v>
                </c:pt>
                <c:pt idx="4460">
                  <c:v>42772</c:v>
                </c:pt>
                <c:pt idx="4461">
                  <c:v>42773</c:v>
                </c:pt>
                <c:pt idx="4462">
                  <c:v>42774</c:v>
                </c:pt>
                <c:pt idx="4463">
                  <c:v>42775</c:v>
                </c:pt>
                <c:pt idx="4464">
                  <c:v>42776</c:v>
                </c:pt>
                <c:pt idx="4465">
                  <c:v>42779</c:v>
                </c:pt>
                <c:pt idx="4466">
                  <c:v>42780</c:v>
                </c:pt>
                <c:pt idx="4467">
                  <c:v>42781</c:v>
                </c:pt>
                <c:pt idx="4468">
                  <c:v>42782</c:v>
                </c:pt>
                <c:pt idx="4469">
                  <c:v>42783</c:v>
                </c:pt>
                <c:pt idx="4470">
                  <c:v>42786</c:v>
                </c:pt>
                <c:pt idx="4471">
                  <c:v>42787</c:v>
                </c:pt>
                <c:pt idx="4472">
                  <c:v>42788</c:v>
                </c:pt>
                <c:pt idx="4473">
                  <c:v>42789</c:v>
                </c:pt>
                <c:pt idx="4474">
                  <c:v>42790</c:v>
                </c:pt>
                <c:pt idx="4475">
                  <c:v>42793</c:v>
                </c:pt>
                <c:pt idx="4476">
                  <c:v>42794</c:v>
                </c:pt>
                <c:pt idx="4477">
                  <c:v>42795</c:v>
                </c:pt>
                <c:pt idx="4478">
                  <c:v>42796</c:v>
                </c:pt>
                <c:pt idx="4479">
                  <c:v>42797</c:v>
                </c:pt>
                <c:pt idx="4480">
                  <c:v>42800</c:v>
                </c:pt>
                <c:pt idx="4481">
                  <c:v>42801</c:v>
                </c:pt>
                <c:pt idx="4482">
                  <c:v>42802</c:v>
                </c:pt>
                <c:pt idx="4483">
                  <c:v>42803</c:v>
                </c:pt>
                <c:pt idx="4484">
                  <c:v>42804</c:v>
                </c:pt>
                <c:pt idx="4485">
                  <c:v>42807</c:v>
                </c:pt>
                <c:pt idx="4486">
                  <c:v>42808</c:v>
                </c:pt>
                <c:pt idx="4487">
                  <c:v>42809</c:v>
                </c:pt>
                <c:pt idx="4488">
                  <c:v>42810</c:v>
                </c:pt>
                <c:pt idx="4489">
                  <c:v>42811</c:v>
                </c:pt>
                <c:pt idx="4490">
                  <c:v>42814</c:v>
                </c:pt>
                <c:pt idx="4491">
                  <c:v>42815</c:v>
                </c:pt>
                <c:pt idx="4492">
                  <c:v>42816</c:v>
                </c:pt>
                <c:pt idx="4493">
                  <c:v>42817</c:v>
                </c:pt>
                <c:pt idx="4494">
                  <c:v>42818</c:v>
                </c:pt>
                <c:pt idx="4495">
                  <c:v>42821</c:v>
                </c:pt>
                <c:pt idx="4496">
                  <c:v>42822</c:v>
                </c:pt>
                <c:pt idx="4497">
                  <c:v>42823</c:v>
                </c:pt>
                <c:pt idx="4498">
                  <c:v>42824</c:v>
                </c:pt>
                <c:pt idx="4499">
                  <c:v>42825</c:v>
                </c:pt>
                <c:pt idx="4500">
                  <c:v>42828</c:v>
                </c:pt>
                <c:pt idx="4501">
                  <c:v>42829</c:v>
                </c:pt>
                <c:pt idx="4502">
                  <c:v>42830</c:v>
                </c:pt>
                <c:pt idx="4503">
                  <c:v>42831</c:v>
                </c:pt>
                <c:pt idx="4504">
                  <c:v>42832</c:v>
                </c:pt>
                <c:pt idx="4505">
                  <c:v>42835</c:v>
                </c:pt>
                <c:pt idx="4506">
                  <c:v>42836</c:v>
                </c:pt>
                <c:pt idx="4507">
                  <c:v>42837</c:v>
                </c:pt>
                <c:pt idx="4508">
                  <c:v>42838</c:v>
                </c:pt>
                <c:pt idx="4509">
                  <c:v>42839</c:v>
                </c:pt>
                <c:pt idx="4510">
                  <c:v>42842</c:v>
                </c:pt>
                <c:pt idx="4511">
                  <c:v>42843</c:v>
                </c:pt>
                <c:pt idx="4512">
                  <c:v>42844</c:v>
                </c:pt>
                <c:pt idx="4513">
                  <c:v>42845</c:v>
                </c:pt>
                <c:pt idx="4514">
                  <c:v>42846</c:v>
                </c:pt>
                <c:pt idx="4515">
                  <c:v>42849</c:v>
                </c:pt>
                <c:pt idx="4516">
                  <c:v>42850</c:v>
                </c:pt>
                <c:pt idx="4517">
                  <c:v>42851</c:v>
                </c:pt>
                <c:pt idx="4518">
                  <c:v>42852</c:v>
                </c:pt>
                <c:pt idx="4519">
                  <c:v>42853</c:v>
                </c:pt>
                <c:pt idx="4520">
                  <c:v>42856</c:v>
                </c:pt>
                <c:pt idx="4521">
                  <c:v>42857</c:v>
                </c:pt>
                <c:pt idx="4522">
                  <c:v>42858</c:v>
                </c:pt>
                <c:pt idx="4523">
                  <c:v>42859</c:v>
                </c:pt>
                <c:pt idx="4524">
                  <c:v>42860</c:v>
                </c:pt>
                <c:pt idx="4525">
                  <c:v>42863</c:v>
                </c:pt>
                <c:pt idx="4526">
                  <c:v>42864</c:v>
                </c:pt>
                <c:pt idx="4527">
                  <c:v>42865</c:v>
                </c:pt>
                <c:pt idx="4528">
                  <c:v>42866</c:v>
                </c:pt>
                <c:pt idx="4529">
                  <c:v>42867</c:v>
                </c:pt>
                <c:pt idx="4530">
                  <c:v>42870</c:v>
                </c:pt>
                <c:pt idx="4531">
                  <c:v>42871</c:v>
                </c:pt>
                <c:pt idx="4532">
                  <c:v>42872</c:v>
                </c:pt>
                <c:pt idx="4533">
                  <c:v>42873</c:v>
                </c:pt>
                <c:pt idx="4534">
                  <c:v>42874</c:v>
                </c:pt>
                <c:pt idx="4535">
                  <c:v>42877</c:v>
                </c:pt>
                <c:pt idx="4536">
                  <c:v>42878</c:v>
                </c:pt>
                <c:pt idx="4537">
                  <c:v>42879</c:v>
                </c:pt>
                <c:pt idx="4538">
                  <c:v>42880</c:v>
                </c:pt>
                <c:pt idx="4539">
                  <c:v>42881</c:v>
                </c:pt>
                <c:pt idx="4540">
                  <c:v>42884</c:v>
                </c:pt>
                <c:pt idx="4541">
                  <c:v>42885</c:v>
                </c:pt>
                <c:pt idx="4542">
                  <c:v>42886</c:v>
                </c:pt>
                <c:pt idx="4543">
                  <c:v>42887</c:v>
                </c:pt>
                <c:pt idx="4544">
                  <c:v>42888</c:v>
                </c:pt>
                <c:pt idx="4545">
                  <c:v>42891</c:v>
                </c:pt>
                <c:pt idx="4546">
                  <c:v>42892</c:v>
                </c:pt>
                <c:pt idx="4547">
                  <c:v>42893</c:v>
                </c:pt>
                <c:pt idx="4548">
                  <c:v>42894</c:v>
                </c:pt>
                <c:pt idx="4549">
                  <c:v>42895</c:v>
                </c:pt>
                <c:pt idx="4550">
                  <c:v>42898</c:v>
                </c:pt>
                <c:pt idx="4551">
                  <c:v>42899</c:v>
                </c:pt>
                <c:pt idx="4552">
                  <c:v>42900</c:v>
                </c:pt>
                <c:pt idx="4553">
                  <c:v>42901</c:v>
                </c:pt>
                <c:pt idx="4554">
                  <c:v>42902</c:v>
                </c:pt>
                <c:pt idx="4555">
                  <c:v>42905</c:v>
                </c:pt>
                <c:pt idx="4556">
                  <c:v>42906</c:v>
                </c:pt>
                <c:pt idx="4557">
                  <c:v>42907</c:v>
                </c:pt>
                <c:pt idx="4558">
                  <c:v>42908</c:v>
                </c:pt>
                <c:pt idx="4559">
                  <c:v>42909</c:v>
                </c:pt>
                <c:pt idx="4560">
                  <c:v>42912</c:v>
                </c:pt>
                <c:pt idx="4561">
                  <c:v>42913</c:v>
                </c:pt>
                <c:pt idx="4562">
                  <c:v>42914</c:v>
                </c:pt>
                <c:pt idx="4563">
                  <c:v>42915</c:v>
                </c:pt>
                <c:pt idx="4564">
                  <c:v>42916</c:v>
                </c:pt>
                <c:pt idx="4565">
                  <c:v>42919</c:v>
                </c:pt>
                <c:pt idx="4566">
                  <c:v>42920</c:v>
                </c:pt>
                <c:pt idx="4567">
                  <c:v>42921</c:v>
                </c:pt>
                <c:pt idx="4568">
                  <c:v>42922</c:v>
                </c:pt>
                <c:pt idx="4569">
                  <c:v>42923</c:v>
                </c:pt>
                <c:pt idx="4570">
                  <c:v>42926</c:v>
                </c:pt>
                <c:pt idx="4571">
                  <c:v>42927</c:v>
                </c:pt>
                <c:pt idx="4572">
                  <c:v>42928</c:v>
                </c:pt>
                <c:pt idx="4573">
                  <c:v>42929</c:v>
                </c:pt>
                <c:pt idx="4574">
                  <c:v>42930</c:v>
                </c:pt>
                <c:pt idx="4575">
                  <c:v>42933</c:v>
                </c:pt>
                <c:pt idx="4576">
                  <c:v>42934</c:v>
                </c:pt>
                <c:pt idx="4577">
                  <c:v>42935</c:v>
                </c:pt>
                <c:pt idx="4578">
                  <c:v>42936</c:v>
                </c:pt>
                <c:pt idx="4579">
                  <c:v>42937</c:v>
                </c:pt>
                <c:pt idx="4580">
                  <c:v>42940</c:v>
                </c:pt>
                <c:pt idx="4581">
                  <c:v>42941</c:v>
                </c:pt>
                <c:pt idx="4582">
                  <c:v>42942</c:v>
                </c:pt>
                <c:pt idx="4583">
                  <c:v>42943</c:v>
                </c:pt>
                <c:pt idx="4584">
                  <c:v>42944</c:v>
                </c:pt>
                <c:pt idx="4585">
                  <c:v>42947</c:v>
                </c:pt>
                <c:pt idx="4586">
                  <c:v>42948</c:v>
                </c:pt>
                <c:pt idx="4587">
                  <c:v>42949</c:v>
                </c:pt>
                <c:pt idx="4588">
                  <c:v>42950</c:v>
                </c:pt>
                <c:pt idx="4589">
                  <c:v>42951</c:v>
                </c:pt>
                <c:pt idx="4590">
                  <c:v>42954</c:v>
                </c:pt>
                <c:pt idx="4591">
                  <c:v>42955</c:v>
                </c:pt>
                <c:pt idx="4592">
                  <c:v>42956</c:v>
                </c:pt>
                <c:pt idx="4593">
                  <c:v>42957</c:v>
                </c:pt>
                <c:pt idx="4594">
                  <c:v>42958</c:v>
                </c:pt>
                <c:pt idx="4595">
                  <c:v>42961</c:v>
                </c:pt>
                <c:pt idx="4596">
                  <c:v>42962</c:v>
                </c:pt>
                <c:pt idx="4597">
                  <c:v>42963</c:v>
                </c:pt>
                <c:pt idx="4598">
                  <c:v>42964</c:v>
                </c:pt>
                <c:pt idx="4599">
                  <c:v>42965</c:v>
                </c:pt>
                <c:pt idx="4600">
                  <c:v>42968</c:v>
                </c:pt>
                <c:pt idx="4601">
                  <c:v>42969</c:v>
                </c:pt>
                <c:pt idx="4602">
                  <c:v>42970</c:v>
                </c:pt>
                <c:pt idx="4603">
                  <c:v>42971</c:v>
                </c:pt>
                <c:pt idx="4604">
                  <c:v>42972</c:v>
                </c:pt>
                <c:pt idx="4605">
                  <c:v>42975</c:v>
                </c:pt>
                <c:pt idx="4606">
                  <c:v>42976</c:v>
                </c:pt>
                <c:pt idx="4607">
                  <c:v>42977</c:v>
                </c:pt>
                <c:pt idx="4608">
                  <c:v>42978</c:v>
                </c:pt>
                <c:pt idx="4609">
                  <c:v>42979</c:v>
                </c:pt>
                <c:pt idx="4610">
                  <c:v>42982</c:v>
                </c:pt>
                <c:pt idx="4611">
                  <c:v>42983</c:v>
                </c:pt>
                <c:pt idx="4612">
                  <c:v>42984</c:v>
                </c:pt>
                <c:pt idx="4613">
                  <c:v>42985</c:v>
                </c:pt>
                <c:pt idx="4614">
                  <c:v>42986</c:v>
                </c:pt>
                <c:pt idx="4615">
                  <c:v>42989</c:v>
                </c:pt>
                <c:pt idx="4616">
                  <c:v>42990</c:v>
                </c:pt>
                <c:pt idx="4617">
                  <c:v>42991</c:v>
                </c:pt>
                <c:pt idx="4618">
                  <c:v>42992</c:v>
                </c:pt>
                <c:pt idx="4619">
                  <c:v>42993</c:v>
                </c:pt>
                <c:pt idx="4620">
                  <c:v>42996</c:v>
                </c:pt>
                <c:pt idx="4621">
                  <c:v>42997</c:v>
                </c:pt>
                <c:pt idx="4622">
                  <c:v>42998</c:v>
                </c:pt>
                <c:pt idx="4623">
                  <c:v>42999</c:v>
                </c:pt>
                <c:pt idx="4624">
                  <c:v>43000</c:v>
                </c:pt>
                <c:pt idx="4625">
                  <c:v>43003</c:v>
                </c:pt>
                <c:pt idx="4626">
                  <c:v>43004</c:v>
                </c:pt>
                <c:pt idx="4627">
                  <c:v>43005</c:v>
                </c:pt>
                <c:pt idx="4628">
                  <c:v>43006</c:v>
                </c:pt>
                <c:pt idx="4629">
                  <c:v>43007</c:v>
                </c:pt>
                <c:pt idx="4630">
                  <c:v>43010</c:v>
                </c:pt>
                <c:pt idx="4631">
                  <c:v>43011</c:v>
                </c:pt>
                <c:pt idx="4632">
                  <c:v>43012</c:v>
                </c:pt>
                <c:pt idx="4633">
                  <c:v>43013</c:v>
                </c:pt>
                <c:pt idx="4634">
                  <c:v>43014</c:v>
                </c:pt>
                <c:pt idx="4635">
                  <c:v>43017</c:v>
                </c:pt>
                <c:pt idx="4636">
                  <c:v>43018</c:v>
                </c:pt>
                <c:pt idx="4637">
                  <c:v>43019</c:v>
                </c:pt>
                <c:pt idx="4638">
                  <c:v>43020</c:v>
                </c:pt>
                <c:pt idx="4639">
                  <c:v>43021</c:v>
                </c:pt>
                <c:pt idx="4640">
                  <c:v>43024</c:v>
                </c:pt>
                <c:pt idx="4641">
                  <c:v>43025</c:v>
                </c:pt>
                <c:pt idx="4642">
                  <c:v>43026</c:v>
                </c:pt>
                <c:pt idx="4643">
                  <c:v>43027</c:v>
                </c:pt>
                <c:pt idx="4644">
                  <c:v>43028</c:v>
                </c:pt>
                <c:pt idx="4645">
                  <c:v>43031</c:v>
                </c:pt>
                <c:pt idx="4646">
                  <c:v>43032</c:v>
                </c:pt>
                <c:pt idx="4647">
                  <c:v>43033</c:v>
                </c:pt>
                <c:pt idx="4648">
                  <c:v>43034</c:v>
                </c:pt>
                <c:pt idx="4649">
                  <c:v>43035</c:v>
                </c:pt>
                <c:pt idx="4650">
                  <c:v>43038</c:v>
                </c:pt>
                <c:pt idx="4651">
                  <c:v>43039</c:v>
                </c:pt>
                <c:pt idx="4652">
                  <c:v>43040</c:v>
                </c:pt>
                <c:pt idx="4653">
                  <c:v>43041</c:v>
                </c:pt>
                <c:pt idx="4654">
                  <c:v>43042</c:v>
                </c:pt>
                <c:pt idx="4655">
                  <c:v>43045</c:v>
                </c:pt>
                <c:pt idx="4656">
                  <c:v>43046</c:v>
                </c:pt>
                <c:pt idx="4657">
                  <c:v>43047</c:v>
                </c:pt>
                <c:pt idx="4658">
                  <c:v>43048</c:v>
                </c:pt>
                <c:pt idx="4659">
                  <c:v>43049</c:v>
                </c:pt>
                <c:pt idx="4660">
                  <c:v>43052</c:v>
                </c:pt>
                <c:pt idx="4661">
                  <c:v>43053</c:v>
                </c:pt>
                <c:pt idx="4662">
                  <c:v>43054</c:v>
                </c:pt>
                <c:pt idx="4663">
                  <c:v>43055</c:v>
                </c:pt>
                <c:pt idx="4664">
                  <c:v>43056</c:v>
                </c:pt>
                <c:pt idx="4665">
                  <c:v>43059</c:v>
                </c:pt>
                <c:pt idx="4666">
                  <c:v>43060</c:v>
                </c:pt>
                <c:pt idx="4667">
                  <c:v>43061</c:v>
                </c:pt>
                <c:pt idx="4668">
                  <c:v>43062</c:v>
                </c:pt>
                <c:pt idx="4669">
                  <c:v>43063</c:v>
                </c:pt>
                <c:pt idx="4670">
                  <c:v>43066</c:v>
                </c:pt>
                <c:pt idx="4671">
                  <c:v>43067</c:v>
                </c:pt>
                <c:pt idx="4672">
                  <c:v>43068</c:v>
                </c:pt>
                <c:pt idx="4673">
                  <c:v>43069</c:v>
                </c:pt>
                <c:pt idx="4674">
                  <c:v>43070</c:v>
                </c:pt>
                <c:pt idx="4675">
                  <c:v>43073</c:v>
                </c:pt>
                <c:pt idx="4676">
                  <c:v>43074</c:v>
                </c:pt>
                <c:pt idx="4677">
                  <c:v>43075</c:v>
                </c:pt>
                <c:pt idx="4678">
                  <c:v>43076</c:v>
                </c:pt>
                <c:pt idx="4679">
                  <c:v>43077</c:v>
                </c:pt>
                <c:pt idx="4680">
                  <c:v>43080</c:v>
                </c:pt>
                <c:pt idx="4681">
                  <c:v>43081</c:v>
                </c:pt>
                <c:pt idx="4682">
                  <c:v>43082</c:v>
                </c:pt>
                <c:pt idx="4683">
                  <c:v>43083</c:v>
                </c:pt>
                <c:pt idx="4684">
                  <c:v>43084</c:v>
                </c:pt>
                <c:pt idx="4685">
                  <c:v>43087</c:v>
                </c:pt>
                <c:pt idx="4686">
                  <c:v>43088</c:v>
                </c:pt>
                <c:pt idx="4687">
                  <c:v>43089</c:v>
                </c:pt>
                <c:pt idx="4688">
                  <c:v>43090</c:v>
                </c:pt>
                <c:pt idx="4689">
                  <c:v>43091</c:v>
                </c:pt>
                <c:pt idx="4690">
                  <c:v>43094</c:v>
                </c:pt>
                <c:pt idx="4691">
                  <c:v>43095</c:v>
                </c:pt>
                <c:pt idx="4692">
                  <c:v>43096</c:v>
                </c:pt>
                <c:pt idx="4693">
                  <c:v>43097</c:v>
                </c:pt>
                <c:pt idx="4694">
                  <c:v>43098</c:v>
                </c:pt>
                <c:pt idx="4695">
                  <c:v>43101</c:v>
                </c:pt>
                <c:pt idx="4696">
                  <c:v>43102</c:v>
                </c:pt>
                <c:pt idx="4697">
                  <c:v>43103</c:v>
                </c:pt>
                <c:pt idx="4698">
                  <c:v>43104</c:v>
                </c:pt>
                <c:pt idx="4699">
                  <c:v>43105</c:v>
                </c:pt>
                <c:pt idx="4700">
                  <c:v>43108</c:v>
                </c:pt>
                <c:pt idx="4701">
                  <c:v>43109</c:v>
                </c:pt>
                <c:pt idx="4702">
                  <c:v>43110</c:v>
                </c:pt>
                <c:pt idx="4703">
                  <c:v>43111</c:v>
                </c:pt>
                <c:pt idx="4704">
                  <c:v>43112</c:v>
                </c:pt>
                <c:pt idx="4705">
                  <c:v>43115</c:v>
                </c:pt>
                <c:pt idx="4706">
                  <c:v>43116</c:v>
                </c:pt>
                <c:pt idx="4707">
                  <c:v>43117</c:v>
                </c:pt>
                <c:pt idx="4708">
                  <c:v>43118</c:v>
                </c:pt>
                <c:pt idx="4709">
                  <c:v>43119</c:v>
                </c:pt>
                <c:pt idx="4710">
                  <c:v>43122</c:v>
                </c:pt>
                <c:pt idx="4711">
                  <c:v>43123</c:v>
                </c:pt>
                <c:pt idx="4712">
                  <c:v>43124</c:v>
                </c:pt>
                <c:pt idx="4713">
                  <c:v>43125</c:v>
                </c:pt>
                <c:pt idx="4714">
                  <c:v>43126</c:v>
                </c:pt>
                <c:pt idx="4715">
                  <c:v>43129</c:v>
                </c:pt>
                <c:pt idx="4716">
                  <c:v>43130</c:v>
                </c:pt>
                <c:pt idx="4717">
                  <c:v>43131</c:v>
                </c:pt>
                <c:pt idx="4718">
                  <c:v>43132</c:v>
                </c:pt>
                <c:pt idx="4719">
                  <c:v>43133</c:v>
                </c:pt>
                <c:pt idx="4720">
                  <c:v>43136</c:v>
                </c:pt>
                <c:pt idx="4721">
                  <c:v>43137</c:v>
                </c:pt>
                <c:pt idx="4722">
                  <c:v>43138</c:v>
                </c:pt>
                <c:pt idx="4723">
                  <c:v>43139</c:v>
                </c:pt>
                <c:pt idx="4724">
                  <c:v>43140</c:v>
                </c:pt>
                <c:pt idx="4725">
                  <c:v>43143</c:v>
                </c:pt>
                <c:pt idx="4726">
                  <c:v>43144</c:v>
                </c:pt>
                <c:pt idx="4727">
                  <c:v>43145</c:v>
                </c:pt>
                <c:pt idx="4728">
                  <c:v>43146</c:v>
                </c:pt>
                <c:pt idx="4729">
                  <c:v>43147</c:v>
                </c:pt>
                <c:pt idx="4730">
                  <c:v>43150</c:v>
                </c:pt>
                <c:pt idx="4731">
                  <c:v>43151</c:v>
                </c:pt>
                <c:pt idx="4732">
                  <c:v>43152</c:v>
                </c:pt>
                <c:pt idx="4733">
                  <c:v>43153</c:v>
                </c:pt>
                <c:pt idx="4734">
                  <c:v>43154</c:v>
                </c:pt>
                <c:pt idx="4735">
                  <c:v>43157</c:v>
                </c:pt>
                <c:pt idx="4736">
                  <c:v>43158</c:v>
                </c:pt>
                <c:pt idx="4737">
                  <c:v>43159</c:v>
                </c:pt>
                <c:pt idx="4738">
                  <c:v>43160</c:v>
                </c:pt>
                <c:pt idx="4739">
                  <c:v>43161</c:v>
                </c:pt>
                <c:pt idx="4740">
                  <c:v>43164</c:v>
                </c:pt>
                <c:pt idx="4741">
                  <c:v>43165</c:v>
                </c:pt>
                <c:pt idx="4742">
                  <c:v>43166</c:v>
                </c:pt>
                <c:pt idx="4743">
                  <c:v>43167</c:v>
                </c:pt>
                <c:pt idx="4744">
                  <c:v>43168</c:v>
                </c:pt>
                <c:pt idx="4745">
                  <c:v>43171</c:v>
                </c:pt>
                <c:pt idx="4746">
                  <c:v>43172</c:v>
                </c:pt>
                <c:pt idx="4747">
                  <c:v>43173</c:v>
                </c:pt>
                <c:pt idx="4748">
                  <c:v>43174</c:v>
                </c:pt>
                <c:pt idx="4749">
                  <c:v>43175</c:v>
                </c:pt>
                <c:pt idx="4750">
                  <c:v>43178</c:v>
                </c:pt>
                <c:pt idx="4751">
                  <c:v>43179</c:v>
                </c:pt>
                <c:pt idx="4752">
                  <c:v>43180</c:v>
                </c:pt>
                <c:pt idx="4753">
                  <c:v>43181</c:v>
                </c:pt>
                <c:pt idx="4754">
                  <c:v>43182</c:v>
                </c:pt>
                <c:pt idx="4755">
                  <c:v>43185</c:v>
                </c:pt>
                <c:pt idx="4756">
                  <c:v>43186</c:v>
                </c:pt>
                <c:pt idx="4757">
                  <c:v>43187</c:v>
                </c:pt>
                <c:pt idx="4758">
                  <c:v>43188</c:v>
                </c:pt>
                <c:pt idx="4759">
                  <c:v>43189</c:v>
                </c:pt>
                <c:pt idx="4760">
                  <c:v>43192</c:v>
                </c:pt>
                <c:pt idx="4761">
                  <c:v>43193</c:v>
                </c:pt>
                <c:pt idx="4762">
                  <c:v>43194</c:v>
                </c:pt>
                <c:pt idx="4763">
                  <c:v>43195</c:v>
                </c:pt>
                <c:pt idx="4764">
                  <c:v>43196</c:v>
                </c:pt>
                <c:pt idx="4765">
                  <c:v>43199</c:v>
                </c:pt>
                <c:pt idx="4766">
                  <c:v>43200</c:v>
                </c:pt>
                <c:pt idx="4767">
                  <c:v>43201</c:v>
                </c:pt>
                <c:pt idx="4768">
                  <c:v>43202</c:v>
                </c:pt>
                <c:pt idx="4769">
                  <c:v>43203</c:v>
                </c:pt>
                <c:pt idx="4770">
                  <c:v>43206</c:v>
                </c:pt>
                <c:pt idx="4771">
                  <c:v>43207</c:v>
                </c:pt>
                <c:pt idx="4772">
                  <c:v>43208</c:v>
                </c:pt>
                <c:pt idx="4773">
                  <c:v>43209</c:v>
                </c:pt>
                <c:pt idx="4774">
                  <c:v>43210</c:v>
                </c:pt>
                <c:pt idx="4775">
                  <c:v>43213</c:v>
                </c:pt>
                <c:pt idx="4776">
                  <c:v>43214</c:v>
                </c:pt>
                <c:pt idx="4777">
                  <c:v>43215</c:v>
                </c:pt>
                <c:pt idx="4778">
                  <c:v>43216</c:v>
                </c:pt>
                <c:pt idx="4779">
                  <c:v>43217</c:v>
                </c:pt>
                <c:pt idx="4780">
                  <c:v>43220</c:v>
                </c:pt>
                <c:pt idx="4781">
                  <c:v>43221</c:v>
                </c:pt>
                <c:pt idx="4782">
                  <c:v>43222</c:v>
                </c:pt>
                <c:pt idx="4783">
                  <c:v>43223</c:v>
                </c:pt>
                <c:pt idx="4784">
                  <c:v>43224</c:v>
                </c:pt>
                <c:pt idx="4785">
                  <c:v>43227</c:v>
                </c:pt>
                <c:pt idx="4786">
                  <c:v>43228</c:v>
                </c:pt>
                <c:pt idx="4787">
                  <c:v>43229</c:v>
                </c:pt>
                <c:pt idx="4788">
                  <c:v>43230</c:v>
                </c:pt>
                <c:pt idx="4789">
                  <c:v>43231</c:v>
                </c:pt>
                <c:pt idx="4790">
                  <c:v>43234</c:v>
                </c:pt>
                <c:pt idx="4791">
                  <c:v>43235</c:v>
                </c:pt>
                <c:pt idx="4792">
                  <c:v>43236</c:v>
                </c:pt>
                <c:pt idx="4793">
                  <c:v>43237</c:v>
                </c:pt>
                <c:pt idx="4794">
                  <c:v>43238</c:v>
                </c:pt>
                <c:pt idx="4795">
                  <c:v>43241</c:v>
                </c:pt>
                <c:pt idx="4796">
                  <c:v>43242</c:v>
                </c:pt>
                <c:pt idx="4797">
                  <c:v>43243</c:v>
                </c:pt>
                <c:pt idx="4798">
                  <c:v>43244</c:v>
                </c:pt>
                <c:pt idx="4799">
                  <c:v>43245</c:v>
                </c:pt>
                <c:pt idx="4800">
                  <c:v>43248</c:v>
                </c:pt>
                <c:pt idx="4801">
                  <c:v>43249</c:v>
                </c:pt>
                <c:pt idx="4802">
                  <c:v>43250</c:v>
                </c:pt>
                <c:pt idx="4803">
                  <c:v>43251</c:v>
                </c:pt>
                <c:pt idx="4804">
                  <c:v>43252</c:v>
                </c:pt>
                <c:pt idx="4805">
                  <c:v>43255</c:v>
                </c:pt>
                <c:pt idx="4806">
                  <c:v>43256</c:v>
                </c:pt>
                <c:pt idx="4807">
                  <c:v>43257</c:v>
                </c:pt>
                <c:pt idx="4808">
                  <c:v>43258</c:v>
                </c:pt>
                <c:pt idx="4809">
                  <c:v>43259</c:v>
                </c:pt>
                <c:pt idx="4810">
                  <c:v>43262</c:v>
                </c:pt>
                <c:pt idx="4811">
                  <c:v>43263</c:v>
                </c:pt>
                <c:pt idx="4812">
                  <c:v>43264</c:v>
                </c:pt>
                <c:pt idx="4813">
                  <c:v>43265</c:v>
                </c:pt>
                <c:pt idx="4814">
                  <c:v>43266</c:v>
                </c:pt>
                <c:pt idx="4815">
                  <c:v>43269</c:v>
                </c:pt>
                <c:pt idx="4816">
                  <c:v>43270</c:v>
                </c:pt>
                <c:pt idx="4817">
                  <c:v>43271</c:v>
                </c:pt>
                <c:pt idx="4818">
                  <c:v>43272</c:v>
                </c:pt>
                <c:pt idx="4819">
                  <c:v>43273</c:v>
                </c:pt>
                <c:pt idx="4820">
                  <c:v>43276</c:v>
                </c:pt>
                <c:pt idx="4821">
                  <c:v>43277</c:v>
                </c:pt>
                <c:pt idx="4822">
                  <c:v>43278</c:v>
                </c:pt>
                <c:pt idx="4823">
                  <c:v>43279</c:v>
                </c:pt>
                <c:pt idx="4824">
                  <c:v>43280</c:v>
                </c:pt>
                <c:pt idx="4825">
                  <c:v>43283</c:v>
                </c:pt>
                <c:pt idx="4826">
                  <c:v>43284</c:v>
                </c:pt>
                <c:pt idx="4827">
                  <c:v>43285</c:v>
                </c:pt>
                <c:pt idx="4828">
                  <c:v>43286</c:v>
                </c:pt>
                <c:pt idx="4829">
                  <c:v>43287</c:v>
                </c:pt>
                <c:pt idx="4830">
                  <c:v>43290</c:v>
                </c:pt>
                <c:pt idx="4831">
                  <c:v>43291</c:v>
                </c:pt>
                <c:pt idx="4832">
                  <c:v>43292</c:v>
                </c:pt>
                <c:pt idx="4833">
                  <c:v>43293</c:v>
                </c:pt>
                <c:pt idx="4834">
                  <c:v>43294</c:v>
                </c:pt>
                <c:pt idx="4835">
                  <c:v>43297</c:v>
                </c:pt>
                <c:pt idx="4836">
                  <c:v>43298</c:v>
                </c:pt>
                <c:pt idx="4837">
                  <c:v>43299</c:v>
                </c:pt>
                <c:pt idx="4838">
                  <c:v>43300</c:v>
                </c:pt>
                <c:pt idx="4839">
                  <c:v>43301</c:v>
                </c:pt>
                <c:pt idx="4840">
                  <c:v>43304</c:v>
                </c:pt>
                <c:pt idx="4841">
                  <c:v>43305</c:v>
                </c:pt>
                <c:pt idx="4842">
                  <c:v>43306</c:v>
                </c:pt>
                <c:pt idx="4843">
                  <c:v>43307</c:v>
                </c:pt>
                <c:pt idx="4844">
                  <c:v>43308</c:v>
                </c:pt>
                <c:pt idx="4845">
                  <c:v>43311</c:v>
                </c:pt>
                <c:pt idx="4846">
                  <c:v>43312</c:v>
                </c:pt>
                <c:pt idx="4847">
                  <c:v>43313</c:v>
                </c:pt>
                <c:pt idx="4848">
                  <c:v>43314</c:v>
                </c:pt>
                <c:pt idx="4849">
                  <c:v>43315</c:v>
                </c:pt>
                <c:pt idx="4850">
                  <c:v>43318</c:v>
                </c:pt>
                <c:pt idx="4851">
                  <c:v>43319</c:v>
                </c:pt>
                <c:pt idx="4852">
                  <c:v>43320</c:v>
                </c:pt>
                <c:pt idx="4853">
                  <c:v>43321</c:v>
                </c:pt>
                <c:pt idx="4854">
                  <c:v>43322</c:v>
                </c:pt>
                <c:pt idx="4855">
                  <c:v>43325</c:v>
                </c:pt>
                <c:pt idx="4856">
                  <c:v>43326</c:v>
                </c:pt>
                <c:pt idx="4857">
                  <c:v>43327</c:v>
                </c:pt>
                <c:pt idx="4858">
                  <c:v>43328</c:v>
                </c:pt>
                <c:pt idx="4859">
                  <c:v>43329</c:v>
                </c:pt>
                <c:pt idx="4860">
                  <c:v>43332</c:v>
                </c:pt>
                <c:pt idx="4861">
                  <c:v>43333</c:v>
                </c:pt>
                <c:pt idx="4862">
                  <c:v>43334</c:v>
                </c:pt>
                <c:pt idx="4863">
                  <c:v>43335</c:v>
                </c:pt>
                <c:pt idx="4864">
                  <c:v>43336</c:v>
                </c:pt>
                <c:pt idx="4865">
                  <c:v>43339</c:v>
                </c:pt>
                <c:pt idx="4866">
                  <c:v>43340</c:v>
                </c:pt>
                <c:pt idx="4867">
                  <c:v>43341</c:v>
                </c:pt>
                <c:pt idx="4868">
                  <c:v>43342</c:v>
                </c:pt>
                <c:pt idx="4869">
                  <c:v>43343</c:v>
                </c:pt>
                <c:pt idx="4870">
                  <c:v>43346</c:v>
                </c:pt>
                <c:pt idx="4871">
                  <c:v>43347</c:v>
                </c:pt>
                <c:pt idx="4872">
                  <c:v>43348</c:v>
                </c:pt>
                <c:pt idx="4873">
                  <c:v>43349</c:v>
                </c:pt>
                <c:pt idx="4874">
                  <c:v>43350</c:v>
                </c:pt>
                <c:pt idx="4875">
                  <c:v>43353</c:v>
                </c:pt>
                <c:pt idx="4876">
                  <c:v>43354</c:v>
                </c:pt>
                <c:pt idx="4877">
                  <c:v>43355</c:v>
                </c:pt>
                <c:pt idx="4878">
                  <c:v>43356</c:v>
                </c:pt>
                <c:pt idx="4879">
                  <c:v>43357</c:v>
                </c:pt>
                <c:pt idx="4880">
                  <c:v>43360</c:v>
                </c:pt>
                <c:pt idx="4881">
                  <c:v>43361</c:v>
                </c:pt>
                <c:pt idx="4882">
                  <c:v>43362</c:v>
                </c:pt>
                <c:pt idx="4883">
                  <c:v>43363</c:v>
                </c:pt>
                <c:pt idx="4884">
                  <c:v>43364</c:v>
                </c:pt>
                <c:pt idx="4885">
                  <c:v>43367</c:v>
                </c:pt>
                <c:pt idx="4886">
                  <c:v>43368</c:v>
                </c:pt>
                <c:pt idx="4887">
                  <c:v>43369</c:v>
                </c:pt>
                <c:pt idx="4888">
                  <c:v>43370</c:v>
                </c:pt>
                <c:pt idx="4889">
                  <c:v>43371</c:v>
                </c:pt>
                <c:pt idx="4890">
                  <c:v>43374</c:v>
                </c:pt>
                <c:pt idx="4891">
                  <c:v>43375</c:v>
                </c:pt>
                <c:pt idx="4892">
                  <c:v>43376</c:v>
                </c:pt>
                <c:pt idx="4893">
                  <c:v>43377</c:v>
                </c:pt>
                <c:pt idx="4894">
                  <c:v>43378</c:v>
                </c:pt>
                <c:pt idx="4895">
                  <c:v>43381</c:v>
                </c:pt>
                <c:pt idx="4896">
                  <c:v>43382</c:v>
                </c:pt>
                <c:pt idx="4897">
                  <c:v>43383</c:v>
                </c:pt>
                <c:pt idx="4898">
                  <c:v>43384</c:v>
                </c:pt>
                <c:pt idx="4899">
                  <c:v>43385</c:v>
                </c:pt>
                <c:pt idx="4900">
                  <c:v>43388</c:v>
                </c:pt>
                <c:pt idx="4901">
                  <c:v>43389</c:v>
                </c:pt>
                <c:pt idx="4902">
                  <c:v>43390</c:v>
                </c:pt>
                <c:pt idx="4903">
                  <c:v>43391</c:v>
                </c:pt>
                <c:pt idx="4904">
                  <c:v>43392</c:v>
                </c:pt>
                <c:pt idx="4905">
                  <c:v>43395</c:v>
                </c:pt>
                <c:pt idx="4906">
                  <c:v>43396</c:v>
                </c:pt>
                <c:pt idx="4907">
                  <c:v>43397</c:v>
                </c:pt>
                <c:pt idx="4908">
                  <c:v>43398</c:v>
                </c:pt>
                <c:pt idx="4909">
                  <c:v>43399</c:v>
                </c:pt>
                <c:pt idx="4910">
                  <c:v>43402</c:v>
                </c:pt>
                <c:pt idx="4911">
                  <c:v>43403</c:v>
                </c:pt>
                <c:pt idx="4912">
                  <c:v>43404</c:v>
                </c:pt>
                <c:pt idx="4913">
                  <c:v>43405</c:v>
                </c:pt>
                <c:pt idx="4914">
                  <c:v>43406</c:v>
                </c:pt>
                <c:pt idx="4915">
                  <c:v>43409</c:v>
                </c:pt>
                <c:pt idx="4916">
                  <c:v>43410</c:v>
                </c:pt>
                <c:pt idx="4917">
                  <c:v>43411</c:v>
                </c:pt>
                <c:pt idx="4918">
                  <c:v>43412</c:v>
                </c:pt>
                <c:pt idx="4919">
                  <c:v>43413</c:v>
                </c:pt>
                <c:pt idx="4920">
                  <c:v>43416</c:v>
                </c:pt>
                <c:pt idx="4921">
                  <c:v>43417</c:v>
                </c:pt>
                <c:pt idx="4922">
                  <c:v>43418</c:v>
                </c:pt>
                <c:pt idx="4923">
                  <c:v>43419</c:v>
                </c:pt>
                <c:pt idx="4924">
                  <c:v>43420</c:v>
                </c:pt>
                <c:pt idx="4925">
                  <c:v>43423</c:v>
                </c:pt>
                <c:pt idx="4926">
                  <c:v>43424</c:v>
                </c:pt>
                <c:pt idx="4927">
                  <c:v>43425</c:v>
                </c:pt>
                <c:pt idx="4928">
                  <c:v>43426</c:v>
                </c:pt>
                <c:pt idx="4929">
                  <c:v>43427</c:v>
                </c:pt>
                <c:pt idx="4930">
                  <c:v>43430</c:v>
                </c:pt>
                <c:pt idx="4931">
                  <c:v>43431</c:v>
                </c:pt>
                <c:pt idx="4932">
                  <c:v>43432</c:v>
                </c:pt>
                <c:pt idx="4933">
                  <c:v>43433</c:v>
                </c:pt>
                <c:pt idx="4934">
                  <c:v>43434</c:v>
                </c:pt>
                <c:pt idx="4935">
                  <c:v>43437</c:v>
                </c:pt>
                <c:pt idx="4936">
                  <c:v>43438</c:v>
                </c:pt>
                <c:pt idx="4937">
                  <c:v>43439</c:v>
                </c:pt>
                <c:pt idx="4938">
                  <c:v>43440</c:v>
                </c:pt>
                <c:pt idx="4939">
                  <c:v>43441</c:v>
                </c:pt>
                <c:pt idx="4940">
                  <c:v>43444</c:v>
                </c:pt>
                <c:pt idx="4941">
                  <c:v>43445</c:v>
                </c:pt>
                <c:pt idx="4942">
                  <c:v>43446</c:v>
                </c:pt>
                <c:pt idx="4943">
                  <c:v>43447</c:v>
                </c:pt>
                <c:pt idx="4944">
                  <c:v>43448</c:v>
                </c:pt>
                <c:pt idx="4945">
                  <c:v>43451</c:v>
                </c:pt>
                <c:pt idx="4946">
                  <c:v>43452</c:v>
                </c:pt>
                <c:pt idx="4947">
                  <c:v>43453</c:v>
                </c:pt>
                <c:pt idx="4948">
                  <c:v>43454</c:v>
                </c:pt>
                <c:pt idx="4949">
                  <c:v>43455</c:v>
                </c:pt>
                <c:pt idx="4950">
                  <c:v>43458</c:v>
                </c:pt>
                <c:pt idx="4951">
                  <c:v>43459</c:v>
                </c:pt>
                <c:pt idx="4952">
                  <c:v>43460</c:v>
                </c:pt>
                <c:pt idx="4953">
                  <c:v>43461</c:v>
                </c:pt>
                <c:pt idx="4954">
                  <c:v>43462</c:v>
                </c:pt>
                <c:pt idx="4955">
                  <c:v>43465</c:v>
                </c:pt>
                <c:pt idx="4956">
                  <c:v>43466</c:v>
                </c:pt>
                <c:pt idx="4957">
                  <c:v>43467</c:v>
                </c:pt>
                <c:pt idx="4958">
                  <c:v>43468</c:v>
                </c:pt>
                <c:pt idx="4959">
                  <c:v>43469</c:v>
                </c:pt>
                <c:pt idx="4960">
                  <c:v>43472</c:v>
                </c:pt>
                <c:pt idx="4961">
                  <c:v>43473</c:v>
                </c:pt>
                <c:pt idx="4962">
                  <c:v>43474</c:v>
                </c:pt>
                <c:pt idx="4963">
                  <c:v>43475</c:v>
                </c:pt>
                <c:pt idx="4964">
                  <c:v>43476</c:v>
                </c:pt>
                <c:pt idx="4965">
                  <c:v>43479</c:v>
                </c:pt>
                <c:pt idx="4966">
                  <c:v>43480</c:v>
                </c:pt>
                <c:pt idx="4967">
                  <c:v>43481</c:v>
                </c:pt>
                <c:pt idx="4968">
                  <c:v>43482</c:v>
                </c:pt>
                <c:pt idx="4969">
                  <c:v>43483</c:v>
                </c:pt>
                <c:pt idx="4970">
                  <c:v>43486</c:v>
                </c:pt>
                <c:pt idx="4971">
                  <c:v>43487</c:v>
                </c:pt>
                <c:pt idx="4972">
                  <c:v>43488</c:v>
                </c:pt>
                <c:pt idx="4973">
                  <c:v>43489</c:v>
                </c:pt>
                <c:pt idx="4974">
                  <c:v>43490</c:v>
                </c:pt>
                <c:pt idx="4975">
                  <c:v>43493</c:v>
                </c:pt>
                <c:pt idx="4976">
                  <c:v>43494</c:v>
                </c:pt>
                <c:pt idx="4977">
                  <c:v>43495</c:v>
                </c:pt>
                <c:pt idx="4978">
                  <c:v>43496</c:v>
                </c:pt>
                <c:pt idx="4979">
                  <c:v>43497</c:v>
                </c:pt>
                <c:pt idx="4980">
                  <c:v>43500</c:v>
                </c:pt>
                <c:pt idx="4981">
                  <c:v>43501</c:v>
                </c:pt>
                <c:pt idx="4982">
                  <c:v>43502</c:v>
                </c:pt>
                <c:pt idx="4983">
                  <c:v>43503</c:v>
                </c:pt>
                <c:pt idx="4984">
                  <c:v>43504</c:v>
                </c:pt>
                <c:pt idx="4985">
                  <c:v>43507</c:v>
                </c:pt>
                <c:pt idx="4986">
                  <c:v>43508</c:v>
                </c:pt>
                <c:pt idx="4987">
                  <c:v>43509</c:v>
                </c:pt>
                <c:pt idx="4988">
                  <c:v>43510</c:v>
                </c:pt>
                <c:pt idx="4989">
                  <c:v>43511</c:v>
                </c:pt>
                <c:pt idx="4990">
                  <c:v>43514</c:v>
                </c:pt>
                <c:pt idx="4991">
                  <c:v>43515</c:v>
                </c:pt>
                <c:pt idx="4992">
                  <c:v>43516</c:v>
                </c:pt>
                <c:pt idx="4993">
                  <c:v>43517</c:v>
                </c:pt>
                <c:pt idx="4994">
                  <c:v>43518</c:v>
                </c:pt>
                <c:pt idx="4995">
                  <c:v>43521</c:v>
                </c:pt>
                <c:pt idx="4996">
                  <c:v>43522</c:v>
                </c:pt>
                <c:pt idx="4997">
                  <c:v>43523</c:v>
                </c:pt>
                <c:pt idx="4998">
                  <c:v>43524</c:v>
                </c:pt>
                <c:pt idx="4999">
                  <c:v>43525</c:v>
                </c:pt>
                <c:pt idx="5000">
                  <c:v>43528</c:v>
                </c:pt>
                <c:pt idx="5001">
                  <c:v>43529</c:v>
                </c:pt>
                <c:pt idx="5002">
                  <c:v>43530</c:v>
                </c:pt>
                <c:pt idx="5003">
                  <c:v>43531</c:v>
                </c:pt>
                <c:pt idx="5004">
                  <c:v>43532</c:v>
                </c:pt>
                <c:pt idx="5005">
                  <c:v>43535</c:v>
                </c:pt>
                <c:pt idx="5006">
                  <c:v>43536</c:v>
                </c:pt>
                <c:pt idx="5007">
                  <c:v>43537</c:v>
                </c:pt>
                <c:pt idx="5008">
                  <c:v>43538</c:v>
                </c:pt>
                <c:pt idx="5009">
                  <c:v>43539</c:v>
                </c:pt>
                <c:pt idx="5010">
                  <c:v>43542</c:v>
                </c:pt>
                <c:pt idx="5011">
                  <c:v>43543</c:v>
                </c:pt>
                <c:pt idx="5012">
                  <c:v>43544</c:v>
                </c:pt>
                <c:pt idx="5013">
                  <c:v>43545</c:v>
                </c:pt>
                <c:pt idx="5014">
                  <c:v>43546</c:v>
                </c:pt>
                <c:pt idx="5015">
                  <c:v>43549</c:v>
                </c:pt>
                <c:pt idx="5016">
                  <c:v>43550</c:v>
                </c:pt>
                <c:pt idx="5017">
                  <c:v>43551</c:v>
                </c:pt>
                <c:pt idx="5018">
                  <c:v>43552</c:v>
                </c:pt>
                <c:pt idx="5019">
                  <c:v>43553</c:v>
                </c:pt>
                <c:pt idx="5020">
                  <c:v>43556</c:v>
                </c:pt>
                <c:pt idx="5021">
                  <c:v>43557</c:v>
                </c:pt>
                <c:pt idx="5022">
                  <c:v>43558</c:v>
                </c:pt>
                <c:pt idx="5023">
                  <c:v>43559</c:v>
                </c:pt>
                <c:pt idx="5024">
                  <c:v>43560</c:v>
                </c:pt>
                <c:pt idx="5025">
                  <c:v>43563</c:v>
                </c:pt>
                <c:pt idx="5026">
                  <c:v>43564</c:v>
                </c:pt>
                <c:pt idx="5027">
                  <c:v>43565</c:v>
                </c:pt>
                <c:pt idx="5028">
                  <c:v>43566</c:v>
                </c:pt>
                <c:pt idx="5029">
                  <c:v>43567</c:v>
                </c:pt>
                <c:pt idx="5030">
                  <c:v>43570</c:v>
                </c:pt>
                <c:pt idx="5031">
                  <c:v>43571</c:v>
                </c:pt>
                <c:pt idx="5032">
                  <c:v>43572</c:v>
                </c:pt>
                <c:pt idx="5033">
                  <c:v>43573</c:v>
                </c:pt>
                <c:pt idx="5034">
                  <c:v>43574</c:v>
                </c:pt>
                <c:pt idx="5035">
                  <c:v>43577</c:v>
                </c:pt>
                <c:pt idx="5036">
                  <c:v>43578</c:v>
                </c:pt>
                <c:pt idx="5037">
                  <c:v>43579</c:v>
                </c:pt>
                <c:pt idx="5038">
                  <c:v>43580</c:v>
                </c:pt>
                <c:pt idx="5039">
                  <c:v>43581</c:v>
                </c:pt>
                <c:pt idx="5040">
                  <c:v>43584</c:v>
                </c:pt>
                <c:pt idx="5041">
                  <c:v>43585</c:v>
                </c:pt>
                <c:pt idx="5042">
                  <c:v>43586</c:v>
                </c:pt>
                <c:pt idx="5043">
                  <c:v>43587</c:v>
                </c:pt>
                <c:pt idx="5044">
                  <c:v>43588</c:v>
                </c:pt>
                <c:pt idx="5045">
                  <c:v>43591</c:v>
                </c:pt>
                <c:pt idx="5046">
                  <c:v>43592</c:v>
                </c:pt>
                <c:pt idx="5047">
                  <c:v>43593</c:v>
                </c:pt>
                <c:pt idx="5048">
                  <c:v>43594</c:v>
                </c:pt>
                <c:pt idx="5049">
                  <c:v>43595</c:v>
                </c:pt>
                <c:pt idx="5050">
                  <c:v>43598</c:v>
                </c:pt>
                <c:pt idx="5051">
                  <c:v>43599</c:v>
                </c:pt>
                <c:pt idx="5052">
                  <c:v>43600</c:v>
                </c:pt>
                <c:pt idx="5053">
                  <c:v>43601</c:v>
                </c:pt>
                <c:pt idx="5054">
                  <c:v>43602</c:v>
                </c:pt>
                <c:pt idx="5055">
                  <c:v>43605</c:v>
                </c:pt>
                <c:pt idx="5056">
                  <c:v>43606</c:v>
                </c:pt>
                <c:pt idx="5057">
                  <c:v>43607</c:v>
                </c:pt>
                <c:pt idx="5058">
                  <c:v>43608</c:v>
                </c:pt>
                <c:pt idx="5059">
                  <c:v>43609</c:v>
                </c:pt>
                <c:pt idx="5060">
                  <c:v>43612</c:v>
                </c:pt>
                <c:pt idx="5061">
                  <c:v>43613</c:v>
                </c:pt>
                <c:pt idx="5062">
                  <c:v>43614</c:v>
                </c:pt>
                <c:pt idx="5063">
                  <c:v>43615</c:v>
                </c:pt>
                <c:pt idx="5064">
                  <c:v>43616</c:v>
                </c:pt>
                <c:pt idx="5065">
                  <c:v>43619</c:v>
                </c:pt>
                <c:pt idx="5066">
                  <c:v>43620</c:v>
                </c:pt>
                <c:pt idx="5067">
                  <c:v>43621</c:v>
                </c:pt>
                <c:pt idx="5068">
                  <c:v>43622</c:v>
                </c:pt>
                <c:pt idx="5069">
                  <c:v>43623</c:v>
                </c:pt>
                <c:pt idx="5070">
                  <c:v>43626</c:v>
                </c:pt>
                <c:pt idx="5071">
                  <c:v>43627</c:v>
                </c:pt>
                <c:pt idx="5072">
                  <c:v>43628</c:v>
                </c:pt>
                <c:pt idx="5073">
                  <c:v>43629</c:v>
                </c:pt>
                <c:pt idx="5074">
                  <c:v>43630</c:v>
                </c:pt>
                <c:pt idx="5075">
                  <c:v>43633</c:v>
                </c:pt>
                <c:pt idx="5076">
                  <c:v>43634</c:v>
                </c:pt>
                <c:pt idx="5077">
                  <c:v>43635</c:v>
                </c:pt>
                <c:pt idx="5078">
                  <c:v>43636</c:v>
                </c:pt>
                <c:pt idx="5079">
                  <c:v>43637</c:v>
                </c:pt>
                <c:pt idx="5080">
                  <c:v>43640</c:v>
                </c:pt>
                <c:pt idx="5081">
                  <c:v>43641</c:v>
                </c:pt>
                <c:pt idx="5082">
                  <c:v>43642</c:v>
                </c:pt>
                <c:pt idx="5083">
                  <c:v>43643</c:v>
                </c:pt>
                <c:pt idx="5084">
                  <c:v>43644</c:v>
                </c:pt>
                <c:pt idx="5085">
                  <c:v>43647</c:v>
                </c:pt>
                <c:pt idx="5086">
                  <c:v>43648</c:v>
                </c:pt>
                <c:pt idx="5087">
                  <c:v>43649</c:v>
                </c:pt>
                <c:pt idx="5088">
                  <c:v>43650</c:v>
                </c:pt>
                <c:pt idx="5089">
                  <c:v>43651</c:v>
                </c:pt>
                <c:pt idx="5090">
                  <c:v>43654</c:v>
                </c:pt>
                <c:pt idx="5091">
                  <c:v>43655</c:v>
                </c:pt>
                <c:pt idx="5092">
                  <c:v>43656</c:v>
                </c:pt>
                <c:pt idx="5093">
                  <c:v>43657</c:v>
                </c:pt>
                <c:pt idx="5094">
                  <c:v>43658</c:v>
                </c:pt>
                <c:pt idx="5095">
                  <c:v>43661</c:v>
                </c:pt>
                <c:pt idx="5096">
                  <c:v>43662</c:v>
                </c:pt>
                <c:pt idx="5097">
                  <c:v>43663</c:v>
                </c:pt>
                <c:pt idx="5098">
                  <c:v>43664</c:v>
                </c:pt>
                <c:pt idx="5099">
                  <c:v>43665</c:v>
                </c:pt>
                <c:pt idx="5100">
                  <c:v>43668</c:v>
                </c:pt>
                <c:pt idx="5101">
                  <c:v>43669</c:v>
                </c:pt>
                <c:pt idx="5102">
                  <c:v>43670</c:v>
                </c:pt>
                <c:pt idx="5103">
                  <c:v>43671</c:v>
                </c:pt>
                <c:pt idx="5104">
                  <c:v>43672</c:v>
                </c:pt>
                <c:pt idx="5105">
                  <c:v>43675</c:v>
                </c:pt>
                <c:pt idx="5106">
                  <c:v>43676</c:v>
                </c:pt>
                <c:pt idx="5107">
                  <c:v>43677</c:v>
                </c:pt>
                <c:pt idx="5108">
                  <c:v>43678</c:v>
                </c:pt>
                <c:pt idx="5109">
                  <c:v>43679</c:v>
                </c:pt>
                <c:pt idx="5110">
                  <c:v>43682</c:v>
                </c:pt>
                <c:pt idx="5111">
                  <c:v>43683</c:v>
                </c:pt>
                <c:pt idx="5112">
                  <c:v>43684</c:v>
                </c:pt>
                <c:pt idx="5113">
                  <c:v>43685</c:v>
                </c:pt>
                <c:pt idx="5114">
                  <c:v>43686</c:v>
                </c:pt>
                <c:pt idx="5115">
                  <c:v>43689</c:v>
                </c:pt>
                <c:pt idx="5116">
                  <c:v>43690</c:v>
                </c:pt>
                <c:pt idx="5117">
                  <c:v>43691</c:v>
                </c:pt>
                <c:pt idx="5118">
                  <c:v>43692</c:v>
                </c:pt>
                <c:pt idx="5119">
                  <c:v>43693</c:v>
                </c:pt>
                <c:pt idx="5120">
                  <c:v>43696</c:v>
                </c:pt>
                <c:pt idx="5121">
                  <c:v>43697</c:v>
                </c:pt>
                <c:pt idx="5122">
                  <c:v>43698</c:v>
                </c:pt>
                <c:pt idx="5123">
                  <c:v>43699</c:v>
                </c:pt>
                <c:pt idx="5124">
                  <c:v>43700</c:v>
                </c:pt>
                <c:pt idx="5125">
                  <c:v>43703</c:v>
                </c:pt>
                <c:pt idx="5126">
                  <c:v>43704</c:v>
                </c:pt>
                <c:pt idx="5127">
                  <c:v>43705</c:v>
                </c:pt>
                <c:pt idx="5128">
                  <c:v>43706</c:v>
                </c:pt>
                <c:pt idx="5129">
                  <c:v>43707</c:v>
                </c:pt>
                <c:pt idx="5130">
                  <c:v>43710</c:v>
                </c:pt>
                <c:pt idx="5131">
                  <c:v>43711</c:v>
                </c:pt>
                <c:pt idx="5132">
                  <c:v>43712</c:v>
                </c:pt>
                <c:pt idx="5133">
                  <c:v>43713</c:v>
                </c:pt>
                <c:pt idx="5134">
                  <c:v>43714</c:v>
                </c:pt>
                <c:pt idx="5135">
                  <c:v>43717</c:v>
                </c:pt>
                <c:pt idx="5136">
                  <c:v>43718</c:v>
                </c:pt>
                <c:pt idx="5137">
                  <c:v>43719</c:v>
                </c:pt>
                <c:pt idx="5138">
                  <c:v>43720</c:v>
                </c:pt>
                <c:pt idx="5139">
                  <c:v>43721</c:v>
                </c:pt>
                <c:pt idx="5140">
                  <c:v>43724</c:v>
                </c:pt>
                <c:pt idx="5141">
                  <c:v>43725</c:v>
                </c:pt>
                <c:pt idx="5142">
                  <c:v>43726</c:v>
                </c:pt>
                <c:pt idx="5143">
                  <c:v>43727</c:v>
                </c:pt>
                <c:pt idx="5144">
                  <c:v>43728</c:v>
                </c:pt>
                <c:pt idx="5145">
                  <c:v>43731</c:v>
                </c:pt>
                <c:pt idx="5146">
                  <c:v>43732</c:v>
                </c:pt>
                <c:pt idx="5147">
                  <c:v>43733</c:v>
                </c:pt>
                <c:pt idx="5148">
                  <c:v>43734</c:v>
                </c:pt>
                <c:pt idx="5149">
                  <c:v>43735</c:v>
                </c:pt>
                <c:pt idx="5150">
                  <c:v>43738</c:v>
                </c:pt>
                <c:pt idx="5151">
                  <c:v>43739</c:v>
                </c:pt>
                <c:pt idx="5152">
                  <c:v>43740</c:v>
                </c:pt>
                <c:pt idx="5153">
                  <c:v>43741</c:v>
                </c:pt>
                <c:pt idx="5154">
                  <c:v>43742</c:v>
                </c:pt>
                <c:pt idx="5155">
                  <c:v>43745</c:v>
                </c:pt>
                <c:pt idx="5156">
                  <c:v>43746</c:v>
                </c:pt>
                <c:pt idx="5157">
                  <c:v>43747</c:v>
                </c:pt>
                <c:pt idx="5158">
                  <c:v>43748</c:v>
                </c:pt>
                <c:pt idx="5159">
                  <c:v>43749</c:v>
                </c:pt>
                <c:pt idx="5160">
                  <c:v>43752</c:v>
                </c:pt>
                <c:pt idx="5161">
                  <c:v>43753</c:v>
                </c:pt>
                <c:pt idx="5162">
                  <c:v>43754</c:v>
                </c:pt>
                <c:pt idx="5163">
                  <c:v>43755</c:v>
                </c:pt>
                <c:pt idx="5164">
                  <c:v>43756</c:v>
                </c:pt>
                <c:pt idx="5165">
                  <c:v>43759</c:v>
                </c:pt>
                <c:pt idx="5166">
                  <c:v>43760</c:v>
                </c:pt>
                <c:pt idx="5167">
                  <c:v>43761</c:v>
                </c:pt>
                <c:pt idx="5168">
                  <c:v>43762</c:v>
                </c:pt>
                <c:pt idx="5169">
                  <c:v>43763</c:v>
                </c:pt>
                <c:pt idx="5170">
                  <c:v>43766</c:v>
                </c:pt>
                <c:pt idx="5171">
                  <c:v>43767</c:v>
                </c:pt>
                <c:pt idx="5172">
                  <c:v>43768</c:v>
                </c:pt>
                <c:pt idx="5173">
                  <c:v>43769</c:v>
                </c:pt>
                <c:pt idx="5174">
                  <c:v>43770</c:v>
                </c:pt>
                <c:pt idx="5175">
                  <c:v>43773</c:v>
                </c:pt>
                <c:pt idx="5176">
                  <c:v>43774</c:v>
                </c:pt>
                <c:pt idx="5177">
                  <c:v>43775</c:v>
                </c:pt>
                <c:pt idx="5178">
                  <c:v>43776</c:v>
                </c:pt>
                <c:pt idx="5179">
                  <c:v>43777</c:v>
                </c:pt>
                <c:pt idx="5180">
                  <c:v>43780</c:v>
                </c:pt>
                <c:pt idx="5181">
                  <c:v>43781</c:v>
                </c:pt>
                <c:pt idx="5182">
                  <c:v>43782</c:v>
                </c:pt>
                <c:pt idx="5183">
                  <c:v>43783</c:v>
                </c:pt>
                <c:pt idx="5184">
                  <c:v>43784</c:v>
                </c:pt>
                <c:pt idx="5185">
                  <c:v>43787</c:v>
                </c:pt>
                <c:pt idx="5186">
                  <c:v>43788</c:v>
                </c:pt>
                <c:pt idx="5187">
                  <c:v>43789</c:v>
                </c:pt>
                <c:pt idx="5188">
                  <c:v>43790</c:v>
                </c:pt>
                <c:pt idx="5189">
                  <c:v>43791</c:v>
                </c:pt>
                <c:pt idx="5190">
                  <c:v>43794</c:v>
                </c:pt>
                <c:pt idx="5191">
                  <c:v>43795</c:v>
                </c:pt>
                <c:pt idx="5192">
                  <c:v>43796</c:v>
                </c:pt>
                <c:pt idx="5193">
                  <c:v>43797</c:v>
                </c:pt>
                <c:pt idx="5194">
                  <c:v>43798</c:v>
                </c:pt>
                <c:pt idx="5195">
                  <c:v>43801</c:v>
                </c:pt>
                <c:pt idx="5196">
                  <c:v>43802</c:v>
                </c:pt>
                <c:pt idx="5197">
                  <c:v>43803</c:v>
                </c:pt>
                <c:pt idx="5198">
                  <c:v>43804</c:v>
                </c:pt>
                <c:pt idx="5199">
                  <c:v>43805</c:v>
                </c:pt>
                <c:pt idx="5200">
                  <c:v>43808</c:v>
                </c:pt>
                <c:pt idx="5201">
                  <c:v>43809</c:v>
                </c:pt>
                <c:pt idx="5202">
                  <c:v>43810</c:v>
                </c:pt>
                <c:pt idx="5203">
                  <c:v>43811</c:v>
                </c:pt>
                <c:pt idx="5204">
                  <c:v>43812</c:v>
                </c:pt>
                <c:pt idx="5205">
                  <c:v>43815</c:v>
                </c:pt>
                <c:pt idx="5206">
                  <c:v>43816</c:v>
                </c:pt>
                <c:pt idx="5207">
                  <c:v>43817</c:v>
                </c:pt>
                <c:pt idx="5208">
                  <c:v>43818</c:v>
                </c:pt>
                <c:pt idx="5209">
                  <c:v>43819</c:v>
                </c:pt>
                <c:pt idx="5210">
                  <c:v>43822</c:v>
                </c:pt>
                <c:pt idx="5211">
                  <c:v>43823</c:v>
                </c:pt>
                <c:pt idx="5212">
                  <c:v>43824</c:v>
                </c:pt>
                <c:pt idx="5213">
                  <c:v>43825</c:v>
                </c:pt>
                <c:pt idx="5214">
                  <c:v>43826</c:v>
                </c:pt>
                <c:pt idx="5215">
                  <c:v>43829</c:v>
                </c:pt>
                <c:pt idx="5216">
                  <c:v>43830</c:v>
                </c:pt>
                <c:pt idx="5217">
                  <c:v>43831</c:v>
                </c:pt>
                <c:pt idx="5218">
                  <c:v>43832</c:v>
                </c:pt>
                <c:pt idx="5219">
                  <c:v>43833</c:v>
                </c:pt>
                <c:pt idx="5220">
                  <c:v>43836</c:v>
                </c:pt>
                <c:pt idx="5221">
                  <c:v>43837</c:v>
                </c:pt>
                <c:pt idx="5222">
                  <c:v>43838</c:v>
                </c:pt>
                <c:pt idx="5223">
                  <c:v>43839</c:v>
                </c:pt>
                <c:pt idx="5224">
                  <c:v>43840</c:v>
                </c:pt>
                <c:pt idx="5225">
                  <c:v>43843</c:v>
                </c:pt>
                <c:pt idx="5226">
                  <c:v>43844</c:v>
                </c:pt>
                <c:pt idx="5227">
                  <c:v>43845</c:v>
                </c:pt>
                <c:pt idx="5228">
                  <c:v>43846</c:v>
                </c:pt>
                <c:pt idx="5229">
                  <c:v>43847</c:v>
                </c:pt>
                <c:pt idx="5230">
                  <c:v>43850</c:v>
                </c:pt>
                <c:pt idx="5231">
                  <c:v>43851</c:v>
                </c:pt>
                <c:pt idx="5232">
                  <c:v>43852</c:v>
                </c:pt>
                <c:pt idx="5233">
                  <c:v>43853</c:v>
                </c:pt>
                <c:pt idx="5234">
                  <c:v>43854</c:v>
                </c:pt>
                <c:pt idx="5235">
                  <c:v>43857</c:v>
                </c:pt>
                <c:pt idx="5236">
                  <c:v>43858</c:v>
                </c:pt>
                <c:pt idx="5237">
                  <c:v>43859</c:v>
                </c:pt>
                <c:pt idx="5238">
                  <c:v>43860</c:v>
                </c:pt>
                <c:pt idx="5239">
                  <c:v>43861</c:v>
                </c:pt>
                <c:pt idx="5240">
                  <c:v>43864</c:v>
                </c:pt>
                <c:pt idx="5241">
                  <c:v>43865</c:v>
                </c:pt>
                <c:pt idx="5242">
                  <c:v>43866</c:v>
                </c:pt>
                <c:pt idx="5243">
                  <c:v>43867</c:v>
                </c:pt>
                <c:pt idx="5244">
                  <c:v>43868</c:v>
                </c:pt>
                <c:pt idx="5245">
                  <c:v>43871</c:v>
                </c:pt>
                <c:pt idx="5246">
                  <c:v>43872</c:v>
                </c:pt>
                <c:pt idx="5247">
                  <c:v>43873</c:v>
                </c:pt>
                <c:pt idx="5248">
                  <c:v>43874</c:v>
                </c:pt>
                <c:pt idx="5249">
                  <c:v>43875</c:v>
                </c:pt>
                <c:pt idx="5250">
                  <c:v>43878</c:v>
                </c:pt>
                <c:pt idx="5251">
                  <c:v>43879</c:v>
                </c:pt>
                <c:pt idx="5252">
                  <c:v>43880</c:v>
                </c:pt>
                <c:pt idx="5253">
                  <c:v>43881</c:v>
                </c:pt>
                <c:pt idx="5254">
                  <c:v>43882</c:v>
                </c:pt>
                <c:pt idx="5255">
                  <c:v>43885</c:v>
                </c:pt>
                <c:pt idx="5256">
                  <c:v>43886</c:v>
                </c:pt>
                <c:pt idx="5257">
                  <c:v>43887</c:v>
                </c:pt>
                <c:pt idx="5258">
                  <c:v>43888</c:v>
                </c:pt>
                <c:pt idx="5259">
                  <c:v>43889</c:v>
                </c:pt>
                <c:pt idx="5260">
                  <c:v>43892</c:v>
                </c:pt>
                <c:pt idx="5261">
                  <c:v>43893</c:v>
                </c:pt>
                <c:pt idx="5262">
                  <c:v>43894</c:v>
                </c:pt>
                <c:pt idx="5263">
                  <c:v>43895</c:v>
                </c:pt>
                <c:pt idx="5264">
                  <c:v>43896</c:v>
                </c:pt>
                <c:pt idx="5265">
                  <c:v>43899</c:v>
                </c:pt>
                <c:pt idx="5266">
                  <c:v>43900</c:v>
                </c:pt>
                <c:pt idx="5267">
                  <c:v>43901</c:v>
                </c:pt>
                <c:pt idx="5268">
                  <c:v>43902</c:v>
                </c:pt>
                <c:pt idx="5269">
                  <c:v>43903</c:v>
                </c:pt>
                <c:pt idx="5270">
                  <c:v>43906</c:v>
                </c:pt>
                <c:pt idx="5271">
                  <c:v>43907</c:v>
                </c:pt>
                <c:pt idx="5272">
                  <c:v>43908</c:v>
                </c:pt>
                <c:pt idx="5273">
                  <c:v>43909</c:v>
                </c:pt>
                <c:pt idx="5274">
                  <c:v>43910</c:v>
                </c:pt>
                <c:pt idx="5275">
                  <c:v>43913</c:v>
                </c:pt>
                <c:pt idx="5276">
                  <c:v>43914</c:v>
                </c:pt>
                <c:pt idx="5277">
                  <c:v>43915</c:v>
                </c:pt>
                <c:pt idx="5278">
                  <c:v>43916</c:v>
                </c:pt>
                <c:pt idx="5279">
                  <c:v>43917</c:v>
                </c:pt>
                <c:pt idx="5280">
                  <c:v>43920</c:v>
                </c:pt>
                <c:pt idx="5281">
                  <c:v>43921</c:v>
                </c:pt>
                <c:pt idx="5282">
                  <c:v>43922</c:v>
                </c:pt>
                <c:pt idx="5283">
                  <c:v>43923</c:v>
                </c:pt>
                <c:pt idx="5284">
                  <c:v>43924</c:v>
                </c:pt>
                <c:pt idx="5285">
                  <c:v>43927</c:v>
                </c:pt>
                <c:pt idx="5286">
                  <c:v>43928</c:v>
                </c:pt>
                <c:pt idx="5287">
                  <c:v>43929</c:v>
                </c:pt>
                <c:pt idx="5288">
                  <c:v>43930</c:v>
                </c:pt>
                <c:pt idx="5289">
                  <c:v>43931</c:v>
                </c:pt>
                <c:pt idx="5290">
                  <c:v>43934</c:v>
                </c:pt>
                <c:pt idx="5291">
                  <c:v>43935</c:v>
                </c:pt>
                <c:pt idx="5292">
                  <c:v>43936</c:v>
                </c:pt>
                <c:pt idx="5293">
                  <c:v>43937</c:v>
                </c:pt>
                <c:pt idx="5294">
                  <c:v>43938</c:v>
                </c:pt>
                <c:pt idx="5295">
                  <c:v>43941</c:v>
                </c:pt>
                <c:pt idx="5296">
                  <c:v>43942</c:v>
                </c:pt>
                <c:pt idx="5297">
                  <c:v>43943</c:v>
                </c:pt>
                <c:pt idx="5298">
                  <c:v>43944</c:v>
                </c:pt>
                <c:pt idx="5299">
                  <c:v>43945</c:v>
                </c:pt>
                <c:pt idx="5300">
                  <c:v>43948</c:v>
                </c:pt>
                <c:pt idx="5301">
                  <c:v>43949</c:v>
                </c:pt>
                <c:pt idx="5302">
                  <c:v>43950</c:v>
                </c:pt>
                <c:pt idx="5303">
                  <c:v>43951</c:v>
                </c:pt>
                <c:pt idx="5304">
                  <c:v>43952</c:v>
                </c:pt>
                <c:pt idx="5305">
                  <c:v>43955</c:v>
                </c:pt>
                <c:pt idx="5306">
                  <c:v>43956</c:v>
                </c:pt>
                <c:pt idx="5307">
                  <c:v>43957</c:v>
                </c:pt>
                <c:pt idx="5308">
                  <c:v>43958</c:v>
                </c:pt>
                <c:pt idx="5309">
                  <c:v>43959</c:v>
                </c:pt>
                <c:pt idx="5310">
                  <c:v>43962</c:v>
                </c:pt>
                <c:pt idx="5311">
                  <c:v>43963</c:v>
                </c:pt>
                <c:pt idx="5312">
                  <c:v>43964</c:v>
                </c:pt>
                <c:pt idx="5313">
                  <c:v>43965</c:v>
                </c:pt>
                <c:pt idx="5314">
                  <c:v>43966</c:v>
                </c:pt>
                <c:pt idx="5315">
                  <c:v>43969</c:v>
                </c:pt>
                <c:pt idx="5316">
                  <c:v>43970</c:v>
                </c:pt>
                <c:pt idx="5317">
                  <c:v>43971</c:v>
                </c:pt>
                <c:pt idx="5318">
                  <c:v>43972</c:v>
                </c:pt>
                <c:pt idx="5319">
                  <c:v>43973</c:v>
                </c:pt>
                <c:pt idx="5320">
                  <c:v>43976</c:v>
                </c:pt>
                <c:pt idx="5321">
                  <c:v>43977</c:v>
                </c:pt>
                <c:pt idx="5322">
                  <c:v>43978</c:v>
                </c:pt>
                <c:pt idx="5323">
                  <c:v>43979</c:v>
                </c:pt>
                <c:pt idx="5324">
                  <c:v>43980</c:v>
                </c:pt>
                <c:pt idx="5325">
                  <c:v>43983</c:v>
                </c:pt>
                <c:pt idx="5326">
                  <c:v>43984</c:v>
                </c:pt>
                <c:pt idx="5327">
                  <c:v>43985</c:v>
                </c:pt>
                <c:pt idx="5328">
                  <c:v>43986</c:v>
                </c:pt>
                <c:pt idx="5329">
                  <c:v>43987</c:v>
                </c:pt>
                <c:pt idx="5330">
                  <c:v>43990</c:v>
                </c:pt>
                <c:pt idx="5331">
                  <c:v>43991</c:v>
                </c:pt>
                <c:pt idx="5332">
                  <c:v>43992</c:v>
                </c:pt>
                <c:pt idx="5333">
                  <c:v>43993</c:v>
                </c:pt>
                <c:pt idx="5334">
                  <c:v>43994</c:v>
                </c:pt>
                <c:pt idx="5335">
                  <c:v>43997</c:v>
                </c:pt>
                <c:pt idx="5336">
                  <c:v>43998</c:v>
                </c:pt>
                <c:pt idx="5337">
                  <c:v>43999</c:v>
                </c:pt>
                <c:pt idx="5338">
                  <c:v>44000</c:v>
                </c:pt>
                <c:pt idx="5339">
                  <c:v>44001</c:v>
                </c:pt>
                <c:pt idx="5340">
                  <c:v>44004</c:v>
                </c:pt>
                <c:pt idx="5341">
                  <c:v>44005</c:v>
                </c:pt>
                <c:pt idx="5342">
                  <c:v>44006</c:v>
                </c:pt>
                <c:pt idx="5343">
                  <c:v>44007</c:v>
                </c:pt>
                <c:pt idx="5344">
                  <c:v>44008</c:v>
                </c:pt>
                <c:pt idx="5345">
                  <c:v>44011</c:v>
                </c:pt>
                <c:pt idx="5346">
                  <c:v>44012</c:v>
                </c:pt>
                <c:pt idx="5347">
                  <c:v>44013</c:v>
                </c:pt>
                <c:pt idx="5348">
                  <c:v>44014</c:v>
                </c:pt>
                <c:pt idx="5349">
                  <c:v>44015</c:v>
                </c:pt>
                <c:pt idx="5350">
                  <c:v>44018</c:v>
                </c:pt>
                <c:pt idx="5351">
                  <c:v>44019</c:v>
                </c:pt>
                <c:pt idx="5352">
                  <c:v>44020</c:v>
                </c:pt>
                <c:pt idx="5353">
                  <c:v>44021</c:v>
                </c:pt>
                <c:pt idx="5354">
                  <c:v>44022</c:v>
                </c:pt>
                <c:pt idx="5355">
                  <c:v>44025</c:v>
                </c:pt>
                <c:pt idx="5356">
                  <c:v>44026</c:v>
                </c:pt>
                <c:pt idx="5357">
                  <c:v>44027</c:v>
                </c:pt>
                <c:pt idx="5358">
                  <c:v>44028</c:v>
                </c:pt>
                <c:pt idx="5359">
                  <c:v>44029</c:v>
                </c:pt>
                <c:pt idx="5360">
                  <c:v>44032</c:v>
                </c:pt>
                <c:pt idx="5361">
                  <c:v>44033</c:v>
                </c:pt>
                <c:pt idx="5362">
                  <c:v>44034</c:v>
                </c:pt>
                <c:pt idx="5363">
                  <c:v>44035</c:v>
                </c:pt>
                <c:pt idx="5364">
                  <c:v>44036</c:v>
                </c:pt>
                <c:pt idx="5365">
                  <c:v>44039</c:v>
                </c:pt>
                <c:pt idx="5366">
                  <c:v>44040</c:v>
                </c:pt>
                <c:pt idx="5367">
                  <c:v>44041</c:v>
                </c:pt>
                <c:pt idx="5368">
                  <c:v>44042</c:v>
                </c:pt>
                <c:pt idx="5369">
                  <c:v>44043</c:v>
                </c:pt>
                <c:pt idx="5370">
                  <c:v>44046</c:v>
                </c:pt>
                <c:pt idx="5371">
                  <c:v>44047</c:v>
                </c:pt>
                <c:pt idx="5372">
                  <c:v>44048</c:v>
                </c:pt>
                <c:pt idx="5373">
                  <c:v>44049</c:v>
                </c:pt>
                <c:pt idx="5374">
                  <c:v>44050</c:v>
                </c:pt>
                <c:pt idx="5375">
                  <c:v>44053</c:v>
                </c:pt>
                <c:pt idx="5376">
                  <c:v>44054</c:v>
                </c:pt>
                <c:pt idx="5377">
                  <c:v>44055</c:v>
                </c:pt>
                <c:pt idx="5378">
                  <c:v>44056</c:v>
                </c:pt>
                <c:pt idx="5379">
                  <c:v>44057</c:v>
                </c:pt>
                <c:pt idx="5380">
                  <c:v>44060</c:v>
                </c:pt>
                <c:pt idx="5381">
                  <c:v>44061</c:v>
                </c:pt>
                <c:pt idx="5382">
                  <c:v>44062</c:v>
                </c:pt>
                <c:pt idx="5383">
                  <c:v>44063</c:v>
                </c:pt>
                <c:pt idx="5384">
                  <c:v>44064</c:v>
                </c:pt>
                <c:pt idx="5385">
                  <c:v>44067</c:v>
                </c:pt>
                <c:pt idx="5386">
                  <c:v>44068</c:v>
                </c:pt>
                <c:pt idx="5387">
                  <c:v>44069</c:v>
                </c:pt>
                <c:pt idx="5388">
                  <c:v>44070</c:v>
                </c:pt>
                <c:pt idx="5389">
                  <c:v>44071</c:v>
                </c:pt>
                <c:pt idx="5390">
                  <c:v>44074</c:v>
                </c:pt>
                <c:pt idx="5391">
                  <c:v>44075</c:v>
                </c:pt>
                <c:pt idx="5392">
                  <c:v>44076</c:v>
                </c:pt>
                <c:pt idx="5393">
                  <c:v>44077</c:v>
                </c:pt>
                <c:pt idx="5394">
                  <c:v>44078</c:v>
                </c:pt>
                <c:pt idx="5395">
                  <c:v>44081</c:v>
                </c:pt>
                <c:pt idx="5396">
                  <c:v>44082</c:v>
                </c:pt>
                <c:pt idx="5397">
                  <c:v>44083</c:v>
                </c:pt>
                <c:pt idx="5398">
                  <c:v>44084</c:v>
                </c:pt>
                <c:pt idx="5399">
                  <c:v>44085</c:v>
                </c:pt>
                <c:pt idx="5400">
                  <c:v>44088</c:v>
                </c:pt>
                <c:pt idx="5401">
                  <c:v>44089</c:v>
                </c:pt>
                <c:pt idx="5402">
                  <c:v>44090</c:v>
                </c:pt>
                <c:pt idx="5403">
                  <c:v>44091</c:v>
                </c:pt>
                <c:pt idx="5404">
                  <c:v>44092</c:v>
                </c:pt>
                <c:pt idx="5405">
                  <c:v>44095</c:v>
                </c:pt>
                <c:pt idx="5406">
                  <c:v>44096</c:v>
                </c:pt>
                <c:pt idx="5407">
                  <c:v>44097</c:v>
                </c:pt>
                <c:pt idx="5408">
                  <c:v>44098</c:v>
                </c:pt>
                <c:pt idx="5409">
                  <c:v>44099</c:v>
                </c:pt>
                <c:pt idx="5410">
                  <c:v>44102</c:v>
                </c:pt>
                <c:pt idx="5411">
                  <c:v>44103</c:v>
                </c:pt>
                <c:pt idx="5412">
                  <c:v>44104</c:v>
                </c:pt>
                <c:pt idx="5413">
                  <c:v>44105</c:v>
                </c:pt>
                <c:pt idx="5414">
                  <c:v>44106</c:v>
                </c:pt>
                <c:pt idx="5415">
                  <c:v>44109</c:v>
                </c:pt>
                <c:pt idx="5416">
                  <c:v>44110</c:v>
                </c:pt>
                <c:pt idx="5417">
                  <c:v>44111</c:v>
                </c:pt>
                <c:pt idx="5418">
                  <c:v>44112</c:v>
                </c:pt>
                <c:pt idx="5419">
                  <c:v>44113</c:v>
                </c:pt>
                <c:pt idx="5420">
                  <c:v>44116</c:v>
                </c:pt>
                <c:pt idx="5421">
                  <c:v>44117</c:v>
                </c:pt>
                <c:pt idx="5422">
                  <c:v>44118</c:v>
                </c:pt>
                <c:pt idx="5423">
                  <c:v>44119</c:v>
                </c:pt>
                <c:pt idx="5424">
                  <c:v>44120</c:v>
                </c:pt>
                <c:pt idx="5425">
                  <c:v>44123</c:v>
                </c:pt>
                <c:pt idx="5426">
                  <c:v>44124</c:v>
                </c:pt>
                <c:pt idx="5427">
                  <c:v>44125</c:v>
                </c:pt>
                <c:pt idx="5428">
                  <c:v>44126</c:v>
                </c:pt>
                <c:pt idx="5429">
                  <c:v>44127</c:v>
                </c:pt>
                <c:pt idx="5430">
                  <c:v>44130</c:v>
                </c:pt>
                <c:pt idx="5431">
                  <c:v>44131</c:v>
                </c:pt>
                <c:pt idx="5432">
                  <c:v>44132</c:v>
                </c:pt>
                <c:pt idx="5433">
                  <c:v>44133</c:v>
                </c:pt>
                <c:pt idx="5434">
                  <c:v>44134</c:v>
                </c:pt>
                <c:pt idx="5435">
                  <c:v>44137</c:v>
                </c:pt>
                <c:pt idx="5436">
                  <c:v>44138</c:v>
                </c:pt>
                <c:pt idx="5437">
                  <c:v>44139</c:v>
                </c:pt>
                <c:pt idx="5438">
                  <c:v>44140</c:v>
                </c:pt>
                <c:pt idx="5439">
                  <c:v>44141</c:v>
                </c:pt>
                <c:pt idx="5440">
                  <c:v>44144</c:v>
                </c:pt>
                <c:pt idx="5441">
                  <c:v>44145</c:v>
                </c:pt>
                <c:pt idx="5442">
                  <c:v>44146</c:v>
                </c:pt>
                <c:pt idx="5443">
                  <c:v>44147</c:v>
                </c:pt>
                <c:pt idx="5444">
                  <c:v>44148</c:v>
                </c:pt>
                <c:pt idx="5445">
                  <c:v>44151</c:v>
                </c:pt>
                <c:pt idx="5446">
                  <c:v>44152</c:v>
                </c:pt>
                <c:pt idx="5447">
                  <c:v>44153</c:v>
                </c:pt>
                <c:pt idx="5448">
                  <c:v>44154</c:v>
                </c:pt>
                <c:pt idx="5449">
                  <c:v>44155</c:v>
                </c:pt>
                <c:pt idx="5450">
                  <c:v>44158</c:v>
                </c:pt>
                <c:pt idx="5451">
                  <c:v>44159</c:v>
                </c:pt>
                <c:pt idx="5452">
                  <c:v>44160</c:v>
                </c:pt>
                <c:pt idx="5453">
                  <c:v>44161</c:v>
                </c:pt>
                <c:pt idx="5454">
                  <c:v>44162</c:v>
                </c:pt>
                <c:pt idx="5455">
                  <c:v>44165</c:v>
                </c:pt>
                <c:pt idx="5456">
                  <c:v>44166</c:v>
                </c:pt>
                <c:pt idx="5457">
                  <c:v>44167</c:v>
                </c:pt>
                <c:pt idx="5458">
                  <c:v>44168</c:v>
                </c:pt>
                <c:pt idx="5459">
                  <c:v>44169</c:v>
                </c:pt>
                <c:pt idx="5460">
                  <c:v>44172</c:v>
                </c:pt>
                <c:pt idx="5461">
                  <c:v>44173</c:v>
                </c:pt>
                <c:pt idx="5462">
                  <c:v>44174</c:v>
                </c:pt>
                <c:pt idx="5463">
                  <c:v>44175</c:v>
                </c:pt>
                <c:pt idx="5464">
                  <c:v>44176</c:v>
                </c:pt>
                <c:pt idx="5465">
                  <c:v>44179</c:v>
                </c:pt>
                <c:pt idx="5466">
                  <c:v>44180</c:v>
                </c:pt>
                <c:pt idx="5467">
                  <c:v>44181</c:v>
                </c:pt>
                <c:pt idx="5468">
                  <c:v>44182</c:v>
                </c:pt>
                <c:pt idx="5469">
                  <c:v>44183</c:v>
                </c:pt>
                <c:pt idx="5470">
                  <c:v>44186</c:v>
                </c:pt>
                <c:pt idx="5471">
                  <c:v>44187</c:v>
                </c:pt>
                <c:pt idx="5472">
                  <c:v>44188</c:v>
                </c:pt>
                <c:pt idx="5473">
                  <c:v>44189</c:v>
                </c:pt>
                <c:pt idx="5474">
                  <c:v>44190</c:v>
                </c:pt>
                <c:pt idx="5475">
                  <c:v>44193</c:v>
                </c:pt>
                <c:pt idx="5476">
                  <c:v>44194</c:v>
                </c:pt>
                <c:pt idx="5477">
                  <c:v>44195</c:v>
                </c:pt>
                <c:pt idx="5478">
                  <c:v>44196</c:v>
                </c:pt>
                <c:pt idx="5479">
                  <c:v>44197</c:v>
                </c:pt>
                <c:pt idx="5480">
                  <c:v>44200</c:v>
                </c:pt>
                <c:pt idx="5481">
                  <c:v>44201</c:v>
                </c:pt>
                <c:pt idx="5482">
                  <c:v>44202</c:v>
                </c:pt>
                <c:pt idx="5483">
                  <c:v>44203</c:v>
                </c:pt>
                <c:pt idx="5484">
                  <c:v>44204</c:v>
                </c:pt>
                <c:pt idx="5485">
                  <c:v>44207</c:v>
                </c:pt>
                <c:pt idx="5486">
                  <c:v>44208</c:v>
                </c:pt>
                <c:pt idx="5487">
                  <c:v>44209</c:v>
                </c:pt>
                <c:pt idx="5488">
                  <c:v>44210</c:v>
                </c:pt>
                <c:pt idx="5489">
                  <c:v>44211</c:v>
                </c:pt>
                <c:pt idx="5490">
                  <c:v>44214</c:v>
                </c:pt>
                <c:pt idx="5491">
                  <c:v>44215</c:v>
                </c:pt>
                <c:pt idx="5492">
                  <c:v>44216</c:v>
                </c:pt>
                <c:pt idx="5493">
                  <c:v>44217</c:v>
                </c:pt>
                <c:pt idx="5494">
                  <c:v>44218</c:v>
                </c:pt>
                <c:pt idx="5495">
                  <c:v>44221</c:v>
                </c:pt>
                <c:pt idx="5496">
                  <c:v>44222</c:v>
                </c:pt>
                <c:pt idx="5497">
                  <c:v>44223</c:v>
                </c:pt>
                <c:pt idx="5498">
                  <c:v>44224</c:v>
                </c:pt>
                <c:pt idx="5499">
                  <c:v>44225</c:v>
                </c:pt>
                <c:pt idx="5500">
                  <c:v>44228</c:v>
                </c:pt>
                <c:pt idx="5501">
                  <c:v>44229</c:v>
                </c:pt>
                <c:pt idx="5502">
                  <c:v>44230</c:v>
                </c:pt>
                <c:pt idx="5503">
                  <c:v>44231</c:v>
                </c:pt>
                <c:pt idx="5504">
                  <c:v>44232</c:v>
                </c:pt>
                <c:pt idx="5505">
                  <c:v>44235</c:v>
                </c:pt>
                <c:pt idx="5506">
                  <c:v>44236</c:v>
                </c:pt>
                <c:pt idx="5507">
                  <c:v>44237</c:v>
                </c:pt>
                <c:pt idx="5508">
                  <c:v>44238</c:v>
                </c:pt>
                <c:pt idx="5509">
                  <c:v>44239</c:v>
                </c:pt>
                <c:pt idx="5510">
                  <c:v>44242</c:v>
                </c:pt>
                <c:pt idx="5511">
                  <c:v>44243</c:v>
                </c:pt>
                <c:pt idx="5512">
                  <c:v>44244</c:v>
                </c:pt>
                <c:pt idx="5513">
                  <c:v>44245</c:v>
                </c:pt>
                <c:pt idx="5514">
                  <c:v>44246</c:v>
                </c:pt>
                <c:pt idx="5515">
                  <c:v>44249</c:v>
                </c:pt>
                <c:pt idx="5516">
                  <c:v>44250</c:v>
                </c:pt>
                <c:pt idx="5517">
                  <c:v>44251</c:v>
                </c:pt>
                <c:pt idx="5518">
                  <c:v>44252</c:v>
                </c:pt>
                <c:pt idx="5519">
                  <c:v>44253</c:v>
                </c:pt>
                <c:pt idx="5520">
                  <c:v>44256</c:v>
                </c:pt>
                <c:pt idx="5521">
                  <c:v>44257</c:v>
                </c:pt>
                <c:pt idx="5522">
                  <c:v>44258</c:v>
                </c:pt>
                <c:pt idx="5523">
                  <c:v>44259</c:v>
                </c:pt>
                <c:pt idx="5524">
                  <c:v>44260</c:v>
                </c:pt>
                <c:pt idx="5525">
                  <c:v>44263</c:v>
                </c:pt>
                <c:pt idx="5526">
                  <c:v>44264</c:v>
                </c:pt>
                <c:pt idx="5527">
                  <c:v>44265</c:v>
                </c:pt>
                <c:pt idx="5528">
                  <c:v>44266</c:v>
                </c:pt>
                <c:pt idx="5529">
                  <c:v>44267</c:v>
                </c:pt>
                <c:pt idx="5530">
                  <c:v>44270</c:v>
                </c:pt>
                <c:pt idx="5531">
                  <c:v>44271</c:v>
                </c:pt>
                <c:pt idx="5532">
                  <c:v>44272</c:v>
                </c:pt>
                <c:pt idx="5533">
                  <c:v>44273</c:v>
                </c:pt>
                <c:pt idx="5534">
                  <c:v>44274</c:v>
                </c:pt>
                <c:pt idx="5535">
                  <c:v>44277</c:v>
                </c:pt>
                <c:pt idx="5536">
                  <c:v>44278</c:v>
                </c:pt>
                <c:pt idx="5537">
                  <c:v>44279</c:v>
                </c:pt>
                <c:pt idx="5538">
                  <c:v>44280</c:v>
                </c:pt>
                <c:pt idx="5539">
                  <c:v>44281</c:v>
                </c:pt>
                <c:pt idx="5540">
                  <c:v>44284</c:v>
                </c:pt>
                <c:pt idx="5541">
                  <c:v>44285</c:v>
                </c:pt>
                <c:pt idx="5542">
                  <c:v>44286</c:v>
                </c:pt>
                <c:pt idx="5543">
                  <c:v>44287</c:v>
                </c:pt>
                <c:pt idx="5544">
                  <c:v>44288</c:v>
                </c:pt>
                <c:pt idx="5545">
                  <c:v>44291</c:v>
                </c:pt>
                <c:pt idx="5546">
                  <c:v>44292</c:v>
                </c:pt>
                <c:pt idx="5547">
                  <c:v>44293</c:v>
                </c:pt>
                <c:pt idx="5548">
                  <c:v>44294</c:v>
                </c:pt>
                <c:pt idx="5549">
                  <c:v>44295</c:v>
                </c:pt>
                <c:pt idx="5550">
                  <c:v>44298</c:v>
                </c:pt>
                <c:pt idx="5551">
                  <c:v>44299</c:v>
                </c:pt>
                <c:pt idx="5552">
                  <c:v>44300</c:v>
                </c:pt>
                <c:pt idx="5553">
                  <c:v>44301</c:v>
                </c:pt>
                <c:pt idx="5554">
                  <c:v>44302</c:v>
                </c:pt>
                <c:pt idx="5555">
                  <c:v>44305</c:v>
                </c:pt>
                <c:pt idx="5556">
                  <c:v>44306</c:v>
                </c:pt>
                <c:pt idx="5557">
                  <c:v>44307</c:v>
                </c:pt>
                <c:pt idx="5558">
                  <c:v>44308</c:v>
                </c:pt>
                <c:pt idx="5559">
                  <c:v>44309</c:v>
                </c:pt>
                <c:pt idx="5560">
                  <c:v>44312</c:v>
                </c:pt>
                <c:pt idx="5561">
                  <c:v>44313</c:v>
                </c:pt>
                <c:pt idx="5562">
                  <c:v>44314</c:v>
                </c:pt>
                <c:pt idx="5563">
                  <c:v>44315</c:v>
                </c:pt>
                <c:pt idx="5564">
                  <c:v>44316</c:v>
                </c:pt>
                <c:pt idx="5565">
                  <c:v>44319</c:v>
                </c:pt>
                <c:pt idx="5566">
                  <c:v>44320</c:v>
                </c:pt>
                <c:pt idx="5567">
                  <c:v>44321</c:v>
                </c:pt>
                <c:pt idx="5568">
                  <c:v>44322</c:v>
                </c:pt>
                <c:pt idx="5569">
                  <c:v>44323</c:v>
                </c:pt>
                <c:pt idx="5570">
                  <c:v>44326</c:v>
                </c:pt>
                <c:pt idx="5571">
                  <c:v>44327</c:v>
                </c:pt>
                <c:pt idx="5572">
                  <c:v>44328</c:v>
                </c:pt>
                <c:pt idx="5573">
                  <c:v>44329</c:v>
                </c:pt>
                <c:pt idx="5574">
                  <c:v>44330</c:v>
                </c:pt>
                <c:pt idx="5575">
                  <c:v>44333</c:v>
                </c:pt>
                <c:pt idx="5576">
                  <c:v>44334</c:v>
                </c:pt>
                <c:pt idx="5577">
                  <c:v>44335</c:v>
                </c:pt>
                <c:pt idx="5578">
                  <c:v>44336</c:v>
                </c:pt>
                <c:pt idx="5579">
                  <c:v>44337</c:v>
                </c:pt>
                <c:pt idx="5580">
                  <c:v>44340</c:v>
                </c:pt>
                <c:pt idx="5581">
                  <c:v>44341</c:v>
                </c:pt>
                <c:pt idx="5582">
                  <c:v>44342</c:v>
                </c:pt>
                <c:pt idx="5583">
                  <c:v>44343</c:v>
                </c:pt>
                <c:pt idx="5584">
                  <c:v>44344</c:v>
                </c:pt>
                <c:pt idx="5585">
                  <c:v>44347</c:v>
                </c:pt>
                <c:pt idx="5586">
                  <c:v>44348</c:v>
                </c:pt>
                <c:pt idx="5587">
                  <c:v>44349</c:v>
                </c:pt>
                <c:pt idx="5588">
                  <c:v>44350</c:v>
                </c:pt>
                <c:pt idx="5589">
                  <c:v>44351</c:v>
                </c:pt>
                <c:pt idx="5590">
                  <c:v>44354</c:v>
                </c:pt>
                <c:pt idx="5591">
                  <c:v>44355</c:v>
                </c:pt>
                <c:pt idx="5592">
                  <c:v>44356</c:v>
                </c:pt>
                <c:pt idx="5593">
                  <c:v>44357</c:v>
                </c:pt>
                <c:pt idx="5594">
                  <c:v>44358</c:v>
                </c:pt>
                <c:pt idx="5595">
                  <c:v>44361</c:v>
                </c:pt>
                <c:pt idx="5596">
                  <c:v>44362</c:v>
                </c:pt>
                <c:pt idx="5597">
                  <c:v>44363</c:v>
                </c:pt>
                <c:pt idx="5598">
                  <c:v>44364</c:v>
                </c:pt>
                <c:pt idx="5599">
                  <c:v>44365</c:v>
                </c:pt>
                <c:pt idx="5600">
                  <c:v>44368</c:v>
                </c:pt>
                <c:pt idx="5601">
                  <c:v>44369</c:v>
                </c:pt>
                <c:pt idx="5602">
                  <c:v>44370</c:v>
                </c:pt>
                <c:pt idx="5603">
                  <c:v>44371</c:v>
                </c:pt>
                <c:pt idx="5604">
                  <c:v>44372</c:v>
                </c:pt>
                <c:pt idx="5605">
                  <c:v>44375</c:v>
                </c:pt>
                <c:pt idx="5606">
                  <c:v>44376</c:v>
                </c:pt>
                <c:pt idx="5607">
                  <c:v>44377</c:v>
                </c:pt>
                <c:pt idx="5608">
                  <c:v>44378</c:v>
                </c:pt>
                <c:pt idx="5609">
                  <c:v>44379</c:v>
                </c:pt>
                <c:pt idx="5610">
                  <c:v>44382</c:v>
                </c:pt>
                <c:pt idx="5611">
                  <c:v>44383</c:v>
                </c:pt>
                <c:pt idx="5612">
                  <c:v>44384</c:v>
                </c:pt>
                <c:pt idx="5613">
                  <c:v>44385</c:v>
                </c:pt>
                <c:pt idx="5614">
                  <c:v>44386</c:v>
                </c:pt>
                <c:pt idx="5615">
                  <c:v>44389</c:v>
                </c:pt>
                <c:pt idx="5616">
                  <c:v>44390</c:v>
                </c:pt>
                <c:pt idx="5617">
                  <c:v>44391</c:v>
                </c:pt>
                <c:pt idx="5618">
                  <c:v>44392</c:v>
                </c:pt>
                <c:pt idx="5619">
                  <c:v>44393</c:v>
                </c:pt>
                <c:pt idx="5620">
                  <c:v>44396</c:v>
                </c:pt>
                <c:pt idx="5621">
                  <c:v>44397</c:v>
                </c:pt>
                <c:pt idx="5622">
                  <c:v>44398</c:v>
                </c:pt>
                <c:pt idx="5623">
                  <c:v>44399</c:v>
                </c:pt>
                <c:pt idx="5624">
                  <c:v>44400</c:v>
                </c:pt>
                <c:pt idx="5625">
                  <c:v>44403</c:v>
                </c:pt>
                <c:pt idx="5626">
                  <c:v>44404</c:v>
                </c:pt>
                <c:pt idx="5627">
                  <c:v>44405</c:v>
                </c:pt>
                <c:pt idx="5628">
                  <c:v>44406</c:v>
                </c:pt>
                <c:pt idx="5629">
                  <c:v>44407</c:v>
                </c:pt>
                <c:pt idx="5630">
                  <c:v>44410</c:v>
                </c:pt>
                <c:pt idx="5631">
                  <c:v>44411</c:v>
                </c:pt>
                <c:pt idx="5632">
                  <c:v>44412</c:v>
                </c:pt>
                <c:pt idx="5633">
                  <c:v>44413</c:v>
                </c:pt>
                <c:pt idx="5634">
                  <c:v>44414</c:v>
                </c:pt>
                <c:pt idx="5635">
                  <c:v>44417</c:v>
                </c:pt>
                <c:pt idx="5636">
                  <c:v>44418</c:v>
                </c:pt>
                <c:pt idx="5637">
                  <c:v>44419</c:v>
                </c:pt>
                <c:pt idx="5638">
                  <c:v>44420</c:v>
                </c:pt>
                <c:pt idx="5639">
                  <c:v>44421</c:v>
                </c:pt>
                <c:pt idx="5640">
                  <c:v>44424</c:v>
                </c:pt>
                <c:pt idx="5641">
                  <c:v>44425</c:v>
                </c:pt>
                <c:pt idx="5642">
                  <c:v>44426</c:v>
                </c:pt>
                <c:pt idx="5643">
                  <c:v>44427</c:v>
                </c:pt>
                <c:pt idx="5644">
                  <c:v>44428</c:v>
                </c:pt>
                <c:pt idx="5645">
                  <c:v>44431</c:v>
                </c:pt>
                <c:pt idx="5646">
                  <c:v>44432</c:v>
                </c:pt>
                <c:pt idx="5647">
                  <c:v>44433</c:v>
                </c:pt>
                <c:pt idx="5648">
                  <c:v>44434</c:v>
                </c:pt>
                <c:pt idx="5649">
                  <c:v>44435</c:v>
                </c:pt>
                <c:pt idx="5650">
                  <c:v>44438</c:v>
                </c:pt>
                <c:pt idx="5651">
                  <c:v>44439</c:v>
                </c:pt>
                <c:pt idx="5652">
                  <c:v>44440</c:v>
                </c:pt>
                <c:pt idx="5653">
                  <c:v>44441</c:v>
                </c:pt>
                <c:pt idx="5654">
                  <c:v>44442</c:v>
                </c:pt>
                <c:pt idx="5655">
                  <c:v>44445</c:v>
                </c:pt>
                <c:pt idx="5656">
                  <c:v>44446</c:v>
                </c:pt>
                <c:pt idx="5657">
                  <c:v>44447</c:v>
                </c:pt>
                <c:pt idx="5658">
                  <c:v>44448</c:v>
                </c:pt>
                <c:pt idx="5659">
                  <c:v>44449</c:v>
                </c:pt>
                <c:pt idx="5660">
                  <c:v>44452</c:v>
                </c:pt>
                <c:pt idx="5661">
                  <c:v>44453</c:v>
                </c:pt>
                <c:pt idx="5662">
                  <c:v>44454</c:v>
                </c:pt>
                <c:pt idx="5663">
                  <c:v>44455</c:v>
                </c:pt>
                <c:pt idx="5664">
                  <c:v>44456</c:v>
                </c:pt>
                <c:pt idx="5665">
                  <c:v>44459</c:v>
                </c:pt>
                <c:pt idx="5666">
                  <c:v>44460</c:v>
                </c:pt>
                <c:pt idx="5667">
                  <c:v>44461</c:v>
                </c:pt>
                <c:pt idx="5668">
                  <c:v>44462</c:v>
                </c:pt>
                <c:pt idx="5669">
                  <c:v>44463</c:v>
                </c:pt>
                <c:pt idx="5670">
                  <c:v>44466</c:v>
                </c:pt>
                <c:pt idx="5671">
                  <c:v>44467</c:v>
                </c:pt>
                <c:pt idx="5672">
                  <c:v>44468</c:v>
                </c:pt>
                <c:pt idx="5673">
                  <c:v>44469</c:v>
                </c:pt>
                <c:pt idx="5674">
                  <c:v>44470</c:v>
                </c:pt>
                <c:pt idx="5675">
                  <c:v>44473</c:v>
                </c:pt>
                <c:pt idx="5676">
                  <c:v>44474</c:v>
                </c:pt>
                <c:pt idx="5677">
                  <c:v>44475</c:v>
                </c:pt>
                <c:pt idx="5678">
                  <c:v>44476</c:v>
                </c:pt>
                <c:pt idx="5679">
                  <c:v>44477</c:v>
                </c:pt>
                <c:pt idx="5680">
                  <c:v>44480</c:v>
                </c:pt>
                <c:pt idx="5681">
                  <c:v>44481</c:v>
                </c:pt>
                <c:pt idx="5682">
                  <c:v>44482</c:v>
                </c:pt>
                <c:pt idx="5683">
                  <c:v>44483</c:v>
                </c:pt>
                <c:pt idx="5684">
                  <c:v>44484</c:v>
                </c:pt>
                <c:pt idx="5685">
                  <c:v>44487</c:v>
                </c:pt>
                <c:pt idx="5686">
                  <c:v>44488</c:v>
                </c:pt>
                <c:pt idx="5687">
                  <c:v>44489</c:v>
                </c:pt>
                <c:pt idx="5688">
                  <c:v>44490</c:v>
                </c:pt>
                <c:pt idx="5689">
                  <c:v>44491</c:v>
                </c:pt>
                <c:pt idx="5690">
                  <c:v>44494</c:v>
                </c:pt>
                <c:pt idx="5691">
                  <c:v>44495</c:v>
                </c:pt>
                <c:pt idx="5692">
                  <c:v>44496</c:v>
                </c:pt>
                <c:pt idx="5693">
                  <c:v>44497</c:v>
                </c:pt>
                <c:pt idx="5694">
                  <c:v>44498</c:v>
                </c:pt>
                <c:pt idx="5695">
                  <c:v>44501</c:v>
                </c:pt>
                <c:pt idx="5696">
                  <c:v>44502</c:v>
                </c:pt>
                <c:pt idx="5697">
                  <c:v>44503</c:v>
                </c:pt>
                <c:pt idx="5698">
                  <c:v>44504</c:v>
                </c:pt>
                <c:pt idx="5699">
                  <c:v>44505</c:v>
                </c:pt>
                <c:pt idx="5700">
                  <c:v>44508</c:v>
                </c:pt>
                <c:pt idx="5701">
                  <c:v>44509</c:v>
                </c:pt>
                <c:pt idx="5702">
                  <c:v>44510</c:v>
                </c:pt>
                <c:pt idx="5703">
                  <c:v>44511</c:v>
                </c:pt>
                <c:pt idx="5704">
                  <c:v>44512</c:v>
                </c:pt>
                <c:pt idx="5705">
                  <c:v>44515</c:v>
                </c:pt>
                <c:pt idx="5706">
                  <c:v>44516</c:v>
                </c:pt>
                <c:pt idx="5707">
                  <c:v>44517</c:v>
                </c:pt>
                <c:pt idx="5708">
                  <c:v>44518</c:v>
                </c:pt>
                <c:pt idx="5709">
                  <c:v>44519</c:v>
                </c:pt>
                <c:pt idx="5710">
                  <c:v>44522</c:v>
                </c:pt>
                <c:pt idx="5711">
                  <c:v>44523</c:v>
                </c:pt>
                <c:pt idx="5712">
                  <c:v>44524</c:v>
                </c:pt>
                <c:pt idx="5713">
                  <c:v>44525</c:v>
                </c:pt>
                <c:pt idx="5714">
                  <c:v>44526</c:v>
                </c:pt>
                <c:pt idx="5715">
                  <c:v>44529</c:v>
                </c:pt>
                <c:pt idx="5716">
                  <c:v>44530</c:v>
                </c:pt>
                <c:pt idx="5717">
                  <c:v>44531</c:v>
                </c:pt>
                <c:pt idx="5718">
                  <c:v>44532</c:v>
                </c:pt>
                <c:pt idx="5719">
                  <c:v>44533</c:v>
                </c:pt>
                <c:pt idx="5720">
                  <c:v>44536</c:v>
                </c:pt>
                <c:pt idx="5721">
                  <c:v>44537</c:v>
                </c:pt>
                <c:pt idx="5722">
                  <c:v>44538</c:v>
                </c:pt>
                <c:pt idx="5723">
                  <c:v>44539</c:v>
                </c:pt>
                <c:pt idx="5724">
                  <c:v>44540</c:v>
                </c:pt>
                <c:pt idx="5725">
                  <c:v>44543</c:v>
                </c:pt>
                <c:pt idx="5726">
                  <c:v>44544</c:v>
                </c:pt>
                <c:pt idx="5727">
                  <c:v>44545</c:v>
                </c:pt>
                <c:pt idx="5728">
                  <c:v>44546</c:v>
                </c:pt>
                <c:pt idx="5729">
                  <c:v>44547</c:v>
                </c:pt>
                <c:pt idx="5730">
                  <c:v>44550</c:v>
                </c:pt>
                <c:pt idx="5731">
                  <c:v>44551</c:v>
                </c:pt>
                <c:pt idx="5732">
                  <c:v>44552</c:v>
                </c:pt>
                <c:pt idx="5733">
                  <c:v>44553</c:v>
                </c:pt>
                <c:pt idx="5734">
                  <c:v>44554</c:v>
                </c:pt>
                <c:pt idx="5735">
                  <c:v>44557</c:v>
                </c:pt>
                <c:pt idx="5736">
                  <c:v>44558</c:v>
                </c:pt>
                <c:pt idx="5737">
                  <c:v>44559</c:v>
                </c:pt>
                <c:pt idx="5738">
                  <c:v>44560</c:v>
                </c:pt>
                <c:pt idx="5739">
                  <c:v>44561</c:v>
                </c:pt>
                <c:pt idx="5740">
                  <c:v>44564</c:v>
                </c:pt>
                <c:pt idx="5741">
                  <c:v>44565</c:v>
                </c:pt>
                <c:pt idx="5742">
                  <c:v>44566</c:v>
                </c:pt>
                <c:pt idx="5743">
                  <c:v>44567</c:v>
                </c:pt>
                <c:pt idx="5744">
                  <c:v>44568</c:v>
                </c:pt>
                <c:pt idx="5745">
                  <c:v>44571</c:v>
                </c:pt>
                <c:pt idx="5746">
                  <c:v>44572</c:v>
                </c:pt>
                <c:pt idx="5747">
                  <c:v>44573</c:v>
                </c:pt>
                <c:pt idx="5748">
                  <c:v>44574</c:v>
                </c:pt>
                <c:pt idx="5749">
                  <c:v>44575</c:v>
                </c:pt>
                <c:pt idx="5750">
                  <c:v>44578</c:v>
                </c:pt>
                <c:pt idx="5751">
                  <c:v>44579</c:v>
                </c:pt>
                <c:pt idx="5752">
                  <c:v>44580</c:v>
                </c:pt>
                <c:pt idx="5753">
                  <c:v>44581</c:v>
                </c:pt>
                <c:pt idx="5754">
                  <c:v>44582</c:v>
                </c:pt>
                <c:pt idx="5755">
                  <c:v>44585</c:v>
                </c:pt>
                <c:pt idx="5756">
                  <c:v>44586</c:v>
                </c:pt>
                <c:pt idx="5757">
                  <c:v>44587</c:v>
                </c:pt>
                <c:pt idx="5758">
                  <c:v>44588</c:v>
                </c:pt>
                <c:pt idx="5759">
                  <c:v>44589</c:v>
                </c:pt>
                <c:pt idx="5760">
                  <c:v>44592</c:v>
                </c:pt>
                <c:pt idx="5761">
                  <c:v>44593</c:v>
                </c:pt>
                <c:pt idx="5762">
                  <c:v>44594</c:v>
                </c:pt>
                <c:pt idx="5763">
                  <c:v>44595</c:v>
                </c:pt>
                <c:pt idx="5764">
                  <c:v>44596</c:v>
                </c:pt>
                <c:pt idx="5765">
                  <c:v>44599</c:v>
                </c:pt>
                <c:pt idx="5766">
                  <c:v>44600</c:v>
                </c:pt>
                <c:pt idx="5767">
                  <c:v>44601</c:v>
                </c:pt>
                <c:pt idx="5768">
                  <c:v>44602</c:v>
                </c:pt>
                <c:pt idx="5769">
                  <c:v>44603</c:v>
                </c:pt>
                <c:pt idx="5770">
                  <c:v>44606</c:v>
                </c:pt>
                <c:pt idx="5771">
                  <c:v>44607</c:v>
                </c:pt>
                <c:pt idx="5772">
                  <c:v>44608</c:v>
                </c:pt>
                <c:pt idx="5773">
                  <c:v>44609</c:v>
                </c:pt>
                <c:pt idx="5774">
                  <c:v>44610</c:v>
                </c:pt>
                <c:pt idx="5775">
                  <c:v>44613</c:v>
                </c:pt>
                <c:pt idx="5776">
                  <c:v>44614</c:v>
                </c:pt>
                <c:pt idx="5777">
                  <c:v>44615</c:v>
                </c:pt>
                <c:pt idx="5778">
                  <c:v>44616</c:v>
                </c:pt>
                <c:pt idx="5779">
                  <c:v>44617</c:v>
                </c:pt>
                <c:pt idx="5780">
                  <c:v>44620</c:v>
                </c:pt>
                <c:pt idx="5781">
                  <c:v>44621</c:v>
                </c:pt>
                <c:pt idx="5782">
                  <c:v>44622</c:v>
                </c:pt>
                <c:pt idx="5783">
                  <c:v>44623</c:v>
                </c:pt>
                <c:pt idx="5784">
                  <c:v>44624</c:v>
                </c:pt>
                <c:pt idx="5785">
                  <c:v>44627</c:v>
                </c:pt>
                <c:pt idx="5786">
                  <c:v>44628</c:v>
                </c:pt>
                <c:pt idx="5787">
                  <c:v>44629</c:v>
                </c:pt>
                <c:pt idx="5788">
                  <c:v>44630</c:v>
                </c:pt>
                <c:pt idx="5789">
                  <c:v>44631</c:v>
                </c:pt>
                <c:pt idx="5790">
                  <c:v>44634</c:v>
                </c:pt>
                <c:pt idx="5791">
                  <c:v>44635</c:v>
                </c:pt>
                <c:pt idx="5792">
                  <c:v>44636</c:v>
                </c:pt>
                <c:pt idx="5793">
                  <c:v>44637</c:v>
                </c:pt>
                <c:pt idx="5794">
                  <c:v>44638</c:v>
                </c:pt>
                <c:pt idx="5795">
                  <c:v>44641</c:v>
                </c:pt>
                <c:pt idx="5796">
                  <c:v>44642</c:v>
                </c:pt>
                <c:pt idx="5797">
                  <c:v>44643</c:v>
                </c:pt>
                <c:pt idx="5798">
                  <c:v>44644</c:v>
                </c:pt>
                <c:pt idx="5799">
                  <c:v>44645</c:v>
                </c:pt>
                <c:pt idx="5800">
                  <c:v>44648</c:v>
                </c:pt>
                <c:pt idx="5801">
                  <c:v>44649</c:v>
                </c:pt>
                <c:pt idx="5802">
                  <c:v>44650</c:v>
                </c:pt>
                <c:pt idx="5803">
                  <c:v>44651</c:v>
                </c:pt>
                <c:pt idx="5804">
                  <c:v>44652</c:v>
                </c:pt>
                <c:pt idx="5805">
                  <c:v>44655</c:v>
                </c:pt>
                <c:pt idx="5806">
                  <c:v>44656</c:v>
                </c:pt>
                <c:pt idx="5807">
                  <c:v>44657</c:v>
                </c:pt>
                <c:pt idx="5808">
                  <c:v>44658</c:v>
                </c:pt>
                <c:pt idx="5809">
                  <c:v>44659</c:v>
                </c:pt>
                <c:pt idx="5810">
                  <c:v>44662</c:v>
                </c:pt>
                <c:pt idx="5811">
                  <c:v>44663</c:v>
                </c:pt>
                <c:pt idx="5812">
                  <c:v>44664</c:v>
                </c:pt>
                <c:pt idx="5813">
                  <c:v>44665</c:v>
                </c:pt>
                <c:pt idx="5814">
                  <c:v>44666</c:v>
                </c:pt>
                <c:pt idx="5815">
                  <c:v>44669</c:v>
                </c:pt>
                <c:pt idx="5816">
                  <c:v>44670</c:v>
                </c:pt>
                <c:pt idx="5817">
                  <c:v>44671</c:v>
                </c:pt>
                <c:pt idx="5818">
                  <c:v>44672</c:v>
                </c:pt>
                <c:pt idx="5819">
                  <c:v>44673</c:v>
                </c:pt>
                <c:pt idx="5820">
                  <c:v>44676</c:v>
                </c:pt>
                <c:pt idx="5821">
                  <c:v>44677</c:v>
                </c:pt>
                <c:pt idx="5822">
                  <c:v>44678</c:v>
                </c:pt>
                <c:pt idx="5823">
                  <c:v>44679</c:v>
                </c:pt>
                <c:pt idx="5824">
                  <c:v>44680</c:v>
                </c:pt>
                <c:pt idx="5825">
                  <c:v>44683</c:v>
                </c:pt>
                <c:pt idx="5826">
                  <c:v>44684</c:v>
                </c:pt>
                <c:pt idx="5827">
                  <c:v>44685</c:v>
                </c:pt>
                <c:pt idx="5828">
                  <c:v>44686</c:v>
                </c:pt>
                <c:pt idx="5829">
                  <c:v>44687</c:v>
                </c:pt>
                <c:pt idx="5830">
                  <c:v>44690</c:v>
                </c:pt>
                <c:pt idx="5831">
                  <c:v>44691</c:v>
                </c:pt>
                <c:pt idx="5832">
                  <c:v>44692</c:v>
                </c:pt>
                <c:pt idx="5833">
                  <c:v>44693</c:v>
                </c:pt>
                <c:pt idx="5834">
                  <c:v>44694</c:v>
                </c:pt>
                <c:pt idx="5835">
                  <c:v>44697</c:v>
                </c:pt>
                <c:pt idx="5836">
                  <c:v>44698</c:v>
                </c:pt>
                <c:pt idx="5837">
                  <c:v>44699</c:v>
                </c:pt>
                <c:pt idx="5838">
                  <c:v>44700</c:v>
                </c:pt>
                <c:pt idx="5839">
                  <c:v>44701</c:v>
                </c:pt>
                <c:pt idx="5840">
                  <c:v>44704</c:v>
                </c:pt>
                <c:pt idx="5841">
                  <c:v>44705</c:v>
                </c:pt>
                <c:pt idx="5842">
                  <c:v>44706</c:v>
                </c:pt>
                <c:pt idx="5843">
                  <c:v>44707</c:v>
                </c:pt>
                <c:pt idx="5844">
                  <c:v>44708</c:v>
                </c:pt>
                <c:pt idx="5845">
                  <c:v>44711</c:v>
                </c:pt>
                <c:pt idx="5846">
                  <c:v>44712</c:v>
                </c:pt>
                <c:pt idx="5847">
                  <c:v>44713</c:v>
                </c:pt>
                <c:pt idx="5848">
                  <c:v>44714</c:v>
                </c:pt>
                <c:pt idx="5849">
                  <c:v>44715</c:v>
                </c:pt>
                <c:pt idx="5850">
                  <c:v>44718</c:v>
                </c:pt>
                <c:pt idx="5851">
                  <c:v>44719</c:v>
                </c:pt>
                <c:pt idx="5852">
                  <c:v>44720</c:v>
                </c:pt>
                <c:pt idx="5853">
                  <c:v>44721</c:v>
                </c:pt>
                <c:pt idx="5854">
                  <c:v>44722</c:v>
                </c:pt>
                <c:pt idx="5855">
                  <c:v>44725</c:v>
                </c:pt>
                <c:pt idx="5856">
                  <c:v>44726</c:v>
                </c:pt>
                <c:pt idx="5857">
                  <c:v>44727</c:v>
                </c:pt>
                <c:pt idx="5858">
                  <c:v>44728</c:v>
                </c:pt>
                <c:pt idx="5859">
                  <c:v>44729</c:v>
                </c:pt>
                <c:pt idx="5860">
                  <c:v>44732</c:v>
                </c:pt>
                <c:pt idx="5861">
                  <c:v>44733</c:v>
                </c:pt>
                <c:pt idx="5862">
                  <c:v>44734</c:v>
                </c:pt>
                <c:pt idx="5863">
                  <c:v>44735</c:v>
                </c:pt>
                <c:pt idx="5864">
                  <c:v>44736</c:v>
                </c:pt>
                <c:pt idx="5865">
                  <c:v>44739</c:v>
                </c:pt>
                <c:pt idx="5866">
                  <c:v>44740</c:v>
                </c:pt>
                <c:pt idx="5867">
                  <c:v>44741</c:v>
                </c:pt>
                <c:pt idx="5868">
                  <c:v>44742</c:v>
                </c:pt>
                <c:pt idx="5869">
                  <c:v>44743</c:v>
                </c:pt>
                <c:pt idx="5870">
                  <c:v>44746</c:v>
                </c:pt>
                <c:pt idx="5871">
                  <c:v>44747</c:v>
                </c:pt>
                <c:pt idx="5872">
                  <c:v>44748</c:v>
                </c:pt>
                <c:pt idx="5873">
                  <c:v>44749</c:v>
                </c:pt>
                <c:pt idx="5874">
                  <c:v>44750</c:v>
                </c:pt>
                <c:pt idx="5875">
                  <c:v>44753</c:v>
                </c:pt>
                <c:pt idx="5876">
                  <c:v>44754</c:v>
                </c:pt>
                <c:pt idx="5877">
                  <c:v>44755</c:v>
                </c:pt>
                <c:pt idx="5878">
                  <c:v>44756</c:v>
                </c:pt>
                <c:pt idx="5879">
                  <c:v>44757</c:v>
                </c:pt>
                <c:pt idx="5880">
                  <c:v>44760</c:v>
                </c:pt>
                <c:pt idx="5881">
                  <c:v>44761</c:v>
                </c:pt>
                <c:pt idx="5882">
                  <c:v>44762</c:v>
                </c:pt>
                <c:pt idx="5883">
                  <c:v>44763</c:v>
                </c:pt>
                <c:pt idx="5884">
                  <c:v>44764</c:v>
                </c:pt>
                <c:pt idx="5885">
                  <c:v>44767</c:v>
                </c:pt>
                <c:pt idx="5886">
                  <c:v>44768</c:v>
                </c:pt>
                <c:pt idx="5887">
                  <c:v>44769</c:v>
                </c:pt>
                <c:pt idx="5888">
                  <c:v>44770</c:v>
                </c:pt>
                <c:pt idx="5889">
                  <c:v>44771</c:v>
                </c:pt>
                <c:pt idx="5890">
                  <c:v>44774</c:v>
                </c:pt>
                <c:pt idx="5891">
                  <c:v>44775</c:v>
                </c:pt>
                <c:pt idx="5892">
                  <c:v>44776</c:v>
                </c:pt>
                <c:pt idx="5893">
                  <c:v>44777</c:v>
                </c:pt>
                <c:pt idx="5894">
                  <c:v>44778</c:v>
                </c:pt>
                <c:pt idx="5895">
                  <c:v>44781</c:v>
                </c:pt>
                <c:pt idx="5896">
                  <c:v>44782</c:v>
                </c:pt>
                <c:pt idx="5897">
                  <c:v>44783</c:v>
                </c:pt>
                <c:pt idx="5898">
                  <c:v>44784</c:v>
                </c:pt>
                <c:pt idx="5899">
                  <c:v>44785</c:v>
                </c:pt>
                <c:pt idx="5900">
                  <c:v>44788</c:v>
                </c:pt>
                <c:pt idx="5901">
                  <c:v>44789</c:v>
                </c:pt>
                <c:pt idx="5902">
                  <c:v>44790</c:v>
                </c:pt>
                <c:pt idx="5903">
                  <c:v>44791</c:v>
                </c:pt>
                <c:pt idx="5904">
                  <c:v>44792</c:v>
                </c:pt>
                <c:pt idx="5905">
                  <c:v>44795</c:v>
                </c:pt>
                <c:pt idx="5906">
                  <c:v>44796</c:v>
                </c:pt>
                <c:pt idx="5907">
                  <c:v>44797</c:v>
                </c:pt>
                <c:pt idx="5908">
                  <c:v>44798</c:v>
                </c:pt>
                <c:pt idx="5909">
                  <c:v>44799</c:v>
                </c:pt>
                <c:pt idx="5910">
                  <c:v>44802</c:v>
                </c:pt>
                <c:pt idx="5911">
                  <c:v>44803</c:v>
                </c:pt>
                <c:pt idx="5912">
                  <c:v>44804</c:v>
                </c:pt>
                <c:pt idx="5913">
                  <c:v>44805</c:v>
                </c:pt>
                <c:pt idx="5914">
                  <c:v>44806</c:v>
                </c:pt>
                <c:pt idx="5915">
                  <c:v>44809</c:v>
                </c:pt>
                <c:pt idx="5916">
                  <c:v>44810</c:v>
                </c:pt>
                <c:pt idx="5917">
                  <c:v>44811</c:v>
                </c:pt>
                <c:pt idx="5918">
                  <c:v>44812</c:v>
                </c:pt>
                <c:pt idx="5919">
                  <c:v>44813</c:v>
                </c:pt>
                <c:pt idx="5920">
                  <c:v>44816</c:v>
                </c:pt>
                <c:pt idx="5921">
                  <c:v>44817</c:v>
                </c:pt>
                <c:pt idx="5922">
                  <c:v>44818</c:v>
                </c:pt>
                <c:pt idx="5923">
                  <c:v>44819</c:v>
                </c:pt>
                <c:pt idx="5924">
                  <c:v>44820</c:v>
                </c:pt>
                <c:pt idx="5925">
                  <c:v>44823</c:v>
                </c:pt>
                <c:pt idx="5926">
                  <c:v>44824</c:v>
                </c:pt>
                <c:pt idx="5927">
                  <c:v>44825</c:v>
                </c:pt>
                <c:pt idx="5928">
                  <c:v>44826</c:v>
                </c:pt>
                <c:pt idx="5929">
                  <c:v>44827</c:v>
                </c:pt>
                <c:pt idx="5930">
                  <c:v>44830</c:v>
                </c:pt>
                <c:pt idx="5931">
                  <c:v>44831</c:v>
                </c:pt>
                <c:pt idx="5932">
                  <c:v>44832</c:v>
                </c:pt>
                <c:pt idx="5933">
                  <c:v>44833</c:v>
                </c:pt>
                <c:pt idx="5934">
                  <c:v>44834</c:v>
                </c:pt>
                <c:pt idx="5935">
                  <c:v>44837</c:v>
                </c:pt>
                <c:pt idx="5936">
                  <c:v>44838</c:v>
                </c:pt>
                <c:pt idx="5937">
                  <c:v>44839</c:v>
                </c:pt>
                <c:pt idx="5938">
                  <c:v>44840</c:v>
                </c:pt>
                <c:pt idx="5939">
                  <c:v>44841</c:v>
                </c:pt>
                <c:pt idx="5940">
                  <c:v>44844</c:v>
                </c:pt>
                <c:pt idx="5941">
                  <c:v>44845</c:v>
                </c:pt>
                <c:pt idx="5942">
                  <c:v>44846</c:v>
                </c:pt>
                <c:pt idx="5943">
                  <c:v>44847</c:v>
                </c:pt>
                <c:pt idx="5944">
                  <c:v>44848</c:v>
                </c:pt>
                <c:pt idx="5945">
                  <c:v>44851</c:v>
                </c:pt>
                <c:pt idx="5946">
                  <c:v>44852</c:v>
                </c:pt>
                <c:pt idx="5947">
                  <c:v>44853</c:v>
                </c:pt>
                <c:pt idx="5948">
                  <c:v>44854</c:v>
                </c:pt>
                <c:pt idx="5949">
                  <c:v>44855</c:v>
                </c:pt>
                <c:pt idx="5950">
                  <c:v>44858</c:v>
                </c:pt>
                <c:pt idx="5951">
                  <c:v>44859</c:v>
                </c:pt>
                <c:pt idx="5952">
                  <c:v>44860</c:v>
                </c:pt>
                <c:pt idx="5953">
                  <c:v>44861</c:v>
                </c:pt>
                <c:pt idx="5954">
                  <c:v>44862</c:v>
                </c:pt>
                <c:pt idx="5955">
                  <c:v>44865</c:v>
                </c:pt>
                <c:pt idx="5956">
                  <c:v>44866</c:v>
                </c:pt>
                <c:pt idx="5957">
                  <c:v>44867</c:v>
                </c:pt>
                <c:pt idx="5958">
                  <c:v>44868</c:v>
                </c:pt>
                <c:pt idx="5959">
                  <c:v>44869</c:v>
                </c:pt>
                <c:pt idx="5960">
                  <c:v>44872</c:v>
                </c:pt>
                <c:pt idx="5961">
                  <c:v>44873</c:v>
                </c:pt>
                <c:pt idx="5962">
                  <c:v>44874</c:v>
                </c:pt>
                <c:pt idx="5963">
                  <c:v>44875</c:v>
                </c:pt>
                <c:pt idx="5964">
                  <c:v>44876</c:v>
                </c:pt>
                <c:pt idx="5965">
                  <c:v>44879</c:v>
                </c:pt>
                <c:pt idx="5966">
                  <c:v>44880</c:v>
                </c:pt>
                <c:pt idx="5967">
                  <c:v>44881</c:v>
                </c:pt>
                <c:pt idx="5968">
                  <c:v>44882</c:v>
                </c:pt>
                <c:pt idx="5969">
                  <c:v>44883</c:v>
                </c:pt>
                <c:pt idx="5970">
                  <c:v>44886</c:v>
                </c:pt>
                <c:pt idx="5971">
                  <c:v>44887</c:v>
                </c:pt>
                <c:pt idx="5972">
                  <c:v>44888</c:v>
                </c:pt>
                <c:pt idx="5973">
                  <c:v>44889</c:v>
                </c:pt>
                <c:pt idx="5974">
                  <c:v>44890</c:v>
                </c:pt>
                <c:pt idx="5975">
                  <c:v>44893</c:v>
                </c:pt>
                <c:pt idx="5976">
                  <c:v>44894</c:v>
                </c:pt>
                <c:pt idx="5977">
                  <c:v>44895</c:v>
                </c:pt>
                <c:pt idx="5978">
                  <c:v>44896</c:v>
                </c:pt>
                <c:pt idx="5979">
                  <c:v>44897</c:v>
                </c:pt>
                <c:pt idx="5980">
                  <c:v>44900</c:v>
                </c:pt>
                <c:pt idx="5981">
                  <c:v>44901</c:v>
                </c:pt>
                <c:pt idx="5982">
                  <c:v>44902</c:v>
                </c:pt>
                <c:pt idx="5983">
                  <c:v>44903</c:v>
                </c:pt>
                <c:pt idx="5984">
                  <c:v>44904</c:v>
                </c:pt>
                <c:pt idx="5985">
                  <c:v>44907</c:v>
                </c:pt>
                <c:pt idx="5986">
                  <c:v>44908</c:v>
                </c:pt>
                <c:pt idx="5987">
                  <c:v>44909</c:v>
                </c:pt>
                <c:pt idx="5988">
                  <c:v>44910</c:v>
                </c:pt>
                <c:pt idx="5989">
                  <c:v>44911</c:v>
                </c:pt>
                <c:pt idx="5990">
                  <c:v>44914</c:v>
                </c:pt>
                <c:pt idx="5991">
                  <c:v>44915</c:v>
                </c:pt>
                <c:pt idx="5992">
                  <c:v>44916</c:v>
                </c:pt>
                <c:pt idx="5993">
                  <c:v>44917</c:v>
                </c:pt>
                <c:pt idx="5994">
                  <c:v>44918</c:v>
                </c:pt>
                <c:pt idx="5995">
                  <c:v>44921</c:v>
                </c:pt>
                <c:pt idx="5996">
                  <c:v>44922</c:v>
                </c:pt>
                <c:pt idx="5997">
                  <c:v>44923</c:v>
                </c:pt>
                <c:pt idx="5998">
                  <c:v>44924</c:v>
                </c:pt>
                <c:pt idx="5999">
                  <c:v>44925</c:v>
                </c:pt>
                <c:pt idx="6000">
                  <c:v>44928</c:v>
                </c:pt>
                <c:pt idx="6001">
                  <c:v>44929</c:v>
                </c:pt>
                <c:pt idx="6002">
                  <c:v>44930</c:v>
                </c:pt>
                <c:pt idx="6003">
                  <c:v>44931</c:v>
                </c:pt>
                <c:pt idx="6004">
                  <c:v>44932</c:v>
                </c:pt>
                <c:pt idx="6005">
                  <c:v>44935</c:v>
                </c:pt>
                <c:pt idx="6006">
                  <c:v>44936</c:v>
                </c:pt>
                <c:pt idx="6007">
                  <c:v>44937</c:v>
                </c:pt>
                <c:pt idx="6008">
                  <c:v>44938</c:v>
                </c:pt>
                <c:pt idx="6009">
                  <c:v>44939</c:v>
                </c:pt>
                <c:pt idx="6010">
                  <c:v>44942</c:v>
                </c:pt>
                <c:pt idx="6011">
                  <c:v>44943</c:v>
                </c:pt>
                <c:pt idx="6012">
                  <c:v>44944</c:v>
                </c:pt>
                <c:pt idx="6013">
                  <c:v>44945</c:v>
                </c:pt>
                <c:pt idx="6014">
                  <c:v>44946</c:v>
                </c:pt>
                <c:pt idx="6015">
                  <c:v>44949</c:v>
                </c:pt>
                <c:pt idx="6016">
                  <c:v>44950</c:v>
                </c:pt>
                <c:pt idx="6017">
                  <c:v>44951</c:v>
                </c:pt>
                <c:pt idx="6018">
                  <c:v>44952</c:v>
                </c:pt>
                <c:pt idx="6019">
                  <c:v>44953</c:v>
                </c:pt>
                <c:pt idx="6020">
                  <c:v>44956</c:v>
                </c:pt>
                <c:pt idx="6021">
                  <c:v>44957</c:v>
                </c:pt>
                <c:pt idx="6022">
                  <c:v>44958</c:v>
                </c:pt>
                <c:pt idx="6023">
                  <c:v>44959</c:v>
                </c:pt>
                <c:pt idx="6024">
                  <c:v>44960</c:v>
                </c:pt>
                <c:pt idx="6025">
                  <c:v>44963</c:v>
                </c:pt>
                <c:pt idx="6026">
                  <c:v>44964</c:v>
                </c:pt>
                <c:pt idx="6027">
                  <c:v>44965</c:v>
                </c:pt>
                <c:pt idx="6028">
                  <c:v>44966</c:v>
                </c:pt>
                <c:pt idx="6029">
                  <c:v>44967</c:v>
                </c:pt>
                <c:pt idx="6030">
                  <c:v>44970</c:v>
                </c:pt>
                <c:pt idx="6031">
                  <c:v>44971</c:v>
                </c:pt>
                <c:pt idx="6032">
                  <c:v>44972</c:v>
                </c:pt>
                <c:pt idx="6033">
                  <c:v>44973</c:v>
                </c:pt>
                <c:pt idx="6034">
                  <c:v>44974</c:v>
                </c:pt>
                <c:pt idx="6035">
                  <c:v>44977</c:v>
                </c:pt>
                <c:pt idx="6036">
                  <c:v>44978</c:v>
                </c:pt>
                <c:pt idx="6037">
                  <c:v>44979</c:v>
                </c:pt>
                <c:pt idx="6038">
                  <c:v>44980</c:v>
                </c:pt>
                <c:pt idx="6039">
                  <c:v>44981</c:v>
                </c:pt>
                <c:pt idx="6040">
                  <c:v>44984</c:v>
                </c:pt>
                <c:pt idx="6041">
                  <c:v>44985</c:v>
                </c:pt>
                <c:pt idx="6042">
                  <c:v>44986</c:v>
                </c:pt>
                <c:pt idx="6043">
                  <c:v>44987</c:v>
                </c:pt>
                <c:pt idx="6044">
                  <c:v>44988</c:v>
                </c:pt>
                <c:pt idx="6045">
                  <c:v>44991</c:v>
                </c:pt>
                <c:pt idx="6046">
                  <c:v>44992</c:v>
                </c:pt>
                <c:pt idx="6047">
                  <c:v>44993</c:v>
                </c:pt>
                <c:pt idx="6048">
                  <c:v>44994</c:v>
                </c:pt>
                <c:pt idx="6049">
                  <c:v>44995</c:v>
                </c:pt>
                <c:pt idx="6050">
                  <c:v>44998</c:v>
                </c:pt>
                <c:pt idx="6051">
                  <c:v>44999</c:v>
                </c:pt>
                <c:pt idx="6052">
                  <c:v>45000</c:v>
                </c:pt>
                <c:pt idx="6053">
                  <c:v>45001</c:v>
                </c:pt>
                <c:pt idx="6054">
                  <c:v>45002</c:v>
                </c:pt>
                <c:pt idx="6055">
                  <c:v>45005</c:v>
                </c:pt>
                <c:pt idx="6056">
                  <c:v>45006</c:v>
                </c:pt>
                <c:pt idx="6057">
                  <c:v>45007</c:v>
                </c:pt>
                <c:pt idx="6058">
                  <c:v>45008</c:v>
                </c:pt>
                <c:pt idx="6059">
                  <c:v>45009</c:v>
                </c:pt>
                <c:pt idx="6060">
                  <c:v>45012</c:v>
                </c:pt>
                <c:pt idx="6061">
                  <c:v>45013</c:v>
                </c:pt>
                <c:pt idx="6062">
                  <c:v>45014</c:v>
                </c:pt>
                <c:pt idx="6063">
                  <c:v>45015</c:v>
                </c:pt>
                <c:pt idx="6064">
                  <c:v>45016</c:v>
                </c:pt>
                <c:pt idx="6065">
                  <c:v>45019</c:v>
                </c:pt>
                <c:pt idx="6066">
                  <c:v>45020</c:v>
                </c:pt>
                <c:pt idx="6067">
                  <c:v>45021</c:v>
                </c:pt>
                <c:pt idx="6068">
                  <c:v>45022</c:v>
                </c:pt>
                <c:pt idx="6069">
                  <c:v>45023</c:v>
                </c:pt>
                <c:pt idx="6070">
                  <c:v>45026</c:v>
                </c:pt>
                <c:pt idx="6071">
                  <c:v>45027</c:v>
                </c:pt>
                <c:pt idx="6072">
                  <c:v>45028</c:v>
                </c:pt>
                <c:pt idx="6073">
                  <c:v>45029</c:v>
                </c:pt>
                <c:pt idx="6074">
                  <c:v>45030</c:v>
                </c:pt>
                <c:pt idx="6075">
                  <c:v>45033</c:v>
                </c:pt>
                <c:pt idx="6076">
                  <c:v>45034</c:v>
                </c:pt>
                <c:pt idx="6077">
                  <c:v>45035</c:v>
                </c:pt>
                <c:pt idx="6078">
                  <c:v>45036</c:v>
                </c:pt>
                <c:pt idx="6079">
                  <c:v>45037</c:v>
                </c:pt>
                <c:pt idx="6080">
                  <c:v>45040</c:v>
                </c:pt>
                <c:pt idx="6081">
                  <c:v>45041</c:v>
                </c:pt>
                <c:pt idx="6082">
                  <c:v>45042</c:v>
                </c:pt>
                <c:pt idx="6083">
                  <c:v>45043</c:v>
                </c:pt>
                <c:pt idx="6084">
                  <c:v>45044</c:v>
                </c:pt>
                <c:pt idx="6085">
                  <c:v>45047</c:v>
                </c:pt>
                <c:pt idx="6086">
                  <c:v>45048</c:v>
                </c:pt>
                <c:pt idx="6087">
                  <c:v>45049</c:v>
                </c:pt>
                <c:pt idx="6088">
                  <c:v>45050</c:v>
                </c:pt>
                <c:pt idx="6089">
                  <c:v>45051</c:v>
                </c:pt>
                <c:pt idx="6090">
                  <c:v>45054</c:v>
                </c:pt>
                <c:pt idx="6091">
                  <c:v>45055</c:v>
                </c:pt>
                <c:pt idx="6092">
                  <c:v>45056</c:v>
                </c:pt>
                <c:pt idx="6093">
                  <c:v>45057</c:v>
                </c:pt>
                <c:pt idx="6094">
                  <c:v>45058</c:v>
                </c:pt>
                <c:pt idx="6095">
                  <c:v>45061</c:v>
                </c:pt>
                <c:pt idx="6096">
                  <c:v>45062</c:v>
                </c:pt>
                <c:pt idx="6097">
                  <c:v>45063</c:v>
                </c:pt>
                <c:pt idx="6098">
                  <c:v>45064</c:v>
                </c:pt>
                <c:pt idx="6099">
                  <c:v>45065</c:v>
                </c:pt>
                <c:pt idx="6100">
                  <c:v>45068</c:v>
                </c:pt>
                <c:pt idx="6101">
                  <c:v>45069</c:v>
                </c:pt>
                <c:pt idx="6102">
                  <c:v>45070</c:v>
                </c:pt>
                <c:pt idx="6103">
                  <c:v>45071</c:v>
                </c:pt>
                <c:pt idx="6104">
                  <c:v>45072</c:v>
                </c:pt>
                <c:pt idx="6105">
                  <c:v>45075</c:v>
                </c:pt>
                <c:pt idx="6106">
                  <c:v>45076</c:v>
                </c:pt>
                <c:pt idx="6107">
                  <c:v>45077</c:v>
                </c:pt>
                <c:pt idx="6108">
                  <c:v>45078</c:v>
                </c:pt>
                <c:pt idx="6109">
                  <c:v>45079</c:v>
                </c:pt>
                <c:pt idx="6110">
                  <c:v>45082</c:v>
                </c:pt>
                <c:pt idx="6111">
                  <c:v>45083</c:v>
                </c:pt>
                <c:pt idx="6112">
                  <c:v>45084</c:v>
                </c:pt>
                <c:pt idx="6113">
                  <c:v>45085</c:v>
                </c:pt>
                <c:pt idx="6114">
                  <c:v>45086</c:v>
                </c:pt>
                <c:pt idx="6115">
                  <c:v>45089</c:v>
                </c:pt>
                <c:pt idx="6116">
                  <c:v>45090</c:v>
                </c:pt>
                <c:pt idx="6117">
                  <c:v>45091</c:v>
                </c:pt>
                <c:pt idx="6118">
                  <c:v>45092</c:v>
                </c:pt>
                <c:pt idx="6119">
                  <c:v>45093</c:v>
                </c:pt>
                <c:pt idx="6120">
                  <c:v>45096</c:v>
                </c:pt>
                <c:pt idx="6121">
                  <c:v>45097</c:v>
                </c:pt>
                <c:pt idx="6122">
                  <c:v>45098</c:v>
                </c:pt>
                <c:pt idx="6123">
                  <c:v>45099</c:v>
                </c:pt>
                <c:pt idx="6124">
                  <c:v>45100</c:v>
                </c:pt>
                <c:pt idx="6125">
                  <c:v>45103</c:v>
                </c:pt>
                <c:pt idx="6126">
                  <c:v>45104</c:v>
                </c:pt>
                <c:pt idx="6127">
                  <c:v>45105</c:v>
                </c:pt>
                <c:pt idx="6128">
                  <c:v>45106</c:v>
                </c:pt>
                <c:pt idx="6129">
                  <c:v>45107</c:v>
                </c:pt>
                <c:pt idx="6130">
                  <c:v>45110</c:v>
                </c:pt>
                <c:pt idx="6131">
                  <c:v>45111</c:v>
                </c:pt>
                <c:pt idx="6132">
                  <c:v>45112</c:v>
                </c:pt>
                <c:pt idx="6133">
                  <c:v>45113</c:v>
                </c:pt>
                <c:pt idx="6134">
                  <c:v>45114</c:v>
                </c:pt>
                <c:pt idx="6135">
                  <c:v>45117</c:v>
                </c:pt>
                <c:pt idx="6136">
                  <c:v>45118</c:v>
                </c:pt>
                <c:pt idx="6137">
                  <c:v>45119</c:v>
                </c:pt>
                <c:pt idx="6138">
                  <c:v>45120</c:v>
                </c:pt>
                <c:pt idx="6139">
                  <c:v>45121</c:v>
                </c:pt>
                <c:pt idx="6140">
                  <c:v>45124</c:v>
                </c:pt>
                <c:pt idx="6141">
                  <c:v>45125</c:v>
                </c:pt>
                <c:pt idx="6142">
                  <c:v>45126</c:v>
                </c:pt>
                <c:pt idx="6143">
                  <c:v>45127</c:v>
                </c:pt>
                <c:pt idx="6144">
                  <c:v>45128</c:v>
                </c:pt>
                <c:pt idx="6145">
                  <c:v>45131</c:v>
                </c:pt>
                <c:pt idx="6146">
                  <c:v>45132</c:v>
                </c:pt>
                <c:pt idx="6147">
                  <c:v>45133</c:v>
                </c:pt>
                <c:pt idx="6148">
                  <c:v>45134</c:v>
                </c:pt>
                <c:pt idx="6149">
                  <c:v>45135</c:v>
                </c:pt>
                <c:pt idx="6150">
                  <c:v>45138</c:v>
                </c:pt>
                <c:pt idx="6151">
                  <c:v>45139</c:v>
                </c:pt>
                <c:pt idx="6152">
                  <c:v>45140</c:v>
                </c:pt>
                <c:pt idx="6153">
                  <c:v>45141</c:v>
                </c:pt>
                <c:pt idx="6154">
                  <c:v>45142</c:v>
                </c:pt>
                <c:pt idx="6155">
                  <c:v>45145</c:v>
                </c:pt>
                <c:pt idx="6156">
                  <c:v>45146</c:v>
                </c:pt>
                <c:pt idx="6157">
                  <c:v>45147</c:v>
                </c:pt>
                <c:pt idx="6158">
                  <c:v>45148</c:v>
                </c:pt>
                <c:pt idx="6159">
                  <c:v>45149</c:v>
                </c:pt>
                <c:pt idx="6160">
                  <c:v>45152</c:v>
                </c:pt>
                <c:pt idx="6161">
                  <c:v>45153</c:v>
                </c:pt>
                <c:pt idx="6162">
                  <c:v>45154</c:v>
                </c:pt>
                <c:pt idx="6163">
                  <c:v>45155</c:v>
                </c:pt>
                <c:pt idx="6164">
                  <c:v>45156</c:v>
                </c:pt>
                <c:pt idx="6165">
                  <c:v>45159</c:v>
                </c:pt>
                <c:pt idx="6166">
                  <c:v>45160</c:v>
                </c:pt>
                <c:pt idx="6167">
                  <c:v>45161</c:v>
                </c:pt>
                <c:pt idx="6168">
                  <c:v>45162</c:v>
                </c:pt>
                <c:pt idx="6169">
                  <c:v>45163</c:v>
                </c:pt>
                <c:pt idx="6170">
                  <c:v>45166</c:v>
                </c:pt>
                <c:pt idx="6171">
                  <c:v>45167</c:v>
                </c:pt>
                <c:pt idx="6172">
                  <c:v>45168</c:v>
                </c:pt>
                <c:pt idx="6173">
                  <c:v>45169</c:v>
                </c:pt>
                <c:pt idx="6174">
                  <c:v>45170</c:v>
                </c:pt>
                <c:pt idx="6175">
                  <c:v>45173</c:v>
                </c:pt>
                <c:pt idx="6176">
                  <c:v>45174</c:v>
                </c:pt>
                <c:pt idx="6177">
                  <c:v>45175</c:v>
                </c:pt>
                <c:pt idx="6178">
                  <c:v>45176</c:v>
                </c:pt>
                <c:pt idx="6179">
                  <c:v>45177</c:v>
                </c:pt>
                <c:pt idx="6180">
                  <c:v>45180</c:v>
                </c:pt>
                <c:pt idx="6181">
                  <c:v>45181</c:v>
                </c:pt>
                <c:pt idx="6182">
                  <c:v>45182</c:v>
                </c:pt>
                <c:pt idx="6183">
                  <c:v>45183</c:v>
                </c:pt>
                <c:pt idx="6184">
                  <c:v>45184</c:v>
                </c:pt>
                <c:pt idx="6185">
                  <c:v>45187</c:v>
                </c:pt>
                <c:pt idx="6186">
                  <c:v>45188</c:v>
                </c:pt>
                <c:pt idx="6187">
                  <c:v>45189</c:v>
                </c:pt>
                <c:pt idx="6188">
                  <c:v>45190</c:v>
                </c:pt>
                <c:pt idx="6189">
                  <c:v>45191</c:v>
                </c:pt>
                <c:pt idx="6190">
                  <c:v>45194</c:v>
                </c:pt>
                <c:pt idx="6191">
                  <c:v>45195</c:v>
                </c:pt>
                <c:pt idx="6192">
                  <c:v>45196</c:v>
                </c:pt>
                <c:pt idx="6193">
                  <c:v>45197</c:v>
                </c:pt>
                <c:pt idx="6194">
                  <c:v>45198</c:v>
                </c:pt>
                <c:pt idx="6195">
                  <c:v>45201</c:v>
                </c:pt>
                <c:pt idx="6196">
                  <c:v>45202</c:v>
                </c:pt>
                <c:pt idx="6197">
                  <c:v>45203</c:v>
                </c:pt>
                <c:pt idx="6198">
                  <c:v>45204</c:v>
                </c:pt>
                <c:pt idx="6199">
                  <c:v>45205</c:v>
                </c:pt>
                <c:pt idx="6200">
                  <c:v>45208</c:v>
                </c:pt>
                <c:pt idx="6201">
                  <c:v>45209</c:v>
                </c:pt>
                <c:pt idx="6202">
                  <c:v>45210</c:v>
                </c:pt>
                <c:pt idx="6203">
                  <c:v>45211</c:v>
                </c:pt>
                <c:pt idx="6204">
                  <c:v>45212</c:v>
                </c:pt>
                <c:pt idx="6205">
                  <c:v>45215</c:v>
                </c:pt>
                <c:pt idx="6206">
                  <c:v>45216</c:v>
                </c:pt>
                <c:pt idx="6207">
                  <c:v>45217</c:v>
                </c:pt>
                <c:pt idx="6208">
                  <c:v>45218</c:v>
                </c:pt>
                <c:pt idx="6209">
                  <c:v>45219</c:v>
                </c:pt>
                <c:pt idx="6210">
                  <c:v>45222</c:v>
                </c:pt>
                <c:pt idx="6211">
                  <c:v>45223</c:v>
                </c:pt>
                <c:pt idx="6212">
                  <c:v>45224</c:v>
                </c:pt>
                <c:pt idx="6213">
                  <c:v>45225</c:v>
                </c:pt>
                <c:pt idx="6214">
                  <c:v>45226</c:v>
                </c:pt>
                <c:pt idx="6215">
                  <c:v>45229</c:v>
                </c:pt>
                <c:pt idx="6216">
                  <c:v>45230</c:v>
                </c:pt>
                <c:pt idx="6217">
                  <c:v>45231</c:v>
                </c:pt>
                <c:pt idx="6218">
                  <c:v>45232</c:v>
                </c:pt>
                <c:pt idx="6219">
                  <c:v>45233</c:v>
                </c:pt>
                <c:pt idx="6220">
                  <c:v>45236</c:v>
                </c:pt>
                <c:pt idx="6221">
                  <c:v>45237</c:v>
                </c:pt>
                <c:pt idx="6222">
                  <c:v>45238</c:v>
                </c:pt>
                <c:pt idx="6223">
                  <c:v>45239</c:v>
                </c:pt>
                <c:pt idx="6224">
                  <c:v>45240</c:v>
                </c:pt>
                <c:pt idx="6225">
                  <c:v>45243</c:v>
                </c:pt>
                <c:pt idx="6226">
                  <c:v>45244</c:v>
                </c:pt>
                <c:pt idx="6227">
                  <c:v>45245</c:v>
                </c:pt>
                <c:pt idx="6228">
                  <c:v>45246</c:v>
                </c:pt>
                <c:pt idx="6229">
                  <c:v>45247</c:v>
                </c:pt>
                <c:pt idx="6230">
                  <c:v>45250</c:v>
                </c:pt>
                <c:pt idx="6231">
                  <c:v>45251</c:v>
                </c:pt>
                <c:pt idx="6232">
                  <c:v>45252</c:v>
                </c:pt>
                <c:pt idx="6233">
                  <c:v>45253</c:v>
                </c:pt>
                <c:pt idx="6234">
                  <c:v>45254</c:v>
                </c:pt>
                <c:pt idx="6235">
                  <c:v>45257</c:v>
                </c:pt>
                <c:pt idx="6236">
                  <c:v>45258</c:v>
                </c:pt>
                <c:pt idx="6237">
                  <c:v>45259</c:v>
                </c:pt>
                <c:pt idx="6238">
                  <c:v>45260</c:v>
                </c:pt>
                <c:pt idx="6239">
                  <c:v>45261</c:v>
                </c:pt>
                <c:pt idx="6240">
                  <c:v>45264</c:v>
                </c:pt>
                <c:pt idx="6241">
                  <c:v>45265</c:v>
                </c:pt>
                <c:pt idx="6242">
                  <c:v>45266</c:v>
                </c:pt>
                <c:pt idx="6243">
                  <c:v>45267</c:v>
                </c:pt>
                <c:pt idx="6244">
                  <c:v>45268</c:v>
                </c:pt>
                <c:pt idx="6245">
                  <c:v>45271</c:v>
                </c:pt>
                <c:pt idx="6246">
                  <c:v>45272</c:v>
                </c:pt>
                <c:pt idx="6247">
                  <c:v>45273</c:v>
                </c:pt>
                <c:pt idx="6248">
                  <c:v>45274</c:v>
                </c:pt>
                <c:pt idx="6249">
                  <c:v>45275</c:v>
                </c:pt>
                <c:pt idx="6250">
                  <c:v>45278</c:v>
                </c:pt>
                <c:pt idx="6251">
                  <c:v>45279</c:v>
                </c:pt>
                <c:pt idx="6252">
                  <c:v>45280</c:v>
                </c:pt>
                <c:pt idx="6253">
                  <c:v>45281</c:v>
                </c:pt>
                <c:pt idx="6254">
                  <c:v>45282</c:v>
                </c:pt>
                <c:pt idx="6255">
                  <c:v>45285</c:v>
                </c:pt>
                <c:pt idx="6256">
                  <c:v>45286</c:v>
                </c:pt>
                <c:pt idx="6257">
                  <c:v>45287</c:v>
                </c:pt>
                <c:pt idx="6258">
                  <c:v>45288</c:v>
                </c:pt>
                <c:pt idx="6259">
                  <c:v>45289</c:v>
                </c:pt>
                <c:pt idx="6260">
                  <c:v>45292</c:v>
                </c:pt>
                <c:pt idx="6261">
                  <c:v>45293</c:v>
                </c:pt>
                <c:pt idx="6262">
                  <c:v>45294</c:v>
                </c:pt>
                <c:pt idx="6263">
                  <c:v>45295</c:v>
                </c:pt>
                <c:pt idx="6264">
                  <c:v>45296</c:v>
                </c:pt>
                <c:pt idx="6265">
                  <c:v>45299</c:v>
                </c:pt>
                <c:pt idx="6266">
                  <c:v>45300</c:v>
                </c:pt>
                <c:pt idx="6267">
                  <c:v>45301</c:v>
                </c:pt>
                <c:pt idx="6268">
                  <c:v>45302</c:v>
                </c:pt>
                <c:pt idx="6269">
                  <c:v>45303</c:v>
                </c:pt>
                <c:pt idx="6270">
                  <c:v>45306</c:v>
                </c:pt>
                <c:pt idx="6271">
                  <c:v>45307</c:v>
                </c:pt>
                <c:pt idx="6272">
                  <c:v>45308</c:v>
                </c:pt>
                <c:pt idx="6273">
                  <c:v>45309</c:v>
                </c:pt>
                <c:pt idx="6274">
                  <c:v>45310</c:v>
                </c:pt>
                <c:pt idx="6275">
                  <c:v>45313</c:v>
                </c:pt>
                <c:pt idx="6276">
                  <c:v>45314</c:v>
                </c:pt>
                <c:pt idx="6277">
                  <c:v>45315</c:v>
                </c:pt>
                <c:pt idx="6278">
                  <c:v>45316</c:v>
                </c:pt>
                <c:pt idx="6279">
                  <c:v>45317</c:v>
                </c:pt>
                <c:pt idx="6280">
                  <c:v>45320</c:v>
                </c:pt>
                <c:pt idx="6281">
                  <c:v>45321</c:v>
                </c:pt>
                <c:pt idx="6282">
                  <c:v>45322</c:v>
                </c:pt>
                <c:pt idx="6283">
                  <c:v>45323</c:v>
                </c:pt>
                <c:pt idx="6284">
                  <c:v>45324</c:v>
                </c:pt>
                <c:pt idx="6285">
                  <c:v>45327</c:v>
                </c:pt>
                <c:pt idx="6286">
                  <c:v>45328</c:v>
                </c:pt>
                <c:pt idx="6287">
                  <c:v>45329</c:v>
                </c:pt>
                <c:pt idx="6288">
                  <c:v>45330</c:v>
                </c:pt>
                <c:pt idx="6289">
                  <c:v>45331</c:v>
                </c:pt>
                <c:pt idx="6290">
                  <c:v>45334</c:v>
                </c:pt>
                <c:pt idx="6291">
                  <c:v>45335</c:v>
                </c:pt>
                <c:pt idx="6292">
                  <c:v>45336</c:v>
                </c:pt>
                <c:pt idx="6293">
                  <c:v>45337</c:v>
                </c:pt>
                <c:pt idx="6294">
                  <c:v>45338</c:v>
                </c:pt>
                <c:pt idx="6295">
                  <c:v>45341</c:v>
                </c:pt>
                <c:pt idx="6296">
                  <c:v>45342</c:v>
                </c:pt>
                <c:pt idx="6297">
                  <c:v>45343</c:v>
                </c:pt>
                <c:pt idx="6298">
                  <c:v>45344</c:v>
                </c:pt>
                <c:pt idx="6299">
                  <c:v>45345</c:v>
                </c:pt>
                <c:pt idx="6300">
                  <c:v>45348</c:v>
                </c:pt>
                <c:pt idx="6301">
                  <c:v>45349</c:v>
                </c:pt>
                <c:pt idx="6302">
                  <c:v>45350</c:v>
                </c:pt>
                <c:pt idx="6303">
                  <c:v>45351</c:v>
                </c:pt>
                <c:pt idx="6304">
                  <c:v>45352</c:v>
                </c:pt>
                <c:pt idx="6305">
                  <c:v>45355</c:v>
                </c:pt>
                <c:pt idx="6306">
                  <c:v>45356</c:v>
                </c:pt>
                <c:pt idx="6307">
                  <c:v>45357</c:v>
                </c:pt>
                <c:pt idx="6308">
                  <c:v>45358</c:v>
                </c:pt>
                <c:pt idx="6309">
                  <c:v>45359</c:v>
                </c:pt>
                <c:pt idx="6310">
                  <c:v>45362</c:v>
                </c:pt>
                <c:pt idx="6311">
                  <c:v>45363</c:v>
                </c:pt>
                <c:pt idx="6312">
                  <c:v>45364</c:v>
                </c:pt>
                <c:pt idx="6313">
                  <c:v>45365</c:v>
                </c:pt>
                <c:pt idx="6314">
                  <c:v>45366</c:v>
                </c:pt>
                <c:pt idx="6315">
                  <c:v>45369</c:v>
                </c:pt>
                <c:pt idx="6316">
                  <c:v>45370</c:v>
                </c:pt>
                <c:pt idx="6317">
                  <c:v>45371</c:v>
                </c:pt>
                <c:pt idx="6318">
                  <c:v>45372</c:v>
                </c:pt>
                <c:pt idx="6319">
                  <c:v>45373</c:v>
                </c:pt>
                <c:pt idx="6320">
                  <c:v>45376</c:v>
                </c:pt>
                <c:pt idx="6321">
                  <c:v>45377</c:v>
                </c:pt>
                <c:pt idx="6322">
                  <c:v>45378</c:v>
                </c:pt>
                <c:pt idx="6323">
                  <c:v>45379</c:v>
                </c:pt>
                <c:pt idx="6324">
                  <c:v>45380</c:v>
                </c:pt>
                <c:pt idx="6325">
                  <c:v>45383</c:v>
                </c:pt>
                <c:pt idx="6326">
                  <c:v>45384</c:v>
                </c:pt>
                <c:pt idx="6327">
                  <c:v>45385</c:v>
                </c:pt>
                <c:pt idx="6328">
                  <c:v>45386</c:v>
                </c:pt>
                <c:pt idx="6329">
                  <c:v>45387</c:v>
                </c:pt>
                <c:pt idx="6330">
                  <c:v>45390</c:v>
                </c:pt>
                <c:pt idx="6331">
                  <c:v>45391</c:v>
                </c:pt>
                <c:pt idx="6332">
                  <c:v>45392</c:v>
                </c:pt>
                <c:pt idx="6333">
                  <c:v>45393</c:v>
                </c:pt>
                <c:pt idx="6334">
                  <c:v>45394</c:v>
                </c:pt>
                <c:pt idx="6335">
                  <c:v>45397</c:v>
                </c:pt>
                <c:pt idx="6336">
                  <c:v>45398</c:v>
                </c:pt>
                <c:pt idx="6337">
                  <c:v>45399</c:v>
                </c:pt>
                <c:pt idx="6338">
                  <c:v>45400</c:v>
                </c:pt>
                <c:pt idx="6339">
                  <c:v>45401</c:v>
                </c:pt>
                <c:pt idx="6340">
                  <c:v>45404</c:v>
                </c:pt>
                <c:pt idx="6341">
                  <c:v>45405</c:v>
                </c:pt>
                <c:pt idx="6342">
                  <c:v>45406</c:v>
                </c:pt>
                <c:pt idx="6343">
                  <c:v>45407</c:v>
                </c:pt>
                <c:pt idx="6344">
                  <c:v>45408</c:v>
                </c:pt>
                <c:pt idx="6345">
                  <c:v>45411</c:v>
                </c:pt>
                <c:pt idx="6346">
                  <c:v>45412</c:v>
                </c:pt>
                <c:pt idx="6347">
                  <c:v>45413</c:v>
                </c:pt>
                <c:pt idx="6348">
                  <c:v>45414</c:v>
                </c:pt>
                <c:pt idx="6349">
                  <c:v>45415</c:v>
                </c:pt>
                <c:pt idx="6350">
                  <c:v>45418</c:v>
                </c:pt>
                <c:pt idx="6351">
                  <c:v>45419</c:v>
                </c:pt>
                <c:pt idx="6352">
                  <c:v>45420</c:v>
                </c:pt>
                <c:pt idx="6353">
                  <c:v>45421</c:v>
                </c:pt>
                <c:pt idx="6354">
                  <c:v>45422</c:v>
                </c:pt>
                <c:pt idx="6355">
                  <c:v>45425</c:v>
                </c:pt>
                <c:pt idx="6356">
                  <c:v>45426</c:v>
                </c:pt>
                <c:pt idx="6357">
                  <c:v>45427</c:v>
                </c:pt>
                <c:pt idx="6358">
                  <c:v>45428</c:v>
                </c:pt>
                <c:pt idx="6359">
                  <c:v>45429</c:v>
                </c:pt>
                <c:pt idx="6360">
                  <c:v>45432</c:v>
                </c:pt>
                <c:pt idx="6361">
                  <c:v>45433</c:v>
                </c:pt>
                <c:pt idx="6362">
                  <c:v>45434</c:v>
                </c:pt>
                <c:pt idx="6363">
                  <c:v>45435</c:v>
                </c:pt>
                <c:pt idx="6364">
                  <c:v>45436</c:v>
                </c:pt>
                <c:pt idx="6365">
                  <c:v>45439</c:v>
                </c:pt>
                <c:pt idx="6366">
                  <c:v>45440</c:v>
                </c:pt>
                <c:pt idx="6367">
                  <c:v>45441</c:v>
                </c:pt>
                <c:pt idx="6368">
                  <c:v>45442</c:v>
                </c:pt>
                <c:pt idx="6369">
                  <c:v>45443</c:v>
                </c:pt>
                <c:pt idx="6370">
                  <c:v>45446</c:v>
                </c:pt>
                <c:pt idx="6371">
                  <c:v>45447</c:v>
                </c:pt>
                <c:pt idx="6372">
                  <c:v>45448</c:v>
                </c:pt>
                <c:pt idx="6373">
                  <c:v>45449</c:v>
                </c:pt>
                <c:pt idx="6374">
                  <c:v>45450</c:v>
                </c:pt>
                <c:pt idx="6375">
                  <c:v>45453</c:v>
                </c:pt>
                <c:pt idx="6376">
                  <c:v>45454</c:v>
                </c:pt>
                <c:pt idx="6377">
                  <c:v>45455</c:v>
                </c:pt>
                <c:pt idx="6378">
                  <c:v>45456</c:v>
                </c:pt>
                <c:pt idx="6379">
                  <c:v>45457</c:v>
                </c:pt>
                <c:pt idx="6380">
                  <c:v>45460</c:v>
                </c:pt>
                <c:pt idx="6381">
                  <c:v>45461</c:v>
                </c:pt>
                <c:pt idx="6382">
                  <c:v>45462</c:v>
                </c:pt>
                <c:pt idx="6383">
                  <c:v>45463</c:v>
                </c:pt>
                <c:pt idx="6384">
                  <c:v>45464</c:v>
                </c:pt>
                <c:pt idx="6385">
                  <c:v>45467</c:v>
                </c:pt>
                <c:pt idx="6386">
                  <c:v>45468</c:v>
                </c:pt>
                <c:pt idx="6387">
                  <c:v>45469</c:v>
                </c:pt>
                <c:pt idx="6388">
                  <c:v>45470</c:v>
                </c:pt>
                <c:pt idx="6389">
                  <c:v>45471</c:v>
                </c:pt>
                <c:pt idx="6390">
                  <c:v>45474</c:v>
                </c:pt>
                <c:pt idx="6391">
                  <c:v>45475</c:v>
                </c:pt>
                <c:pt idx="6392">
                  <c:v>45476</c:v>
                </c:pt>
                <c:pt idx="6393">
                  <c:v>45477</c:v>
                </c:pt>
                <c:pt idx="6394">
                  <c:v>45478</c:v>
                </c:pt>
                <c:pt idx="6395">
                  <c:v>45481</c:v>
                </c:pt>
                <c:pt idx="6396">
                  <c:v>45482</c:v>
                </c:pt>
                <c:pt idx="6397">
                  <c:v>45483</c:v>
                </c:pt>
                <c:pt idx="6398">
                  <c:v>45484</c:v>
                </c:pt>
                <c:pt idx="6399">
                  <c:v>45485</c:v>
                </c:pt>
                <c:pt idx="6400">
                  <c:v>45488</c:v>
                </c:pt>
                <c:pt idx="6401">
                  <c:v>45489</c:v>
                </c:pt>
                <c:pt idx="6402">
                  <c:v>45490</c:v>
                </c:pt>
                <c:pt idx="6403">
                  <c:v>45491</c:v>
                </c:pt>
                <c:pt idx="6404">
                  <c:v>45492</c:v>
                </c:pt>
                <c:pt idx="6405">
                  <c:v>45495</c:v>
                </c:pt>
                <c:pt idx="6406">
                  <c:v>45496</c:v>
                </c:pt>
                <c:pt idx="6407">
                  <c:v>45497</c:v>
                </c:pt>
                <c:pt idx="6408">
                  <c:v>45498</c:v>
                </c:pt>
                <c:pt idx="6409">
                  <c:v>45499</c:v>
                </c:pt>
                <c:pt idx="6410">
                  <c:v>45502</c:v>
                </c:pt>
                <c:pt idx="6411">
                  <c:v>45503</c:v>
                </c:pt>
                <c:pt idx="6412">
                  <c:v>45504</c:v>
                </c:pt>
                <c:pt idx="6413">
                  <c:v>45505</c:v>
                </c:pt>
                <c:pt idx="6414">
                  <c:v>45506</c:v>
                </c:pt>
                <c:pt idx="6415">
                  <c:v>45509</c:v>
                </c:pt>
                <c:pt idx="6416">
                  <c:v>45510</c:v>
                </c:pt>
                <c:pt idx="6417">
                  <c:v>45511</c:v>
                </c:pt>
                <c:pt idx="6418">
                  <c:v>45512</c:v>
                </c:pt>
                <c:pt idx="6419">
                  <c:v>45513</c:v>
                </c:pt>
                <c:pt idx="6420">
                  <c:v>45516</c:v>
                </c:pt>
                <c:pt idx="6421">
                  <c:v>45517</c:v>
                </c:pt>
                <c:pt idx="6422">
                  <c:v>45518</c:v>
                </c:pt>
                <c:pt idx="6423">
                  <c:v>45519</c:v>
                </c:pt>
                <c:pt idx="6424">
                  <c:v>45520</c:v>
                </c:pt>
                <c:pt idx="6425">
                  <c:v>45523</c:v>
                </c:pt>
                <c:pt idx="6426">
                  <c:v>45524</c:v>
                </c:pt>
                <c:pt idx="6427">
                  <c:v>45525</c:v>
                </c:pt>
                <c:pt idx="6428">
                  <c:v>45526</c:v>
                </c:pt>
                <c:pt idx="6429">
                  <c:v>45527</c:v>
                </c:pt>
                <c:pt idx="6430">
                  <c:v>45530</c:v>
                </c:pt>
                <c:pt idx="6431">
                  <c:v>45531</c:v>
                </c:pt>
                <c:pt idx="6432">
                  <c:v>45532</c:v>
                </c:pt>
                <c:pt idx="6433">
                  <c:v>45533</c:v>
                </c:pt>
                <c:pt idx="6434">
                  <c:v>45534</c:v>
                </c:pt>
                <c:pt idx="6435">
                  <c:v>45537</c:v>
                </c:pt>
                <c:pt idx="6436">
                  <c:v>45538</c:v>
                </c:pt>
                <c:pt idx="6437">
                  <c:v>45539</c:v>
                </c:pt>
                <c:pt idx="6438">
                  <c:v>45540</c:v>
                </c:pt>
                <c:pt idx="6439">
                  <c:v>45541</c:v>
                </c:pt>
                <c:pt idx="6440">
                  <c:v>45544</c:v>
                </c:pt>
                <c:pt idx="6441">
                  <c:v>45545</c:v>
                </c:pt>
                <c:pt idx="6442">
                  <c:v>45546</c:v>
                </c:pt>
                <c:pt idx="6443">
                  <c:v>45547</c:v>
                </c:pt>
                <c:pt idx="6444">
                  <c:v>45548</c:v>
                </c:pt>
                <c:pt idx="6445">
                  <c:v>45551</c:v>
                </c:pt>
                <c:pt idx="6446">
                  <c:v>45552</c:v>
                </c:pt>
                <c:pt idx="6447">
                  <c:v>45553</c:v>
                </c:pt>
                <c:pt idx="6448">
                  <c:v>45554</c:v>
                </c:pt>
                <c:pt idx="6449">
                  <c:v>45555</c:v>
                </c:pt>
                <c:pt idx="6450">
                  <c:v>45558</c:v>
                </c:pt>
                <c:pt idx="6451">
                  <c:v>45559</c:v>
                </c:pt>
                <c:pt idx="6452">
                  <c:v>45560</c:v>
                </c:pt>
                <c:pt idx="6453">
                  <c:v>45561</c:v>
                </c:pt>
                <c:pt idx="6454">
                  <c:v>45562</c:v>
                </c:pt>
                <c:pt idx="6455">
                  <c:v>45565</c:v>
                </c:pt>
                <c:pt idx="6456">
                  <c:v>45566</c:v>
                </c:pt>
                <c:pt idx="6457">
                  <c:v>45567</c:v>
                </c:pt>
                <c:pt idx="6458">
                  <c:v>45568</c:v>
                </c:pt>
                <c:pt idx="6459">
                  <c:v>45569</c:v>
                </c:pt>
                <c:pt idx="6460">
                  <c:v>45572</c:v>
                </c:pt>
                <c:pt idx="6461">
                  <c:v>45573</c:v>
                </c:pt>
                <c:pt idx="6462">
                  <c:v>45574</c:v>
                </c:pt>
                <c:pt idx="6463">
                  <c:v>45575</c:v>
                </c:pt>
                <c:pt idx="6464">
                  <c:v>45576</c:v>
                </c:pt>
                <c:pt idx="6465">
                  <c:v>45579</c:v>
                </c:pt>
                <c:pt idx="6466">
                  <c:v>45580</c:v>
                </c:pt>
                <c:pt idx="6467">
                  <c:v>45581</c:v>
                </c:pt>
                <c:pt idx="6468">
                  <c:v>45582</c:v>
                </c:pt>
                <c:pt idx="6469">
                  <c:v>45583</c:v>
                </c:pt>
                <c:pt idx="6470">
                  <c:v>45586</c:v>
                </c:pt>
                <c:pt idx="6471">
                  <c:v>45587</c:v>
                </c:pt>
                <c:pt idx="6472">
                  <c:v>45588</c:v>
                </c:pt>
                <c:pt idx="6473">
                  <c:v>45589</c:v>
                </c:pt>
                <c:pt idx="6474">
                  <c:v>45590</c:v>
                </c:pt>
                <c:pt idx="6475">
                  <c:v>45593</c:v>
                </c:pt>
                <c:pt idx="6476">
                  <c:v>45594</c:v>
                </c:pt>
                <c:pt idx="6477">
                  <c:v>45595</c:v>
                </c:pt>
                <c:pt idx="6478">
                  <c:v>45596</c:v>
                </c:pt>
                <c:pt idx="6479">
                  <c:v>45597</c:v>
                </c:pt>
                <c:pt idx="6480">
                  <c:v>45600</c:v>
                </c:pt>
                <c:pt idx="6481">
                  <c:v>45601</c:v>
                </c:pt>
                <c:pt idx="6482">
                  <c:v>45602</c:v>
                </c:pt>
                <c:pt idx="6483">
                  <c:v>45603</c:v>
                </c:pt>
                <c:pt idx="6484">
                  <c:v>45604</c:v>
                </c:pt>
                <c:pt idx="6485">
                  <c:v>45607</c:v>
                </c:pt>
                <c:pt idx="6486">
                  <c:v>45608</c:v>
                </c:pt>
                <c:pt idx="6487">
                  <c:v>45609</c:v>
                </c:pt>
                <c:pt idx="6488">
                  <c:v>45610</c:v>
                </c:pt>
                <c:pt idx="6489">
                  <c:v>45611</c:v>
                </c:pt>
                <c:pt idx="6490">
                  <c:v>45614</c:v>
                </c:pt>
                <c:pt idx="6491">
                  <c:v>45615</c:v>
                </c:pt>
                <c:pt idx="6492">
                  <c:v>45616</c:v>
                </c:pt>
                <c:pt idx="6493">
                  <c:v>45617</c:v>
                </c:pt>
                <c:pt idx="6494">
                  <c:v>45618</c:v>
                </c:pt>
                <c:pt idx="6495">
                  <c:v>45621</c:v>
                </c:pt>
                <c:pt idx="6496">
                  <c:v>45622</c:v>
                </c:pt>
                <c:pt idx="6497">
                  <c:v>45623</c:v>
                </c:pt>
                <c:pt idx="6498">
                  <c:v>45624</c:v>
                </c:pt>
                <c:pt idx="6499">
                  <c:v>45625</c:v>
                </c:pt>
                <c:pt idx="6500">
                  <c:v>45628</c:v>
                </c:pt>
                <c:pt idx="6501">
                  <c:v>45629</c:v>
                </c:pt>
                <c:pt idx="6502">
                  <c:v>45630</c:v>
                </c:pt>
                <c:pt idx="6503">
                  <c:v>45631</c:v>
                </c:pt>
                <c:pt idx="6504">
                  <c:v>45632</c:v>
                </c:pt>
                <c:pt idx="6505">
                  <c:v>45635</c:v>
                </c:pt>
                <c:pt idx="6506">
                  <c:v>45636</c:v>
                </c:pt>
                <c:pt idx="6507">
                  <c:v>45637</c:v>
                </c:pt>
                <c:pt idx="6508">
                  <c:v>45638</c:v>
                </c:pt>
                <c:pt idx="6509">
                  <c:v>45639</c:v>
                </c:pt>
                <c:pt idx="6510">
                  <c:v>45642</c:v>
                </c:pt>
                <c:pt idx="6511">
                  <c:v>45643</c:v>
                </c:pt>
                <c:pt idx="6512">
                  <c:v>45644</c:v>
                </c:pt>
                <c:pt idx="6513">
                  <c:v>45645</c:v>
                </c:pt>
                <c:pt idx="6514">
                  <c:v>45646</c:v>
                </c:pt>
                <c:pt idx="6515">
                  <c:v>45649</c:v>
                </c:pt>
                <c:pt idx="6516">
                  <c:v>45650</c:v>
                </c:pt>
                <c:pt idx="6517">
                  <c:v>45651</c:v>
                </c:pt>
                <c:pt idx="6518">
                  <c:v>45652</c:v>
                </c:pt>
                <c:pt idx="6519">
                  <c:v>45653</c:v>
                </c:pt>
                <c:pt idx="6520">
                  <c:v>45656</c:v>
                </c:pt>
                <c:pt idx="6521">
                  <c:v>45657</c:v>
                </c:pt>
                <c:pt idx="6522">
                  <c:v>45658</c:v>
                </c:pt>
                <c:pt idx="6523">
                  <c:v>45659</c:v>
                </c:pt>
                <c:pt idx="6524">
                  <c:v>45660</c:v>
                </c:pt>
                <c:pt idx="6525">
                  <c:v>45663</c:v>
                </c:pt>
                <c:pt idx="6526">
                  <c:v>45664</c:v>
                </c:pt>
                <c:pt idx="6527">
                  <c:v>45665</c:v>
                </c:pt>
                <c:pt idx="6528">
                  <c:v>45666</c:v>
                </c:pt>
                <c:pt idx="6529">
                  <c:v>45667</c:v>
                </c:pt>
                <c:pt idx="6530">
                  <c:v>45670</c:v>
                </c:pt>
                <c:pt idx="6531">
                  <c:v>45671</c:v>
                </c:pt>
                <c:pt idx="6532">
                  <c:v>45672</c:v>
                </c:pt>
                <c:pt idx="6533">
                  <c:v>45673</c:v>
                </c:pt>
                <c:pt idx="6534">
                  <c:v>45674</c:v>
                </c:pt>
                <c:pt idx="6535">
                  <c:v>45677</c:v>
                </c:pt>
                <c:pt idx="6536">
                  <c:v>45678</c:v>
                </c:pt>
                <c:pt idx="6537">
                  <c:v>45679</c:v>
                </c:pt>
                <c:pt idx="6538">
                  <c:v>45680</c:v>
                </c:pt>
                <c:pt idx="6539">
                  <c:v>45681</c:v>
                </c:pt>
                <c:pt idx="6540">
                  <c:v>45684</c:v>
                </c:pt>
                <c:pt idx="6541">
                  <c:v>45685</c:v>
                </c:pt>
                <c:pt idx="6542">
                  <c:v>45686</c:v>
                </c:pt>
                <c:pt idx="6543">
                  <c:v>45687</c:v>
                </c:pt>
                <c:pt idx="6544">
                  <c:v>45688</c:v>
                </c:pt>
                <c:pt idx="6545">
                  <c:v>45691</c:v>
                </c:pt>
                <c:pt idx="6546">
                  <c:v>45692</c:v>
                </c:pt>
                <c:pt idx="6547">
                  <c:v>45693</c:v>
                </c:pt>
                <c:pt idx="6548">
                  <c:v>45694</c:v>
                </c:pt>
                <c:pt idx="6549">
                  <c:v>45695</c:v>
                </c:pt>
                <c:pt idx="6550">
                  <c:v>45698</c:v>
                </c:pt>
                <c:pt idx="6551">
                  <c:v>45699</c:v>
                </c:pt>
                <c:pt idx="6552">
                  <c:v>45700</c:v>
                </c:pt>
                <c:pt idx="6553">
                  <c:v>45701</c:v>
                </c:pt>
                <c:pt idx="6554">
                  <c:v>45702</c:v>
                </c:pt>
                <c:pt idx="6555">
                  <c:v>45705</c:v>
                </c:pt>
                <c:pt idx="6556">
                  <c:v>45706</c:v>
                </c:pt>
                <c:pt idx="6557">
                  <c:v>45707</c:v>
                </c:pt>
                <c:pt idx="6558">
                  <c:v>45708</c:v>
                </c:pt>
                <c:pt idx="6559">
                  <c:v>45709</c:v>
                </c:pt>
                <c:pt idx="6560">
                  <c:v>45712</c:v>
                </c:pt>
                <c:pt idx="6561">
                  <c:v>45713</c:v>
                </c:pt>
                <c:pt idx="6562">
                  <c:v>45714</c:v>
                </c:pt>
                <c:pt idx="6563">
                  <c:v>45715</c:v>
                </c:pt>
                <c:pt idx="6564">
                  <c:v>45716</c:v>
                </c:pt>
                <c:pt idx="6565">
                  <c:v>45719</c:v>
                </c:pt>
                <c:pt idx="6566">
                  <c:v>45720</c:v>
                </c:pt>
                <c:pt idx="6567">
                  <c:v>45721</c:v>
                </c:pt>
                <c:pt idx="6568">
                  <c:v>45722</c:v>
                </c:pt>
                <c:pt idx="6569">
                  <c:v>45723</c:v>
                </c:pt>
                <c:pt idx="6570">
                  <c:v>45726</c:v>
                </c:pt>
                <c:pt idx="6571">
                  <c:v>45727</c:v>
                </c:pt>
                <c:pt idx="6572">
                  <c:v>45728</c:v>
                </c:pt>
                <c:pt idx="6573">
                  <c:v>45729</c:v>
                </c:pt>
                <c:pt idx="6574">
                  <c:v>45730</c:v>
                </c:pt>
                <c:pt idx="6575">
                  <c:v>45733</c:v>
                </c:pt>
                <c:pt idx="6576">
                  <c:v>45734</c:v>
                </c:pt>
                <c:pt idx="6577">
                  <c:v>45735</c:v>
                </c:pt>
                <c:pt idx="6578">
                  <c:v>45736</c:v>
                </c:pt>
                <c:pt idx="6579">
                  <c:v>45737</c:v>
                </c:pt>
                <c:pt idx="6580">
                  <c:v>45740</c:v>
                </c:pt>
                <c:pt idx="6581">
                  <c:v>45741</c:v>
                </c:pt>
                <c:pt idx="6582">
                  <c:v>45742</c:v>
                </c:pt>
                <c:pt idx="6583">
                  <c:v>45743</c:v>
                </c:pt>
                <c:pt idx="6584">
                  <c:v>45744</c:v>
                </c:pt>
                <c:pt idx="6585">
                  <c:v>45747</c:v>
                </c:pt>
                <c:pt idx="6586">
                  <c:v>45748</c:v>
                </c:pt>
                <c:pt idx="6587">
                  <c:v>45749</c:v>
                </c:pt>
                <c:pt idx="6588">
                  <c:v>45750</c:v>
                </c:pt>
                <c:pt idx="6589">
                  <c:v>45751</c:v>
                </c:pt>
                <c:pt idx="6590">
                  <c:v>45754</c:v>
                </c:pt>
                <c:pt idx="6591">
                  <c:v>45755</c:v>
                </c:pt>
                <c:pt idx="6592">
                  <c:v>45756</c:v>
                </c:pt>
                <c:pt idx="6593">
                  <c:v>45757</c:v>
                </c:pt>
                <c:pt idx="6594">
                  <c:v>45758</c:v>
                </c:pt>
                <c:pt idx="6595">
                  <c:v>45761</c:v>
                </c:pt>
                <c:pt idx="6596">
                  <c:v>45762</c:v>
                </c:pt>
                <c:pt idx="6597">
                  <c:v>45763</c:v>
                </c:pt>
                <c:pt idx="6598">
                  <c:v>45764</c:v>
                </c:pt>
                <c:pt idx="6599">
                  <c:v>45765</c:v>
                </c:pt>
                <c:pt idx="6600">
                  <c:v>45768</c:v>
                </c:pt>
                <c:pt idx="6601">
                  <c:v>45769</c:v>
                </c:pt>
                <c:pt idx="6602">
                  <c:v>45770</c:v>
                </c:pt>
                <c:pt idx="6603">
                  <c:v>45771</c:v>
                </c:pt>
                <c:pt idx="6604">
                  <c:v>45772</c:v>
                </c:pt>
                <c:pt idx="6605">
                  <c:v>45775</c:v>
                </c:pt>
                <c:pt idx="6606">
                  <c:v>45776</c:v>
                </c:pt>
                <c:pt idx="6607">
                  <c:v>45777</c:v>
                </c:pt>
                <c:pt idx="6608">
                  <c:v>45778</c:v>
                </c:pt>
                <c:pt idx="6609">
                  <c:v>45779</c:v>
                </c:pt>
                <c:pt idx="6610">
                  <c:v>45782</c:v>
                </c:pt>
                <c:pt idx="6611">
                  <c:v>45783</c:v>
                </c:pt>
                <c:pt idx="6612">
                  <c:v>45784</c:v>
                </c:pt>
                <c:pt idx="6613">
                  <c:v>45785</c:v>
                </c:pt>
                <c:pt idx="6614">
                  <c:v>45786</c:v>
                </c:pt>
                <c:pt idx="6615">
                  <c:v>45789</c:v>
                </c:pt>
                <c:pt idx="6616">
                  <c:v>45790</c:v>
                </c:pt>
                <c:pt idx="6617">
                  <c:v>45791</c:v>
                </c:pt>
                <c:pt idx="6618">
                  <c:v>45792</c:v>
                </c:pt>
                <c:pt idx="6619">
                  <c:v>45793</c:v>
                </c:pt>
                <c:pt idx="6620">
                  <c:v>45796</c:v>
                </c:pt>
                <c:pt idx="6621">
                  <c:v>45797</c:v>
                </c:pt>
                <c:pt idx="6622">
                  <c:v>45798</c:v>
                </c:pt>
                <c:pt idx="6623">
                  <c:v>45799</c:v>
                </c:pt>
                <c:pt idx="6624">
                  <c:v>45800</c:v>
                </c:pt>
                <c:pt idx="6625">
                  <c:v>45803</c:v>
                </c:pt>
                <c:pt idx="6626">
                  <c:v>45804</c:v>
                </c:pt>
                <c:pt idx="6627">
                  <c:v>45805</c:v>
                </c:pt>
                <c:pt idx="6628">
                  <c:v>45806</c:v>
                </c:pt>
                <c:pt idx="6629">
                  <c:v>45807</c:v>
                </c:pt>
                <c:pt idx="6630">
                  <c:v>45810</c:v>
                </c:pt>
                <c:pt idx="6631">
                  <c:v>45811</c:v>
                </c:pt>
                <c:pt idx="6632">
                  <c:v>45812</c:v>
                </c:pt>
                <c:pt idx="6633">
                  <c:v>45813</c:v>
                </c:pt>
                <c:pt idx="6634">
                  <c:v>45814</c:v>
                </c:pt>
                <c:pt idx="6635">
                  <c:v>45817</c:v>
                </c:pt>
                <c:pt idx="6636">
                  <c:v>45818</c:v>
                </c:pt>
                <c:pt idx="6637">
                  <c:v>45819</c:v>
                </c:pt>
                <c:pt idx="6638">
                  <c:v>45820</c:v>
                </c:pt>
                <c:pt idx="6639">
                  <c:v>45821</c:v>
                </c:pt>
                <c:pt idx="6640">
                  <c:v>45824</c:v>
                </c:pt>
                <c:pt idx="6641">
                  <c:v>45825</c:v>
                </c:pt>
                <c:pt idx="6642">
                  <c:v>45826</c:v>
                </c:pt>
                <c:pt idx="6643">
                  <c:v>45827</c:v>
                </c:pt>
                <c:pt idx="6644">
                  <c:v>45828</c:v>
                </c:pt>
                <c:pt idx="6645">
                  <c:v>45831</c:v>
                </c:pt>
                <c:pt idx="6646">
                  <c:v>45832</c:v>
                </c:pt>
                <c:pt idx="6647">
                  <c:v>45833</c:v>
                </c:pt>
                <c:pt idx="6648">
                  <c:v>45834</c:v>
                </c:pt>
                <c:pt idx="6649">
                  <c:v>45835</c:v>
                </c:pt>
                <c:pt idx="6650">
                  <c:v>45838</c:v>
                </c:pt>
                <c:pt idx="6651">
                  <c:v>45839</c:v>
                </c:pt>
                <c:pt idx="6652">
                  <c:v>45840</c:v>
                </c:pt>
                <c:pt idx="6653">
                  <c:v>45841</c:v>
                </c:pt>
                <c:pt idx="6654">
                  <c:v>45842</c:v>
                </c:pt>
                <c:pt idx="6655">
                  <c:v>45845</c:v>
                </c:pt>
                <c:pt idx="6656">
                  <c:v>45846</c:v>
                </c:pt>
                <c:pt idx="6657">
                  <c:v>45847</c:v>
                </c:pt>
                <c:pt idx="6658">
                  <c:v>45848</c:v>
                </c:pt>
                <c:pt idx="6659">
                  <c:v>45849</c:v>
                </c:pt>
                <c:pt idx="6660">
                  <c:v>45852</c:v>
                </c:pt>
                <c:pt idx="6661">
                  <c:v>45853</c:v>
                </c:pt>
                <c:pt idx="6662">
                  <c:v>45854</c:v>
                </c:pt>
                <c:pt idx="6663">
                  <c:v>45855</c:v>
                </c:pt>
                <c:pt idx="6664">
                  <c:v>45856</c:v>
                </c:pt>
                <c:pt idx="6665">
                  <c:v>45859</c:v>
                </c:pt>
                <c:pt idx="6666">
                  <c:v>45860</c:v>
                </c:pt>
                <c:pt idx="6667">
                  <c:v>45861</c:v>
                </c:pt>
                <c:pt idx="6668">
                  <c:v>45862</c:v>
                </c:pt>
                <c:pt idx="6669">
                  <c:v>45863</c:v>
                </c:pt>
                <c:pt idx="6670">
                  <c:v>45866</c:v>
                </c:pt>
                <c:pt idx="6671">
                  <c:v>45867</c:v>
                </c:pt>
                <c:pt idx="6672">
                  <c:v>45868</c:v>
                </c:pt>
                <c:pt idx="6673">
                  <c:v>45869</c:v>
                </c:pt>
                <c:pt idx="6674">
                  <c:v>45870</c:v>
                </c:pt>
                <c:pt idx="6675">
                  <c:v>45873</c:v>
                </c:pt>
                <c:pt idx="6676">
                  <c:v>45874</c:v>
                </c:pt>
                <c:pt idx="6677">
                  <c:v>45875</c:v>
                </c:pt>
                <c:pt idx="6678">
                  <c:v>45876</c:v>
                </c:pt>
                <c:pt idx="6679">
                  <c:v>45877</c:v>
                </c:pt>
                <c:pt idx="6680">
                  <c:v>45880</c:v>
                </c:pt>
                <c:pt idx="6681">
                  <c:v>45881</c:v>
                </c:pt>
                <c:pt idx="6682">
                  <c:v>45882</c:v>
                </c:pt>
                <c:pt idx="6683">
                  <c:v>45883</c:v>
                </c:pt>
                <c:pt idx="6684">
                  <c:v>45884</c:v>
                </c:pt>
                <c:pt idx="6685">
                  <c:v>45887</c:v>
                </c:pt>
                <c:pt idx="6686">
                  <c:v>45888</c:v>
                </c:pt>
                <c:pt idx="6687">
                  <c:v>45889</c:v>
                </c:pt>
                <c:pt idx="6688">
                  <c:v>45890</c:v>
                </c:pt>
                <c:pt idx="6689">
                  <c:v>45891</c:v>
                </c:pt>
                <c:pt idx="6690">
                  <c:v>45894</c:v>
                </c:pt>
                <c:pt idx="6691">
                  <c:v>45895</c:v>
                </c:pt>
                <c:pt idx="6692">
                  <c:v>45896</c:v>
                </c:pt>
                <c:pt idx="6693">
                  <c:v>45897</c:v>
                </c:pt>
                <c:pt idx="6694">
                  <c:v>45898</c:v>
                </c:pt>
                <c:pt idx="6695">
                  <c:v>45901</c:v>
                </c:pt>
                <c:pt idx="6696">
                  <c:v>45902</c:v>
                </c:pt>
                <c:pt idx="6697">
                  <c:v>45903</c:v>
                </c:pt>
                <c:pt idx="6698">
                  <c:v>45904</c:v>
                </c:pt>
                <c:pt idx="6699">
                  <c:v>45905</c:v>
                </c:pt>
                <c:pt idx="6700">
                  <c:v>45908</c:v>
                </c:pt>
                <c:pt idx="6701">
                  <c:v>45909</c:v>
                </c:pt>
                <c:pt idx="6702">
                  <c:v>45910</c:v>
                </c:pt>
                <c:pt idx="6703">
                  <c:v>45911</c:v>
                </c:pt>
                <c:pt idx="6704">
                  <c:v>45912</c:v>
                </c:pt>
                <c:pt idx="6705">
                  <c:v>45915</c:v>
                </c:pt>
                <c:pt idx="6706">
                  <c:v>45916</c:v>
                </c:pt>
                <c:pt idx="6707">
                  <c:v>45917</c:v>
                </c:pt>
                <c:pt idx="6708">
                  <c:v>45918</c:v>
                </c:pt>
                <c:pt idx="6709">
                  <c:v>45919</c:v>
                </c:pt>
                <c:pt idx="6710">
                  <c:v>45922</c:v>
                </c:pt>
                <c:pt idx="6711">
                  <c:v>45923</c:v>
                </c:pt>
                <c:pt idx="6712">
                  <c:v>45924</c:v>
                </c:pt>
                <c:pt idx="6713">
                  <c:v>45925</c:v>
                </c:pt>
                <c:pt idx="6714">
                  <c:v>45926</c:v>
                </c:pt>
                <c:pt idx="6715">
                  <c:v>45929</c:v>
                </c:pt>
                <c:pt idx="6716">
                  <c:v>45930</c:v>
                </c:pt>
                <c:pt idx="6717">
                  <c:v>45931</c:v>
                </c:pt>
                <c:pt idx="6718">
                  <c:v>45932</c:v>
                </c:pt>
                <c:pt idx="6719">
                  <c:v>45933</c:v>
                </c:pt>
                <c:pt idx="6720">
                  <c:v>45936</c:v>
                </c:pt>
                <c:pt idx="6721">
                  <c:v>45937</c:v>
                </c:pt>
                <c:pt idx="6722">
                  <c:v>45938</c:v>
                </c:pt>
                <c:pt idx="6723">
                  <c:v>45939</c:v>
                </c:pt>
                <c:pt idx="6724">
                  <c:v>45940</c:v>
                </c:pt>
                <c:pt idx="6725">
                  <c:v>45943</c:v>
                </c:pt>
                <c:pt idx="6726">
                  <c:v>45944</c:v>
                </c:pt>
                <c:pt idx="6727">
                  <c:v>45945</c:v>
                </c:pt>
                <c:pt idx="6728">
                  <c:v>45946</c:v>
                </c:pt>
                <c:pt idx="6729">
                  <c:v>45947</c:v>
                </c:pt>
                <c:pt idx="6730">
                  <c:v>45950</c:v>
                </c:pt>
                <c:pt idx="6731">
                  <c:v>45951</c:v>
                </c:pt>
                <c:pt idx="6732">
                  <c:v>45952</c:v>
                </c:pt>
                <c:pt idx="6733">
                  <c:v>45953</c:v>
                </c:pt>
                <c:pt idx="6734">
                  <c:v>45954</c:v>
                </c:pt>
                <c:pt idx="6735">
                  <c:v>45957</c:v>
                </c:pt>
                <c:pt idx="6736">
                  <c:v>45958</c:v>
                </c:pt>
                <c:pt idx="6737">
                  <c:v>45959</c:v>
                </c:pt>
                <c:pt idx="6738">
                  <c:v>45960</c:v>
                </c:pt>
                <c:pt idx="6739">
                  <c:v>45961</c:v>
                </c:pt>
                <c:pt idx="6740">
                  <c:v>45964</c:v>
                </c:pt>
                <c:pt idx="6741">
                  <c:v>45965</c:v>
                </c:pt>
                <c:pt idx="6742">
                  <c:v>45966</c:v>
                </c:pt>
                <c:pt idx="6743">
                  <c:v>45967</c:v>
                </c:pt>
                <c:pt idx="6744">
                  <c:v>45968</c:v>
                </c:pt>
                <c:pt idx="6745">
                  <c:v>45971</c:v>
                </c:pt>
                <c:pt idx="6746">
                  <c:v>45972</c:v>
                </c:pt>
                <c:pt idx="6747">
                  <c:v>45973</c:v>
                </c:pt>
                <c:pt idx="6748">
                  <c:v>45974</c:v>
                </c:pt>
                <c:pt idx="6749">
                  <c:v>45975</c:v>
                </c:pt>
                <c:pt idx="6750">
                  <c:v>45978</c:v>
                </c:pt>
                <c:pt idx="6751">
                  <c:v>45979</c:v>
                </c:pt>
                <c:pt idx="6752">
                  <c:v>45980</c:v>
                </c:pt>
                <c:pt idx="6753">
                  <c:v>45981</c:v>
                </c:pt>
                <c:pt idx="6754">
                  <c:v>45982</c:v>
                </c:pt>
                <c:pt idx="6755">
                  <c:v>45985</c:v>
                </c:pt>
                <c:pt idx="6756">
                  <c:v>45986</c:v>
                </c:pt>
                <c:pt idx="6757">
                  <c:v>45987</c:v>
                </c:pt>
                <c:pt idx="6758">
                  <c:v>45988</c:v>
                </c:pt>
                <c:pt idx="6759">
                  <c:v>45989</c:v>
                </c:pt>
                <c:pt idx="6760">
                  <c:v>45992</c:v>
                </c:pt>
                <c:pt idx="6761">
                  <c:v>45993</c:v>
                </c:pt>
                <c:pt idx="6762">
                  <c:v>45994</c:v>
                </c:pt>
                <c:pt idx="6763">
                  <c:v>45995</c:v>
                </c:pt>
                <c:pt idx="6764">
                  <c:v>45996</c:v>
                </c:pt>
                <c:pt idx="6765">
                  <c:v>45999</c:v>
                </c:pt>
                <c:pt idx="6766">
                  <c:v>46000</c:v>
                </c:pt>
                <c:pt idx="6767">
                  <c:v>46001</c:v>
                </c:pt>
                <c:pt idx="6768">
                  <c:v>46002</c:v>
                </c:pt>
                <c:pt idx="6769">
                  <c:v>46003</c:v>
                </c:pt>
                <c:pt idx="6770">
                  <c:v>46006</c:v>
                </c:pt>
                <c:pt idx="6771">
                  <c:v>46007</c:v>
                </c:pt>
                <c:pt idx="6772">
                  <c:v>46008</c:v>
                </c:pt>
                <c:pt idx="6773">
                  <c:v>46009</c:v>
                </c:pt>
                <c:pt idx="6774">
                  <c:v>46010</c:v>
                </c:pt>
                <c:pt idx="6775">
                  <c:v>46013</c:v>
                </c:pt>
                <c:pt idx="6776">
                  <c:v>46014</c:v>
                </c:pt>
                <c:pt idx="6777">
                  <c:v>46015</c:v>
                </c:pt>
                <c:pt idx="6778">
                  <c:v>46016</c:v>
                </c:pt>
                <c:pt idx="6779">
                  <c:v>46017</c:v>
                </c:pt>
                <c:pt idx="6780">
                  <c:v>46020</c:v>
                </c:pt>
                <c:pt idx="6781">
                  <c:v>46021</c:v>
                </c:pt>
                <c:pt idx="6782">
                  <c:v>46022</c:v>
                </c:pt>
                <c:pt idx="6783">
                  <c:v>46023</c:v>
                </c:pt>
                <c:pt idx="6784">
                  <c:v>46024</c:v>
                </c:pt>
                <c:pt idx="6785">
                  <c:v>46027</c:v>
                </c:pt>
                <c:pt idx="6786">
                  <c:v>46028</c:v>
                </c:pt>
                <c:pt idx="6787">
                  <c:v>46029</c:v>
                </c:pt>
                <c:pt idx="6788">
                  <c:v>46030</c:v>
                </c:pt>
                <c:pt idx="6789">
                  <c:v>46031</c:v>
                </c:pt>
                <c:pt idx="6790">
                  <c:v>46034</c:v>
                </c:pt>
                <c:pt idx="6791">
                  <c:v>46035</c:v>
                </c:pt>
                <c:pt idx="6792">
                  <c:v>46036</c:v>
                </c:pt>
                <c:pt idx="6793">
                  <c:v>46037</c:v>
                </c:pt>
                <c:pt idx="6794">
                  <c:v>46038</c:v>
                </c:pt>
                <c:pt idx="6795">
                  <c:v>46041</c:v>
                </c:pt>
                <c:pt idx="6796">
                  <c:v>46042</c:v>
                </c:pt>
                <c:pt idx="6797">
                  <c:v>46043</c:v>
                </c:pt>
                <c:pt idx="6798">
                  <c:v>46044</c:v>
                </c:pt>
                <c:pt idx="6799">
                  <c:v>46045</c:v>
                </c:pt>
                <c:pt idx="6800">
                  <c:v>46048</c:v>
                </c:pt>
                <c:pt idx="6801">
                  <c:v>46049</c:v>
                </c:pt>
                <c:pt idx="6802">
                  <c:v>46050</c:v>
                </c:pt>
                <c:pt idx="6803">
                  <c:v>46051</c:v>
                </c:pt>
                <c:pt idx="6804">
                  <c:v>46052</c:v>
                </c:pt>
                <c:pt idx="6805">
                  <c:v>46055</c:v>
                </c:pt>
                <c:pt idx="6806">
                  <c:v>46056</c:v>
                </c:pt>
                <c:pt idx="6807">
                  <c:v>46057</c:v>
                </c:pt>
                <c:pt idx="6808">
                  <c:v>46058</c:v>
                </c:pt>
                <c:pt idx="6809">
                  <c:v>46059</c:v>
                </c:pt>
                <c:pt idx="6810">
                  <c:v>46062</c:v>
                </c:pt>
                <c:pt idx="6811">
                  <c:v>46063</c:v>
                </c:pt>
                <c:pt idx="6812">
                  <c:v>46064</c:v>
                </c:pt>
                <c:pt idx="6813">
                  <c:v>46065</c:v>
                </c:pt>
                <c:pt idx="6814">
                  <c:v>46066</c:v>
                </c:pt>
                <c:pt idx="6815">
                  <c:v>46069</c:v>
                </c:pt>
                <c:pt idx="6816">
                  <c:v>46070</c:v>
                </c:pt>
                <c:pt idx="6817">
                  <c:v>46071</c:v>
                </c:pt>
                <c:pt idx="6818">
                  <c:v>46072</c:v>
                </c:pt>
                <c:pt idx="6819">
                  <c:v>46073</c:v>
                </c:pt>
                <c:pt idx="6820">
                  <c:v>46076</c:v>
                </c:pt>
                <c:pt idx="6821">
                  <c:v>46077</c:v>
                </c:pt>
                <c:pt idx="6822">
                  <c:v>46078</c:v>
                </c:pt>
                <c:pt idx="6823">
                  <c:v>46079</c:v>
                </c:pt>
                <c:pt idx="6824">
                  <c:v>46080</c:v>
                </c:pt>
                <c:pt idx="6825">
                  <c:v>46083</c:v>
                </c:pt>
                <c:pt idx="6826">
                  <c:v>46084</c:v>
                </c:pt>
                <c:pt idx="6827">
                  <c:v>46085</c:v>
                </c:pt>
                <c:pt idx="6828">
                  <c:v>46086</c:v>
                </c:pt>
                <c:pt idx="6829">
                  <c:v>46087</c:v>
                </c:pt>
                <c:pt idx="6830">
                  <c:v>46090</c:v>
                </c:pt>
                <c:pt idx="6831">
                  <c:v>46091</c:v>
                </c:pt>
                <c:pt idx="6832">
                  <c:v>46092</c:v>
                </c:pt>
                <c:pt idx="6833">
                  <c:v>46093</c:v>
                </c:pt>
                <c:pt idx="6834">
                  <c:v>46094</c:v>
                </c:pt>
                <c:pt idx="6835">
                  <c:v>46097</c:v>
                </c:pt>
                <c:pt idx="6836">
                  <c:v>46098</c:v>
                </c:pt>
                <c:pt idx="6837">
                  <c:v>46099</c:v>
                </c:pt>
                <c:pt idx="6838">
                  <c:v>46100</c:v>
                </c:pt>
                <c:pt idx="6839">
                  <c:v>46101</c:v>
                </c:pt>
                <c:pt idx="6840">
                  <c:v>46104</c:v>
                </c:pt>
                <c:pt idx="6841">
                  <c:v>46105</c:v>
                </c:pt>
                <c:pt idx="6842">
                  <c:v>46106</c:v>
                </c:pt>
                <c:pt idx="6843">
                  <c:v>46107</c:v>
                </c:pt>
                <c:pt idx="6844">
                  <c:v>46108</c:v>
                </c:pt>
                <c:pt idx="6845">
                  <c:v>46111</c:v>
                </c:pt>
                <c:pt idx="6846">
                  <c:v>46112</c:v>
                </c:pt>
                <c:pt idx="6847">
                  <c:v>46113</c:v>
                </c:pt>
                <c:pt idx="6848">
                  <c:v>46114</c:v>
                </c:pt>
                <c:pt idx="6849">
                  <c:v>46115</c:v>
                </c:pt>
                <c:pt idx="6850">
                  <c:v>46118</c:v>
                </c:pt>
                <c:pt idx="6851">
                  <c:v>46119</c:v>
                </c:pt>
                <c:pt idx="6852">
                  <c:v>46120</c:v>
                </c:pt>
                <c:pt idx="6853">
                  <c:v>46121</c:v>
                </c:pt>
                <c:pt idx="6854">
                  <c:v>46122</c:v>
                </c:pt>
                <c:pt idx="6855">
                  <c:v>46125</c:v>
                </c:pt>
                <c:pt idx="6856">
                  <c:v>46126</c:v>
                </c:pt>
                <c:pt idx="6857">
                  <c:v>46127</c:v>
                </c:pt>
                <c:pt idx="6858">
                  <c:v>46128</c:v>
                </c:pt>
                <c:pt idx="6859">
                  <c:v>46129</c:v>
                </c:pt>
                <c:pt idx="6860">
                  <c:v>46132</c:v>
                </c:pt>
                <c:pt idx="6861">
                  <c:v>46133</c:v>
                </c:pt>
                <c:pt idx="6862">
                  <c:v>46134</c:v>
                </c:pt>
                <c:pt idx="6863">
                  <c:v>46135</c:v>
                </c:pt>
                <c:pt idx="6864">
                  <c:v>46136</c:v>
                </c:pt>
                <c:pt idx="6865">
                  <c:v>46139</c:v>
                </c:pt>
                <c:pt idx="6866">
                  <c:v>46140</c:v>
                </c:pt>
                <c:pt idx="6867">
                  <c:v>46141</c:v>
                </c:pt>
                <c:pt idx="6868">
                  <c:v>46142</c:v>
                </c:pt>
                <c:pt idx="6869">
                  <c:v>46143</c:v>
                </c:pt>
                <c:pt idx="6870">
                  <c:v>46146</c:v>
                </c:pt>
                <c:pt idx="6871">
                  <c:v>46147</c:v>
                </c:pt>
                <c:pt idx="6872">
                  <c:v>46148</c:v>
                </c:pt>
                <c:pt idx="6873">
                  <c:v>46149</c:v>
                </c:pt>
                <c:pt idx="6874">
                  <c:v>46150</c:v>
                </c:pt>
                <c:pt idx="6875">
                  <c:v>46153</c:v>
                </c:pt>
                <c:pt idx="6876">
                  <c:v>46154</c:v>
                </c:pt>
                <c:pt idx="6877">
                  <c:v>46155</c:v>
                </c:pt>
                <c:pt idx="6878">
                  <c:v>46156</c:v>
                </c:pt>
                <c:pt idx="6879">
                  <c:v>46157</c:v>
                </c:pt>
                <c:pt idx="6880">
                  <c:v>46160</c:v>
                </c:pt>
                <c:pt idx="6881">
                  <c:v>46161</c:v>
                </c:pt>
                <c:pt idx="6882">
                  <c:v>46162</c:v>
                </c:pt>
                <c:pt idx="6883">
                  <c:v>46163</c:v>
                </c:pt>
                <c:pt idx="6884">
                  <c:v>46164</c:v>
                </c:pt>
                <c:pt idx="6885">
                  <c:v>46167</c:v>
                </c:pt>
                <c:pt idx="6886">
                  <c:v>46168</c:v>
                </c:pt>
                <c:pt idx="6887">
                  <c:v>46169</c:v>
                </c:pt>
                <c:pt idx="6888">
                  <c:v>46170</c:v>
                </c:pt>
                <c:pt idx="6889">
                  <c:v>46171</c:v>
                </c:pt>
                <c:pt idx="6890">
                  <c:v>46174</c:v>
                </c:pt>
                <c:pt idx="6891">
                  <c:v>46175</c:v>
                </c:pt>
                <c:pt idx="6892">
                  <c:v>46176</c:v>
                </c:pt>
                <c:pt idx="6893">
                  <c:v>46177</c:v>
                </c:pt>
                <c:pt idx="6894">
                  <c:v>46178</c:v>
                </c:pt>
                <c:pt idx="6895">
                  <c:v>46181</c:v>
                </c:pt>
                <c:pt idx="6896">
                  <c:v>46182</c:v>
                </c:pt>
                <c:pt idx="6897">
                  <c:v>46183</c:v>
                </c:pt>
                <c:pt idx="6898">
                  <c:v>46184</c:v>
                </c:pt>
                <c:pt idx="6899">
                  <c:v>46185</c:v>
                </c:pt>
              </c:numCache>
            </c:numRef>
          </c:cat>
          <c:val>
            <c:numRef>
              <c:f>'ECB policy rate'!$C$2:$C$6901</c:f>
              <c:numCache>
                <c:formatCode>General</c:formatCode>
                <c:ptCount val="6900"/>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3.25</c:v>
                </c:pt>
                <c:pt idx="24">
                  <c:v>3.25</c:v>
                </c:pt>
                <c:pt idx="25">
                  <c:v>3.25</c:v>
                </c:pt>
                <c:pt idx="26">
                  <c:v>3.25</c:v>
                </c:pt>
                <c:pt idx="27">
                  <c:v>3.25</c:v>
                </c:pt>
                <c:pt idx="28">
                  <c:v>3.25</c:v>
                </c:pt>
                <c:pt idx="29">
                  <c:v>3.25</c:v>
                </c:pt>
                <c:pt idx="30">
                  <c:v>3.25</c:v>
                </c:pt>
                <c:pt idx="31">
                  <c:v>3.25</c:v>
                </c:pt>
                <c:pt idx="32">
                  <c:v>3.25</c:v>
                </c:pt>
                <c:pt idx="33">
                  <c:v>3.25</c:v>
                </c:pt>
                <c:pt idx="34">
                  <c:v>3.25</c:v>
                </c:pt>
                <c:pt idx="35">
                  <c:v>3.25</c:v>
                </c:pt>
                <c:pt idx="36">
                  <c:v>3.25</c:v>
                </c:pt>
                <c:pt idx="37">
                  <c:v>3.25</c:v>
                </c:pt>
                <c:pt idx="38">
                  <c:v>3.25</c:v>
                </c:pt>
                <c:pt idx="39">
                  <c:v>3.25</c:v>
                </c:pt>
                <c:pt idx="40">
                  <c:v>3.25</c:v>
                </c:pt>
                <c:pt idx="41">
                  <c:v>3.25</c:v>
                </c:pt>
                <c:pt idx="42">
                  <c:v>3.25</c:v>
                </c:pt>
                <c:pt idx="43">
                  <c:v>3.25</c:v>
                </c:pt>
                <c:pt idx="44">
                  <c:v>3.25</c:v>
                </c:pt>
                <c:pt idx="45">
                  <c:v>3.25</c:v>
                </c:pt>
                <c:pt idx="46">
                  <c:v>3.25</c:v>
                </c:pt>
                <c:pt idx="47">
                  <c:v>3.25</c:v>
                </c:pt>
                <c:pt idx="48">
                  <c:v>3.25</c:v>
                </c:pt>
                <c:pt idx="49">
                  <c:v>3.25</c:v>
                </c:pt>
                <c:pt idx="50">
                  <c:v>3.25</c:v>
                </c:pt>
                <c:pt idx="51">
                  <c:v>3.25</c:v>
                </c:pt>
                <c:pt idx="52">
                  <c:v>3.25</c:v>
                </c:pt>
                <c:pt idx="53">
                  <c:v>3.5</c:v>
                </c:pt>
                <c:pt idx="54">
                  <c:v>3.5</c:v>
                </c:pt>
                <c:pt idx="55">
                  <c:v>3.5</c:v>
                </c:pt>
                <c:pt idx="56">
                  <c:v>3.5</c:v>
                </c:pt>
                <c:pt idx="57">
                  <c:v>3.5</c:v>
                </c:pt>
                <c:pt idx="58">
                  <c:v>3.5</c:v>
                </c:pt>
                <c:pt idx="59">
                  <c:v>3.5</c:v>
                </c:pt>
                <c:pt idx="60">
                  <c:v>3.5</c:v>
                </c:pt>
                <c:pt idx="61">
                  <c:v>3.5</c:v>
                </c:pt>
                <c:pt idx="62">
                  <c:v>3.5</c:v>
                </c:pt>
                <c:pt idx="63">
                  <c:v>3.5</c:v>
                </c:pt>
                <c:pt idx="64">
                  <c:v>3.5</c:v>
                </c:pt>
                <c:pt idx="65">
                  <c:v>3.5</c:v>
                </c:pt>
                <c:pt idx="66">
                  <c:v>3.5</c:v>
                </c:pt>
                <c:pt idx="67">
                  <c:v>3.5</c:v>
                </c:pt>
                <c:pt idx="68">
                  <c:v>3.5</c:v>
                </c:pt>
                <c:pt idx="69">
                  <c:v>3.5</c:v>
                </c:pt>
                <c:pt idx="70">
                  <c:v>3.5</c:v>
                </c:pt>
                <c:pt idx="71">
                  <c:v>3.5</c:v>
                </c:pt>
                <c:pt idx="72">
                  <c:v>3.5</c:v>
                </c:pt>
                <c:pt idx="73">
                  <c:v>3.5</c:v>
                </c:pt>
                <c:pt idx="74">
                  <c:v>3.5</c:v>
                </c:pt>
                <c:pt idx="75">
                  <c:v>3.5</c:v>
                </c:pt>
                <c:pt idx="76">
                  <c:v>3.5</c:v>
                </c:pt>
                <c:pt idx="77">
                  <c:v>3.5</c:v>
                </c:pt>
                <c:pt idx="78">
                  <c:v>3.5</c:v>
                </c:pt>
                <c:pt idx="79">
                  <c:v>3.5</c:v>
                </c:pt>
                <c:pt idx="80">
                  <c:v>3.5</c:v>
                </c:pt>
                <c:pt idx="81">
                  <c:v>3.5</c:v>
                </c:pt>
                <c:pt idx="82">
                  <c:v>3.5</c:v>
                </c:pt>
                <c:pt idx="83">
                  <c:v>3.75</c:v>
                </c:pt>
                <c:pt idx="84">
                  <c:v>3.75</c:v>
                </c:pt>
                <c:pt idx="85">
                  <c:v>3.75</c:v>
                </c:pt>
                <c:pt idx="86">
                  <c:v>3.75</c:v>
                </c:pt>
                <c:pt idx="87">
                  <c:v>3.75</c:v>
                </c:pt>
                <c:pt idx="88">
                  <c:v>3.75</c:v>
                </c:pt>
                <c:pt idx="89">
                  <c:v>3.75</c:v>
                </c:pt>
                <c:pt idx="90">
                  <c:v>3.75</c:v>
                </c:pt>
                <c:pt idx="91">
                  <c:v>3.75</c:v>
                </c:pt>
                <c:pt idx="92">
                  <c:v>3.75</c:v>
                </c:pt>
                <c:pt idx="93">
                  <c:v>3.75</c:v>
                </c:pt>
                <c:pt idx="94">
                  <c:v>3.75</c:v>
                </c:pt>
                <c:pt idx="95">
                  <c:v>3.75</c:v>
                </c:pt>
                <c:pt idx="96">
                  <c:v>3.75</c:v>
                </c:pt>
                <c:pt idx="97">
                  <c:v>3.75</c:v>
                </c:pt>
                <c:pt idx="98">
                  <c:v>3.75</c:v>
                </c:pt>
                <c:pt idx="99">
                  <c:v>3.75</c:v>
                </c:pt>
                <c:pt idx="100">
                  <c:v>3.75</c:v>
                </c:pt>
                <c:pt idx="101">
                  <c:v>3.75</c:v>
                </c:pt>
                <c:pt idx="102">
                  <c:v>3.75</c:v>
                </c:pt>
                <c:pt idx="103">
                  <c:v>3.75</c:v>
                </c:pt>
                <c:pt idx="104">
                  <c:v>3.75</c:v>
                </c:pt>
                <c:pt idx="105">
                  <c:v>3.75</c:v>
                </c:pt>
                <c:pt idx="106">
                  <c:v>3.75</c:v>
                </c:pt>
                <c:pt idx="107">
                  <c:v>3.75</c:v>
                </c:pt>
                <c:pt idx="108">
                  <c:v>3.75</c:v>
                </c:pt>
                <c:pt idx="109">
                  <c:v>3.75</c:v>
                </c:pt>
                <c:pt idx="110">
                  <c:v>3.75</c:v>
                </c:pt>
                <c:pt idx="111">
                  <c:v>3.75</c:v>
                </c:pt>
                <c:pt idx="112">
                  <c:v>3.75</c:v>
                </c:pt>
                <c:pt idx="113">
                  <c:v>4.25</c:v>
                </c:pt>
                <c:pt idx="114">
                  <c:v>4.25</c:v>
                </c:pt>
                <c:pt idx="115">
                  <c:v>4.25</c:v>
                </c:pt>
                <c:pt idx="116">
                  <c:v>4.25</c:v>
                </c:pt>
                <c:pt idx="117">
                  <c:v>4.25</c:v>
                </c:pt>
                <c:pt idx="118">
                  <c:v>4.25</c:v>
                </c:pt>
                <c:pt idx="119">
                  <c:v>4.25</c:v>
                </c:pt>
                <c:pt idx="120">
                  <c:v>4.25</c:v>
                </c:pt>
                <c:pt idx="121">
                  <c:v>4.25</c:v>
                </c:pt>
                <c:pt idx="122">
                  <c:v>4.25</c:v>
                </c:pt>
                <c:pt idx="123">
                  <c:v>4.25</c:v>
                </c:pt>
                <c:pt idx="124">
                  <c:v>4.25</c:v>
                </c:pt>
                <c:pt idx="125">
                  <c:v>4.25</c:v>
                </c:pt>
                <c:pt idx="126">
                  <c:v>4.25</c:v>
                </c:pt>
                <c:pt idx="127">
                  <c:v>4.25</c:v>
                </c:pt>
                <c:pt idx="128">
                  <c:v>4.25</c:v>
                </c:pt>
                <c:pt idx="129">
                  <c:v>4.25</c:v>
                </c:pt>
                <c:pt idx="130">
                  <c:v>4.25</c:v>
                </c:pt>
                <c:pt idx="131">
                  <c:v>4.25</c:v>
                </c:pt>
                <c:pt idx="132">
                  <c:v>4.25</c:v>
                </c:pt>
                <c:pt idx="133">
                  <c:v>4.25</c:v>
                </c:pt>
                <c:pt idx="134">
                  <c:v>4.25</c:v>
                </c:pt>
                <c:pt idx="135">
                  <c:v>4.25</c:v>
                </c:pt>
                <c:pt idx="136">
                  <c:v>4.25</c:v>
                </c:pt>
                <c:pt idx="137">
                  <c:v>4.25</c:v>
                </c:pt>
                <c:pt idx="138">
                  <c:v>4.25</c:v>
                </c:pt>
                <c:pt idx="139">
                  <c:v>4.25</c:v>
                </c:pt>
                <c:pt idx="140">
                  <c:v>4.25</c:v>
                </c:pt>
                <c:pt idx="141">
                  <c:v>4.25</c:v>
                </c:pt>
                <c:pt idx="142">
                  <c:v>4.25</c:v>
                </c:pt>
                <c:pt idx="143">
                  <c:v>4.25</c:v>
                </c:pt>
                <c:pt idx="144">
                  <c:v>4.25</c:v>
                </c:pt>
                <c:pt idx="145">
                  <c:v>4.25</c:v>
                </c:pt>
                <c:pt idx="146">
                  <c:v>4.25</c:v>
                </c:pt>
                <c:pt idx="147">
                  <c:v>4.25</c:v>
                </c:pt>
                <c:pt idx="148">
                  <c:v>4.25</c:v>
                </c:pt>
                <c:pt idx="149">
                  <c:v>4.25</c:v>
                </c:pt>
                <c:pt idx="150">
                  <c:v>4.25</c:v>
                </c:pt>
                <c:pt idx="151">
                  <c:v>4.25</c:v>
                </c:pt>
                <c:pt idx="152">
                  <c:v>4.25</c:v>
                </c:pt>
                <c:pt idx="153">
                  <c:v>4.25</c:v>
                </c:pt>
                <c:pt idx="154">
                  <c:v>4.25</c:v>
                </c:pt>
                <c:pt idx="155">
                  <c:v>4.25</c:v>
                </c:pt>
                <c:pt idx="156">
                  <c:v>4.25</c:v>
                </c:pt>
                <c:pt idx="157">
                  <c:v>4.25</c:v>
                </c:pt>
                <c:pt idx="158">
                  <c:v>4.25</c:v>
                </c:pt>
                <c:pt idx="159">
                  <c:v>4.25</c:v>
                </c:pt>
                <c:pt idx="160">
                  <c:v>4.25</c:v>
                </c:pt>
                <c:pt idx="161">
                  <c:v>4.25</c:v>
                </c:pt>
                <c:pt idx="162">
                  <c:v>4.25</c:v>
                </c:pt>
                <c:pt idx="163">
                  <c:v>4.25</c:v>
                </c:pt>
                <c:pt idx="164">
                  <c:v>4.25</c:v>
                </c:pt>
                <c:pt idx="165">
                  <c:v>4.25</c:v>
                </c:pt>
                <c:pt idx="166">
                  <c:v>4.25</c:v>
                </c:pt>
                <c:pt idx="167">
                  <c:v>4.25</c:v>
                </c:pt>
                <c:pt idx="168">
                  <c:v>4.25</c:v>
                </c:pt>
                <c:pt idx="169">
                  <c:v>4.25</c:v>
                </c:pt>
                <c:pt idx="170">
                  <c:v>4.25</c:v>
                </c:pt>
                <c:pt idx="171">
                  <c:v>4.25</c:v>
                </c:pt>
                <c:pt idx="172">
                  <c:v>4.25</c:v>
                </c:pt>
                <c:pt idx="173">
                  <c:v>4.5</c:v>
                </c:pt>
                <c:pt idx="174">
                  <c:v>4.5</c:v>
                </c:pt>
                <c:pt idx="175">
                  <c:v>4.5</c:v>
                </c:pt>
                <c:pt idx="176">
                  <c:v>4.5</c:v>
                </c:pt>
                <c:pt idx="177">
                  <c:v>4.5</c:v>
                </c:pt>
                <c:pt idx="178">
                  <c:v>4.5</c:v>
                </c:pt>
                <c:pt idx="179">
                  <c:v>4.5</c:v>
                </c:pt>
                <c:pt idx="180">
                  <c:v>4.5</c:v>
                </c:pt>
                <c:pt idx="181">
                  <c:v>4.5</c:v>
                </c:pt>
                <c:pt idx="182">
                  <c:v>4.5</c:v>
                </c:pt>
                <c:pt idx="183">
                  <c:v>4.5</c:v>
                </c:pt>
                <c:pt idx="184">
                  <c:v>4.5</c:v>
                </c:pt>
                <c:pt idx="185">
                  <c:v>4.5</c:v>
                </c:pt>
                <c:pt idx="186">
                  <c:v>4.5</c:v>
                </c:pt>
                <c:pt idx="187">
                  <c:v>4.5</c:v>
                </c:pt>
                <c:pt idx="188">
                  <c:v>4.5</c:v>
                </c:pt>
                <c:pt idx="189">
                  <c:v>4.5</c:v>
                </c:pt>
                <c:pt idx="190">
                  <c:v>4.5</c:v>
                </c:pt>
                <c:pt idx="191">
                  <c:v>4.5</c:v>
                </c:pt>
                <c:pt idx="192">
                  <c:v>4.5</c:v>
                </c:pt>
                <c:pt idx="193">
                  <c:v>4.5</c:v>
                </c:pt>
                <c:pt idx="194">
                  <c:v>4.5</c:v>
                </c:pt>
                <c:pt idx="195">
                  <c:v>4.5</c:v>
                </c:pt>
                <c:pt idx="196">
                  <c:v>4.5</c:v>
                </c:pt>
                <c:pt idx="197">
                  <c:v>4.5</c:v>
                </c:pt>
                <c:pt idx="198">
                  <c:v>4.75</c:v>
                </c:pt>
                <c:pt idx="199">
                  <c:v>4.75</c:v>
                </c:pt>
                <c:pt idx="200">
                  <c:v>4.75</c:v>
                </c:pt>
                <c:pt idx="201">
                  <c:v>4.75</c:v>
                </c:pt>
                <c:pt idx="202">
                  <c:v>4.75</c:v>
                </c:pt>
                <c:pt idx="203">
                  <c:v>4.75</c:v>
                </c:pt>
                <c:pt idx="204">
                  <c:v>4.75</c:v>
                </c:pt>
                <c:pt idx="205">
                  <c:v>4.75</c:v>
                </c:pt>
                <c:pt idx="206">
                  <c:v>4.75</c:v>
                </c:pt>
                <c:pt idx="207">
                  <c:v>4.75</c:v>
                </c:pt>
                <c:pt idx="208">
                  <c:v>4.75</c:v>
                </c:pt>
                <c:pt idx="209">
                  <c:v>4.75</c:v>
                </c:pt>
                <c:pt idx="210">
                  <c:v>4.75</c:v>
                </c:pt>
                <c:pt idx="211">
                  <c:v>4.75</c:v>
                </c:pt>
                <c:pt idx="212">
                  <c:v>4.75</c:v>
                </c:pt>
                <c:pt idx="213">
                  <c:v>4.75</c:v>
                </c:pt>
                <c:pt idx="214">
                  <c:v>4.75</c:v>
                </c:pt>
                <c:pt idx="215">
                  <c:v>4.75</c:v>
                </c:pt>
                <c:pt idx="216">
                  <c:v>4.75</c:v>
                </c:pt>
                <c:pt idx="217">
                  <c:v>4.75</c:v>
                </c:pt>
                <c:pt idx="218">
                  <c:v>4.75</c:v>
                </c:pt>
                <c:pt idx="219">
                  <c:v>4.75</c:v>
                </c:pt>
                <c:pt idx="220">
                  <c:v>4.75</c:v>
                </c:pt>
                <c:pt idx="221">
                  <c:v>4.75</c:v>
                </c:pt>
                <c:pt idx="222">
                  <c:v>4.75</c:v>
                </c:pt>
                <c:pt idx="223">
                  <c:v>4.75</c:v>
                </c:pt>
                <c:pt idx="224">
                  <c:v>4.75</c:v>
                </c:pt>
                <c:pt idx="225">
                  <c:v>4.75</c:v>
                </c:pt>
                <c:pt idx="226">
                  <c:v>4.75</c:v>
                </c:pt>
                <c:pt idx="227">
                  <c:v>4.75</c:v>
                </c:pt>
                <c:pt idx="228">
                  <c:v>4.75</c:v>
                </c:pt>
                <c:pt idx="229">
                  <c:v>4.75</c:v>
                </c:pt>
                <c:pt idx="230">
                  <c:v>4.75</c:v>
                </c:pt>
                <c:pt idx="231">
                  <c:v>4.75</c:v>
                </c:pt>
                <c:pt idx="232">
                  <c:v>4.75</c:v>
                </c:pt>
                <c:pt idx="233">
                  <c:v>4.75</c:v>
                </c:pt>
                <c:pt idx="234">
                  <c:v>4.75</c:v>
                </c:pt>
                <c:pt idx="235">
                  <c:v>4.75</c:v>
                </c:pt>
                <c:pt idx="236">
                  <c:v>4.75</c:v>
                </c:pt>
                <c:pt idx="237">
                  <c:v>4.75</c:v>
                </c:pt>
                <c:pt idx="238">
                  <c:v>4.75</c:v>
                </c:pt>
                <c:pt idx="239">
                  <c:v>4.75</c:v>
                </c:pt>
                <c:pt idx="240">
                  <c:v>4.75</c:v>
                </c:pt>
                <c:pt idx="241">
                  <c:v>4.75</c:v>
                </c:pt>
                <c:pt idx="242">
                  <c:v>4.75</c:v>
                </c:pt>
                <c:pt idx="243">
                  <c:v>4.75</c:v>
                </c:pt>
                <c:pt idx="244">
                  <c:v>4.75</c:v>
                </c:pt>
                <c:pt idx="245">
                  <c:v>4.75</c:v>
                </c:pt>
                <c:pt idx="246">
                  <c:v>4.75</c:v>
                </c:pt>
                <c:pt idx="247">
                  <c:v>4.75</c:v>
                </c:pt>
                <c:pt idx="248">
                  <c:v>4.75</c:v>
                </c:pt>
                <c:pt idx="249">
                  <c:v>4.75</c:v>
                </c:pt>
                <c:pt idx="250">
                  <c:v>4.75</c:v>
                </c:pt>
                <c:pt idx="251">
                  <c:v>4.75</c:v>
                </c:pt>
                <c:pt idx="252">
                  <c:v>4.75</c:v>
                </c:pt>
                <c:pt idx="253">
                  <c:v>4.75</c:v>
                </c:pt>
                <c:pt idx="254">
                  <c:v>4.75</c:v>
                </c:pt>
                <c:pt idx="255">
                  <c:v>4.75</c:v>
                </c:pt>
                <c:pt idx="256">
                  <c:v>4.75</c:v>
                </c:pt>
                <c:pt idx="257">
                  <c:v>4.75</c:v>
                </c:pt>
                <c:pt idx="258">
                  <c:v>4.75</c:v>
                </c:pt>
                <c:pt idx="259">
                  <c:v>4.75</c:v>
                </c:pt>
                <c:pt idx="260">
                  <c:v>4.75</c:v>
                </c:pt>
                <c:pt idx="261">
                  <c:v>4.75</c:v>
                </c:pt>
                <c:pt idx="262">
                  <c:v>4.75</c:v>
                </c:pt>
                <c:pt idx="263">
                  <c:v>4.75</c:v>
                </c:pt>
                <c:pt idx="264">
                  <c:v>4.75</c:v>
                </c:pt>
                <c:pt idx="265">
                  <c:v>4.75</c:v>
                </c:pt>
                <c:pt idx="266">
                  <c:v>4.75</c:v>
                </c:pt>
                <c:pt idx="267">
                  <c:v>4.75</c:v>
                </c:pt>
                <c:pt idx="268">
                  <c:v>4.75</c:v>
                </c:pt>
                <c:pt idx="269">
                  <c:v>4.75</c:v>
                </c:pt>
                <c:pt idx="270">
                  <c:v>4.75</c:v>
                </c:pt>
                <c:pt idx="271">
                  <c:v>4.75</c:v>
                </c:pt>
                <c:pt idx="272">
                  <c:v>4.75</c:v>
                </c:pt>
                <c:pt idx="273">
                  <c:v>4.75</c:v>
                </c:pt>
                <c:pt idx="274">
                  <c:v>4.75</c:v>
                </c:pt>
                <c:pt idx="275">
                  <c:v>4.75</c:v>
                </c:pt>
                <c:pt idx="276">
                  <c:v>4.75</c:v>
                </c:pt>
                <c:pt idx="277">
                  <c:v>4.75</c:v>
                </c:pt>
                <c:pt idx="278">
                  <c:v>4.75</c:v>
                </c:pt>
                <c:pt idx="279">
                  <c:v>4.75</c:v>
                </c:pt>
                <c:pt idx="280">
                  <c:v>4.75</c:v>
                </c:pt>
                <c:pt idx="281">
                  <c:v>4.75</c:v>
                </c:pt>
                <c:pt idx="282">
                  <c:v>4.75</c:v>
                </c:pt>
                <c:pt idx="283">
                  <c:v>4.75</c:v>
                </c:pt>
                <c:pt idx="284">
                  <c:v>4.75</c:v>
                </c:pt>
                <c:pt idx="285">
                  <c:v>4.75</c:v>
                </c:pt>
                <c:pt idx="286">
                  <c:v>4.75</c:v>
                </c:pt>
                <c:pt idx="287">
                  <c:v>4.75</c:v>
                </c:pt>
                <c:pt idx="288">
                  <c:v>4.75</c:v>
                </c:pt>
                <c:pt idx="289">
                  <c:v>4.75</c:v>
                </c:pt>
                <c:pt idx="290">
                  <c:v>4.75</c:v>
                </c:pt>
                <c:pt idx="291">
                  <c:v>4.75</c:v>
                </c:pt>
                <c:pt idx="292">
                  <c:v>4.75</c:v>
                </c:pt>
                <c:pt idx="293">
                  <c:v>4.75</c:v>
                </c:pt>
                <c:pt idx="294">
                  <c:v>4.75</c:v>
                </c:pt>
                <c:pt idx="295">
                  <c:v>4.75</c:v>
                </c:pt>
                <c:pt idx="296">
                  <c:v>4.75</c:v>
                </c:pt>
                <c:pt idx="297">
                  <c:v>4.75</c:v>
                </c:pt>
                <c:pt idx="298">
                  <c:v>4.75</c:v>
                </c:pt>
                <c:pt idx="299">
                  <c:v>4.75</c:v>
                </c:pt>
                <c:pt idx="300">
                  <c:v>4.75</c:v>
                </c:pt>
                <c:pt idx="301">
                  <c:v>4.75</c:v>
                </c:pt>
                <c:pt idx="302">
                  <c:v>4.75</c:v>
                </c:pt>
                <c:pt idx="303">
                  <c:v>4.75</c:v>
                </c:pt>
                <c:pt idx="304">
                  <c:v>4.75</c:v>
                </c:pt>
                <c:pt idx="305">
                  <c:v>4.75</c:v>
                </c:pt>
                <c:pt idx="306">
                  <c:v>4.75</c:v>
                </c:pt>
                <c:pt idx="307">
                  <c:v>4.75</c:v>
                </c:pt>
                <c:pt idx="308">
                  <c:v>4.75</c:v>
                </c:pt>
                <c:pt idx="309">
                  <c:v>4.75</c:v>
                </c:pt>
                <c:pt idx="310">
                  <c:v>4.75</c:v>
                </c:pt>
                <c:pt idx="311">
                  <c:v>4.75</c:v>
                </c:pt>
                <c:pt idx="312">
                  <c:v>4.75</c:v>
                </c:pt>
                <c:pt idx="313">
                  <c:v>4.75</c:v>
                </c:pt>
                <c:pt idx="314">
                  <c:v>4.75</c:v>
                </c:pt>
                <c:pt idx="315">
                  <c:v>4.75</c:v>
                </c:pt>
                <c:pt idx="316">
                  <c:v>4.75</c:v>
                </c:pt>
                <c:pt idx="317">
                  <c:v>4.75</c:v>
                </c:pt>
                <c:pt idx="318">
                  <c:v>4.75</c:v>
                </c:pt>
                <c:pt idx="319">
                  <c:v>4.75</c:v>
                </c:pt>
                <c:pt idx="320">
                  <c:v>4.75</c:v>
                </c:pt>
                <c:pt idx="321">
                  <c:v>4.75</c:v>
                </c:pt>
                <c:pt idx="322">
                  <c:v>4.75</c:v>
                </c:pt>
                <c:pt idx="323">
                  <c:v>4.75</c:v>
                </c:pt>
                <c:pt idx="324">
                  <c:v>4.75</c:v>
                </c:pt>
                <c:pt idx="325">
                  <c:v>4.75</c:v>
                </c:pt>
                <c:pt idx="326">
                  <c:v>4.75</c:v>
                </c:pt>
                <c:pt idx="327">
                  <c:v>4.75</c:v>
                </c:pt>
                <c:pt idx="328">
                  <c:v>4.75</c:v>
                </c:pt>
                <c:pt idx="329">
                  <c:v>4.75</c:v>
                </c:pt>
                <c:pt idx="330">
                  <c:v>4.75</c:v>
                </c:pt>
                <c:pt idx="331">
                  <c:v>4.75</c:v>
                </c:pt>
                <c:pt idx="332">
                  <c:v>4.75</c:v>
                </c:pt>
                <c:pt idx="333">
                  <c:v>4.75</c:v>
                </c:pt>
                <c:pt idx="334">
                  <c:v>4.75</c:v>
                </c:pt>
                <c:pt idx="335">
                  <c:v>4.75</c:v>
                </c:pt>
                <c:pt idx="336">
                  <c:v>4.75</c:v>
                </c:pt>
                <c:pt idx="337">
                  <c:v>4.75</c:v>
                </c:pt>
                <c:pt idx="338">
                  <c:v>4.75</c:v>
                </c:pt>
                <c:pt idx="339">
                  <c:v>4.75</c:v>
                </c:pt>
                <c:pt idx="340">
                  <c:v>4.75</c:v>
                </c:pt>
                <c:pt idx="341">
                  <c:v>4.75</c:v>
                </c:pt>
                <c:pt idx="342">
                  <c:v>4.75</c:v>
                </c:pt>
                <c:pt idx="343">
                  <c:v>4.75</c:v>
                </c:pt>
                <c:pt idx="344">
                  <c:v>4.75</c:v>
                </c:pt>
                <c:pt idx="345">
                  <c:v>4.75</c:v>
                </c:pt>
                <c:pt idx="346">
                  <c:v>4.75</c:v>
                </c:pt>
                <c:pt idx="347">
                  <c:v>4.75</c:v>
                </c:pt>
                <c:pt idx="348">
                  <c:v>4.75</c:v>
                </c:pt>
                <c:pt idx="349">
                  <c:v>4.75</c:v>
                </c:pt>
                <c:pt idx="350">
                  <c:v>4.75</c:v>
                </c:pt>
                <c:pt idx="351">
                  <c:v>4.75</c:v>
                </c:pt>
                <c:pt idx="352">
                  <c:v>4.75</c:v>
                </c:pt>
                <c:pt idx="353">
                  <c:v>4.5</c:v>
                </c:pt>
                <c:pt idx="354">
                  <c:v>4.5</c:v>
                </c:pt>
                <c:pt idx="355">
                  <c:v>4.5</c:v>
                </c:pt>
                <c:pt idx="356">
                  <c:v>4.5</c:v>
                </c:pt>
                <c:pt idx="357">
                  <c:v>4.5</c:v>
                </c:pt>
                <c:pt idx="358">
                  <c:v>4.5</c:v>
                </c:pt>
                <c:pt idx="359">
                  <c:v>4.5</c:v>
                </c:pt>
                <c:pt idx="360">
                  <c:v>4.5</c:v>
                </c:pt>
                <c:pt idx="361">
                  <c:v>4.5</c:v>
                </c:pt>
                <c:pt idx="362">
                  <c:v>4.5</c:v>
                </c:pt>
                <c:pt idx="363">
                  <c:v>4.5</c:v>
                </c:pt>
                <c:pt idx="364">
                  <c:v>4.5</c:v>
                </c:pt>
                <c:pt idx="365">
                  <c:v>4.5</c:v>
                </c:pt>
                <c:pt idx="366">
                  <c:v>4.5</c:v>
                </c:pt>
                <c:pt idx="367">
                  <c:v>4.5</c:v>
                </c:pt>
                <c:pt idx="368">
                  <c:v>4.5</c:v>
                </c:pt>
                <c:pt idx="369">
                  <c:v>4.5</c:v>
                </c:pt>
                <c:pt idx="370">
                  <c:v>4.5</c:v>
                </c:pt>
                <c:pt idx="371">
                  <c:v>4.5</c:v>
                </c:pt>
                <c:pt idx="372">
                  <c:v>4.5</c:v>
                </c:pt>
                <c:pt idx="373">
                  <c:v>4.5</c:v>
                </c:pt>
                <c:pt idx="374">
                  <c:v>4.5</c:v>
                </c:pt>
                <c:pt idx="375">
                  <c:v>4.5</c:v>
                </c:pt>
                <c:pt idx="376">
                  <c:v>4.5</c:v>
                </c:pt>
                <c:pt idx="377">
                  <c:v>4.5</c:v>
                </c:pt>
                <c:pt idx="378">
                  <c:v>4.5</c:v>
                </c:pt>
                <c:pt idx="379">
                  <c:v>4.5</c:v>
                </c:pt>
                <c:pt idx="380">
                  <c:v>4.5</c:v>
                </c:pt>
                <c:pt idx="381">
                  <c:v>4.5</c:v>
                </c:pt>
                <c:pt idx="382">
                  <c:v>4.5</c:v>
                </c:pt>
                <c:pt idx="383">
                  <c:v>4.5</c:v>
                </c:pt>
                <c:pt idx="384">
                  <c:v>4.5</c:v>
                </c:pt>
                <c:pt idx="385">
                  <c:v>4.5</c:v>
                </c:pt>
                <c:pt idx="386">
                  <c:v>4.5</c:v>
                </c:pt>
                <c:pt idx="387">
                  <c:v>4.5</c:v>
                </c:pt>
                <c:pt idx="388">
                  <c:v>4.5</c:v>
                </c:pt>
                <c:pt idx="389">
                  <c:v>4.5</c:v>
                </c:pt>
                <c:pt idx="390">
                  <c:v>4.5</c:v>
                </c:pt>
                <c:pt idx="391">
                  <c:v>4.5</c:v>
                </c:pt>
                <c:pt idx="392">
                  <c:v>4.5</c:v>
                </c:pt>
                <c:pt idx="393">
                  <c:v>4.5</c:v>
                </c:pt>
                <c:pt idx="394">
                  <c:v>4.5</c:v>
                </c:pt>
                <c:pt idx="395">
                  <c:v>4.5</c:v>
                </c:pt>
                <c:pt idx="396">
                  <c:v>4.5</c:v>
                </c:pt>
                <c:pt idx="397">
                  <c:v>4.5</c:v>
                </c:pt>
                <c:pt idx="398">
                  <c:v>4.5</c:v>
                </c:pt>
                <c:pt idx="399">
                  <c:v>4.5</c:v>
                </c:pt>
                <c:pt idx="400">
                  <c:v>4.5</c:v>
                </c:pt>
                <c:pt idx="401">
                  <c:v>4.5</c:v>
                </c:pt>
                <c:pt idx="402">
                  <c:v>4.5</c:v>
                </c:pt>
                <c:pt idx="403">
                  <c:v>4.5</c:v>
                </c:pt>
                <c:pt idx="404">
                  <c:v>4.5</c:v>
                </c:pt>
                <c:pt idx="405">
                  <c:v>4.5</c:v>
                </c:pt>
                <c:pt idx="406">
                  <c:v>4.5</c:v>
                </c:pt>
                <c:pt idx="407">
                  <c:v>4.5</c:v>
                </c:pt>
                <c:pt idx="408">
                  <c:v>4.5</c:v>
                </c:pt>
                <c:pt idx="409">
                  <c:v>4.5</c:v>
                </c:pt>
                <c:pt idx="410">
                  <c:v>4.5</c:v>
                </c:pt>
                <c:pt idx="411">
                  <c:v>4.5</c:v>
                </c:pt>
                <c:pt idx="412">
                  <c:v>4.5</c:v>
                </c:pt>
                <c:pt idx="413">
                  <c:v>4.5</c:v>
                </c:pt>
                <c:pt idx="414">
                  <c:v>4.5</c:v>
                </c:pt>
                <c:pt idx="415">
                  <c:v>4.5</c:v>
                </c:pt>
                <c:pt idx="416">
                  <c:v>4.5</c:v>
                </c:pt>
                <c:pt idx="417">
                  <c:v>4.5</c:v>
                </c:pt>
                <c:pt idx="418">
                  <c:v>4.5</c:v>
                </c:pt>
                <c:pt idx="419">
                  <c:v>4.5</c:v>
                </c:pt>
                <c:pt idx="420">
                  <c:v>4.5</c:v>
                </c:pt>
                <c:pt idx="421">
                  <c:v>4.5</c:v>
                </c:pt>
                <c:pt idx="422">
                  <c:v>4.5</c:v>
                </c:pt>
                <c:pt idx="423">
                  <c:v>4.5</c:v>
                </c:pt>
                <c:pt idx="424">
                  <c:v>4.5</c:v>
                </c:pt>
                <c:pt idx="425">
                  <c:v>4.5</c:v>
                </c:pt>
                <c:pt idx="426">
                  <c:v>4.5</c:v>
                </c:pt>
                <c:pt idx="427">
                  <c:v>4.5</c:v>
                </c:pt>
                <c:pt idx="428">
                  <c:v>4.5</c:v>
                </c:pt>
                <c:pt idx="429">
                  <c:v>4.5</c:v>
                </c:pt>
                <c:pt idx="430">
                  <c:v>4.5</c:v>
                </c:pt>
                <c:pt idx="431">
                  <c:v>4.5</c:v>
                </c:pt>
                <c:pt idx="432">
                  <c:v>4.5</c:v>
                </c:pt>
                <c:pt idx="433">
                  <c:v>4.25</c:v>
                </c:pt>
                <c:pt idx="434">
                  <c:v>4.25</c:v>
                </c:pt>
                <c:pt idx="435">
                  <c:v>4.25</c:v>
                </c:pt>
                <c:pt idx="436">
                  <c:v>4.25</c:v>
                </c:pt>
                <c:pt idx="437">
                  <c:v>4.25</c:v>
                </c:pt>
                <c:pt idx="438">
                  <c:v>4.25</c:v>
                </c:pt>
                <c:pt idx="439">
                  <c:v>4.25</c:v>
                </c:pt>
                <c:pt idx="440">
                  <c:v>4.25</c:v>
                </c:pt>
                <c:pt idx="441">
                  <c:v>4.25</c:v>
                </c:pt>
                <c:pt idx="442">
                  <c:v>4.25</c:v>
                </c:pt>
                <c:pt idx="443">
                  <c:v>4.25</c:v>
                </c:pt>
                <c:pt idx="444">
                  <c:v>4.25</c:v>
                </c:pt>
                <c:pt idx="445">
                  <c:v>3.75</c:v>
                </c:pt>
                <c:pt idx="446">
                  <c:v>3.75</c:v>
                </c:pt>
                <c:pt idx="447">
                  <c:v>3.75</c:v>
                </c:pt>
                <c:pt idx="448">
                  <c:v>3.75</c:v>
                </c:pt>
                <c:pt idx="449">
                  <c:v>3.75</c:v>
                </c:pt>
                <c:pt idx="450">
                  <c:v>3.75</c:v>
                </c:pt>
                <c:pt idx="451">
                  <c:v>3.75</c:v>
                </c:pt>
                <c:pt idx="452">
                  <c:v>3.75</c:v>
                </c:pt>
                <c:pt idx="453">
                  <c:v>3.75</c:v>
                </c:pt>
                <c:pt idx="454">
                  <c:v>3.75</c:v>
                </c:pt>
                <c:pt idx="455">
                  <c:v>3.75</c:v>
                </c:pt>
                <c:pt idx="456">
                  <c:v>3.75</c:v>
                </c:pt>
                <c:pt idx="457">
                  <c:v>3.75</c:v>
                </c:pt>
                <c:pt idx="458">
                  <c:v>3.75</c:v>
                </c:pt>
                <c:pt idx="459">
                  <c:v>3.75</c:v>
                </c:pt>
                <c:pt idx="460">
                  <c:v>3.75</c:v>
                </c:pt>
                <c:pt idx="461">
                  <c:v>3.75</c:v>
                </c:pt>
                <c:pt idx="462">
                  <c:v>3.75</c:v>
                </c:pt>
                <c:pt idx="463">
                  <c:v>3.75</c:v>
                </c:pt>
                <c:pt idx="464">
                  <c:v>3.75</c:v>
                </c:pt>
                <c:pt idx="465">
                  <c:v>3.75</c:v>
                </c:pt>
                <c:pt idx="466">
                  <c:v>3.75</c:v>
                </c:pt>
                <c:pt idx="467">
                  <c:v>3.75</c:v>
                </c:pt>
                <c:pt idx="468">
                  <c:v>3.75</c:v>
                </c:pt>
                <c:pt idx="469">
                  <c:v>3.75</c:v>
                </c:pt>
                <c:pt idx="470">
                  <c:v>3.75</c:v>
                </c:pt>
                <c:pt idx="471">
                  <c:v>3.75</c:v>
                </c:pt>
                <c:pt idx="472">
                  <c:v>3.75</c:v>
                </c:pt>
                <c:pt idx="473">
                  <c:v>3.75</c:v>
                </c:pt>
                <c:pt idx="474">
                  <c:v>3.75</c:v>
                </c:pt>
                <c:pt idx="475">
                  <c:v>3.75</c:v>
                </c:pt>
                <c:pt idx="476">
                  <c:v>3.75</c:v>
                </c:pt>
                <c:pt idx="477">
                  <c:v>3.75</c:v>
                </c:pt>
                <c:pt idx="478">
                  <c:v>3.75</c:v>
                </c:pt>
                <c:pt idx="479">
                  <c:v>3.75</c:v>
                </c:pt>
                <c:pt idx="480">
                  <c:v>3.75</c:v>
                </c:pt>
                <c:pt idx="481">
                  <c:v>3.75</c:v>
                </c:pt>
                <c:pt idx="482">
                  <c:v>3.75</c:v>
                </c:pt>
                <c:pt idx="483">
                  <c:v>3.25</c:v>
                </c:pt>
                <c:pt idx="484">
                  <c:v>3.25</c:v>
                </c:pt>
                <c:pt idx="485">
                  <c:v>3.25</c:v>
                </c:pt>
                <c:pt idx="486">
                  <c:v>3.25</c:v>
                </c:pt>
                <c:pt idx="487">
                  <c:v>3.25</c:v>
                </c:pt>
                <c:pt idx="488">
                  <c:v>3.25</c:v>
                </c:pt>
                <c:pt idx="489">
                  <c:v>3.25</c:v>
                </c:pt>
                <c:pt idx="490">
                  <c:v>3.25</c:v>
                </c:pt>
                <c:pt idx="491">
                  <c:v>3.25</c:v>
                </c:pt>
                <c:pt idx="492">
                  <c:v>3.25</c:v>
                </c:pt>
                <c:pt idx="493">
                  <c:v>3.25</c:v>
                </c:pt>
                <c:pt idx="494">
                  <c:v>3.25</c:v>
                </c:pt>
                <c:pt idx="495">
                  <c:v>3.25</c:v>
                </c:pt>
                <c:pt idx="496">
                  <c:v>3.25</c:v>
                </c:pt>
                <c:pt idx="497">
                  <c:v>3.25</c:v>
                </c:pt>
                <c:pt idx="498">
                  <c:v>3.25</c:v>
                </c:pt>
                <c:pt idx="499">
                  <c:v>3.25</c:v>
                </c:pt>
                <c:pt idx="500">
                  <c:v>3.25</c:v>
                </c:pt>
                <c:pt idx="501">
                  <c:v>3.25</c:v>
                </c:pt>
                <c:pt idx="502">
                  <c:v>3.25</c:v>
                </c:pt>
                <c:pt idx="503">
                  <c:v>3.25</c:v>
                </c:pt>
                <c:pt idx="504">
                  <c:v>3.25</c:v>
                </c:pt>
                <c:pt idx="505">
                  <c:v>3.25</c:v>
                </c:pt>
                <c:pt idx="506">
                  <c:v>3.25</c:v>
                </c:pt>
                <c:pt idx="507">
                  <c:v>3.25</c:v>
                </c:pt>
                <c:pt idx="508">
                  <c:v>3.25</c:v>
                </c:pt>
                <c:pt idx="509">
                  <c:v>3.25</c:v>
                </c:pt>
                <c:pt idx="510">
                  <c:v>3.25</c:v>
                </c:pt>
                <c:pt idx="511">
                  <c:v>3.25</c:v>
                </c:pt>
                <c:pt idx="512">
                  <c:v>3.25</c:v>
                </c:pt>
                <c:pt idx="513">
                  <c:v>3.25</c:v>
                </c:pt>
                <c:pt idx="514">
                  <c:v>3.25</c:v>
                </c:pt>
                <c:pt idx="515">
                  <c:v>3.25</c:v>
                </c:pt>
                <c:pt idx="516">
                  <c:v>3.25</c:v>
                </c:pt>
                <c:pt idx="517">
                  <c:v>3.25</c:v>
                </c:pt>
                <c:pt idx="518">
                  <c:v>3.25</c:v>
                </c:pt>
                <c:pt idx="519">
                  <c:v>3.25</c:v>
                </c:pt>
                <c:pt idx="520">
                  <c:v>3.25</c:v>
                </c:pt>
                <c:pt idx="521">
                  <c:v>3.25</c:v>
                </c:pt>
                <c:pt idx="522">
                  <c:v>3.25</c:v>
                </c:pt>
                <c:pt idx="523">
                  <c:v>3.25</c:v>
                </c:pt>
                <c:pt idx="524">
                  <c:v>3.25</c:v>
                </c:pt>
                <c:pt idx="525">
                  <c:v>3.25</c:v>
                </c:pt>
                <c:pt idx="526">
                  <c:v>3.25</c:v>
                </c:pt>
                <c:pt idx="527">
                  <c:v>3.25</c:v>
                </c:pt>
                <c:pt idx="528">
                  <c:v>3.25</c:v>
                </c:pt>
                <c:pt idx="529">
                  <c:v>3.25</c:v>
                </c:pt>
                <c:pt idx="530">
                  <c:v>3.25</c:v>
                </c:pt>
                <c:pt idx="531">
                  <c:v>3.25</c:v>
                </c:pt>
                <c:pt idx="532">
                  <c:v>3.25</c:v>
                </c:pt>
                <c:pt idx="533">
                  <c:v>3.25</c:v>
                </c:pt>
                <c:pt idx="534">
                  <c:v>3.25</c:v>
                </c:pt>
                <c:pt idx="535">
                  <c:v>3.25</c:v>
                </c:pt>
                <c:pt idx="536">
                  <c:v>3.25</c:v>
                </c:pt>
                <c:pt idx="537">
                  <c:v>3.25</c:v>
                </c:pt>
                <c:pt idx="538">
                  <c:v>3.25</c:v>
                </c:pt>
                <c:pt idx="539">
                  <c:v>3.25</c:v>
                </c:pt>
                <c:pt idx="540">
                  <c:v>3.25</c:v>
                </c:pt>
                <c:pt idx="541">
                  <c:v>3.25</c:v>
                </c:pt>
                <c:pt idx="542">
                  <c:v>3.25</c:v>
                </c:pt>
                <c:pt idx="543">
                  <c:v>3.25</c:v>
                </c:pt>
                <c:pt idx="544">
                  <c:v>3.25</c:v>
                </c:pt>
                <c:pt idx="545">
                  <c:v>3.25</c:v>
                </c:pt>
                <c:pt idx="546">
                  <c:v>3.25</c:v>
                </c:pt>
                <c:pt idx="547">
                  <c:v>3.25</c:v>
                </c:pt>
                <c:pt idx="548">
                  <c:v>3.25</c:v>
                </c:pt>
                <c:pt idx="549">
                  <c:v>3.25</c:v>
                </c:pt>
                <c:pt idx="550">
                  <c:v>3.25</c:v>
                </c:pt>
                <c:pt idx="551">
                  <c:v>3.25</c:v>
                </c:pt>
                <c:pt idx="552">
                  <c:v>3.25</c:v>
                </c:pt>
                <c:pt idx="553">
                  <c:v>3.25</c:v>
                </c:pt>
                <c:pt idx="554">
                  <c:v>3.25</c:v>
                </c:pt>
                <c:pt idx="555">
                  <c:v>3.25</c:v>
                </c:pt>
                <c:pt idx="556">
                  <c:v>3.25</c:v>
                </c:pt>
                <c:pt idx="557">
                  <c:v>3.25</c:v>
                </c:pt>
                <c:pt idx="558">
                  <c:v>3.25</c:v>
                </c:pt>
                <c:pt idx="559">
                  <c:v>3.25</c:v>
                </c:pt>
                <c:pt idx="560">
                  <c:v>3.25</c:v>
                </c:pt>
                <c:pt idx="561">
                  <c:v>3.25</c:v>
                </c:pt>
                <c:pt idx="562">
                  <c:v>3.25</c:v>
                </c:pt>
                <c:pt idx="563">
                  <c:v>3.25</c:v>
                </c:pt>
                <c:pt idx="564">
                  <c:v>3.25</c:v>
                </c:pt>
                <c:pt idx="565">
                  <c:v>3.25</c:v>
                </c:pt>
                <c:pt idx="566">
                  <c:v>3.25</c:v>
                </c:pt>
                <c:pt idx="567">
                  <c:v>3.25</c:v>
                </c:pt>
                <c:pt idx="568">
                  <c:v>3.25</c:v>
                </c:pt>
                <c:pt idx="569">
                  <c:v>3.25</c:v>
                </c:pt>
                <c:pt idx="570">
                  <c:v>3.25</c:v>
                </c:pt>
                <c:pt idx="571">
                  <c:v>3.25</c:v>
                </c:pt>
                <c:pt idx="572">
                  <c:v>3.25</c:v>
                </c:pt>
                <c:pt idx="573">
                  <c:v>3.25</c:v>
                </c:pt>
                <c:pt idx="574">
                  <c:v>3.25</c:v>
                </c:pt>
                <c:pt idx="575">
                  <c:v>3.25</c:v>
                </c:pt>
                <c:pt idx="576">
                  <c:v>3.25</c:v>
                </c:pt>
                <c:pt idx="577">
                  <c:v>3.25</c:v>
                </c:pt>
                <c:pt idx="578">
                  <c:v>3.25</c:v>
                </c:pt>
                <c:pt idx="579">
                  <c:v>3.25</c:v>
                </c:pt>
                <c:pt idx="580">
                  <c:v>3.25</c:v>
                </c:pt>
                <c:pt idx="581">
                  <c:v>3.25</c:v>
                </c:pt>
                <c:pt idx="582">
                  <c:v>3.25</c:v>
                </c:pt>
                <c:pt idx="583">
                  <c:v>3.25</c:v>
                </c:pt>
                <c:pt idx="584">
                  <c:v>3.25</c:v>
                </c:pt>
                <c:pt idx="585">
                  <c:v>3.25</c:v>
                </c:pt>
                <c:pt idx="586">
                  <c:v>3.25</c:v>
                </c:pt>
                <c:pt idx="587">
                  <c:v>3.25</c:v>
                </c:pt>
                <c:pt idx="588">
                  <c:v>3.25</c:v>
                </c:pt>
                <c:pt idx="589">
                  <c:v>3.25</c:v>
                </c:pt>
                <c:pt idx="590">
                  <c:v>3.25</c:v>
                </c:pt>
                <c:pt idx="591">
                  <c:v>3.25</c:v>
                </c:pt>
                <c:pt idx="592">
                  <c:v>3.25</c:v>
                </c:pt>
                <c:pt idx="593">
                  <c:v>3.25</c:v>
                </c:pt>
                <c:pt idx="594">
                  <c:v>3.25</c:v>
                </c:pt>
                <c:pt idx="595">
                  <c:v>3.25</c:v>
                </c:pt>
                <c:pt idx="596">
                  <c:v>3.25</c:v>
                </c:pt>
                <c:pt idx="597">
                  <c:v>3.25</c:v>
                </c:pt>
                <c:pt idx="598">
                  <c:v>3.25</c:v>
                </c:pt>
                <c:pt idx="599">
                  <c:v>3.25</c:v>
                </c:pt>
                <c:pt idx="600">
                  <c:v>3.25</c:v>
                </c:pt>
                <c:pt idx="601">
                  <c:v>3.25</c:v>
                </c:pt>
                <c:pt idx="602">
                  <c:v>3.25</c:v>
                </c:pt>
                <c:pt idx="603">
                  <c:v>3.25</c:v>
                </c:pt>
                <c:pt idx="604">
                  <c:v>3.25</c:v>
                </c:pt>
                <c:pt idx="605">
                  <c:v>3.25</c:v>
                </c:pt>
                <c:pt idx="606">
                  <c:v>3.25</c:v>
                </c:pt>
                <c:pt idx="607">
                  <c:v>3.25</c:v>
                </c:pt>
                <c:pt idx="608">
                  <c:v>3.25</c:v>
                </c:pt>
                <c:pt idx="609">
                  <c:v>3.25</c:v>
                </c:pt>
                <c:pt idx="610">
                  <c:v>3.25</c:v>
                </c:pt>
                <c:pt idx="611">
                  <c:v>3.25</c:v>
                </c:pt>
                <c:pt idx="612">
                  <c:v>3.25</c:v>
                </c:pt>
                <c:pt idx="613">
                  <c:v>3.25</c:v>
                </c:pt>
                <c:pt idx="614">
                  <c:v>3.25</c:v>
                </c:pt>
                <c:pt idx="615">
                  <c:v>3.25</c:v>
                </c:pt>
                <c:pt idx="616">
                  <c:v>3.25</c:v>
                </c:pt>
                <c:pt idx="617">
                  <c:v>3.25</c:v>
                </c:pt>
                <c:pt idx="618">
                  <c:v>3.25</c:v>
                </c:pt>
                <c:pt idx="619">
                  <c:v>3.25</c:v>
                </c:pt>
                <c:pt idx="620">
                  <c:v>3.25</c:v>
                </c:pt>
                <c:pt idx="621">
                  <c:v>3.25</c:v>
                </c:pt>
                <c:pt idx="622">
                  <c:v>3.25</c:v>
                </c:pt>
                <c:pt idx="623">
                  <c:v>3.25</c:v>
                </c:pt>
                <c:pt idx="624">
                  <c:v>3.25</c:v>
                </c:pt>
                <c:pt idx="625">
                  <c:v>3.25</c:v>
                </c:pt>
                <c:pt idx="626">
                  <c:v>3.25</c:v>
                </c:pt>
                <c:pt idx="627">
                  <c:v>3.25</c:v>
                </c:pt>
                <c:pt idx="628">
                  <c:v>3.25</c:v>
                </c:pt>
                <c:pt idx="629">
                  <c:v>3.25</c:v>
                </c:pt>
                <c:pt idx="630">
                  <c:v>3.25</c:v>
                </c:pt>
                <c:pt idx="631">
                  <c:v>3.25</c:v>
                </c:pt>
                <c:pt idx="632">
                  <c:v>3.25</c:v>
                </c:pt>
                <c:pt idx="633">
                  <c:v>3.25</c:v>
                </c:pt>
                <c:pt idx="634">
                  <c:v>3.25</c:v>
                </c:pt>
                <c:pt idx="635">
                  <c:v>3.25</c:v>
                </c:pt>
                <c:pt idx="636">
                  <c:v>3.25</c:v>
                </c:pt>
                <c:pt idx="637">
                  <c:v>3.25</c:v>
                </c:pt>
                <c:pt idx="638">
                  <c:v>3.25</c:v>
                </c:pt>
                <c:pt idx="639">
                  <c:v>3.25</c:v>
                </c:pt>
                <c:pt idx="640">
                  <c:v>3.25</c:v>
                </c:pt>
                <c:pt idx="641">
                  <c:v>3.25</c:v>
                </c:pt>
                <c:pt idx="642">
                  <c:v>3.25</c:v>
                </c:pt>
                <c:pt idx="643">
                  <c:v>3.25</c:v>
                </c:pt>
                <c:pt idx="644">
                  <c:v>3.25</c:v>
                </c:pt>
                <c:pt idx="645">
                  <c:v>3.25</c:v>
                </c:pt>
                <c:pt idx="646">
                  <c:v>3.25</c:v>
                </c:pt>
                <c:pt idx="647">
                  <c:v>3.25</c:v>
                </c:pt>
                <c:pt idx="648">
                  <c:v>3.25</c:v>
                </c:pt>
                <c:pt idx="649">
                  <c:v>3.25</c:v>
                </c:pt>
                <c:pt idx="650">
                  <c:v>3.25</c:v>
                </c:pt>
                <c:pt idx="651">
                  <c:v>3.25</c:v>
                </c:pt>
                <c:pt idx="652">
                  <c:v>3.25</c:v>
                </c:pt>
                <c:pt idx="653">
                  <c:v>3.25</c:v>
                </c:pt>
                <c:pt idx="654">
                  <c:v>3.25</c:v>
                </c:pt>
                <c:pt idx="655">
                  <c:v>3.25</c:v>
                </c:pt>
                <c:pt idx="656">
                  <c:v>3.25</c:v>
                </c:pt>
                <c:pt idx="657">
                  <c:v>3.25</c:v>
                </c:pt>
                <c:pt idx="658">
                  <c:v>3.25</c:v>
                </c:pt>
                <c:pt idx="659">
                  <c:v>3.25</c:v>
                </c:pt>
                <c:pt idx="660">
                  <c:v>3.25</c:v>
                </c:pt>
                <c:pt idx="661">
                  <c:v>3.25</c:v>
                </c:pt>
                <c:pt idx="662">
                  <c:v>3.25</c:v>
                </c:pt>
                <c:pt idx="663">
                  <c:v>3.25</c:v>
                </c:pt>
                <c:pt idx="664">
                  <c:v>3.25</c:v>
                </c:pt>
                <c:pt idx="665">
                  <c:v>3.25</c:v>
                </c:pt>
                <c:pt idx="666">
                  <c:v>3.25</c:v>
                </c:pt>
                <c:pt idx="667">
                  <c:v>3.25</c:v>
                </c:pt>
                <c:pt idx="668">
                  <c:v>3.25</c:v>
                </c:pt>
                <c:pt idx="669">
                  <c:v>3.25</c:v>
                </c:pt>
                <c:pt idx="670">
                  <c:v>3.25</c:v>
                </c:pt>
                <c:pt idx="671">
                  <c:v>3.25</c:v>
                </c:pt>
                <c:pt idx="672">
                  <c:v>3.25</c:v>
                </c:pt>
                <c:pt idx="673">
                  <c:v>3.25</c:v>
                </c:pt>
                <c:pt idx="674">
                  <c:v>3.25</c:v>
                </c:pt>
                <c:pt idx="675">
                  <c:v>3.25</c:v>
                </c:pt>
                <c:pt idx="676">
                  <c:v>3.25</c:v>
                </c:pt>
                <c:pt idx="677">
                  <c:v>3.25</c:v>
                </c:pt>
                <c:pt idx="678">
                  <c:v>3.25</c:v>
                </c:pt>
                <c:pt idx="679">
                  <c:v>3.25</c:v>
                </c:pt>
                <c:pt idx="680">
                  <c:v>3.25</c:v>
                </c:pt>
                <c:pt idx="681">
                  <c:v>3.25</c:v>
                </c:pt>
                <c:pt idx="682">
                  <c:v>3.25</c:v>
                </c:pt>
                <c:pt idx="683">
                  <c:v>3.25</c:v>
                </c:pt>
                <c:pt idx="684">
                  <c:v>3.25</c:v>
                </c:pt>
                <c:pt idx="685">
                  <c:v>3.25</c:v>
                </c:pt>
                <c:pt idx="686">
                  <c:v>3.25</c:v>
                </c:pt>
                <c:pt idx="687">
                  <c:v>3.25</c:v>
                </c:pt>
                <c:pt idx="688">
                  <c:v>3.25</c:v>
                </c:pt>
                <c:pt idx="689">
                  <c:v>3.25</c:v>
                </c:pt>
                <c:pt idx="690">
                  <c:v>3.25</c:v>
                </c:pt>
                <c:pt idx="691">
                  <c:v>3.25</c:v>
                </c:pt>
                <c:pt idx="692">
                  <c:v>3.25</c:v>
                </c:pt>
                <c:pt idx="693">
                  <c:v>3.25</c:v>
                </c:pt>
                <c:pt idx="694">
                  <c:v>3.25</c:v>
                </c:pt>
                <c:pt idx="695">
                  <c:v>3.25</c:v>
                </c:pt>
                <c:pt idx="696">
                  <c:v>3.25</c:v>
                </c:pt>
                <c:pt idx="697">
                  <c:v>3.25</c:v>
                </c:pt>
                <c:pt idx="698">
                  <c:v>3.25</c:v>
                </c:pt>
                <c:pt idx="699">
                  <c:v>3.25</c:v>
                </c:pt>
                <c:pt idx="700">
                  <c:v>3.25</c:v>
                </c:pt>
                <c:pt idx="701">
                  <c:v>3.25</c:v>
                </c:pt>
                <c:pt idx="702">
                  <c:v>3.25</c:v>
                </c:pt>
                <c:pt idx="703">
                  <c:v>3.25</c:v>
                </c:pt>
                <c:pt idx="704">
                  <c:v>3.25</c:v>
                </c:pt>
                <c:pt idx="705">
                  <c:v>3.25</c:v>
                </c:pt>
                <c:pt idx="706">
                  <c:v>3.25</c:v>
                </c:pt>
                <c:pt idx="707">
                  <c:v>3.25</c:v>
                </c:pt>
                <c:pt idx="708">
                  <c:v>3.25</c:v>
                </c:pt>
                <c:pt idx="709">
                  <c:v>3.25</c:v>
                </c:pt>
                <c:pt idx="710">
                  <c:v>3.25</c:v>
                </c:pt>
                <c:pt idx="711">
                  <c:v>3.25</c:v>
                </c:pt>
                <c:pt idx="712">
                  <c:v>3.25</c:v>
                </c:pt>
                <c:pt idx="713">
                  <c:v>3.25</c:v>
                </c:pt>
                <c:pt idx="714">
                  <c:v>3.25</c:v>
                </c:pt>
                <c:pt idx="715">
                  <c:v>3.25</c:v>
                </c:pt>
                <c:pt idx="716">
                  <c:v>3.25</c:v>
                </c:pt>
                <c:pt idx="717">
                  <c:v>3.25</c:v>
                </c:pt>
                <c:pt idx="718">
                  <c:v>3.25</c:v>
                </c:pt>
                <c:pt idx="719">
                  <c:v>3.25</c:v>
                </c:pt>
                <c:pt idx="720">
                  <c:v>3.25</c:v>
                </c:pt>
                <c:pt idx="721">
                  <c:v>3.25</c:v>
                </c:pt>
                <c:pt idx="722">
                  <c:v>3.25</c:v>
                </c:pt>
                <c:pt idx="723">
                  <c:v>3.25</c:v>
                </c:pt>
                <c:pt idx="724">
                  <c:v>3.25</c:v>
                </c:pt>
                <c:pt idx="725">
                  <c:v>3.25</c:v>
                </c:pt>
                <c:pt idx="726">
                  <c:v>3.25</c:v>
                </c:pt>
                <c:pt idx="727">
                  <c:v>3.25</c:v>
                </c:pt>
                <c:pt idx="728">
                  <c:v>3.25</c:v>
                </c:pt>
                <c:pt idx="729">
                  <c:v>3.25</c:v>
                </c:pt>
                <c:pt idx="730">
                  <c:v>3.25</c:v>
                </c:pt>
                <c:pt idx="731">
                  <c:v>3.25</c:v>
                </c:pt>
                <c:pt idx="732">
                  <c:v>3.25</c:v>
                </c:pt>
                <c:pt idx="733">
                  <c:v>3.25</c:v>
                </c:pt>
                <c:pt idx="734">
                  <c:v>3.25</c:v>
                </c:pt>
                <c:pt idx="735">
                  <c:v>3.25</c:v>
                </c:pt>
                <c:pt idx="736">
                  <c:v>3.25</c:v>
                </c:pt>
                <c:pt idx="737">
                  <c:v>3.25</c:v>
                </c:pt>
                <c:pt idx="738">
                  <c:v>3.25</c:v>
                </c:pt>
                <c:pt idx="739">
                  <c:v>3.25</c:v>
                </c:pt>
                <c:pt idx="740">
                  <c:v>3.25</c:v>
                </c:pt>
                <c:pt idx="741">
                  <c:v>3.25</c:v>
                </c:pt>
                <c:pt idx="742">
                  <c:v>3.25</c:v>
                </c:pt>
                <c:pt idx="743">
                  <c:v>3.25</c:v>
                </c:pt>
                <c:pt idx="744">
                  <c:v>3.25</c:v>
                </c:pt>
                <c:pt idx="745">
                  <c:v>3.25</c:v>
                </c:pt>
                <c:pt idx="746">
                  <c:v>3.25</c:v>
                </c:pt>
                <c:pt idx="747">
                  <c:v>3.25</c:v>
                </c:pt>
                <c:pt idx="748">
                  <c:v>3.25</c:v>
                </c:pt>
                <c:pt idx="749">
                  <c:v>3.25</c:v>
                </c:pt>
                <c:pt idx="750">
                  <c:v>3.25</c:v>
                </c:pt>
                <c:pt idx="751">
                  <c:v>3.25</c:v>
                </c:pt>
                <c:pt idx="752">
                  <c:v>3.25</c:v>
                </c:pt>
                <c:pt idx="753">
                  <c:v>3.25</c:v>
                </c:pt>
                <c:pt idx="754">
                  <c:v>3.25</c:v>
                </c:pt>
                <c:pt idx="755">
                  <c:v>3.25</c:v>
                </c:pt>
                <c:pt idx="756">
                  <c:v>3.25</c:v>
                </c:pt>
                <c:pt idx="757">
                  <c:v>3.25</c:v>
                </c:pt>
                <c:pt idx="758">
                  <c:v>3.25</c:v>
                </c:pt>
                <c:pt idx="759">
                  <c:v>3.25</c:v>
                </c:pt>
                <c:pt idx="760">
                  <c:v>3.25</c:v>
                </c:pt>
                <c:pt idx="761">
                  <c:v>3.25</c:v>
                </c:pt>
                <c:pt idx="762">
                  <c:v>3.25</c:v>
                </c:pt>
                <c:pt idx="763">
                  <c:v>2.75</c:v>
                </c:pt>
                <c:pt idx="764">
                  <c:v>2.75</c:v>
                </c:pt>
                <c:pt idx="765">
                  <c:v>2.75</c:v>
                </c:pt>
                <c:pt idx="766">
                  <c:v>2.75</c:v>
                </c:pt>
                <c:pt idx="767">
                  <c:v>2.75</c:v>
                </c:pt>
                <c:pt idx="768">
                  <c:v>2.75</c:v>
                </c:pt>
                <c:pt idx="769">
                  <c:v>2.75</c:v>
                </c:pt>
                <c:pt idx="770">
                  <c:v>2.75</c:v>
                </c:pt>
                <c:pt idx="771">
                  <c:v>2.75</c:v>
                </c:pt>
                <c:pt idx="772">
                  <c:v>2.75</c:v>
                </c:pt>
                <c:pt idx="773">
                  <c:v>2.75</c:v>
                </c:pt>
                <c:pt idx="774">
                  <c:v>2.75</c:v>
                </c:pt>
                <c:pt idx="775">
                  <c:v>2.75</c:v>
                </c:pt>
                <c:pt idx="776">
                  <c:v>2.75</c:v>
                </c:pt>
                <c:pt idx="777">
                  <c:v>2.75</c:v>
                </c:pt>
                <c:pt idx="778">
                  <c:v>2.75</c:v>
                </c:pt>
                <c:pt idx="779">
                  <c:v>2.75</c:v>
                </c:pt>
                <c:pt idx="780">
                  <c:v>2.75</c:v>
                </c:pt>
                <c:pt idx="781">
                  <c:v>2.75</c:v>
                </c:pt>
                <c:pt idx="782">
                  <c:v>2.75</c:v>
                </c:pt>
                <c:pt idx="783">
                  <c:v>2.75</c:v>
                </c:pt>
                <c:pt idx="784">
                  <c:v>2.75</c:v>
                </c:pt>
                <c:pt idx="785">
                  <c:v>2.75</c:v>
                </c:pt>
                <c:pt idx="786">
                  <c:v>2.75</c:v>
                </c:pt>
                <c:pt idx="787">
                  <c:v>2.75</c:v>
                </c:pt>
                <c:pt idx="788">
                  <c:v>2.75</c:v>
                </c:pt>
                <c:pt idx="789">
                  <c:v>2.75</c:v>
                </c:pt>
                <c:pt idx="790">
                  <c:v>2.75</c:v>
                </c:pt>
                <c:pt idx="791">
                  <c:v>2.75</c:v>
                </c:pt>
                <c:pt idx="792">
                  <c:v>2.75</c:v>
                </c:pt>
                <c:pt idx="793">
                  <c:v>2.75</c:v>
                </c:pt>
                <c:pt idx="794">
                  <c:v>2.75</c:v>
                </c:pt>
                <c:pt idx="795">
                  <c:v>2.75</c:v>
                </c:pt>
                <c:pt idx="796">
                  <c:v>2.75</c:v>
                </c:pt>
                <c:pt idx="797">
                  <c:v>2.75</c:v>
                </c:pt>
                <c:pt idx="798">
                  <c:v>2.75</c:v>
                </c:pt>
                <c:pt idx="799">
                  <c:v>2.75</c:v>
                </c:pt>
                <c:pt idx="800">
                  <c:v>2.75</c:v>
                </c:pt>
                <c:pt idx="801">
                  <c:v>2.75</c:v>
                </c:pt>
                <c:pt idx="802">
                  <c:v>2.75</c:v>
                </c:pt>
                <c:pt idx="803">
                  <c:v>2.75</c:v>
                </c:pt>
                <c:pt idx="804">
                  <c:v>2.75</c:v>
                </c:pt>
                <c:pt idx="805">
                  <c:v>2.75</c:v>
                </c:pt>
                <c:pt idx="806">
                  <c:v>2.75</c:v>
                </c:pt>
                <c:pt idx="807">
                  <c:v>2.75</c:v>
                </c:pt>
                <c:pt idx="808">
                  <c:v>2.75</c:v>
                </c:pt>
                <c:pt idx="809">
                  <c:v>2.75</c:v>
                </c:pt>
                <c:pt idx="810">
                  <c:v>2.75</c:v>
                </c:pt>
                <c:pt idx="811">
                  <c:v>2.75</c:v>
                </c:pt>
                <c:pt idx="812">
                  <c:v>2.75</c:v>
                </c:pt>
                <c:pt idx="813">
                  <c:v>2.75</c:v>
                </c:pt>
                <c:pt idx="814">
                  <c:v>2.75</c:v>
                </c:pt>
                <c:pt idx="815">
                  <c:v>2.75</c:v>
                </c:pt>
                <c:pt idx="816">
                  <c:v>2.75</c:v>
                </c:pt>
                <c:pt idx="817">
                  <c:v>2.75</c:v>
                </c:pt>
                <c:pt idx="818">
                  <c:v>2.75</c:v>
                </c:pt>
                <c:pt idx="819">
                  <c:v>2.75</c:v>
                </c:pt>
                <c:pt idx="820">
                  <c:v>2.75</c:v>
                </c:pt>
                <c:pt idx="821">
                  <c:v>2.75</c:v>
                </c:pt>
                <c:pt idx="822">
                  <c:v>2.75</c:v>
                </c:pt>
                <c:pt idx="823">
                  <c:v>2.75</c:v>
                </c:pt>
                <c:pt idx="824">
                  <c:v>2.75</c:v>
                </c:pt>
                <c:pt idx="825">
                  <c:v>2.75</c:v>
                </c:pt>
                <c:pt idx="826">
                  <c:v>2.75</c:v>
                </c:pt>
                <c:pt idx="827">
                  <c:v>2.75</c:v>
                </c:pt>
                <c:pt idx="828">
                  <c:v>2.5</c:v>
                </c:pt>
                <c:pt idx="829">
                  <c:v>2.5</c:v>
                </c:pt>
                <c:pt idx="830">
                  <c:v>2.5</c:v>
                </c:pt>
                <c:pt idx="831">
                  <c:v>2.5</c:v>
                </c:pt>
                <c:pt idx="832">
                  <c:v>2.5</c:v>
                </c:pt>
                <c:pt idx="833">
                  <c:v>2.5</c:v>
                </c:pt>
                <c:pt idx="834">
                  <c:v>2.5</c:v>
                </c:pt>
                <c:pt idx="835">
                  <c:v>2.5</c:v>
                </c:pt>
                <c:pt idx="836">
                  <c:v>2.5</c:v>
                </c:pt>
                <c:pt idx="837">
                  <c:v>2.5</c:v>
                </c:pt>
                <c:pt idx="838">
                  <c:v>2.5</c:v>
                </c:pt>
                <c:pt idx="839">
                  <c:v>2.5</c:v>
                </c:pt>
                <c:pt idx="840">
                  <c:v>2.5</c:v>
                </c:pt>
                <c:pt idx="841">
                  <c:v>2.5</c:v>
                </c:pt>
                <c:pt idx="842">
                  <c:v>2.5</c:v>
                </c:pt>
                <c:pt idx="843">
                  <c:v>2.5</c:v>
                </c:pt>
                <c:pt idx="844">
                  <c:v>2.5</c:v>
                </c:pt>
                <c:pt idx="845">
                  <c:v>2.5</c:v>
                </c:pt>
                <c:pt idx="846">
                  <c:v>2.5</c:v>
                </c:pt>
                <c:pt idx="847">
                  <c:v>2.5</c:v>
                </c:pt>
                <c:pt idx="848">
                  <c:v>2.5</c:v>
                </c:pt>
                <c:pt idx="849">
                  <c:v>2.5</c:v>
                </c:pt>
                <c:pt idx="850">
                  <c:v>2.5</c:v>
                </c:pt>
                <c:pt idx="851">
                  <c:v>2.5</c:v>
                </c:pt>
                <c:pt idx="852">
                  <c:v>2.5</c:v>
                </c:pt>
                <c:pt idx="853">
                  <c:v>2.5</c:v>
                </c:pt>
                <c:pt idx="854">
                  <c:v>2.5</c:v>
                </c:pt>
                <c:pt idx="855">
                  <c:v>2.5</c:v>
                </c:pt>
                <c:pt idx="856">
                  <c:v>2.5</c:v>
                </c:pt>
                <c:pt idx="857">
                  <c:v>2.5</c:v>
                </c:pt>
                <c:pt idx="858">
                  <c:v>2.5</c:v>
                </c:pt>
                <c:pt idx="859">
                  <c:v>2.5</c:v>
                </c:pt>
                <c:pt idx="860">
                  <c:v>2.5</c:v>
                </c:pt>
                <c:pt idx="861">
                  <c:v>2.5</c:v>
                </c:pt>
                <c:pt idx="862">
                  <c:v>2.5</c:v>
                </c:pt>
                <c:pt idx="863">
                  <c:v>2.5</c:v>
                </c:pt>
                <c:pt idx="864">
                  <c:v>2.5</c:v>
                </c:pt>
                <c:pt idx="865">
                  <c:v>2.5</c:v>
                </c:pt>
                <c:pt idx="866">
                  <c:v>2.5</c:v>
                </c:pt>
                <c:pt idx="867">
                  <c:v>2.5</c:v>
                </c:pt>
                <c:pt idx="868">
                  <c:v>2.5</c:v>
                </c:pt>
                <c:pt idx="869">
                  <c:v>2.5</c:v>
                </c:pt>
                <c:pt idx="870">
                  <c:v>2.5</c:v>
                </c:pt>
                <c:pt idx="871">
                  <c:v>2.5</c:v>
                </c:pt>
                <c:pt idx="872">
                  <c:v>2.5</c:v>
                </c:pt>
                <c:pt idx="873">
                  <c:v>2.5</c:v>
                </c:pt>
                <c:pt idx="874">
                  <c:v>2.5</c:v>
                </c:pt>
                <c:pt idx="875">
                  <c:v>2.5</c:v>
                </c:pt>
                <c:pt idx="876">
                  <c:v>2.5</c:v>
                </c:pt>
                <c:pt idx="877">
                  <c:v>2.5</c:v>
                </c:pt>
                <c:pt idx="878">
                  <c:v>2.5</c:v>
                </c:pt>
                <c:pt idx="879">
                  <c:v>2.5</c:v>
                </c:pt>
                <c:pt idx="880">
                  <c:v>2.5</c:v>
                </c:pt>
                <c:pt idx="881">
                  <c:v>2.5</c:v>
                </c:pt>
                <c:pt idx="882">
                  <c:v>2.5</c:v>
                </c:pt>
                <c:pt idx="883">
                  <c:v>2.5</c:v>
                </c:pt>
                <c:pt idx="884">
                  <c:v>2.5</c:v>
                </c:pt>
                <c:pt idx="885">
                  <c:v>2.5</c:v>
                </c:pt>
                <c:pt idx="886">
                  <c:v>2.5</c:v>
                </c:pt>
                <c:pt idx="887">
                  <c:v>2.5</c:v>
                </c:pt>
                <c:pt idx="888">
                  <c:v>2.5</c:v>
                </c:pt>
                <c:pt idx="889">
                  <c:v>2.5</c:v>
                </c:pt>
                <c:pt idx="890">
                  <c:v>2.5</c:v>
                </c:pt>
                <c:pt idx="891">
                  <c:v>2.5</c:v>
                </c:pt>
                <c:pt idx="892">
                  <c:v>2.5</c:v>
                </c:pt>
                <c:pt idx="893">
                  <c:v>2</c:v>
                </c:pt>
                <c:pt idx="894">
                  <c:v>2</c:v>
                </c:pt>
                <c:pt idx="895">
                  <c:v>2</c:v>
                </c:pt>
                <c:pt idx="896">
                  <c:v>2</c:v>
                </c:pt>
                <c:pt idx="897">
                  <c:v>2</c:v>
                </c:pt>
                <c:pt idx="898">
                  <c:v>2</c:v>
                </c:pt>
                <c:pt idx="899">
                  <c:v>2</c:v>
                </c:pt>
                <c:pt idx="900">
                  <c:v>2</c:v>
                </c:pt>
                <c:pt idx="901">
                  <c:v>2</c:v>
                </c:pt>
                <c:pt idx="902">
                  <c:v>2</c:v>
                </c:pt>
                <c:pt idx="903">
                  <c:v>2</c:v>
                </c:pt>
                <c:pt idx="904">
                  <c:v>2</c:v>
                </c:pt>
                <c:pt idx="905">
                  <c:v>2</c:v>
                </c:pt>
                <c:pt idx="906">
                  <c:v>2</c:v>
                </c:pt>
                <c:pt idx="907">
                  <c:v>2</c:v>
                </c:pt>
                <c:pt idx="908">
                  <c:v>2</c:v>
                </c:pt>
                <c:pt idx="909">
                  <c:v>2</c:v>
                </c:pt>
                <c:pt idx="910">
                  <c:v>2</c:v>
                </c:pt>
                <c:pt idx="911">
                  <c:v>2</c:v>
                </c:pt>
                <c:pt idx="912">
                  <c:v>2</c:v>
                </c:pt>
                <c:pt idx="913">
                  <c:v>2</c:v>
                </c:pt>
                <c:pt idx="914">
                  <c:v>2</c:v>
                </c:pt>
                <c:pt idx="915">
                  <c:v>2</c:v>
                </c:pt>
                <c:pt idx="916">
                  <c:v>2</c:v>
                </c:pt>
                <c:pt idx="917">
                  <c:v>2</c:v>
                </c:pt>
                <c:pt idx="918">
                  <c:v>2</c:v>
                </c:pt>
                <c:pt idx="919">
                  <c:v>2</c:v>
                </c:pt>
                <c:pt idx="920">
                  <c:v>2</c:v>
                </c:pt>
                <c:pt idx="921">
                  <c:v>2</c:v>
                </c:pt>
                <c:pt idx="922">
                  <c:v>2</c:v>
                </c:pt>
                <c:pt idx="923">
                  <c:v>2</c:v>
                </c:pt>
                <c:pt idx="924">
                  <c:v>2</c:v>
                </c:pt>
                <c:pt idx="925">
                  <c:v>2</c:v>
                </c:pt>
                <c:pt idx="926">
                  <c:v>2</c:v>
                </c:pt>
                <c:pt idx="927">
                  <c:v>2</c:v>
                </c:pt>
                <c:pt idx="928">
                  <c:v>2</c:v>
                </c:pt>
                <c:pt idx="929">
                  <c:v>2</c:v>
                </c:pt>
                <c:pt idx="930">
                  <c:v>2</c:v>
                </c:pt>
                <c:pt idx="931">
                  <c:v>2</c:v>
                </c:pt>
                <c:pt idx="932">
                  <c:v>2</c:v>
                </c:pt>
                <c:pt idx="933">
                  <c:v>2</c:v>
                </c:pt>
                <c:pt idx="934">
                  <c:v>2</c:v>
                </c:pt>
                <c:pt idx="935">
                  <c:v>2</c:v>
                </c:pt>
                <c:pt idx="936">
                  <c:v>2</c:v>
                </c:pt>
                <c:pt idx="937">
                  <c:v>2</c:v>
                </c:pt>
                <c:pt idx="938">
                  <c:v>2</c:v>
                </c:pt>
                <c:pt idx="939">
                  <c:v>2</c:v>
                </c:pt>
                <c:pt idx="940">
                  <c:v>2</c:v>
                </c:pt>
                <c:pt idx="941">
                  <c:v>2</c:v>
                </c:pt>
                <c:pt idx="942">
                  <c:v>2</c:v>
                </c:pt>
                <c:pt idx="943">
                  <c:v>2</c:v>
                </c:pt>
                <c:pt idx="944">
                  <c:v>2</c:v>
                </c:pt>
                <c:pt idx="945">
                  <c:v>2</c:v>
                </c:pt>
                <c:pt idx="946">
                  <c:v>2</c:v>
                </c:pt>
                <c:pt idx="947">
                  <c:v>2</c:v>
                </c:pt>
                <c:pt idx="948">
                  <c:v>2</c:v>
                </c:pt>
                <c:pt idx="949">
                  <c:v>2</c:v>
                </c:pt>
                <c:pt idx="950">
                  <c:v>2</c:v>
                </c:pt>
                <c:pt idx="951">
                  <c:v>2</c:v>
                </c:pt>
                <c:pt idx="952">
                  <c:v>2</c:v>
                </c:pt>
                <c:pt idx="953">
                  <c:v>2</c:v>
                </c:pt>
                <c:pt idx="954">
                  <c:v>2</c:v>
                </c:pt>
                <c:pt idx="955">
                  <c:v>2</c:v>
                </c:pt>
                <c:pt idx="956">
                  <c:v>2</c:v>
                </c:pt>
                <c:pt idx="957">
                  <c:v>2</c:v>
                </c:pt>
                <c:pt idx="958">
                  <c:v>2</c:v>
                </c:pt>
                <c:pt idx="959">
                  <c:v>2</c:v>
                </c:pt>
                <c:pt idx="960">
                  <c:v>2</c:v>
                </c:pt>
                <c:pt idx="961">
                  <c:v>2</c:v>
                </c:pt>
                <c:pt idx="962">
                  <c:v>2</c:v>
                </c:pt>
                <c:pt idx="963">
                  <c:v>2</c:v>
                </c:pt>
                <c:pt idx="964">
                  <c:v>2</c:v>
                </c:pt>
                <c:pt idx="965">
                  <c:v>2</c:v>
                </c:pt>
                <c:pt idx="966">
                  <c:v>2</c:v>
                </c:pt>
                <c:pt idx="967">
                  <c:v>2</c:v>
                </c:pt>
                <c:pt idx="968">
                  <c:v>2</c:v>
                </c:pt>
                <c:pt idx="969">
                  <c:v>2</c:v>
                </c:pt>
                <c:pt idx="970">
                  <c:v>2</c:v>
                </c:pt>
                <c:pt idx="971">
                  <c:v>2</c:v>
                </c:pt>
                <c:pt idx="972">
                  <c:v>2</c:v>
                </c:pt>
                <c:pt idx="973">
                  <c:v>2</c:v>
                </c:pt>
                <c:pt idx="974">
                  <c:v>2</c:v>
                </c:pt>
                <c:pt idx="975">
                  <c:v>2</c:v>
                </c:pt>
                <c:pt idx="976">
                  <c:v>2</c:v>
                </c:pt>
                <c:pt idx="977">
                  <c:v>2</c:v>
                </c:pt>
                <c:pt idx="978">
                  <c:v>2</c:v>
                </c:pt>
                <c:pt idx="979">
                  <c:v>2</c:v>
                </c:pt>
                <c:pt idx="980">
                  <c:v>2</c:v>
                </c:pt>
                <c:pt idx="981">
                  <c:v>2</c:v>
                </c:pt>
                <c:pt idx="982">
                  <c:v>2</c:v>
                </c:pt>
                <c:pt idx="983">
                  <c:v>2</c:v>
                </c:pt>
                <c:pt idx="984">
                  <c:v>2</c:v>
                </c:pt>
                <c:pt idx="985">
                  <c:v>2</c:v>
                </c:pt>
                <c:pt idx="986">
                  <c:v>2</c:v>
                </c:pt>
                <c:pt idx="987">
                  <c:v>2</c:v>
                </c:pt>
                <c:pt idx="988">
                  <c:v>2</c:v>
                </c:pt>
                <c:pt idx="989">
                  <c:v>2</c:v>
                </c:pt>
                <c:pt idx="990">
                  <c:v>2</c:v>
                </c:pt>
                <c:pt idx="991">
                  <c:v>2</c:v>
                </c:pt>
                <c:pt idx="992">
                  <c:v>2</c:v>
                </c:pt>
                <c:pt idx="993">
                  <c:v>2</c:v>
                </c:pt>
                <c:pt idx="994">
                  <c:v>2</c:v>
                </c:pt>
                <c:pt idx="995">
                  <c:v>2</c:v>
                </c:pt>
                <c:pt idx="996">
                  <c:v>2</c:v>
                </c:pt>
                <c:pt idx="997">
                  <c:v>2</c:v>
                </c:pt>
                <c:pt idx="998">
                  <c:v>2</c:v>
                </c:pt>
                <c:pt idx="999">
                  <c:v>2</c:v>
                </c:pt>
                <c:pt idx="1000">
                  <c:v>2</c:v>
                </c:pt>
                <c:pt idx="1001">
                  <c:v>2</c:v>
                </c:pt>
                <c:pt idx="1002">
                  <c:v>2</c:v>
                </c:pt>
                <c:pt idx="1003">
                  <c:v>2</c:v>
                </c:pt>
                <c:pt idx="1004">
                  <c:v>2</c:v>
                </c:pt>
                <c:pt idx="1005">
                  <c:v>2</c:v>
                </c:pt>
                <c:pt idx="1006">
                  <c:v>2</c:v>
                </c:pt>
                <c:pt idx="1007">
                  <c:v>2</c:v>
                </c:pt>
                <c:pt idx="1008">
                  <c:v>2</c:v>
                </c:pt>
                <c:pt idx="1009">
                  <c:v>2</c:v>
                </c:pt>
                <c:pt idx="1010">
                  <c:v>2</c:v>
                </c:pt>
                <c:pt idx="1011">
                  <c:v>2</c:v>
                </c:pt>
                <c:pt idx="1012">
                  <c:v>2</c:v>
                </c:pt>
                <c:pt idx="1013">
                  <c:v>2</c:v>
                </c:pt>
                <c:pt idx="1014">
                  <c:v>2</c:v>
                </c:pt>
                <c:pt idx="1015">
                  <c:v>2</c:v>
                </c:pt>
                <c:pt idx="1016">
                  <c:v>2</c:v>
                </c:pt>
                <c:pt idx="1017">
                  <c:v>2</c:v>
                </c:pt>
                <c:pt idx="1018">
                  <c:v>2</c:v>
                </c:pt>
                <c:pt idx="1019">
                  <c:v>2</c:v>
                </c:pt>
                <c:pt idx="1020">
                  <c:v>2</c:v>
                </c:pt>
                <c:pt idx="1021">
                  <c:v>2</c:v>
                </c:pt>
                <c:pt idx="1022">
                  <c:v>2</c:v>
                </c:pt>
                <c:pt idx="1023">
                  <c:v>2</c:v>
                </c:pt>
                <c:pt idx="1024">
                  <c:v>2</c:v>
                </c:pt>
                <c:pt idx="1025">
                  <c:v>2</c:v>
                </c:pt>
                <c:pt idx="1026">
                  <c:v>2</c:v>
                </c:pt>
                <c:pt idx="1027">
                  <c:v>2</c:v>
                </c:pt>
                <c:pt idx="1028">
                  <c:v>2</c:v>
                </c:pt>
                <c:pt idx="1029">
                  <c:v>2</c:v>
                </c:pt>
                <c:pt idx="1030">
                  <c:v>2</c:v>
                </c:pt>
                <c:pt idx="1031">
                  <c:v>2</c:v>
                </c:pt>
                <c:pt idx="1032">
                  <c:v>2</c:v>
                </c:pt>
                <c:pt idx="1033">
                  <c:v>2</c:v>
                </c:pt>
                <c:pt idx="1034">
                  <c:v>2</c:v>
                </c:pt>
                <c:pt idx="1035">
                  <c:v>2</c:v>
                </c:pt>
                <c:pt idx="1036">
                  <c:v>2</c:v>
                </c:pt>
                <c:pt idx="1037">
                  <c:v>2</c:v>
                </c:pt>
                <c:pt idx="1038">
                  <c:v>2</c:v>
                </c:pt>
                <c:pt idx="1039">
                  <c:v>2</c:v>
                </c:pt>
                <c:pt idx="1040">
                  <c:v>2</c:v>
                </c:pt>
                <c:pt idx="1041">
                  <c:v>2</c:v>
                </c:pt>
                <c:pt idx="1042">
                  <c:v>2</c:v>
                </c:pt>
                <c:pt idx="1043">
                  <c:v>2</c:v>
                </c:pt>
                <c:pt idx="1044">
                  <c:v>2</c:v>
                </c:pt>
                <c:pt idx="1045">
                  <c:v>2</c:v>
                </c:pt>
                <c:pt idx="1046">
                  <c:v>2</c:v>
                </c:pt>
                <c:pt idx="1047">
                  <c:v>2</c:v>
                </c:pt>
                <c:pt idx="1048">
                  <c:v>2</c:v>
                </c:pt>
                <c:pt idx="1049">
                  <c:v>2</c:v>
                </c:pt>
                <c:pt idx="1050">
                  <c:v>2</c:v>
                </c:pt>
                <c:pt idx="1051">
                  <c:v>2</c:v>
                </c:pt>
                <c:pt idx="1052">
                  <c:v>2</c:v>
                </c:pt>
                <c:pt idx="1053">
                  <c:v>2</c:v>
                </c:pt>
                <c:pt idx="1054">
                  <c:v>2</c:v>
                </c:pt>
                <c:pt idx="1055">
                  <c:v>2</c:v>
                </c:pt>
                <c:pt idx="1056">
                  <c:v>2</c:v>
                </c:pt>
                <c:pt idx="1057">
                  <c:v>2</c:v>
                </c:pt>
                <c:pt idx="1058">
                  <c:v>2</c:v>
                </c:pt>
                <c:pt idx="1059">
                  <c:v>2</c:v>
                </c:pt>
                <c:pt idx="1060">
                  <c:v>2</c:v>
                </c:pt>
                <c:pt idx="1061">
                  <c:v>2</c:v>
                </c:pt>
                <c:pt idx="1062">
                  <c:v>2</c:v>
                </c:pt>
                <c:pt idx="1063">
                  <c:v>2</c:v>
                </c:pt>
                <c:pt idx="1064">
                  <c:v>2</c:v>
                </c:pt>
                <c:pt idx="1065">
                  <c:v>2</c:v>
                </c:pt>
                <c:pt idx="1066">
                  <c:v>2</c:v>
                </c:pt>
                <c:pt idx="1067">
                  <c:v>2</c:v>
                </c:pt>
                <c:pt idx="1068">
                  <c:v>2</c:v>
                </c:pt>
                <c:pt idx="1069">
                  <c:v>2</c:v>
                </c:pt>
                <c:pt idx="1070">
                  <c:v>2</c:v>
                </c:pt>
                <c:pt idx="1071">
                  <c:v>2</c:v>
                </c:pt>
                <c:pt idx="1072">
                  <c:v>2</c:v>
                </c:pt>
                <c:pt idx="1073">
                  <c:v>2</c:v>
                </c:pt>
                <c:pt idx="1074">
                  <c:v>2</c:v>
                </c:pt>
                <c:pt idx="1075">
                  <c:v>2</c:v>
                </c:pt>
                <c:pt idx="1076">
                  <c:v>2</c:v>
                </c:pt>
                <c:pt idx="1077">
                  <c:v>2</c:v>
                </c:pt>
                <c:pt idx="1078">
                  <c:v>2</c:v>
                </c:pt>
                <c:pt idx="1079">
                  <c:v>2</c:v>
                </c:pt>
                <c:pt idx="1080">
                  <c:v>2</c:v>
                </c:pt>
                <c:pt idx="1081">
                  <c:v>2</c:v>
                </c:pt>
                <c:pt idx="1082">
                  <c:v>2</c:v>
                </c:pt>
                <c:pt idx="1083">
                  <c:v>2</c:v>
                </c:pt>
                <c:pt idx="1084">
                  <c:v>2</c:v>
                </c:pt>
                <c:pt idx="1085">
                  <c:v>2</c:v>
                </c:pt>
                <c:pt idx="1086">
                  <c:v>2</c:v>
                </c:pt>
                <c:pt idx="1087">
                  <c:v>2</c:v>
                </c:pt>
                <c:pt idx="1088">
                  <c:v>2</c:v>
                </c:pt>
                <c:pt idx="1089">
                  <c:v>2</c:v>
                </c:pt>
                <c:pt idx="1090">
                  <c:v>2</c:v>
                </c:pt>
                <c:pt idx="1091">
                  <c:v>2</c:v>
                </c:pt>
                <c:pt idx="1092">
                  <c:v>2</c:v>
                </c:pt>
                <c:pt idx="1093">
                  <c:v>2</c:v>
                </c:pt>
                <c:pt idx="1094">
                  <c:v>2</c:v>
                </c:pt>
                <c:pt idx="1095">
                  <c:v>2</c:v>
                </c:pt>
                <c:pt idx="1096">
                  <c:v>2</c:v>
                </c:pt>
                <c:pt idx="1097">
                  <c:v>2</c:v>
                </c:pt>
                <c:pt idx="1098">
                  <c:v>2</c:v>
                </c:pt>
                <c:pt idx="1099">
                  <c:v>2</c:v>
                </c:pt>
                <c:pt idx="1100">
                  <c:v>2</c:v>
                </c:pt>
                <c:pt idx="1101">
                  <c:v>2</c:v>
                </c:pt>
                <c:pt idx="1102">
                  <c:v>2</c:v>
                </c:pt>
                <c:pt idx="1103">
                  <c:v>2</c:v>
                </c:pt>
                <c:pt idx="1104">
                  <c:v>2</c:v>
                </c:pt>
                <c:pt idx="1105">
                  <c:v>2</c:v>
                </c:pt>
                <c:pt idx="1106">
                  <c:v>2</c:v>
                </c:pt>
                <c:pt idx="1107">
                  <c:v>2</c:v>
                </c:pt>
                <c:pt idx="1108">
                  <c:v>2</c:v>
                </c:pt>
                <c:pt idx="1109">
                  <c:v>2</c:v>
                </c:pt>
                <c:pt idx="1110">
                  <c:v>2</c:v>
                </c:pt>
                <c:pt idx="1111">
                  <c:v>2</c:v>
                </c:pt>
                <c:pt idx="1112">
                  <c:v>2</c:v>
                </c:pt>
                <c:pt idx="1113">
                  <c:v>2</c:v>
                </c:pt>
                <c:pt idx="1114">
                  <c:v>2</c:v>
                </c:pt>
                <c:pt idx="1115">
                  <c:v>2</c:v>
                </c:pt>
                <c:pt idx="1116">
                  <c:v>2</c:v>
                </c:pt>
                <c:pt idx="1117">
                  <c:v>2</c:v>
                </c:pt>
                <c:pt idx="1118">
                  <c:v>2</c:v>
                </c:pt>
                <c:pt idx="1119">
                  <c:v>2</c:v>
                </c:pt>
                <c:pt idx="1120">
                  <c:v>2</c:v>
                </c:pt>
                <c:pt idx="1121">
                  <c:v>2</c:v>
                </c:pt>
                <c:pt idx="1122">
                  <c:v>2</c:v>
                </c:pt>
                <c:pt idx="1123">
                  <c:v>2</c:v>
                </c:pt>
                <c:pt idx="1124">
                  <c:v>2</c:v>
                </c:pt>
                <c:pt idx="1125">
                  <c:v>2</c:v>
                </c:pt>
                <c:pt idx="1126">
                  <c:v>2</c:v>
                </c:pt>
                <c:pt idx="1127">
                  <c:v>2</c:v>
                </c:pt>
                <c:pt idx="1128">
                  <c:v>2</c:v>
                </c:pt>
                <c:pt idx="1129">
                  <c:v>2</c:v>
                </c:pt>
                <c:pt idx="1130">
                  <c:v>2</c:v>
                </c:pt>
                <c:pt idx="1131">
                  <c:v>2</c:v>
                </c:pt>
                <c:pt idx="1132">
                  <c:v>2</c:v>
                </c:pt>
                <c:pt idx="1133">
                  <c:v>2</c:v>
                </c:pt>
                <c:pt idx="1134">
                  <c:v>2</c:v>
                </c:pt>
                <c:pt idx="1135">
                  <c:v>2</c:v>
                </c:pt>
                <c:pt idx="1136">
                  <c:v>2</c:v>
                </c:pt>
                <c:pt idx="1137">
                  <c:v>2</c:v>
                </c:pt>
                <c:pt idx="1138">
                  <c:v>2</c:v>
                </c:pt>
                <c:pt idx="1139">
                  <c:v>2</c:v>
                </c:pt>
                <c:pt idx="1140">
                  <c:v>2</c:v>
                </c:pt>
                <c:pt idx="1141">
                  <c:v>2</c:v>
                </c:pt>
                <c:pt idx="1142">
                  <c:v>2</c:v>
                </c:pt>
                <c:pt idx="1143">
                  <c:v>2</c:v>
                </c:pt>
                <c:pt idx="1144">
                  <c:v>2</c:v>
                </c:pt>
                <c:pt idx="1145">
                  <c:v>2</c:v>
                </c:pt>
                <c:pt idx="1146">
                  <c:v>2</c:v>
                </c:pt>
                <c:pt idx="1147">
                  <c:v>2</c:v>
                </c:pt>
                <c:pt idx="1148">
                  <c:v>2</c:v>
                </c:pt>
                <c:pt idx="1149">
                  <c:v>2</c:v>
                </c:pt>
                <c:pt idx="1150">
                  <c:v>2</c:v>
                </c:pt>
                <c:pt idx="1151">
                  <c:v>2</c:v>
                </c:pt>
                <c:pt idx="1152">
                  <c:v>2</c:v>
                </c:pt>
                <c:pt idx="1153">
                  <c:v>2</c:v>
                </c:pt>
                <c:pt idx="1154">
                  <c:v>2</c:v>
                </c:pt>
                <c:pt idx="1155">
                  <c:v>2</c:v>
                </c:pt>
                <c:pt idx="1156">
                  <c:v>2</c:v>
                </c:pt>
                <c:pt idx="1157">
                  <c:v>2</c:v>
                </c:pt>
                <c:pt idx="1158">
                  <c:v>2</c:v>
                </c:pt>
                <c:pt idx="1159">
                  <c:v>2</c:v>
                </c:pt>
                <c:pt idx="1160">
                  <c:v>2</c:v>
                </c:pt>
                <c:pt idx="1161">
                  <c:v>2</c:v>
                </c:pt>
                <c:pt idx="1162">
                  <c:v>2</c:v>
                </c:pt>
                <c:pt idx="1163">
                  <c:v>2</c:v>
                </c:pt>
                <c:pt idx="1164">
                  <c:v>2</c:v>
                </c:pt>
                <c:pt idx="1165">
                  <c:v>2</c:v>
                </c:pt>
                <c:pt idx="1166">
                  <c:v>2</c:v>
                </c:pt>
                <c:pt idx="1167">
                  <c:v>2</c:v>
                </c:pt>
                <c:pt idx="1168">
                  <c:v>2</c:v>
                </c:pt>
                <c:pt idx="1169">
                  <c:v>2</c:v>
                </c:pt>
                <c:pt idx="1170">
                  <c:v>2</c:v>
                </c:pt>
                <c:pt idx="1171">
                  <c:v>2</c:v>
                </c:pt>
                <c:pt idx="1172">
                  <c:v>2</c:v>
                </c:pt>
                <c:pt idx="1173">
                  <c:v>2</c:v>
                </c:pt>
                <c:pt idx="1174">
                  <c:v>2</c:v>
                </c:pt>
                <c:pt idx="1175">
                  <c:v>2</c:v>
                </c:pt>
                <c:pt idx="1176">
                  <c:v>2</c:v>
                </c:pt>
                <c:pt idx="1177">
                  <c:v>2</c:v>
                </c:pt>
                <c:pt idx="1178">
                  <c:v>2</c:v>
                </c:pt>
                <c:pt idx="1179">
                  <c:v>2</c:v>
                </c:pt>
                <c:pt idx="1180">
                  <c:v>2</c:v>
                </c:pt>
                <c:pt idx="1181">
                  <c:v>2</c:v>
                </c:pt>
                <c:pt idx="1182">
                  <c:v>2</c:v>
                </c:pt>
                <c:pt idx="1183">
                  <c:v>2</c:v>
                </c:pt>
                <c:pt idx="1184">
                  <c:v>2</c:v>
                </c:pt>
                <c:pt idx="1185">
                  <c:v>2</c:v>
                </c:pt>
                <c:pt idx="1186">
                  <c:v>2</c:v>
                </c:pt>
                <c:pt idx="1187">
                  <c:v>2</c:v>
                </c:pt>
                <c:pt idx="1188">
                  <c:v>2</c:v>
                </c:pt>
                <c:pt idx="1189">
                  <c:v>2</c:v>
                </c:pt>
                <c:pt idx="1190">
                  <c:v>2</c:v>
                </c:pt>
                <c:pt idx="1191">
                  <c:v>2</c:v>
                </c:pt>
                <c:pt idx="1192">
                  <c:v>2</c:v>
                </c:pt>
                <c:pt idx="1193">
                  <c:v>2</c:v>
                </c:pt>
                <c:pt idx="1194">
                  <c:v>2</c:v>
                </c:pt>
                <c:pt idx="1195">
                  <c:v>2</c:v>
                </c:pt>
                <c:pt idx="1196">
                  <c:v>2</c:v>
                </c:pt>
                <c:pt idx="1197">
                  <c:v>2</c:v>
                </c:pt>
                <c:pt idx="1198">
                  <c:v>2</c:v>
                </c:pt>
                <c:pt idx="1199">
                  <c:v>2</c:v>
                </c:pt>
                <c:pt idx="1200">
                  <c:v>2</c:v>
                </c:pt>
                <c:pt idx="1201">
                  <c:v>2</c:v>
                </c:pt>
                <c:pt idx="1202">
                  <c:v>2</c:v>
                </c:pt>
                <c:pt idx="1203">
                  <c:v>2</c:v>
                </c:pt>
                <c:pt idx="1204">
                  <c:v>2</c:v>
                </c:pt>
                <c:pt idx="1205">
                  <c:v>2</c:v>
                </c:pt>
                <c:pt idx="1206">
                  <c:v>2</c:v>
                </c:pt>
                <c:pt idx="1207">
                  <c:v>2</c:v>
                </c:pt>
                <c:pt idx="1208">
                  <c:v>2</c:v>
                </c:pt>
                <c:pt idx="1209">
                  <c:v>2</c:v>
                </c:pt>
                <c:pt idx="1210">
                  <c:v>2</c:v>
                </c:pt>
                <c:pt idx="1211">
                  <c:v>2</c:v>
                </c:pt>
                <c:pt idx="1212">
                  <c:v>2</c:v>
                </c:pt>
                <c:pt idx="1213">
                  <c:v>2</c:v>
                </c:pt>
                <c:pt idx="1214">
                  <c:v>2</c:v>
                </c:pt>
                <c:pt idx="1215">
                  <c:v>2</c:v>
                </c:pt>
                <c:pt idx="1216">
                  <c:v>2</c:v>
                </c:pt>
                <c:pt idx="1217">
                  <c:v>2</c:v>
                </c:pt>
                <c:pt idx="1218">
                  <c:v>2</c:v>
                </c:pt>
                <c:pt idx="1219">
                  <c:v>2</c:v>
                </c:pt>
                <c:pt idx="1220">
                  <c:v>2</c:v>
                </c:pt>
                <c:pt idx="1221">
                  <c:v>2</c:v>
                </c:pt>
                <c:pt idx="1222">
                  <c:v>2</c:v>
                </c:pt>
                <c:pt idx="1223">
                  <c:v>2</c:v>
                </c:pt>
                <c:pt idx="1224">
                  <c:v>2</c:v>
                </c:pt>
                <c:pt idx="1225">
                  <c:v>2</c:v>
                </c:pt>
                <c:pt idx="1226">
                  <c:v>2</c:v>
                </c:pt>
                <c:pt idx="1227">
                  <c:v>2</c:v>
                </c:pt>
                <c:pt idx="1228">
                  <c:v>2</c:v>
                </c:pt>
                <c:pt idx="1229">
                  <c:v>2</c:v>
                </c:pt>
                <c:pt idx="1230">
                  <c:v>2</c:v>
                </c:pt>
                <c:pt idx="1231">
                  <c:v>2</c:v>
                </c:pt>
                <c:pt idx="1232">
                  <c:v>2</c:v>
                </c:pt>
                <c:pt idx="1233">
                  <c:v>2</c:v>
                </c:pt>
                <c:pt idx="1234">
                  <c:v>2</c:v>
                </c:pt>
                <c:pt idx="1235">
                  <c:v>2</c:v>
                </c:pt>
                <c:pt idx="1236">
                  <c:v>2</c:v>
                </c:pt>
                <c:pt idx="1237">
                  <c:v>2</c:v>
                </c:pt>
                <c:pt idx="1238">
                  <c:v>2</c:v>
                </c:pt>
                <c:pt idx="1239">
                  <c:v>2</c:v>
                </c:pt>
                <c:pt idx="1240">
                  <c:v>2</c:v>
                </c:pt>
                <c:pt idx="1241">
                  <c:v>2</c:v>
                </c:pt>
                <c:pt idx="1242">
                  <c:v>2</c:v>
                </c:pt>
                <c:pt idx="1243">
                  <c:v>2</c:v>
                </c:pt>
                <c:pt idx="1244">
                  <c:v>2</c:v>
                </c:pt>
                <c:pt idx="1245">
                  <c:v>2</c:v>
                </c:pt>
                <c:pt idx="1246">
                  <c:v>2</c:v>
                </c:pt>
                <c:pt idx="1247">
                  <c:v>2</c:v>
                </c:pt>
                <c:pt idx="1248">
                  <c:v>2</c:v>
                </c:pt>
                <c:pt idx="1249">
                  <c:v>2</c:v>
                </c:pt>
                <c:pt idx="1250">
                  <c:v>2</c:v>
                </c:pt>
                <c:pt idx="1251">
                  <c:v>2</c:v>
                </c:pt>
                <c:pt idx="1252">
                  <c:v>2</c:v>
                </c:pt>
                <c:pt idx="1253">
                  <c:v>2</c:v>
                </c:pt>
                <c:pt idx="1254">
                  <c:v>2</c:v>
                </c:pt>
                <c:pt idx="1255">
                  <c:v>2</c:v>
                </c:pt>
                <c:pt idx="1256">
                  <c:v>2</c:v>
                </c:pt>
                <c:pt idx="1257">
                  <c:v>2</c:v>
                </c:pt>
                <c:pt idx="1258">
                  <c:v>2</c:v>
                </c:pt>
                <c:pt idx="1259">
                  <c:v>2</c:v>
                </c:pt>
                <c:pt idx="1260">
                  <c:v>2</c:v>
                </c:pt>
                <c:pt idx="1261">
                  <c:v>2</c:v>
                </c:pt>
                <c:pt idx="1262">
                  <c:v>2</c:v>
                </c:pt>
                <c:pt idx="1263">
                  <c:v>2</c:v>
                </c:pt>
                <c:pt idx="1264">
                  <c:v>2</c:v>
                </c:pt>
                <c:pt idx="1265">
                  <c:v>2</c:v>
                </c:pt>
                <c:pt idx="1266">
                  <c:v>2</c:v>
                </c:pt>
                <c:pt idx="1267">
                  <c:v>2</c:v>
                </c:pt>
                <c:pt idx="1268">
                  <c:v>2</c:v>
                </c:pt>
                <c:pt idx="1269">
                  <c:v>2</c:v>
                </c:pt>
                <c:pt idx="1270">
                  <c:v>2</c:v>
                </c:pt>
                <c:pt idx="1271">
                  <c:v>2</c:v>
                </c:pt>
                <c:pt idx="1272">
                  <c:v>2</c:v>
                </c:pt>
                <c:pt idx="1273">
                  <c:v>2</c:v>
                </c:pt>
                <c:pt idx="1274">
                  <c:v>2</c:v>
                </c:pt>
                <c:pt idx="1275">
                  <c:v>2</c:v>
                </c:pt>
                <c:pt idx="1276">
                  <c:v>2</c:v>
                </c:pt>
                <c:pt idx="1277">
                  <c:v>2</c:v>
                </c:pt>
                <c:pt idx="1278">
                  <c:v>2</c:v>
                </c:pt>
                <c:pt idx="1279">
                  <c:v>2</c:v>
                </c:pt>
                <c:pt idx="1280">
                  <c:v>2</c:v>
                </c:pt>
                <c:pt idx="1281">
                  <c:v>2</c:v>
                </c:pt>
                <c:pt idx="1282">
                  <c:v>2</c:v>
                </c:pt>
                <c:pt idx="1283">
                  <c:v>2</c:v>
                </c:pt>
                <c:pt idx="1284">
                  <c:v>2</c:v>
                </c:pt>
                <c:pt idx="1285">
                  <c:v>2</c:v>
                </c:pt>
                <c:pt idx="1286">
                  <c:v>2</c:v>
                </c:pt>
                <c:pt idx="1287">
                  <c:v>2</c:v>
                </c:pt>
                <c:pt idx="1288">
                  <c:v>2</c:v>
                </c:pt>
                <c:pt idx="1289">
                  <c:v>2</c:v>
                </c:pt>
                <c:pt idx="1290">
                  <c:v>2</c:v>
                </c:pt>
                <c:pt idx="1291">
                  <c:v>2</c:v>
                </c:pt>
                <c:pt idx="1292">
                  <c:v>2</c:v>
                </c:pt>
                <c:pt idx="1293">
                  <c:v>2</c:v>
                </c:pt>
                <c:pt idx="1294">
                  <c:v>2</c:v>
                </c:pt>
                <c:pt idx="1295">
                  <c:v>2</c:v>
                </c:pt>
                <c:pt idx="1296">
                  <c:v>2</c:v>
                </c:pt>
                <c:pt idx="1297">
                  <c:v>2</c:v>
                </c:pt>
                <c:pt idx="1298">
                  <c:v>2</c:v>
                </c:pt>
                <c:pt idx="1299">
                  <c:v>2</c:v>
                </c:pt>
                <c:pt idx="1300">
                  <c:v>2</c:v>
                </c:pt>
                <c:pt idx="1301">
                  <c:v>2</c:v>
                </c:pt>
                <c:pt idx="1302">
                  <c:v>2</c:v>
                </c:pt>
                <c:pt idx="1303">
                  <c:v>2</c:v>
                </c:pt>
                <c:pt idx="1304">
                  <c:v>2</c:v>
                </c:pt>
                <c:pt idx="1305">
                  <c:v>2</c:v>
                </c:pt>
                <c:pt idx="1306">
                  <c:v>2</c:v>
                </c:pt>
                <c:pt idx="1307">
                  <c:v>2</c:v>
                </c:pt>
                <c:pt idx="1308">
                  <c:v>2</c:v>
                </c:pt>
                <c:pt idx="1309">
                  <c:v>2</c:v>
                </c:pt>
                <c:pt idx="1310">
                  <c:v>2</c:v>
                </c:pt>
                <c:pt idx="1311">
                  <c:v>2</c:v>
                </c:pt>
                <c:pt idx="1312">
                  <c:v>2</c:v>
                </c:pt>
                <c:pt idx="1313">
                  <c:v>2</c:v>
                </c:pt>
                <c:pt idx="1314">
                  <c:v>2</c:v>
                </c:pt>
                <c:pt idx="1315">
                  <c:v>2</c:v>
                </c:pt>
                <c:pt idx="1316">
                  <c:v>2</c:v>
                </c:pt>
                <c:pt idx="1317">
                  <c:v>2</c:v>
                </c:pt>
                <c:pt idx="1318">
                  <c:v>2</c:v>
                </c:pt>
                <c:pt idx="1319">
                  <c:v>2</c:v>
                </c:pt>
                <c:pt idx="1320">
                  <c:v>2</c:v>
                </c:pt>
                <c:pt idx="1321">
                  <c:v>2</c:v>
                </c:pt>
                <c:pt idx="1322">
                  <c:v>2</c:v>
                </c:pt>
                <c:pt idx="1323">
                  <c:v>2</c:v>
                </c:pt>
                <c:pt idx="1324">
                  <c:v>2</c:v>
                </c:pt>
                <c:pt idx="1325">
                  <c:v>2</c:v>
                </c:pt>
                <c:pt idx="1326">
                  <c:v>2</c:v>
                </c:pt>
                <c:pt idx="1327">
                  <c:v>2</c:v>
                </c:pt>
                <c:pt idx="1328">
                  <c:v>2</c:v>
                </c:pt>
                <c:pt idx="1329">
                  <c:v>2</c:v>
                </c:pt>
                <c:pt idx="1330">
                  <c:v>2</c:v>
                </c:pt>
                <c:pt idx="1331">
                  <c:v>2</c:v>
                </c:pt>
                <c:pt idx="1332">
                  <c:v>2</c:v>
                </c:pt>
                <c:pt idx="1333">
                  <c:v>2</c:v>
                </c:pt>
                <c:pt idx="1334">
                  <c:v>2</c:v>
                </c:pt>
                <c:pt idx="1335">
                  <c:v>2</c:v>
                </c:pt>
                <c:pt idx="1336">
                  <c:v>2</c:v>
                </c:pt>
                <c:pt idx="1337">
                  <c:v>2</c:v>
                </c:pt>
                <c:pt idx="1338">
                  <c:v>2</c:v>
                </c:pt>
                <c:pt idx="1339">
                  <c:v>2</c:v>
                </c:pt>
                <c:pt idx="1340">
                  <c:v>2</c:v>
                </c:pt>
                <c:pt idx="1341">
                  <c:v>2</c:v>
                </c:pt>
                <c:pt idx="1342">
                  <c:v>2</c:v>
                </c:pt>
                <c:pt idx="1343">
                  <c:v>2</c:v>
                </c:pt>
                <c:pt idx="1344">
                  <c:v>2</c:v>
                </c:pt>
                <c:pt idx="1345">
                  <c:v>2</c:v>
                </c:pt>
                <c:pt idx="1346">
                  <c:v>2</c:v>
                </c:pt>
                <c:pt idx="1347">
                  <c:v>2</c:v>
                </c:pt>
                <c:pt idx="1348">
                  <c:v>2</c:v>
                </c:pt>
                <c:pt idx="1349">
                  <c:v>2</c:v>
                </c:pt>
                <c:pt idx="1350">
                  <c:v>2</c:v>
                </c:pt>
                <c:pt idx="1351">
                  <c:v>2</c:v>
                </c:pt>
                <c:pt idx="1352">
                  <c:v>2</c:v>
                </c:pt>
                <c:pt idx="1353">
                  <c:v>2</c:v>
                </c:pt>
                <c:pt idx="1354">
                  <c:v>2</c:v>
                </c:pt>
                <c:pt idx="1355">
                  <c:v>2</c:v>
                </c:pt>
                <c:pt idx="1356">
                  <c:v>2</c:v>
                </c:pt>
                <c:pt idx="1357">
                  <c:v>2</c:v>
                </c:pt>
                <c:pt idx="1358">
                  <c:v>2</c:v>
                </c:pt>
                <c:pt idx="1359">
                  <c:v>2</c:v>
                </c:pt>
                <c:pt idx="1360">
                  <c:v>2</c:v>
                </c:pt>
                <c:pt idx="1361">
                  <c:v>2</c:v>
                </c:pt>
                <c:pt idx="1362">
                  <c:v>2</c:v>
                </c:pt>
                <c:pt idx="1363">
                  <c:v>2</c:v>
                </c:pt>
                <c:pt idx="1364">
                  <c:v>2</c:v>
                </c:pt>
                <c:pt idx="1365">
                  <c:v>2</c:v>
                </c:pt>
                <c:pt idx="1366">
                  <c:v>2</c:v>
                </c:pt>
                <c:pt idx="1367">
                  <c:v>2</c:v>
                </c:pt>
                <c:pt idx="1368">
                  <c:v>2</c:v>
                </c:pt>
                <c:pt idx="1369">
                  <c:v>2</c:v>
                </c:pt>
                <c:pt idx="1370">
                  <c:v>2</c:v>
                </c:pt>
                <c:pt idx="1371">
                  <c:v>2</c:v>
                </c:pt>
                <c:pt idx="1372">
                  <c:v>2</c:v>
                </c:pt>
                <c:pt idx="1373">
                  <c:v>2</c:v>
                </c:pt>
                <c:pt idx="1374">
                  <c:v>2</c:v>
                </c:pt>
                <c:pt idx="1375">
                  <c:v>2</c:v>
                </c:pt>
                <c:pt idx="1376">
                  <c:v>2</c:v>
                </c:pt>
                <c:pt idx="1377">
                  <c:v>2</c:v>
                </c:pt>
                <c:pt idx="1378">
                  <c:v>2</c:v>
                </c:pt>
                <c:pt idx="1379">
                  <c:v>2</c:v>
                </c:pt>
                <c:pt idx="1380">
                  <c:v>2</c:v>
                </c:pt>
                <c:pt idx="1381">
                  <c:v>2</c:v>
                </c:pt>
                <c:pt idx="1382">
                  <c:v>2</c:v>
                </c:pt>
                <c:pt idx="1383">
                  <c:v>2</c:v>
                </c:pt>
                <c:pt idx="1384">
                  <c:v>2</c:v>
                </c:pt>
                <c:pt idx="1385">
                  <c:v>2</c:v>
                </c:pt>
                <c:pt idx="1386">
                  <c:v>2</c:v>
                </c:pt>
                <c:pt idx="1387">
                  <c:v>2</c:v>
                </c:pt>
                <c:pt idx="1388">
                  <c:v>2</c:v>
                </c:pt>
                <c:pt idx="1389">
                  <c:v>2</c:v>
                </c:pt>
                <c:pt idx="1390">
                  <c:v>2</c:v>
                </c:pt>
                <c:pt idx="1391">
                  <c:v>2</c:v>
                </c:pt>
                <c:pt idx="1392">
                  <c:v>2</c:v>
                </c:pt>
                <c:pt idx="1393">
                  <c:v>2</c:v>
                </c:pt>
                <c:pt idx="1394">
                  <c:v>2</c:v>
                </c:pt>
                <c:pt idx="1395">
                  <c:v>2</c:v>
                </c:pt>
                <c:pt idx="1396">
                  <c:v>2</c:v>
                </c:pt>
                <c:pt idx="1397">
                  <c:v>2</c:v>
                </c:pt>
                <c:pt idx="1398">
                  <c:v>2</c:v>
                </c:pt>
                <c:pt idx="1399">
                  <c:v>2</c:v>
                </c:pt>
                <c:pt idx="1400">
                  <c:v>2</c:v>
                </c:pt>
                <c:pt idx="1401">
                  <c:v>2</c:v>
                </c:pt>
                <c:pt idx="1402">
                  <c:v>2</c:v>
                </c:pt>
                <c:pt idx="1403">
                  <c:v>2</c:v>
                </c:pt>
                <c:pt idx="1404">
                  <c:v>2</c:v>
                </c:pt>
                <c:pt idx="1405">
                  <c:v>2</c:v>
                </c:pt>
                <c:pt idx="1406">
                  <c:v>2</c:v>
                </c:pt>
                <c:pt idx="1407">
                  <c:v>2</c:v>
                </c:pt>
                <c:pt idx="1408">
                  <c:v>2</c:v>
                </c:pt>
                <c:pt idx="1409">
                  <c:v>2</c:v>
                </c:pt>
                <c:pt idx="1410">
                  <c:v>2</c:v>
                </c:pt>
                <c:pt idx="1411">
                  <c:v>2</c:v>
                </c:pt>
                <c:pt idx="1412">
                  <c:v>2</c:v>
                </c:pt>
                <c:pt idx="1413">
                  <c:v>2</c:v>
                </c:pt>
                <c:pt idx="1414">
                  <c:v>2</c:v>
                </c:pt>
                <c:pt idx="1415">
                  <c:v>2</c:v>
                </c:pt>
                <c:pt idx="1416">
                  <c:v>2</c:v>
                </c:pt>
                <c:pt idx="1417">
                  <c:v>2</c:v>
                </c:pt>
                <c:pt idx="1418">
                  <c:v>2</c:v>
                </c:pt>
                <c:pt idx="1419">
                  <c:v>2</c:v>
                </c:pt>
                <c:pt idx="1420">
                  <c:v>2</c:v>
                </c:pt>
                <c:pt idx="1421">
                  <c:v>2</c:v>
                </c:pt>
                <c:pt idx="1422">
                  <c:v>2</c:v>
                </c:pt>
                <c:pt idx="1423">
                  <c:v>2</c:v>
                </c:pt>
                <c:pt idx="1424">
                  <c:v>2</c:v>
                </c:pt>
                <c:pt idx="1425">
                  <c:v>2</c:v>
                </c:pt>
                <c:pt idx="1426">
                  <c:v>2</c:v>
                </c:pt>
                <c:pt idx="1427">
                  <c:v>2</c:v>
                </c:pt>
                <c:pt idx="1428">
                  <c:v>2</c:v>
                </c:pt>
                <c:pt idx="1429">
                  <c:v>2</c:v>
                </c:pt>
                <c:pt idx="1430">
                  <c:v>2</c:v>
                </c:pt>
                <c:pt idx="1431">
                  <c:v>2</c:v>
                </c:pt>
                <c:pt idx="1432">
                  <c:v>2</c:v>
                </c:pt>
                <c:pt idx="1433">
                  <c:v>2</c:v>
                </c:pt>
                <c:pt idx="1434">
                  <c:v>2</c:v>
                </c:pt>
                <c:pt idx="1435">
                  <c:v>2</c:v>
                </c:pt>
                <c:pt idx="1436">
                  <c:v>2</c:v>
                </c:pt>
                <c:pt idx="1437">
                  <c:v>2</c:v>
                </c:pt>
                <c:pt idx="1438">
                  <c:v>2</c:v>
                </c:pt>
                <c:pt idx="1439">
                  <c:v>2</c:v>
                </c:pt>
                <c:pt idx="1440">
                  <c:v>2</c:v>
                </c:pt>
                <c:pt idx="1441">
                  <c:v>2</c:v>
                </c:pt>
                <c:pt idx="1442">
                  <c:v>2</c:v>
                </c:pt>
                <c:pt idx="1443">
                  <c:v>2</c:v>
                </c:pt>
                <c:pt idx="1444">
                  <c:v>2</c:v>
                </c:pt>
                <c:pt idx="1445">
                  <c:v>2</c:v>
                </c:pt>
                <c:pt idx="1446">
                  <c:v>2</c:v>
                </c:pt>
                <c:pt idx="1447">
                  <c:v>2</c:v>
                </c:pt>
                <c:pt idx="1448">
                  <c:v>2</c:v>
                </c:pt>
                <c:pt idx="1449">
                  <c:v>2</c:v>
                </c:pt>
                <c:pt idx="1450">
                  <c:v>2</c:v>
                </c:pt>
                <c:pt idx="1451">
                  <c:v>2</c:v>
                </c:pt>
                <c:pt idx="1452">
                  <c:v>2</c:v>
                </c:pt>
                <c:pt idx="1453">
                  <c:v>2</c:v>
                </c:pt>
                <c:pt idx="1454">
                  <c:v>2</c:v>
                </c:pt>
                <c:pt idx="1455">
                  <c:v>2</c:v>
                </c:pt>
                <c:pt idx="1456">
                  <c:v>2</c:v>
                </c:pt>
                <c:pt idx="1457">
                  <c:v>2</c:v>
                </c:pt>
                <c:pt idx="1458">
                  <c:v>2</c:v>
                </c:pt>
                <c:pt idx="1459">
                  <c:v>2</c:v>
                </c:pt>
                <c:pt idx="1460">
                  <c:v>2</c:v>
                </c:pt>
                <c:pt idx="1461">
                  <c:v>2</c:v>
                </c:pt>
                <c:pt idx="1462">
                  <c:v>2</c:v>
                </c:pt>
                <c:pt idx="1463">
                  <c:v>2</c:v>
                </c:pt>
                <c:pt idx="1464">
                  <c:v>2</c:v>
                </c:pt>
                <c:pt idx="1465">
                  <c:v>2</c:v>
                </c:pt>
                <c:pt idx="1466">
                  <c:v>2</c:v>
                </c:pt>
                <c:pt idx="1467">
                  <c:v>2</c:v>
                </c:pt>
                <c:pt idx="1468">
                  <c:v>2</c:v>
                </c:pt>
                <c:pt idx="1469">
                  <c:v>2</c:v>
                </c:pt>
                <c:pt idx="1470">
                  <c:v>2</c:v>
                </c:pt>
                <c:pt idx="1471">
                  <c:v>2</c:v>
                </c:pt>
                <c:pt idx="1472">
                  <c:v>2</c:v>
                </c:pt>
                <c:pt idx="1473">
                  <c:v>2</c:v>
                </c:pt>
                <c:pt idx="1474">
                  <c:v>2</c:v>
                </c:pt>
                <c:pt idx="1475">
                  <c:v>2</c:v>
                </c:pt>
                <c:pt idx="1476">
                  <c:v>2</c:v>
                </c:pt>
                <c:pt idx="1477">
                  <c:v>2</c:v>
                </c:pt>
                <c:pt idx="1478">
                  <c:v>2</c:v>
                </c:pt>
                <c:pt idx="1479">
                  <c:v>2</c:v>
                </c:pt>
                <c:pt idx="1480">
                  <c:v>2</c:v>
                </c:pt>
                <c:pt idx="1481">
                  <c:v>2</c:v>
                </c:pt>
                <c:pt idx="1482">
                  <c:v>2</c:v>
                </c:pt>
                <c:pt idx="1483">
                  <c:v>2</c:v>
                </c:pt>
                <c:pt idx="1484">
                  <c:v>2</c:v>
                </c:pt>
                <c:pt idx="1485">
                  <c:v>2</c:v>
                </c:pt>
                <c:pt idx="1486">
                  <c:v>2</c:v>
                </c:pt>
                <c:pt idx="1487">
                  <c:v>2</c:v>
                </c:pt>
                <c:pt idx="1488">
                  <c:v>2</c:v>
                </c:pt>
                <c:pt idx="1489">
                  <c:v>2</c:v>
                </c:pt>
                <c:pt idx="1490">
                  <c:v>2</c:v>
                </c:pt>
                <c:pt idx="1491">
                  <c:v>2</c:v>
                </c:pt>
                <c:pt idx="1492">
                  <c:v>2</c:v>
                </c:pt>
                <c:pt idx="1493">
                  <c:v>2</c:v>
                </c:pt>
                <c:pt idx="1494">
                  <c:v>2</c:v>
                </c:pt>
                <c:pt idx="1495">
                  <c:v>2</c:v>
                </c:pt>
                <c:pt idx="1496">
                  <c:v>2</c:v>
                </c:pt>
                <c:pt idx="1497">
                  <c:v>2</c:v>
                </c:pt>
                <c:pt idx="1498">
                  <c:v>2</c:v>
                </c:pt>
                <c:pt idx="1499">
                  <c:v>2</c:v>
                </c:pt>
                <c:pt idx="1500">
                  <c:v>2</c:v>
                </c:pt>
                <c:pt idx="1501">
                  <c:v>2</c:v>
                </c:pt>
                <c:pt idx="1502">
                  <c:v>2</c:v>
                </c:pt>
                <c:pt idx="1503">
                  <c:v>2</c:v>
                </c:pt>
                <c:pt idx="1504">
                  <c:v>2</c:v>
                </c:pt>
                <c:pt idx="1505">
                  <c:v>2</c:v>
                </c:pt>
                <c:pt idx="1506">
                  <c:v>2</c:v>
                </c:pt>
                <c:pt idx="1507">
                  <c:v>2</c:v>
                </c:pt>
                <c:pt idx="1508">
                  <c:v>2</c:v>
                </c:pt>
                <c:pt idx="1509">
                  <c:v>2</c:v>
                </c:pt>
                <c:pt idx="1510">
                  <c:v>2</c:v>
                </c:pt>
                <c:pt idx="1511">
                  <c:v>2</c:v>
                </c:pt>
                <c:pt idx="1512">
                  <c:v>2</c:v>
                </c:pt>
                <c:pt idx="1513">
                  <c:v>2</c:v>
                </c:pt>
                <c:pt idx="1514">
                  <c:v>2</c:v>
                </c:pt>
                <c:pt idx="1515">
                  <c:v>2</c:v>
                </c:pt>
                <c:pt idx="1516">
                  <c:v>2</c:v>
                </c:pt>
                <c:pt idx="1517">
                  <c:v>2</c:v>
                </c:pt>
                <c:pt idx="1518">
                  <c:v>2</c:v>
                </c:pt>
                <c:pt idx="1519">
                  <c:v>2</c:v>
                </c:pt>
                <c:pt idx="1520">
                  <c:v>2</c:v>
                </c:pt>
                <c:pt idx="1521">
                  <c:v>2</c:v>
                </c:pt>
                <c:pt idx="1522">
                  <c:v>2</c:v>
                </c:pt>
                <c:pt idx="1523">
                  <c:v>2</c:v>
                </c:pt>
                <c:pt idx="1524">
                  <c:v>2</c:v>
                </c:pt>
                <c:pt idx="1525">
                  <c:v>2</c:v>
                </c:pt>
                <c:pt idx="1526">
                  <c:v>2</c:v>
                </c:pt>
                <c:pt idx="1527">
                  <c:v>2</c:v>
                </c:pt>
                <c:pt idx="1528">
                  <c:v>2</c:v>
                </c:pt>
                <c:pt idx="1529">
                  <c:v>2</c:v>
                </c:pt>
                <c:pt idx="1530">
                  <c:v>2</c:v>
                </c:pt>
                <c:pt idx="1531">
                  <c:v>2</c:v>
                </c:pt>
                <c:pt idx="1532">
                  <c:v>2</c:v>
                </c:pt>
                <c:pt idx="1533">
                  <c:v>2</c:v>
                </c:pt>
                <c:pt idx="1534">
                  <c:v>2</c:v>
                </c:pt>
                <c:pt idx="1535">
                  <c:v>2</c:v>
                </c:pt>
                <c:pt idx="1536">
                  <c:v>2</c:v>
                </c:pt>
                <c:pt idx="1537">
                  <c:v>2</c:v>
                </c:pt>
                <c:pt idx="1538">
                  <c:v>2</c:v>
                </c:pt>
                <c:pt idx="1539">
                  <c:v>2</c:v>
                </c:pt>
                <c:pt idx="1540">
                  <c:v>2</c:v>
                </c:pt>
                <c:pt idx="1541">
                  <c:v>2</c:v>
                </c:pt>
                <c:pt idx="1542">
                  <c:v>2</c:v>
                </c:pt>
                <c:pt idx="1543">
                  <c:v>2.25</c:v>
                </c:pt>
                <c:pt idx="1544">
                  <c:v>2.25</c:v>
                </c:pt>
                <c:pt idx="1545">
                  <c:v>2.25</c:v>
                </c:pt>
                <c:pt idx="1546">
                  <c:v>2.25</c:v>
                </c:pt>
                <c:pt idx="1547">
                  <c:v>2.25</c:v>
                </c:pt>
                <c:pt idx="1548">
                  <c:v>2.25</c:v>
                </c:pt>
                <c:pt idx="1549">
                  <c:v>2.25</c:v>
                </c:pt>
                <c:pt idx="1550">
                  <c:v>2.25</c:v>
                </c:pt>
                <c:pt idx="1551">
                  <c:v>2.25</c:v>
                </c:pt>
                <c:pt idx="1552">
                  <c:v>2.25</c:v>
                </c:pt>
                <c:pt idx="1553">
                  <c:v>2.25</c:v>
                </c:pt>
                <c:pt idx="1554">
                  <c:v>2.25</c:v>
                </c:pt>
                <c:pt idx="1555">
                  <c:v>2.25</c:v>
                </c:pt>
                <c:pt idx="1556">
                  <c:v>2.25</c:v>
                </c:pt>
                <c:pt idx="1557">
                  <c:v>2.25</c:v>
                </c:pt>
                <c:pt idx="1558">
                  <c:v>2.25</c:v>
                </c:pt>
                <c:pt idx="1559">
                  <c:v>2.25</c:v>
                </c:pt>
                <c:pt idx="1560">
                  <c:v>2.25</c:v>
                </c:pt>
                <c:pt idx="1561">
                  <c:v>2.25</c:v>
                </c:pt>
                <c:pt idx="1562">
                  <c:v>2.25</c:v>
                </c:pt>
                <c:pt idx="1563">
                  <c:v>2.25</c:v>
                </c:pt>
                <c:pt idx="1564">
                  <c:v>2.25</c:v>
                </c:pt>
                <c:pt idx="1565">
                  <c:v>2.25</c:v>
                </c:pt>
                <c:pt idx="1566">
                  <c:v>2.25</c:v>
                </c:pt>
                <c:pt idx="1567">
                  <c:v>2.25</c:v>
                </c:pt>
                <c:pt idx="1568">
                  <c:v>2.25</c:v>
                </c:pt>
                <c:pt idx="1569">
                  <c:v>2.25</c:v>
                </c:pt>
                <c:pt idx="1570">
                  <c:v>2.25</c:v>
                </c:pt>
                <c:pt idx="1571">
                  <c:v>2.25</c:v>
                </c:pt>
                <c:pt idx="1572">
                  <c:v>2.25</c:v>
                </c:pt>
                <c:pt idx="1573">
                  <c:v>2.25</c:v>
                </c:pt>
                <c:pt idx="1574">
                  <c:v>2.25</c:v>
                </c:pt>
                <c:pt idx="1575">
                  <c:v>2.25</c:v>
                </c:pt>
                <c:pt idx="1576">
                  <c:v>2.25</c:v>
                </c:pt>
                <c:pt idx="1577">
                  <c:v>2.25</c:v>
                </c:pt>
                <c:pt idx="1578">
                  <c:v>2.25</c:v>
                </c:pt>
                <c:pt idx="1579">
                  <c:v>2.25</c:v>
                </c:pt>
                <c:pt idx="1580">
                  <c:v>2.25</c:v>
                </c:pt>
                <c:pt idx="1581">
                  <c:v>2.25</c:v>
                </c:pt>
                <c:pt idx="1582">
                  <c:v>2.25</c:v>
                </c:pt>
                <c:pt idx="1583">
                  <c:v>2.25</c:v>
                </c:pt>
                <c:pt idx="1584">
                  <c:v>2.25</c:v>
                </c:pt>
                <c:pt idx="1585">
                  <c:v>2.25</c:v>
                </c:pt>
                <c:pt idx="1586">
                  <c:v>2.25</c:v>
                </c:pt>
                <c:pt idx="1587">
                  <c:v>2.25</c:v>
                </c:pt>
                <c:pt idx="1588">
                  <c:v>2.25</c:v>
                </c:pt>
                <c:pt idx="1589">
                  <c:v>2.25</c:v>
                </c:pt>
                <c:pt idx="1590">
                  <c:v>2.25</c:v>
                </c:pt>
                <c:pt idx="1591">
                  <c:v>2.25</c:v>
                </c:pt>
                <c:pt idx="1592">
                  <c:v>2.25</c:v>
                </c:pt>
                <c:pt idx="1593">
                  <c:v>2.25</c:v>
                </c:pt>
                <c:pt idx="1594">
                  <c:v>2.25</c:v>
                </c:pt>
                <c:pt idx="1595">
                  <c:v>2.25</c:v>
                </c:pt>
                <c:pt idx="1596">
                  <c:v>2.25</c:v>
                </c:pt>
                <c:pt idx="1597">
                  <c:v>2.25</c:v>
                </c:pt>
                <c:pt idx="1598">
                  <c:v>2.25</c:v>
                </c:pt>
                <c:pt idx="1599">
                  <c:v>2.25</c:v>
                </c:pt>
                <c:pt idx="1600">
                  <c:v>2.25</c:v>
                </c:pt>
                <c:pt idx="1601">
                  <c:v>2.25</c:v>
                </c:pt>
                <c:pt idx="1602">
                  <c:v>2.25</c:v>
                </c:pt>
                <c:pt idx="1603">
                  <c:v>2.25</c:v>
                </c:pt>
                <c:pt idx="1604">
                  <c:v>2.25</c:v>
                </c:pt>
                <c:pt idx="1605">
                  <c:v>2.25</c:v>
                </c:pt>
                <c:pt idx="1606">
                  <c:v>2.25</c:v>
                </c:pt>
                <c:pt idx="1607">
                  <c:v>2.25</c:v>
                </c:pt>
                <c:pt idx="1608">
                  <c:v>2.5</c:v>
                </c:pt>
                <c:pt idx="1609">
                  <c:v>2.5</c:v>
                </c:pt>
                <c:pt idx="1610">
                  <c:v>2.5</c:v>
                </c:pt>
                <c:pt idx="1611">
                  <c:v>2.5</c:v>
                </c:pt>
                <c:pt idx="1612">
                  <c:v>2.5</c:v>
                </c:pt>
                <c:pt idx="1613">
                  <c:v>2.5</c:v>
                </c:pt>
                <c:pt idx="1614">
                  <c:v>2.5</c:v>
                </c:pt>
                <c:pt idx="1615">
                  <c:v>2.5</c:v>
                </c:pt>
                <c:pt idx="1616">
                  <c:v>2.5</c:v>
                </c:pt>
                <c:pt idx="1617">
                  <c:v>2.5</c:v>
                </c:pt>
                <c:pt idx="1618">
                  <c:v>2.5</c:v>
                </c:pt>
                <c:pt idx="1619">
                  <c:v>2.5</c:v>
                </c:pt>
                <c:pt idx="1620">
                  <c:v>2.5</c:v>
                </c:pt>
                <c:pt idx="1621">
                  <c:v>2.5</c:v>
                </c:pt>
                <c:pt idx="1622">
                  <c:v>2.5</c:v>
                </c:pt>
                <c:pt idx="1623">
                  <c:v>2.5</c:v>
                </c:pt>
                <c:pt idx="1624">
                  <c:v>2.5</c:v>
                </c:pt>
                <c:pt idx="1625">
                  <c:v>2.5</c:v>
                </c:pt>
                <c:pt idx="1626">
                  <c:v>2.5</c:v>
                </c:pt>
                <c:pt idx="1627">
                  <c:v>2.5</c:v>
                </c:pt>
                <c:pt idx="1628">
                  <c:v>2.5</c:v>
                </c:pt>
                <c:pt idx="1629">
                  <c:v>2.5</c:v>
                </c:pt>
                <c:pt idx="1630">
                  <c:v>2.5</c:v>
                </c:pt>
                <c:pt idx="1631">
                  <c:v>2.5</c:v>
                </c:pt>
                <c:pt idx="1632">
                  <c:v>2.5</c:v>
                </c:pt>
                <c:pt idx="1633">
                  <c:v>2.5</c:v>
                </c:pt>
                <c:pt idx="1634">
                  <c:v>2.5</c:v>
                </c:pt>
                <c:pt idx="1635">
                  <c:v>2.5</c:v>
                </c:pt>
                <c:pt idx="1636">
                  <c:v>2.5</c:v>
                </c:pt>
                <c:pt idx="1637">
                  <c:v>2.5</c:v>
                </c:pt>
                <c:pt idx="1638">
                  <c:v>2.5</c:v>
                </c:pt>
                <c:pt idx="1639">
                  <c:v>2.5</c:v>
                </c:pt>
                <c:pt idx="1640">
                  <c:v>2.5</c:v>
                </c:pt>
                <c:pt idx="1641">
                  <c:v>2.5</c:v>
                </c:pt>
                <c:pt idx="1642">
                  <c:v>2.5</c:v>
                </c:pt>
                <c:pt idx="1643">
                  <c:v>2.5</c:v>
                </c:pt>
                <c:pt idx="1644">
                  <c:v>2.5</c:v>
                </c:pt>
                <c:pt idx="1645">
                  <c:v>2.5</c:v>
                </c:pt>
                <c:pt idx="1646">
                  <c:v>2.5</c:v>
                </c:pt>
                <c:pt idx="1647">
                  <c:v>2.5</c:v>
                </c:pt>
                <c:pt idx="1648">
                  <c:v>2.5</c:v>
                </c:pt>
                <c:pt idx="1649">
                  <c:v>2.5</c:v>
                </c:pt>
                <c:pt idx="1650">
                  <c:v>2.5</c:v>
                </c:pt>
                <c:pt idx="1651">
                  <c:v>2.5</c:v>
                </c:pt>
                <c:pt idx="1652">
                  <c:v>2.5</c:v>
                </c:pt>
                <c:pt idx="1653">
                  <c:v>2.5</c:v>
                </c:pt>
                <c:pt idx="1654">
                  <c:v>2.5</c:v>
                </c:pt>
                <c:pt idx="1655">
                  <c:v>2.5</c:v>
                </c:pt>
                <c:pt idx="1656">
                  <c:v>2.5</c:v>
                </c:pt>
                <c:pt idx="1657">
                  <c:v>2.5</c:v>
                </c:pt>
                <c:pt idx="1658">
                  <c:v>2.5</c:v>
                </c:pt>
                <c:pt idx="1659">
                  <c:v>2.5</c:v>
                </c:pt>
                <c:pt idx="1660">
                  <c:v>2.5</c:v>
                </c:pt>
                <c:pt idx="1661">
                  <c:v>2.5</c:v>
                </c:pt>
                <c:pt idx="1662">
                  <c:v>2.5</c:v>
                </c:pt>
                <c:pt idx="1663">
                  <c:v>2.5</c:v>
                </c:pt>
                <c:pt idx="1664">
                  <c:v>2.5</c:v>
                </c:pt>
                <c:pt idx="1665">
                  <c:v>2.5</c:v>
                </c:pt>
                <c:pt idx="1666">
                  <c:v>2.5</c:v>
                </c:pt>
                <c:pt idx="1667">
                  <c:v>2.5</c:v>
                </c:pt>
                <c:pt idx="1668">
                  <c:v>2.5</c:v>
                </c:pt>
                <c:pt idx="1669">
                  <c:v>2.5</c:v>
                </c:pt>
                <c:pt idx="1670">
                  <c:v>2.5</c:v>
                </c:pt>
                <c:pt idx="1671">
                  <c:v>2.5</c:v>
                </c:pt>
                <c:pt idx="1672">
                  <c:v>2.5</c:v>
                </c:pt>
                <c:pt idx="1673">
                  <c:v>2.5</c:v>
                </c:pt>
                <c:pt idx="1674">
                  <c:v>2.5</c:v>
                </c:pt>
                <c:pt idx="1675">
                  <c:v>2.5</c:v>
                </c:pt>
                <c:pt idx="1676">
                  <c:v>2.5</c:v>
                </c:pt>
                <c:pt idx="1677">
                  <c:v>2.5</c:v>
                </c:pt>
                <c:pt idx="1678">
                  <c:v>2.75</c:v>
                </c:pt>
                <c:pt idx="1679">
                  <c:v>2.75</c:v>
                </c:pt>
                <c:pt idx="1680">
                  <c:v>2.75</c:v>
                </c:pt>
                <c:pt idx="1681">
                  <c:v>2.75</c:v>
                </c:pt>
                <c:pt idx="1682">
                  <c:v>2.75</c:v>
                </c:pt>
                <c:pt idx="1683">
                  <c:v>2.75</c:v>
                </c:pt>
                <c:pt idx="1684">
                  <c:v>2.75</c:v>
                </c:pt>
                <c:pt idx="1685">
                  <c:v>2.75</c:v>
                </c:pt>
                <c:pt idx="1686">
                  <c:v>2.75</c:v>
                </c:pt>
                <c:pt idx="1687">
                  <c:v>2.75</c:v>
                </c:pt>
                <c:pt idx="1688">
                  <c:v>2.75</c:v>
                </c:pt>
                <c:pt idx="1689">
                  <c:v>2.75</c:v>
                </c:pt>
                <c:pt idx="1690">
                  <c:v>2.75</c:v>
                </c:pt>
                <c:pt idx="1691">
                  <c:v>2.75</c:v>
                </c:pt>
                <c:pt idx="1692">
                  <c:v>2.75</c:v>
                </c:pt>
                <c:pt idx="1693">
                  <c:v>2.75</c:v>
                </c:pt>
                <c:pt idx="1694">
                  <c:v>2.75</c:v>
                </c:pt>
                <c:pt idx="1695">
                  <c:v>2.75</c:v>
                </c:pt>
                <c:pt idx="1696">
                  <c:v>2.75</c:v>
                </c:pt>
                <c:pt idx="1697">
                  <c:v>2.75</c:v>
                </c:pt>
                <c:pt idx="1698">
                  <c:v>2.75</c:v>
                </c:pt>
                <c:pt idx="1699">
                  <c:v>2.75</c:v>
                </c:pt>
                <c:pt idx="1700">
                  <c:v>2.75</c:v>
                </c:pt>
                <c:pt idx="1701">
                  <c:v>2.75</c:v>
                </c:pt>
                <c:pt idx="1702">
                  <c:v>2.75</c:v>
                </c:pt>
                <c:pt idx="1703">
                  <c:v>2.75</c:v>
                </c:pt>
                <c:pt idx="1704">
                  <c:v>2.75</c:v>
                </c:pt>
                <c:pt idx="1705">
                  <c:v>2.75</c:v>
                </c:pt>
                <c:pt idx="1706">
                  <c:v>2.75</c:v>
                </c:pt>
                <c:pt idx="1707">
                  <c:v>2.75</c:v>
                </c:pt>
                <c:pt idx="1708">
                  <c:v>2.75</c:v>
                </c:pt>
                <c:pt idx="1709">
                  <c:v>2.75</c:v>
                </c:pt>
                <c:pt idx="1710">
                  <c:v>2.75</c:v>
                </c:pt>
                <c:pt idx="1711">
                  <c:v>2.75</c:v>
                </c:pt>
                <c:pt idx="1712">
                  <c:v>2.75</c:v>
                </c:pt>
                <c:pt idx="1713">
                  <c:v>2.75</c:v>
                </c:pt>
                <c:pt idx="1714">
                  <c:v>2.75</c:v>
                </c:pt>
                <c:pt idx="1715">
                  <c:v>2.75</c:v>
                </c:pt>
                <c:pt idx="1716">
                  <c:v>2.75</c:v>
                </c:pt>
                <c:pt idx="1717">
                  <c:v>2.75</c:v>
                </c:pt>
                <c:pt idx="1718">
                  <c:v>3</c:v>
                </c:pt>
                <c:pt idx="1719">
                  <c:v>3</c:v>
                </c:pt>
                <c:pt idx="1720">
                  <c:v>3</c:v>
                </c:pt>
                <c:pt idx="1721">
                  <c:v>3</c:v>
                </c:pt>
                <c:pt idx="1722">
                  <c:v>3</c:v>
                </c:pt>
                <c:pt idx="1723">
                  <c:v>3</c:v>
                </c:pt>
                <c:pt idx="1724">
                  <c:v>3</c:v>
                </c:pt>
                <c:pt idx="1725">
                  <c:v>3</c:v>
                </c:pt>
                <c:pt idx="1726">
                  <c:v>3</c:v>
                </c:pt>
                <c:pt idx="1727">
                  <c:v>3</c:v>
                </c:pt>
                <c:pt idx="1728">
                  <c:v>3</c:v>
                </c:pt>
                <c:pt idx="1729">
                  <c:v>3</c:v>
                </c:pt>
                <c:pt idx="1730">
                  <c:v>3</c:v>
                </c:pt>
                <c:pt idx="1731">
                  <c:v>3</c:v>
                </c:pt>
                <c:pt idx="1732">
                  <c:v>3</c:v>
                </c:pt>
                <c:pt idx="1733">
                  <c:v>3</c:v>
                </c:pt>
                <c:pt idx="1734">
                  <c:v>3</c:v>
                </c:pt>
                <c:pt idx="1735">
                  <c:v>3</c:v>
                </c:pt>
                <c:pt idx="1736">
                  <c:v>3</c:v>
                </c:pt>
                <c:pt idx="1737">
                  <c:v>3</c:v>
                </c:pt>
                <c:pt idx="1738">
                  <c:v>3</c:v>
                </c:pt>
                <c:pt idx="1739">
                  <c:v>3</c:v>
                </c:pt>
                <c:pt idx="1740">
                  <c:v>3</c:v>
                </c:pt>
                <c:pt idx="1741">
                  <c:v>3</c:v>
                </c:pt>
                <c:pt idx="1742">
                  <c:v>3</c:v>
                </c:pt>
                <c:pt idx="1743">
                  <c:v>3</c:v>
                </c:pt>
                <c:pt idx="1744">
                  <c:v>3</c:v>
                </c:pt>
                <c:pt idx="1745">
                  <c:v>3</c:v>
                </c:pt>
                <c:pt idx="1746">
                  <c:v>3</c:v>
                </c:pt>
                <c:pt idx="1747">
                  <c:v>3</c:v>
                </c:pt>
                <c:pt idx="1748">
                  <c:v>3</c:v>
                </c:pt>
                <c:pt idx="1749">
                  <c:v>3</c:v>
                </c:pt>
                <c:pt idx="1750">
                  <c:v>3</c:v>
                </c:pt>
                <c:pt idx="1751">
                  <c:v>3</c:v>
                </c:pt>
                <c:pt idx="1752">
                  <c:v>3</c:v>
                </c:pt>
                <c:pt idx="1753">
                  <c:v>3</c:v>
                </c:pt>
                <c:pt idx="1754">
                  <c:v>3</c:v>
                </c:pt>
                <c:pt idx="1755">
                  <c:v>3</c:v>
                </c:pt>
                <c:pt idx="1756">
                  <c:v>3</c:v>
                </c:pt>
                <c:pt idx="1757">
                  <c:v>3</c:v>
                </c:pt>
                <c:pt idx="1758">
                  <c:v>3</c:v>
                </c:pt>
                <c:pt idx="1759">
                  <c:v>3</c:v>
                </c:pt>
                <c:pt idx="1760">
                  <c:v>3</c:v>
                </c:pt>
                <c:pt idx="1761">
                  <c:v>3</c:v>
                </c:pt>
                <c:pt idx="1762">
                  <c:v>3</c:v>
                </c:pt>
                <c:pt idx="1763">
                  <c:v>3.25</c:v>
                </c:pt>
                <c:pt idx="1764">
                  <c:v>3.25</c:v>
                </c:pt>
                <c:pt idx="1765">
                  <c:v>3.25</c:v>
                </c:pt>
                <c:pt idx="1766">
                  <c:v>3.25</c:v>
                </c:pt>
                <c:pt idx="1767">
                  <c:v>3.25</c:v>
                </c:pt>
                <c:pt idx="1768">
                  <c:v>3.25</c:v>
                </c:pt>
                <c:pt idx="1769">
                  <c:v>3.25</c:v>
                </c:pt>
                <c:pt idx="1770">
                  <c:v>3.25</c:v>
                </c:pt>
                <c:pt idx="1771">
                  <c:v>3.25</c:v>
                </c:pt>
                <c:pt idx="1772">
                  <c:v>3.25</c:v>
                </c:pt>
                <c:pt idx="1773">
                  <c:v>3.25</c:v>
                </c:pt>
                <c:pt idx="1774">
                  <c:v>3.25</c:v>
                </c:pt>
                <c:pt idx="1775">
                  <c:v>3.25</c:v>
                </c:pt>
                <c:pt idx="1776">
                  <c:v>3.25</c:v>
                </c:pt>
                <c:pt idx="1777">
                  <c:v>3.25</c:v>
                </c:pt>
                <c:pt idx="1778">
                  <c:v>3.25</c:v>
                </c:pt>
                <c:pt idx="1779">
                  <c:v>3.25</c:v>
                </c:pt>
                <c:pt idx="1780">
                  <c:v>3.25</c:v>
                </c:pt>
                <c:pt idx="1781">
                  <c:v>3.25</c:v>
                </c:pt>
                <c:pt idx="1782">
                  <c:v>3.25</c:v>
                </c:pt>
                <c:pt idx="1783">
                  <c:v>3.25</c:v>
                </c:pt>
                <c:pt idx="1784">
                  <c:v>3.25</c:v>
                </c:pt>
                <c:pt idx="1785">
                  <c:v>3.25</c:v>
                </c:pt>
                <c:pt idx="1786">
                  <c:v>3.25</c:v>
                </c:pt>
                <c:pt idx="1787">
                  <c:v>3.25</c:v>
                </c:pt>
                <c:pt idx="1788">
                  <c:v>3.25</c:v>
                </c:pt>
                <c:pt idx="1789">
                  <c:v>3.25</c:v>
                </c:pt>
                <c:pt idx="1790">
                  <c:v>3.25</c:v>
                </c:pt>
                <c:pt idx="1791">
                  <c:v>3.25</c:v>
                </c:pt>
                <c:pt idx="1792">
                  <c:v>3.25</c:v>
                </c:pt>
                <c:pt idx="1793">
                  <c:v>3.25</c:v>
                </c:pt>
                <c:pt idx="1794">
                  <c:v>3.25</c:v>
                </c:pt>
                <c:pt idx="1795">
                  <c:v>3.25</c:v>
                </c:pt>
                <c:pt idx="1796">
                  <c:v>3.25</c:v>
                </c:pt>
                <c:pt idx="1797">
                  <c:v>3.25</c:v>
                </c:pt>
                <c:pt idx="1798">
                  <c:v>3.25</c:v>
                </c:pt>
                <c:pt idx="1799">
                  <c:v>3.25</c:v>
                </c:pt>
                <c:pt idx="1800">
                  <c:v>3.25</c:v>
                </c:pt>
                <c:pt idx="1801">
                  <c:v>3.25</c:v>
                </c:pt>
                <c:pt idx="1802">
                  <c:v>3.25</c:v>
                </c:pt>
                <c:pt idx="1803">
                  <c:v>3.25</c:v>
                </c:pt>
                <c:pt idx="1804">
                  <c:v>3.25</c:v>
                </c:pt>
                <c:pt idx="1805">
                  <c:v>3.25</c:v>
                </c:pt>
                <c:pt idx="1806">
                  <c:v>3.25</c:v>
                </c:pt>
                <c:pt idx="1807">
                  <c:v>3.25</c:v>
                </c:pt>
                <c:pt idx="1808">
                  <c:v>3.5</c:v>
                </c:pt>
                <c:pt idx="1809">
                  <c:v>3.5</c:v>
                </c:pt>
                <c:pt idx="1810">
                  <c:v>3.5</c:v>
                </c:pt>
                <c:pt idx="1811">
                  <c:v>3.5</c:v>
                </c:pt>
                <c:pt idx="1812">
                  <c:v>3.5</c:v>
                </c:pt>
                <c:pt idx="1813">
                  <c:v>3.5</c:v>
                </c:pt>
                <c:pt idx="1814">
                  <c:v>3.5</c:v>
                </c:pt>
                <c:pt idx="1815">
                  <c:v>3.5</c:v>
                </c:pt>
                <c:pt idx="1816">
                  <c:v>3.5</c:v>
                </c:pt>
                <c:pt idx="1817">
                  <c:v>3.5</c:v>
                </c:pt>
                <c:pt idx="1818">
                  <c:v>3.5</c:v>
                </c:pt>
                <c:pt idx="1819">
                  <c:v>3.5</c:v>
                </c:pt>
                <c:pt idx="1820">
                  <c:v>3.5</c:v>
                </c:pt>
                <c:pt idx="1821">
                  <c:v>3.5</c:v>
                </c:pt>
                <c:pt idx="1822">
                  <c:v>3.5</c:v>
                </c:pt>
                <c:pt idx="1823">
                  <c:v>3.5</c:v>
                </c:pt>
                <c:pt idx="1824">
                  <c:v>3.5</c:v>
                </c:pt>
                <c:pt idx="1825">
                  <c:v>3.5</c:v>
                </c:pt>
                <c:pt idx="1826">
                  <c:v>3.5</c:v>
                </c:pt>
                <c:pt idx="1827">
                  <c:v>3.5</c:v>
                </c:pt>
                <c:pt idx="1828">
                  <c:v>3.5</c:v>
                </c:pt>
                <c:pt idx="1829">
                  <c:v>3.5</c:v>
                </c:pt>
                <c:pt idx="1830">
                  <c:v>3.5</c:v>
                </c:pt>
                <c:pt idx="1831">
                  <c:v>3.5</c:v>
                </c:pt>
                <c:pt idx="1832">
                  <c:v>3.5</c:v>
                </c:pt>
                <c:pt idx="1833">
                  <c:v>3.5</c:v>
                </c:pt>
                <c:pt idx="1834">
                  <c:v>3.5</c:v>
                </c:pt>
                <c:pt idx="1835">
                  <c:v>3.5</c:v>
                </c:pt>
                <c:pt idx="1836">
                  <c:v>3.5</c:v>
                </c:pt>
                <c:pt idx="1837">
                  <c:v>3.5</c:v>
                </c:pt>
                <c:pt idx="1838">
                  <c:v>3.5</c:v>
                </c:pt>
                <c:pt idx="1839">
                  <c:v>3.5</c:v>
                </c:pt>
                <c:pt idx="1840">
                  <c:v>3.5</c:v>
                </c:pt>
                <c:pt idx="1841">
                  <c:v>3.5</c:v>
                </c:pt>
                <c:pt idx="1842">
                  <c:v>3.5</c:v>
                </c:pt>
                <c:pt idx="1843">
                  <c:v>3.5</c:v>
                </c:pt>
                <c:pt idx="1844">
                  <c:v>3.5</c:v>
                </c:pt>
                <c:pt idx="1845">
                  <c:v>3.5</c:v>
                </c:pt>
                <c:pt idx="1846">
                  <c:v>3.5</c:v>
                </c:pt>
                <c:pt idx="1847">
                  <c:v>3.5</c:v>
                </c:pt>
                <c:pt idx="1848">
                  <c:v>3.5</c:v>
                </c:pt>
                <c:pt idx="1849">
                  <c:v>3.5</c:v>
                </c:pt>
                <c:pt idx="1850">
                  <c:v>3.5</c:v>
                </c:pt>
                <c:pt idx="1851">
                  <c:v>3.5</c:v>
                </c:pt>
                <c:pt idx="1852">
                  <c:v>3.5</c:v>
                </c:pt>
                <c:pt idx="1853">
                  <c:v>3.5</c:v>
                </c:pt>
                <c:pt idx="1854">
                  <c:v>3.5</c:v>
                </c:pt>
                <c:pt idx="1855">
                  <c:v>3.5</c:v>
                </c:pt>
                <c:pt idx="1856">
                  <c:v>3.5</c:v>
                </c:pt>
                <c:pt idx="1857">
                  <c:v>3.5</c:v>
                </c:pt>
                <c:pt idx="1858">
                  <c:v>3.5</c:v>
                </c:pt>
                <c:pt idx="1859">
                  <c:v>3.5</c:v>
                </c:pt>
                <c:pt idx="1860">
                  <c:v>3.5</c:v>
                </c:pt>
                <c:pt idx="1861">
                  <c:v>3.5</c:v>
                </c:pt>
                <c:pt idx="1862">
                  <c:v>3.5</c:v>
                </c:pt>
                <c:pt idx="1863">
                  <c:v>3.5</c:v>
                </c:pt>
                <c:pt idx="1864">
                  <c:v>3.5</c:v>
                </c:pt>
                <c:pt idx="1865">
                  <c:v>3.5</c:v>
                </c:pt>
                <c:pt idx="1866">
                  <c:v>3.5</c:v>
                </c:pt>
                <c:pt idx="1867">
                  <c:v>3.5</c:v>
                </c:pt>
                <c:pt idx="1868">
                  <c:v>3.5</c:v>
                </c:pt>
                <c:pt idx="1869">
                  <c:v>3.5</c:v>
                </c:pt>
                <c:pt idx="1870">
                  <c:v>3.5</c:v>
                </c:pt>
                <c:pt idx="1871">
                  <c:v>3.5</c:v>
                </c:pt>
                <c:pt idx="1872">
                  <c:v>3.5</c:v>
                </c:pt>
                <c:pt idx="1873">
                  <c:v>3.75</c:v>
                </c:pt>
                <c:pt idx="1874">
                  <c:v>3.75</c:v>
                </c:pt>
                <c:pt idx="1875">
                  <c:v>3.75</c:v>
                </c:pt>
                <c:pt idx="1876">
                  <c:v>3.75</c:v>
                </c:pt>
                <c:pt idx="1877">
                  <c:v>3.75</c:v>
                </c:pt>
                <c:pt idx="1878">
                  <c:v>3.75</c:v>
                </c:pt>
                <c:pt idx="1879">
                  <c:v>3.75</c:v>
                </c:pt>
                <c:pt idx="1880">
                  <c:v>3.75</c:v>
                </c:pt>
                <c:pt idx="1881">
                  <c:v>3.75</c:v>
                </c:pt>
                <c:pt idx="1882">
                  <c:v>3.75</c:v>
                </c:pt>
                <c:pt idx="1883">
                  <c:v>3.75</c:v>
                </c:pt>
                <c:pt idx="1884">
                  <c:v>3.75</c:v>
                </c:pt>
                <c:pt idx="1885">
                  <c:v>3.75</c:v>
                </c:pt>
                <c:pt idx="1886">
                  <c:v>3.75</c:v>
                </c:pt>
                <c:pt idx="1887">
                  <c:v>3.75</c:v>
                </c:pt>
                <c:pt idx="1888">
                  <c:v>3.75</c:v>
                </c:pt>
                <c:pt idx="1889">
                  <c:v>3.75</c:v>
                </c:pt>
                <c:pt idx="1890">
                  <c:v>3.75</c:v>
                </c:pt>
                <c:pt idx="1891">
                  <c:v>3.75</c:v>
                </c:pt>
                <c:pt idx="1892">
                  <c:v>3.75</c:v>
                </c:pt>
                <c:pt idx="1893">
                  <c:v>3.75</c:v>
                </c:pt>
                <c:pt idx="1894">
                  <c:v>3.75</c:v>
                </c:pt>
                <c:pt idx="1895">
                  <c:v>3.75</c:v>
                </c:pt>
                <c:pt idx="1896">
                  <c:v>3.75</c:v>
                </c:pt>
                <c:pt idx="1897">
                  <c:v>3.75</c:v>
                </c:pt>
                <c:pt idx="1898">
                  <c:v>3.75</c:v>
                </c:pt>
                <c:pt idx="1899">
                  <c:v>3.75</c:v>
                </c:pt>
                <c:pt idx="1900">
                  <c:v>3.75</c:v>
                </c:pt>
                <c:pt idx="1901">
                  <c:v>3.75</c:v>
                </c:pt>
                <c:pt idx="1902">
                  <c:v>3.75</c:v>
                </c:pt>
                <c:pt idx="1903">
                  <c:v>3.75</c:v>
                </c:pt>
                <c:pt idx="1904">
                  <c:v>3.75</c:v>
                </c:pt>
                <c:pt idx="1905">
                  <c:v>3.75</c:v>
                </c:pt>
                <c:pt idx="1906">
                  <c:v>3.75</c:v>
                </c:pt>
                <c:pt idx="1907">
                  <c:v>3.75</c:v>
                </c:pt>
                <c:pt idx="1908">
                  <c:v>3.75</c:v>
                </c:pt>
                <c:pt idx="1909">
                  <c:v>3.75</c:v>
                </c:pt>
                <c:pt idx="1910">
                  <c:v>3.75</c:v>
                </c:pt>
                <c:pt idx="1911">
                  <c:v>3.75</c:v>
                </c:pt>
                <c:pt idx="1912">
                  <c:v>3.75</c:v>
                </c:pt>
                <c:pt idx="1913">
                  <c:v>3.75</c:v>
                </c:pt>
                <c:pt idx="1914">
                  <c:v>3.75</c:v>
                </c:pt>
                <c:pt idx="1915">
                  <c:v>3.75</c:v>
                </c:pt>
                <c:pt idx="1916">
                  <c:v>3.75</c:v>
                </c:pt>
                <c:pt idx="1917">
                  <c:v>3.75</c:v>
                </c:pt>
                <c:pt idx="1918">
                  <c:v>3.75</c:v>
                </c:pt>
                <c:pt idx="1919">
                  <c:v>3.75</c:v>
                </c:pt>
                <c:pt idx="1920">
                  <c:v>3.75</c:v>
                </c:pt>
                <c:pt idx="1921">
                  <c:v>3.75</c:v>
                </c:pt>
                <c:pt idx="1922">
                  <c:v>3.75</c:v>
                </c:pt>
                <c:pt idx="1923">
                  <c:v>3.75</c:v>
                </c:pt>
                <c:pt idx="1924">
                  <c:v>3.75</c:v>
                </c:pt>
                <c:pt idx="1925">
                  <c:v>3.75</c:v>
                </c:pt>
                <c:pt idx="1926">
                  <c:v>3.75</c:v>
                </c:pt>
                <c:pt idx="1927">
                  <c:v>3.75</c:v>
                </c:pt>
                <c:pt idx="1928">
                  <c:v>3.75</c:v>
                </c:pt>
                <c:pt idx="1929">
                  <c:v>3.75</c:v>
                </c:pt>
                <c:pt idx="1930">
                  <c:v>3.75</c:v>
                </c:pt>
                <c:pt idx="1931">
                  <c:v>3.75</c:v>
                </c:pt>
                <c:pt idx="1932">
                  <c:v>3.75</c:v>
                </c:pt>
                <c:pt idx="1933">
                  <c:v>3.75</c:v>
                </c:pt>
                <c:pt idx="1934">
                  <c:v>3.75</c:v>
                </c:pt>
                <c:pt idx="1935">
                  <c:v>3.75</c:v>
                </c:pt>
                <c:pt idx="1936">
                  <c:v>3.75</c:v>
                </c:pt>
                <c:pt idx="1937">
                  <c:v>4</c:v>
                </c:pt>
                <c:pt idx="1938">
                  <c:v>4</c:v>
                </c:pt>
                <c:pt idx="1939">
                  <c:v>4</c:v>
                </c:pt>
                <c:pt idx="1940">
                  <c:v>4</c:v>
                </c:pt>
                <c:pt idx="1941">
                  <c:v>4</c:v>
                </c:pt>
                <c:pt idx="1942">
                  <c:v>4</c:v>
                </c:pt>
                <c:pt idx="1943">
                  <c:v>4</c:v>
                </c:pt>
                <c:pt idx="1944">
                  <c:v>4</c:v>
                </c:pt>
                <c:pt idx="1945">
                  <c:v>4</c:v>
                </c:pt>
                <c:pt idx="1946">
                  <c:v>4</c:v>
                </c:pt>
                <c:pt idx="1947">
                  <c:v>4</c:v>
                </c:pt>
                <c:pt idx="1948">
                  <c:v>4</c:v>
                </c:pt>
                <c:pt idx="1949">
                  <c:v>4</c:v>
                </c:pt>
                <c:pt idx="1950">
                  <c:v>4</c:v>
                </c:pt>
                <c:pt idx="1951">
                  <c:v>4</c:v>
                </c:pt>
                <c:pt idx="1952">
                  <c:v>4</c:v>
                </c:pt>
                <c:pt idx="1953">
                  <c:v>4</c:v>
                </c:pt>
                <c:pt idx="1954">
                  <c:v>4</c:v>
                </c:pt>
                <c:pt idx="1955">
                  <c:v>4</c:v>
                </c:pt>
                <c:pt idx="1956">
                  <c:v>4</c:v>
                </c:pt>
                <c:pt idx="1957">
                  <c:v>4</c:v>
                </c:pt>
                <c:pt idx="1958">
                  <c:v>4</c:v>
                </c:pt>
                <c:pt idx="1959">
                  <c:v>4</c:v>
                </c:pt>
                <c:pt idx="1960">
                  <c:v>4</c:v>
                </c:pt>
                <c:pt idx="1961">
                  <c:v>4</c:v>
                </c:pt>
                <c:pt idx="1962">
                  <c:v>4</c:v>
                </c:pt>
                <c:pt idx="1963">
                  <c:v>4</c:v>
                </c:pt>
                <c:pt idx="1964">
                  <c:v>4</c:v>
                </c:pt>
                <c:pt idx="1965">
                  <c:v>4</c:v>
                </c:pt>
                <c:pt idx="1966">
                  <c:v>4</c:v>
                </c:pt>
                <c:pt idx="1967">
                  <c:v>4</c:v>
                </c:pt>
                <c:pt idx="1968">
                  <c:v>4</c:v>
                </c:pt>
                <c:pt idx="1969">
                  <c:v>4</c:v>
                </c:pt>
                <c:pt idx="1970">
                  <c:v>4</c:v>
                </c:pt>
                <c:pt idx="1971">
                  <c:v>4</c:v>
                </c:pt>
                <c:pt idx="1972">
                  <c:v>4</c:v>
                </c:pt>
                <c:pt idx="1973">
                  <c:v>4</c:v>
                </c:pt>
                <c:pt idx="1974">
                  <c:v>4</c:v>
                </c:pt>
                <c:pt idx="1975">
                  <c:v>4</c:v>
                </c:pt>
                <c:pt idx="1976">
                  <c:v>4</c:v>
                </c:pt>
                <c:pt idx="1977">
                  <c:v>4</c:v>
                </c:pt>
                <c:pt idx="1978">
                  <c:v>4</c:v>
                </c:pt>
                <c:pt idx="1979">
                  <c:v>4</c:v>
                </c:pt>
                <c:pt idx="1980">
                  <c:v>4</c:v>
                </c:pt>
                <c:pt idx="1981">
                  <c:v>4</c:v>
                </c:pt>
                <c:pt idx="1982">
                  <c:v>4</c:v>
                </c:pt>
                <c:pt idx="1983">
                  <c:v>4</c:v>
                </c:pt>
                <c:pt idx="1984">
                  <c:v>4</c:v>
                </c:pt>
                <c:pt idx="1985">
                  <c:v>4</c:v>
                </c:pt>
                <c:pt idx="1986">
                  <c:v>4</c:v>
                </c:pt>
                <c:pt idx="1987">
                  <c:v>4</c:v>
                </c:pt>
                <c:pt idx="1988">
                  <c:v>4</c:v>
                </c:pt>
                <c:pt idx="1989">
                  <c:v>4</c:v>
                </c:pt>
                <c:pt idx="1990">
                  <c:v>4</c:v>
                </c:pt>
                <c:pt idx="1991">
                  <c:v>4</c:v>
                </c:pt>
                <c:pt idx="1992">
                  <c:v>4</c:v>
                </c:pt>
                <c:pt idx="1993">
                  <c:v>4</c:v>
                </c:pt>
                <c:pt idx="1994">
                  <c:v>4</c:v>
                </c:pt>
                <c:pt idx="1995">
                  <c:v>4</c:v>
                </c:pt>
                <c:pt idx="1996">
                  <c:v>4</c:v>
                </c:pt>
                <c:pt idx="1997">
                  <c:v>4</c:v>
                </c:pt>
                <c:pt idx="1998">
                  <c:v>4</c:v>
                </c:pt>
                <c:pt idx="1999">
                  <c:v>4</c:v>
                </c:pt>
                <c:pt idx="2000">
                  <c:v>4</c:v>
                </c:pt>
                <c:pt idx="2001">
                  <c:v>4</c:v>
                </c:pt>
                <c:pt idx="2002">
                  <c:v>4</c:v>
                </c:pt>
                <c:pt idx="2003">
                  <c:v>4</c:v>
                </c:pt>
                <c:pt idx="2004">
                  <c:v>4</c:v>
                </c:pt>
                <c:pt idx="2005">
                  <c:v>4</c:v>
                </c:pt>
                <c:pt idx="2006">
                  <c:v>4</c:v>
                </c:pt>
                <c:pt idx="2007">
                  <c:v>4</c:v>
                </c:pt>
                <c:pt idx="2008">
                  <c:v>4</c:v>
                </c:pt>
                <c:pt idx="2009">
                  <c:v>4</c:v>
                </c:pt>
                <c:pt idx="2010">
                  <c:v>4</c:v>
                </c:pt>
                <c:pt idx="2011">
                  <c:v>4</c:v>
                </c:pt>
                <c:pt idx="2012">
                  <c:v>4</c:v>
                </c:pt>
                <c:pt idx="2013">
                  <c:v>4</c:v>
                </c:pt>
                <c:pt idx="2014">
                  <c:v>4</c:v>
                </c:pt>
                <c:pt idx="2015">
                  <c:v>4</c:v>
                </c:pt>
                <c:pt idx="2016">
                  <c:v>4</c:v>
                </c:pt>
                <c:pt idx="2017">
                  <c:v>4</c:v>
                </c:pt>
                <c:pt idx="2018">
                  <c:v>4</c:v>
                </c:pt>
                <c:pt idx="2019">
                  <c:v>4</c:v>
                </c:pt>
                <c:pt idx="2020">
                  <c:v>4</c:v>
                </c:pt>
                <c:pt idx="2021">
                  <c:v>4</c:v>
                </c:pt>
                <c:pt idx="2022">
                  <c:v>4</c:v>
                </c:pt>
                <c:pt idx="2023">
                  <c:v>4</c:v>
                </c:pt>
                <c:pt idx="2024">
                  <c:v>4</c:v>
                </c:pt>
                <c:pt idx="2025">
                  <c:v>4</c:v>
                </c:pt>
                <c:pt idx="2026">
                  <c:v>4</c:v>
                </c:pt>
                <c:pt idx="2027">
                  <c:v>4</c:v>
                </c:pt>
                <c:pt idx="2028">
                  <c:v>4</c:v>
                </c:pt>
                <c:pt idx="2029">
                  <c:v>4</c:v>
                </c:pt>
                <c:pt idx="2030">
                  <c:v>4</c:v>
                </c:pt>
                <c:pt idx="2031">
                  <c:v>4</c:v>
                </c:pt>
                <c:pt idx="2032">
                  <c:v>4</c:v>
                </c:pt>
                <c:pt idx="2033">
                  <c:v>4</c:v>
                </c:pt>
                <c:pt idx="2034">
                  <c:v>4</c:v>
                </c:pt>
                <c:pt idx="2035">
                  <c:v>4</c:v>
                </c:pt>
                <c:pt idx="2036">
                  <c:v>4</c:v>
                </c:pt>
                <c:pt idx="2037">
                  <c:v>4</c:v>
                </c:pt>
                <c:pt idx="2038">
                  <c:v>4</c:v>
                </c:pt>
                <c:pt idx="2039">
                  <c:v>4</c:v>
                </c:pt>
                <c:pt idx="2040">
                  <c:v>4</c:v>
                </c:pt>
                <c:pt idx="2041">
                  <c:v>4</c:v>
                </c:pt>
                <c:pt idx="2042">
                  <c:v>4</c:v>
                </c:pt>
                <c:pt idx="2043">
                  <c:v>4</c:v>
                </c:pt>
                <c:pt idx="2044">
                  <c:v>4</c:v>
                </c:pt>
                <c:pt idx="2045">
                  <c:v>4</c:v>
                </c:pt>
                <c:pt idx="2046">
                  <c:v>4</c:v>
                </c:pt>
                <c:pt idx="2047">
                  <c:v>4</c:v>
                </c:pt>
                <c:pt idx="2048">
                  <c:v>4</c:v>
                </c:pt>
                <c:pt idx="2049">
                  <c:v>4</c:v>
                </c:pt>
                <c:pt idx="2050">
                  <c:v>4</c:v>
                </c:pt>
                <c:pt idx="2051">
                  <c:v>4</c:v>
                </c:pt>
                <c:pt idx="2052">
                  <c:v>4</c:v>
                </c:pt>
                <c:pt idx="2053">
                  <c:v>4</c:v>
                </c:pt>
                <c:pt idx="2054">
                  <c:v>4</c:v>
                </c:pt>
                <c:pt idx="2055">
                  <c:v>4</c:v>
                </c:pt>
                <c:pt idx="2056">
                  <c:v>4</c:v>
                </c:pt>
                <c:pt idx="2057">
                  <c:v>4</c:v>
                </c:pt>
                <c:pt idx="2058">
                  <c:v>4</c:v>
                </c:pt>
                <c:pt idx="2059">
                  <c:v>4</c:v>
                </c:pt>
                <c:pt idx="2060">
                  <c:v>4</c:v>
                </c:pt>
                <c:pt idx="2061">
                  <c:v>4</c:v>
                </c:pt>
                <c:pt idx="2062">
                  <c:v>4</c:v>
                </c:pt>
                <c:pt idx="2063">
                  <c:v>4</c:v>
                </c:pt>
                <c:pt idx="2064">
                  <c:v>4</c:v>
                </c:pt>
                <c:pt idx="2065">
                  <c:v>4</c:v>
                </c:pt>
                <c:pt idx="2066">
                  <c:v>4</c:v>
                </c:pt>
                <c:pt idx="2067">
                  <c:v>4</c:v>
                </c:pt>
                <c:pt idx="2068">
                  <c:v>4</c:v>
                </c:pt>
                <c:pt idx="2069">
                  <c:v>4</c:v>
                </c:pt>
                <c:pt idx="2070">
                  <c:v>4</c:v>
                </c:pt>
                <c:pt idx="2071">
                  <c:v>4</c:v>
                </c:pt>
                <c:pt idx="2072">
                  <c:v>4</c:v>
                </c:pt>
                <c:pt idx="2073">
                  <c:v>4</c:v>
                </c:pt>
                <c:pt idx="2074">
                  <c:v>4</c:v>
                </c:pt>
                <c:pt idx="2075">
                  <c:v>4</c:v>
                </c:pt>
                <c:pt idx="2076">
                  <c:v>4</c:v>
                </c:pt>
                <c:pt idx="2077">
                  <c:v>4</c:v>
                </c:pt>
                <c:pt idx="2078">
                  <c:v>4</c:v>
                </c:pt>
                <c:pt idx="2079">
                  <c:v>4</c:v>
                </c:pt>
                <c:pt idx="2080">
                  <c:v>4</c:v>
                </c:pt>
                <c:pt idx="2081">
                  <c:v>4</c:v>
                </c:pt>
                <c:pt idx="2082">
                  <c:v>4</c:v>
                </c:pt>
                <c:pt idx="2083">
                  <c:v>4</c:v>
                </c:pt>
                <c:pt idx="2084">
                  <c:v>4</c:v>
                </c:pt>
                <c:pt idx="2085">
                  <c:v>4</c:v>
                </c:pt>
                <c:pt idx="2086">
                  <c:v>4</c:v>
                </c:pt>
                <c:pt idx="2087">
                  <c:v>4</c:v>
                </c:pt>
                <c:pt idx="2088">
                  <c:v>4</c:v>
                </c:pt>
                <c:pt idx="2089">
                  <c:v>4</c:v>
                </c:pt>
                <c:pt idx="2090">
                  <c:v>4</c:v>
                </c:pt>
                <c:pt idx="2091">
                  <c:v>4</c:v>
                </c:pt>
                <c:pt idx="2092">
                  <c:v>4</c:v>
                </c:pt>
                <c:pt idx="2093">
                  <c:v>4</c:v>
                </c:pt>
                <c:pt idx="2094">
                  <c:v>4</c:v>
                </c:pt>
                <c:pt idx="2095">
                  <c:v>4</c:v>
                </c:pt>
                <c:pt idx="2096">
                  <c:v>4</c:v>
                </c:pt>
                <c:pt idx="2097">
                  <c:v>4</c:v>
                </c:pt>
                <c:pt idx="2098">
                  <c:v>4</c:v>
                </c:pt>
                <c:pt idx="2099">
                  <c:v>4</c:v>
                </c:pt>
                <c:pt idx="2100">
                  <c:v>4</c:v>
                </c:pt>
                <c:pt idx="2101">
                  <c:v>4</c:v>
                </c:pt>
                <c:pt idx="2102">
                  <c:v>4</c:v>
                </c:pt>
                <c:pt idx="2103">
                  <c:v>4</c:v>
                </c:pt>
                <c:pt idx="2104">
                  <c:v>4</c:v>
                </c:pt>
                <c:pt idx="2105">
                  <c:v>4</c:v>
                </c:pt>
                <c:pt idx="2106">
                  <c:v>4</c:v>
                </c:pt>
                <c:pt idx="2107">
                  <c:v>4</c:v>
                </c:pt>
                <c:pt idx="2108">
                  <c:v>4</c:v>
                </c:pt>
                <c:pt idx="2109">
                  <c:v>4</c:v>
                </c:pt>
                <c:pt idx="2110">
                  <c:v>4</c:v>
                </c:pt>
                <c:pt idx="2111">
                  <c:v>4</c:v>
                </c:pt>
                <c:pt idx="2112">
                  <c:v>4</c:v>
                </c:pt>
                <c:pt idx="2113">
                  <c:v>4</c:v>
                </c:pt>
                <c:pt idx="2114">
                  <c:v>4</c:v>
                </c:pt>
                <c:pt idx="2115">
                  <c:v>4</c:v>
                </c:pt>
                <c:pt idx="2116">
                  <c:v>4</c:v>
                </c:pt>
                <c:pt idx="2117">
                  <c:v>4</c:v>
                </c:pt>
                <c:pt idx="2118">
                  <c:v>4</c:v>
                </c:pt>
                <c:pt idx="2119">
                  <c:v>4</c:v>
                </c:pt>
                <c:pt idx="2120">
                  <c:v>4</c:v>
                </c:pt>
                <c:pt idx="2121">
                  <c:v>4</c:v>
                </c:pt>
                <c:pt idx="2122">
                  <c:v>4</c:v>
                </c:pt>
                <c:pt idx="2123">
                  <c:v>4</c:v>
                </c:pt>
                <c:pt idx="2124">
                  <c:v>4</c:v>
                </c:pt>
                <c:pt idx="2125">
                  <c:v>4</c:v>
                </c:pt>
                <c:pt idx="2126">
                  <c:v>4</c:v>
                </c:pt>
                <c:pt idx="2127">
                  <c:v>4</c:v>
                </c:pt>
                <c:pt idx="2128">
                  <c:v>4</c:v>
                </c:pt>
                <c:pt idx="2129">
                  <c:v>4</c:v>
                </c:pt>
                <c:pt idx="2130">
                  <c:v>4</c:v>
                </c:pt>
                <c:pt idx="2131">
                  <c:v>4</c:v>
                </c:pt>
                <c:pt idx="2132">
                  <c:v>4</c:v>
                </c:pt>
                <c:pt idx="2133">
                  <c:v>4</c:v>
                </c:pt>
                <c:pt idx="2134">
                  <c:v>4</c:v>
                </c:pt>
                <c:pt idx="2135">
                  <c:v>4</c:v>
                </c:pt>
                <c:pt idx="2136">
                  <c:v>4</c:v>
                </c:pt>
                <c:pt idx="2137">
                  <c:v>4</c:v>
                </c:pt>
                <c:pt idx="2138">
                  <c:v>4</c:v>
                </c:pt>
                <c:pt idx="2139">
                  <c:v>4</c:v>
                </c:pt>
                <c:pt idx="2140">
                  <c:v>4</c:v>
                </c:pt>
                <c:pt idx="2141">
                  <c:v>4</c:v>
                </c:pt>
                <c:pt idx="2142">
                  <c:v>4</c:v>
                </c:pt>
                <c:pt idx="2143">
                  <c:v>4</c:v>
                </c:pt>
                <c:pt idx="2144">
                  <c:v>4</c:v>
                </c:pt>
                <c:pt idx="2145">
                  <c:v>4</c:v>
                </c:pt>
                <c:pt idx="2146">
                  <c:v>4</c:v>
                </c:pt>
                <c:pt idx="2147">
                  <c:v>4</c:v>
                </c:pt>
                <c:pt idx="2148">
                  <c:v>4</c:v>
                </c:pt>
                <c:pt idx="2149">
                  <c:v>4</c:v>
                </c:pt>
                <c:pt idx="2150">
                  <c:v>4</c:v>
                </c:pt>
                <c:pt idx="2151">
                  <c:v>4</c:v>
                </c:pt>
                <c:pt idx="2152">
                  <c:v>4</c:v>
                </c:pt>
                <c:pt idx="2153">
                  <c:v>4</c:v>
                </c:pt>
                <c:pt idx="2154">
                  <c:v>4</c:v>
                </c:pt>
                <c:pt idx="2155">
                  <c:v>4</c:v>
                </c:pt>
                <c:pt idx="2156">
                  <c:v>4</c:v>
                </c:pt>
                <c:pt idx="2157">
                  <c:v>4</c:v>
                </c:pt>
                <c:pt idx="2158">
                  <c:v>4</c:v>
                </c:pt>
                <c:pt idx="2159">
                  <c:v>4</c:v>
                </c:pt>
                <c:pt idx="2160">
                  <c:v>4</c:v>
                </c:pt>
                <c:pt idx="2161">
                  <c:v>4</c:v>
                </c:pt>
                <c:pt idx="2162">
                  <c:v>4</c:v>
                </c:pt>
                <c:pt idx="2163">
                  <c:v>4</c:v>
                </c:pt>
                <c:pt idx="2164">
                  <c:v>4</c:v>
                </c:pt>
                <c:pt idx="2165">
                  <c:v>4</c:v>
                </c:pt>
                <c:pt idx="2166">
                  <c:v>4</c:v>
                </c:pt>
                <c:pt idx="2167">
                  <c:v>4</c:v>
                </c:pt>
                <c:pt idx="2168">
                  <c:v>4</c:v>
                </c:pt>
                <c:pt idx="2169">
                  <c:v>4</c:v>
                </c:pt>
                <c:pt idx="2170">
                  <c:v>4</c:v>
                </c:pt>
                <c:pt idx="2171">
                  <c:v>4</c:v>
                </c:pt>
                <c:pt idx="2172">
                  <c:v>4</c:v>
                </c:pt>
                <c:pt idx="2173">
                  <c:v>4</c:v>
                </c:pt>
                <c:pt idx="2174">
                  <c:v>4</c:v>
                </c:pt>
                <c:pt idx="2175">
                  <c:v>4</c:v>
                </c:pt>
                <c:pt idx="2176">
                  <c:v>4</c:v>
                </c:pt>
                <c:pt idx="2177">
                  <c:v>4</c:v>
                </c:pt>
                <c:pt idx="2178">
                  <c:v>4</c:v>
                </c:pt>
                <c:pt idx="2179">
                  <c:v>4</c:v>
                </c:pt>
                <c:pt idx="2180">
                  <c:v>4</c:v>
                </c:pt>
                <c:pt idx="2181">
                  <c:v>4</c:v>
                </c:pt>
                <c:pt idx="2182">
                  <c:v>4</c:v>
                </c:pt>
                <c:pt idx="2183">
                  <c:v>4</c:v>
                </c:pt>
                <c:pt idx="2184">
                  <c:v>4</c:v>
                </c:pt>
                <c:pt idx="2185">
                  <c:v>4</c:v>
                </c:pt>
                <c:pt idx="2186">
                  <c:v>4</c:v>
                </c:pt>
                <c:pt idx="2187">
                  <c:v>4</c:v>
                </c:pt>
                <c:pt idx="2188">
                  <c:v>4</c:v>
                </c:pt>
                <c:pt idx="2189">
                  <c:v>4</c:v>
                </c:pt>
                <c:pt idx="2190">
                  <c:v>4</c:v>
                </c:pt>
                <c:pt idx="2191">
                  <c:v>4</c:v>
                </c:pt>
                <c:pt idx="2192">
                  <c:v>4</c:v>
                </c:pt>
                <c:pt idx="2193">
                  <c:v>4</c:v>
                </c:pt>
                <c:pt idx="2194">
                  <c:v>4</c:v>
                </c:pt>
                <c:pt idx="2195">
                  <c:v>4</c:v>
                </c:pt>
                <c:pt idx="2196">
                  <c:v>4</c:v>
                </c:pt>
                <c:pt idx="2197">
                  <c:v>4</c:v>
                </c:pt>
                <c:pt idx="2198">
                  <c:v>4</c:v>
                </c:pt>
                <c:pt idx="2199">
                  <c:v>4</c:v>
                </c:pt>
                <c:pt idx="2200">
                  <c:v>4</c:v>
                </c:pt>
                <c:pt idx="2201">
                  <c:v>4</c:v>
                </c:pt>
                <c:pt idx="2202">
                  <c:v>4</c:v>
                </c:pt>
                <c:pt idx="2203">
                  <c:v>4</c:v>
                </c:pt>
                <c:pt idx="2204">
                  <c:v>4</c:v>
                </c:pt>
                <c:pt idx="2205">
                  <c:v>4</c:v>
                </c:pt>
                <c:pt idx="2206">
                  <c:v>4</c:v>
                </c:pt>
                <c:pt idx="2207">
                  <c:v>4</c:v>
                </c:pt>
                <c:pt idx="2208">
                  <c:v>4</c:v>
                </c:pt>
                <c:pt idx="2209">
                  <c:v>4</c:v>
                </c:pt>
                <c:pt idx="2210">
                  <c:v>4</c:v>
                </c:pt>
                <c:pt idx="2211">
                  <c:v>4</c:v>
                </c:pt>
                <c:pt idx="2212">
                  <c:v>4</c:v>
                </c:pt>
                <c:pt idx="2213">
                  <c:v>4</c:v>
                </c:pt>
                <c:pt idx="2214">
                  <c:v>4</c:v>
                </c:pt>
                <c:pt idx="2215">
                  <c:v>4</c:v>
                </c:pt>
                <c:pt idx="2216">
                  <c:v>4</c:v>
                </c:pt>
                <c:pt idx="2217">
                  <c:v>4</c:v>
                </c:pt>
                <c:pt idx="2218">
                  <c:v>4.25</c:v>
                </c:pt>
                <c:pt idx="2219">
                  <c:v>4.25</c:v>
                </c:pt>
                <c:pt idx="2220">
                  <c:v>4.25</c:v>
                </c:pt>
                <c:pt idx="2221">
                  <c:v>4.25</c:v>
                </c:pt>
                <c:pt idx="2222">
                  <c:v>4.25</c:v>
                </c:pt>
                <c:pt idx="2223">
                  <c:v>4.25</c:v>
                </c:pt>
                <c:pt idx="2224">
                  <c:v>4.25</c:v>
                </c:pt>
                <c:pt idx="2225">
                  <c:v>4.25</c:v>
                </c:pt>
                <c:pt idx="2226">
                  <c:v>4.25</c:v>
                </c:pt>
                <c:pt idx="2227">
                  <c:v>4.25</c:v>
                </c:pt>
                <c:pt idx="2228">
                  <c:v>4.25</c:v>
                </c:pt>
                <c:pt idx="2229">
                  <c:v>4.25</c:v>
                </c:pt>
                <c:pt idx="2230">
                  <c:v>4.25</c:v>
                </c:pt>
                <c:pt idx="2231">
                  <c:v>4.25</c:v>
                </c:pt>
                <c:pt idx="2232">
                  <c:v>4.25</c:v>
                </c:pt>
                <c:pt idx="2233">
                  <c:v>4.25</c:v>
                </c:pt>
                <c:pt idx="2234">
                  <c:v>4.25</c:v>
                </c:pt>
                <c:pt idx="2235">
                  <c:v>4.25</c:v>
                </c:pt>
                <c:pt idx="2236">
                  <c:v>4.25</c:v>
                </c:pt>
                <c:pt idx="2237">
                  <c:v>4.25</c:v>
                </c:pt>
                <c:pt idx="2238">
                  <c:v>4.25</c:v>
                </c:pt>
                <c:pt idx="2239">
                  <c:v>4.25</c:v>
                </c:pt>
                <c:pt idx="2240">
                  <c:v>4.25</c:v>
                </c:pt>
                <c:pt idx="2241">
                  <c:v>4.25</c:v>
                </c:pt>
                <c:pt idx="2242">
                  <c:v>4.25</c:v>
                </c:pt>
                <c:pt idx="2243">
                  <c:v>4.25</c:v>
                </c:pt>
                <c:pt idx="2244">
                  <c:v>4.25</c:v>
                </c:pt>
                <c:pt idx="2245">
                  <c:v>4.25</c:v>
                </c:pt>
                <c:pt idx="2246">
                  <c:v>4.25</c:v>
                </c:pt>
                <c:pt idx="2247">
                  <c:v>4.25</c:v>
                </c:pt>
                <c:pt idx="2248">
                  <c:v>4.25</c:v>
                </c:pt>
                <c:pt idx="2249">
                  <c:v>4.25</c:v>
                </c:pt>
                <c:pt idx="2250">
                  <c:v>4.25</c:v>
                </c:pt>
                <c:pt idx="2251">
                  <c:v>4.25</c:v>
                </c:pt>
                <c:pt idx="2252">
                  <c:v>4.25</c:v>
                </c:pt>
                <c:pt idx="2253">
                  <c:v>4.25</c:v>
                </c:pt>
                <c:pt idx="2254">
                  <c:v>4.25</c:v>
                </c:pt>
                <c:pt idx="2255">
                  <c:v>4.25</c:v>
                </c:pt>
                <c:pt idx="2256">
                  <c:v>4.25</c:v>
                </c:pt>
                <c:pt idx="2257">
                  <c:v>4.25</c:v>
                </c:pt>
                <c:pt idx="2258">
                  <c:v>4.25</c:v>
                </c:pt>
                <c:pt idx="2259">
                  <c:v>4.25</c:v>
                </c:pt>
                <c:pt idx="2260">
                  <c:v>4.25</c:v>
                </c:pt>
                <c:pt idx="2261">
                  <c:v>4.25</c:v>
                </c:pt>
                <c:pt idx="2262">
                  <c:v>4.25</c:v>
                </c:pt>
                <c:pt idx="2263">
                  <c:v>4.25</c:v>
                </c:pt>
                <c:pt idx="2264">
                  <c:v>4.25</c:v>
                </c:pt>
                <c:pt idx="2265">
                  <c:v>4.25</c:v>
                </c:pt>
                <c:pt idx="2266">
                  <c:v>4.25</c:v>
                </c:pt>
                <c:pt idx="2267">
                  <c:v>4.25</c:v>
                </c:pt>
                <c:pt idx="2268">
                  <c:v>4.25</c:v>
                </c:pt>
                <c:pt idx="2269">
                  <c:v>4.25</c:v>
                </c:pt>
                <c:pt idx="2270">
                  <c:v>4.25</c:v>
                </c:pt>
                <c:pt idx="2271">
                  <c:v>4.25</c:v>
                </c:pt>
                <c:pt idx="2272">
                  <c:v>4.25</c:v>
                </c:pt>
                <c:pt idx="2273">
                  <c:v>4.25</c:v>
                </c:pt>
                <c:pt idx="2274">
                  <c:v>4.25</c:v>
                </c:pt>
                <c:pt idx="2275">
                  <c:v>4.25</c:v>
                </c:pt>
                <c:pt idx="2276">
                  <c:v>4.25</c:v>
                </c:pt>
                <c:pt idx="2277">
                  <c:v>4.25</c:v>
                </c:pt>
                <c:pt idx="2278">
                  <c:v>4.25</c:v>
                </c:pt>
                <c:pt idx="2279">
                  <c:v>4.25</c:v>
                </c:pt>
                <c:pt idx="2280">
                  <c:v>4.25</c:v>
                </c:pt>
                <c:pt idx="2281">
                  <c:v>4.25</c:v>
                </c:pt>
                <c:pt idx="2282">
                  <c:v>4.25</c:v>
                </c:pt>
                <c:pt idx="2283">
                  <c:v>4.25</c:v>
                </c:pt>
                <c:pt idx="2284">
                  <c:v>4.25</c:v>
                </c:pt>
                <c:pt idx="2285">
                  <c:v>4.25</c:v>
                </c:pt>
                <c:pt idx="2286">
                  <c:v>4.25</c:v>
                </c:pt>
                <c:pt idx="2287">
                  <c:v>3.75</c:v>
                </c:pt>
                <c:pt idx="2288">
                  <c:v>3.75</c:v>
                </c:pt>
                <c:pt idx="2289">
                  <c:v>3.75</c:v>
                </c:pt>
                <c:pt idx="2290">
                  <c:v>3.75</c:v>
                </c:pt>
                <c:pt idx="2291">
                  <c:v>3.75</c:v>
                </c:pt>
                <c:pt idx="2292">
                  <c:v>3.75</c:v>
                </c:pt>
                <c:pt idx="2293">
                  <c:v>3.75</c:v>
                </c:pt>
                <c:pt idx="2294">
                  <c:v>3.75</c:v>
                </c:pt>
                <c:pt idx="2295">
                  <c:v>3.75</c:v>
                </c:pt>
                <c:pt idx="2296">
                  <c:v>3.75</c:v>
                </c:pt>
                <c:pt idx="2297">
                  <c:v>3.75</c:v>
                </c:pt>
                <c:pt idx="2298">
                  <c:v>3.75</c:v>
                </c:pt>
                <c:pt idx="2299">
                  <c:v>3.75</c:v>
                </c:pt>
                <c:pt idx="2300">
                  <c:v>3.75</c:v>
                </c:pt>
                <c:pt idx="2301">
                  <c:v>3.75</c:v>
                </c:pt>
                <c:pt idx="2302">
                  <c:v>3.75</c:v>
                </c:pt>
                <c:pt idx="2303">
                  <c:v>3.75</c:v>
                </c:pt>
                <c:pt idx="2304">
                  <c:v>3.75</c:v>
                </c:pt>
                <c:pt idx="2305">
                  <c:v>3.75</c:v>
                </c:pt>
                <c:pt idx="2306">
                  <c:v>3.75</c:v>
                </c:pt>
                <c:pt idx="2307">
                  <c:v>3.75</c:v>
                </c:pt>
                <c:pt idx="2308">
                  <c:v>3.25</c:v>
                </c:pt>
                <c:pt idx="2309">
                  <c:v>3.25</c:v>
                </c:pt>
                <c:pt idx="2310">
                  <c:v>3.25</c:v>
                </c:pt>
                <c:pt idx="2311">
                  <c:v>3.25</c:v>
                </c:pt>
                <c:pt idx="2312">
                  <c:v>3.25</c:v>
                </c:pt>
                <c:pt idx="2313">
                  <c:v>3.25</c:v>
                </c:pt>
                <c:pt idx="2314">
                  <c:v>3.25</c:v>
                </c:pt>
                <c:pt idx="2315">
                  <c:v>3.25</c:v>
                </c:pt>
                <c:pt idx="2316">
                  <c:v>3.25</c:v>
                </c:pt>
                <c:pt idx="2317">
                  <c:v>3.25</c:v>
                </c:pt>
                <c:pt idx="2318">
                  <c:v>3.25</c:v>
                </c:pt>
                <c:pt idx="2319">
                  <c:v>3.25</c:v>
                </c:pt>
                <c:pt idx="2320">
                  <c:v>3.25</c:v>
                </c:pt>
                <c:pt idx="2321">
                  <c:v>3.25</c:v>
                </c:pt>
                <c:pt idx="2322">
                  <c:v>3.25</c:v>
                </c:pt>
                <c:pt idx="2323">
                  <c:v>3.25</c:v>
                </c:pt>
                <c:pt idx="2324">
                  <c:v>3.25</c:v>
                </c:pt>
                <c:pt idx="2325">
                  <c:v>3.25</c:v>
                </c:pt>
                <c:pt idx="2326">
                  <c:v>3.25</c:v>
                </c:pt>
                <c:pt idx="2327">
                  <c:v>3.25</c:v>
                </c:pt>
                <c:pt idx="2328">
                  <c:v>2.5</c:v>
                </c:pt>
                <c:pt idx="2329">
                  <c:v>2.5</c:v>
                </c:pt>
                <c:pt idx="2330">
                  <c:v>2.5</c:v>
                </c:pt>
                <c:pt idx="2331">
                  <c:v>2.5</c:v>
                </c:pt>
                <c:pt idx="2332">
                  <c:v>2.5</c:v>
                </c:pt>
                <c:pt idx="2333">
                  <c:v>2.5</c:v>
                </c:pt>
                <c:pt idx="2334">
                  <c:v>2.5</c:v>
                </c:pt>
                <c:pt idx="2335">
                  <c:v>2.5</c:v>
                </c:pt>
                <c:pt idx="2336">
                  <c:v>2.5</c:v>
                </c:pt>
                <c:pt idx="2337">
                  <c:v>2.5</c:v>
                </c:pt>
                <c:pt idx="2338">
                  <c:v>2.5</c:v>
                </c:pt>
                <c:pt idx="2339">
                  <c:v>2.5</c:v>
                </c:pt>
                <c:pt idx="2340">
                  <c:v>2.5</c:v>
                </c:pt>
                <c:pt idx="2341">
                  <c:v>2.5</c:v>
                </c:pt>
                <c:pt idx="2342">
                  <c:v>2.5</c:v>
                </c:pt>
                <c:pt idx="2343">
                  <c:v>2.5</c:v>
                </c:pt>
                <c:pt idx="2344">
                  <c:v>2.5</c:v>
                </c:pt>
                <c:pt idx="2345">
                  <c:v>2.5</c:v>
                </c:pt>
                <c:pt idx="2346">
                  <c:v>2.5</c:v>
                </c:pt>
                <c:pt idx="2347">
                  <c:v>2.5</c:v>
                </c:pt>
                <c:pt idx="2348">
                  <c:v>2.5</c:v>
                </c:pt>
                <c:pt idx="2349">
                  <c:v>2.5</c:v>
                </c:pt>
                <c:pt idx="2350">
                  <c:v>2.5</c:v>
                </c:pt>
                <c:pt idx="2351">
                  <c:v>2.5</c:v>
                </c:pt>
                <c:pt idx="2352">
                  <c:v>2.5</c:v>
                </c:pt>
                <c:pt idx="2353">
                  <c:v>2.5</c:v>
                </c:pt>
                <c:pt idx="2354">
                  <c:v>2.5</c:v>
                </c:pt>
                <c:pt idx="2355">
                  <c:v>2.5</c:v>
                </c:pt>
                <c:pt idx="2356">
                  <c:v>2.5</c:v>
                </c:pt>
                <c:pt idx="2357">
                  <c:v>2.5</c:v>
                </c:pt>
                <c:pt idx="2358">
                  <c:v>2</c:v>
                </c:pt>
                <c:pt idx="2359">
                  <c:v>2</c:v>
                </c:pt>
                <c:pt idx="2360">
                  <c:v>2</c:v>
                </c:pt>
                <c:pt idx="2361">
                  <c:v>2</c:v>
                </c:pt>
                <c:pt idx="2362">
                  <c:v>2</c:v>
                </c:pt>
                <c:pt idx="2363">
                  <c:v>2</c:v>
                </c:pt>
                <c:pt idx="2364">
                  <c:v>2</c:v>
                </c:pt>
                <c:pt idx="2365">
                  <c:v>2</c:v>
                </c:pt>
                <c:pt idx="2366">
                  <c:v>2</c:v>
                </c:pt>
                <c:pt idx="2367">
                  <c:v>2</c:v>
                </c:pt>
                <c:pt idx="2368">
                  <c:v>2</c:v>
                </c:pt>
                <c:pt idx="2369">
                  <c:v>2</c:v>
                </c:pt>
                <c:pt idx="2370">
                  <c:v>2</c:v>
                </c:pt>
                <c:pt idx="2371">
                  <c:v>2</c:v>
                </c:pt>
                <c:pt idx="2372">
                  <c:v>2</c:v>
                </c:pt>
                <c:pt idx="2373">
                  <c:v>2</c:v>
                </c:pt>
                <c:pt idx="2374">
                  <c:v>2</c:v>
                </c:pt>
                <c:pt idx="2375">
                  <c:v>2</c:v>
                </c:pt>
                <c:pt idx="2376">
                  <c:v>2</c:v>
                </c:pt>
                <c:pt idx="2377">
                  <c:v>2</c:v>
                </c:pt>
                <c:pt idx="2378">
                  <c:v>2</c:v>
                </c:pt>
                <c:pt idx="2379">
                  <c:v>2</c:v>
                </c:pt>
                <c:pt idx="2380">
                  <c:v>2</c:v>
                </c:pt>
                <c:pt idx="2381">
                  <c:v>2</c:v>
                </c:pt>
                <c:pt idx="2382">
                  <c:v>2</c:v>
                </c:pt>
                <c:pt idx="2383">
                  <c:v>2</c:v>
                </c:pt>
                <c:pt idx="2384">
                  <c:v>2</c:v>
                </c:pt>
                <c:pt idx="2385">
                  <c:v>2</c:v>
                </c:pt>
                <c:pt idx="2386">
                  <c:v>2</c:v>
                </c:pt>
                <c:pt idx="2387">
                  <c:v>2</c:v>
                </c:pt>
                <c:pt idx="2388">
                  <c:v>2</c:v>
                </c:pt>
                <c:pt idx="2389">
                  <c:v>2</c:v>
                </c:pt>
                <c:pt idx="2390">
                  <c:v>2</c:v>
                </c:pt>
                <c:pt idx="2391">
                  <c:v>2</c:v>
                </c:pt>
                <c:pt idx="2392">
                  <c:v>2</c:v>
                </c:pt>
                <c:pt idx="2393">
                  <c:v>1.5</c:v>
                </c:pt>
                <c:pt idx="2394">
                  <c:v>1.5</c:v>
                </c:pt>
                <c:pt idx="2395">
                  <c:v>1.5</c:v>
                </c:pt>
                <c:pt idx="2396">
                  <c:v>1.5</c:v>
                </c:pt>
                <c:pt idx="2397">
                  <c:v>1.5</c:v>
                </c:pt>
                <c:pt idx="2398">
                  <c:v>1.5</c:v>
                </c:pt>
                <c:pt idx="2399">
                  <c:v>1.5</c:v>
                </c:pt>
                <c:pt idx="2400">
                  <c:v>1.5</c:v>
                </c:pt>
                <c:pt idx="2401">
                  <c:v>1.5</c:v>
                </c:pt>
                <c:pt idx="2402">
                  <c:v>1.5</c:v>
                </c:pt>
                <c:pt idx="2403">
                  <c:v>1.5</c:v>
                </c:pt>
                <c:pt idx="2404">
                  <c:v>1.5</c:v>
                </c:pt>
                <c:pt idx="2405">
                  <c:v>1.5</c:v>
                </c:pt>
                <c:pt idx="2406">
                  <c:v>1.5</c:v>
                </c:pt>
                <c:pt idx="2407">
                  <c:v>1.5</c:v>
                </c:pt>
                <c:pt idx="2408">
                  <c:v>1.5</c:v>
                </c:pt>
                <c:pt idx="2409">
                  <c:v>1.5</c:v>
                </c:pt>
                <c:pt idx="2410">
                  <c:v>1.5</c:v>
                </c:pt>
                <c:pt idx="2411">
                  <c:v>1.5</c:v>
                </c:pt>
                <c:pt idx="2412">
                  <c:v>1.5</c:v>
                </c:pt>
                <c:pt idx="2413">
                  <c:v>1.25</c:v>
                </c:pt>
                <c:pt idx="2414">
                  <c:v>1.25</c:v>
                </c:pt>
                <c:pt idx="2415">
                  <c:v>1.25</c:v>
                </c:pt>
                <c:pt idx="2416">
                  <c:v>1.25</c:v>
                </c:pt>
                <c:pt idx="2417">
                  <c:v>1.25</c:v>
                </c:pt>
                <c:pt idx="2418">
                  <c:v>1.25</c:v>
                </c:pt>
                <c:pt idx="2419">
                  <c:v>1.25</c:v>
                </c:pt>
                <c:pt idx="2420">
                  <c:v>1.25</c:v>
                </c:pt>
                <c:pt idx="2421">
                  <c:v>1.25</c:v>
                </c:pt>
                <c:pt idx="2422">
                  <c:v>1.25</c:v>
                </c:pt>
                <c:pt idx="2423">
                  <c:v>1.25</c:v>
                </c:pt>
                <c:pt idx="2424">
                  <c:v>1.25</c:v>
                </c:pt>
                <c:pt idx="2425">
                  <c:v>1.25</c:v>
                </c:pt>
                <c:pt idx="2426">
                  <c:v>1.25</c:v>
                </c:pt>
                <c:pt idx="2427">
                  <c:v>1.25</c:v>
                </c:pt>
                <c:pt idx="2428">
                  <c:v>1.25</c:v>
                </c:pt>
                <c:pt idx="2429">
                  <c:v>1.25</c:v>
                </c:pt>
                <c:pt idx="2430">
                  <c:v>1.25</c:v>
                </c:pt>
                <c:pt idx="2431">
                  <c:v>1.25</c:v>
                </c:pt>
                <c:pt idx="2432">
                  <c:v>1.25</c:v>
                </c:pt>
                <c:pt idx="2433">
                  <c:v>1.25</c:v>
                </c:pt>
                <c:pt idx="2434">
                  <c:v>1.25</c:v>
                </c:pt>
                <c:pt idx="2435">
                  <c:v>1.25</c:v>
                </c:pt>
                <c:pt idx="2436">
                  <c:v>1.25</c:v>
                </c:pt>
                <c:pt idx="2437">
                  <c:v>1.25</c:v>
                </c:pt>
                <c:pt idx="2438">
                  <c:v>1</c:v>
                </c:pt>
                <c:pt idx="2439">
                  <c:v>1</c:v>
                </c:pt>
                <c:pt idx="2440">
                  <c:v>1</c:v>
                </c:pt>
                <c:pt idx="2441">
                  <c:v>1</c:v>
                </c:pt>
                <c:pt idx="2442">
                  <c:v>1</c:v>
                </c:pt>
                <c:pt idx="2443">
                  <c:v>1</c:v>
                </c:pt>
                <c:pt idx="2444">
                  <c:v>1</c:v>
                </c:pt>
                <c:pt idx="2445">
                  <c:v>1</c:v>
                </c:pt>
                <c:pt idx="2446">
                  <c:v>1</c:v>
                </c:pt>
                <c:pt idx="2447">
                  <c:v>1</c:v>
                </c:pt>
                <c:pt idx="2448">
                  <c:v>1</c:v>
                </c:pt>
                <c:pt idx="2449">
                  <c:v>1</c:v>
                </c:pt>
                <c:pt idx="2450">
                  <c:v>1</c:v>
                </c:pt>
                <c:pt idx="2451">
                  <c:v>1</c:v>
                </c:pt>
                <c:pt idx="2452">
                  <c:v>1</c:v>
                </c:pt>
                <c:pt idx="2453">
                  <c:v>1</c:v>
                </c:pt>
                <c:pt idx="2454">
                  <c:v>1</c:v>
                </c:pt>
                <c:pt idx="2455">
                  <c:v>1</c:v>
                </c:pt>
                <c:pt idx="2456">
                  <c:v>1</c:v>
                </c:pt>
                <c:pt idx="2457">
                  <c:v>1</c:v>
                </c:pt>
                <c:pt idx="2458">
                  <c:v>1</c:v>
                </c:pt>
                <c:pt idx="2459">
                  <c:v>1</c:v>
                </c:pt>
                <c:pt idx="2460">
                  <c:v>1</c:v>
                </c:pt>
                <c:pt idx="2461">
                  <c:v>1</c:v>
                </c:pt>
                <c:pt idx="2462">
                  <c:v>1</c:v>
                </c:pt>
                <c:pt idx="2463">
                  <c:v>1</c:v>
                </c:pt>
                <c:pt idx="2464">
                  <c:v>1</c:v>
                </c:pt>
                <c:pt idx="2465">
                  <c:v>1</c:v>
                </c:pt>
                <c:pt idx="2466">
                  <c:v>1</c:v>
                </c:pt>
                <c:pt idx="2467">
                  <c:v>1</c:v>
                </c:pt>
                <c:pt idx="2468">
                  <c:v>1</c:v>
                </c:pt>
                <c:pt idx="2469">
                  <c:v>1</c:v>
                </c:pt>
                <c:pt idx="2470">
                  <c:v>1</c:v>
                </c:pt>
                <c:pt idx="2471">
                  <c:v>1</c:v>
                </c:pt>
                <c:pt idx="2472">
                  <c:v>1</c:v>
                </c:pt>
                <c:pt idx="2473">
                  <c:v>1</c:v>
                </c:pt>
                <c:pt idx="2474">
                  <c:v>1</c:v>
                </c:pt>
                <c:pt idx="2475">
                  <c:v>1</c:v>
                </c:pt>
                <c:pt idx="2476">
                  <c:v>1</c:v>
                </c:pt>
                <c:pt idx="2477">
                  <c:v>1</c:v>
                </c:pt>
                <c:pt idx="2478">
                  <c:v>1</c:v>
                </c:pt>
                <c:pt idx="2479">
                  <c:v>1</c:v>
                </c:pt>
                <c:pt idx="2480">
                  <c:v>1</c:v>
                </c:pt>
                <c:pt idx="2481">
                  <c:v>1</c:v>
                </c:pt>
                <c:pt idx="2482">
                  <c:v>1</c:v>
                </c:pt>
                <c:pt idx="2483">
                  <c:v>1</c:v>
                </c:pt>
                <c:pt idx="2484">
                  <c:v>1</c:v>
                </c:pt>
                <c:pt idx="2485">
                  <c:v>1</c:v>
                </c:pt>
                <c:pt idx="2486">
                  <c:v>1</c:v>
                </c:pt>
                <c:pt idx="2487">
                  <c:v>1</c:v>
                </c:pt>
                <c:pt idx="2488">
                  <c:v>1</c:v>
                </c:pt>
                <c:pt idx="2489">
                  <c:v>1</c:v>
                </c:pt>
                <c:pt idx="2490">
                  <c:v>1</c:v>
                </c:pt>
                <c:pt idx="2491">
                  <c:v>1</c:v>
                </c:pt>
                <c:pt idx="2492">
                  <c:v>1</c:v>
                </c:pt>
                <c:pt idx="2493">
                  <c:v>1</c:v>
                </c:pt>
                <c:pt idx="2494">
                  <c:v>1</c:v>
                </c:pt>
                <c:pt idx="2495">
                  <c:v>1</c:v>
                </c:pt>
                <c:pt idx="2496">
                  <c:v>1</c:v>
                </c:pt>
                <c:pt idx="2497">
                  <c:v>1</c:v>
                </c:pt>
                <c:pt idx="2498">
                  <c:v>1</c:v>
                </c:pt>
                <c:pt idx="2499">
                  <c:v>1</c:v>
                </c:pt>
                <c:pt idx="2500">
                  <c:v>1</c:v>
                </c:pt>
                <c:pt idx="2501">
                  <c:v>1</c:v>
                </c:pt>
                <c:pt idx="2502">
                  <c:v>1</c:v>
                </c:pt>
                <c:pt idx="2503">
                  <c:v>1</c:v>
                </c:pt>
                <c:pt idx="2504">
                  <c:v>1</c:v>
                </c:pt>
                <c:pt idx="2505">
                  <c:v>1</c:v>
                </c:pt>
                <c:pt idx="2506">
                  <c:v>1</c:v>
                </c:pt>
                <c:pt idx="2507">
                  <c:v>1</c:v>
                </c:pt>
                <c:pt idx="2508">
                  <c:v>1</c:v>
                </c:pt>
                <c:pt idx="2509">
                  <c:v>1</c:v>
                </c:pt>
                <c:pt idx="2510">
                  <c:v>1</c:v>
                </c:pt>
                <c:pt idx="2511">
                  <c:v>1</c:v>
                </c:pt>
                <c:pt idx="2512">
                  <c:v>1</c:v>
                </c:pt>
                <c:pt idx="2513">
                  <c:v>1</c:v>
                </c:pt>
                <c:pt idx="2514">
                  <c:v>1</c:v>
                </c:pt>
                <c:pt idx="2515">
                  <c:v>1</c:v>
                </c:pt>
                <c:pt idx="2516">
                  <c:v>1</c:v>
                </c:pt>
                <c:pt idx="2517">
                  <c:v>1</c:v>
                </c:pt>
                <c:pt idx="2518">
                  <c:v>1</c:v>
                </c:pt>
                <c:pt idx="2519">
                  <c:v>1</c:v>
                </c:pt>
                <c:pt idx="2520">
                  <c:v>1</c:v>
                </c:pt>
                <c:pt idx="2521">
                  <c:v>1</c:v>
                </c:pt>
                <c:pt idx="2522">
                  <c:v>1</c:v>
                </c:pt>
                <c:pt idx="2523">
                  <c:v>1</c:v>
                </c:pt>
                <c:pt idx="2524">
                  <c:v>1</c:v>
                </c:pt>
                <c:pt idx="2525">
                  <c:v>1</c:v>
                </c:pt>
                <c:pt idx="2526">
                  <c:v>1</c:v>
                </c:pt>
                <c:pt idx="2527">
                  <c:v>1</c:v>
                </c:pt>
                <c:pt idx="2528">
                  <c:v>1</c:v>
                </c:pt>
                <c:pt idx="2529">
                  <c:v>1</c:v>
                </c:pt>
                <c:pt idx="2530">
                  <c:v>1</c:v>
                </c:pt>
                <c:pt idx="2531">
                  <c:v>1</c:v>
                </c:pt>
                <c:pt idx="2532">
                  <c:v>1</c:v>
                </c:pt>
                <c:pt idx="2533">
                  <c:v>1</c:v>
                </c:pt>
                <c:pt idx="2534">
                  <c:v>1</c:v>
                </c:pt>
                <c:pt idx="2535">
                  <c:v>1</c:v>
                </c:pt>
                <c:pt idx="2536">
                  <c:v>1</c:v>
                </c:pt>
                <c:pt idx="2537">
                  <c:v>1</c:v>
                </c:pt>
                <c:pt idx="2538">
                  <c:v>1</c:v>
                </c:pt>
                <c:pt idx="2539">
                  <c:v>1</c:v>
                </c:pt>
                <c:pt idx="2540">
                  <c:v>1</c:v>
                </c:pt>
                <c:pt idx="2541">
                  <c:v>1</c:v>
                </c:pt>
                <c:pt idx="2542">
                  <c:v>1</c:v>
                </c:pt>
                <c:pt idx="2543">
                  <c:v>1</c:v>
                </c:pt>
                <c:pt idx="2544">
                  <c:v>1</c:v>
                </c:pt>
                <c:pt idx="2545">
                  <c:v>1</c:v>
                </c:pt>
                <c:pt idx="2546">
                  <c:v>1</c:v>
                </c:pt>
                <c:pt idx="2547">
                  <c:v>1</c:v>
                </c:pt>
                <c:pt idx="2548">
                  <c:v>1</c:v>
                </c:pt>
                <c:pt idx="2549">
                  <c:v>1</c:v>
                </c:pt>
                <c:pt idx="2550">
                  <c:v>1</c:v>
                </c:pt>
                <c:pt idx="2551">
                  <c:v>1</c:v>
                </c:pt>
                <c:pt idx="2552">
                  <c:v>1</c:v>
                </c:pt>
                <c:pt idx="2553">
                  <c:v>1</c:v>
                </c:pt>
                <c:pt idx="2554">
                  <c:v>1</c:v>
                </c:pt>
                <c:pt idx="2555">
                  <c:v>1</c:v>
                </c:pt>
                <c:pt idx="2556">
                  <c:v>1</c:v>
                </c:pt>
                <c:pt idx="2557">
                  <c:v>1</c:v>
                </c:pt>
                <c:pt idx="2558">
                  <c:v>1</c:v>
                </c:pt>
                <c:pt idx="2559">
                  <c:v>1</c:v>
                </c:pt>
                <c:pt idx="2560">
                  <c:v>1</c:v>
                </c:pt>
                <c:pt idx="2561">
                  <c:v>1</c:v>
                </c:pt>
                <c:pt idx="2562">
                  <c:v>1</c:v>
                </c:pt>
                <c:pt idx="2563">
                  <c:v>1</c:v>
                </c:pt>
                <c:pt idx="2564">
                  <c:v>1</c:v>
                </c:pt>
                <c:pt idx="2565">
                  <c:v>1</c:v>
                </c:pt>
                <c:pt idx="2566">
                  <c:v>1</c:v>
                </c:pt>
                <c:pt idx="2567">
                  <c:v>1</c:v>
                </c:pt>
                <c:pt idx="2568">
                  <c:v>1</c:v>
                </c:pt>
                <c:pt idx="2569">
                  <c:v>1</c:v>
                </c:pt>
                <c:pt idx="2570">
                  <c:v>1</c:v>
                </c:pt>
                <c:pt idx="2571">
                  <c:v>1</c:v>
                </c:pt>
                <c:pt idx="2572">
                  <c:v>1</c:v>
                </c:pt>
                <c:pt idx="2573">
                  <c:v>1</c:v>
                </c:pt>
                <c:pt idx="2574">
                  <c:v>1</c:v>
                </c:pt>
                <c:pt idx="2575">
                  <c:v>1</c:v>
                </c:pt>
                <c:pt idx="2576">
                  <c:v>1</c:v>
                </c:pt>
                <c:pt idx="2577">
                  <c:v>1</c:v>
                </c:pt>
                <c:pt idx="2578">
                  <c:v>1</c:v>
                </c:pt>
                <c:pt idx="2579">
                  <c:v>1</c:v>
                </c:pt>
                <c:pt idx="2580">
                  <c:v>1</c:v>
                </c:pt>
                <c:pt idx="2581">
                  <c:v>1</c:v>
                </c:pt>
                <c:pt idx="2582">
                  <c:v>1</c:v>
                </c:pt>
                <c:pt idx="2583">
                  <c:v>1</c:v>
                </c:pt>
                <c:pt idx="2584">
                  <c:v>1</c:v>
                </c:pt>
                <c:pt idx="2585">
                  <c:v>1</c:v>
                </c:pt>
                <c:pt idx="2586">
                  <c:v>1</c:v>
                </c:pt>
                <c:pt idx="2587">
                  <c:v>1</c:v>
                </c:pt>
                <c:pt idx="2588">
                  <c:v>1</c:v>
                </c:pt>
                <c:pt idx="2589">
                  <c:v>1</c:v>
                </c:pt>
                <c:pt idx="2590">
                  <c:v>1</c:v>
                </c:pt>
                <c:pt idx="2591">
                  <c:v>1</c:v>
                </c:pt>
                <c:pt idx="2592">
                  <c:v>1</c:v>
                </c:pt>
                <c:pt idx="2593">
                  <c:v>1</c:v>
                </c:pt>
                <c:pt idx="2594">
                  <c:v>1</c:v>
                </c:pt>
                <c:pt idx="2595">
                  <c:v>1</c:v>
                </c:pt>
                <c:pt idx="2596">
                  <c:v>1</c:v>
                </c:pt>
                <c:pt idx="2597">
                  <c:v>1</c:v>
                </c:pt>
                <c:pt idx="2598">
                  <c:v>1</c:v>
                </c:pt>
                <c:pt idx="2599">
                  <c:v>1</c:v>
                </c:pt>
                <c:pt idx="2600">
                  <c:v>1</c:v>
                </c:pt>
                <c:pt idx="2601">
                  <c:v>1</c:v>
                </c:pt>
                <c:pt idx="2602">
                  <c:v>1</c:v>
                </c:pt>
                <c:pt idx="2603">
                  <c:v>1</c:v>
                </c:pt>
                <c:pt idx="2604">
                  <c:v>1</c:v>
                </c:pt>
                <c:pt idx="2605">
                  <c:v>1</c:v>
                </c:pt>
                <c:pt idx="2606">
                  <c:v>1</c:v>
                </c:pt>
                <c:pt idx="2607">
                  <c:v>1</c:v>
                </c:pt>
                <c:pt idx="2608">
                  <c:v>1</c:v>
                </c:pt>
                <c:pt idx="2609">
                  <c:v>1</c:v>
                </c:pt>
                <c:pt idx="2610">
                  <c:v>1</c:v>
                </c:pt>
                <c:pt idx="2611">
                  <c:v>1</c:v>
                </c:pt>
                <c:pt idx="2612">
                  <c:v>1</c:v>
                </c:pt>
                <c:pt idx="2613">
                  <c:v>1</c:v>
                </c:pt>
                <c:pt idx="2614">
                  <c:v>1</c:v>
                </c:pt>
                <c:pt idx="2615">
                  <c:v>1</c:v>
                </c:pt>
                <c:pt idx="2616">
                  <c:v>1</c:v>
                </c:pt>
                <c:pt idx="2617">
                  <c:v>1</c:v>
                </c:pt>
                <c:pt idx="2618">
                  <c:v>1</c:v>
                </c:pt>
                <c:pt idx="2619">
                  <c:v>1</c:v>
                </c:pt>
                <c:pt idx="2620">
                  <c:v>1</c:v>
                </c:pt>
                <c:pt idx="2621">
                  <c:v>1</c:v>
                </c:pt>
                <c:pt idx="2622">
                  <c:v>1</c:v>
                </c:pt>
                <c:pt idx="2623">
                  <c:v>1</c:v>
                </c:pt>
                <c:pt idx="2624">
                  <c:v>1</c:v>
                </c:pt>
                <c:pt idx="2625">
                  <c:v>1</c:v>
                </c:pt>
                <c:pt idx="2626">
                  <c:v>1</c:v>
                </c:pt>
                <c:pt idx="2627">
                  <c:v>1</c:v>
                </c:pt>
                <c:pt idx="2628">
                  <c:v>1</c:v>
                </c:pt>
                <c:pt idx="2629">
                  <c:v>1</c:v>
                </c:pt>
                <c:pt idx="2630">
                  <c:v>1</c:v>
                </c:pt>
                <c:pt idx="2631">
                  <c:v>1</c:v>
                </c:pt>
                <c:pt idx="2632">
                  <c:v>1</c:v>
                </c:pt>
                <c:pt idx="2633">
                  <c:v>1</c:v>
                </c:pt>
                <c:pt idx="2634">
                  <c:v>1</c:v>
                </c:pt>
                <c:pt idx="2635">
                  <c:v>1</c:v>
                </c:pt>
                <c:pt idx="2636">
                  <c:v>1</c:v>
                </c:pt>
                <c:pt idx="2637">
                  <c:v>1</c:v>
                </c:pt>
                <c:pt idx="2638">
                  <c:v>1</c:v>
                </c:pt>
                <c:pt idx="2639">
                  <c:v>1</c:v>
                </c:pt>
                <c:pt idx="2640">
                  <c:v>1</c:v>
                </c:pt>
                <c:pt idx="2641">
                  <c:v>1</c:v>
                </c:pt>
                <c:pt idx="2642">
                  <c:v>1</c:v>
                </c:pt>
                <c:pt idx="2643">
                  <c:v>1</c:v>
                </c:pt>
                <c:pt idx="2644">
                  <c:v>1</c:v>
                </c:pt>
                <c:pt idx="2645">
                  <c:v>1</c:v>
                </c:pt>
                <c:pt idx="2646">
                  <c:v>1</c:v>
                </c:pt>
                <c:pt idx="2647">
                  <c:v>1</c:v>
                </c:pt>
                <c:pt idx="2648">
                  <c:v>1</c:v>
                </c:pt>
                <c:pt idx="2649">
                  <c:v>1</c:v>
                </c:pt>
                <c:pt idx="2650">
                  <c:v>1</c:v>
                </c:pt>
                <c:pt idx="2651">
                  <c:v>1</c:v>
                </c:pt>
                <c:pt idx="2652">
                  <c:v>1</c:v>
                </c:pt>
                <c:pt idx="2653">
                  <c:v>1</c:v>
                </c:pt>
                <c:pt idx="2654">
                  <c:v>1</c:v>
                </c:pt>
                <c:pt idx="2655">
                  <c:v>1</c:v>
                </c:pt>
                <c:pt idx="2656">
                  <c:v>1</c:v>
                </c:pt>
                <c:pt idx="2657">
                  <c:v>1</c:v>
                </c:pt>
                <c:pt idx="2658">
                  <c:v>1</c:v>
                </c:pt>
                <c:pt idx="2659">
                  <c:v>1</c:v>
                </c:pt>
                <c:pt idx="2660">
                  <c:v>1</c:v>
                </c:pt>
                <c:pt idx="2661">
                  <c:v>1</c:v>
                </c:pt>
                <c:pt idx="2662">
                  <c:v>1</c:v>
                </c:pt>
                <c:pt idx="2663">
                  <c:v>1</c:v>
                </c:pt>
                <c:pt idx="2664">
                  <c:v>1</c:v>
                </c:pt>
                <c:pt idx="2665">
                  <c:v>1</c:v>
                </c:pt>
                <c:pt idx="2666">
                  <c:v>1</c:v>
                </c:pt>
                <c:pt idx="2667">
                  <c:v>1</c:v>
                </c:pt>
                <c:pt idx="2668">
                  <c:v>1</c:v>
                </c:pt>
                <c:pt idx="2669">
                  <c:v>1</c:v>
                </c:pt>
                <c:pt idx="2670">
                  <c:v>1</c:v>
                </c:pt>
                <c:pt idx="2671">
                  <c:v>1</c:v>
                </c:pt>
                <c:pt idx="2672">
                  <c:v>1</c:v>
                </c:pt>
                <c:pt idx="2673">
                  <c:v>1</c:v>
                </c:pt>
                <c:pt idx="2674">
                  <c:v>1</c:v>
                </c:pt>
                <c:pt idx="2675">
                  <c:v>1</c:v>
                </c:pt>
                <c:pt idx="2676">
                  <c:v>1</c:v>
                </c:pt>
                <c:pt idx="2677">
                  <c:v>1</c:v>
                </c:pt>
                <c:pt idx="2678">
                  <c:v>1</c:v>
                </c:pt>
                <c:pt idx="2679">
                  <c:v>1</c:v>
                </c:pt>
                <c:pt idx="2680">
                  <c:v>1</c:v>
                </c:pt>
                <c:pt idx="2681">
                  <c:v>1</c:v>
                </c:pt>
                <c:pt idx="2682">
                  <c:v>1</c:v>
                </c:pt>
                <c:pt idx="2683">
                  <c:v>1</c:v>
                </c:pt>
                <c:pt idx="2684">
                  <c:v>1</c:v>
                </c:pt>
                <c:pt idx="2685">
                  <c:v>1</c:v>
                </c:pt>
                <c:pt idx="2686">
                  <c:v>1</c:v>
                </c:pt>
                <c:pt idx="2687">
                  <c:v>1</c:v>
                </c:pt>
                <c:pt idx="2688">
                  <c:v>1</c:v>
                </c:pt>
                <c:pt idx="2689">
                  <c:v>1</c:v>
                </c:pt>
                <c:pt idx="2690">
                  <c:v>1</c:v>
                </c:pt>
                <c:pt idx="2691">
                  <c:v>1</c:v>
                </c:pt>
                <c:pt idx="2692">
                  <c:v>1</c:v>
                </c:pt>
                <c:pt idx="2693">
                  <c:v>1</c:v>
                </c:pt>
                <c:pt idx="2694">
                  <c:v>1</c:v>
                </c:pt>
                <c:pt idx="2695">
                  <c:v>1</c:v>
                </c:pt>
                <c:pt idx="2696">
                  <c:v>1</c:v>
                </c:pt>
                <c:pt idx="2697">
                  <c:v>1</c:v>
                </c:pt>
                <c:pt idx="2698">
                  <c:v>1</c:v>
                </c:pt>
                <c:pt idx="2699">
                  <c:v>1</c:v>
                </c:pt>
                <c:pt idx="2700">
                  <c:v>1</c:v>
                </c:pt>
                <c:pt idx="2701">
                  <c:v>1</c:v>
                </c:pt>
                <c:pt idx="2702">
                  <c:v>1</c:v>
                </c:pt>
                <c:pt idx="2703">
                  <c:v>1</c:v>
                </c:pt>
                <c:pt idx="2704">
                  <c:v>1</c:v>
                </c:pt>
                <c:pt idx="2705">
                  <c:v>1</c:v>
                </c:pt>
                <c:pt idx="2706">
                  <c:v>1</c:v>
                </c:pt>
                <c:pt idx="2707">
                  <c:v>1</c:v>
                </c:pt>
                <c:pt idx="2708">
                  <c:v>1</c:v>
                </c:pt>
                <c:pt idx="2709">
                  <c:v>1</c:v>
                </c:pt>
                <c:pt idx="2710">
                  <c:v>1</c:v>
                </c:pt>
                <c:pt idx="2711">
                  <c:v>1</c:v>
                </c:pt>
                <c:pt idx="2712">
                  <c:v>1</c:v>
                </c:pt>
                <c:pt idx="2713">
                  <c:v>1</c:v>
                </c:pt>
                <c:pt idx="2714">
                  <c:v>1</c:v>
                </c:pt>
                <c:pt idx="2715">
                  <c:v>1</c:v>
                </c:pt>
                <c:pt idx="2716">
                  <c:v>1</c:v>
                </c:pt>
                <c:pt idx="2717">
                  <c:v>1</c:v>
                </c:pt>
                <c:pt idx="2718">
                  <c:v>1</c:v>
                </c:pt>
                <c:pt idx="2719">
                  <c:v>1</c:v>
                </c:pt>
                <c:pt idx="2720">
                  <c:v>1</c:v>
                </c:pt>
                <c:pt idx="2721">
                  <c:v>1</c:v>
                </c:pt>
                <c:pt idx="2722">
                  <c:v>1</c:v>
                </c:pt>
                <c:pt idx="2723">
                  <c:v>1</c:v>
                </c:pt>
                <c:pt idx="2724">
                  <c:v>1</c:v>
                </c:pt>
                <c:pt idx="2725">
                  <c:v>1</c:v>
                </c:pt>
                <c:pt idx="2726">
                  <c:v>1</c:v>
                </c:pt>
                <c:pt idx="2727">
                  <c:v>1</c:v>
                </c:pt>
                <c:pt idx="2728">
                  <c:v>1</c:v>
                </c:pt>
                <c:pt idx="2729">
                  <c:v>1</c:v>
                </c:pt>
                <c:pt idx="2730">
                  <c:v>1</c:v>
                </c:pt>
                <c:pt idx="2731">
                  <c:v>1</c:v>
                </c:pt>
                <c:pt idx="2732">
                  <c:v>1</c:v>
                </c:pt>
                <c:pt idx="2733">
                  <c:v>1</c:v>
                </c:pt>
                <c:pt idx="2734">
                  <c:v>1</c:v>
                </c:pt>
                <c:pt idx="2735">
                  <c:v>1</c:v>
                </c:pt>
                <c:pt idx="2736">
                  <c:v>1</c:v>
                </c:pt>
                <c:pt idx="2737">
                  <c:v>1</c:v>
                </c:pt>
                <c:pt idx="2738">
                  <c:v>1</c:v>
                </c:pt>
                <c:pt idx="2739">
                  <c:v>1</c:v>
                </c:pt>
                <c:pt idx="2740">
                  <c:v>1</c:v>
                </c:pt>
                <c:pt idx="2741">
                  <c:v>1</c:v>
                </c:pt>
                <c:pt idx="2742">
                  <c:v>1</c:v>
                </c:pt>
                <c:pt idx="2743">
                  <c:v>1</c:v>
                </c:pt>
                <c:pt idx="2744">
                  <c:v>1</c:v>
                </c:pt>
                <c:pt idx="2745">
                  <c:v>1</c:v>
                </c:pt>
                <c:pt idx="2746">
                  <c:v>1</c:v>
                </c:pt>
                <c:pt idx="2747">
                  <c:v>1</c:v>
                </c:pt>
                <c:pt idx="2748">
                  <c:v>1</c:v>
                </c:pt>
                <c:pt idx="2749">
                  <c:v>1</c:v>
                </c:pt>
                <c:pt idx="2750">
                  <c:v>1</c:v>
                </c:pt>
                <c:pt idx="2751">
                  <c:v>1</c:v>
                </c:pt>
                <c:pt idx="2752">
                  <c:v>1</c:v>
                </c:pt>
                <c:pt idx="2753">
                  <c:v>1</c:v>
                </c:pt>
                <c:pt idx="2754">
                  <c:v>1</c:v>
                </c:pt>
                <c:pt idx="2755">
                  <c:v>1</c:v>
                </c:pt>
                <c:pt idx="2756">
                  <c:v>1</c:v>
                </c:pt>
                <c:pt idx="2757">
                  <c:v>1</c:v>
                </c:pt>
                <c:pt idx="2758">
                  <c:v>1</c:v>
                </c:pt>
                <c:pt idx="2759">
                  <c:v>1</c:v>
                </c:pt>
                <c:pt idx="2760">
                  <c:v>1</c:v>
                </c:pt>
                <c:pt idx="2761">
                  <c:v>1</c:v>
                </c:pt>
                <c:pt idx="2762">
                  <c:v>1</c:v>
                </c:pt>
                <c:pt idx="2763">
                  <c:v>1</c:v>
                </c:pt>
                <c:pt idx="2764">
                  <c:v>1</c:v>
                </c:pt>
                <c:pt idx="2765">
                  <c:v>1</c:v>
                </c:pt>
                <c:pt idx="2766">
                  <c:v>1</c:v>
                </c:pt>
                <c:pt idx="2767">
                  <c:v>1</c:v>
                </c:pt>
                <c:pt idx="2768">
                  <c:v>1</c:v>
                </c:pt>
                <c:pt idx="2769">
                  <c:v>1</c:v>
                </c:pt>
                <c:pt idx="2770">
                  <c:v>1</c:v>
                </c:pt>
                <c:pt idx="2771">
                  <c:v>1</c:v>
                </c:pt>
                <c:pt idx="2772">
                  <c:v>1</c:v>
                </c:pt>
                <c:pt idx="2773">
                  <c:v>1</c:v>
                </c:pt>
                <c:pt idx="2774">
                  <c:v>1</c:v>
                </c:pt>
                <c:pt idx="2775">
                  <c:v>1</c:v>
                </c:pt>
                <c:pt idx="2776">
                  <c:v>1</c:v>
                </c:pt>
                <c:pt idx="2777">
                  <c:v>1</c:v>
                </c:pt>
                <c:pt idx="2778">
                  <c:v>1</c:v>
                </c:pt>
                <c:pt idx="2779">
                  <c:v>1</c:v>
                </c:pt>
                <c:pt idx="2780">
                  <c:v>1</c:v>
                </c:pt>
                <c:pt idx="2781">
                  <c:v>1</c:v>
                </c:pt>
                <c:pt idx="2782">
                  <c:v>1</c:v>
                </c:pt>
                <c:pt idx="2783">
                  <c:v>1</c:v>
                </c:pt>
                <c:pt idx="2784">
                  <c:v>1</c:v>
                </c:pt>
                <c:pt idx="2785">
                  <c:v>1</c:v>
                </c:pt>
                <c:pt idx="2786">
                  <c:v>1</c:v>
                </c:pt>
                <c:pt idx="2787">
                  <c:v>1</c:v>
                </c:pt>
                <c:pt idx="2788">
                  <c:v>1</c:v>
                </c:pt>
                <c:pt idx="2789">
                  <c:v>1</c:v>
                </c:pt>
                <c:pt idx="2790">
                  <c:v>1</c:v>
                </c:pt>
                <c:pt idx="2791">
                  <c:v>1</c:v>
                </c:pt>
                <c:pt idx="2792">
                  <c:v>1</c:v>
                </c:pt>
                <c:pt idx="2793">
                  <c:v>1</c:v>
                </c:pt>
                <c:pt idx="2794">
                  <c:v>1</c:v>
                </c:pt>
                <c:pt idx="2795">
                  <c:v>1</c:v>
                </c:pt>
                <c:pt idx="2796">
                  <c:v>1</c:v>
                </c:pt>
                <c:pt idx="2797">
                  <c:v>1</c:v>
                </c:pt>
                <c:pt idx="2798">
                  <c:v>1</c:v>
                </c:pt>
                <c:pt idx="2799">
                  <c:v>1</c:v>
                </c:pt>
                <c:pt idx="2800">
                  <c:v>1</c:v>
                </c:pt>
                <c:pt idx="2801">
                  <c:v>1</c:v>
                </c:pt>
                <c:pt idx="2802">
                  <c:v>1</c:v>
                </c:pt>
                <c:pt idx="2803">
                  <c:v>1</c:v>
                </c:pt>
                <c:pt idx="2804">
                  <c:v>1</c:v>
                </c:pt>
                <c:pt idx="2805">
                  <c:v>1</c:v>
                </c:pt>
                <c:pt idx="2806">
                  <c:v>1</c:v>
                </c:pt>
                <c:pt idx="2807">
                  <c:v>1</c:v>
                </c:pt>
                <c:pt idx="2808">
                  <c:v>1</c:v>
                </c:pt>
                <c:pt idx="2809">
                  <c:v>1</c:v>
                </c:pt>
                <c:pt idx="2810">
                  <c:v>1</c:v>
                </c:pt>
                <c:pt idx="2811">
                  <c:v>1</c:v>
                </c:pt>
                <c:pt idx="2812">
                  <c:v>1</c:v>
                </c:pt>
                <c:pt idx="2813">
                  <c:v>1</c:v>
                </c:pt>
                <c:pt idx="2814">
                  <c:v>1</c:v>
                </c:pt>
                <c:pt idx="2815">
                  <c:v>1</c:v>
                </c:pt>
                <c:pt idx="2816">
                  <c:v>1</c:v>
                </c:pt>
                <c:pt idx="2817">
                  <c:v>1</c:v>
                </c:pt>
                <c:pt idx="2818">
                  <c:v>1</c:v>
                </c:pt>
                <c:pt idx="2819">
                  <c:v>1</c:v>
                </c:pt>
                <c:pt idx="2820">
                  <c:v>1</c:v>
                </c:pt>
                <c:pt idx="2821">
                  <c:v>1</c:v>
                </c:pt>
                <c:pt idx="2822">
                  <c:v>1</c:v>
                </c:pt>
                <c:pt idx="2823">
                  <c:v>1</c:v>
                </c:pt>
                <c:pt idx="2824">
                  <c:v>1</c:v>
                </c:pt>
                <c:pt idx="2825">
                  <c:v>1</c:v>
                </c:pt>
                <c:pt idx="2826">
                  <c:v>1</c:v>
                </c:pt>
                <c:pt idx="2827">
                  <c:v>1</c:v>
                </c:pt>
                <c:pt idx="2828">
                  <c:v>1</c:v>
                </c:pt>
                <c:pt idx="2829">
                  <c:v>1</c:v>
                </c:pt>
                <c:pt idx="2830">
                  <c:v>1</c:v>
                </c:pt>
                <c:pt idx="2831">
                  <c:v>1</c:v>
                </c:pt>
                <c:pt idx="2832">
                  <c:v>1</c:v>
                </c:pt>
                <c:pt idx="2833">
                  <c:v>1</c:v>
                </c:pt>
                <c:pt idx="2834">
                  <c:v>1</c:v>
                </c:pt>
                <c:pt idx="2835">
                  <c:v>1</c:v>
                </c:pt>
                <c:pt idx="2836">
                  <c:v>1</c:v>
                </c:pt>
                <c:pt idx="2837">
                  <c:v>1</c:v>
                </c:pt>
                <c:pt idx="2838">
                  <c:v>1</c:v>
                </c:pt>
                <c:pt idx="2839">
                  <c:v>1</c:v>
                </c:pt>
                <c:pt idx="2840">
                  <c:v>1</c:v>
                </c:pt>
                <c:pt idx="2841">
                  <c:v>1</c:v>
                </c:pt>
                <c:pt idx="2842">
                  <c:v>1</c:v>
                </c:pt>
                <c:pt idx="2843">
                  <c:v>1</c:v>
                </c:pt>
                <c:pt idx="2844">
                  <c:v>1</c:v>
                </c:pt>
                <c:pt idx="2845">
                  <c:v>1</c:v>
                </c:pt>
                <c:pt idx="2846">
                  <c:v>1</c:v>
                </c:pt>
                <c:pt idx="2847">
                  <c:v>1</c:v>
                </c:pt>
                <c:pt idx="2848">
                  <c:v>1</c:v>
                </c:pt>
                <c:pt idx="2849">
                  <c:v>1</c:v>
                </c:pt>
                <c:pt idx="2850">
                  <c:v>1</c:v>
                </c:pt>
                <c:pt idx="2851">
                  <c:v>1</c:v>
                </c:pt>
                <c:pt idx="2852">
                  <c:v>1</c:v>
                </c:pt>
                <c:pt idx="2853">
                  <c:v>1</c:v>
                </c:pt>
                <c:pt idx="2854">
                  <c:v>1</c:v>
                </c:pt>
                <c:pt idx="2855">
                  <c:v>1</c:v>
                </c:pt>
                <c:pt idx="2856">
                  <c:v>1</c:v>
                </c:pt>
                <c:pt idx="2857">
                  <c:v>1</c:v>
                </c:pt>
                <c:pt idx="2858">
                  <c:v>1</c:v>
                </c:pt>
                <c:pt idx="2859">
                  <c:v>1</c:v>
                </c:pt>
                <c:pt idx="2860">
                  <c:v>1</c:v>
                </c:pt>
                <c:pt idx="2861">
                  <c:v>1</c:v>
                </c:pt>
                <c:pt idx="2862">
                  <c:v>1</c:v>
                </c:pt>
                <c:pt idx="2863">
                  <c:v>1</c:v>
                </c:pt>
                <c:pt idx="2864">
                  <c:v>1</c:v>
                </c:pt>
                <c:pt idx="2865">
                  <c:v>1</c:v>
                </c:pt>
                <c:pt idx="2866">
                  <c:v>1</c:v>
                </c:pt>
                <c:pt idx="2867">
                  <c:v>1</c:v>
                </c:pt>
                <c:pt idx="2868">
                  <c:v>1</c:v>
                </c:pt>
                <c:pt idx="2869">
                  <c:v>1</c:v>
                </c:pt>
                <c:pt idx="2870">
                  <c:v>1</c:v>
                </c:pt>
                <c:pt idx="2871">
                  <c:v>1</c:v>
                </c:pt>
                <c:pt idx="2872">
                  <c:v>1</c:v>
                </c:pt>
                <c:pt idx="2873">
                  <c:v>1</c:v>
                </c:pt>
                <c:pt idx="2874">
                  <c:v>1</c:v>
                </c:pt>
                <c:pt idx="2875">
                  <c:v>1</c:v>
                </c:pt>
                <c:pt idx="2876">
                  <c:v>1</c:v>
                </c:pt>
                <c:pt idx="2877">
                  <c:v>1</c:v>
                </c:pt>
                <c:pt idx="2878">
                  <c:v>1</c:v>
                </c:pt>
                <c:pt idx="2879">
                  <c:v>1</c:v>
                </c:pt>
                <c:pt idx="2880">
                  <c:v>1</c:v>
                </c:pt>
                <c:pt idx="2881">
                  <c:v>1</c:v>
                </c:pt>
                <c:pt idx="2882">
                  <c:v>1</c:v>
                </c:pt>
                <c:pt idx="2883">
                  <c:v>1</c:v>
                </c:pt>
                <c:pt idx="2884">
                  <c:v>1</c:v>
                </c:pt>
                <c:pt idx="2885">
                  <c:v>1</c:v>
                </c:pt>
                <c:pt idx="2886">
                  <c:v>1</c:v>
                </c:pt>
                <c:pt idx="2887">
                  <c:v>1</c:v>
                </c:pt>
                <c:pt idx="2888">
                  <c:v>1</c:v>
                </c:pt>
                <c:pt idx="2889">
                  <c:v>1</c:v>
                </c:pt>
                <c:pt idx="2890">
                  <c:v>1</c:v>
                </c:pt>
                <c:pt idx="2891">
                  <c:v>1</c:v>
                </c:pt>
                <c:pt idx="2892">
                  <c:v>1</c:v>
                </c:pt>
                <c:pt idx="2893">
                  <c:v>1</c:v>
                </c:pt>
                <c:pt idx="2894">
                  <c:v>1</c:v>
                </c:pt>
                <c:pt idx="2895">
                  <c:v>1</c:v>
                </c:pt>
                <c:pt idx="2896">
                  <c:v>1</c:v>
                </c:pt>
                <c:pt idx="2897">
                  <c:v>1</c:v>
                </c:pt>
                <c:pt idx="2898">
                  <c:v>1</c:v>
                </c:pt>
                <c:pt idx="2899">
                  <c:v>1</c:v>
                </c:pt>
                <c:pt idx="2900">
                  <c:v>1</c:v>
                </c:pt>
                <c:pt idx="2901">
                  <c:v>1</c:v>
                </c:pt>
                <c:pt idx="2902">
                  <c:v>1</c:v>
                </c:pt>
                <c:pt idx="2903">
                  <c:v>1</c:v>
                </c:pt>
                <c:pt idx="2904">
                  <c:v>1</c:v>
                </c:pt>
                <c:pt idx="2905">
                  <c:v>1</c:v>
                </c:pt>
                <c:pt idx="2906">
                  <c:v>1</c:v>
                </c:pt>
                <c:pt idx="2907">
                  <c:v>1</c:v>
                </c:pt>
                <c:pt idx="2908">
                  <c:v>1</c:v>
                </c:pt>
                <c:pt idx="2909">
                  <c:v>1</c:v>
                </c:pt>
                <c:pt idx="2910">
                  <c:v>1</c:v>
                </c:pt>
                <c:pt idx="2911">
                  <c:v>1</c:v>
                </c:pt>
                <c:pt idx="2912">
                  <c:v>1</c:v>
                </c:pt>
                <c:pt idx="2913">
                  <c:v>1</c:v>
                </c:pt>
                <c:pt idx="2914">
                  <c:v>1</c:v>
                </c:pt>
                <c:pt idx="2915">
                  <c:v>1</c:v>
                </c:pt>
                <c:pt idx="2916">
                  <c:v>1</c:v>
                </c:pt>
                <c:pt idx="2917">
                  <c:v>1</c:v>
                </c:pt>
                <c:pt idx="2918">
                  <c:v>1</c:v>
                </c:pt>
                <c:pt idx="2919">
                  <c:v>1</c:v>
                </c:pt>
                <c:pt idx="2920">
                  <c:v>1</c:v>
                </c:pt>
                <c:pt idx="2921">
                  <c:v>1</c:v>
                </c:pt>
                <c:pt idx="2922">
                  <c:v>1</c:v>
                </c:pt>
                <c:pt idx="2923">
                  <c:v>1</c:v>
                </c:pt>
                <c:pt idx="2924">
                  <c:v>1</c:v>
                </c:pt>
                <c:pt idx="2925">
                  <c:v>1</c:v>
                </c:pt>
                <c:pt idx="2926">
                  <c:v>1</c:v>
                </c:pt>
                <c:pt idx="2927">
                  <c:v>1</c:v>
                </c:pt>
                <c:pt idx="2928">
                  <c:v>1</c:v>
                </c:pt>
                <c:pt idx="2929">
                  <c:v>1</c:v>
                </c:pt>
                <c:pt idx="2930">
                  <c:v>1</c:v>
                </c:pt>
                <c:pt idx="2931">
                  <c:v>1</c:v>
                </c:pt>
                <c:pt idx="2932">
                  <c:v>1</c:v>
                </c:pt>
                <c:pt idx="2933">
                  <c:v>1</c:v>
                </c:pt>
                <c:pt idx="2934">
                  <c:v>1</c:v>
                </c:pt>
                <c:pt idx="2935">
                  <c:v>1</c:v>
                </c:pt>
                <c:pt idx="2936">
                  <c:v>1</c:v>
                </c:pt>
                <c:pt idx="2937">
                  <c:v>1</c:v>
                </c:pt>
                <c:pt idx="2938">
                  <c:v>1.25</c:v>
                </c:pt>
                <c:pt idx="2939">
                  <c:v>1.25</c:v>
                </c:pt>
                <c:pt idx="2940">
                  <c:v>1.25</c:v>
                </c:pt>
                <c:pt idx="2941">
                  <c:v>1.25</c:v>
                </c:pt>
                <c:pt idx="2942">
                  <c:v>1.25</c:v>
                </c:pt>
                <c:pt idx="2943">
                  <c:v>1.25</c:v>
                </c:pt>
                <c:pt idx="2944">
                  <c:v>1.25</c:v>
                </c:pt>
                <c:pt idx="2945">
                  <c:v>1.25</c:v>
                </c:pt>
                <c:pt idx="2946">
                  <c:v>1.25</c:v>
                </c:pt>
                <c:pt idx="2947">
                  <c:v>1.25</c:v>
                </c:pt>
                <c:pt idx="2948">
                  <c:v>1.25</c:v>
                </c:pt>
                <c:pt idx="2949">
                  <c:v>1.25</c:v>
                </c:pt>
                <c:pt idx="2950">
                  <c:v>1.25</c:v>
                </c:pt>
                <c:pt idx="2951">
                  <c:v>1.25</c:v>
                </c:pt>
                <c:pt idx="2952">
                  <c:v>1.25</c:v>
                </c:pt>
                <c:pt idx="2953">
                  <c:v>1.25</c:v>
                </c:pt>
                <c:pt idx="2954">
                  <c:v>1.25</c:v>
                </c:pt>
                <c:pt idx="2955">
                  <c:v>1.25</c:v>
                </c:pt>
                <c:pt idx="2956">
                  <c:v>1.25</c:v>
                </c:pt>
                <c:pt idx="2957">
                  <c:v>1.25</c:v>
                </c:pt>
                <c:pt idx="2958">
                  <c:v>1.25</c:v>
                </c:pt>
                <c:pt idx="2959">
                  <c:v>1.25</c:v>
                </c:pt>
                <c:pt idx="2960">
                  <c:v>1.25</c:v>
                </c:pt>
                <c:pt idx="2961">
                  <c:v>1.25</c:v>
                </c:pt>
                <c:pt idx="2962">
                  <c:v>1.25</c:v>
                </c:pt>
                <c:pt idx="2963">
                  <c:v>1.25</c:v>
                </c:pt>
                <c:pt idx="2964">
                  <c:v>1.25</c:v>
                </c:pt>
                <c:pt idx="2965">
                  <c:v>1.25</c:v>
                </c:pt>
                <c:pt idx="2966">
                  <c:v>1.25</c:v>
                </c:pt>
                <c:pt idx="2967">
                  <c:v>1.25</c:v>
                </c:pt>
                <c:pt idx="2968">
                  <c:v>1.25</c:v>
                </c:pt>
                <c:pt idx="2969">
                  <c:v>1.25</c:v>
                </c:pt>
                <c:pt idx="2970">
                  <c:v>1.25</c:v>
                </c:pt>
                <c:pt idx="2971">
                  <c:v>1.25</c:v>
                </c:pt>
                <c:pt idx="2972">
                  <c:v>1.25</c:v>
                </c:pt>
                <c:pt idx="2973">
                  <c:v>1.25</c:v>
                </c:pt>
                <c:pt idx="2974">
                  <c:v>1.25</c:v>
                </c:pt>
                <c:pt idx="2975">
                  <c:v>1.25</c:v>
                </c:pt>
                <c:pt idx="2976">
                  <c:v>1.25</c:v>
                </c:pt>
                <c:pt idx="2977">
                  <c:v>1.25</c:v>
                </c:pt>
                <c:pt idx="2978">
                  <c:v>1.25</c:v>
                </c:pt>
                <c:pt idx="2979">
                  <c:v>1.25</c:v>
                </c:pt>
                <c:pt idx="2980">
                  <c:v>1.25</c:v>
                </c:pt>
                <c:pt idx="2981">
                  <c:v>1.25</c:v>
                </c:pt>
                <c:pt idx="2982">
                  <c:v>1.25</c:v>
                </c:pt>
                <c:pt idx="2983">
                  <c:v>1.25</c:v>
                </c:pt>
                <c:pt idx="2984">
                  <c:v>1.25</c:v>
                </c:pt>
                <c:pt idx="2985">
                  <c:v>1.25</c:v>
                </c:pt>
                <c:pt idx="2986">
                  <c:v>1.25</c:v>
                </c:pt>
                <c:pt idx="2987">
                  <c:v>1.25</c:v>
                </c:pt>
                <c:pt idx="2988">
                  <c:v>1.25</c:v>
                </c:pt>
                <c:pt idx="2989">
                  <c:v>1.25</c:v>
                </c:pt>
                <c:pt idx="2990">
                  <c:v>1.25</c:v>
                </c:pt>
                <c:pt idx="2991">
                  <c:v>1.25</c:v>
                </c:pt>
                <c:pt idx="2992">
                  <c:v>1.25</c:v>
                </c:pt>
                <c:pt idx="2993">
                  <c:v>1.25</c:v>
                </c:pt>
                <c:pt idx="2994">
                  <c:v>1.25</c:v>
                </c:pt>
                <c:pt idx="2995">
                  <c:v>1.25</c:v>
                </c:pt>
                <c:pt idx="2996">
                  <c:v>1.25</c:v>
                </c:pt>
                <c:pt idx="2997">
                  <c:v>1.25</c:v>
                </c:pt>
                <c:pt idx="2998">
                  <c:v>1.25</c:v>
                </c:pt>
                <c:pt idx="2999">
                  <c:v>1.25</c:v>
                </c:pt>
                <c:pt idx="3000">
                  <c:v>1.25</c:v>
                </c:pt>
                <c:pt idx="3001">
                  <c:v>1.25</c:v>
                </c:pt>
                <c:pt idx="3002">
                  <c:v>1.25</c:v>
                </c:pt>
                <c:pt idx="3003">
                  <c:v>1.5</c:v>
                </c:pt>
                <c:pt idx="3004">
                  <c:v>1.5</c:v>
                </c:pt>
                <c:pt idx="3005">
                  <c:v>1.5</c:v>
                </c:pt>
                <c:pt idx="3006">
                  <c:v>1.5</c:v>
                </c:pt>
                <c:pt idx="3007">
                  <c:v>1.5</c:v>
                </c:pt>
                <c:pt idx="3008">
                  <c:v>1.5</c:v>
                </c:pt>
                <c:pt idx="3009">
                  <c:v>1.5</c:v>
                </c:pt>
                <c:pt idx="3010">
                  <c:v>1.5</c:v>
                </c:pt>
                <c:pt idx="3011">
                  <c:v>1.5</c:v>
                </c:pt>
                <c:pt idx="3012">
                  <c:v>1.5</c:v>
                </c:pt>
                <c:pt idx="3013">
                  <c:v>1.5</c:v>
                </c:pt>
                <c:pt idx="3014">
                  <c:v>1.5</c:v>
                </c:pt>
                <c:pt idx="3015">
                  <c:v>1.5</c:v>
                </c:pt>
                <c:pt idx="3016">
                  <c:v>1.5</c:v>
                </c:pt>
                <c:pt idx="3017">
                  <c:v>1.5</c:v>
                </c:pt>
                <c:pt idx="3018">
                  <c:v>1.5</c:v>
                </c:pt>
                <c:pt idx="3019">
                  <c:v>1.5</c:v>
                </c:pt>
                <c:pt idx="3020">
                  <c:v>1.5</c:v>
                </c:pt>
                <c:pt idx="3021">
                  <c:v>1.5</c:v>
                </c:pt>
                <c:pt idx="3022">
                  <c:v>1.5</c:v>
                </c:pt>
                <c:pt idx="3023">
                  <c:v>1.5</c:v>
                </c:pt>
                <c:pt idx="3024">
                  <c:v>1.5</c:v>
                </c:pt>
                <c:pt idx="3025">
                  <c:v>1.5</c:v>
                </c:pt>
                <c:pt idx="3026">
                  <c:v>1.5</c:v>
                </c:pt>
                <c:pt idx="3027">
                  <c:v>1.5</c:v>
                </c:pt>
                <c:pt idx="3028">
                  <c:v>1.5</c:v>
                </c:pt>
                <c:pt idx="3029">
                  <c:v>1.5</c:v>
                </c:pt>
                <c:pt idx="3030">
                  <c:v>1.5</c:v>
                </c:pt>
                <c:pt idx="3031">
                  <c:v>1.5</c:v>
                </c:pt>
                <c:pt idx="3032">
                  <c:v>1.5</c:v>
                </c:pt>
                <c:pt idx="3033">
                  <c:v>1.5</c:v>
                </c:pt>
                <c:pt idx="3034">
                  <c:v>1.5</c:v>
                </c:pt>
                <c:pt idx="3035">
                  <c:v>1.5</c:v>
                </c:pt>
                <c:pt idx="3036">
                  <c:v>1.5</c:v>
                </c:pt>
                <c:pt idx="3037">
                  <c:v>1.5</c:v>
                </c:pt>
                <c:pt idx="3038">
                  <c:v>1.5</c:v>
                </c:pt>
                <c:pt idx="3039">
                  <c:v>1.5</c:v>
                </c:pt>
                <c:pt idx="3040">
                  <c:v>1.5</c:v>
                </c:pt>
                <c:pt idx="3041">
                  <c:v>1.5</c:v>
                </c:pt>
                <c:pt idx="3042">
                  <c:v>1.5</c:v>
                </c:pt>
                <c:pt idx="3043">
                  <c:v>1.5</c:v>
                </c:pt>
                <c:pt idx="3044">
                  <c:v>1.5</c:v>
                </c:pt>
                <c:pt idx="3045">
                  <c:v>1.5</c:v>
                </c:pt>
                <c:pt idx="3046">
                  <c:v>1.5</c:v>
                </c:pt>
                <c:pt idx="3047">
                  <c:v>1.5</c:v>
                </c:pt>
                <c:pt idx="3048">
                  <c:v>1.5</c:v>
                </c:pt>
                <c:pt idx="3049">
                  <c:v>1.5</c:v>
                </c:pt>
                <c:pt idx="3050">
                  <c:v>1.5</c:v>
                </c:pt>
                <c:pt idx="3051">
                  <c:v>1.5</c:v>
                </c:pt>
                <c:pt idx="3052">
                  <c:v>1.5</c:v>
                </c:pt>
                <c:pt idx="3053">
                  <c:v>1.5</c:v>
                </c:pt>
                <c:pt idx="3054">
                  <c:v>1.5</c:v>
                </c:pt>
                <c:pt idx="3055">
                  <c:v>1.5</c:v>
                </c:pt>
                <c:pt idx="3056">
                  <c:v>1.5</c:v>
                </c:pt>
                <c:pt idx="3057">
                  <c:v>1.5</c:v>
                </c:pt>
                <c:pt idx="3058">
                  <c:v>1.5</c:v>
                </c:pt>
                <c:pt idx="3059">
                  <c:v>1.5</c:v>
                </c:pt>
                <c:pt idx="3060">
                  <c:v>1.5</c:v>
                </c:pt>
                <c:pt idx="3061">
                  <c:v>1.5</c:v>
                </c:pt>
                <c:pt idx="3062">
                  <c:v>1.5</c:v>
                </c:pt>
                <c:pt idx="3063">
                  <c:v>1.5</c:v>
                </c:pt>
                <c:pt idx="3064">
                  <c:v>1.5</c:v>
                </c:pt>
                <c:pt idx="3065">
                  <c:v>1.5</c:v>
                </c:pt>
                <c:pt idx="3066">
                  <c:v>1.5</c:v>
                </c:pt>
                <c:pt idx="3067">
                  <c:v>1.5</c:v>
                </c:pt>
                <c:pt idx="3068">
                  <c:v>1.5</c:v>
                </c:pt>
                <c:pt idx="3069">
                  <c:v>1.5</c:v>
                </c:pt>
                <c:pt idx="3070">
                  <c:v>1.5</c:v>
                </c:pt>
                <c:pt idx="3071">
                  <c:v>1.5</c:v>
                </c:pt>
                <c:pt idx="3072">
                  <c:v>1.5</c:v>
                </c:pt>
                <c:pt idx="3073">
                  <c:v>1.5</c:v>
                </c:pt>
                <c:pt idx="3074">
                  <c:v>1.5</c:v>
                </c:pt>
                <c:pt idx="3075">
                  <c:v>1.5</c:v>
                </c:pt>
                <c:pt idx="3076">
                  <c:v>1.5</c:v>
                </c:pt>
                <c:pt idx="3077">
                  <c:v>1.5</c:v>
                </c:pt>
                <c:pt idx="3078">
                  <c:v>1.5</c:v>
                </c:pt>
                <c:pt idx="3079">
                  <c:v>1.5</c:v>
                </c:pt>
                <c:pt idx="3080">
                  <c:v>1.5</c:v>
                </c:pt>
                <c:pt idx="3081">
                  <c:v>1.5</c:v>
                </c:pt>
                <c:pt idx="3082">
                  <c:v>1.5</c:v>
                </c:pt>
                <c:pt idx="3083">
                  <c:v>1.5</c:v>
                </c:pt>
                <c:pt idx="3084">
                  <c:v>1.5</c:v>
                </c:pt>
                <c:pt idx="3085">
                  <c:v>1.5</c:v>
                </c:pt>
                <c:pt idx="3086">
                  <c:v>1.5</c:v>
                </c:pt>
                <c:pt idx="3087">
                  <c:v>1.5</c:v>
                </c:pt>
                <c:pt idx="3088">
                  <c:v>1.25</c:v>
                </c:pt>
                <c:pt idx="3089">
                  <c:v>1.25</c:v>
                </c:pt>
                <c:pt idx="3090">
                  <c:v>1.25</c:v>
                </c:pt>
                <c:pt idx="3091">
                  <c:v>1.25</c:v>
                </c:pt>
                <c:pt idx="3092">
                  <c:v>1.25</c:v>
                </c:pt>
                <c:pt idx="3093">
                  <c:v>1.25</c:v>
                </c:pt>
                <c:pt idx="3094">
                  <c:v>1.25</c:v>
                </c:pt>
                <c:pt idx="3095">
                  <c:v>1.25</c:v>
                </c:pt>
                <c:pt idx="3096">
                  <c:v>1.25</c:v>
                </c:pt>
                <c:pt idx="3097">
                  <c:v>1.25</c:v>
                </c:pt>
                <c:pt idx="3098">
                  <c:v>1.25</c:v>
                </c:pt>
                <c:pt idx="3099">
                  <c:v>1.25</c:v>
                </c:pt>
                <c:pt idx="3100">
                  <c:v>1.25</c:v>
                </c:pt>
                <c:pt idx="3101">
                  <c:v>1.25</c:v>
                </c:pt>
                <c:pt idx="3102">
                  <c:v>1.25</c:v>
                </c:pt>
                <c:pt idx="3103">
                  <c:v>1.25</c:v>
                </c:pt>
                <c:pt idx="3104">
                  <c:v>1.25</c:v>
                </c:pt>
                <c:pt idx="3105">
                  <c:v>1.25</c:v>
                </c:pt>
                <c:pt idx="3106">
                  <c:v>1.25</c:v>
                </c:pt>
                <c:pt idx="3107">
                  <c:v>1.25</c:v>
                </c:pt>
                <c:pt idx="3108">
                  <c:v>1.25</c:v>
                </c:pt>
                <c:pt idx="3109">
                  <c:v>1.25</c:v>
                </c:pt>
                <c:pt idx="3110">
                  <c:v>1.25</c:v>
                </c:pt>
                <c:pt idx="3111">
                  <c:v>1.25</c:v>
                </c:pt>
                <c:pt idx="3112">
                  <c:v>1.25</c:v>
                </c:pt>
                <c:pt idx="3113">
                  <c:v>1</c:v>
                </c:pt>
                <c:pt idx="3114">
                  <c:v>1</c:v>
                </c:pt>
                <c:pt idx="3115">
                  <c:v>1</c:v>
                </c:pt>
                <c:pt idx="3116">
                  <c:v>1</c:v>
                </c:pt>
                <c:pt idx="3117">
                  <c:v>1</c:v>
                </c:pt>
                <c:pt idx="3118">
                  <c:v>1</c:v>
                </c:pt>
                <c:pt idx="3119">
                  <c:v>1</c:v>
                </c:pt>
                <c:pt idx="3120">
                  <c:v>1</c:v>
                </c:pt>
                <c:pt idx="3121">
                  <c:v>1</c:v>
                </c:pt>
                <c:pt idx="3122">
                  <c:v>1</c:v>
                </c:pt>
                <c:pt idx="3123">
                  <c:v>1</c:v>
                </c:pt>
                <c:pt idx="3124">
                  <c:v>1</c:v>
                </c:pt>
                <c:pt idx="3125">
                  <c:v>1</c:v>
                </c:pt>
                <c:pt idx="3126">
                  <c:v>1</c:v>
                </c:pt>
                <c:pt idx="3127">
                  <c:v>1</c:v>
                </c:pt>
                <c:pt idx="3128">
                  <c:v>1</c:v>
                </c:pt>
                <c:pt idx="3129">
                  <c:v>1</c:v>
                </c:pt>
                <c:pt idx="3130">
                  <c:v>1</c:v>
                </c:pt>
                <c:pt idx="3131">
                  <c:v>1</c:v>
                </c:pt>
                <c:pt idx="3132">
                  <c:v>1</c:v>
                </c:pt>
                <c:pt idx="3133">
                  <c:v>1</c:v>
                </c:pt>
                <c:pt idx="3134">
                  <c:v>1</c:v>
                </c:pt>
                <c:pt idx="3135">
                  <c:v>1</c:v>
                </c:pt>
                <c:pt idx="3136">
                  <c:v>1</c:v>
                </c:pt>
                <c:pt idx="3137">
                  <c:v>1</c:v>
                </c:pt>
                <c:pt idx="3138">
                  <c:v>1</c:v>
                </c:pt>
                <c:pt idx="3139">
                  <c:v>1</c:v>
                </c:pt>
                <c:pt idx="3140">
                  <c:v>1</c:v>
                </c:pt>
                <c:pt idx="3141">
                  <c:v>1</c:v>
                </c:pt>
                <c:pt idx="3142">
                  <c:v>1</c:v>
                </c:pt>
                <c:pt idx="3143">
                  <c:v>1</c:v>
                </c:pt>
                <c:pt idx="3144">
                  <c:v>1</c:v>
                </c:pt>
                <c:pt idx="3145">
                  <c:v>1</c:v>
                </c:pt>
                <c:pt idx="3146">
                  <c:v>1</c:v>
                </c:pt>
                <c:pt idx="3147">
                  <c:v>1</c:v>
                </c:pt>
                <c:pt idx="3148">
                  <c:v>1</c:v>
                </c:pt>
                <c:pt idx="3149">
                  <c:v>1</c:v>
                </c:pt>
                <c:pt idx="3150">
                  <c:v>1</c:v>
                </c:pt>
                <c:pt idx="3151">
                  <c:v>1</c:v>
                </c:pt>
                <c:pt idx="3152">
                  <c:v>1</c:v>
                </c:pt>
                <c:pt idx="3153">
                  <c:v>1</c:v>
                </c:pt>
                <c:pt idx="3154">
                  <c:v>1</c:v>
                </c:pt>
                <c:pt idx="3155">
                  <c:v>1</c:v>
                </c:pt>
                <c:pt idx="3156">
                  <c:v>1</c:v>
                </c:pt>
                <c:pt idx="3157">
                  <c:v>1</c:v>
                </c:pt>
                <c:pt idx="3158">
                  <c:v>1</c:v>
                </c:pt>
                <c:pt idx="3159">
                  <c:v>1</c:v>
                </c:pt>
                <c:pt idx="3160">
                  <c:v>1</c:v>
                </c:pt>
                <c:pt idx="3161">
                  <c:v>1</c:v>
                </c:pt>
                <c:pt idx="3162">
                  <c:v>1</c:v>
                </c:pt>
                <c:pt idx="3163">
                  <c:v>1</c:v>
                </c:pt>
                <c:pt idx="3164">
                  <c:v>1</c:v>
                </c:pt>
                <c:pt idx="3165">
                  <c:v>1</c:v>
                </c:pt>
                <c:pt idx="3166">
                  <c:v>1</c:v>
                </c:pt>
                <c:pt idx="3167">
                  <c:v>1</c:v>
                </c:pt>
                <c:pt idx="3168">
                  <c:v>1</c:v>
                </c:pt>
                <c:pt idx="3169">
                  <c:v>1</c:v>
                </c:pt>
                <c:pt idx="3170">
                  <c:v>1</c:v>
                </c:pt>
                <c:pt idx="3171">
                  <c:v>1</c:v>
                </c:pt>
                <c:pt idx="3172">
                  <c:v>1</c:v>
                </c:pt>
                <c:pt idx="3173">
                  <c:v>1</c:v>
                </c:pt>
                <c:pt idx="3174">
                  <c:v>1</c:v>
                </c:pt>
                <c:pt idx="3175">
                  <c:v>1</c:v>
                </c:pt>
                <c:pt idx="3176">
                  <c:v>1</c:v>
                </c:pt>
                <c:pt idx="3177">
                  <c:v>1</c:v>
                </c:pt>
                <c:pt idx="3178">
                  <c:v>1</c:v>
                </c:pt>
                <c:pt idx="3179">
                  <c:v>1</c:v>
                </c:pt>
                <c:pt idx="3180">
                  <c:v>1</c:v>
                </c:pt>
                <c:pt idx="3181">
                  <c:v>1</c:v>
                </c:pt>
                <c:pt idx="3182">
                  <c:v>1</c:v>
                </c:pt>
                <c:pt idx="3183">
                  <c:v>1</c:v>
                </c:pt>
                <c:pt idx="3184">
                  <c:v>1</c:v>
                </c:pt>
                <c:pt idx="3185">
                  <c:v>1</c:v>
                </c:pt>
                <c:pt idx="3186">
                  <c:v>1</c:v>
                </c:pt>
                <c:pt idx="3187">
                  <c:v>1</c:v>
                </c:pt>
                <c:pt idx="3188">
                  <c:v>1</c:v>
                </c:pt>
                <c:pt idx="3189">
                  <c:v>1</c:v>
                </c:pt>
                <c:pt idx="3190">
                  <c:v>1</c:v>
                </c:pt>
                <c:pt idx="3191">
                  <c:v>1</c:v>
                </c:pt>
                <c:pt idx="3192">
                  <c:v>1</c:v>
                </c:pt>
                <c:pt idx="3193">
                  <c:v>1</c:v>
                </c:pt>
                <c:pt idx="3194">
                  <c:v>1</c:v>
                </c:pt>
                <c:pt idx="3195">
                  <c:v>1</c:v>
                </c:pt>
                <c:pt idx="3196">
                  <c:v>1</c:v>
                </c:pt>
                <c:pt idx="3197">
                  <c:v>1</c:v>
                </c:pt>
                <c:pt idx="3198">
                  <c:v>1</c:v>
                </c:pt>
                <c:pt idx="3199">
                  <c:v>1</c:v>
                </c:pt>
                <c:pt idx="3200">
                  <c:v>1</c:v>
                </c:pt>
                <c:pt idx="3201">
                  <c:v>1</c:v>
                </c:pt>
                <c:pt idx="3202">
                  <c:v>1</c:v>
                </c:pt>
                <c:pt idx="3203">
                  <c:v>1</c:v>
                </c:pt>
                <c:pt idx="3204">
                  <c:v>1</c:v>
                </c:pt>
                <c:pt idx="3205">
                  <c:v>1</c:v>
                </c:pt>
                <c:pt idx="3206">
                  <c:v>1</c:v>
                </c:pt>
                <c:pt idx="3207">
                  <c:v>1</c:v>
                </c:pt>
                <c:pt idx="3208">
                  <c:v>1</c:v>
                </c:pt>
                <c:pt idx="3209">
                  <c:v>1</c:v>
                </c:pt>
                <c:pt idx="3210">
                  <c:v>1</c:v>
                </c:pt>
                <c:pt idx="3211">
                  <c:v>1</c:v>
                </c:pt>
                <c:pt idx="3212">
                  <c:v>1</c:v>
                </c:pt>
                <c:pt idx="3213">
                  <c:v>1</c:v>
                </c:pt>
                <c:pt idx="3214">
                  <c:v>1</c:v>
                </c:pt>
                <c:pt idx="3215">
                  <c:v>1</c:v>
                </c:pt>
                <c:pt idx="3216">
                  <c:v>1</c:v>
                </c:pt>
                <c:pt idx="3217">
                  <c:v>1</c:v>
                </c:pt>
                <c:pt idx="3218">
                  <c:v>1</c:v>
                </c:pt>
                <c:pt idx="3219">
                  <c:v>1</c:v>
                </c:pt>
                <c:pt idx="3220">
                  <c:v>1</c:v>
                </c:pt>
                <c:pt idx="3221">
                  <c:v>1</c:v>
                </c:pt>
                <c:pt idx="3222">
                  <c:v>1</c:v>
                </c:pt>
                <c:pt idx="3223">
                  <c:v>1</c:v>
                </c:pt>
                <c:pt idx="3224">
                  <c:v>1</c:v>
                </c:pt>
                <c:pt idx="3225">
                  <c:v>1</c:v>
                </c:pt>
                <c:pt idx="3226">
                  <c:v>1</c:v>
                </c:pt>
                <c:pt idx="3227">
                  <c:v>1</c:v>
                </c:pt>
                <c:pt idx="3228">
                  <c:v>1</c:v>
                </c:pt>
                <c:pt idx="3229">
                  <c:v>1</c:v>
                </c:pt>
                <c:pt idx="3230">
                  <c:v>1</c:v>
                </c:pt>
                <c:pt idx="3231">
                  <c:v>1</c:v>
                </c:pt>
                <c:pt idx="3232">
                  <c:v>1</c:v>
                </c:pt>
                <c:pt idx="3233">
                  <c:v>1</c:v>
                </c:pt>
                <c:pt idx="3234">
                  <c:v>1</c:v>
                </c:pt>
                <c:pt idx="3235">
                  <c:v>1</c:v>
                </c:pt>
                <c:pt idx="3236">
                  <c:v>1</c:v>
                </c:pt>
                <c:pt idx="3237">
                  <c:v>1</c:v>
                </c:pt>
                <c:pt idx="3238">
                  <c:v>1</c:v>
                </c:pt>
                <c:pt idx="3239">
                  <c:v>1</c:v>
                </c:pt>
                <c:pt idx="3240">
                  <c:v>1</c:v>
                </c:pt>
                <c:pt idx="3241">
                  <c:v>1</c:v>
                </c:pt>
                <c:pt idx="3242">
                  <c:v>1</c:v>
                </c:pt>
                <c:pt idx="3243">
                  <c:v>1</c:v>
                </c:pt>
                <c:pt idx="3244">
                  <c:v>1</c:v>
                </c:pt>
                <c:pt idx="3245">
                  <c:v>1</c:v>
                </c:pt>
                <c:pt idx="3246">
                  <c:v>1</c:v>
                </c:pt>
                <c:pt idx="3247">
                  <c:v>1</c:v>
                </c:pt>
                <c:pt idx="3248">
                  <c:v>1</c:v>
                </c:pt>
                <c:pt idx="3249">
                  <c:v>1</c:v>
                </c:pt>
                <c:pt idx="3250">
                  <c:v>1</c:v>
                </c:pt>
                <c:pt idx="3251">
                  <c:v>1</c:v>
                </c:pt>
                <c:pt idx="3252">
                  <c:v>1</c:v>
                </c:pt>
                <c:pt idx="3253">
                  <c:v>1</c:v>
                </c:pt>
                <c:pt idx="3254">
                  <c:v>1</c:v>
                </c:pt>
                <c:pt idx="3255">
                  <c:v>1</c:v>
                </c:pt>
                <c:pt idx="3256">
                  <c:v>1</c:v>
                </c:pt>
                <c:pt idx="3257">
                  <c:v>1</c:v>
                </c:pt>
                <c:pt idx="3258">
                  <c:v>1</c:v>
                </c:pt>
                <c:pt idx="3259">
                  <c:v>1</c:v>
                </c:pt>
                <c:pt idx="3260">
                  <c:v>1</c:v>
                </c:pt>
                <c:pt idx="3261">
                  <c:v>1</c:v>
                </c:pt>
                <c:pt idx="3262">
                  <c:v>1</c:v>
                </c:pt>
                <c:pt idx="3263">
                  <c:v>0.75</c:v>
                </c:pt>
                <c:pt idx="3264">
                  <c:v>0.75</c:v>
                </c:pt>
                <c:pt idx="3265">
                  <c:v>0.75</c:v>
                </c:pt>
                <c:pt idx="3266">
                  <c:v>0.75</c:v>
                </c:pt>
                <c:pt idx="3267">
                  <c:v>0.75</c:v>
                </c:pt>
                <c:pt idx="3268">
                  <c:v>0.75</c:v>
                </c:pt>
                <c:pt idx="3269">
                  <c:v>0.75</c:v>
                </c:pt>
                <c:pt idx="3270">
                  <c:v>0.75</c:v>
                </c:pt>
                <c:pt idx="3271">
                  <c:v>0.75</c:v>
                </c:pt>
                <c:pt idx="3272">
                  <c:v>0.75</c:v>
                </c:pt>
                <c:pt idx="3273">
                  <c:v>0.75</c:v>
                </c:pt>
                <c:pt idx="3274">
                  <c:v>0.75</c:v>
                </c:pt>
                <c:pt idx="3275">
                  <c:v>0.75</c:v>
                </c:pt>
                <c:pt idx="3276">
                  <c:v>0.75</c:v>
                </c:pt>
                <c:pt idx="3277">
                  <c:v>0.75</c:v>
                </c:pt>
                <c:pt idx="3278">
                  <c:v>0.75</c:v>
                </c:pt>
                <c:pt idx="3279">
                  <c:v>0.75</c:v>
                </c:pt>
                <c:pt idx="3280">
                  <c:v>0.75</c:v>
                </c:pt>
                <c:pt idx="3281">
                  <c:v>0.75</c:v>
                </c:pt>
                <c:pt idx="3282">
                  <c:v>0.75</c:v>
                </c:pt>
                <c:pt idx="3283">
                  <c:v>0.75</c:v>
                </c:pt>
                <c:pt idx="3284">
                  <c:v>0.75</c:v>
                </c:pt>
                <c:pt idx="3285">
                  <c:v>0.75</c:v>
                </c:pt>
                <c:pt idx="3286">
                  <c:v>0.75</c:v>
                </c:pt>
                <c:pt idx="3287">
                  <c:v>0.75</c:v>
                </c:pt>
                <c:pt idx="3288">
                  <c:v>0.75</c:v>
                </c:pt>
                <c:pt idx="3289">
                  <c:v>0.75</c:v>
                </c:pt>
                <c:pt idx="3290">
                  <c:v>0.75</c:v>
                </c:pt>
                <c:pt idx="3291">
                  <c:v>0.75</c:v>
                </c:pt>
                <c:pt idx="3292">
                  <c:v>0.75</c:v>
                </c:pt>
                <c:pt idx="3293">
                  <c:v>0.75</c:v>
                </c:pt>
                <c:pt idx="3294">
                  <c:v>0.75</c:v>
                </c:pt>
                <c:pt idx="3295">
                  <c:v>0.75</c:v>
                </c:pt>
                <c:pt idx="3296">
                  <c:v>0.75</c:v>
                </c:pt>
                <c:pt idx="3297">
                  <c:v>0.75</c:v>
                </c:pt>
                <c:pt idx="3298">
                  <c:v>0.75</c:v>
                </c:pt>
                <c:pt idx="3299">
                  <c:v>0.75</c:v>
                </c:pt>
                <c:pt idx="3300">
                  <c:v>0.75</c:v>
                </c:pt>
                <c:pt idx="3301">
                  <c:v>0.75</c:v>
                </c:pt>
                <c:pt idx="3302">
                  <c:v>0.75</c:v>
                </c:pt>
                <c:pt idx="3303">
                  <c:v>0.75</c:v>
                </c:pt>
                <c:pt idx="3304">
                  <c:v>0.75</c:v>
                </c:pt>
                <c:pt idx="3305">
                  <c:v>0.75</c:v>
                </c:pt>
                <c:pt idx="3306">
                  <c:v>0.75</c:v>
                </c:pt>
                <c:pt idx="3307">
                  <c:v>0.75</c:v>
                </c:pt>
                <c:pt idx="3308">
                  <c:v>0.75</c:v>
                </c:pt>
                <c:pt idx="3309">
                  <c:v>0.75</c:v>
                </c:pt>
                <c:pt idx="3310">
                  <c:v>0.75</c:v>
                </c:pt>
                <c:pt idx="3311">
                  <c:v>0.75</c:v>
                </c:pt>
                <c:pt idx="3312">
                  <c:v>0.75</c:v>
                </c:pt>
                <c:pt idx="3313">
                  <c:v>0.75</c:v>
                </c:pt>
                <c:pt idx="3314">
                  <c:v>0.75</c:v>
                </c:pt>
                <c:pt idx="3315">
                  <c:v>0.75</c:v>
                </c:pt>
                <c:pt idx="3316">
                  <c:v>0.75</c:v>
                </c:pt>
                <c:pt idx="3317">
                  <c:v>0.75</c:v>
                </c:pt>
                <c:pt idx="3318">
                  <c:v>0.75</c:v>
                </c:pt>
                <c:pt idx="3319">
                  <c:v>0.75</c:v>
                </c:pt>
                <c:pt idx="3320">
                  <c:v>0.75</c:v>
                </c:pt>
                <c:pt idx="3321">
                  <c:v>0.75</c:v>
                </c:pt>
                <c:pt idx="3322">
                  <c:v>0.75</c:v>
                </c:pt>
                <c:pt idx="3323">
                  <c:v>0.75</c:v>
                </c:pt>
                <c:pt idx="3324">
                  <c:v>0.75</c:v>
                </c:pt>
                <c:pt idx="3325">
                  <c:v>0.75</c:v>
                </c:pt>
                <c:pt idx="3326">
                  <c:v>0.75</c:v>
                </c:pt>
                <c:pt idx="3327">
                  <c:v>0.75</c:v>
                </c:pt>
                <c:pt idx="3328">
                  <c:v>0.75</c:v>
                </c:pt>
                <c:pt idx="3329">
                  <c:v>0.75</c:v>
                </c:pt>
                <c:pt idx="3330">
                  <c:v>0.75</c:v>
                </c:pt>
                <c:pt idx="3331">
                  <c:v>0.75</c:v>
                </c:pt>
                <c:pt idx="3332">
                  <c:v>0.75</c:v>
                </c:pt>
                <c:pt idx="3333">
                  <c:v>0.75</c:v>
                </c:pt>
                <c:pt idx="3334">
                  <c:v>0.75</c:v>
                </c:pt>
                <c:pt idx="3335">
                  <c:v>0.75</c:v>
                </c:pt>
                <c:pt idx="3336">
                  <c:v>0.75</c:v>
                </c:pt>
                <c:pt idx="3337">
                  <c:v>0.75</c:v>
                </c:pt>
                <c:pt idx="3338">
                  <c:v>0.75</c:v>
                </c:pt>
                <c:pt idx="3339">
                  <c:v>0.75</c:v>
                </c:pt>
                <c:pt idx="3340">
                  <c:v>0.75</c:v>
                </c:pt>
                <c:pt idx="3341">
                  <c:v>0.75</c:v>
                </c:pt>
                <c:pt idx="3342">
                  <c:v>0.75</c:v>
                </c:pt>
                <c:pt idx="3343">
                  <c:v>0.75</c:v>
                </c:pt>
                <c:pt idx="3344">
                  <c:v>0.75</c:v>
                </c:pt>
                <c:pt idx="3345">
                  <c:v>0.75</c:v>
                </c:pt>
                <c:pt idx="3346">
                  <c:v>0.75</c:v>
                </c:pt>
                <c:pt idx="3347">
                  <c:v>0.75</c:v>
                </c:pt>
                <c:pt idx="3348">
                  <c:v>0.75</c:v>
                </c:pt>
                <c:pt idx="3349">
                  <c:v>0.75</c:v>
                </c:pt>
                <c:pt idx="3350">
                  <c:v>0.75</c:v>
                </c:pt>
                <c:pt idx="3351">
                  <c:v>0.75</c:v>
                </c:pt>
                <c:pt idx="3352">
                  <c:v>0.75</c:v>
                </c:pt>
                <c:pt idx="3353">
                  <c:v>0.75</c:v>
                </c:pt>
                <c:pt idx="3354">
                  <c:v>0.75</c:v>
                </c:pt>
                <c:pt idx="3355">
                  <c:v>0.75</c:v>
                </c:pt>
                <c:pt idx="3356">
                  <c:v>0.75</c:v>
                </c:pt>
                <c:pt idx="3357">
                  <c:v>0.75</c:v>
                </c:pt>
                <c:pt idx="3358">
                  <c:v>0.75</c:v>
                </c:pt>
                <c:pt idx="3359">
                  <c:v>0.75</c:v>
                </c:pt>
                <c:pt idx="3360">
                  <c:v>0.75</c:v>
                </c:pt>
                <c:pt idx="3361">
                  <c:v>0.75</c:v>
                </c:pt>
                <c:pt idx="3362">
                  <c:v>0.75</c:v>
                </c:pt>
                <c:pt idx="3363">
                  <c:v>0.75</c:v>
                </c:pt>
                <c:pt idx="3364">
                  <c:v>0.75</c:v>
                </c:pt>
                <c:pt idx="3365">
                  <c:v>0.75</c:v>
                </c:pt>
                <c:pt idx="3366">
                  <c:v>0.75</c:v>
                </c:pt>
                <c:pt idx="3367">
                  <c:v>0.75</c:v>
                </c:pt>
                <c:pt idx="3368">
                  <c:v>0.75</c:v>
                </c:pt>
                <c:pt idx="3369">
                  <c:v>0.75</c:v>
                </c:pt>
                <c:pt idx="3370">
                  <c:v>0.75</c:v>
                </c:pt>
                <c:pt idx="3371">
                  <c:v>0.75</c:v>
                </c:pt>
                <c:pt idx="3372">
                  <c:v>0.75</c:v>
                </c:pt>
                <c:pt idx="3373">
                  <c:v>0.75</c:v>
                </c:pt>
                <c:pt idx="3374">
                  <c:v>0.75</c:v>
                </c:pt>
                <c:pt idx="3375">
                  <c:v>0.75</c:v>
                </c:pt>
                <c:pt idx="3376">
                  <c:v>0.75</c:v>
                </c:pt>
                <c:pt idx="3377">
                  <c:v>0.75</c:v>
                </c:pt>
                <c:pt idx="3378">
                  <c:v>0.75</c:v>
                </c:pt>
                <c:pt idx="3379">
                  <c:v>0.75</c:v>
                </c:pt>
                <c:pt idx="3380">
                  <c:v>0.75</c:v>
                </c:pt>
                <c:pt idx="3381">
                  <c:v>0.75</c:v>
                </c:pt>
                <c:pt idx="3382">
                  <c:v>0.75</c:v>
                </c:pt>
                <c:pt idx="3383">
                  <c:v>0.75</c:v>
                </c:pt>
                <c:pt idx="3384">
                  <c:v>0.75</c:v>
                </c:pt>
                <c:pt idx="3385">
                  <c:v>0.75</c:v>
                </c:pt>
                <c:pt idx="3386">
                  <c:v>0.75</c:v>
                </c:pt>
                <c:pt idx="3387">
                  <c:v>0.75</c:v>
                </c:pt>
                <c:pt idx="3388">
                  <c:v>0.75</c:v>
                </c:pt>
                <c:pt idx="3389">
                  <c:v>0.75</c:v>
                </c:pt>
                <c:pt idx="3390">
                  <c:v>0.75</c:v>
                </c:pt>
                <c:pt idx="3391">
                  <c:v>0.75</c:v>
                </c:pt>
                <c:pt idx="3392">
                  <c:v>0.75</c:v>
                </c:pt>
                <c:pt idx="3393">
                  <c:v>0.75</c:v>
                </c:pt>
                <c:pt idx="3394">
                  <c:v>0.75</c:v>
                </c:pt>
                <c:pt idx="3395">
                  <c:v>0.75</c:v>
                </c:pt>
                <c:pt idx="3396">
                  <c:v>0.75</c:v>
                </c:pt>
                <c:pt idx="3397">
                  <c:v>0.75</c:v>
                </c:pt>
                <c:pt idx="3398">
                  <c:v>0.75</c:v>
                </c:pt>
                <c:pt idx="3399">
                  <c:v>0.75</c:v>
                </c:pt>
                <c:pt idx="3400">
                  <c:v>0.75</c:v>
                </c:pt>
                <c:pt idx="3401">
                  <c:v>0.75</c:v>
                </c:pt>
                <c:pt idx="3402">
                  <c:v>0.75</c:v>
                </c:pt>
                <c:pt idx="3403">
                  <c:v>0.75</c:v>
                </c:pt>
                <c:pt idx="3404">
                  <c:v>0.75</c:v>
                </c:pt>
                <c:pt idx="3405">
                  <c:v>0.75</c:v>
                </c:pt>
                <c:pt idx="3406">
                  <c:v>0.75</c:v>
                </c:pt>
                <c:pt idx="3407">
                  <c:v>0.75</c:v>
                </c:pt>
                <c:pt idx="3408">
                  <c:v>0.75</c:v>
                </c:pt>
                <c:pt idx="3409">
                  <c:v>0.75</c:v>
                </c:pt>
                <c:pt idx="3410">
                  <c:v>0.75</c:v>
                </c:pt>
                <c:pt idx="3411">
                  <c:v>0.75</c:v>
                </c:pt>
                <c:pt idx="3412">
                  <c:v>0.75</c:v>
                </c:pt>
                <c:pt idx="3413">
                  <c:v>0.75</c:v>
                </c:pt>
                <c:pt idx="3414">
                  <c:v>0.75</c:v>
                </c:pt>
                <c:pt idx="3415">
                  <c:v>0.75</c:v>
                </c:pt>
                <c:pt idx="3416">
                  <c:v>0.75</c:v>
                </c:pt>
                <c:pt idx="3417">
                  <c:v>0.75</c:v>
                </c:pt>
                <c:pt idx="3418">
                  <c:v>0.75</c:v>
                </c:pt>
                <c:pt idx="3419">
                  <c:v>0.75</c:v>
                </c:pt>
                <c:pt idx="3420">
                  <c:v>0.75</c:v>
                </c:pt>
                <c:pt idx="3421">
                  <c:v>0.75</c:v>
                </c:pt>
                <c:pt idx="3422">
                  <c:v>0.75</c:v>
                </c:pt>
                <c:pt idx="3423">
                  <c:v>0.75</c:v>
                </c:pt>
                <c:pt idx="3424">
                  <c:v>0.75</c:v>
                </c:pt>
                <c:pt idx="3425">
                  <c:v>0.75</c:v>
                </c:pt>
                <c:pt idx="3426">
                  <c:v>0.75</c:v>
                </c:pt>
                <c:pt idx="3427">
                  <c:v>0.75</c:v>
                </c:pt>
                <c:pt idx="3428">
                  <c:v>0.75</c:v>
                </c:pt>
                <c:pt idx="3429">
                  <c:v>0.75</c:v>
                </c:pt>
                <c:pt idx="3430">
                  <c:v>0.75</c:v>
                </c:pt>
                <c:pt idx="3431">
                  <c:v>0.75</c:v>
                </c:pt>
                <c:pt idx="3432">
                  <c:v>0.75</c:v>
                </c:pt>
                <c:pt idx="3433">
                  <c:v>0.75</c:v>
                </c:pt>
                <c:pt idx="3434">
                  <c:v>0.75</c:v>
                </c:pt>
                <c:pt idx="3435">
                  <c:v>0.75</c:v>
                </c:pt>
                <c:pt idx="3436">
                  <c:v>0.75</c:v>
                </c:pt>
                <c:pt idx="3437">
                  <c:v>0.75</c:v>
                </c:pt>
                <c:pt idx="3438">
                  <c:v>0.75</c:v>
                </c:pt>
                <c:pt idx="3439">
                  <c:v>0.75</c:v>
                </c:pt>
                <c:pt idx="3440">
                  <c:v>0.75</c:v>
                </c:pt>
                <c:pt idx="3441">
                  <c:v>0.75</c:v>
                </c:pt>
                <c:pt idx="3442">
                  <c:v>0.75</c:v>
                </c:pt>
                <c:pt idx="3443">
                  <c:v>0.75</c:v>
                </c:pt>
                <c:pt idx="3444">
                  <c:v>0.75</c:v>
                </c:pt>
                <c:pt idx="3445">
                  <c:v>0.75</c:v>
                </c:pt>
                <c:pt idx="3446">
                  <c:v>0.75</c:v>
                </c:pt>
                <c:pt idx="3447">
                  <c:v>0.75</c:v>
                </c:pt>
                <c:pt idx="3448">
                  <c:v>0.75</c:v>
                </c:pt>
                <c:pt idx="3449">
                  <c:v>0.75</c:v>
                </c:pt>
                <c:pt idx="3450">
                  <c:v>0.75</c:v>
                </c:pt>
                <c:pt idx="3451">
                  <c:v>0.75</c:v>
                </c:pt>
                <c:pt idx="3452">
                  <c:v>0.75</c:v>
                </c:pt>
                <c:pt idx="3453">
                  <c:v>0.75</c:v>
                </c:pt>
                <c:pt idx="3454">
                  <c:v>0.75</c:v>
                </c:pt>
                <c:pt idx="3455">
                  <c:v>0.75</c:v>
                </c:pt>
                <c:pt idx="3456">
                  <c:v>0.75</c:v>
                </c:pt>
                <c:pt idx="3457">
                  <c:v>0.75</c:v>
                </c:pt>
                <c:pt idx="3458">
                  <c:v>0.75</c:v>
                </c:pt>
                <c:pt idx="3459">
                  <c:v>0.75</c:v>
                </c:pt>
                <c:pt idx="3460">
                  <c:v>0.75</c:v>
                </c:pt>
                <c:pt idx="3461">
                  <c:v>0.75</c:v>
                </c:pt>
                <c:pt idx="3462">
                  <c:v>0.75</c:v>
                </c:pt>
                <c:pt idx="3463">
                  <c:v>0.75</c:v>
                </c:pt>
                <c:pt idx="3464">
                  <c:v>0.75</c:v>
                </c:pt>
                <c:pt idx="3465">
                  <c:v>0.75</c:v>
                </c:pt>
                <c:pt idx="3466">
                  <c:v>0.75</c:v>
                </c:pt>
                <c:pt idx="3467">
                  <c:v>0.75</c:v>
                </c:pt>
                <c:pt idx="3468">
                  <c:v>0.75</c:v>
                </c:pt>
                <c:pt idx="3469">
                  <c:v>0.75</c:v>
                </c:pt>
                <c:pt idx="3470">
                  <c:v>0.75</c:v>
                </c:pt>
                <c:pt idx="3471">
                  <c:v>0.75</c:v>
                </c:pt>
                <c:pt idx="3472">
                  <c:v>0.75</c:v>
                </c:pt>
                <c:pt idx="3473">
                  <c:v>0.75</c:v>
                </c:pt>
                <c:pt idx="3474">
                  <c:v>0.75</c:v>
                </c:pt>
                <c:pt idx="3475">
                  <c:v>0.75</c:v>
                </c:pt>
                <c:pt idx="3476">
                  <c:v>0.75</c:v>
                </c:pt>
                <c:pt idx="3477">
                  <c:v>0.75</c:v>
                </c:pt>
                <c:pt idx="3478">
                  <c:v>0.5</c:v>
                </c:pt>
                <c:pt idx="3479">
                  <c:v>0.5</c:v>
                </c:pt>
                <c:pt idx="3480">
                  <c:v>0.5</c:v>
                </c:pt>
                <c:pt idx="3481">
                  <c:v>0.5</c:v>
                </c:pt>
                <c:pt idx="3482">
                  <c:v>0.5</c:v>
                </c:pt>
                <c:pt idx="3483">
                  <c:v>0.5</c:v>
                </c:pt>
                <c:pt idx="3484">
                  <c:v>0.5</c:v>
                </c:pt>
                <c:pt idx="3485">
                  <c:v>0.5</c:v>
                </c:pt>
                <c:pt idx="3486">
                  <c:v>0.5</c:v>
                </c:pt>
                <c:pt idx="3487">
                  <c:v>0.5</c:v>
                </c:pt>
                <c:pt idx="3488">
                  <c:v>0.5</c:v>
                </c:pt>
                <c:pt idx="3489">
                  <c:v>0.5</c:v>
                </c:pt>
                <c:pt idx="3490">
                  <c:v>0.5</c:v>
                </c:pt>
                <c:pt idx="3491">
                  <c:v>0.5</c:v>
                </c:pt>
                <c:pt idx="3492">
                  <c:v>0.5</c:v>
                </c:pt>
                <c:pt idx="3493">
                  <c:v>0.5</c:v>
                </c:pt>
                <c:pt idx="3494">
                  <c:v>0.5</c:v>
                </c:pt>
                <c:pt idx="3495">
                  <c:v>0.5</c:v>
                </c:pt>
                <c:pt idx="3496">
                  <c:v>0.5</c:v>
                </c:pt>
                <c:pt idx="3497">
                  <c:v>0.5</c:v>
                </c:pt>
                <c:pt idx="3498">
                  <c:v>0.5</c:v>
                </c:pt>
                <c:pt idx="3499">
                  <c:v>0.5</c:v>
                </c:pt>
                <c:pt idx="3500">
                  <c:v>0.5</c:v>
                </c:pt>
                <c:pt idx="3501">
                  <c:v>0.5</c:v>
                </c:pt>
                <c:pt idx="3502">
                  <c:v>0.5</c:v>
                </c:pt>
                <c:pt idx="3503">
                  <c:v>0.5</c:v>
                </c:pt>
                <c:pt idx="3504">
                  <c:v>0.5</c:v>
                </c:pt>
                <c:pt idx="3505">
                  <c:v>0.5</c:v>
                </c:pt>
                <c:pt idx="3506">
                  <c:v>0.5</c:v>
                </c:pt>
                <c:pt idx="3507">
                  <c:v>0.5</c:v>
                </c:pt>
                <c:pt idx="3508">
                  <c:v>0.5</c:v>
                </c:pt>
                <c:pt idx="3509">
                  <c:v>0.5</c:v>
                </c:pt>
                <c:pt idx="3510">
                  <c:v>0.5</c:v>
                </c:pt>
                <c:pt idx="3511">
                  <c:v>0.5</c:v>
                </c:pt>
                <c:pt idx="3512">
                  <c:v>0.5</c:v>
                </c:pt>
                <c:pt idx="3513">
                  <c:v>0.5</c:v>
                </c:pt>
                <c:pt idx="3514">
                  <c:v>0.5</c:v>
                </c:pt>
                <c:pt idx="3515">
                  <c:v>0.5</c:v>
                </c:pt>
                <c:pt idx="3516">
                  <c:v>0.5</c:v>
                </c:pt>
                <c:pt idx="3517">
                  <c:v>0.5</c:v>
                </c:pt>
                <c:pt idx="3518">
                  <c:v>0.5</c:v>
                </c:pt>
                <c:pt idx="3519">
                  <c:v>0.5</c:v>
                </c:pt>
                <c:pt idx="3520">
                  <c:v>0.5</c:v>
                </c:pt>
                <c:pt idx="3521">
                  <c:v>0.5</c:v>
                </c:pt>
                <c:pt idx="3522">
                  <c:v>0.5</c:v>
                </c:pt>
                <c:pt idx="3523">
                  <c:v>0.5</c:v>
                </c:pt>
                <c:pt idx="3524">
                  <c:v>0.5</c:v>
                </c:pt>
                <c:pt idx="3525">
                  <c:v>0.5</c:v>
                </c:pt>
                <c:pt idx="3526">
                  <c:v>0.5</c:v>
                </c:pt>
                <c:pt idx="3527">
                  <c:v>0.5</c:v>
                </c:pt>
                <c:pt idx="3528">
                  <c:v>0.5</c:v>
                </c:pt>
                <c:pt idx="3529">
                  <c:v>0.5</c:v>
                </c:pt>
                <c:pt idx="3530">
                  <c:v>0.5</c:v>
                </c:pt>
                <c:pt idx="3531">
                  <c:v>0.5</c:v>
                </c:pt>
                <c:pt idx="3532">
                  <c:v>0.5</c:v>
                </c:pt>
                <c:pt idx="3533">
                  <c:v>0.5</c:v>
                </c:pt>
                <c:pt idx="3534">
                  <c:v>0.5</c:v>
                </c:pt>
                <c:pt idx="3535">
                  <c:v>0.5</c:v>
                </c:pt>
                <c:pt idx="3536">
                  <c:v>0.5</c:v>
                </c:pt>
                <c:pt idx="3537">
                  <c:v>0.5</c:v>
                </c:pt>
                <c:pt idx="3538">
                  <c:v>0.5</c:v>
                </c:pt>
                <c:pt idx="3539">
                  <c:v>0.5</c:v>
                </c:pt>
                <c:pt idx="3540">
                  <c:v>0.5</c:v>
                </c:pt>
                <c:pt idx="3541">
                  <c:v>0.5</c:v>
                </c:pt>
                <c:pt idx="3542">
                  <c:v>0.5</c:v>
                </c:pt>
                <c:pt idx="3543">
                  <c:v>0.5</c:v>
                </c:pt>
                <c:pt idx="3544">
                  <c:v>0.5</c:v>
                </c:pt>
                <c:pt idx="3545">
                  <c:v>0.5</c:v>
                </c:pt>
                <c:pt idx="3546">
                  <c:v>0.5</c:v>
                </c:pt>
                <c:pt idx="3547">
                  <c:v>0.5</c:v>
                </c:pt>
                <c:pt idx="3548">
                  <c:v>0.5</c:v>
                </c:pt>
                <c:pt idx="3549">
                  <c:v>0.5</c:v>
                </c:pt>
                <c:pt idx="3550">
                  <c:v>0.5</c:v>
                </c:pt>
                <c:pt idx="3551">
                  <c:v>0.5</c:v>
                </c:pt>
                <c:pt idx="3552">
                  <c:v>0.5</c:v>
                </c:pt>
                <c:pt idx="3553">
                  <c:v>0.5</c:v>
                </c:pt>
                <c:pt idx="3554">
                  <c:v>0.5</c:v>
                </c:pt>
                <c:pt idx="3555">
                  <c:v>0.5</c:v>
                </c:pt>
                <c:pt idx="3556">
                  <c:v>0.5</c:v>
                </c:pt>
                <c:pt idx="3557">
                  <c:v>0.5</c:v>
                </c:pt>
                <c:pt idx="3558">
                  <c:v>0.5</c:v>
                </c:pt>
                <c:pt idx="3559">
                  <c:v>0.5</c:v>
                </c:pt>
                <c:pt idx="3560">
                  <c:v>0.5</c:v>
                </c:pt>
                <c:pt idx="3561">
                  <c:v>0.5</c:v>
                </c:pt>
                <c:pt idx="3562">
                  <c:v>0.5</c:v>
                </c:pt>
                <c:pt idx="3563">
                  <c:v>0.5</c:v>
                </c:pt>
                <c:pt idx="3564">
                  <c:v>0.5</c:v>
                </c:pt>
                <c:pt idx="3565">
                  <c:v>0.5</c:v>
                </c:pt>
                <c:pt idx="3566">
                  <c:v>0.5</c:v>
                </c:pt>
                <c:pt idx="3567">
                  <c:v>0.5</c:v>
                </c:pt>
                <c:pt idx="3568">
                  <c:v>0.5</c:v>
                </c:pt>
                <c:pt idx="3569">
                  <c:v>0.5</c:v>
                </c:pt>
                <c:pt idx="3570">
                  <c:v>0.5</c:v>
                </c:pt>
                <c:pt idx="3571">
                  <c:v>0.5</c:v>
                </c:pt>
                <c:pt idx="3572">
                  <c:v>0.5</c:v>
                </c:pt>
                <c:pt idx="3573">
                  <c:v>0.5</c:v>
                </c:pt>
                <c:pt idx="3574">
                  <c:v>0.5</c:v>
                </c:pt>
                <c:pt idx="3575">
                  <c:v>0.5</c:v>
                </c:pt>
                <c:pt idx="3576">
                  <c:v>0.5</c:v>
                </c:pt>
                <c:pt idx="3577">
                  <c:v>0.5</c:v>
                </c:pt>
                <c:pt idx="3578">
                  <c:v>0.5</c:v>
                </c:pt>
                <c:pt idx="3579">
                  <c:v>0.5</c:v>
                </c:pt>
                <c:pt idx="3580">
                  <c:v>0.5</c:v>
                </c:pt>
                <c:pt idx="3581">
                  <c:v>0.5</c:v>
                </c:pt>
                <c:pt idx="3582">
                  <c:v>0.5</c:v>
                </c:pt>
                <c:pt idx="3583">
                  <c:v>0.5</c:v>
                </c:pt>
                <c:pt idx="3584">
                  <c:v>0.5</c:v>
                </c:pt>
                <c:pt idx="3585">
                  <c:v>0.5</c:v>
                </c:pt>
                <c:pt idx="3586">
                  <c:v>0.5</c:v>
                </c:pt>
                <c:pt idx="3587">
                  <c:v>0.5</c:v>
                </c:pt>
                <c:pt idx="3588">
                  <c:v>0.5</c:v>
                </c:pt>
                <c:pt idx="3589">
                  <c:v>0.5</c:v>
                </c:pt>
                <c:pt idx="3590">
                  <c:v>0.5</c:v>
                </c:pt>
                <c:pt idx="3591">
                  <c:v>0.5</c:v>
                </c:pt>
                <c:pt idx="3592">
                  <c:v>0.5</c:v>
                </c:pt>
                <c:pt idx="3593">
                  <c:v>0.5</c:v>
                </c:pt>
                <c:pt idx="3594">
                  <c:v>0.5</c:v>
                </c:pt>
                <c:pt idx="3595">
                  <c:v>0.5</c:v>
                </c:pt>
                <c:pt idx="3596">
                  <c:v>0.5</c:v>
                </c:pt>
                <c:pt idx="3597">
                  <c:v>0.5</c:v>
                </c:pt>
                <c:pt idx="3598">
                  <c:v>0.5</c:v>
                </c:pt>
                <c:pt idx="3599">
                  <c:v>0.5</c:v>
                </c:pt>
                <c:pt idx="3600">
                  <c:v>0.5</c:v>
                </c:pt>
                <c:pt idx="3601">
                  <c:v>0.5</c:v>
                </c:pt>
                <c:pt idx="3602">
                  <c:v>0.5</c:v>
                </c:pt>
                <c:pt idx="3603">
                  <c:v>0.5</c:v>
                </c:pt>
                <c:pt idx="3604">
                  <c:v>0.5</c:v>
                </c:pt>
                <c:pt idx="3605">
                  <c:v>0.5</c:v>
                </c:pt>
                <c:pt idx="3606">
                  <c:v>0.5</c:v>
                </c:pt>
                <c:pt idx="3607">
                  <c:v>0.5</c:v>
                </c:pt>
                <c:pt idx="3608">
                  <c:v>0.5</c:v>
                </c:pt>
                <c:pt idx="3609">
                  <c:v>0.5</c:v>
                </c:pt>
                <c:pt idx="3610">
                  <c:v>0.5</c:v>
                </c:pt>
                <c:pt idx="3611">
                  <c:v>0.5</c:v>
                </c:pt>
                <c:pt idx="3612">
                  <c:v>0.5</c:v>
                </c:pt>
                <c:pt idx="3613">
                  <c:v>0.25</c:v>
                </c:pt>
                <c:pt idx="3614">
                  <c:v>0.25</c:v>
                </c:pt>
                <c:pt idx="3615">
                  <c:v>0.25</c:v>
                </c:pt>
                <c:pt idx="3616">
                  <c:v>0.25</c:v>
                </c:pt>
                <c:pt idx="3617">
                  <c:v>0.25</c:v>
                </c:pt>
                <c:pt idx="3618">
                  <c:v>0.25</c:v>
                </c:pt>
                <c:pt idx="3619">
                  <c:v>0.25</c:v>
                </c:pt>
                <c:pt idx="3620">
                  <c:v>0.25</c:v>
                </c:pt>
                <c:pt idx="3621">
                  <c:v>0.25</c:v>
                </c:pt>
                <c:pt idx="3622">
                  <c:v>0.25</c:v>
                </c:pt>
                <c:pt idx="3623">
                  <c:v>0.25</c:v>
                </c:pt>
                <c:pt idx="3624">
                  <c:v>0.25</c:v>
                </c:pt>
                <c:pt idx="3625">
                  <c:v>0.25</c:v>
                </c:pt>
                <c:pt idx="3626">
                  <c:v>0.25</c:v>
                </c:pt>
                <c:pt idx="3627">
                  <c:v>0.25</c:v>
                </c:pt>
                <c:pt idx="3628">
                  <c:v>0.25</c:v>
                </c:pt>
                <c:pt idx="3629">
                  <c:v>0.25</c:v>
                </c:pt>
                <c:pt idx="3630">
                  <c:v>0.25</c:v>
                </c:pt>
                <c:pt idx="3631">
                  <c:v>0.25</c:v>
                </c:pt>
                <c:pt idx="3632">
                  <c:v>0.25</c:v>
                </c:pt>
                <c:pt idx="3633">
                  <c:v>0.25</c:v>
                </c:pt>
                <c:pt idx="3634">
                  <c:v>0.25</c:v>
                </c:pt>
                <c:pt idx="3635">
                  <c:v>0.25</c:v>
                </c:pt>
                <c:pt idx="3636">
                  <c:v>0.25</c:v>
                </c:pt>
                <c:pt idx="3637">
                  <c:v>0.25</c:v>
                </c:pt>
                <c:pt idx="3638">
                  <c:v>0.25</c:v>
                </c:pt>
                <c:pt idx="3639">
                  <c:v>0.25</c:v>
                </c:pt>
                <c:pt idx="3640">
                  <c:v>0.25</c:v>
                </c:pt>
                <c:pt idx="3641">
                  <c:v>0.25</c:v>
                </c:pt>
                <c:pt idx="3642">
                  <c:v>0.25</c:v>
                </c:pt>
                <c:pt idx="3643">
                  <c:v>0.25</c:v>
                </c:pt>
                <c:pt idx="3644">
                  <c:v>0.25</c:v>
                </c:pt>
                <c:pt idx="3645">
                  <c:v>0.25</c:v>
                </c:pt>
                <c:pt idx="3646">
                  <c:v>0.25</c:v>
                </c:pt>
                <c:pt idx="3647">
                  <c:v>0.25</c:v>
                </c:pt>
                <c:pt idx="3648">
                  <c:v>0.25</c:v>
                </c:pt>
                <c:pt idx="3649">
                  <c:v>0.25</c:v>
                </c:pt>
                <c:pt idx="3650">
                  <c:v>0.25</c:v>
                </c:pt>
                <c:pt idx="3651">
                  <c:v>0.25</c:v>
                </c:pt>
                <c:pt idx="3652">
                  <c:v>0.25</c:v>
                </c:pt>
                <c:pt idx="3653">
                  <c:v>0.25</c:v>
                </c:pt>
                <c:pt idx="3654">
                  <c:v>0.25</c:v>
                </c:pt>
                <c:pt idx="3655">
                  <c:v>0.25</c:v>
                </c:pt>
                <c:pt idx="3656">
                  <c:v>0.25</c:v>
                </c:pt>
                <c:pt idx="3657">
                  <c:v>0.25</c:v>
                </c:pt>
                <c:pt idx="3658">
                  <c:v>0.25</c:v>
                </c:pt>
                <c:pt idx="3659">
                  <c:v>0.25</c:v>
                </c:pt>
                <c:pt idx="3660">
                  <c:v>0.25</c:v>
                </c:pt>
                <c:pt idx="3661">
                  <c:v>0.25</c:v>
                </c:pt>
                <c:pt idx="3662">
                  <c:v>0.25</c:v>
                </c:pt>
                <c:pt idx="3663">
                  <c:v>0.25</c:v>
                </c:pt>
                <c:pt idx="3664">
                  <c:v>0.25</c:v>
                </c:pt>
                <c:pt idx="3665">
                  <c:v>0.25</c:v>
                </c:pt>
                <c:pt idx="3666">
                  <c:v>0.25</c:v>
                </c:pt>
                <c:pt idx="3667">
                  <c:v>0.25</c:v>
                </c:pt>
                <c:pt idx="3668">
                  <c:v>0.25</c:v>
                </c:pt>
                <c:pt idx="3669">
                  <c:v>0.25</c:v>
                </c:pt>
                <c:pt idx="3670">
                  <c:v>0.25</c:v>
                </c:pt>
                <c:pt idx="3671">
                  <c:v>0.25</c:v>
                </c:pt>
                <c:pt idx="3672">
                  <c:v>0.25</c:v>
                </c:pt>
                <c:pt idx="3673">
                  <c:v>0.25</c:v>
                </c:pt>
                <c:pt idx="3674">
                  <c:v>0.25</c:v>
                </c:pt>
                <c:pt idx="3675">
                  <c:v>0.25</c:v>
                </c:pt>
                <c:pt idx="3676">
                  <c:v>0.25</c:v>
                </c:pt>
                <c:pt idx="3677">
                  <c:v>0.25</c:v>
                </c:pt>
                <c:pt idx="3678">
                  <c:v>0.25</c:v>
                </c:pt>
                <c:pt idx="3679">
                  <c:v>0.25</c:v>
                </c:pt>
                <c:pt idx="3680">
                  <c:v>0.25</c:v>
                </c:pt>
                <c:pt idx="3681">
                  <c:v>0.25</c:v>
                </c:pt>
                <c:pt idx="3682">
                  <c:v>0.25</c:v>
                </c:pt>
                <c:pt idx="3683">
                  <c:v>0.25</c:v>
                </c:pt>
                <c:pt idx="3684">
                  <c:v>0.25</c:v>
                </c:pt>
                <c:pt idx="3685">
                  <c:v>0.25</c:v>
                </c:pt>
                <c:pt idx="3686">
                  <c:v>0.25</c:v>
                </c:pt>
                <c:pt idx="3687">
                  <c:v>0.25</c:v>
                </c:pt>
                <c:pt idx="3688">
                  <c:v>0.25</c:v>
                </c:pt>
                <c:pt idx="3689">
                  <c:v>0.25</c:v>
                </c:pt>
                <c:pt idx="3690">
                  <c:v>0.25</c:v>
                </c:pt>
                <c:pt idx="3691">
                  <c:v>0.25</c:v>
                </c:pt>
                <c:pt idx="3692">
                  <c:v>0.25</c:v>
                </c:pt>
                <c:pt idx="3693">
                  <c:v>0.25</c:v>
                </c:pt>
                <c:pt idx="3694">
                  <c:v>0.25</c:v>
                </c:pt>
                <c:pt idx="3695">
                  <c:v>0.25</c:v>
                </c:pt>
                <c:pt idx="3696">
                  <c:v>0.25</c:v>
                </c:pt>
                <c:pt idx="3697">
                  <c:v>0.25</c:v>
                </c:pt>
                <c:pt idx="3698">
                  <c:v>0.25</c:v>
                </c:pt>
                <c:pt idx="3699">
                  <c:v>0.25</c:v>
                </c:pt>
                <c:pt idx="3700">
                  <c:v>0.25</c:v>
                </c:pt>
                <c:pt idx="3701">
                  <c:v>0.25</c:v>
                </c:pt>
                <c:pt idx="3702">
                  <c:v>0.25</c:v>
                </c:pt>
                <c:pt idx="3703">
                  <c:v>0.25</c:v>
                </c:pt>
                <c:pt idx="3704">
                  <c:v>0.25</c:v>
                </c:pt>
                <c:pt idx="3705">
                  <c:v>0.25</c:v>
                </c:pt>
                <c:pt idx="3706">
                  <c:v>0.25</c:v>
                </c:pt>
                <c:pt idx="3707">
                  <c:v>0.25</c:v>
                </c:pt>
                <c:pt idx="3708">
                  <c:v>0.25</c:v>
                </c:pt>
                <c:pt idx="3709">
                  <c:v>0.25</c:v>
                </c:pt>
                <c:pt idx="3710">
                  <c:v>0.25</c:v>
                </c:pt>
                <c:pt idx="3711">
                  <c:v>0.25</c:v>
                </c:pt>
                <c:pt idx="3712">
                  <c:v>0.25</c:v>
                </c:pt>
                <c:pt idx="3713">
                  <c:v>0.25</c:v>
                </c:pt>
                <c:pt idx="3714">
                  <c:v>0.25</c:v>
                </c:pt>
                <c:pt idx="3715">
                  <c:v>0.25</c:v>
                </c:pt>
                <c:pt idx="3716">
                  <c:v>0.25</c:v>
                </c:pt>
                <c:pt idx="3717">
                  <c:v>0.25</c:v>
                </c:pt>
                <c:pt idx="3718">
                  <c:v>0.25</c:v>
                </c:pt>
                <c:pt idx="3719">
                  <c:v>0.25</c:v>
                </c:pt>
                <c:pt idx="3720">
                  <c:v>0.25</c:v>
                </c:pt>
                <c:pt idx="3721">
                  <c:v>0.25</c:v>
                </c:pt>
                <c:pt idx="3722">
                  <c:v>0.25</c:v>
                </c:pt>
                <c:pt idx="3723">
                  <c:v>0.25</c:v>
                </c:pt>
                <c:pt idx="3724">
                  <c:v>0.25</c:v>
                </c:pt>
                <c:pt idx="3725">
                  <c:v>0.25</c:v>
                </c:pt>
                <c:pt idx="3726">
                  <c:v>0.25</c:v>
                </c:pt>
                <c:pt idx="3727">
                  <c:v>0.25</c:v>
                </c:pt>
                <c:pt idx="3728">
                  <c:v>0.25</c:v>
                </c:pt>
                <c:pt idx="3729">
                  <c:v>0.25</c:v>
                </c:pt>
                <c:pt idx="3730">
                  <c:v>0.25</c:v>
                </c:pt>
                <c:pt idx="3731">
                  <c:v>0.25</c:v>
                </c:pt>
                <c:pt idx="3732">
                  <c:v>0.25</c:v>
                </c:pt>
                <c:pt idx="3733">
                  <c:v>0.25</c:v>
                </c:pt>
                <c:pt idx="3734">
                  <c:v>0.25</c:v>
                </c:pt>
                <c:pt idx="3735">
                  <c:v>0.25</c:v>
                </c:pt>
                <c:pt idx="3736">
                  <c:v>0.25</c:v>
                </c:pt>
                <c:pt idx="3737">
                  <c:v>0.25</c:v>
                </c:pt>
                <c:pt idx="3738">
                  <c:v>0.25</c:v>
                </c:pt>
                <c:pt idx="3739">
                  <c:v>0.25</c:v>
                </c:pt>
                <c:pt idx="3740">
                  <c:v>0.25</c:v>
                </c:pt>
                <c:pt idx="3741">
                  <c:v>0.25</c:v>
                </c:pt>
                <c:pt idx="3742">
                  <c:v>0.25</c:v>
                </c:pt>
                <c:pt idx="3743">
                  <c:v>0.25</c:v>
                </c:pt>
                <c:pt idx="3744">
                  <c:v>0.25</c:v>
                </c:pt>
                <c:pt idx="3745">
                  <c:v>0.25</c:v>
                </c:pt>
                <c:pt idx="3746">
                  <c:v>0.25</c:v>
                </c:pt>
                <c:pt idx="3747">
                  <c:v>0.25</c:v>
                </c:pt>
                <c:pt idx="3748">
                  <c:v>0.25</c:v>
                </c:pt>
                <c:pt idx="3749">
                  <c:v>0.25</c:v>
                </c:pt>
                <c:pt idx="3750">
                  <c:v>0.25</c:v>
                </c:pt>
                <c:pt idx="3751">
                  <c:v>0.25</c:v>
                </c:pt>
                <c:pt idx="3752">
                  <c:v>0.25</c:v>
                </c:pt>
                <c:pt idx="3753">
                  <c:v>0.25</c:v>
                </c:pt>
                <c:pt idx="3754">
                  <c:v>0.25</c:v>
                </c:pt>
                <c:pt idx="3755">
                  <c:v>0.25</c:v>
                </c:pt>
                <c:pt idx="3756">
                  <c:v>0.25</c:v>
                </c:pt>
                <c:pt idx="3757">
                  <c:v>0.25</c:v>
                </c:pt>
                <c:pt idx="3758">
                  <c:v>0.25</c:v>
                </c:pt>
                <c:pt idx="3759">
                  <c:v>0.25</c:v>
                </c:pt>
                <c:pt idx="3760">
                  <c:v>0.25</c:v>
                </c:pt>
                <c:pt idx="3761">
                  <c:v>0.25</c:v>
                </c:pt>
                <c:pt idx="3762">
                  <c:v>0.25</c:v>
                </c:pt>
                <c:pt idx="3763">
                  <c:v>0.15</c:v>
                </c:pt>
                <c:pt idx="3764">
                  <c:v>0.15</c:v>
                </c:pt>
                <c:pt idx="3765">
                  <c:v>0.15</c:v>
                </c:pt>
                <c:pt idx="3766">
                  <c:v>0.15</c:v>
                </c:pt>
                <c:pt idx="3767">
                  <c:v>0.15</c:v>
                </c:pt>
                <c:pt idx="3768">
                  <c:v>0.15</c:v>
                </c:pt>
                <c:pt idx="3769">
                  <c:v>0.15</c:v>
                </c:pt>
                <c:pt idx="3770">
                  <c:v>0.15</c:v>
                </c:pt>
                <c:pt idx="3771">
                  <c:v>0.15</c:v>
                </c:pt>
                <c:pt idx="3772">
                  <c:v>0.15</c:v>
                </c:pt>
                <c:pt idx="3773">
                  <c:v>0.15</c:v>
                </c:pt>
                <c:pt idx="3774">
                  <c:v>0.15</c:v>
                </c:pt>
                <c:pt idx="3775">
                  <c:v>0.15</c:v>
                </c:pt>
                <c:pt idx="3776">
                  <c:v>0.15</c:v>
                </c:pt>
                <c:pt idx="3777">
                  <c:v>0.15</c:v>
                </c:pt>
                <c:pt idx="3778">
                  <c:v>0.15</c:v>
                </c:pt>
                <c:pt idx="3779">
                  <c:v>0.15</c:v>
                </c:pt>
                <c:pt idx="3780">
                  <c:v>0.15</c:v>
                </c:pt>
                <c:pt idx="3781">
                  <c:v>0.15</c:v>
                </c:pt>
                <c:pt idx="3782">
                  <c:v>0.15</c:v>
                </c:pt>
                <c:pt idx="3783">
                  <c:v>0.15</c:v>
                </c:pt>
                <c:pt idx="3784">
                  <c:v>0.15</c:v>
                </c:pt>
                <c:pt idx="3785">
                  <c:v>0.15</c:v>
                </c:pt>
                <c:pt idx="3786">
                  <c:v>0.15</c:v>
                </c:pt>
                <c:pt idx="3787">
                  <c:v>0.15</c:v>
                </c:pt>
                <c:pt idx="3788">
                  <c:v>0.15</c:v>
                </c:pt>
                <c:pt idx="3789">
                  <c:v>0.15</c:v>
                </c:pt>
                <c:pt idx="3790">
                  <c:v>0.15</c:v>
                </c:pt>
                <c:pt idx="3791">
                  <c:v>0.15</c:v>
                </c:pt>
                <c:pt idx="3792">
                  <c:v>0.15</c:v>
                </c:pt>
                <c:pt idx="3793">
                  <c:v>0.15</c:v>
                </c:pt>
                <c:pt idx="3794">
                  <c:v>0.15</c:v>
                </c:pt>
                <c:pt idx="3795">
                  <c:v>0.15</c:v>
                </c:pt>
                <c:pt idx="3796">
                  <c:v>0.15</c:v>
                </c:pt>
                <c:pt idx="3797">
                  <c:v>0.15</c:v>
                </c:pt>
                <c:pt idx="3798">
                  <c:v>0.15</c:v>
                </c:pt>
                <c:pt idx="3799">
                  <c:v>0.15</c:v>
                </c:pt>
                <c:pt idx="3800">
                  <c:v>0.15</c:v>
                </c:pt>
                <c:pt idx="3801">
                  <c:v>0.15</c:v>
                </c:pt>
                <c:pt idx="3802">
                  <c:v>0.15</c:v>
                </c:pt>
                <c:pt idx="3803">
                  <c:v>0.15</c:v>
                </c:pt>
                <c:pt idx="3804">
                  <c:v>0.15</c:v>
                </c:pt>
                <c:pt idx="3805">
                  <c:v>0.15</c:v>
                </c:pt>
                <c:pt idx="3806">
                  <c:v>0.15</c:v>
                </c:pt>
                <c:pt idx="3807">
                  <c:v>0.15</c:v>
                </c:pt>
                <c:pt idx="3808">
                  <c:v>0.15</c:v>
                </c:pt>
                <c:pt idx="3809">
                  <c:v>0.15</c:v>
                </c:pt>
                <c:pt idx="3810">
                  <c:v>0.15</c:v>
                </c:pt>
                <c:pt idx="3811">
                  <c:v>0.15</c:v>
                </c:pt>
                <c:pt idx="3812">
                  <c:v>0.15</c:v>
                </c:pt>
                <c:pt idx="3813">
                  <c:v>0.15</c:v>
                </c:pt>
                <c:pt idx="3814">
                  <c:v>0.15</c:v>
                </c:pt>
                <c:pt idx="3815">
                  <c:v>0.15</c:v>
                </c:pt>
                <c:pt idx="3816">
                  <c:v>0.15</c:v>
                </c:pt>
                <c:pt idx="3817">
                  <c:v>0.15</c:v>
                </c:pt>
                <c:pt idx="3818">
                  <c:v>0.15</c:v>
                </c:pt>
                <c:pt idx="3819">
                  <c:v>0.15</c:v>
                </c:pt>
                <c:pt idx="3820">
                  <c:v>0.15</c:v>
                </c:pt>
                <c:pt idx="3821">
                  <c:v>0.15</c:v>
                </c:pt>
                <c:pt idx="3822">
                  <c:v>0.15</c:v>
                </c:pt>
                <c:pt idx="3823">
                  <c:v>0.15</c:v>
                </c:pt>
                <c:pt idx="3824">
                  <c:v>0.15</c:v>
                </c:pt>
                <c:pt idx="3825">
                  <c:v>0.15</c:v>
                </c:pt>
                <c:pt idx="3826">
                  <c:v>0.15</c:v>
                </c:pt>
                <c:pt idx="3827">
                  <c:v>0.15</c:v>
                </c:pt>
                <c:pt idx="3828">
                  <c:v>0.05</c:v>
                </c:pt>
                <c:pt idx="3829">
                  <c:v>0.05</c:v>
                </c:pt>
                <c:pt idx="3830">
                  <c:v>0.05</c:v>
                </c:pt>
                <c:pt idx="3831">
                  <c:v>0.05</c:v>
                </c:pt>
                <c:pt idx="3832">
                  <c:v>0.05</c:v>
                </c:pt>
                <c:pt idx="3833">
                  <c:v>0.05</c:v>
                </c:pt>
                <c:pt idx="3834">
                  <c:v>0.05</c:v>
                </c:pt>
                <c:pt idx="3835">
                  <c:v>0.05</c:v>
                </c:pt>
                <c:pt idx="3836">
                  <c:v>0.05</c:v>
                </c:pt>
                <c:pt idx="3837">
                  <c:v>0.05</c:v>
                </c:pt>
                <c:pt idx="3838">
                  <c:v>0.05</c:v>
                </c:pt>
                <c:pt idx="3839">
                  <c:v>0.05</c:v>
                </c:pt>
                <c:pt idx="3840">
                  <c:v>0.05</c:v>
                </c:pt>
                <c:pt idx="3841">
                  <c:v>0.05</c:v>
                </c:pt>
                <c:pt idx="3842">
                  <c:v>0.05</c:v>
                </c:pt>
                <c:pt idx="3843">
                  <c:v>0.05</c:v>
                </c:pt>
                <c:pt idx="3844">
                  <c:v>0.05</c:v>
                </c:pt>
                <c:pt idx="3845">
                  <c:v>0.05</c:v>
                </c:pt>
                <c:pt idx="3846">
                  <c:v>0.05</c:v>
                </c:pt>
                <c:pt idx="3847">
                  <c:v>0.05</c:v>
                </c:pt>
                <c:pt idx="3848">
                  <c:v>0.05</c:v>
                </c:pt>
                <c:pt idx="3849">
                  <c:v>0.05</c:v>
                </c:pt>
                <c:pt idx="3850">
                  <c:v>0.05</c:v>
                </c:pt>
                <c:pt idx="3851">
                  <c:v>0.05</c:v>
                </c:pt>
                <c:pt idx="3852">
                  <c:v>0.05</c:v>
                </c:pt>
                <c:pt idx="3853">
                  <c:v>0.05</c:v>
                </c:pt>
                <c:pt idx="3854">
                  <c:v>0.05</c:v>
                </c:pt>
                <c:pt idx="3855">
                  <c:v>0.05</c:v>
                </c:pt>
                <c:pt idx="3856">
                  <c:v>0.05</c:v>
                </c:pt>
                <c:pt idx="3857">
                  <c:v>0.05</c:v>
                </c:pt>
                <c:pt idx="3858">
                  <c:v>0.05</c:v>
                </c:pt>
                <c:pt idx="3859">
                  <c:v>0.05</c:v>
                </c:pt>
                <c:pt idx="3860">
                  <c:v>0.05</c:v>
                </c:pt>
                <c:pt idx="3861">
                  <c:v>0.05</c:v>
                </c:pt>
                <c:pt idx="3862">
                  <c:v>0.05</c:v>
                </c:pt>
                <c:pt idx="3863">
                  <c:v>0.05</c:v>
                </c:pt>
                <c:pt idx="3864">
                  <c:v>0.05</c:v>
                </c:pt>
                <c:pt idx="3865">
                  <c:v>0.05</c:v>
                </c:pt>
                <c:pt idx="3866">
                  <c:v>0.05</c:v>
                </c:pt>
                <c:pt idx="3867">
                  <c:v>0.05</c:v>
                </c:pt>
                <c:pt idx="3868">
                  <c:v>0.05</c:v>
                </c:pt>
                <c:pt idx="3869">
                  <c:v>0.05</c:v>
                </c:pt>
                <c:pt idx="3870">
                  <c:v>0.05</c:v>
                </c:pt>
                <c:pt idx="3871">
                  <c:v>0.05</c:v>
                </c:pt>
                <c:pt idx="3872">
                  <c:v>0.05</c:v>
                </c:pt>
                <c:pt idx="3873">
                  <c:v>0.05</c:v>
                </c:pt>
                <c:pt idx="3874">
                  <c:v>0.05</c:v>
                </c:pt>
                <c:pt idx="3875">
                  <c:v>0.05</c:v>
                </c:pt>
                <c:pt idx="3876">
                  <c:v>0.05</c:v>
                </c:pt>
                <c:pt idx="3877">
                  <c:v>0.05</c:v>
                </c:pt>
                <c:pt idx="3878">
                  <c:v>0.05</c:v>
                </c:pt>
                <c:pt idx="3879">
                  <c:v>0.05</c:v>
                </c:pt>
                <c:pt idx="3880">
                  <c:v>0.05</c:v>
                </c:pt>
                <c:pt idx="3881">
                  <c:v>0.05</c:v>
                </c:pt>
                <c:pt idx="3882">
                  <c:v>0.05</c:v>
                </c:pt>
                <c:pt idx="3883">
                  <c:v>0.05</c:v>
                </c:pt>
                <c:pt idx="3884">
                  <c:v>0.05</c:v>
                </c:pt>
                <c:pt idx="3885">
                  <c:v>0.05</c:v>
                </c:pt>
                <c:pt idx="3886">
                  <c:v>0.05</c:v>
                </c:pt>
                <c:pt idx="3887">
                  <c:v>0.05</c:v>
                </c:pt>
                <c:pt idx="3888">
                  <c:v>0.05</c:v>
                </c:pt>
                <c:pt idx="3889">
                  <c:v>0.05</c:v>
                </c:pt>
                <c:pt idx="3890">
                  <c:v>0.05</c:v>
                </c:pt>
                <c:pt idx="3891">
                  <c:v>0.05</c:v>
                </c:pt>
                <c:pt idx="3892">
                  <c:v>0.05</c:v>
                </c:pt>
                <c:pt idx="3893">
                  <c:v>0.05</c:v>
                </c:pt>
                <c:pt idx="3894">
                  <c:v>0.05</c:v>
                </c:pt>
                <c:pt idx="3895">
                  <c:v>0.05</c:v>
                </c:pt>
                <c:pt idx="3896">
                  <c:v>0.05</c:v>
                </c:pt>
                <c:pt idx="3897">
                  <c:v>0.05</c:v>
                </c:pt>
                <c:pt idx="3898">
                  <c:v>0.05</c:v>
                </c:pt>
                <c:pt idx="3899">
                  <c:v>0.05</c:v>
                </c:pt>
                <c:pt idx="3900">
                  <c:v>0.05</c:v>
                </c:pt>
                <c:pt idx="3901">
                  <c:v>0.05</c:v>
                </c:pt>
                <c:pt idx="3902">
                  <c:v>0.05</c:v>
                </c:pt>
                <c:pt idx="3903">
                  <c:v>0.05</c:v>
                </c:pt>
                <c:pt idx="3904">
                  <c:v>0.05</c:v>
                </c:pt>
                <c:pt idx="3905">
                  <c:v>0.05</c:v>
                </c:pt>
                <c:pt idx="3906">
                  <c:v>0.05</c:v>
                </c:pt>
                <c:pt idx="3907">
                  <c:v>0.05</c:v>
                </c:pt>
                <c:pt idx="3908">
                  <c:v>0.05</c:v>
                </c:pt>
                <c:pt idx="3909">
                  <c:v>0.05</c:v>
                </c:pt>
                <c:pt idx="3910">
                  <c:v>0.05</c:v>
                </c:pt>
                <c:pt idx="3911">
                  <c:v>0.05</c:v>
                </c:pt>
                <c:pt idx="3912">
                  <c:v>0.05</c:v>
                </c:pt>
                <c:pt idx="3913">
                  <c:v>0.05</c:v>
                </c:pt>
                <c:pt idx="3914">
                  <c:v>0.05</c:v>
                </c:pt>
                <c:pt idx="3915">
                  <c:v>0.05</c:v>
                </c:pt>
                <c:pt idx="3916">
                  <c:v>0.05</c:v>
                </c:pt>
                <c:pt idx="3917">
                  <c:v>0.05</c:v>
                </c:pt>
                <c:pt idx="3918">
                  <c:v>0.05</c:v>
                </c:pt>
                <c:pt idx="3919">
                  <c:v>0.05</c:v>
                </c:pt>
                <c:pt idx="3920">
                  <c:v>0.05</c:v>
                </c:pt>
                <c:pt idx="3921">
                  <c:v>0.05</c:v>
                </c:pt>
                <c:pt idx="3922">
                  <c:v>0.05</c:v>
                </c:pt>
                <c:pt idx="3923">
                  <c:v>0.05</c:v>
                </c:pt>
                <c:pt idx="3924">
                  <c:v>0.05</c:v>
                </c:pt>
                <c:pt idx="3925">
                  <c:v>0.05</c:v>
                </c:pt>
                <c:pt idx="3926">
                  <c:v>0.05</c:v>
                </c:pt>
                <c:pt idx="3927">
                  <c:v>0.05</c:v>
                </c:pt>
                <c:pt idx="3928">
                  <c:v>0.05</c:v>
                </c:pt>
                <c:pt idx="3929">
                  <c:v>0.05</c:v>
                </c:pt>
                <c:pt idx="3930">
                  <c:v>0.05</c:v>
                </c:pt>
                <c:pt idx="3931">
                  <c:v>0.05</c:v>
                </c:pt>
                <c:pt idx="3932">
                  <c:v>0.05</c:v>
                </c:pt>
                <c:pt idx="3933">
                  <c:v>0.05</c:v>
                </c:pt>
                <c:pt idx="3934">
                  <c:v>0.05</c:v>
                </c:pt>
                <c:pt idx="3935">
                  <c:v>0.05</c:v>
                </c:pt>
                <c:pt idx="3936">
                  <c:v>0.05</c:v>
                </c:pt>
                <c:pt idx="3937">
                  <c:v>0.05</c:v>
                </c:pt>
                <c:pt idx="3938">
                  <c:v>0.05</c:v>
                </c:pt>
                <c:pt idx="3939">
                  <c:v>0.05</c:v>
                </c:pt>
                <c:pt idx="3940">
                  <c:v>0.05</c:v>
                </c:pt>
                <c:pt idx="3941">
                  <c:v>0.05</c:v>
                </c:pt>
                <c:pt idx="3942">
                  <c:v>0.05</c:v>
                </c:pt>
                <c:pt idx="3943">
                  <c:v>0.05</c:v>
                </c:pt>
                <c:pt idx="3944">
                  <c:v>0.05</c:v>
                </c:pt>
                <c:pt idx="3945">
                  <c:v>0.05</c:v>
                </c:pt>
                <c:pt idx="3946">
                  <c:v>0.05</c:v>
                </c:pt>
                <c:pt idx="3947">
                  <c:v>0.05</c:v>
                </c:pt>
                <c:pt idx="3948">
                  <c:v>0.05</c:v>
                </c:pt>
                <c:pt idx="3949">
                  <c:v>0.05</c:v>
                </c:pt>
                <c:pt idx="3950">
                  <c:v>0.05</c:v>
                </c:pt>
                <c:pt idx="3951">
                  <c:v>0.05</c:v>
                </c:pt>
                <c:pt idx="3952">
                  <c:v>0.05</c:v>
                </c:pt>
                <c:pt idx="3953">
                  <c:v>0.05</c:v>
                </c:pt>
                <c:pt idx="3954">
                  <c:v>0.05</c:v>
                </c:pt>
                <c:pt idx="3955">
                  <c:v>0.05</c:v>
                </c:pt>
                <c:pt idx="3956">
                  <c:v>0.05</c:v>
                </c:pt>
                <c:pt idx="3957">
                  <c:v>0.05</c:v>
                </c:pt>
                <c:pt idx="3958">
                  <c:v>0.05</c:v>
                </c:pt>
                <c:pt idx="3959">
                  <c:v>0.05</c:v>
                </c:pt>
                <c:pt idx="3960">
                  <c:v>0.05</c:v>
                </c:pt>
                <c:pt idx="3961">
                  <c:v>0.05</c:v>
                </c:pt>
                <c:pt idx="3962">
                  <c:v>0.05</c:v>
                </c:pt>
                <c:pt idx="3963">
                  <c:v>0.05</c:v>
                </c:pt>
                <c:pt idx="3964">
                  <c:v>0.05</c:v>
                </c:pt>
                <c:pt idx="3965">
                  <c:v>0.05</c:v>
                </c:pt>
                <c:pt idx="3966">
                  <c:v>0.05</c:v>
                </c:pt>
                <c:pt idx="3967">
                  <c:v>0.05</c:v>
                </c:pt>
                <c:pt idx="3968">
                  <c:v>0.05</c:v>
                </c:pt>
                <c:pt idx="3969">
                  <c:v>0.05</c:v>
                </c:pt>
                <c:pt idx="3970">
                  <c:v>0.05</c:v>
                </c:pt>
                <c:pt idx="3971">
                  <c:v>0.05</c:v>
                </c:pt>
                <c:pt idx="3972">
                  <c:v>0.05</c:v>
                </c:pt>
                <c:pt idx="3973">
                  <c:v>0.05</c:v>
                </c:pt>
                <c:pt idx="3974">
                  <c:v>0.05</c:v>
                </c:pt>
                <c:pt idx="3975">
                  <c:v>0.05</c:v>
                </c:pt>
                <c:pt idx="3976">
                  <c:v>0.05</c:v>
                </c:pt>
                <c:pt idx="3977">
                  <c:v>0.05</c:v>
                </c:pt>
                <c:pt idx="3978">
                  <c:v>0.05</c:v>
                </c:pt>
                <c:pt idx="3979">
                  <c:v>0.05</c:v>
                </c:pt>
                <c:pt idx="3980">
                  <c:v>0.05</c:v>
                </c:pt>
                <c:pt idx="3981">
                  <c:v>0.05</c:v>
                </c:pt>
                <c:pt idx="3982">
                  <c:v>0.05</c:v>
                </c:pt>
                <c:pt idx="3983">
                  <c:v>0.05</c:v>
                </c:pt>
                <c:pt idx="3984">
                  <c:v>0.05</c:v>
                </c:pt>
                <c:pt idx="3985">
                  <c:v>0.05</c:v>
                </c:pt>
                <c:pt idx="3986">
                  <c:v>0.05</c:v>
                </c:pt>
                <c:pt idx="3987">
                  <c:v>0.05</c:v>
                </c:pt>
                <c:pt idx="3988">
                  <c:v>0.05</c:v>
                </c:pt>
                <c:pt idx="3989">
                  <c:v>0.05</c:v>
                </c:pt>
                <c:pt idx="3990">
                  <c:v>0.05</c:v>
                </c:pt>
                <c:pt idx="3991">
                  <c:v>0.05</c:v>
                </c:pt>
                <c:pt idx="3992">
                  <c:v>0.05</c:v>
                </c:pt>
                <c:pt idx="3993">
                  <c:v>0.05</c:v>
                </c:pt>
                <c:pt idx="3994">
                  <c:v>0.05</c:v>
                </c:pt>
                <c:pt idx="3995">
                  <c:v>0.05</c:v>
                </c:pt>
                <c:pt idx="3996">
                  <c:v>0.05</c:v>
                </c:pt>
                <c:pt idx="3997">
                  <c:v>0.05</c:v>
                </c:pt>
                <c:pt idx="3998">
                  <c:v>0.05</c:v>
                </c:pt>
                <c:pt idx="3999">
                  <c:v>0.05</c:v>
                </c:pt>
                <c:pt idx="4000">
                  <c:v>0.05</c:v>
                </c:pt>
                <c:pt idx="4001">
                  <c:v>0.05</c:v>
                </c:pt>
                <c:pt idx="4002">
                  <c:v>0.05</c:v>
                </c:pt>
                <c:pt idx="4003">
                  <c:v>0.05</c:v>
                </c:pt>
                <c:pt idx="4004">
                  <c:v>0.05</c:v>
                </c:pt>
                <c:pt idx="4005">
                  <c:v>0.05</c:v>
                </c:pt>
                <c:pt idx="4006">
                  <c:v>0.05</c:v>
                </c:pt>
                <c:pt idx="4007">
                  <c:v>0.05</c:v>
                </c:pt>
                <c:pt idx="4008">
                  <c:v>0.05</c:v>
                </c:pt>
                <c:pt idx="4009">
                  <c:v>0.05</c:v>
                </c:pt>
                <c:pt idx="4010">
                  <c:v>0.05</c:v>
                </c:pt>
                <c:pt idx="4011">
                  <c:v>0.05</c:v>
                </c:pt>
                <c:pt idx="4012">
                  <c:v>0.05</c:v>
                </c:pt>
                <c:pt idx="4013">
                  <c:v>0.05</c:v>
                </c:pt>
                <c:pt idx="4014">
                  <c:v>0.05</c:v>
                </c:pt>
                <c:pt idx="4015">
                  <c:v>0.05</c:v>
                </c:pt>
                <c:pt idx="4016">
                  <c:v>0.05</c:v>
                </c:pt>
                <c:pt idx="4017">
                  <c:v>0.05</c:v>
                </c:pt>
                <c:pt idx="4018">
                  <c:v>0.05</c:v>
                </c:pt>
                <c:pt idx="4019">
                  <c:v>0.05</c:v>
                </c:pt>
                <c:pt idx="4020">
                  <c:v>0.05</c:v>
                </c:pt>
                <c:pt idx="4021">
                  <c:v>0.05</c:v>
                </c:pt>
                <c:pt idx="4022">
                  <c:v>0.05</c:v>
                </c:pt>
                <c:pt idx="4023">
                  <c:v>0.05</c:v>
                </c:pt>
                <c:pt idx="4024">
                  <c:v>0.05</c:v>
                </c:pt>
                <c:pt idx="4025">
                  <c:v>0.05</c:v>
                </c:pt>
                <c:pt idx="4026">
                  <c:v>0.05</c:v>
                </c:pt>
                <c:pt idx="4027">
                  <c:v>0.05</c:v>
                </c:pt>
                <c:pt idx="4028">
                  <c:v>0.05</c:v>
                </c:pt>
                <c:pt idx="4029">
                  <c:v>0.05</c:v>
                </c:pt>
                <c:pt idx="4030">
                  <c:v>0.05</c:v>
                </c:pt>
                <c:pt idx="4031">
                  <c:v>0.05</c:v>
                </c:pt>
                <c:pt idx="4032">
                  <c:v>0.05</c:v>
                </c:pt>
                <c:pt idx="4033">
                  <c:v>0.05</c:v>
                </c:pt>
                <c:pt idx="4034">
                  <c:v>0.05</c:v>
                </c:pt>
                <c:pt idx="4035">
                  <c:v>0.05</c:v>
                </c:pt>
                <c:pt idx="4036">
                  <c:v>0.05</c:v>
                </c:pt>
                <c:pt idx="4037">
                  <c:v>0.05</c:v>
                </c:pt>
                <c:pt idx="4038">
                  <c:v>0.05</c:v>
                </c:pt>
                <c:pt idx="4039">
                  <c:v>0.05</c:v>
                </c:pt>
                <c:pt idx="4040">
                  <c:v>0.05</c:v>
                </c:pt>
                <c:pt idx="4041">
                  <c:v>0.05</c:v>
                </c:pt>
                <c:pt idx="4042">
                  <c:v>0.05</c:v>
                </c:pt>
                <c:pt idx="4043">
                  <c:v>0.05</c:v>
                </c:pt>
                <c:pt idx="4044">
                  <c:v>0.05</c:v>
                </c:pt>
                <c:pt idx="4045">
                  <c:v>0.05</c:v>
                </c:pt>
                <c:pt idx="4046">
                  <c:v>0.05</c:v>
                </c:pt>
                <c:pt idx="4047">
                  <c:v>0.05</c:v>
                </c:pt>
                <c:pt idx="4048">
                  <c:v>0.05</c:v>
                </c:pt>
                <c:pt idx="4049">
                  <c:v>0.05</c:v>
                </c:pt>
                <c:pt idx="4050">
                  <c:v>0.05</c:v>
                </c:pt>
                <c:pt idx="4051">
                  <c:v>0.05</c:v>
                </c:pt>
                <c:pt idx="4052">
                  <c:v>0.05</c:v>
                </c:pt>
                <c:pt idx="4053">
                  <c:v>0.05</c:v>
                </c:pt>
                <c:pt idx="4054">
                  <c:v>0.05</c:v>
                </c:pt>
                <c:pt idx="4055">
                  <c:v>0.05</c:v>
                </c:pt>
                <c:pt idx="4056">
                  <c:v>0.05</c:v>
                </c:pt>
                <c:pt idx="4057">
                  <c:v>0.05</c:v>
                </c:pt>
                <c:pt idx="4058">
                  <c:v>0.05</c:v>
                </c:pt>
                <c:pt idx="4059">
                  <c:v>0.05</c:v>
                </c:pt>
                <c:pt idx="4060">
                  <c:v>0.05</c:v>
                </c:pt>
                <c:pt idx="4061">
                  <c:v>0.05</c:v>
                </c:pt>
                <c:pt idx="4062">
                  <c:v>0.05</c:v>
                </c:pt>
                <c:pt idx="4063">
                  <c:v>0.05</c:v>
                </c:pt>
                <c:pt idx="4064">
                  <c:v>0.05</c:v>
                </c:pt>
                <c:pt idx="4065">
                  <c:v>0.05</c:v>
                </c:pt>
                <c:pt idx="4066">
                  <c:v>0.05</c:v>
                </c:pt>
                <c:pt idx="4067">
                  <c:v>0.05</c:v>
                </c:pt>
                <c:pt idx="4068">
                  <c:v>0.05</c:v>
                </c:pt>
                <c:pt idx="4069">
                  <c:v>0.05</c:v>
                </c:pt>
                <c:pt idx="4070">
                  <c:v>0.05</c:v>
                </c:pt>
                <c:pt idx="4071">
                  <c:v>0.05</c:v>
                </c:pt>
                <c:pt idx="4072">
                  <c:v>0.05</c:v>
                </c:pt>
                <c:pt idx="4073">
                  <c:v>0.05</c:v>
                </c:pt>
                <c:pt idx="4074">
                  <c:v>0.05</c:v>
                </c:pt>
                <c:pt idx="4075">
                  <c:v>0.05</c:v>
                </c:pt>
                <c:pt idx="4076">
                  <c:v>0.05</c:v>
                </c:pt>
                <c:pt idx="4077">
                  <c:v>0.05</c:v>
                </c:pt>
                <c:pt idx="4078">
                  <c:v>0.05</c:v>
                </c:pt>
                <c:pt idx="4079">
                  <c:v>0.05</c:v>
                </c:pt>
                <c:pt idx="4080">
                  <c:v>0.05</c:v>
                </c:pt>
                <c:pt idx="4081">
                  <c:v>0.05</c:v>
                </c:pt>
                <c:pt idx="4082">
                  <c:v>0.05</c:v>
                </c:pt>
                <c:pt idx="4083">
                  <c:v>0.05</c:v>
                </c:pt>
                <c:pt idx="4084">
                  <c:v>0.05</c:v>
                </c:pt>
                <c:pt idx="4085">
                  <c:v>0.05</c:v>
                </c:pt>
                <c:pt idx="4086">
                  <c:v>0.05</c:v>
                </c:pt>
                <c:pt idx="4087">
                  <c:v>0.05</c:v>
                </c:pt>
                <c:pt idx="4088">
                  <c:v>0.05</c:v>
                </c:pt>
                <c:pt idx="4089">
                  <c:v>0.05</c:v>
                </c:pt>
                <c:pt idx="4090">
                  <c:v>0.05</c:v>
                </c:pt>
                <c:pt idx="4091">
                  <c:v>0.05</c:v>
                </c:pt>
                <c:pt idx="4092">
                  <c:v>0.05</c:v>
                </c:pt>
                <c:pt idx="4093">
                  <c:v>0.05</c:v>
                </c:pt>
                <c:pt idx="4094">
                  <c:v>0.05</c:v>
                </c:pt>
                <c:pt idx="4095">
                  <c:v>0.05</c:v>
                </c:pt>
                <c:pt idx="4096">
                  <c:v>0.05</c:v>
                </c:pt>
                <c:pt idx="4097">
                  <c:v>0.05</c:v>
                </c:pt>
                <c:pt idx="4098">
                  <c:v>0.05</c:v>
                </c:pt>
                <c:pt idx="4099">
                  <c:v>0.05</c:v>
                </c:pt>
                <c:pt idx="4100">
                  <c:v>0.05</c:v>
                </c:pt>
                <c:pt idx="4101">
                  <c:v>0.05</c:v>
                </c:pt>
                <c:pt idx="4102">
                  <c:v>0.05</c:v>
                </c:pt>
                <c:pt idx="4103">
                  <c:v>0.05</c:v>
                </c:pt>
                <c:pt idx="4104">
                  <c:v>0.05</c:v>
                </c:pt>
                <c:pt idx="4105">
                  <c:v>0.05</c:v>
                </c:pt>
                <c:pt idx="4106">
                  <c:v>0.05</c:v>
                </c:pt>
                <c:pt idx="4107">
                  <c:v>0.05</c:v>
                </c:pt>
                <c:pt idx="4108">
                  <c:v>0.05</c:v>
                </c:pt>
                <c:pt idx="4109">
                  <c:v>0.05</c:v>
                </c:pt>
                <c:pt idx="4110">
                  <c:v>0.05</c:v>
                </c:pt>
                <c:pt idx="4111">
                  <c:v>0.05</c:v>
                </c:pt>
                <c:pt idx="4112">
                  <c:v>0.05</c:v>
                </c:pt>
                <c:pt idx="4113">
                  <c:v>0.05</c:v>
                </c:pt>
                <c:pt idx="4114">
                  <c:v>0.05</c:v>
                </c:pt>
                <c:pt idx="4115">
                  <c:v>0.05</c:v>
                </c:pt>
                <c:pt idx="4116">
                  <c:v>0.05</c:v>
                </c:pt>
                <c:pt idx="4117">
                  <c:v>0.05</c:v>
                </c:pt>
                <c:pt idx="4118">
                  <c:v>0.05</c:v>
                </c:pt>
                <c:pt idx="4119">
                  <c:v>0.05</c:v>
                </c:pt>
                <c:pt idx="4120">
                  <c:v>0.05</c:v>
                </c:pt>
                <c:pt idx="4121">
                  <c:v>0.05</c:v>
                </c:pt>
                <c:pt idx="4122">
                  <c:v>0.05</c:v>
                </c:pt>
                <c:pt idx="4123">
                  <c:v>0.05</c:v>
                </c:pt>
                <c:pt idx="4124">
                  <c:v>0.05</c:v>
                </c:pt>
                <c:pt idx="4125">
                  <c:v>0.05</c:v>
                </c:pt>
                <c:pt idx="4126">
                  <c:v>0.05</c:v>
                </c:pt>
                <c:pt idx="4127">
                  <c:v>0.05</c:v>
                </c:pt>
                <c:pt idx="4128">
                  <c:v>0.05</c:v>
                </c:pt>
                <c:pt idx="4129">
                  <c:v>0.05</c:v>
                </c:pt>
                <c:pt idx="4130">
                  <c:v>0.05</c:v>
                </c:pt>
                <c:pt idx="4131">
                  <c:v>0.05</c:v>
                </c:pt>
                <c:pt idx="4132">
                  <c:v>0.05</c:v>
                </c:pt>
                <c:pt idx="4133">
                  <c:v>0.05</c:v>
                </c:pt>
                <c:pt idx="4134">
                  <c:v>0.05</c:v>
                </c:pt>
                <c:pt idx="4135">
                  <c:v>0.05</c:v>
                </c:pt>
                <c:pt idx="4136">
                  <c:v>0.05</c:v>
                </c:pt>
                <c:pt idx="4137">
                  <c:v>0.05</c:v>
                </c:pt>
                <c:pt idx="4138">
                  <c:v>0.05</c:v>
                </c:pt>
                <c:pt idx="4139">
                  <c:v>0.05</c:v>
                </c:pt>
                <c:pt idx="4140">
                  <c:v>0.05</c:v>
                </c:pt>
                <c:pt idx="4141">
                  <c:v>0.05</c:v>
                </c:pt>
                <c:pt idx="4142">
                  <c:v>0.05</c:v>
                </c:pt>
                <c:pt idx="4143">
                  <c:v>0.05</c:v>
                </c:pt>
                <c:pt idx="4144">
                  <c:v>0.05</c:v>
                </c:pt>
                <c:pt idx="4145">
                  <c:v>0.05</c:v>
                </c:pt>
                <c:pt idx="4146">
                  <c:v>0.05</c:v>
                </c:pt>
                <c:pt idx="4147">
                  <c:v>0.05</c:v>
                </c:pt>
                <c:pt idx="4148">
                  <c:v>0.05</c:v>
                </c:pt>
                <c:pt idx="4149">
                  <c:v>0.05</c:v>
                </c:pt>
                <c:pt idx="4150">
                  <c:v>0.05</c:v>
                </c:pt>
                <c:pt idx="4151">
                  <c:v>0.05</c:v>
                </c:pt>
                <c:pt idx="4152">
                  <c:v>0.05</c:v>
                </c:pt>
                <c:pt idx="4153">
                  <c:v>0.05</c:v>
                </c:pt>
                <c:pt idx="4154">
                  <c:v>0.05</c:v>
                </c:pt>
                <c:pt idx="4155">
                  <c:v>0.05</c:v>
                </c:pt>
                <c:pt idx="4156">
                  <c:v>0.05</c:v>
                </c:pt>
                <c:pt idx="4157">
                  <c:v>0.05</c:v>
                </c:pt>
                <c:pt idx="4158">
                  <c:v>0.05</c:v>
                </c:pt>
                <c:pt idx="4159">
                  <c:v>0.05</c:v>
                </c:pt>
                <c:pt idx="4160">
                  <c:v>0.05</c:v>
                </c:pt>
                <c:pt idx="4161">
                  <c:v>0.05</c:v>
                </c:pt>
                <c:pt idx="4162">
                  <c:v>0.05</c:v>
                </c:pt>
                <c:pt idx="4163">
                  <c:v>0.05</c:v>
                </c:pt>
                <c:pt idx="4164">
                  <c:v>0.05</c:v>
                </c:pt>
                <c:pt idx="4165">
                  <c:v>0.05</c:v>
                </c:pt>
                <c:pt idx="4166">
                  <c:v>0.05</c:v>
                </c:pt>
                <c:pt idx="4167">
                  <c:v>0.05</c:v>
                </c:pt>
                <c:pt idx="4168">
                  <c:v>0.05</c:v>
                </c:pt>
                <c:pt idx="4169">
                  <c:v>0.05</c:v>
                </c:pt>
                <c:pt idx="4170">
                  <c:v>0.05</c:v>
                </c:pt>
                <c:pt idx="4171">
                  <c:v>0.05</c:v>
                </c:pt>
                <c:pt idx="4172">
                  <c:v>0.05</c:v>
                </c:pt>
                <c:pt idx="4173">
                  <c:v>0.05</c:v>
                </c:pt>
                <c:pt idx="4174">
                  <c:v>0.05</c:v>
                </c:pt>
                <c:pt idx="4175">
                  <c:v>0.05</c:v>
                </c:pt>
                <c:pt idx="4176">
                  <c:v>0.05</c:v>
                </c:pt>
                <c:pt idx="4177">
                  <c:v>0.05</c:v>
                </c:pt>
                <c:pt idx="4178">
                  <c:v>0.05</c:v>
                </c:pt>
                <c:pt idx="4179">
                  <c:v>0.05</c:v>
                </c:pt>
                <c:pt idx="4180">
                  <c:v>0.05</c:v>
                </c:pt>
                <c:pt idx="4181">
                  <c:v>0.05</c:v>
                </c:pt>
                <c:pt idx="4182">
                  <c:v>0.05</c:v>
                </c:pt>
                <c:pt idx="4183">
                  <c:v>0.05</c:v>
                </c:pt>
                <c:pt idx="4184">
                  <c:v>0.05</c:v>
                </c:pt>
                <c:pt idx="4185">
                  <c:v>0.05</c:v>
                </c:pt>
                <c:pt idx="4186">
                  <c:v>0.05</c:v>
                </c:pt>
                <c:pt idx="4187">
                  <c:v>0.05</c:v>
                </c:pt>
                <c:pt idx="4188">
                  <c:v>0.05</c:v>
                </c:pt>
                <c:pt idx="4189">
                  <c:v>0.05</c:v>
                </c:pt>
                <c:pt idx="4190">
                  <c:v>0.05</c:v>
                </c:pt>
                <c:pt idx="4191">
                  <c:v>0.05</c:v>
                </c:pt>
                <c:pt idx="4192">
                  <c:v>0.05</c:v>
                </c:pt>
                <c:pt idx="4193">
                  <c:v>0.05</c:v>
                </c:pt>
                <c:pt idx="4194">
                  <c:v>0.05</c:v>
                </c:pt>
                <c:pt idx="4195">
                  <c:v>0.05</c:v>
                </c:pt>
                <c:pt idx="4196">
                  <c:v>0.05</c:v>
                </c:pt>
                <c:pt idx="4197">
                  <c:v>0.05</c:v>
                </c:pt>
                <c:pt idx="4198">
                  <c:v>0.05</c:v>
                </c:pt>
                <c:pt idx="4199">
                  <c:v>0.05</c:v>
                </c:pt>
                <c:pt idx="4200">
                  <c:v>0.05</c:v>
                </c:pt>
                <c:pt idx="4201">
                  <c:v>0.05</c:v>
                </c:pt>
                <c:pt idx="4202">
                  <c:v>0.05</c:v>
                </c:pt>
                <c:pt idx="4203">
                  <c:v>0.05</c:v>
                </c:pt>
                <c:pt idx="4204">
                  <c:v>0.05</c:v>
                </c:pt>
                <c:pt idx="4205">
                  <c:v>0.05</c:v>
                </c:pt>
                <c:pt idx="4206">
                  <c:v>0.05</c:v>
                </c:pt>
                <c:pt idx="4207">
                  <c:v>0.05</c:v>
                </c:pt>
                <c:pt idx="4208">
                  <c:v>0.05</c:v>
                </c:pt>
                <c:pt idx="4209">
                  <c:v>0.05</c:v>
                </c:pt>
                <c:pt idx="4210">
                  <c:v>0.05</c:v>
                </c:pt>
                <c:pt idx="4211">
                  <c:v>0.05</c:v>
                </c:pt>
                <c:pt idx="4212">
                  <c:v>0.05</c:v>
                </c:pt>
                <c:pt idx="4213">
                  <c:v>0.05</c:v>
                </c:pt>
                <c:pt idx="4214">
                  <c:v>0.05</c:v>
                </c:pt>
                <c:pt idx="4215">
                  <c:v>0.05</c:v>
                </c:pt>
                <c:pt idx="4216">
                  <c:v>0.05</c:v>
                </c:pt>
                <c:pt idx="4217">
                  <c:v>0.05</c:v>
                </c:pt>
                <c:pt idx="4218">
                  <c:v>0.05</c:v>
                </c:pt>
                <c:pt idx="4219">
                  <c:v>0.05</c:v>
                </c:pt>
                <c:pt idx="4220">
                  <c:v>0.05</c:v>
                </c:pt>
                <c:pt idx="4221">
                  <c:v>0.05</c:v>
                </c:pt>
                <c:pt idx="4222">
                  <c:v>0.05</c:v>
                </c:pt>
                <c:pt idx="4223">
                  <c:v>0.05</c:v>
                </c:pt>
                <c:pt idx="4224">
                  <c:v>0.05</c:v>
                </c:pt>
                <c:pt idx="4225">
                  <c:v>0.05</c:v>
                </c:pt>
                <c:pt idx="4226">
                  <c:v>0.05</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0">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0.5</c:v>
                </c:pt>
                <c:pt idx="5884">
                  <c:v>0.5</c:v>
                </c:pt>
                <c:pt idx="5885">
                  <c:v>0.5</c:v>
                </c:pt>
                <c:pt idx="5886">
                  <c:v>0.5</c:v>
                </c:pt>
                <c:pt idx="5887">
                  <c:v>0.5</c:v>
                </c:pt>
                <c:pt idx="5888">
                  <c:v>0.5</c:v>
                </c:pt>
                <c:pt idx="5889">
                  <c:v>0.5</c:v>
                </c:pt>
                <c:pt idx="5890">
                  <c:v>0.5</c:v>
                </c:pt>
                <c:pt idx="5891">
                  <c:v>0.5</c:v>
                </c:pt>
                <c:pt idx="5892">
                  <c:v>0.5</c:v>
                </c:pt>
                <c:pt idx="5893">
                  <c:v>0.5</c:v>
                </c:pt>
                <c:pt idx="5894">
                  <c:v>0.5</c:v>
                </c:pt>
                <c:pt idx="5895">
                  <c:v>0.5</c:v>
                </c:pt>
                <c:pt idx="5896">
                  <c:v>0.5</c:v>
                </c:pt>
                <c:pt idx="5897">
                  <c:v>0.5</c:v>
                </c:pt>
                <c:pt idx="5898">
                  <c:v>0.5</c:v>
                </c:pt>
                <c:pt idx="5899">
                  <c:v>0.5</c:v>
                </c:pt>
                <c:pt idx="5900">
                  <c:v>0.5</c:v>
                </c:pt>
                <c:pt idx="5901">
                  <c:v>0.5</c:v>
                </c:pt>
                <c:pt idx="5902">
                  <c:v>0.5</c:v>
                </c:pt>
                <c:pt idx="5903">
                  <c:v>0.5</c:v>
                </c:pt>
                <c:pt idx="5904">
                  <c:v>0.5</c:v>
                </c:pt>
                <c:pt idx="5905">
                  <c:v>0.5</c:v>
                </c:pt>
                <c:pt idx="5906">
                  <c:v>0.5</c:v>
                </c:pt>
                <c:pt idx="5907">
                  <c:v>0.5</c:v>
                </c:pt>
                <c:pt idx="5908">
                  <c:v>0.5</c:v>
                </c:pt>
                <c:pt idx="5909">
                  <c:v>0.5</c:v>
                </c:pt>
                <c:pt idx="5910">
                  <c:v>0.5</c:v>
                </c:pt>
                <c:pt idx="5911">
                  <c:v>0.5</c:v>
                </c:pt>
                <c:pt idx="5912">
                  <c:v>0.5</c:v>
                </c:pt>
                <c:pt idx="5913">
                  <c:v>0.5</c:v>
                </c:pt>
                <c:pt idx="5914">
                  <c:v>0.5</c:v>
                </c:pt>
                <c:pt idx="5915">
                  <c:v>0.5</c:v>
                </c:pt>
                <c:pt idx="5916">
                  <c:v>0.5</c:v>
                </c:pt>
                <c:pt idx="5917">
                  <c:v>0.5</c:v>
                </c:pt>
                <c:pt idx="5918">
                  <c:v>1.25</c:v>
                </c:pt>
                <c:pt idx="5919">
                  <c:v>1.25</c:v>
                </c:pt>
                <c:pt idx="5920">
                  <c:v>1.25</c:v>
                </c:pt>
                <c:pt idx="5921">
                  <c:v>1.25</c:v>
                </c:pt>
                <c:pt idx="5922">
                  <c:v>1.25</c:v>
                </c:pt>
                <c:pt idx="5923">
                  <c:v>1.25</c:v>
                </c:pt>
                <c:pt idx="5924">
                  <c:v>1.25</c:v>
                </c:pt>
                <c:pt idx="5925">
                  <c:v>1.25</c:v>
                </c:pt>
                <c:pt idx="5926">
                  <c:v>1.25</c:v>
                </c:pt>
                <c:pt idx="5927">
                  <c:v>1.25</c:v>
                </c:pt>
                <c:pt idx="5928">
                  <c:v>1.25</c:v>
                </c:pt>
                <c:pt idx="5929">
                  <c:v>1.25</c:v>
                </c:pt>
                <c:pt idx="5930">
                  <c:v>1.25</c:v>
                </c:pt>
                <c:pt idx="5931">
                  <c:v>1.25</c:v>
                </c:pt>
                <c:pt idx="5932">
                  <c:v>1.25</c:v>
                </c:pt>
                <c:pt idx="5933">
                  <c:v>1.25</c:v>
                </c:pt>
                <c:pt idx="5934">
                  <c:v>1.25</c:v>
                </c:pt>
                <c:pt idx="5935">
                  <c:v>1.25</c:v>
                </c:pt>
                <c:pt idx="5936">
                  <c:v>1.25</c:v>
                </c:pt>
                <c:pt idx="5937">
                  <c:v>1.25</c:v>
                </c:pt>
                <c:pt idx="5938">
                  <c:v>1.25</c:v>
                </c:pt>
                <c:pt idx="5939">
                  <c:v>1.25</c:v>
                </c:pt>
                <c:pt idx="5940">
                  <c:v>1.25</c:v>
                </c:pt>
                <c:pt idx="5941">
                  <c:v>1.25</c:v>
                </c:pt>
                <c:pt idx="5942">
                  <c:v>1.25</c:v>
                </c:pt>
                <c:pt idx="5943">
                  <c:v>1.25</c:v>
                </c:pt>
                <c:pt idx="5944">
                  <c:v>1.25</c:v>
                </c:pt>
                <c:pt idx="5945">
                  <c:v>1.25</c:v>
                </c:pt>
                <c:pt idx="5946">
                  <c:v>1.25</c:v>
                </c:pt>
                <c:pt idx="5947">
                  <c:v>1.25</c:v>
                </c:pt>
                <c:pt idx="5948">
                  <c:v>1.25</c:v>
                </c:pt>
                <c:pt idx="5949">
                  <c:v>1.25</c:v>
                </c:pt>
                <c:pt idx="5950">
                  <c:v>1.25</c:v>
                </c:pt>
                <c:pt idx="5951">
                  <c:v>1.25</c:v>
                </c:pt>
                <c:pt idx="5952">
                  <c:v>1.25</c:v>
                </c:pt>
                <c:pt idx="5953">
                  <c:v>2</c:v>
                </c:pt>
                <c:pt idx="5954">
                  <c:v>2</c:v>
                </c:pt>
                <c:pt idx="5955">
                  <c:v>2</c:v>
                </c:pt>
                <c:pt idx="5956">
                  <c:v>2</c:v>
                </c:pt>
                <c:pt idx="5957">
                  <c:v>2</c:v>
                </c:pt>
                <c:pt idx="5958">
                  <c:v>2</c:v>
                </c:pt>
                <c:pt idx="5959">
                  <c:v>2</c:v>
                </c:pt>
                <c:pt idx="5960">
                  <c:v>2</c:v>
                </c:pt>
                <c:pt idx="5961">
                  <c:v>2</c:v>
                </c:pt>
                <c:pt idx="5962">
                  <c:v>2</c:v>
                </c:pt>
                <c:pt idx="5963">
                  <c:v>2</c:v>
                </c:pt>
                <c:pt idx="5964">
                  <c:v>2</c:v>
                </c:pt>
                <c:pt idx="5965">
                  <c:v>2</c:v>
                </c:pt>
                <c:pt idx="5966">
                  <c:v>2</c:v>
                </c:pt>
                <c:pt idx="5967">
                  <c:v>2</c:v>
                </c:pt>
                <c:pt idx="5968">
                  <c:v>2</c:v>
                </c:pt>
                <c:pt idx="5969">
                  <c:v>2</c:v>
                </c:pt>
                <c:pt idx="5970">
                  <c:v>2</c:v>
                </c:pt>
                <c:pt idx="5971">
                  <c:v>2</c:v>
                </c:pt>
                <c:pt idx="5972">
                  <c:v>2</c:v>
                </c:pt>
                <c:pt idx="5973">
                  <c:v>2</c:v>
                </c:pt>
                <c:pt idx="5974">
                  <c:v>2</c:v>
                </c:pt>
                <c:pt idx="5975">
                  <c:v>2</c:v>
                </c:pt>
                <c:pt idx="5976">
                  <c:v>2</c:v>
                </c:pt>
                <c:pt idx="5977">
                  <c:v>2</c:v>
                </c:pt>
                <c:pt idx="5978">
                  <c:v>2</c:v>
                </c:pt>
                <c:pt idx="5979">
                  <c:v>2</c:v>
                </c:pt>
                <c:pt idx="5980">
                  <c:v>2</c:v>
                </c:pt>
                <c:pt idx="5981">
                  <c:v>2</c:v>
                </c:pt>
                <c:pt idx="5982">
                  <c:v>2</c:v>
                </c:pt>
                <c:pt idx="5983">
                  <c:v>2</c:v>
                </c:pt>
                <c:pt idx="5984">
                  <c:v>2</c:v>
                </c:pt>
                <c:pt idx="5985">
                  <c:v>2</c:v>
                </c:pt>
                <c:pt idx="5986">
                  <c:v>2</c:v>
                </c:pt>
                <c:pt idx="5987">
                  <c:v>2</c:v>
                </c:pt>
                <c:pt idx="5988">
                  <c:v>2.5</c:v>
                </c:pt>
                <c:pt idx="5989">
                  <c:v>2.5</c:v>
                </c:pt>
                <c:pt idx="5990">
                  <c:v>2.5</c:v>
                </c:pt>
                <c:pt idx="5991">
                  <c:v>2.5</c:v>
                </c:pt>
                <c:pt idx="5992">
                  <c:v>2.5</c:v>
                </c:pt>
                <c:pt idx="5993">
                  <c:v>2.5</c:v>
                </c:pt>
                <c:pt idx="5994">
                  <c:v>2.5</c:v>
                </c:pt>
                <c:pt idx="5995">
                  <c:v>2.5</c:v>
                </c:pt>
                <c:pt idx="5996">
                  <c:v>2.5</c:v>
                </c:pt>
                <c:pt idx="5997">
                  <c:v>2.5</c:v>
                </c:pt>
                <c:pt idx="5998">
                  <c:v>2.5</c:v>
                </c:pt>
                <c:pt idx="5999">
                  <c:v>2.5</c:v>
                </c:pt>
                <c:pt idx="6000">
                  <c:v>2.5</c:v>
                </c:pt>
                <c:pt idx="6001">
                  <c:v>2.5</c:v>
                </c:pt>
                <c:pt idx="6002">
                  <c:v>2.5</c:v>
                </c:pt>
                <c:pt idx="6003">
                  <c:v>2.5</c:v>
                </c:pt>
                <c:pt idx="6004">
                  <c:v>2.5</c:v>
                </c:pt>
                <c:pt idx="6005">
                  <c:v>2.5</c:v>
                </c:pt>
                <c:pt idx="6006">
                  <c:v>2.5</c:v>
                </c:pt>
                <c:pt idx="6007">
                  <c:v>2.5</c:v>
                </c:pt>
                <c:pt idx="6008">
                  <c:v>2.5</c:v>
                </c:pt>
                <c:pt idx="6009">
                  <c:v>2.5</c:v>
                </c:pt>
                <c:pt idx="6010">
                  <c:v>2.5</c:v>
                </c:pt>
                <c:pt idx="6011">
                  <c:v>2.5</c:v>
                </c:pt>
                <c:pt idx="6012">
                  <c:v>2.5</c:v>
                </c:pt>
                <c:pt idx="6013">
                  <c:v>2.5</c:v>
                </c:pt>
                <c:pt idx="6014">
                  <c:v>2.5</c:v>
                </c:pt>
                <c:pt idx="6015">
                  <c:v>2.5</c:v>
                </c:pt>
                <c:pt idx="6016">
                  <c:v>2.5</c:v>
                </c:pt>
                <c:pt idx="6017">
                  <c:v>2.5</c:v>
                </c:pt>
                <c:pt idx="6018">
                  <c:v>2.5</c:v>
                </c:pt>
                <c:pt idx="6019">
                  <c:v>2.5</c:v>
                </c:pt>
                <c:pt idx="6020">
                  <c:v>2.5</c:v>
                </c:pt>
                <c:pt idx="6021">
                  <c:v>2.5</c:v>
                </c:pt>
                <c:pt idx="6022">
                  <c:v>2.5</c:v>
                </c:pt>
                <c:pt idx="6023">
                  <c:v>3</c:v>
                </c:pt>
                <c:pt idx="6024">
                  <c:v>3</c:v>
                </c:pt>
                <c:pt idx="6025">
                  <c:v>3</c:v>
                </c:pt>
                <c:pt idx="6026">
                  <c:v>3</c:v>
                </c:pt>
                <c:pt idx="6027">
                  <c:v>3</c:v>
                </c:pt>
                <c:pt idx="6028">
                  <c:v>3</c:v>
                </c:pt>
                <c:pt idx="6029">
                  <c:v>3</c:v>
                </c:pt>
                <c:pt idx="6030">
                  <c:v>3</c:v>
                </c:pt>
                <c:pt idx="6031">
                  <c:v>3</c:v>
                </c:pt>
                <c:pt idx="6032">
                  <c:v>3</c:v>
                </c:pt>
                <c:pt idx="6033">
                  <c:v>3</c:v>
                </c:pt>
                <c:pt idx="6034">
                  <c:v>3</c:v>
                </c:pt>
                <c:pt idx="6035">
                  <c:v>3</c:v>
                </c:pt>
                <c:pt idx="6036">
                  <c:v>3</c:v>
                </c:pt>
                <c:pt idx="6037">
                  <c:v>3</c:v>
                </c:pt>
                <c:pt idx="6038">
                  <c:v>3</c:v>
                </c:pt>
                <c:pt idx="6039">
                  <c:v>3</c:v>
                </c:pt>
                <c:pt idx="6040">
                  <c:v>3</c:v>
                </c:pt>
                <c:pt idx="6041">
                  <c:v>3</c:v>
                </c:pt>
                <c:pt idx="6042">
                  <c:v>3</c:v>
                </c:pt>
                <c:pt idx="6043">
                  <c:v>3</c:v>
                </c:pt>
                <c:pt idx="6044">
                  <c:v>3</c:v>
                </c:pt>
                <c:pt idx="6045">
                  <c:v>3</c:v>
                </c:pt>
                <c:pt idx="6046">
                  <c:v>3</c:v>
                </c:pt>
                <c:pt idx="6047">
                  <c:v>3</c:v>
                </c:pt>
                <c:pt idx="6048">
                  <c:v>3</c:v>
                </c:pt>
                <c:pt idx="6049">
                  <c:v>3</c:v>
                </c:pt>
                <c:pt idx="6050">
                  <c:v>3</c:v>
                </c:pt>
                <c:pt idx="6051">
                  <c:v>3</c:v>
                </c:pt>
                <c:pt idx="6052">
                  <c:v>3</c:v>
                </c:pt>
                <c:pt idx="6053">
                  <c:v>3.5</c:v>
                </c:pt>
                <c:pt idx="6054">
                  <c:v>3.5</c:v>
                </c:pt>
                <c:pt idx="6055">
                  <c:v>3.5</c:v>
                </c:pt>
                <c:pt idx="6056">
                  <c:v>3.5</c:v>
                </c:pt>
                <c:pt idx="6057">
                  <c:v>3.5</c:v>
                </c:pt>
                <c:pt idx="6058">
                  <c:v>3.5</c:v>
                </c:pt>
                <c:pt idx="6059">
                  <c:v>3.5</c:v>
                </c:pt>
                <c:pt idx="6060">
                  <c:v>3.5</c:v>
                </c:pt>
                <c:pt idx="6061">
                  <c:v>3.5</c:v>
                </c:pt>
                <c:pt idx="6062">
                  <c:v>3.5</c:v>
                </c:pt>
                <c:pt idx="6063">
                  <c:v>3.5</c:v>
                </c:pt>
                <c:pt idx="6064">
                  <c:v>3.5</c:v>
                </c:pt>
                <c:pt idx="6065">
                  <c:v>3.5</c:v>
                </c:pt>
                <c:pt idx="6066">
                  <c:v>3.5</c:v>
                </c:pt>
                <c:pt idx="6067">
                  <c:v>3.5</c:v>
                </c:pt>
                <c:pt idx="6068">
                  <c:v>3.5</c:v>
                </c:pt>
                <c:pt idx="6069">
                  <c:v>3.5</c:v>
                </c:pt>
                <c:pt idx="6070">
                  <c:v>3.5</c:v>
                </c:pt>
                <c:pt idx="6071">
                  <c:v>3.5</c:v>
                </c:pt>
                <c:pt idx="6072">
                  <c:v>3.5</c:v>
                </c:pt>
                <c:pt idx="6073">
                  <c:v>3.5</c:v>
                </c:pt>
                <c:pt idx="6074">
                  <c:v>3.5</c:v>
                </c:pt>
                <c:pt idx="6075">
                  <c:v>3.5</c:v>
                </c:pt>
                <c:pt idx="6076">
                  <c:v>3.5</c:v>
                </c:pt>
                <c:pt idx="6077">
                  <c:v>3.5</c:v>
                </c:pt>
                <c:pt idx="6078">
                  <c:v>3.5</c:v>
                </c:pt>
                <c:pt idx="6079">
                  <c:v>3.5</c:v>
                </c:pt>
                <c:pt idx="6080">
                  <c:v>3.5</c:v>
                </c:pt>
                <c:pt idx="6081">
                  <c:v>3.5</c:v>
                </c:pt>
                <c:pt idx="6082">
                  <c:v>3.5</c:v>
                </c:pt>
                <c:pt idx="6083">
                  <c:v>3.5</c:v>
                </c:pt>
                <c:pt idx="6084">
                  <c:v>3.5</c:v>
                </c:pt>
                <c:pt idx="6085">
                  <c:v>3.5</c:v>
                </c:pt>
                <c:pt idx="6086">
                  <c:v>3.5</c:v>
                </c:pt>
                <c:pt idx="6087">
                  <c:v>3.5</c:v>
                </c:pt>
                <c:pt idx="6088">
                  <c:v>3.75</c:v>
                </c:pt>
                <c:pt idx="6089">
                  <c:v>3.75</c:v>
                </c:pt>
                <c:pt idx="6090">
                  <c:v>3.75</c:v>
                </c:pt>
                <c:pt idx="6091">
                  <c:v>3.75</c:v>
                </c:pt>
                <c:pt idx="6092">
                  <c:v>3.75</c:v>
                </c:pt>
                <c:pt idx="6093">
                  <c:v>3.75</c:v>
                </c:pt>
                <c:pt idx="6094">
                  <c:v>3.75</c:v>
                </c:pt>
                <c:pt idx="6095">
                  <c:v>3.75</c:v>
                </c:pt>
                <c:pt idx="6096">
                  <c:v>3.75</c:v>
                </c:pt>
                <c:pt idx="6097">
                  <c:v>3.75</c:v>
                </c:pt>
                <c:pt idx="6098">
                  <c:v>3.75</c:v>
                </c:pt>
                <c:pt idx="6099">
                  <c:v>3.75</c:v>
                </c:pt>
                <c:pt idx="6100">
                  <c:v>3.75</c:v>
                </c:pt>
                <c:pt idx="6101">
                  <c:v>3.75</c:v>
                </c:pt>
                <c:pt idx="6102">
                  <c:v>3.75</c:v>
                </c:pt>
                <c:pt idx="6103">
                  <c:v>3.75</c:v>
                </c:pt>
                <c:pt idx="6104">
                  <c:v>3.75</c:v>
                </c:pt>
                <c:pt idx="6105">
                  <c:v>3.75</c:v>
                </c:pt>
                <c:pt idx="6106">
                  <c:v>3.75</c:v>
                </c:pt>
                <c:pt idx="6107">
                  <c:v>3.75</c:v>
                </c:pt>
                <c:pt idx="6108">
                  <c:v>3.75</c:v>
                </c:pt>
                <c:pt idx="6109">
                  <c:v>3.75</c:v>
                </c:pt>
                <c:pt idx="6110">
                  <c:v>3.75</c:v>
                </c:pt>
                <c:pt idx="6111">
                  <c:v>3.75</c:v>
                </c:pt>
                <c:pt idx="6112">
                  <c:v>3.75</c:v>
                </c:pt>
                <c:pt idx="6113">
                  <c:v>3.75</c:v>
                </c:pt>
                <c:pt idx="6114">
                  <c:v>3.75</c:v>
                </c:pt>
                <c:pt idx="6115">
                  <c:v>3.75</c:v>
                </c:pt>
                <c:pt idx="6116">
                  <c:v>3.75</c:v>
                </c:pt>
                <c:pt idx="6117">
                  <c:v>3.75</c:v>
                </c:pt>
                <c:pt idx="6118">
                  <c:v>4</c:v>
                </c:pt>
                <c:pt idx="6119">
                  <c:v>4</c:v>
                </c:pt>
                <c:pt idx="6120">
                  <c:v>4</c:v>
                </c:pt>
                <c:pt idx="6121">
                  <c:v>4</c:v>
                </c:pt>
                <c:pt idx="6122">
                  <c:v>4</c:v>
                </c:pt>
                <c:pt idx="6123">
                  <c:v>4</c:v>
                </c:pt>
                <c:pt idx="6124">
                  <c:v>4</c:v>
                </c:pt>
                <c:pt idx="6125">
                  <c:v>4</c:v>
                </c:pt>
                <c:pt idx="6126">
                  <c:v>4</c:v>
                </c:pt>
                <c:pt idx="6127">
                  <c:v>4</c:v>
                </c:pt>
                <c:pt idx="6128">
                  <c:v>4</c:v>
                </c:pt>
                <c:pt idx="6129">
                  <c:v>4</c:v>
                </c:pt>
                <c:pt idx="6130">
                  <c:v>4</c:v>
                </c:pt>
                <c:pt idx="6131">
                  <c:v>4</c:v>
                </c:pt>
                <c:pt idx="6132">
                  <c:v>4</c:v>
                </c:pt>
                <c:pt idx="6133">
                  <c:v>4</c:v>
                </c:pt>
                <c:pt idx="6134">
                  <c:v>4</c:v>
                </c:pt>
                <c:pt idx="6135">
                  <c:v>4</c:v>
                </c:pt>
                <c:pt idx="6136">
                  <c:v>4</c:v>
                </c:pt>
                <c:pt idx="6137">
                  <c:v>4</c:v>
                </c:pt>
                <c:pt idx="6138">
                  <c:v>4</c:v>
                </c:pt>
                <c:pt idx="6139">
                  <c:v>4</c:v>
                </c:pt>
                <c:pt idx="6140">
                  <c:v>4</c:v>
                </c:pt>
                <c:pt idx="6141">
                  <c:v>4</c:v>
                </c:pt>
                <c:pt idx="6142">
                  <c:v>4</c:v>
                </c:pt>
                <c:pt idx="6143">
                  <c:v>4</c:v>
                </c:pt>
                <c:pt idx="6144">
                  <c:v>4</c:v>
                </c:pt>
                <c:pt idx="6145">
                  <c:v>4</c:v>
                </c:pt>
                <c:pt idx="6146">
                  <c:v>4</c:v>
                </c:pt>
                <c:pt idx="6147">
                  <c:v>4</c:v>
                </c:pt>
                <c:pt idx="6148">
                  <c:v>4.25</c:v>
                </c:pt>
                <c:pt idx="6149">
                  <c:v>4.25</c:v>
                </c:pt>
                <c:pt idx="6150">
                  <c:v>4.25</c:v>
                </c:pt>
                <c:pt idx="6151">
                  <c:v>4.25</c:v>
                </c:pt>
                <c:pt idx="6152">
                  <c:v>4.25</c:v>
                </c:pt>
                <c:pt idx="6153">
                  <c:v>4.25</c:v>
                </c:pt>
                <c:pt idx="6154">
                  <c:v>4.25</c:v>
                </c:pt>
                <c:pt idx="6155">
                  <c:v>4.25</c:v>
                </c:pt>
                <c:pt idx="6156">
                  <c:v>4.25</c:v>
                </c:pt>
                <c:pt idx="6157">
                  <c:v>4.25</c:v>
                </c:pt>
                <c:pt idx="6158">
                  <c:v>4.25</c:v>
                </c:pt>
                <c:pt idx="6159">
                  <c:v>4.25</c:v>
                </c:pt>
                <c:pt idx="6160">
                  <c:v>4.25</c:v>
                </c:pt>
                <c:pt idx="6161">
                  <c:v>4.25</c:v>
                </c:pt>
                <c:pt idx="6162">
                  <c:v>4.25</c:v>
                </c:pt>
                <c:pt idx="6163">
                  <c:v>4.25</c:v>
                </c:pt>
                <c:pt idx="6164">
                  <c:v>4.25</c:v>
                </c:pt>
                <c:pt idx="6165">
                  <c:v>4.25</c:v>
                </c:pt>
                <c:pt idx="6166">
                  <c:v>4.25</c:v>
                </c:pt>
                <c:pt idx="6167">
                  <c:v>4.25</c:v>
                </c:pt>
                <c:pt idx="6168">
                  <c:v>4.25</c:v>
                </c:pt>
                <c:pt idx="6169">
                  <c:v>4.25</c:v>
                </c:pt>
                <c:pt idx="6170">
                  <c:v>4.25</c:v>
                </c:pt>
                <c:pt idx="6171">
                  <c:v>4.25</c:v>
                </c:pt>
                <c:pt idx="6172">
                  <c:v>4.25</c:v>
                </c:pt>
                <c:pt idx="6173">
                  <c:v>4.25</c:v>
                </c:pt>
                <c:pt idx="6174">
                  <c:v>4.25</c:v>
                </c:pt>
                <c:pt idx="6175">
                  <c:v>4.25</c:v>
                </c:pt>
                <c:pt idx="6176">
                  <c:v>4.25</c:v>
                </c:pt>
                <c:pt idx="6177">
                  <c:v>4.25</c:v>
                </c:pt>
                <c:pt idx="6178">
                  <c:v>4.25</c:v>
                </c:pt>
                <c:pt idx="6179">
                  <c:v>4.25</c:v>
                </c:pt>
                <c:pt idx="6180">
                  <c:v>4.25</c:v>
                </c:pt>
                <c:pt idx="6181">
                  <c:v>4.25</c:v>
                </c:pt>
                <c:pt idx="6182">
                  <c:v>4.25</c:v>
                </c:pt>
                <c:pt idx="6183">
                  <c:v>4.5</c:v>
                </c:pt>
                <c:pt idx="6184">
                  <c:v>4.5</c:v>
                </c:pt>
                <c:pt idx="6185">
                  <c:v>4.5</c:v>
                </c:pt>
                <c:pt idx="6186">
                  <c:v>4.5</c:v>
                </c:pt>
                <c:pt idx="6187">
                  <c:v>4.5</c:v>
                </c:pt>
                <c:pt idx="6188">
                  <c:v>4.5</c:v>
                </c:pt>
                <c:pt idx="6189">
                  <c:v>4.5</c:v>
                </c:pt>
                <c:pt idx="6190">
                  <c:v>4.5</c:v>
                </c:pt>
                <c:pt idx="6191">
                  <c:v>4.5</c:v>
                </c:pt>
                <c:pt idx="6192">
                  <c:v>4.5</c:v>
                </c:pt>
                <c:pt idx="6193">
                  <c:v>4.5</c:v>
                </c:pt>
                <c:pt idx="6194">
                  <c:v>4.5</c:v>
                </c:pt>
                <c:pt idx="6195">
                  <c:v>4.5</c:v>
                </c:pt>
                <c:pt idx="6196">
                  <c:v>4.5</c:v>
                </c:pt>
                <c:pt idx="6197">
                  <c:v>4.5</c:v>
                </c:pt>
                <c:pt idx="6198">
                  <c:v>4.5</c:v>
                </c:pt>
                <c:pt idx="6199">
                  <c:v>4.5</c:v>
                </c:pt>
                <c:pt idx="6200">
                  <c:v>4.5</c:v>
                </c:pt>
                <c:pt idx="6201">
                  <c:v>4.5</c:v>
                </c:pt>
                <c:pt idx="6202">
                  <c:v>4.5</c:v>
                </c:pt>
                <c:pt idx="6203">
                  <c:v>4.5</c:v>
                </c:pt>
                <c:pt idx="6204">
                  <c:v>4.5</c:v>
                </c:pt>
                <c:pt idx="6205">
                  <c:v>4.5</c:v>
                </c:pt>
                <c:pt idx="6206">
                  <c:v>4.5</c:v>
                </c:pt>
                <c:pt idx="6207">
                  <c:v>4.5</c:v>
                </c:pt>
                <c:pt idx="6208">
                  <c:v>4.5</c:v>
                </c:pt>
                <c:pt idx="6209">
                  <c:v>4.5</c:v>
                </c:pt>
                <c:pt idx="6210">
                  <c:v>4.5</c:v>
                </c:pt>
                <c:pt idx="6211">
                  <c:v>4.5</c:v>
                </c:pt>
                <c:pt idx="6212">
                  <c:v>4.5</c:v>
                </c:pt>
                <c:pt idx="6213">
                  <c:v>4.5</c:v>
                </c:pt>
                <c:pt idx="6214">
                  <c:v>4.5</c:v>
                </c:pt>
                <c:pt idx="6215">
                  <c:v>4.5</c:v>
                </c:pt>
                <c:pt idx="6216">
                  <c:v>4.5</c:v>
                </c:pt>
                <c:pt idx="6217">
                  <c:v>4.5</c:v>
                </c:pt>
                <c:pt idx="6218">
                  <c:v>4.5</c:v>
                </c:pt>
                <c:pt idx="6219">
                  <c:v>4.5</c:v>
                </c:pt>
                <c:pt idx="6220">
                  <c:v>4.5</c:v>
                </c:pt>
                <c:pt idx="6221">
                  <c:v>4.5</c:v>
                </c:pt>
                <c:pt idx="6222">
                  <c:v>4.5</c:v>
                </c:pt>
                <c:pt idx="6223">
                  <c:v>4.5</c:v>
                </c:pt>
                <c:pt idx="6224">
                  <c:v>4.5</c:v>
                </c:pt>
                <c:pt idx="6225">
                  <c:v>4.5</c:v>
                </c:pt>
                <c:pt idx="6226">
                  <c:v>4.5</c:v>
                </c:pt>
                <c:pt idx="6227">
                  <c:v>4.5</c:v>
                </c:pt>
                <c:pt idx="6228">
                  <c:v>4.5</c:v>
                </c:pt>
                <c:pt idx="6229">
                  <c:v>4.5</c:v>
                </c:pt>
                <c:pt idx="6230">
                  <c:v>4.5</c:v>
                </c:pt>
                <c:pt idx="6231">
                  <c:v>4.5</c:v>
                </c:pt>
                <c:pt idx="6232">
                  <c:v>4.5</c:v>
                </c:pt>
                <c:pt idx="6233">
                  <c:v>4.5</c:v>
                </c:pt>
                <c:pt idx="6234">
                  <c:v>4.5</c:v>
                </c:pt>
                <c:pt idx="6235">
                  <c:v>4.5</c:v>
                </c:pt>
                <c:pt idx="6236">
                  <c:v>4.5</c:v>
                </c:pt>
                <c:pt idx="6237">
                  <c:v>4.5</c:v>
                </c:pt>
                <c:pt idx="6238">
                  <c:v>4.5</c:v>
                </c:pt>
                <c:pt idx="6239">
                  <c:v>4.5</c:v>
                </c:pt>
                <c:pt idx="6240">
                  <c:v>4.5</c:v>
                </c:pt>
                <c:pt idx="6241">
                  <c:v>4.5</c:v>
                </c:pt>
                <c:pt idx="6242">
                  <c:v>4.5</c:v>
                </c:pt>
                <c:pt idx="6243">
                  <c:v>4.5</c:v>
                </c:pt>
                <c:pt idx="6244">
                  <c:v>4.5</c:v>
                </c:pt>
                <c:pt idx="6245">
                  <c:v>4.5</c:v>
                </c:pt>
                <c:pt idx="6246">
                  <c:v>4.5</c:v>
                </c:pt>
                <c:pt idx="6247">
                  <c:v>4.5</c:v>
                </c:pt>
                <c:pt idx="6248">
                  <c:v>4.5</c:v>
                </c:pt>
                <c:pt idx="6249">
                  <c:v>4.5</c:v>
                </c:pt>
                <c:pt idx="6250">
                  <c:v>4.5</c:v>
                </c:pt>
                <c:pt idx="6251">
                  <c:v>4.5</c:v>
                </c:pt>
                <c:pt idx="6252">
                  <c:v>4.5</c:v>
                </c:pt>
                <c:pt idx="6253">
                  <c:v>4.5</c:v>
                </c:pt>
                <c:pt idx="6254">
                  <c:v>4.5</c:v>
                </c:pt>
                <c:pt idx="6255">
                  <c:v>4.5</c:v>
                </c:pt>
                <c:pt idx="6256">
                  <c:v>4.5</c:v>
                </c:pt>
                <c:pt idx="6257">
                  <c:v>4.5</c:v>
                </c:pt>
                <c:pt idx="6258">
                  <c:v>4.5</c:v>
                </c:pt>
                <c:pt idx="6259">
                  <c:v>4.5</c:v>
                </c:pt>
                <c:pt idx="6260">
                  <c:v>4.5</c:v>
                </c:pt>
                <c:pt idx="6261">
                  <c:v>4.5</c:v>
                </c:pt>
                <c:pt idx="6262">
                  <c:v>4.5</c:v>
                </c:pt>
                <c:pt idx="6263">
                  <c:v>4.5</c:v>
                </c:pt>
                <c:pt idx="6264">
                  <c:v>4.5</c:v>
                </c:pt>
                <c:pt idx="6265">
                  <c:v>4.5</c:v>
                </c:pt>
                <c:pt idx="6266">
                  <c:v>4.5</c:v>
                </c:pt>
                <c:pt idx="6267">
                  <c:v>4.5</c:v>
                </c:pt>
                <c:pt idx="6268">
                  <c:v>4.5</c:v>
                </c:pt>
                <c:pt idx="6269">
                  <c:v>4.5</c:v>
                </c:pt>
                <c:pt idx="6270">
                  <c:v>4.5</c:v>
                </c:pt>
                <c:pt idx="6271">
                  <c:v>4.5</c:v>
                </c:pt>
                <c:pt idx="6272">
                  <c:v>4.5</c:v>
                </c:pt>
                <c:pt idx="6273">
                  <c:v>4.5</c:v>
                </c:pt>
                <c:pt idx="6274">
                  <c:v>4.5</c:v>
                </c:pt>
                <c:pt idx="6275">
                  <c:v>4.5</c:v>
                </c:pt>
                <c:pt idx="6276">
                  <c:v>4.5</c:v>
                </c:pt>
                <c:pt idx="6277">
                  <c:v>4.5</c:v>
                </c:pt>
                <c:pt idx="6278">
                  <c:v>4.5</c:v>
                </c:pt>
                <c:pt idx="6279">
                  <c:v>4.5</c:v>
                </c:pt>
                <c:pt idx="6280">
                  <c:v>4.5</c:v>
                </c:pt>
                <c:pt idx="6281">
                  <c:v>4.5</c:v>
                </c:pt>
                <c:pt idx="6282">
                  <c:v>4.5</c:v>
                </c:pt>
                <c:pt idx="6283">
                  <c:v>4.5</c:v>
                </c:pt>
                <c:pt idx="6284">
                  <c:v>4.5</c:v>
                </c:pt>
                <c:pt idx="6285">
                  <c:v>4.5</c:v>
                </c:pt>
                <c:pt idx="6286">
                  <c:v>4.5</c:v>
                </c:pt>
                <c:pt idx="6287">
                  <c:v>4.5</c:v>
                </c:pt>
                <c:pt idx="6288">
                  <c:v>4.5</c:v>
                </c:pt>
                <c:pt idx="6289">
                  <c:v>4.5</c:v>
                </c:pt>
                <c:pt idx="6290">
                  <c:v>4.5</c:v>
                </c:pt>
                <c:pt idx="6291">
                  <c:v>4.5</c:v>
                </c:pt>
                <c:pt idx="6292">
                  <c:v>4.5</c:v>
                </c:pt>
                <c:pt idx="6293">
                  <c:v>4.5</c:v>
                </c:pt>
                <c:pt idx="6294">
                  <c:v>4.5</c:v>
                </c:pt>
                <c:pt idx="6295">
                  <c:v>4.5</c:v>
                </c:pt>
                <c:pt idx="6296">
                  <c:v>4.5</c:v>
                </c:pt>
                <c:pt idx="6297">
                  <c:v>4.5</c:v>
                </c:pt>
                <c:pt idx="6298">
                  <c:v>4.5</c:v>
                </c:pt>
                <c:pt idx="6299">
                  <c:v>4.5</c:v>
                </c:pt>
                <c:pt idx="6300">
                  <c:v>4.5</c:v>
                </c:pt>
                <c:pt idx="6301">
                  <c:v>4.5</c:v>
                </c:pt>
                <c:pt idx="6302">
                  <c:v>4.5</c:v>
                </c:pt>
                <c:pt idx="6303">
                  <c:v>4.5</c:v>
                </c:pt>
                <c:pt idx="6304">
                  <c:v>4.5</c:v>
                </c:pt>
                <c:pt idx="6305">
                  <c:v>4.5</c:v>
                </c:pt>
                <c:pt idx="6306">
                  <c:v>4.5</c:v>
                </c:pt>
                <c:pt idx="6307">
                  <c:v>4.5</c:v>
                </c:pt>
                <c:pt idx="6308">
                  <c:v>4.5</c:v>
                </c:pt>
                <c:pt idx="6309">
                  <c:v>4.5</c:v>
                </c:pt>
                <c:pt idx="6310">
                  <c:v>4.5</c:v>
                </c:pt>
                <c:pt idx="6311">
                  <c:v>4.5</c:v>
                </c:pt>
                <c:pt idx="6312">
                  <c:v>4.5</c:v>
                </c:pt>
                <c:pt idx="6313">
                  <c:v>4.5</c:v>
                </c:pt>
                <c:pt idx="6314">
                  <c:v>4.5</c:v>
                </c:pt>
                <c:pt idx="6315">
                  <c:v>4.5</c:v>
                </c:pt>
                <c:pt idx="6316">
                  <c:v>4.5</c:v>
                </c:pt>
                <c:pt idx="6317">
                  <c:v>4.5</c:v>
                </c:pt>
                <c:pt idx="6318">
                  <c:v>4.5</c:v>
                </c:pt>
                <c:pt idx="6319">
                  <c:v>4.5</c:v>
                </c:pt>
                <c:pt idx="6320">
                  <c:v>4.5</c:v>
                </c:pt>
                <c:pt idx="6321">
                  <c:v>4.5</c:v>
                </c:pt>
                <c:pt idx="6322">
                  <c:v>4.5</c:v>
                </c:pt>
                <c:pt idx="6323">
                  <c:v>4.5</c:v>
                </c:pt>
                <c:pt idx="6324">
                  <c:v>4.5</c:v>
                </c:pt>
                <c:pt idx="6325">
                  <c:v>4.5</c:v>
                </c:pt>
                <c:pt idx="6326">
                  <c:v>4.5</c:v>
                </c:pt>
                <c:pt idx="6327">
                  <c:v>4.5</c:v>
                </c:pt>
                <c:pt idx="6328">
                  <c:v>4.5</c:v>
                </c:pt>
                <c:pt idx="6329">
                  <c:v>4.5</c:v>
                </c:pt>
                <c:pt idx="6330">
                  <c:v>4.5</c:v>
                </c:pt>
                <c:pt idx="6331">
                  <c:v>4.5</c:v>
                </c:pt>
                <c:pt idx="6332">
                  <c:v>4.5</c:v>
                </c:pt>
                <c:pt idx="6333">
                  <c:v>4.5</c:v>
                </c:pt>
                <c:pt idx="6334">
                  <c:v>4.5</c:v>
                </c:pt>
                <c:pt idx="6335">
                  <c:v>4.5</c:v>
                </c:pt>
                <c:pt idx="6336">
                  <c:v>4.5</c:v>
                </c:pt>
                <c:pt idx="6337">
                  <c:v>4.5</c:v>
                </c:pt>
                <c:pt idx="6338">
                  <c:v>4.5</c:v>
                </c:pt>
                <c:pt idx="6339">
                  <c:v>4.5</c:v>
                </c:pt>
                <c:pt idx="6340">
                  <c:v>4.5</c:v>
                </c:pt>
                <c:pt idx="6341">
                  <c:v>4.5</c:v>
                </c:pt>
                <c:pt idx="6342">
                  <c:v>4.5</c:v>
                </c:pt>
                <c:pt idx="6343">
                  <c:v>4.5</c:v>
                </c:pt>
                <c:pt idx="6344">
                  <c:v>4.5</c:v>
                </c:pt>
                <c:pt idx="6345">
                  <c:v>4.5</c:v>
                </c:pt>
                <c:pt idx="6346">
                  <c:v>4.5</c:v>
                </c:pt>
                <c:pt idx="6347">
                  <c:v>4.5</c:v>
                </c:pt>
                <c:pt idx="6348">
                  <c:v>4.5</c:v>
                </c:pt>
                <c:pt idx="6349">
                  <c:v>4.5</c:v>
                </c:pt>
                <c:pt idx="6350">
                  <c:v>4.5</c:v>
                </c:pt>
                <c:pt idx="6351">
                  <c:v>4.5</c:v>
                </c:pt>
                <c:pt idx="6352">
                  <c:v>4.5</c:v>
                </c:pt>
                <c:pt idx="6353">
                  <c:v>4.5</c:v>
                </c:pt>
                <c:pt idx="6354">
                  <c:v>4.5</c:v>
                </c:pt>
                <c:pt idx="6355">
                  <c:v>4.5</c:v>
                </c:pt>
                <c:pt idx="6356">
                  <c:v>4.5</c:v>
                </c:pt>
                <c:pt idx="6357">
                  <c:v>4.5</c:v>
                </c:pt>
                <c:pt idx="6358">
                  <c:v>4.5</c:v>
                </c:pt>
                <c:pt idx="6359">
                  <c:v>4.5</c:v>
                </c:pt>
                <c:pt idx="6360">
                  <c:v>4.5</c:v>
                </c:pt>
                <c:pt idx="6361">
                  <c:v>4.5</c:v>
                </c:pt>
                <c:pt idx="6362">
                  <c:v>4.5</c:v>
                </c:pt>
                <c:pt idx="6363">
                  <c:v>4.5</c:v>
                </c:pt>
                <c:pt idx="6364">
                  <c:v>4.5</c:v>
                </c:pt>
                <c:pt idx="6365">
                  <c:v>4.5</c:v>
                </c:pt>
                <c:pt idx="6366">
                  <c:v>4.5</c:v>
                </c:pt>
                <c:pt idx="6367">
                  <c:v>4.5</c:v>
                </c:pt>
                <c:pt idx="6368">
                  <c:v>4.5</c:v>
                </c:pt>
                <c:pt idx="6369">
                  <c:v>4.5</c:v>
                </c:pt>
                <c:pt idx="6370">
                  <c:v>4.5</c:v>
                </c:pt>
                <c:pt idx="6371">
                  <c:v>4.5</c:v>
                </c:pt>
                <c:pt idx="6372">
                  <c:v>4.5</c:v>
                </c:pt>
                <c:pt idx="6373">
                  <c:v>4.25</c:v>
                </c:pt>
                <c:pt idx="6374">
                  <c:v>4.25</c:v>
                </c:pt>
                <c:pt idx="6375">
                  <c:v>4.25</c:v>
                </c:pt>
                <c:pt idx="6376">
                  <c:v>4.25</c:v>
                </c:pt>
                <c:pt idx="6377">
                  <c:v>4.25</c:v>
                </c:pt>
                <c:pt idx="6378">
                  <c:v>4.25</c:v>
                </c:pt>
                <c:pt idx="6379">
                  <c:v>4.25</c:v>
                </c:pt>
                <c:pt idx="6380">
                  <c:v>4.25</c:v>
                </c:pt>
                <c:pt idx="6381">
                  <c:v>4.25</c:v>
                </c:pt>
                <c:pt idx="6382">
                  <c:v>4.25</c:v>
                </c:pt>
                <c:pt idx="6383">
                  <c:v>4.25</c:v>
                </c:pt>
                <c:pt idx="6384">
                  <c:v>4.25</c:v>
                </c:pt>
                <c:pt idx="6385">
                  <c:v>4.25</c:v>
                </c:pt>
                <c:pt idx="6386">
                  <c:v>4.25</c:v>
                </c:pt>
                <c:pt idx="6387">
                  <c:v>4.25</c:v>
                </c:pt>
                <c:pt idx="6388">
                  <c:v>4.25</c:v>
                </c:pt>
                <c:pt idx="6389">
                  <c:v>4.25</c:v>
                </c:pt>
                <c:pt idx="6390">
                  <c:v>4.25</c:v>
                </c:pt>
                <c:pt idx="6391">
                  <c:v>4.25</c:v>
                </c:pt>
                <c:pt idx="6392">
                  <c:v>4.25</c:v>
                </c:pt>
                <c:pt idx="6393">
                  <c:v>4.25</c:v>
                </c:pt>
                <c:pt idx="6394">
                  <c:v>4.25</c:v>
                </c:pt>
                <c:pt idx="6395">
                  <c:v>4.25</c:v>
                </c:pt>
                <c:pt idx="6396">
                  <c:v>4.25</c:v>
                </c:pt>
                <c:pt idx="6397">
                  <c:v>4.25</c:v>
                </c:pt>
                <c:pt idx="6398">
                  <c:v>4.25</c:v>
                </c:pt>
                <c:pt idx="6399">
                  <c:v>4.25</c:v>
                </c:pt>
                <c:pt idx="6400">
                  <c:v>4.25</c:v>
                </c:pt>
                <c:pt idx="6401">
                  <c:v>4.25</c:v>
                </c:pt>
                <c:pt idx="6402">
                  <c:v>4.25</c:v>
                </c:pt>
                <c:pt idx="6403">
                  <c:v>4.25</c:v>
                </c:pt>
                <c:pt idx="6404">
                  <c:v>4.25</c:v>
                </c:pt>
                <c:pt idx="6405">
                  <c:v>4.25</c:v>
                </c:pt>
                <c:pt idx="6406">
                  <c:v>4.25</c:v>
                </c:pt>
                <c:pt idx="6407">
                  <c:v>4.25</c:v>
                </c:pt>
                <c:pt idx="6408">
                  <c:v>4.25</c:v>
                </c:pt>
                <c:pt idx="6409">
                  <c:v>4.25</c:v>
                </c:pt>
                <c:pt idx="6410">
                  <c:v>4.25</c:v>
                </c:pt>
                <c:pt idx="6411">
                  <c:v>4.25</c:v>
                </c:pt>
                <c:pt idx="6412">
                  <c:v>4.25</c:v>
                </c:pt>
                <c:pt idx="6413">
                  <c:v>4.25</c:v>
                </c:pt>
                <c:pt idx="6414">
                  <c:v>4.25</c:v>
                </c:pt>
                <c:pt idx="6415">
                  <c:v>4.25</c:v>
                </c:pt>
                <c:pt idx="6416">
                  <c:v>4.25</c:v>
                </c:pt>
                <c:pt idx="6417">
                  <c:v>4.25</c:v>
                </c:pt>
                <c:pt idx="6418">
                  <c:v>4.25</c:v>
                </c:pt>
                <c:pt idx="6419">
                  <c:v>4.25</c:v>
                </c:pt>
                <c:pt idx="6420">
                  <c:v>4.25</c:v>
                </c:pt>
                <c:pt idx="6421">
                  <c:v>4.25</c:v>
                </c:pt>
                <c:pt idx="6422">
                  <c:v>4.25</c:v>
                </c:pt>
                <c:pt idx="6423">
                  <c:v>4.25</c:v>
                </c:pt>
                <c:pt idx="6424">
                  <c:v>4.25</c:v>
                </c:pt>
                <c:pt idx="6425">
                  <c:v>4.25</c:v>
                </c:pt>
                <c:pt idx="6426">
                  <c:v>4.25</c:v>
                </c:pt>
                <c:pt idx="6427">
                  <c:v>4.25</c:v>
                </c:pt>
                <c:pt idx="6428">
                  <c:v>4.25</c:v>
                </c:pt>
                <c:pt idx="6429">
                  <c:v>4.25</c:v>
                </c:pt>
                <c:pt idx="6430">
                  <c:v>4.25</c:v>
                </c:pt>
                <c:pt idx="6431">
                  <c:v>4.25</c:v>
                </c:pt>
                <c:pt idx="6432">
                  <c:v>4.25</c:v>
                </c:pt>
                <c:pt idx="6433">
                  <c:v>4.25</c:v>
                </c:pt>
                <c:pt idx="6434">
                  <c:v>4.25</c:v>
                </c:pt>
                <c:pt idx="6435">
                  <c:v>4.25</c:v>
                </c:pt>
                <c:pt idx="6436">
                  <c:v>4.25</c:v>
                </c:pt>
                <c:pt idx="6437">
                  <c:v>4.25</c:v>
                </c:pt>
                <c:pt idx="6438">
                  <c:v>4.25</c:v>
                </c:pt>
                <c:pt idx="6439">
                  <c:v>4.25</c:v>
                </c:pt>
                <c:pt idx="6440">
                  <c:v>4.25</c:v>
                </c:pt>
                <c:pt idx="6441">
                  <c:v>4.25</c:v>
                </c:pt>
                <c:pt idx="6442">
                  <c:v>4.25</c:v>
                </c:pt>
                <c:pt idx="6443">
                  <c:v>3.65</c:v>
                </c:pt>
                <c:pt idx="6444">
                  <c:v>3.65</c:v>
                </c:pt>
                <c:pt idx="6445">
                  <c:v>3.65</c:v>
                </c:pt>
                <c:pt idx="6446">
                  <c:v>3.65</c:v>
                </c:pt>
                <c:pt idx="6447">
                  <c:v>3.65</c:v>
                </c:pt>
                <c:pt idx="6448">
                  <c:v>3.65</c:v>
                </c:pt>
                <c:pt idx="6449">
                  <c:v>3.65</c:v>
                </c:pt>
                <c:pt idx="6450">
                  <c:v>3.65</c:v>
                </c:pt>
                <c:pt idx="6451">
                  <c:v>3.65</c:v>
                </c:pt>
                <c:pt idx="6452">
                  <c:v>3.65</c:v>
                </c:pt>
                <c:pt idx="6453">
                  <c:v>3.65</c:v>
                </c:pt>
                <c:pt idx="6454">
                  <c:v>3.65</c:v>
                </c:pt>
                <c:pt idx="6455">
                  <c:v>3.65</c:v>
                </c:pt>
                <c:pt idx="6456">
                  <c:v>3.65</c:v>
                </c:pt>
                <c:pt idx="6457">
                  <c:v>3.65</c:v>
                </c:pt>
                <c:pt idx="6458">
                  <c:v>3.65</c:v>
                </c:pt>
                <c:pt idx="6459">
                  <c:v>3.65</c:v>
                </c:pt>
                <c:pt idx="6460">
                  <c:v>3.65</c:v>
                </c:pt>
                <c:pt idx="6461">
                  <c:v>3.65</c:v>
                </c:pt>
                <c:pt idx="6462">
                  <c:v>3.65</c:v>
                </c:pt>
                <c:pt idx="6463">
                  <c:v>3.65</c:v>
                </c:pt>
                <c:pt idx="6464">
                  <c:v>3.65</c:v>
                </c:pt>
                <c:pt idx="6465">
                  <c:v>3.65</c:v>
                </c:pt>
                <c:pt idx="6466">
                  <c:v>3.65</c:v>
                </c:pt>
                <c:pt idx="6467">
                  <c:v>3.65</c:v>
                </c:pt>
                <c:pt idx="6468">
                  <c:v>3.4</c:v>
                </c:pt>
                <c:pt idx="6469">
                  <c:v>3.4</c:v>
                </c:pt>
                <c:pt idx="6470">
                  <c:v>3.4</c:v>
                </c:pt>
                <c:pt idx="6471">
                  <c:v>3.4</c:v>
                </c:pt>
                <c:pt idx="6472">
                  <c:v>3.4</c:v>
                </c:pt>
                <c:pt idx="6473">
                  <c:v>3.4</c:v>
                </c:pt>
                <c:pt idx="6474">
                  <c:v>3.4</c:v>
                </c:pt>
                <c:pt idx="6475">
                  <c:v>3.4</c:v>
                </c:pt>
                <c:pt idx="6476">
                  <c:v>3.4</c:v>
                </c:pt>
                <c:pt idx="6477">
                  <c:v>3.4</c:v>
                </c:pt>
                <c:pt idx="6478">
                  <c:v>3.4</c:v>
                </c:pt>
                <c:pt idx="6479">
                  <c:v>3.4</c:v>
                </c:pt>
                <c:pt idx="6480">
                  <c:v>3.4</c:v>
                </c:pt>
                <c:pt idx="6481">
                  <c:v>3.4</c:v>
                </c:pt>
                <c:pt idx="6482">
                  <c:v>3.4</c:v>
                </c:pt>
                <c:pt idx="6483">
                  <c:v>3.4</c:v>
                </c:pt>
                <c:pt idx="6484">
                  <c:v>3.4</c:v>
                </c:pt>
                <c:pt idx="6485">
                  <c:v>3.4</c:v>
                </c:pt>
                <c:pt idx="6486">
                  <c:v>3.4</c:v>
                </c:pt>
                <c:pt idx="6487">
                  <c:v>3.4</c:v>
                </c:pt>
                <c:pt idx="6488">
                  <c:v>3.4</c:v>
                </c:pt>
                <c:pt idx="6489">
                  <c:v>3.4</c:v>
                </c:pt>
                <c:pt idx="6490">
                  <c:v>3.4</c:v>
                </c:pt>
                <c:pt idx="6491">
                  <c:v>3.4</c:v>
                </c:pt>
                <c:pt idx="6492">
                  <c:v>3.4</c:v>
                </c:pt>
                <c:pt idx="6493">
                  <c:v>3.4</c:v>
                </c:pt>
                <c:pt idx="6494">
                  <c:v>3.4</c:v>
                </c:pt>
                <c:pt idx="6495">
                  <c:v>3.4</c:v>
                </c:pt>
                <c:pt idx="6496">
                  <c:v>3.4</c:v>
                </c:pt>
                <c:pt idx="6497">
                  <c:v>3.4</c:v>
                </c:pt>
                <c:pt idx="6498">
                  <c:v>3.4</c:v>
                </c:pt>
                <c:pt idx="6499">
                  <c:v>3.4</c:v>
                </c:pt>
                <c:pt idx="6500">
                  <c:v>3.4</c:v>
                </c:pt>
                <c:pt idx="6501">
                  <c:v>3.4</c:v>
                </c:pt>
                <c:pt idx="6502">
                  <c:v>3.4</c:v>
                </c:pt>
                <c:pt idx="6503">
                  <c:v>3.4</c:v>
                </c:pt>
                <c:pt idx="6504">
                  <c:v>3.4</c:v>
                </c:pt>
                <c:pt idx="6505">
                  <c:v>3.4</c:v>
                </c:pt>
                <c:pt idx="6506">
                  <c:v>3.4</c:v>
                </c:pt>
                <c:pt idx="6507">
                  <c:v>3.4</c:v>
                </c:pt>
                <c:pt idx="6508">
                  <c:v>3.15</c:v>
                </c:pt>
                <c:pt idx="6509">
                  <c:v>3.15</c:v>
                </c:pt>
                <c:pt idx="6510">
                  <c:v>3.15</c:v>
                </c:pt>
                <c:pt idx="6511">
                  <c:v>3.15</c:v>
                </c:pt>
                <c:pt idx="6512">
                  <c:v>3.15</c:v>
                </c:pt>
                <c:pt idx="6513">
                  <c:v>3.15</c:v>
                </c:pt>
                <c:pt idx="6514">
                  <c:v>3.15</c:v>
                </c:pt>
                <c:pt idx="6515">
                  <c:v>3.15</c:v>
                </c:pt>
                <c:pt idx="6516">
                  <c:v>3.15</c:v>
                </c:pt>
                <c:pt idx="6517">
                  <c:v>3.15</c:v>
                </c:pt>
                <c:pt idx="6518">
                  <c:v>3.15</c:v>
                </c:pt>
                <c:pt idx="6519">
                  <c:v>3.15</c:v>
                </c:pt>
                <c:pt idx="6520">
                  <c:v>3.15</c:v>
                </c:pt>
                <c:pt idx="6521">
                  <c:v>3.15</c:v>
                </c:pt>
                <c:pt idx="6522">
                  <c:v>3.15</c:v>
                </c:pt>
                <c:pt idx="6523">
                  <c:v>3.15</c:v>
                </c:pt>
                <c:pt idx="6524">
                  <c:v>3.15</c:v>
                </c:pt>
                <c:pt idx="6525">
                  <c:v>3.15</c:v>
                </c:pt>
                <c:pt idx="6526">
                  <c:v>3.15</c:v>
                </c:pt>
                <c:pt idx="6527">
                  <c:v>3.15</c:v>
                </c:pt>
                <c:pt idx="6528">
                  <c:v>3.15</c:v>
                </c:pt>
                <c:pt idx="6529">
                  <c:v>3.15</c:v>
                </c:pt>
                <c:pt idx="6530">
                  <c:v>3.15</c:v>
                </c:pt>
                <c:pt idx="6531">
                  <c:v>3.15</c:v>
                </c:pt>
                <c:pt idx="6532">
                  <c:v>3.15</c:v>
                </c:pt>
                <c:pt idx="6533">
                  <c:v>3.15</c:v>
                </c:pt>
                <c:pt idx="6534">
                  <c:v>3.15</c:v>
                </c:pt>
                <c:pt idx="6535">
                  <c:v>3.15</c:v>
                </c:pt>
                <c:pt idx="6536">
                  <c:v>3.15</c:v>
                </c:pt>
                <c:pt idx="6537">
                  <c:v>3.15</c:v>
                </c:pt>
                <c:pt idx="6538">
                  <c:v>3.15</c:v>
                </c:pt>
                <c:pt idx="6539">
                  <c:v>3.15</c:v>
                </c:pt>
                <c:pt idx="6540">
                  <c:v>3.15</c:v>
                </c:pt>
                <c:pt idx="6541">
                  <c:v>3.15</c:v>
                </c:pt>
                <c:pt idx="6542">
                  <c:v>3.15</c:v>
                </c:pt>
                <c:pt idx="6543">
                  <c:v>2.9</c:v>
                </c:pt>
                <c:pt idx="6544">
                  <c:v>2.9</c:v>
                </c:pt>
                <c:pt idx="6545">
                  <c:v>2.9</c:v>
                </c:pt>
                <c:pt idx="6546">
                  <c:v>2.9</c:v>
                </c:pt>
                <c:pt idx="6547">
                  <c:v>2.9</c:v>
                </c:pt>
                <c:pt idx="6548">
                  <c:v>2.9</c:v>
                </c:pt>
                <c:pt idx="6549">
                  <c:v>2.9</c:v>
                </c:pt>
                <c:pt idx="6550">
                  <c:v>2.9</c:v>
                </c:pt>
                <c:pt idx="6551">
                  <c:v>2.9</c:v>
                </c:pt>
                <c:pt idx="6552">
                  <c:v>2.9</c:v>
                </c:pt>
                <c:pt idx="6553">
                  <c:v>2.9</c:v>
                </c:pt>
                <c:pt idx="6554">
                  <c:v>2.9</c:v>
                </c:pt>
                <c:pt idx="6555">
                  <c:v>2.9</c:v>
                </c:pt>
                <c:pt idx="6556">
                  <c:v>2.9</c:v>
                </c:pt>
                <c:pt idx="6557">
                  <c:v>2.9</c:v>
                </c:pt>
                <c:pt idx="6558">
                  <c:v>2.9</c:v>
                </c:pt>
                <c:pt idx="6559">
                  <c:v>2.9</c:v>
                </c:pt>
                <c:pt idx="6560">
                  <c:v>2.9</c:v>
                </c:pt>
                <c:pt idx="6561">
                  <c:v>2.9</c:v>
                </c:pt>
                <c:pt idx="6562">
                  <c:v>2.9</c:v>
                </c:pt>
                <c:pt idx="6563">
                  <c:v>2.9</c:v>
                </c:pt>
                <c:pt idx="6564">
                  <c:v>2.9</c:v>
                </c:pt>
                <c:pt idx="6565">
                  <c:v>2.9</c:v>
                </c:pt>
                <c:pt idx="6566">
                  <c:v>2.9</c:v>
                </c:pt>
                <c:pt idx="6567">
                  <c:v>2.9</c:v>
                </c:pt>
                <c:pt idx="6568">
                  <c:v>2.65</c:v>
                </c:pt>
                <c:pt idx="6569">
                  <c:v>2.65</c:v>
                </c:pt>
                <c:pt idx="6570">
                  <c:v>2.65</c:v>
                </c:pt>
                <c:pt idx="6571">
                  <c:v>2.65</c:v>
                </c:pt>
                <c:pt idx="6572">
                  <c:v>2.65</c:v>
                </c:pt>
                <c:pt idx="6573">
                  <c:v>2.65</c:v>
                </c:pt>
                <c:pt idx="6574">
                  <c:v>2.65</c:v>
                </c:pt>
                <c:pt idx="6575">
                  <c:v>2.65</c:v>
                </c:pt>
                <c:pt idx="6576">
                  <c:v>2.65</c:v>
                </c:pt>
                <c:pt idx="6577">
                  <c:v>2.65</c:v>
                </c:pt>
                <c:pt idx="6578">
                  <c:v>2.65</c:v>
                </c:pt>
                <c:pt idx="6579">
                  <c:v>2.65</c:v>
                </c:pt>
                <c:pt idx="6580">
                  <c:v>2.65</c:v>
                </c:pt>
                <c:pt idx="6581">
                  <c:v>2.65</c:v>
                </c:pt>
                <c:pt idx="6582">
                  <c:v>2.65</c:v>
                </c:pt>
                <c:pt idx="6583">
                  <c:v>2.65</c:v>
                </c:pt>
                <c:pt idx="6584">
                  <c:v>2.65</c:v>
                </c:pt>
                <c:pt idx="6585">
                  <c:v>2.65</c:v>
                </c:pt>
                <c:pt idx="6586">
                  <c:v>2.65</c:v>
                </c:pt>
                <c:pt idx="6587">
                  <c:v>2.65</c:v>
                </c:pt>
                <c:pt idx="6588">
                  <c:v>2.65</c:v>
                </c:pt>
                <c:pt idx="6589">
                  <c:v>2.65</c:v>
                </c:pt>
                <c:pt idx="6590">
                  <c:v>2.65</c:v>
                </c:pt>
                <c:pt idx="6591">
                  <c:v>2.65</c:v>
                </c:pt>
                <c:pt idx="6592">
                  <c:v>2.65</c:v>
                </c:pt>
                <c:pt idx="6593">
                  <c:v>2.65</c:v>
                </c:pt>
                <c:pt idx="6594">
                  <c:v>2.65</c:v>
                </c:pt>
                <c:pt idx="6595">
                  <c:v>2.65</c:v>
                </c:pt>
                <c:pt idx="6596">
                  <c:v>2.65</c:v>
                </c:pt>
                <c:pt idx="6597">
                  <c:v>2.65</c:v>
                </c:pt>
                <c:pt idx="6598">
                  <c:v>2.4</c:v>
                </c:pt>
                <c:pt idx="6599">
                  <c:v>2.4</c:v>
                </c:pt>
                <c:pt idx="6600">
                  <c:v>2.4</c:v>
                </c:pt>
                <c:pt idx="6601">
                  <c:v>2.4</c:v>
                </c:pt>
                <c:pt idx="6602">
                  <c:v>2.4</c:v>
                </c:pt>
                <c:pt idx="6603">
                  <c:v>2.4</c:v>
                </c:pt>
                <c:pt idx="6604">
                  <c:v>2.4</c:v>
                </c:pt>
                <c:pt idx="6605">
                  <c:v>2.4</c:v>
                </c:pt>
                <c:pt idx="6606">
                  <c:v>2.4</c:v>
                </c:pt>
                <c:pt idx="6607">
                  <c:v>2.4</c:v>
                </c:pt>
                <c:pt idx="6608">
                  <c:v>2.4</c:v>
                </c:pt>
                <c:pt idx="6609">
                  <c:v>2.4</c:v>
                </c:pt>
                <c:pt idx="6610">
                  <c:v>2.4</c:v>
                </c:pt>
                <c:pt idx="6611">
                  <c:v>2.4</c:v>
                </c:pt>
                <c:pt idx="6612">
                  <c:v>2.4</c:v>
                </c:pt>
                <c:pt idx="6613">
                  <c:v>2.4</c:v>
                </c:pt>
                <c:pt idx="6614">
                  <c:v>2.4</c:v>
                </c:pt>
                <c:pt idx="6615">
                  <c:v>2.4</c:v>
                </c:pt>
                <c:pt idx="6616">
                  <c:v>2.4</c:v>
                </c:pt>
                <c:pt idx="6617">
                  <c:v>2.4</c:v>
                </c:pt>
                <c:pt idx="6618">
                  <c:v>2.4</c:v>
                </c:pt>
                <c:pt idx="6619">
                  <c:v>2.4</c:v>
                </c:pt>
                <c:pt idx="6620">
                  <c:v>2.4</c:v>
                </c:pt>
                <c:pt idx="6621">
                  <c:v>2.4</c:v>
                </c:pt>
                <c:pt idx="6622">
                  <c:v>2.4</c:v>
                </c:pt>
                <c:pt idx="6623">
                  <c:v>2.4</c:v>
                </c:pt>
                <c:pt idx="6624">
                  <c:v>2.4</c:v>
                </c:pt>
                <c:pt idx="6625">
                  <c:v>2.4</c:v>
                </c:pt>
                <c:pt idx="6626">
                  <c:v>2.4</c:v>
                </c:pt>
                <c:pt idx="6627">
                  <c:v>2.4</c:v>
                </c:pt>
                <c:pt idx="6628">
                  <c:v>2.4</c:v>
                </c:pt>
                <c:pt idx="6629">
                  <c:v>2.4</c:v>
                </c:pt>
                <c:pt idx="6630">
                  <c:v>2.4</c:v>
                </c:pt>
                <c:pt idx="6631">
                  <c:v>2.4</c:v>
                </c:pt>
                <c:pt idx="6632">
                  <c:v>2.4</c:v>
                </c:pt>
                <c:pt idx="6633">
                  <c:v>2.15</c:v>
                </c:pt>
                <c:pt idx="6634">
                  <c:v>2.15</c:v>
                </c:pt>
                <c:pt idx="6635">
                  <c:v>2.15</c:v>
                </c:pt>
                <c:pt idx="6636">
                  <c:v>2.15</c:v>
                </c:pt>
                <c:pt idx="6637">
                  <c:v>2.15</c:v>
                </c:pt>
                <c:pt idx="6638">
                  <c:v>2.15</c:v>
                </c:pt>
                <c:pt idx="6639">
                  <c:v>2.15</c:v>
                </c:pt>
                <c:pt idx="6640">
                  <c:v>2.15</c:v>
                </c:pt>
                <c:pt idx="6641">
                  <c:v>2.15</c:v>
                </c:pt>
                <c:pt idx="6642">
                  <c:v>2.15</c:v>
                </c:pt>
                <c:pt idx="6643">
                  <c:v>2.15</c:v>
                </c:pt>
                <c:pt idx="6644">
                  <c:v>2.15</c:v>
                </c:pt>
                <c:pt idx="6645">
                  <c:v>2.15</c:v>
                </c:pt>
                <c:pt idx="6646">
                  <c:v>2.15</c:v>
                </c:pt>
                <c:pt idx="6647">
                  <c:v>2.15</c:v>
                </c:pt>
                <c:pt idx="6648">
                  <c:v>2.15</c:v>
                </c:pt>
                <c:pt idx="6649">
                  <c:v>2.15</c:v>
                </c:pt>
                <c:pt idx="6650">
                  <c:v>2.15</c:v>
                </c:pt>
                <c:pt idx="6651">
                  <c:v>2.15</c:v>
                </c:pt>
                <c:pt idx="6652">
                  <c:v>2.15</c:v>
                </c:pt>
                <c:pt idx="6653">
                  <c:v>2.15</c:v>
                </c:pt>
                <c:pt idx="6654">
                  <c:v>2.15</c:v>
                </c:pt>
                <c:pt idx="6655">
                  <c:v>2.15</c:v>
                </c:pt>
                <c:pt idx="6656">
                  <c:v>2.15</c:v>
                </c:pt>
                <c:pt idx="6657">
                  <c:v>2.15</c:v>
                </c:pt>
                <c:pt idx="6658">
                  <c:v>2.15</c:v>
                </c:pt>
                <c:pt idx="6659">
                  <c:v>2.15</c:v>
                </c:pt>
                <c:pt idx="6660">
                  <c:v>2.15</c:v>
                </c:pt>
                <c:pt idx="6661">
                  <c:v>2.15</c:v>
                </c:pt>
                <c:pt idx="6662">
                  <c:v>2.15</c:v>
                </c:pt>
                <c:pt idx="6663">
                  <c:v>2.15</c:v>
                </c:pt>
                <c:pt idx="6664">
                  <c:v>2.15</c:v>
                </c:pt>
                <c:pt idx="6665">
                  <c:v>2.15</c:v>
                </c:pt>
                <c:pt idx="6666">
                  <c:v>2.15</c:v>
                </c:pt>
                <c:pt idx="6667">
                  <c:v>2.15</c:v>
                </c:pt>
                <c:pt idx="6668">
                  <c:v>2.15</c:v>
                </c:pt>
                <c:pt idx="6669">
                  <c:v>2.15</c:v>
                </c:pt>
                <c:pt idx="6670">
                  <c:v>2.15</c:v>
                </c:pt>
                <c:pt idx="6671">
                  <c:v>2.15</c:v>
                </c:pt>
                <c:pt idx="6672">
                  <c:v>2.15</c:v>
                </c:pt>
                <c:pt idx="6673">
                  <c:v>2.15</c:v>
                </c:pt>
                <c:pt idx="6674">
                  <c:v>2.15</c:v>
                </c:pt>
                <c:pt idx="6675">
                  <c:v>2.15</c:v>
                </c:pt>
                <c:pt idx="6676">
                  <c:v>2.15</c:v>
                </c:pt>
                <c:pt idx="6677">
                  <c:v>2.15</c:v>
                </c:pt>
                <c:pt idx="6678">
                  <c:v>2.15</c:v>
                </c:pt>
                <c:pt idx="6679">
                  <c:v>2.15</c:v>
                </c:pt>
                <c:pt idx="6680">
                  <c:v>2.15</c:v>
                </c:pt>
                <c:pt idx="6681">
                  <c:v>2.15</c:v>
                </c:pt>
                <c:pt idx="6682">
                  <c:v>2.15</c:v>
                </c:pt>
                <c:pt idx="6683">
                  <c:v>2.15</c:v>
                </c:pt>
                <c:pt idx="6684">
                  <c:v>2.15</c:v>
                </c:pt>
                <c:pt idx="6685">
                  <c:v>2.15</c:v>
                </c:pt>
                <c:pt idx="6686">
                  <c:v>2.15</c:v>
                </c:pt>
                <c:pt idx="6687">
                  <c:v>2.15</c:v>
                </c:pt>
                <c:pt idx="6688">
                  <c:v>2.15</c:v>
                </c:pt>
                <c:pt idx="6689">
                  <c:v>2.15</c:v>
                </c:pt>
                <c:pt idx="6690">
                  <c:v>2.15</c:v>
                </c:pt>
                <c:pt idx="6691">
                  <c:v>2.15</c:v>
                </c:pt>
                <c:pt idx="6692">
                  <c:v>2.15</c:v>
                </c:pt>
                <c:pt idx="6693">
                  <c:v>2.15</c:v>
                </c:pt>
                <c:pt idx="6694">
                  <c:v>2.15</c:v>
                </c:pt>
                <c:pt idx="6695">
                  <c:v>2.15</c:v>
                </c:pt>
                <c:pt idx="6696">
                  <c:v>2.15</c:v>
                </c:pt>
                <c:pt idx="6697">
                  <c:v>2.15</c:v>
                </c:pt>
                <c:pt idx="6698">
                  <c:v>2.15</c:v>
                </c:pt>
                <c:pt idx="6699">
                  <c:v>2.15</c:v>
                </c:pt>
                <c:pt idx="6700">
                  <c:v>2.15</c:v>
                </c:pt>
                <c:pt idx="6701">
                  <c:v>2.15</c:v>
                </c:pt>
                <c:pt idx="6702">
                  <c:v>2.15</c:v>
                </c:pt>
                <c:pt idx="6703">
                  <c:v>2.15</c:v>
                </c:pt>
                <c:pt idx="6704">
                  <c:v>2.15</c:v>
                </c:pt>
                <c:pt idx="6705">
                  <c:v>2.15</c:v>
                </c:pt>
                <c:pt idx="6706">
                  <c:v>2.15</c:v>
                </c:pt>
                <c:pt idx="6707">
                  <c:v>2.15</c:v>
                </c:pt>
                <c:pt idx="6708">
                  <c:v>2.15</c:v>
                </c:pt>
                <c:pt idx="6709">
                  <c:v>2.15</c:v>
                </c:pt>
                <c:pt idx="6710">
                  <c:v>2.15</c:v>
                </c:pt>
                <c:pt idx="6711">
                  <c:v>2.15</c:v>
                </c:pt>
                <c:pt idx="6712">
                  <c:v>2.15</c:v>
                </c:pt>
                <c:pt idx="6713">
                  <c:v>2.15</c:v>
                </c:pt>
                <c:pt idx="6714">
                  <c:v>2.15</c:v>
                </c:pt>
                <c:pt idx="6715">
                  <c:v>2.15</c:v>
                </c:pt>
                <c:pt idx="6716">
                  <c:v>2.15</c:v>
                </c:pt>
                <c:pt idx="6717">
                  <c:v>2.15</c:v>
                </c:pt>
                <c:pt idx="6718">
                  <c:v>2.15</c:v>
                </c:pt>
                <c:pt idx="6719">
                  <c:v>2.15</c:v>
                </c:pt>
                <c:pt idx="6720">
                  <c:v>2.15</c:v>
                </c:pt>
                <c:pt idx="6721">
                  <c:v>2.15</c:v>
                </c:pt>
                <c:pt idx="6722">
                  <c:v>2.15</c:v>
                </c:pt>
                <c:pt idx="6723">
                  <c:v>2.15</c:v>
                </c:pt>
                <c:pt idx="6724">
                  <c:v>2.15</c:v>
                </c:pt>
                <c:pt idx="6725">
                  <c:v>2.15</c:v>
                </c:pt>
                <c:pt idx="6726">
                  <c:v>2.15</c:v>
                </c:pt>
                <c:pt idx="6727">
                  <c:v>2.15</c:v>
                </c:pt>
                <c:pt idx="6728">
                  <c:v>2.15</c:v>
                </c:pt>
                <c:pt idx="6729">
                  <c:v>2.15</c:v>
                </c:pt>
                <c:pt idx="6730">
                  <c:v>2.15</c:v>
                </c:pt>
                <c:pt idx="6731">
                  <c:v>2.15</c:v>
                </c:pt>
                <c:pt idx="6732">
                  <c:v>2.15</c:v>
                </c:pt>
                <c:pt idx="6733">
                  <c:v>2.15</c:v>
                </c:pt>
                <c:pt idx="6734">
                  <c:v>2.15</c:v>
                </c:pt>
                <c:pt idx="6735">
                  <c:v>2.15</c:v>
                </c:pt>
                <c:pt idx="6736">
                  <c:v>2.15</c:v>
                </c:pt>
                <c:pt idx="6737">
                  <c:v>2.15</c:v>
                </c:pt>
                <c:pt idx="6738">
                  <c:v>2.15</c:v>
                </c:pt>
                <c:pt idx="6739">
                  <c:v>2.15</c:v>
                </c:pt>
                <c:pt idx="6740">
                  <c:v>2.15</c:v>
                </c:pt>
                <c:pt idx="6741">
                  <c:v>2.15</c:v>
                </c:pt>
                <c:pt idx="6742">
                  <c:v>2.15</c:v>
                </c:pt>
                <c:pt idx="6743">
                  <c:v>2.15</c:v>
                </c:pt>
                <c:pt idx="6744">
                  <c:v>2.15</c:v>
                </c:pt>
                <c:pt idx="6745">
                  <c:v>2.15</c:v>
                </c:pt>
                <c:pt idx="6746">
                  <c:v>2.15</c:v>
                </c:pt>
                <c:pt idx="6747">
                  <c:v>2.15</c:v>
                </c:pt>
                <c:pt idx="6748">
                  <c:v>2.15</c:v>
                </c:pt>
                <c:pt idx="6749">
                  <c:v>2.15</c:v>
                </c:pt>
                <c:pt idx="6750">
                  <c:v>2.15</c:v>
                </c:pt>
                <c:pt idx="6751">
                  <c:v>2.15</c:v>
                </c:pt>
                <c:pt idx="6752">
                  <c:v>2.15</c:v>
                </c:pt>
                <c:pt idx="6753">
                  <c:v>2.15</c:v>
                </c:pt>
                <c:pt idx="6754">
                  <c:v>2.15</c:v>
                </c:pt>
                <c:pt idx="6755">
                  <c:v>2.15</c:v>
                </c:pt>
                <c:pt idx="6756">
                  <c:v>2.15</c:v>
                </c:pt>
                <c:pt idx="6757">
                  <c:v>2.15</c:v>
                </c:pt>
                <c:pt idx="6758">
                  <c:v>2.15</c:v>
                </c:pt>
                <c:pt idx="6759">
                  <c:v>2.15</c:v>
                </c:pt>
                <c:pt idx="6760">
                  <c:v>2.15</c:v>
                </c:pt>
                <c:pt idx="6761">
                  <c:v>2.15</c:v>
                </c:pt>
                <c:pt idx="6762">
                  <c:v>2.15</c:v>
                </c:pt>
                <c:pt idx="6763">
                  <c:v>2.15</c:v>
                </c:pt>
                <c:pt idx="6764">
                  <c:v>2.15</c:v>
                </c:pt>
                <c:pt idx="6765">
                  <c:v>2.15</c:v>
                </c:pt>
                <c:pt idx="6766">
                  <c:v>2.15</c:v>
                </c:pt>
                <c:pt idx="6767">
                  <c:v>2.15</c:v>
                </c:pt>
                <c:pt idx="6768">
                  <c:v>2.15</c:v>
                </c:pt>
                <c:pt idx="6769">
                  <c:v>2.15</c:v>
                </c:pt>
                <c:pt idx="6770">
                  <c:v>2.15</c:v>
                </c:pt>
                <c:pt idx="6771">
                  <c:v>2.15</c:v>
                </c:pt>
                <c:pt idx="6772">
                  <c:v>2.15</c:v>
                </c:pt>
                <c:pt idx="6773">
                  <c:v>2.15</c:v>
                </c:pt>
                <c:pt idx="6774">
                  <c:v>2.15</c:v>
                </c:pt>
                <c:pt idx="6775">
                  <c:v>2.15</c:v>
                </c:pt>
                <c:pt idx="6776">
                  <c:v>2.15</c:v>
                </c:pt>
                <c:pt idx="6777">
                  <c:v>2.15</c:v>
                </c:pt>
                <c:pt idx="6778">
                  <c:v>2.15</c:v>
                </c:pt>
                <c:pt idx="6779">
                  <c:v>2.15</c:v>
                </c:pt>
                <c:pt idx="6780">
                  <c:v>2.15</c:v>
                </c:pt>
                <c:pt idx="6781">
                  <c:v>2.15</c:v>
                </c:pt>
                <c:pt idx="6782">
                  <c:v>2.15</c:v>
                </c:pt>
                <c:pt idx="6783">
                  <c:v>2.15</c:v>
                </c:pt>
                <c:pt idx="6784">
                  <c:v>2.15</c:v>
                </c:pt>
                <c:pt idx="6785">
                  <c:v>2.15</c:v>
                </c:pt>
                <c:pt idx="6786">
                  <c:v>2.15</c:v>
                </c:pt>
                <c:pt idx="6787">
                  <c:v>2.15</c:v>
                </c:pt>
                <c:pt idx="6788">
                  <c:v>2.15</c:v>
                </c:pt>
                <c:pt idx="6789">
                  <c:v>2.15</c:v>
                </c:pt>
                <c:pt idx="6790">
                  <c:v>2.15</c:v>
                </c:pt>
                <c:pt idx="6791">
                  <c:v>2.15</c:v>
                </c:pt>
                <c:pt idx="6792">
                  <c:v>2.15</c:v>
                </c:pt>
                <c:pt idx="6793">
                  <c:v>2.15</c:v>
                </c:pt>
                <c:pt idx="6794">
                  <c:v>2.15</c:v>
                </c:pt>
                <c:pt idx="6795">
                  <c:v>2.15</c:v>
                </c:pt>
                <c:pt idx="6796">
                  <c:v>2.15</c:v>
                </c:pt>
                <c:pt idx="6797">
                  <c:v>2.15</c:v>
                </c:pt>
                <c:pt idx="6798">
                  <c:v>2.15</c:v>
                </c:pt>
                <c:pt idx="6799">
                  <c:v>2.15</c:v>
                </c:pt>
                <c:pt idx="6800">
                  <c:v>2.15</c:v>
                </c:pt>
                <c:pt idx="6801">
                  <c:v>2.15</c:v>
                </c:pt>
                <c:pt idx="6802">
                  <c:v>2.15</c:v>
                </c:pt>
                <c:pt idx="6803">
                  <c:v>2.15</c:v>
                </c:pt>
                <c:pt idx="6804">
                  <c:v>2.15</c:v>
                </c:pt>
                <c:pt idx="6805">
                  <c:v>2.15</c:v>
                </c:pt>
                <c:pt idx="6806">
                  <c:v>2.15</c:v>
                </c:pt>
                <c:pt idx="6807">
                  <c:v>2.15</c:v>
                </c:pt>
                <c:pt idx="6808">
                  <c:v>2.15</c:v>
                </c:pt>
                <c:pt idx="6809">
                  <c:v>2.15</c:v>
                </c:pt>
                <c:pt idx="6810">
                  <c:v>2.15</c:v>
                </c:pt>
                <c:pt idx="6811">
                  <c:v>2.15</c:v>
                </c:pt>
                <c:pt idx="6812">
                  <c:v>2.15</c:v>
                </c:pt>
                <c:pt idx="6813">
                  <c:v>2.15</c:v>
                </c:pt>
                <c:pt idx="6814">
                  <c:v>2.15</c:v>
                </c:pt>
                <c:pt idx="6815">
                  <c:v>2.15</c:v>
                </c:pt>
                <c:pt idx="6816">
                  <c:v>2.15</c:v>
                </c:pt>
                <c:pt idx="6817">
                  <c:v>2.15</c:v>
                </c:pt>
                <c:pt idx="6818">
                  <c:v>2.15</c:v>
                </c:pt>
                <c:pt idx="6819">
                  <c:v>2.15</c:v>
                </c:pt>
                <c:pt idx="6820">
                  <c:v>2.15</c:v>
                </c:pt>
                <c:pt idx="6821">
                  <c:v>2.15</c:v>
                </c:pt>
                <c:pt idx="6822">
                  <c:v>2.15</c:v>
                </c:pt>
                <c:pt idx="6823">
                  <c:v>2.15</c:v>
                </c:pt>
                <c:pt idx="6824">
                  <c:v>2.15</c:v>
                </c:pt>
                <c:pt idx="6825">
                  <c:v>2.15</c:v>
                </c:pt>
                <c:pt idx="6826">
                  <c:v>2.15</c:v>
                </c:pt>
                <c:pt idx="6827">
                  <c:v>2.15</c:v>
                </c:pt>
                <c:pt idx="6828">
                  <c:v>2.15</c:v>
                </c:pt>
                <c:pt idx="6829">
                  <c:v>2.15</c:v>
                </c:pt>
                <c:pt idx="6830">
                  <c:v>2.15</c:v>
                </c:pt>
                <c:pt idx="6831">
                  <c:v>2.15</c:v>
                </c:pt>
                <c:pt idx="6832">
                  <c:v>2.15</c:v>
                </c:pt>
                <c:pt idx="6833">
                  <c:v>2.15</c:v>
                </c:pt>
                <c:pt idx="6834">
                  <c:v>2.15</c:v>
                </c:pt>
                <c:pt idx="6835">
                  <c:v>2.15</c:v>
                </c:pt>
                <c:pt idx="6836">
                  <c:v>2.15</c:v>
                </c:pt>
                <c:pt idx="6837">
                  <c:v>2.15</c:v>
                </c:pt>
                <c:pt idx="6838">
                  <c:v>2.15</c:v>
                </c:pt>
                <c:pt idx="6839">
                  <c:v>2.15</c:v>
                </c:pt>
                <c:pt idx="6840">
                  <c:v>2.15</c:v>
                </c:pt>
                <c:pt idx="6841">
                  <c:v>2.15</c:v>
                </c:pt>
                <c:pt idx="6842">
                  <c:v>2.15</c:v>
                </c:pt>
                <c:pt idx="6843">
                  <c:v>2.15</c:v>
                </c:pt>
                <c:pt idx="6844">
                  <c:v>2.15</c:v>
                </c:pt>
                <c:pt idx="6845">
                  <c:v>2.15</c:v>
                </c:pt>
                <c:pt idx="6846">
                  <c:v>2.15</c:v>
                </c:pt>
                <c:pt idx="6847">
                  <c:v>2.15</c:v>
                </c:pt>
                <c:pt idx="6848">
                  <c:v>2.15</c:v>
                </c:pt>
                <c:pt idx="6849">
                  <c:v>2.15</c:v>
                </c:pt>
                <c:pt idx="6850">
                  <c:v>2.15</c:v>
                </c:pt>
                <c:pt idx="6851">
                  <c:v>2.15</c:v>
                </c:pt>
                <c:pt idx="6852">
                  <c:v>2.15</c:v>
                </c:pt>
                <c:pt idx="6853">
                  <c:v>2.15</c:v>
                </c:pt>
                <c:pt idx="6854">
                  <c:v>2.15</c:v>
                </c:pt>
                <c:pt idx="6855">
                  <c:v>2.15</c:v>
                </c:pt>
                <c:pt idx="6856">
                  <c:v>2.15</c:v>
                </c:pt>
                <c:pt idx="6857">
                  <c:v>2.15</c:v>
                </c:pt>
                <c:pt idx="6858">
                  <c:v>2.15</c:v>
                </c:pt>
                <c:pt idx="6859">
                  <c:v>2.15</c:v>
                </c:pt>
                <c:pt idx="6860">
                  <c:v>2.15</c:v>
                </c:pt>
                <c:pt idx="6861">
                  <c:v>2.15</c:v>
                </c:pt>
                <c:pt idx="6862">
                  <c:v>2.15</c:v>
                </c:pt>
                <c:pt idx="6863">
                  <c:v>2.15</c:v>
                </c:pt>
                <c:pt idx="6864">
                  <c:v>2.15</c:v>
                </c:pt>
                <c:pt idx="6865">
                  <c:v>2.15</c:v>
                </c:pt>
                <c:pt idx="6866">
                  <c:v>2.15</c:v>
                </c:pt>
                <c:pt idx="6867">
                  <c:v>2.15</c:v>
                </c:pt>
                <c:pt idx="6868">
                  <c:v>2.15</c:v>
                </c:pt>
                <c:pt idx="6869">
                  <c:v>2.15</c:v>
                </c:pt>
                <c:pt idx="6870">
                  <c:v>2.15</c:v>
                </c:pt>
                <c:pt idx="6871">
                  <c:v>2.15</c:v>
                </c:pt>
                <c:pt idx="6872">
                  <c:v>2.15</c:v>
                </c:pt>
                <c:pt idx="6873">
                  <c:v>2.15</c:v>
                </c:pt>
                <c:pt idx="6874">
                  <c:v>2.15</c:v>
                </c:pt>
                <c:pt idx="6875">
                  <c:v>2.15</c:v>
                </c:pt>
                <c:pt idx="6876">
                  <c:v>2.15</c:v>
                </c:pt>
                <c:pt idx="6877">
                  <c:v>2.15</c:v>
                </c:pt>
                <c:pt idx="6878">
                  <c:v>2.15</c:v>
                </c:pt>
                <c:pt idx="6879">
                  <c:v>2.15</c:v>
                </c:pt>
                <c:pt idx="6880">
                  <c:v>2.15</c:v>
                </c:pt>
                <c:pt idx="6881">
                  <c:v>2.15</c:v>
                </c:pt>
                <c:pt idx="6882">
                  <c:v>2.15</c:v>
                </c:pt>
                <c:pt idx="6883">
                  <c:v>2.15</c:v>
                </c:pt>
                <c:pt idx="6884">
                  <c:v>2.15</c:v>
                </c:pt>
                <c:pt idx="6885">
                  <c:v>2.15</c:v>
                </c:pt>
                <c:pt idx="6886">
                  <c:v>2.15</c:v>
                </c:pt>
                <c:pt idx="6887">
                  <c:v>2.15</c:v>
                </c:pt>
                <c:pt idx="6888">
                  <c:v>2.15</c:v>
                </c:pt>
                <c:pt idx="6889">
                  <c:v>2.15</c:v>
                </c:pt>
                <c:pt idx="6890">
                  <c:v>2.15</c:v>
                </c:pt>
                <c:pt idx="6891">
                  <c:v>2.15</c:v>
                </c:pt>
                <c:pt idx="6892">
                  <c:v>2.15</c:v>
                </c:pt>
                <c:pt idx="6893">
                  <c:v>2.15</c:v>
                </c:pt>
                <c:pt idx="6894">
                  <c:v>2.15</c:v>
                </c:pt>
                <c:pt idx="6895">
                  <c:v>2.15</c:v>
                </c:pt>
                <c:pt idx="6896">
                  <c:v>2.15</c:v>
                </c:pt>
                <c:pt idx="6897">
                  <c:v>2.15</c:v>
                </c:pt>
                <c:pt idx="6898">
                  <c:v>2.4</c:v>
                </c:pt>
                <c:pt idx="6899">
                  <c:v>2.4</c:v>
                </c:pt>
              </c:numCache>
            </c:numRef>
          </c:val>
          <c:smooth val="0"/>
          <c:extLst>
            <c:ext xmlns:c16="http://schemas.microsoft.com/office/drawing/2014/chart" uri="{C3380CC4-5D6E-409C-BE32-E72D297353CC}">
              <c16:uniqueId val="{00000001-DE25-4BD3-B5D0-17D142CBEE90}"/>
            </c:ext>
          </c:extLst>
        </c:ser>
        <c:ser>
          <c:idx val="2"/>
          <c:order val="2"/>
          <c:tx>
            <c:strRef>
              <c:f>'ECB policy rate'!$D$1</c:f>
              <c:strCache>
                <c:ptCount val="1"/>
                <c:pt idx="0">
                  <c:v>欧洲央行保证金贷款利率，%</c:v>
                </c:pt>
              </c:strCache>
            </c:strRef>
          </c:tx>
          <c:spPr>
            <a:ln w="25400" cap="rnd">
              <a:solidFill>
                <a:srgbClr val="B8BFE4"/>
              </a:solidFill>
              <a:round/>
            </a:ln>
            <a:effectLst/>
          </c:spPr>
          <c:marker>
            <c:symbol val="none"/>
          </c:marker>
          <c:cat>
            <c:numRef>
              <c:f>'ECB policy rate'!$A$2:$A$6901</c:f>
              <c:numCache>
                <c:formatCode>m/d/yyyy</c:formatCode>
                <c:ptCount val="6900"/>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36637</c:v>
                </c:pt>
                <c:pt idx="80">
                  <c:v>36640</c:v>
                </c:pt>
                <c:pt idx="81">
                  <c:v>36641</c:v>
                </c:pt>
                <c:pt idx="82">
                  <c:v>36642</c:v>
                </c:pt>
                <c:pt idx="83">
                  <c:v>36643</c:v>
                </c:pt>
                <c:pt idx="84">
                  <c:v>36644</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36801</c:v>
                </c:pt>
                <c:pt idx="196">
                  <c:v>36802</c:v>
                </c:pt>
                <c:pt idx="197">
                  <c:v>36803</c:v>
                </c:pt>
                <c:pt idx="198">
                  <c:v>36804</c:v>
                </c:pt>
                <c:pt idx="199">
                  <c:v>36805</c:v>
                </c:pt>
                <c:pt idx="200">
                  <c:v>36808</c:v>
                </c:pt>
                <c:pt idx="201">
                  <c:v>36809</c:v>
                </c:pt>
                <c:pt idx="202">
                  <c:v>36810</c:v>
                </c:pt>
                <c:pt idx="203">
                  <c:v>36811</c:v>
                </c:pt>
                <c:pt idx="204">
                  <c:v>36812</c:v>
                </c:pt>
                <c:pt idx="205">
                  <c:v>36815</c:v>
                </c:pt>
                <c:pt idx="206">
                  <c:v>36816</c:v>
                </c:pt>
                <c:pt idx="207">
                  <c:v>36817</c:v>
                </c:pt>
                <c:pt idx="208">
                  <c:v>36818</c:v>
                </c:pt>
                <c:pt idx="209">
                  <c:v>36819</c:v>
                </c:pt>
                <c:pt idx="210">
                  <c:v>36822</c:v>
                </c:pt>
                <c:pt idx="211">
                  <c:v>36823</c:v>
                </c:pt>
                <c:pt idx="212">
                  <c:v>36824</c:v>
                </c:pt>
                <c:pt idx="213">
                  <c:v>36825</c:v>
                </c:pt>
                <c:pt idx="214">
                  <c:v>36826</c:v>
                </c:pt>
                <c:pt idx="215">
                  <c:v>36829</c:v>
                </c:pt>
                <c:pt idx="216">
                  <c:v>36830</c:v>
                </c:pt>
                <c:pt idx="217">
                  <c:v>36831</c:v>
                </c:pt>
                <c:pt idx="218">
                  <c:v>36832</c:v>
                </c:pt>
                <c:pt idx="219">
                  <c:v>36833</c:v>
                </c:pt>
                <c:pt idx="220">
                  <c:v>36836</c:v>
                </c:pt>
                <c:pt idx="221">
                  <c:v>36837</c:v>
                </c:pt>
                <c:pt idx="222">
                  <c:v>36838</c:v>
                </c:pt>
                <c:pt idx="223">
                  <c:v>36839</c:v>
                </c:pt>
                <c:pt idx="224">
                  <c:v>36840</c:v>
                </c:pt>
                <c:pt idx="225">
                  <c:v>36843</c:v>
                </c:pt>
                <c:pt idx="226">
                  <c:v>36844</c:v>
                </c:pt>
                <c:pt idx="227">
                  <c:v>36845</c:v>
                </c:pt>
                <c:pt idx="228">
                  <c:v>36846</c:v>
                </c:pt>
                <c:pt idx="229">
                  <c:v>36847</c:v>
                </c:pt>
                <c:pt idx="230">
                  <c:v>36850</c:v>
                </c:pt>
                <c:pt idx="231">
                  <c:v>36851</c:v>
                </c:pt>
                <c:pt idx="232">
                  <c:v>36852</c:v>
                </c:pt>
                <c:pt idx="233">
                  <c:v>36853</c:v>
                </c:pt>
                <c:pt idx="234">
                  <c:v>36854</c:v>
                </c:pt>
                <c:pt idx="235">
                  <c:v>36857</c:v>
                </c:pt>
                <c:pt idx="236">
                  <c:v>36858</c:v>
                </c:pt>
                <c:pt idx="237">
                  <c:v>36859</c:v>
                </c:pt>
                <c:pt idx="238">
                  <c:v>36860</c:v>
                </c:pt>
                <c:pt idx="239">
                  <c:v>36861</c:v>
                </c:pt>
                <c:pt idx="240">
                  <c:v>36864</c:v>
                </c:pt>
                <c:pt idx="241">
                  <c:v>36865</c:v>
                </c:pt>
                <c:pt idx="242">
                  <c:v>36866</c:v>
                </c:pt>
                <c:pt idx="243">
                  <c:v>36867</c:v>
                </c:pt>
                <c:pt idx="244">
                  <c:v>36868</c:v>
                </c:pt>
                <c:pt idx="245">
                  <c:v>36871</c:v>
                </c:pt>
                <c:pt idx="246">
                  <c:v>36872</c:v>
                </c:pt>
                <c:pt idx="247">
                  <c:v>36873</c:v>
                </c:pt>
                <c:pt idx="248">
                  <c:v>36874</c:v>
                </c:pt>
                <c:pt idx="249">
                  <c:v>36875</c:v>
                </c:pt>
                <c:pt idx="250">
                  <c:v>36878</c:v>
                </c:pt>
                <c:pt idx="251">
                  <c:v>36879</c:v>
                </c:pt>
                <c:pt idx="252">
                  <c:v>36880</c:v>
                </c:pt>
                <c:pt idx="253">
                  <c:v>36881</c:v>
                </c:pt>
                <c:pt idx="254">
                  <c:v>36882</c:v>
                </c:pt>
                <c:pt idx="255">
                  <c:v>36885</c:v>
                </c:pt>
                <c:pt idx="256">
                  <c:v>36886</c:v>
                </c:pt>
                <c:pt idx="257">
                  <c:v>36887</c:v>
                </c:pt>
                <c:pt idx="258">
                  <c:v>36888</c:v>
                </c:pt>
                <c:pt idx="259">
                  <c:v>36889</c:v>
                </c:pt>
                <c:pt idx="260">
                  <c:v>36892</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36983</c:v>
                </c:pt>
                <c:pt idx="326">
                  <c:v>36984</c:v>
                </c:pt>
                <c:pt idx="327">
                  <c:v>36985</c:v>
                </c:pt>
                <c:pt idx="328">
                  <c:v>36986</c:v>
                </c:pt>
                <c:pt idx="329">
                  <c:v>36987</c:v>
                </c:pt>
                <c:pt idx="330">
                  <c:v>36990</c:v>
                </c:pt>
                <c:pt idx="331">
                  <c:v>36991</c:v>
                </c:pt>
                <c:pt idx="332">
                  <c:v>36992</c:v>
                </c:pt>
                <c:pt idx="333">
                  <c:v>36993</c:v>
                </c:pt>
                <c:pt idx="334">
                  <c:v>36994</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37074</c:v>
                </c:pt>
                <c:pt idx="391">
                  <c:v>37075</c:v>
                </c:pt>
                <c:pt idx="392">
                  <c:v>37076</c:v>
                </c:pt>
                <c:pt idx="393">
                  <c:v>37077</c:v>
                </c:pt>
                <c:pt idx="394">
                  <c:v>37078</c:v>
                </c:pt>
                <c:pt idx="395">
                  <c:v>37081</c:v>
                </c:pt>
                <c:pt idx="396">
                  <c:v>37082</c:v>
                </c:pt>
                <c:pt idx="397">
                  <c:v>37083</c:v>
                </c:pt>
                <c:pt idx="398">
                  <c:v>37084</c:v>
                </c:pt>
                <c:pt idx="399">
                  <c:v>37085</c:v>
                </c:pt>
                <c:pt idx="400">
                  <c:v>37088</c:v>
                </c:pt>
                <c:pt idx="401">
                  <c:v>37089</c:v>
                </c:pt>
                <c:pt idx="402">
                  <c:v>37090</c:v>
                </c:pt>
                <c:pt idx="403">
                  <c:v>37091</c:v>
                </c:pt>
                <c:pt idx="404">
                  <c:v>37092</c:v>
                </c:pt>
                <c:pt idx="405">
                  <c:v>37095</c:v>
                </c:pt>
                <c:pt idx="406">
                  <c:v>37096</c:v>
                </c:pt>
                <c:pt idx="407">
                  <c:v>37097</c:v>
                </c:pt>
                <c:pt idx="408">
                  <c:v>37098</c:v>
                </c:pt>
                <c:pt idx="409">
                  <c:v>37099</c:v>
                </c:pt>
                <c:pt idx="410">
                  <c:v>37102</c:v>
                </c:pt>
                <c:pt idx="411">
                  <c:v>37103</c:v>
                </c:pt>
                <c:pt idx="412">
                  <c:v>37104</c:v>
                </c:pt>
                <c:pt idx="413">
                  <c:v>37105</c:v>
                </c:pt>
                <c:pt idx="414">
                  <c:v>37106</c:v>
                </c:pt>
                <c:pt idx="415">
                  <c:v>37109</c:v>
                </c:pt>
                <c:pt idx="416">
                  <c:v>37110</c:v>
                </c:pt>
                <c:pt idx="417">
                  <c:v>37111</c:v>
                </c:pt>
                <c:pt idx="418">
                  <c:v>37112</c:v>
                </c:pt>
                <c:pt idx="419">
                  <c:v>37113</c:v>
                </c:pt>
                <c:pt idx="420">
                  <c:v>37116</c:v>
                </c:pt>
                <c:pt idx="421">
                  <c:v>37117</c:v>
                </c:pt>
                <c:pt idx="422">
                  <c:v>37118</c:v>
                </c:pt>
                <c:pt idx="423">
                  <c:v>37119</c:v>
                </c:pt>
                <c:pt idx="424">
                  <c:v>37120</c:v>
                </c:pt>
                <c:pt idx="425">
                  <c:v>37123</c:v>
                </c:pt>
                <c:pt idx="426">
                  <c:v>37124</c:v>
                </c:pt>
                <c:pt idx="427">
                  <c:v>37125</c:v>
                </c:pt>
                <c:pt idx="428">
                  <c:v>37126</c:v>
                </c:pt>
                <c:pt idx="429">
                  <c:v>37127</c:v>
                </c:pt>
                <c:pt idx="430">
                  <c:v>37130</c:v>
                </c:pt>
                <c:pt idx="431">
                  <c:v>37131</c:v>
                </c:pt>
                <c:pt idx="432">
                  <c:v>37132</c:v>
                </c:pt>
                <c:pt idx="433">
                  <c:v>37133</c:v>
                </c:pt>
                <c:pt idx="434">
                  <c:v>37134</c:v>
                </c:pt>
                <c:pt idx="435">
                  <c:v>37137</c:v>
                </c:pt>
                <c:pt idx="436">
                  <c:v>37138</c:v>
                </c:pt>
                <c:pt idx="437">
                  <c:v>37139</c:v>
                </c:pt>
                <c:pt idx="438">
                  <c:v>37140</c:v>
                </c:pt>
                <c:pt idx="439">
                  <c:v>37141</c:v>
                </c:pt>
                <c:pt idx="440">
                  <c:v>37144</c:v>
                </c:pt>
                <c:pt idx="441">
                  <c:v>37145</c:v>
                </c:pt>
                <c:pt idx="442">
                  <c:v>37146</c:v>
                </c:pt>
                <c:pt idx="443">
                  <c:v>37147</c:v>
                </c:pt>
                <c:pt idx="444">
                  <c:v>37148</c:v>
                </c:pt>
                <c:pt idx="445">
                  <c:v>37151</c:v>
                </c:pt>
                <c:pt idx="446">
                  <c:v>37152</c:v>
                </c:pt>
                <c:pt idx="447">
                  <c:v>37153</c:v>
                </c:pt>
                <c:pt idx="448">
                  <c:v>37154</c:v>
                </c:pt>
                <c:pt idx="449">
                  <c:v>37155</c:v>
                </c:pt>
                <c:pt idx="450">
                  <c:v>37158</c:v>
                </c:pt>
                <c:pt idx="451">
                  <c:v>37159</c:v>
                </c:pt>
                <c:pt idx="452">
                  <c:v>37160</c:v>
                </c:pt>
                <c:pt idx="453">
                  <c:v>37161</c:v>
                </c:pt>
                <c:pt idx="454">
                  <c:v>37162</c:v>
                </c:pt>
                <c:pt idx="455">
                  <c:v>37165</c:v>
                </c:pt>
                <c:pt idx="456">
                  <c:v>37166</c:v>
                </c:pt>
                <c:pt idx="457">
                  <c:v>37167</c:v>
                </c:pt>
                <c:pt idx="458">
                  <c:v>37168</c:v>
                </c:pt>
                <c:pt idx="459">
                  <c:v>37169</c:v>
                </c:pt>
                <c:pt idx="460">
                  <c:v>37172</c:v>
                </c:pt>
                <c:pt idx="461">
                  <c:v>37173</c:v>
                </c:pt>
                <c:pt idx="462">
                  <c:v>37174</c:v>
                </c:pt>
                <c:pt idx="463">
                  <c:v>37175</c:v>
                </c:pt>
                <c:pt idx="464">
                  <c:v>37176</c:v>
                </c:pt>
                <c:pt idx="465">
                  <c:v>37179</c:v>
                </c:pt>
                <c:pt idx="466">
                  <c:v>37180</c:v>
                </c:pt>
                <c:pt idx="467">
                  <c:v>37181</c:v>
                </c:pt>
                <c:pt idx="468">
                  <c:v>37182</c:v>
                </c:pt>
                <c:pt idx="469">
                  <c:v>37183</c:v>
                </c:pt>
                <c:pt idx="470">
                  <c:v>37186</c:v>
                </c:pt>
                <c:pt idx="471">
                  <c:v>37187</c:v>
                </c:pt>
                <c:pt idx="472">
                  <c:v>37188</c:v>
                </c:pt>
                <c:pt idx="473">
                  <c:v>37189</c:v>
                </c:pt>
                <c:pt idx="474">
                  <c:v>37190</c:v>
                </c:pt>
                <c:pt idx="475">
                  <c:v>37193</c:v>
                </c:pt>
                <c:pt idx="476">
                  <c:v>37194</c:v>
                </c:pt>
                <c:pt idx="477">
                  <c:v>37195</c:v>
                </c:pt>
                <c:pt idx="478">
                  <c:v>37196</c:v>
                </c:pt>
                <c:pt idx="479">
                  <c:v>37197</c:v>
                </c:pt>
                <c:pt idx="480">
                  <c:v>37200</c:v>
                </c:pt>
                <c:pt idx="481">
                  <c:v>37201</c:v>
                </c:pt>
                <c:pt idx="482">
                  <c:v>37202</c:v>
                </c:pt>
                <c:pt idx="483">
                  <c:v>37203</c:v>
                </c:pt>
                <c:pt idx="484">
                  <c:v>37204</c:v>
                </c:pt>
                <c:pt idx="485">
                  <c:v>37207</c:v>
                </c:pt>
                <c:pt idx="486">
                  <c:v>37208</c:v>
                </c:pt>
                <c:pt idx="487">
                  <c:v>37209</c:v>
                </c:pt>
                <c:pt idx="488">
                  <c:v>37210</c:v>
                </c:pt>
                <c:pt idx="489">
                  <c:v>37211</c:v>
                </c:pt>
                <c:pt idx="490">
                  <c:v>37214</c:v>
                </c:pt>
                <c:pt idx="491">
                  <c:v>37215</c:v>
                </c:pt>
                <c:pt idx="492">
                  <c:v>37216</c:v>
                </c:pt>
                <c:pt idx="493">
                  <c:v>37217</c:v>
                </c:pt>
                <c:pt idx="494">
                  <c:v>37218</c:v>
                </c:pt>
                <c:pt idx="495">
                  <c:v>37221</c:v>
                </c:pt>
                <c:pt idx="496">
                  <c:v>37222</c:v>
                </c:pt>
                <c:pt idx="497">
                  <c:v>37223</c:v>
                </c:pt>
                <c:pt idx="498">
                  <c:v>37224</c:v>
                </c:pt>
                <c:pt idx="499">
                  <c:v>37225</c:v>
                </c:pt>
                <c:pt idx="500">
                  <c:v>37228</c:v>
                </c:pt>
                <c:pt idx="501">
                  <c:v>37229</c:v>
                </c:pt>
                <c:pt idx="502">
                  <c:v>37230</c:v>
                </c:pt>
                <c:pt idx="503">
                  <c:v>37231</c:v>
                </c:pt>
                <c:pt idx="504">
                  <c:v>37232</c:v>
                </c:pt>
                <c:pt idx="505">
                  <c:v>37235</c:v>
                </c:pt>
                <c:pt idx="506">
                  <c:v>37236</c:v>
                </c:pt>
                <c:pt idx="507">
                  <c:v>37237</c:v>
                </c:pt>
                <c:pt idx="508">
                  <c:v>37238</c:v>
                </c:pt>
                <c:pt idx="509">
                  <c:v>37239</c:v>
                </c:pt>
                <c:pt idx="510">
                  <c:v>37242</c:v>
                </c:pt>
                <c:pt idx="511">
                  <c:v>37243</c:v>
                </c:pt>
                <c:pt idx="512">
                  <c:v>37244</c:v>
                </c:pt>
                <c:pt idx="513">
                  <c:v>37245</c:v>
                </c:pt>
                <c:pt idx="514">
                  <c:v>37246</c:v>
                </c:pt>
                <c:pt idx="515">
                  <c:v>37249</c:v>
                </c:pt>
                <c:pt idx="516">
                  <c:v>37250</c:v>
                </c:pt>
                <c:pt idx="517">
                  <c:v>37251</c:v>
                </c:pt>
                <c:pt idx="518">
                  <c:v>37252</c:v>
                </c:pt>
                <c:pt idx="519">
                  <c:v>37253</c:v>
                </c:pt>
                <c:pt idx="520">
                  <c:v>37256</c:v>
                </c:pt>
                <c:pt idx="521">
                  <c:v>37257</c:v>
                </c:pt>
                <c:pt idx="522">
                  <c:v>37258</c:v>
                </c:pt>
                <c:pt idx="523">
                  <c:v>37259</c:v>
                </c:pt>
                <c:pt idx="524">
                  <c:v>37260</c:v>
                </c:pt>
                <c:pt idx="525">
                  <c:v>37263</c:v>
                </c:pt>
                <c:pt idx="526">
                  <c:v>37264</c:v>
                </c:pt>
                <c:pt idx="527">
                  <c:v>37265</c:v>
                </c:pt>
                <c:pt idx="528">
                  <c:v>37266</c:v>
                </c:pt>
                <c:pt idx="529">
                  <c:v>37267</c:v>
                </c:pt>
                <c:pt idx="530">
                  <c:v>37270</c:v>
                </c:pt>
                <c:pt idx="531">
                  <c:v>37271</c:v>
                </c:pt>
                <c:pt idx="532">
                  <c:v>37272</c:v>
                </c:pt>
                <c:pt idx="533">
                  <c:v>37273</c:v>
                </c:pt>
                <c:pt idx="534">
                  <c:v>37274</c:v>
                </c:pt>
                <c:pt idx="535">
                  <c:v>37277</c:v>
                </c:pt>
                <c:pt idx="536">
                  <c:v>37278</c:v>
                </c:pt>
                <c:pt idx="537">
                  <c:v>37279</c:v>
                </c:pt>
                <c:pt idx="538">
                  <c:v>37280</c:v>
                </c:pt>
                <c:pt idx="539">
                  <c:v>37281</c:v>
                </c:pt>
                <c:pt idx="540">
                  <c:v>37284</c:v>
                </c:pt>
                <c:pt idx="541">
                  <c:v>37285</c:v>
                </c:pt>
                <c:pt idx="542">
                  <c:v>37286</c:v>
                </c:pt>
                <c:pt idx="543">
                  <c:v>37287</c:v>
                </c:pt>
                <c:pt idx="544">
                  <c:v>37288</c:v>
                </c:pt>
                <c:pt idx="545">
                  <c:v>37291</c:v>
                </c:pt>
                <c:pt idx="546">
                  <c:v>37292</c:v>
                </c:pt>
                <c:pt idx="547">
                  <c:v>37293</c:v>
                </c:pt>
                <c:pt idx="548">
                  <c:v>37294</c:v>
                </c:pt>
                <c:pt idx="549">
                  <c:v>37295</c:v>
                </c:pt>
                <c:pt idx="550">
                  <c:v>37298</c:v>
                </c:pt>
                <c:pt idx="551">
                  <c:v>37299</c:v>
                </c:pt>
                <c:pt idx="552">
                  <c:v>37300</c:v>
                </c:pt>
                <c:pt idx="553">
                  <c:v>37301</c:v>
                </c:pt>
                <c:pt idx="554">
                  <c:v>37302</c:v>
                </c:pt>
                <c:pt idx="555">
                  <c:v>37305</c:v>
                </c:pt>
                <c:pt idx="556">
                  <c:v>37306</c:v>
                </c:pt>
                <c:pt idx="557">
                  <c:v>37307</c:v>
                </c:pt>
                <c:pt idx="558">
                  <c:v>37308</c:v>
                </c:pt>
                <c:pt idx="559">
                  <c:v>37309</c:v>
                </c:pt>
                <c:pt idx="560">
                  <c:v>37312</c:v>
                </c:pt>
                <c:pt idx="561">
                  <c:v>37313</c:v>
                </c:pt>
                <c:pt idx="562">
                  <c:v>37314</c:v>
                </c:pt>
                <c:pt idx="563">
                  <c:v>37315</c:v>
                </c:pt>
                <c:pt idx="564">
                  <c:v>37316</c:v>
                </c:pt>
                <c:pt idx="565">
                  <c:v>37319</c:v>
                </c:pt>
                <c:pt idx="566">
                  <c:v>37320</c:v>
                </c:pt>
                <c:pt idx="567">
                  <c:v>37321</c:v>
                </c:pt>
                <c:pt idx="568">
                  <c:v>37322</c:v>
                </c:pt>
                <c:pt idx="569">
                  <c:v>37323</c:v>
                </c:pt>
                <c:pt idx="570">
                  <c:v>37326</c:v>
                </c:pt>
                <c:pt idx="571">
                  <c:v>37327</c:v>
                </c:pt>
                <c:pt idx="572">
                  <c:v>37328</c:v>
                </c:pt>
                <c:pt idx="573">
                  <c:v>37329</c:v>
                </c:pt>
                <c:pt idx="574">
                  <c:v>37330</c:v>
                </c:pt>
                <c:pt idx="575">
                  <c:v>37333</c:v>
                </c:pt>
                <c:pt idx="576">
                  <c:v>37334</c:v>
                </c:pt>
                <c:pt idx="577">
                  <c:v>37335</c:v>
                </c:pt>
                <c:pt idx="578">
                  <c:v>37336</c:v>
                </c:pt>
                <c:pt idx="579">
                  <c:v>37337</c:v>
                </c:pt>
                <c:pt idx="580">
                  <c:v>37340</c:v>
                </c:pt>
                <c:pt idx="581">
                  <c:v>37341</c:v>
                </c:pt>
                <c:pt idx="582">
                  <c:v>37342</c:v>
                </c:pt>
                <c:pt idx="583">
                  <c:v>37343</c:v>
                </c:pt>
                <c:pt idx="584">
                  <c:v>37344</c:v>
                </c:pt>
                <c:pt idx="585">
                  <c:v>37347</c:v>
                </c:pt>
                <c:pt idx="586">
                  <c:v>37348</c:v>
                </c:pt>
                <c:pt idx="587">
                  <c:v>37349</c:v>
                </c:pt>
                <c:pt idx="588">
                  <c:v>37350</c:v>
                </c:pt>
                <c:pt idx="589">
                  <c:v>37351</c:v>
                </c:pt>
                <c:pt idx="590">
                  <c:v>37354</c:v>
                </c:pt>
                <c:pt idx="591">
                  <c:v>37355</c:v>
                </c:pt>
                <c:pt idx="592">
                  <c:v>37356</c:v>
                </c:pt>
                <c:pt idx="593">
                  <c:v>37357</c:v>
                </c:pt>
                <c:pt idx="594">
                  <c:v>37358</c:v>
                </c:pt>
                <c:pt idx="595">
                  <c:v>37361</c:v>
                </c:pt>
                <c:pt idx="596">
                  <c:v>37362</c:v>
                </c:pt>
                <c:pt idx="597">
                  <c:v>37363</c:v>
                </c:pt>
                <c:pt idx="598">
                  <c:v>37364</c:v>
                </c:pt>
                <c:pt idx="599">
                  <c:v>37365</c:v>
                </c:pt>
                <c:pt idx="600">
                  <c:v>37368</c:v>
                </c:pt>
                <c:pt idx="601">
                  <c:v>37369</c:v>
                </c:pt>
                <c:pt idx="602">
                  <c:v>37370</c:v>
                </c:pt>
                <c:pt idx="603">
                  <c:v>37371</c:v>
                </c:pt>
                <c:pt idx="604">
                  <c:v>37372</c:v>
                </c:pt>
                <c:pt idx="605">
                  <c:v>37375</c:v>
                </c:pt>
                <c:pt idx="606">
                  <c:v>37376</c:v>
                </c:pt>
                <c:pt idx="607">
                  <c:v>37377</c:v>
                </c:pt>
                <c:pt idx="608">
                  <c:v>37378</c:v>
                </c:pt>
                <c:pt idx="609">
                  <c:v>37379</c:v>
                </c:pt>
                <c:pt idx="610">
                  <c:v>37382</c:v>
                </c:pt>
                <c:pt idx="611">
                  <c:v>37383</c:v>
                </c:pt>
                <c:pt idx="612">
                  <c:v>37384</c:v>
                </c:pt>
                <c:pt idx="613">
                  <c:v>37385</c:v>
                </c:pt>
                <c:pt idx="614">
                  <c:v>37386</c:v>
                </c:pt>
                <c:pt idx="615">
                  <c:v>37389</c:v>
                </c:pt>
                <c:pt idx="616">
                  <c:v>37390</c:v>
                </c:pt>
                <c:pt idx="617">
                  <c:v>37391</c:v>
                </c:pt>
                <c:pt idx="618">
                  <c:v>37392</c:v>
                </c:pt>
                <c:pt idx="619">
                  <c:v>37393</c:v>
                </c:pt>
                <c:pt idx="620">
                  <c:v>37396</c:v>
                </c:pt>
                <c:pt idx="621">
                  <c:v>37397</c:v>
                </c:pt>
                <c:pt idx="622">
                  <c:v>37398</c:v>
                </c:pt>
                <c:pt idx="623">
                  <c:v>37399</c:v>
                </c:pt>
                <c:pt idx="624">
                  <c:v>37400</c:v>
                </c:pt>
                <c:pt idx="625">
                  <c:v>37403</c:v>
                </c:pt>
                <c:pt idx="626">
                  <c:v>37404</c:v>
                </c:pt>
                <c:pt idx="627">
                  <c:v>37405</c:v>
                </c:pt>
                <c:pt idx="628">
                  <c:v>37406</c:v>
                </c:pt>
                <c:pt idx="629">
                  <c:v>37407</c:v>
                </c:pt>
                <c:pt idx="630">
                  <c:v>37410</c:v>
                </c:pt>
                <c:pt idx="631">
                  <c:v>37411</c:v>
                </c:pt>
                <c:pt idx="632">
                  <c:v>37412</c:v>
                </c:pt>
                <c:pt idx="633">
                  <c:v>37413</c:v>
                </c:pt>
                <c:pt idx="634">
                  <c:v>37414</c:v>
                </c:pt>
                <c:pt idx="635">
                  <c:v>37417</c:v>
                </c:pt>
                <c:pt idx="636">
                  <c:v>37418</c:v>
                </c:pt>
                <c:pt idx="637">
                  <c:v>37419</c:v>
                </c:pt>
                <c:pt idx="638">
                  <c:v>37420</c:v>
                </c:pt>
                <c:pt idx="639">
                  <c:v>37421</c:v>
                </c:pt>
                <c:pt idx="640">
                  <c:v>37424</c:v>
                </c:pt>
                <c:pt idx="641">
                  <c:v>37425</c:v>
                </c:pt>
                <c:pt idx="642">
                  <c:v>37426</c:v>
                </c:pt>
                <c:pt idx="643">
                  <c:v>37427</c:v>
                </c:pt>
                <c:pt idx="644">
                  <c:v>37428</c:v>
                </c:pt>
                <c:pt idx="645">
                  <c:v>37431</c:v>
                </c:pt>
                <c:pt idx="646">
                  <c:v>37432</c:v>
                </c:pt>
                <c:pt idx="647">
                  <c:v>37433</c:v>
                </c:pt>
                <c:pt idx="648">
                  <c:v>37434</c:v>
                </c:pt>
                <c:pt idx="649">
                  <c:v>37435</c:v>
                </c:pt>
                <c:pt idx="650">
                  <c:v>37438</c:v>
                </c:pt>
                <c:pt idx="651">
                  <c:v>37439</c:v>
                </c:pt>
                <c:pt idx="652">
                  <c:v>37440</c:v>
                </c:pt>
                <c:pt idx="653">
                  <c:v>37441</c:v>
                </c:pt>
                <c:pt idx="654">
                  <c:v>37442</c:v>
                </c:pt>
                <c:pt idx="655">
                  <c:v>37445</c:v>
                </c:pt>
                <c:pt idx="656">
                  <c:v>37446</c:v>
                </c:pt>
                <c:pt idx="657">
                  <c:v>37447</c:v>
                </c:pt>
                <c:pt idx="658">
                  <c:v>37448</c:v>
                </c:pt>
                <c:pt idx="659">
                  <c:v>37449</c:v>
                </c:pt>
                <c:pt idx="660">
                  <c:v>37452</c:v>
                </c:pt>
                <c:pt idx="661">
                  <c:v>37453</c:v>
                </c:pt>
                <c:pt idx="662">
                  <c:v>37454</c:v>
                </c:pt>
                <c:pt idx="663">
                  <c:v>37455</c:v>
                </c:pt>
                <c:pt idx="664">
                  <c:v>37456</c:v>
                </c:pt>
                <c:pt idx="665">
                  <c:v>37459</c:v>
                </c:pt>
                <c:pt idx="666">
                  <c:v>37460</c:v>
                </c:pt>
                <c:pt idx="667">
                  <c:v>37461</c:v>
                </c:pt>
                <c:pt idx="668">
                  <c:v>37462</c:v>
                </c:pt>
                <c:pt idx="669">
                  <c:v>37463</c:v>
                </c:pt>
                <c:pt idx="670">
                  <c:v>37466</c:v>
                </c:pt>
                <c:pt idx="671">
                  <c:v>37467</c:v>
                </c:pt>
                <c:pt idx="672">
                  <c:v>37468</c:v>
                </c:pt>
                <c:pt idx="673">
                  <c:v>37469</c:v>
                </c:pt>
                <c:pt idx="674">
                  <c:v>37470</c:v>
                </c:pt>
                <c:pt idx="675">
                  <c:v>37473</c:v>
                </c:pt>
                <c:pt idx="676">
                  <c:v>37474</c:v>
                </c:pt>
                <c:pt idx="677">
                  <c:v>37475</c:v>
                </c:pt>
                <c:pt idx="678">
                  <c:v>37476</c:v>
                </c:pt>
                <c:pt idx="679">
                  <c:v>37477</c:v>
                </c:pt>
                <c:pt idx="680">
                  <c:v>37480</c:v>
                </c:pt>
                <c:pt idx="681">
                  <c:v>37481</c:v>
                </c:pt>
                <c:pt idx="682">
                  <c:v>37482</c:v>
                </c:pt>
                <c:pt idx="683">
                  <c:v>37483</c:v>
                </c:pt>
                <c:pt idx="684">
                  <c:v>37484</c:v>
                </c:pt>
                <c:pt idx="685">
                  <c:v>37487</c:v>
                </c:pt>
                <c:pt idx="686">
                  <c:v>37488</c:v>
                </c:pt>
                <c:pt idx="687">
                  <c:v>37489</c:v>
                </c:pt>
                <c:pt idx="688">
                  <c:v>37490</c:v>
                </c:pt>
                <c:pt idx="689">
                  <c:v>37491</c:v>
                </c:pt>
                <c:pt idx="690">
                  <c:v>37494</c:v>
                </c:pt>
                <c:pt idx="691">
                  <c:v>37495</c:v>
                </c:pt>
                <c:pt idx="692">
                  <c:v>37496</c:v>
                </c:pt>
                <c:pt idx="693">
                  <c:v>37497</c:v>
                </c:pt>
                <c:pt idx="694">
                  <c:v>37498</c:v>
                </c:pt>
                <c:pt idx="695">
                  <c:v>37501</c:v>
                </c:pt>
                <c:pt idx="696">
                  <c:v>37502</c:v>
                </c:pt>
                <c:pt idx="697">
                  <c:v>37503</c:v>
                </c:pt>
                <c:pt idx="698">
                  <c:v>37504</c:v>
                </c:pt>
                <c:pt idx="699">
                  <c:v>37505</c:v>
                </c:pt>
                <c:pt idx="700">
                  <c:v>37508</c:v>
                </c:pt>
                <c:pt idx="701">
                  <c:v>37509</c:v>
                </c:pt>
                <c:pt idx="702">
                  <c:v>37510</c:v>
                </c:pt>
                <c:pt idx="703">
                  <c:v>37511</c:v>
                </c:pt>
                <c:pt idx="704">
                  <c:v>37512</c:v>
                </c:pt>
                <c:pt idx="705">
                  <c:v>37515</c:v>
                </c:pt>
                <c:pt idx="706">
                  <c:v>37516</c:v>
                </c:pt>
                <c:pt idx="707">
                  <c:v>37517</c:v>
                </c:pt>
                <c:pt idx="708">
                  <c:v>37518</c:v>
                </c:pt>
                <c:pt idx="709">
                  <c:v>37519</c:v>
                </c:pt>
                <c:pt idx="710">
                  <c:v>37522</c:v>
                </c:pt>
                <c:pt idx="711">
                  <c:v>37523</c:v>
                </c:pt>
                <c:pt idx="712">
                  <c:v>37524</c:v>
                </c:pt>
                <c:pt idx="713">
                  <c:v>37525</c:v>
                </c:pt>
                <c:pt idx="714">
                  <c:v>37526</c:v>
                </c:pt>
                <c:pt idx="715">
                  <c:v>37529</c:v>
                </c:pt>
                <c:pt idx="716">
                  <c:v>37530</c:v>
                </c:pt>
                <c:pt idx="717">
                  <c:v>37531</c:v>
                </c:pt>
                <c:pt idx="718">
                  <c:v>37532</c:v>
                </c:pt>
                <c:pt idx="719">
                  <c:v>37533</c:v>
                </c:pt>
                <c:pt idx="720">
                  <c:v>37536</c:v>
                </c:pt>
                <c:pt idx="721">
                  <c:v>37537</c:v>
                </c:pt>
                <c:pt idx="722">
                  <c:v>37538</c:v>
                </c:pt>
                <c:pt idx="723">
                  <c:v>37539</c:v>
                </c:pt>
                <c:pt idx="724">
                  <c:v>37540</c:v>
                </c:pt>
                <c:pt idx="725">
                  <c:v>37543</c:v>
                </c:pt>
                <c:pt idx="726">
                  <c:v>37544</c:v>
                </c:pt>
                <c:pt idx="727">
                  <c:v>37545</c:v>
                </c:pt>
                <c:pt idx="728">
                  <c:v>37546</c:v>
                </c:pt>
                <c:pt idx="729">
                  <c:v>37547</c:v>
                </c:pt>
                <c:pt idx="730">
                  <c:v>37550</c:v>
                </c:pt>
                <c:pt idx="731">
                  <c:v>37551</c:v>
                </c:pt>
                <c:pt idx="732">
                  <c:v>37552</c:v>
                </c:pt>
                <c:pt idx="733">
                  <c:v>37553</c:v>
                </c:pt>
                <c:pt idx="734">
                  <c:v>37554</c:v>
                </c:pt>
                <c:pt idx="735">
                  <c:v>37557</c:v>
                </c:pt>
                <c:pt idx="736">
                  <c:v>37558</c:v>
                </c:pt>
                <c:pt idx="737">
                  <c:v>37559</c:v>
                </c:pt>
                <c:pt idx="738">
                  <c:v>37560</c:v>
                </c:pt>
                <c:pt idx="739">
                  <c:v>37561</c:v>
                </c:pt>
                <c:pt idx="740">
                  <c:v>37564</c:v>
                </c:pt>
                <c:pt idx="741">
                  <c:v>37565</c:v>
                </c:pt>
                <c:pt idx="742">
                  <c:v>37566</c:v>
                </c:pt>
                <c:pt idx="743">
                  <c:v>37567</c:v>
                </c:pt>
                <c:pt idx="744">
                  <c:v>37568</c:v>
                </c:pt>
                <c:pt idx="745">
                  <c:v>37571</c:v>
                </c:pt>
                <c:pt idx="746">
                  <c:v>37572</c:v>
                </c:pt>
                <c:pt idx="747">
                  <c:v>37573</c:v>
                </c:pt>
                <c:pt idx="748">
                  <c:v>37574</c:v>
                </c:pt>
                <c:pt idx="749">
                  <c:v>37575</c:v>
                </c:pt>
                <c:pt idx="750">
                  <c:v>37578</c:v>
                </c:pt>
                <c:pt idx="751">
                  <c:v>37579</c:v>
                </c:pt>
                <c:pt idx="752">
                  <c:v>37580</c:v>
                </c:pt>
                <c:pt idx="753">
                  <c:v>37581</c:v>
                </c:pt>
                <c:pt idx="754">
                  <c:v>37582</c:v>
                </c:pt>
                <c:pt idx="755">
                  <c:v>37585</c:v>
                </c:pt>
                <c:pt idx="756">
                  <c:v>37586</c:v>
                </c:pt>
                <c:pt idx="757">
                  <c:v>37587</c:v>
                </c:pt>
                <c:pt idx="758">
                  <c:v>37588</c:v>
                </c:pt>
                <c:pt idx="759">
                  <c:v>37589</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37615</c:v>
                </c:pt>
                <c:pt idx="778">
                  <c:v>37616</c:v>
                </c:pt>
                <c:pt idx="779">
                  <c:v>37617</c:v>
                </c:pt>
                <c:pt idx="780">
                  <c:v>37620</c:v>
                </c:pt>
                <c:pt idx="781">
                  <c:v>37621</c:v>
                </c:pt>
                <c:pt idx="782">
                  <c:v>37622</c:v>
                </c:pt>
                <c:pt idx="783">
                  <c:v>37623</c:v>
                </c:pt>
                <c:pt idx="784">
                  <c:v>37624</c:v>
                </c:pt>
                <c:pt idx="785">
                  <c:v>37627</c:v>
                </c:pt>
                <c:pt idx="786">
                  <c:v>37628</c:v>
                </c:pt>
                <c:pt idx="787">
                  <c:v>37629</c:v>
                </c:pt>
                <c:pt idx="788">
                  <c:v>37630</c:v>
                </c:pt>
                <c:pt idx="789">
                  <c:v>37631</c:v>
                </c:pt>
                <c:pt idx="790">
                  <c:v>37634</c:v>
                </c:pt>
                <c:pt idx="791">
                  <c:v>37635</c:v>
                </c:pt>
                <c:pt idx="792">
                  <c:v>37636</c:v>
                </c:pt>
                <c:pt idx="793">
                  <c:v>37637</c:v>
                </c:pt>
                <c:pt idx="794">
                  <c:v>37638</c:v>
                </c:pt>
                <c:pt idx="795">
                  <c:v>37641</c:v>
                </c:pt>
                <c:pt idx="796">
                  <c:v>37642</c:v>
                </c:pt>
                <c:pt idx="797">
                  <c:v>37643</c:v>
                </c:pt>
                <c:pt idx="798">
                  <c:v>37644</c:v>
                </c:pt>
                <c:pt idx="799">
                  <c:v>37645</c:v>
                </c:pt>
                <c:pt idx="800">
                  <c:v>37648</c:v>
                </c:pt>
                <c:pt idx="801">
                  <c:v>37649</c:v>
                </c:pt>
                <c:pt idx="802">
                  <c:v>37650</c:v>
                </c:pt>
                <c:pt idx="803">
                  <c:v>37651</c:v>
                </c:pt>
                <c:pt idx="804">
                  <c:v>37652</c:v>
                </c:pt>
                <c:pt idx="805">
                  <c:v>37655</c:v>
                </c:pt>
                <c:pt idx="806">
                  <c:v>37656</c:v>
                </c:pt>
                <c:pt idx="807">
                  <c:v>37657</c:v>
                </c:pt>
                <c:pt idx="808">
                  <c:v>37658</c:v>
                </c:pt>
                <c:pt idx="809">
                  <c:v>37659</c:v>
                </c:pt>
                <c:pt idx="810">
                  <c:v>37662</c:v>
                </c:pt>
                <c:pt idx="811">
                  <c:v>37663</c:v>
                </c:pt>
                <c:pt idx="812">
                  <c:v>37664</c:v>
                </c:pt>
                <c:pt idx="813">
                  <c:v>37665</c:v>
                </c:pt>
                <c:pt idx="814">
                  <c:v>37666</c:v>
                </c:pt>
                <c:pt idx="815">
                  <c:v>37669</c:v>
                </c:pt>
                <c:pt idx="816">
                  <c:v>37670</c:v>
                </c:pt>
                <c:pt idx="817">
                  <c:v>37671</c:v>
                </c:pt>
                <c:pt idx="818">
                  <c:v>37672</c:v>
                </c:pt>
                <c:pt idx="819">
                  <c:v>37673</c:v>
                </c:pt>
                <c:pt idx="820">
                  <c:v>37676</c:v>
                </c:pt>
                <c:pt idx="821">
                  <c:v>37677</c:v>
                </c:pt>
                <c:pt idx="822">
                  <c:v>37678</c:v>
                </c:pt>
                <c:pt idx="823">
                  <c:v>37679</c:v>
                </c:pt>
                <c:pt idx="824">
                  <c:v>37680</c:v>
                </c:pt>
                <c:pt idx="825">
                  <c:v>37683</c:v>
                </c:pt>
                <c:pt idx="826">
                  <c:v>37684</c:v>
                </c:pt>
                <c:pt idx="827">
                  <c:v>37685</c:v>
                </c:pt>
                <c:pt idx="828">
                  <c:v>37686</c:v>
                </c:pt>
                <c:pt idx="829">
                  <c:v>37687</c:v>
                </c:pt>
                <c:pt idx="830">
                  <c:v>37690</c:v>
                </c:pt>
                <c:pt idx="831">
                  <c:v>37691</c:v>
                </c:pt>
                <c:pt idx="832">
                  <c:v>37692</c:v>
                </c:pt>
                <c:pt idx="833">
                  <c:v>37693</c:v>
                </c:pt>
                <c:pt idx="834">
                  <c:v>37694</c:v>
                </c:pt>
                <c:pt idx="835">
                  <c:v>37697</c:v>
                </c:pt>
                <c:pt idx="836">
                  <c:v>37698</c:v>
                </c:pt>
                <c:pt idx="837">
                  <c:v>37699</c:v>
                </c:pt>
                <c:pt idx="838">
                  <c:v>37700</c:v>
                </c:pt>
                <c:pt idx="839">
                  <c:v>37701</c:v>
                </c:pt>
                <c:pt idx="840">
                  <c:v>37704</c:v>
                </c:pt>
                <c:pt idx="841">
                  <c:v>37705</c:v>
                </c:pt>
                <c:pt idx="842">
                  <c:v>37706</c:v>
                </c:pt>
                <c:pt idx="843">
                  <c:v>37707</c:v>
                </c:pt>
                <c:pt idx="844">
                  <c:v>37708</c:v>
                </c:pt>
                <c:pt idx="845">
                  <c:v>37711</c:v>
                </c:pt>
                <c:pt idx="846">
                  <c:v>37712</c:v>
                </c:pt>
                <c:pt idx="847">
                  <c:v>37713</c:v>
                </c:pt>
                <c:pt idx="848">
                  <c:v>37714</c:v>
                </c:pt>
                <c:pt idx="849">
                  <c:v>37715</c:v>
                </c:pt>
                <c:pt idx="850">
                  <c:v>37718</c:v>
                </c:pt>
                <c:pt idx="851">
                  <c:v>37719</c:v>
                </c:pt>
                <c:pt idx="852">
                  <c:v>37720</c:v>
                </c:pt>
                <c:pt idx="853">
                  <c:v>37721</c:v>
                </c:pt>
                <c:pt idx="854">
                  <c:v>37722</c:v>
                </c:pt>
                <c:pt idx="855">
                  <c:v>37725</c:v>
                </c:pt>
                <c:pt idx="856">
                  <c:v>37726</c:v>
                </c:pt>
                <c:pt idx="857">
                  <c:v>37727</c:v>
                </c:pt>
                <c:pt idx="858">
                  <c:v>37728</c:v>
                </c:pt>
                <c:pt idx="859">
                  <c:v>37729</c:v>
                </c:pt>
                <c:pt idx="860">
                  <c:v>37732</c:v>
                </c:pt>
                <c:pt idx="861">
                  <c:v>37733</c:v>
                </c:pt>
                <c:pt idx="862">
                  <c:v>37734</c:v>
                </c:pt>
                <c:pt idx="863">
                  <c:v>37735</c:v>
                </c:pt>
                <c:pt idx="864">
                  <c:v>37736</c:v>
                </c:pt>
                <c:pt idx="865">
                  <c:v>37739</c:v>
                </c:pt>
                <c:pt idx="866">
                  <c:v>37740</c:v>
                </c:pt>
                <c:pt idx="867">
                  <c:v>37741</c:v>
                </c:pt>
                <c:pt idx="868">
                  <c:v>37742</c:v>
                </c:pt>
                <c:pt idx="869">
                  <c:v>37743</c:v>
                </c:pt>
                <c:pt idx="870">
                  <c:v>37746</c:v>
                </c:pt>
                <c:pt idx="871">
                  <c:v>37747</c:v>
                </c:pt>
                <c:pt idx="872">
                  <c:v>37748</c:v>
                </c:pt>
                <c:pt idx="873">
                  <c:v>37749</c:v>
                </c:pt>
                <c:pt idx="874">
                  <c:v>37750</c:v>
                </c:pt>
                <c:pt idx="875">
                  <c:v>37753</c:v>
                </c:pt>
                <c:pt idx="876">
                  <c:v>37754</c:v>
                </c:pt>
                <c:pt idx="877">
                  <c:v>37755</c:v>
                </c:pt>
                <c:pt idx="878">
                  <c:v>37756</c:v>
                </c:pt>
                <c:pt idx="879">
                  <c:v>37757</c:v>
                </c:pt>
                <c:pt idx="880">
                  <c:v>37760</c:v>
                </c:pt>
                <c:pt idx="881">
                  <c:v>37761</c:v>
                </c:pt>
                <c:pt idx="882">
                  <c:v>37762</c:v>
                </c:pt>
                <c:pt idx="883">
                  <c:v>37763</c:v>
                </c:pt>
                <c:pt idx="884">
                  <c:v>37764</c:v>
                </c:pt>
                <c:pt idx="885">
                  <c:v>37767</c:v>
                </c:pt>
                <c:pt idx="886">
                  <c:v>37768</c:v>
                </c:pt>
                <c:pt idx="887">
                  <c:v>37769</c:v>
                </c:pt>
                <c:pt idx="888">
                  <c:v>37770</c:v>
                </c:pt>
                <c:pt idx="889">
                  <c:v>37771</c:v>
                </c:pt>
                <c:pt idx="890">
                  <c:v>37774</c:v>
                </c:pt>
                <c:pt idx="891">
                  <c:v>37775</c:v>
                </c:pt>
                <c:pt idx="892">
                  <c:v>37776</c:v>
                </c:pt>
                <c:pt idx="893">
                  <c:v>37777</c:v>
                </c:pt>
                <c:pt idx="894">
                  <c:v>37778</c:v>
                </c:pt>
                <c:pt idx="895">
                  <c:v>37781</c:v>
                </c:pt>
                <c:pt idx="896">
                  <c:v>37782</c:v>
                </c:pt>
                <c:pt idx="897">
                  <c:v>37783</c:v>
                </c:pt>
                <c:pt idx="898">
                  <c:v>37784</c:v>
                </c:pt>
                <c:pt idx="899">
                  <c:v>37785</c:v>
                </c:pt>
                <c:pt idx="900">
                  <c:v>37788</c:v>
                </c:pt>
                <c:pt idx="901">
                  <c:v>37789</c:v>
                </c:pt>
                <c:pt idx="902">
                  <c:v>37790</c:v>
                </c:pt>
                <c:pt idx="903">
                  <c:v>37791</c:v>
                </c:pt>
                <c:pt idx="904">
                  <c:v>37792</c:v>
                </c:pt>
                <c:pt idx="905">
                  <c:v>37795</c:v>
                </c:pt>
                <c:pt idx="906">
                  <c:v>37796</c:v>
                </c:pt>
                <c:pt idx="907">
                  <c:v>37797</c:v>
                </c:pt>
                <c:pt idx="908">
                  <c:v>37798</c:v>
                </c:pt>
                <c:pt idx="909">
                  <c:v>37799</c:v>
                </c:pt>
                <c:pt idx="910">
                  <c:v>37802</c:v>
                </c:pt>
                <c:pt idx="911">
                  <c:v>37803</c:v>
                </c:pt>
                <c:pt idx="912">
                  <c:v>37804</c:v>
                </c:pt>
                <c:pt idx="913">
                  <c:v>37805</c:v>
                </c:pt>
                <c:pt idx="914">
                  <c:v>37806</c:v>
                </c:pt>
                <c:pt idx="915">
                  <c:v>37809</c:v>
                </c:pt>
                <c:pt idx="916">
                  <c:v>37810</c:v>
                </c:pt>
                <c:pt idx="917">
                  <c:v>37811</c:v>
                </c:pt>
                <c:pt idx="918">
                  <c:v>37812</c:v>
                </c:pt>
                <c:pt idx="919">
                  <c:v>37813</c:v>
                </c:pt>
                <c:pt idx="920">
                  <c:v>37816</c:v>
                </c:pt>
                <c:pt idx="921">
                  <c:v>37817</c:v>
                </c:pt>
                <c:pt idx="922">
                  <c:v>37818</c:v>
                </c:pt>
                <c:pt idx="923">
                  <c:v>37819</c:v>
                </c:pt>
                <c:pt idx="924">
                  <c:v>37820</c:v>
                </c:pt>
                <c:pt idx="925">
                  <c:v>37823</c:v>
                </c:pt>
                <c:pt idx="926">
                  <c:v>37824</c:v>
                </c:pt>
                <c:pt idx="927">
                  <c:v>37825</c:v>
                </c:pt>
                <c:pt idx="928">
                  <c:v>37826</c:v>
                </c:pt>
                <c:pt idx="929">
                  <c:v>37827</c:v>
                </c:pt>
                <c:pt idx="930">
                  <c:v>37830</c:v>
                </c:pt>
                <c:pt idx="931">
                  <c:v>37831</c:v>
                </c:pt>
                <c:pt idx="932">
                  <c:v>37832</c:v>
                </c:pt>
                <c:pt idx="933">
                  <c:v>37833</c:v>
                </c:pt>
                <c:pt idx="934">
                  <c:v>37834</c:v>
                </c:pt>
                <c:pt idx="935">
                  <c:v>37837</c:v>
                </c:pt>
                <c:pt idx="936">
                  <c:v>37838</c:v>
                </c:pt>
                <c:pt idx="937">
                  <c:v>37839</c:v>
                </c:pt>
                <c:pt idx="938">
                  <c:v>37840</c:v>
                </c:pt>
                <c:pt idx="939">
                  <c:v>37841</c:v>
                </c:pt>
                <c:pt idx="940">
                  <c:v>37844</c:v>
                </c:pt>
                <c:pt idx="941">
                  <c:v>37845</c:v>
                </c:pt>
                <c:pt idx="942">
                  <c:v>37846</c:v>
                </c:pt>
                <c:pt idx="943">
                  <c:v>37847</c:v>
                </c:pt>
                <c:pt idx="944">
                  <c:v>37848</c:v>
                </c:pt>
                <c:pt idx="945">
                  <c:v>37851</c:v>
                </c:pt>
                <c:pt idx="946">
                  <c:v>37852</c:v>
                </c:pt>
                <c:pt idx="947">
                  <c:v>37853</c:v>
                </c:pt>
                <c:pt idx="948">
                  <c:v>37854</c:v>
                </c:pt>
                <c:pt idx="949">
                  <c:v>37855</c:v>
                </c:pt>
                <c:pt idx="950">
                  <c:v>37858</c:v>
                </c:pt>
                <c:pt idx="951">
                  <c:v>37859</c:v>
                </c:pt>
                <c:pt idx="952">
                  <c:v>37860</c:v>
                </c:pt>
                <c:pt idx="953">
                  <c:v>37861</c:v>
                </c:pt>
                <c:pt idx="954">
                  <c:v>37862</c:v>
                </c:pt>
                <c:pt idx="955">
                  <c:v>37865</c:v>
                </c:pt>
                <c:pt idx="956">
                  <c:v>37866</c:v>
                </c:pt>
                <c:pt idx="957">
                  <c:v>37867</c:v>
                </c:pt>
                <c:pt idx="958">
                  <c:v>37868</c:v>
                </c:pt>
                <c:pt idx="959">
                  <c:v>37869</c:v>
                </c:pt>
                <c:pt idx="960">
                  <c:v>37872</c:v>
                </c:pt>
                <c:pt idx="961">
                  <c:v>37873</c:v>
                </c:pt>
                <c:pt idx="962">
                  <c:v>37874</c:v>
                </c:pt>
                <c:pt idx="963">
                  <c:v>37875</c:v>
                </c:pt>
                <c:pt idx="964">
                  <c:v>37876</c:v>
                </c:pt>
                <c:pt idx="965">
                  <c:v>37879</c:v>
                </c:pt>
                <c:pt idx="966">
                  <c:v>37880</c:v>
                </c:pt>
                <c:pt idx="967">
                  <c:v>37881</c:v>
                </c:pt>
                <c:pt idx="968">
                  <c:v>37882</c:v>
                </c:pt>
                <c:pt idx="969">
                  <c:v>37883</c:v>
                </c:pt>
                <c:pt idx="970">
                  <c:v>37886</c:v>
                </c:pt>
                <c:pt idx="971">
                  <c:v>37887</c:v>
                </c:pt>
                <c:pt idx="972">
                  <c:v>37888</c:v>
                </c:pt>
                <c:pt idx="973">
                  <c:v>37889</c:v>
                </c:pt>
                <c:pt idx="974">
                  <c:v>37890</c:v>
                </c:pt>
                <c:pt idx="975">
                  <c:v>37893</c:v>
                </c:pt>
                <c:pt idx="976">
                  <c:v>37894</c:v>
                </c:pt>
                <c:pt idx="977">
                  <c:v>37895</c:v>
                </c:pt>
                <c:pt idx="978">
                  <c:v>37896</c:v>
                </c:pt>
                <c:pt idx="979">
                  <c:v>37897</c:v>
                </c:pt>
                <c:pt idx="980">
                  <c:v>37900</c:v>
                </c:pt>
                <c:pt idx="981">
                  <c:v>37901</c:v>
                </c:pt>
                <c:pt idx="982">
                  <c:v>37902</c:v>
                </c:pt>
                <c:pt idx="983">
                  <c:v>37903</c:v>
                </c:pt>
                <c:pt idx="984">
                  <c:v>37904</c:v>
                </c:pt>
                <c:pt idx="985">
                  <c:v>37907</c:v>
                </c:pt>
                <c:pt idx="986">
                  <c:v>37908</c:v>
                </c:pt>
                <c:pt idx="987">
                  <c:v>37909</c:v>
                </c:pt>
                <c:pt idx="988">
                  <c:v>37910</c:v>
                </c:pt>
                <c:pt idx="989">
                  <c:v>37911</c:v>
                </c:pt>
                <c:pt idx="990">
                  <c:v>37914</c:v>
                </c:pt>
                <c:pt idx="991">
                  <c:v>37915</c:v>
                </c:pt>
                <c:pt idx="992">
                  <c:v>37916</c:v>
                </c:pt>
                <c:pt idx="993">
                  <c:v>37917</c:v>
                </c:pt>
                <c:pt idx="994">
                  <c:v>37918</c:v>
                </c:pt>
                <c:pt idx="995">
                  <c:v>37921</c:v>
                </c:pt>
                <c:pt idx="996">
                  <c:v>37922</c:v>
                </c:pt>
                <c:pt idx="997">
                  <c:v>37923</c:v>
                </c:pt>
                <c:pt idx="998">
                  <c:v>37924</c:v>
                </c:pt>
                <c:pt idx="999">
                  <c:v>37925</c:v>
                </c:pt>
                <c:pt idx="1000">
                  <c:v>37928</c:v>
                </c:pt>
                <c:pt idx="1001">
                  <c:v>37929</c:v>
                </c:pt>
                <c:pt idx="1002">
                  <c:v>37930</c:v>
                </c:pt>
                <c:pt idx="1003">
                  <c:v>37931</c:v>
                </c:pt>
                <c:pt idx="1004">
                  <c:v>37932</c:v>
                </c:pt>
                <c:pt idx="1005">
                  <c:v>37935</c:v>
                </c:pt>
                <c:pt idx="1006">
                  <c:v>37936</c:v>
                </c:pt>
                <c:pt idx="1007">
                  <c:v>37937</c:v>
                </c:pt>
                <c:pt idx="1008">
                  <c:v>37938</c:v>
                </c:pt>
                <c:pt idx="1009">
                  <c:v>37939</c:v>
                </c:pt>
                <c:pt idx="1010">
                  <c:v>37942</c:v>
                </c:pt>
                <c:pt idx="1011">
                  <c:v>37943</c:v>
                </c:pt>
                <c:pt idx="1012">
                  <c:v>37944</c:v>
                </c:pt>
                <c:pt idx="1013">
                  <c:v>37945</c:v>
                </c:pt>
                <c:pt idx="1014">
                  <c:v>37946</c:v>
                </c:pt>
                <c:pt idx="1015">
                  <c:v>37949</c:v>
                </c:pt>
                <c:pt idx="1016">
                  <c:v>37950</c:v>
                </c:pt>
                <c:pt idx="1017">
                  <c:v>37951</c:v>
                </c:pt>
                <c:pt idx="1018">
                  <c:v>37952</c:v>
                </c:pt>
                <c:pt idx="1019">
                  <c:v>37953</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37980</c:v>
                </c:pt>
                <c:pt idx="1039">
                  <c:v>37981</c:v>
                </c:pt>
                <c:pt idx="1040">
                  <c:v>37984</c:v>
                </c:pt>
                <c:pt idx="1041">
                  <c:v>37985</c:v>
                </c:pt>
                <c:pt idx="1042">
                  <c:v>37986</c:v>
                </c:pt>
                <c:pt idx="1043">
                  <c:v>37987</c:v>
                </c:pt>
                <c:pt idx="1044">
                  <c:v>37988</c:v>
                </c:pt>
                <c:pt idx="1045">
                  <c:v>37991</c:v>
                </c:pt>
                <c:pt idx="1046">
                  <c:v>37992</c:v>
                </c:pt>
                <c:pt idx="1047">
                  <c:v>37993</c:v>
                </c:pt>
                <c:pt idx="1048">
                  <c:v>37994</c:v>
                </c:pt>
                <c:pt idx="1049">
                  <c:v>37995</c:v>
                </c:pt>
                <c:pt idx="1050">
                  <c:v>37998</c:v>
                </c:pt>
                <c:pt idx="1051">
                  <c:v>37999</c:v>
                </c:pt>
                <c:pt idx="1052">
                  <c:v>38000</c:v>
                </c:pt>
                <c:pt idx="1053">
                  <c:v>38001</c:v>
                </c:pt>
                <c:pt idx="1054">
                  <c:v>38002</c:v>
                </c:pt>
                <c:pt idx="1055">
                  <c:v>38005</c:v>
                </c:pt>
                <c:pt idx="1056">
                  <c:v>38006</c:v>
                </c:pt>
                <c:pt idx="1057">
                  <c:v>38007</c:v>
                </c:pt>
                <c:pt idx="1058">
                  <c:v>38008</c:v>
                </c:pt>
                <c:pt idx="1059">
                  <c:v>38009</c:v>
                </c:pt>
                <c:pt idx="1060">
                  <c:v>38012</c:v>
                </c:pt>
                <c:pt idx="1061">
                  <c:v>38013</c:v>
                </c:pt>
                <c:pt idx="1062">
                  <c:v>38014</c:v>
                </c:pt>
                <c:pt idx="1063">
                  <c:v>38015</c:v>
                </c:pt>
                <c:pt idx="1064">
                  <c:v>38016</c:v>
                </c:pt>
                <c:pt idx="1065">
                  <c:v>38019</c:v>
                </c:pt>
                <c:pt idx="1066">
                  <c:v>38020</c:v>
                </c:pt>
                <c:pt idx="1067">
                  <c:v>38021</c:v>
                </c:pt>
                <c:pt idx="1068">
                  <c:v>38022</c:v>
                </c:pt>
                <c:pt idx="1069">
                  <c:v>38023</c:v>
                </c:pt>
                <c:pt idx="1070">
                  <c:v>38026</c:v>
                </c:pt>
                <c:pt idx="1071">
                  <c:v>38027</c:v>
                </c:pt>
                <c:pt idx="1072">
                  <c:v>38028</c:v>
                </c:pt>
                <c:pt idx="1073">
                  <c:v>38029</c:v>
                </c:pt>
                <c:pt idx="1074">
                  <c:v>38030</c:v>
                </c:pt>
                <c:pt idx="1075">
                  <c:v>38033</c:v>
                </c:pt>
                <c:pt idx="1076">
                  <c:v>38034</c:v>
                </c:pt>
                <c:pt idx="1077">
                  <c:v>38035</c:v>
                </c:pt>
                <c:pt idx="1078">
                  <c:v>38036</c:v>
                </c:pt>
                <c:pt idx="1079">
                  <c:v>38037</c:v>
                </c:pt>
                <c:pt idx="1080">
                  <c:v>38040</c:v>
                </c:pt>
                <c:pt idx="1081">
                  <c:v>38041</c:v>
                </c:pt>
                <c:pt idx="1082">
                  <c:v>38042</c:v>
                </c:pt>
                <c:pt idx="1083">
                  <c:v>38043</c:v>
                </c:pt>
                <c:pt idx="1084">
                  <c:v>38044</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38086</c:v>
                </c:pt>
                <c:pt idx="1115">
                  <c:v>38089</c:v>
                </c:pt>
                <c:pt idx="1116">
                  <c:v>38090</c:v>
                </c:pt>
                <c:pt idx="1117">
                  <c:v>38091</c:v>
                </c:pt>
                <c:pt idx="1118">
                  <c:v>38092</c:v>
                </c:pt>
                <c:pt idx="1119">
                  <c:v>38093</c:v>
                </c:pt>
                <c:pt idx="1120">
                  <c:v>38096</c:v>
                </c:pt>
                <c:pt idx="1121">
                  <c:v>38097</c:v>
                </c:pt>
                <c:pt idx="1122">
                  <c:v>38098</c:v>
                </c:pt>
                <c:pt idx="1123">
                  <c:v>38099</c:v>
                </c:pt>
                <c:pt idx="1124">
                  <c:v>38100</c:v>
                </c:pt>
                <c:pt idx="1125">
                  <c:v>38103</c:v>
                </c:pt>
                <c:pt idx="1126">
                  <c:v>38104</c:v>
                </c:pt>
                <c:pt idx="1127">
                  <c:v>38105</c:v>
                </c:pt>
                <c:pt idx="1128">
                  <c:v>38106</c:v>
                </c:pt>
                <c:pt idx="1129">
                  <c:v>38107</c:v>
                </c:pt>
                <c:pt idx="1130">
                  <c:v>38110</c:v>
                </c:pt>
                <c:pt idx="1131">
                  <c:v>38111</c:v>
                </c:pt>
                <c:pt idx="1132">
                  <c:v>38112</c:v>
                </c:pt>
                <c:pt idx="1133">
                  <c:v>38113</c:v>
                </c:pt>
                <c:pt idx="1134">
                  <c:v>38114</c:v>
                </c:pt>
                <c:pt idx="1135">
                  <c:v>38117</c:v>
                </c:pt>
                <c:pt idx="1136">
                  <c:v>38118</c:v>
                </c:pt>
                <c:pt idx="1137">
                  <c:v>38119</c:v>
                </c:pt>
                <c:pt idx="1138">
                  <c:v>38120</c:v>
                </c:pt>
                <c:pt idx="1139">
                  <c:v>38121</c:v>
                </c:pt>
                <c:pt idx="1140">
                  <c:v>38124</c:v>
                </c:pt>
                <c:pt idx="1141">
                  <c:v>38125</c:v>
                </c:pt>
                <c:pt idx="1142">
                  <c:v>38126</c:v>
                </c:pt>
                <c:pt idx="1143">
                  <c:v>38127</c:v>
                </c:pt>
                <c:pt idx="1144">
                  <c:v>38128</c:v>
                </c:pt>
                <c:pt idx="1145">
                  <c:v>38131</c:v>
                </c:pt>
                <c:pt idx="1146">
                  <c:v>38132</c:v>
                </c:pt>
                <c:pt idx="1147">
                  <c:v>38133</c:v>
                </c:pt>
                <c:pt idx="1148">
                  <c:v>38134</c:v>
                </c:pt>
                <c:pt idx="1149">
                  <c:v>38135</c:v>
                </c:pt>
                <c:pt idx="1150">
                  <c:v>38138</c:v>
                </c:pt>
                <c:pt idx="1151">
                  <c:v>38139</c:v>
                </c:pt>
                <c:pt idx="1152">
                  <c:v>38140</c:v>
                </c:pt>
                <c:pt idx="1153">
                  <c:v>38141</c:v>
                </c:pt>
                <c:pt idx="1154">
                  <c:v>38142</c:v>
                </c:pt>
                <c:pt idx="1155">
                  <c:v>38145</c:v>
                </c:pt>
                <c:pt idx="1156">
                  <c:v>38146</c:v>
                </c:pt>
                <c:pt idx="1157">
                  <c:v>38147</c:v>
                </c:pt>
                <c:pt idx="1158">
                  <c:v>38148</c:v>
                </c:pt>
                <c:pt idx="1159">
                  <c:v>38149</c:v>
                </c:pt>
                <c:pt idx="1160">
                  <c:v>38152</c:v>
                </c:pt>
                <c:pt idx="1161">
                  <c:v>38153</c:v>
                </c:pt>
                <c:pt idx="1162">
                  <c:v>38154</c:v>
                </c:pt>
                <c:pt idx="1163">
                  <c:v>38155</c:v>
                </c:pt>
                <c:pt idx="1164">
                  <c:v>38156</c:v>
                </c:pt>
                <c:pt idx="1165">
                  <c:v>38159</c:v>
                </c:pt>
                <c:pt idx="1166">
                  <c:v>38160</c:v>
                </c:pt>
                <c:pt idx="1167">
                  <c:v>38161</c:v>
                </c:pt>
                <c:pt idx="1168">
                  <c:v>38162</c:v>
                </c:pt>
                <c:pt idx="1169">
                  <c:v>38163</c:v>
                </c:pt>
                <c:pt idx="1170">
                  <c:v>38166</c:v>
                </c:pt>
                <c:pt idx="1171">
                  <c:v>38167</c:v>
                </c:pt>
                <c:pt idx="1172">
                  <c:v>38168</c:v>
                </c:pt>
                <c:pt idx="1173">
                  <c:v>38169</c:v>
                </c:pt>
                <c:pt idx="1174">
                  <c:v>38170</c:v>
                </c:pt>
                <c:pt idx="1175">
                  <c:v>38173</c:v>
                </c:pt>
                <c:pt idx="1176">
                  <c:v>38174</c:v>
                </c:pt>
                <c:pt idx="1177">
                  <c:v>38175</c:v>
                </c:pt>
                <c:pt idx="1178">
                  <c:v>38176</c:v>
                </c:pt>
                <c:pt idx="1179">
                  <c:v>38177</c:v>
                </c:pt>
                <c:pt idx="1180">
                  <c:v>38180</c:v>
                </c:pt>
                <c:pt idx="1181">
                  <c:v>38181</c:v>
                </c:pt>
                <c:pt idx="1182">
                  <c:v>38182</c:v>
                </c:pt>
                <c:pt idx="1183">
                  <c:v>38183</c:v>
                </c:pt>
                <c:pt idx="1184">
                  <c:v>38184</c:v>
                </c:pt>
                <c:pt idx="1185">
                  <c:v>38187</c:v>
                </c:pt>
                <c:pt idx="1186">
                  <c:v>38188</c:v>
                </c:pt>
                <c:pt idx="1187">
                  <c:v>38189</c:v>
                </c:pt>
                <c:pt idx="1188">
                  <c:v>38190</c:v>
                </c:pt>
                <c:pt idx="1189">
                  <c:v>38191</c:v>
                </c:pt>
                <c:pt idx="1190">
                  <c:v>38194</c:v>
                </c:pt>
                <c:pt idx="1191">
                  <c:v>38195</c:v>
                </c:pt>
                <c:pt idx="1192">
                  <c:v>38196</c:v>
                </c:pt>
                <c:pt idx="1193">
                  <c:v>38197</c:v>
                </c:pt>
                <c:pt idx="1194">
                  <c:v>38198</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38292</c:v>
                </c:pt>
                <c:pt idx="1261">
                  <c:v>38293</c:v>
                </c:pt>
                <c:pt idx="1262">
                  <c:v>38294</c:v>
                </c:pt>
                <c:pt idx="1263">
                  <c:v>38295</c:v>
                </c:pt>
                <c:pt idx="1264">
                  <c:v>38296</c:v>
                </c:pt>
                <c:pt idx="1265">
                  <c:v>38299</c:v>
                </c:pt>
                <c:pt idx="1266">
                  <c:v>38300</c:v>
                </c:pt>
                <c:pt idx="1267">
                  <c:v>38301</c:v>
                </c:pt>
                <c:pt idx="1268">
                  <c:v>38302</c:v>
                </c:pt>
                <c:pt idx="1269">
                  <c:v>38303</c:v>
                </c:pt>
                <c:pt idx="1270">
                  <c:v>38306</c:v>
                </c:pt>
                <c:pt idx="1271">
                  <c:v>38307</c:v>
                </c:pt>
                <c:pt idx="1272">
                  <c:v>38308</c:v>
                </c:pt>
                <c:pt idx="1273">
                  <c:v>38309</c:v>
                </c:pt>
                <c:pt idx="1274">
                  <c:v>38310</c:v>
                </c:pt>
                <c:pt idx="1275">
                  <c:v>38313</c:v>
                </c:pt>
                <c:pt idx="1276">
                  <c:v>38314</c:v>
                </c:pt>
                <c:pt idx="1277">
                  <c:v>38315</c:v>
                </c:pt>
                <c:pt idx="1278">
                  <c:v>38316</c:v>
                </c:pt>
                <c:pt idx="1279">
                  <c:v>38317</c:v>
                </c:pt>
                <c:pt idx="1280">
                  <c:v>38320</c:v>
                </c:pt>
                <c:pt idx="1281">
                  <c:v>38321</c:v>
                </c:pt>
                <c:pt idx="1282">
                  <c:v>38322</c:v>
                </c:pt>
                <c:pt idx="1283">
                  <c:v>38323</c:v>
                </c:pt>
                <c:pt idx="1284">
                  <c:v>38324</c:v>
                </c:pt>
                <c:pt idx="1285">
                  <c:v>38327</c:v>
                </c:pt>
                <c:pt idx="1286">
                  <c:v>38328</c:v>
                </c:pt>
                <c:pt idx="1287">
                  <c:v>38329</c:v>
                </c:pt>
                <c:pt idx="1288">
                  <c:v>38330</c:v>
                </c:pt>
                <c:pt idx="1289">
                  <c:v>38331</c:v>
                </c:pt>
                <c:pt idx="1290">
                  <c:v>38334</c:v>
                </c:pt>
                <c:pt idx="1291">
                  <c:v>38335</c:v>
                </c:pt>
                <c:pt idx="1292">
                  <c:v>38336</c:v>
                </c:pt>
                <c:pt idx="1293">
                  <c:v>38337</c:v>
                </c:pt>
                <c:pt idx="1294">
                  <c:v>38338</c:v>
                </c:pt>
                <c:pt idx="1295">
                  <c:v>38341</c:v>
                </c:pt>
                <c:pt idx="1296">
                  <c:v>38342</c:v>
                </c:pt>
                <c:pt idx="1297">
                  <c:v>38343</c:v>
                </c:pt>
                <c:pt idx="1298">
                  <c:v>38344</c:v>
                </c:pt>
                <c:pt idx="1299">
                  <c:v>38345</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38436</c:v>
                </c:pt>
                <c:pt idx="1365">
                  <c:v>38439</c:v>
                </c:pt>
                <c:pt idx="1366">
                  <c:v>38440</c:v>
                </c:pt>
                <c:pt idx="1367">
                  <c:v>38441</c:v>
                </c:pt>
                <c:pt idx="1368">
                  <c:v>38442</c:v>
                </c:pt>
                <c:pt idx="1369">
                  <c:v>38443</c:v>
                </c:pt>
                <c:pt idx="1370">
                  <c:v>38446</c:v>
                </c:pt>
                <c:pt idx="1371">
                  <c:v>38447</c:v>
                </c:pt>
                <c:pt idx="1372">
                  <c:v>38448</c:v>
                </c:pt>
                <c:pt idx="1373">
                  <c:v>38449</c:v>
                </c:pt>
                <c:pt idx="1374">
                  <c:v>38450</c:v>
                </c:pt>
                <c:pt idx="1375">
                  <c:v>38453</c:v>
                </c:pt>
                <c:pt idx="1376">
                  <c:v>38454</c:v>
                </c:pt>
                <c:pt idx="1377">
                  <c:v>38455</c:v>
                </c:pt>
                <c:pt idx="1378">
                  <c:v>38456</c:v>
                </c:pt>
                <c:pt idx="1379">
                  <c:v>38457</c:v>
                </c:pt>
                <c:pt idx="1380">
                  <c:v>38460</c:v>
                </c:pt>
                <c:pt idx="1381">
                  <c:v>38461</c:v>
                </c:pt>
                <c:pt idx="1382">
                  <c:v>38462</c:v>
                </c:pt>
                <c:pt idx="1383">
                  <c:v>38463</c:v>
                </c:pt>
                <c:pt idx="1384">
                  <c:v>38464</c:v>
                </c:pt>
                <c:pt idx="1385">
                  <c:v>38467</c:v>
                </c:pt>
                <c:pt idx="1386">
                  <c:v>38468</c:v>
                </c:pt>
                <c:pt idx="1387">
                  <c:v>38469</c:v>
                </c:pt>
                <c:pt idx="1388">
                  <c:v>38470</c:v>
                </c:pt>
                <c:pt idx="1389">
                  <c:v>38471</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38565</c:v>
                </c:pt>
                <c:pt idx="1456">
                  <c:v>38566</c:v>
                </c:pt>
                <c:pt idx="1457">
                  <c:v>38567</c:v>
                </c:pt>
                <c:pt idx="1458">
                  <c:v>38568</c:v>
                </c:pt>
                <c:pt idx="1459">
                  <c:v>38569</c:v>
                </c:pt>
                <c:pt idx="1460">
                  <c:v>38572</c:v>
                </c:pt>
                <c:pt idx="1461">
                  <c:v>38573</c:v>
                </c:pt>
                <c:pt idx="1462">
                  <c:v>38574</c:v>
                </c:pt>
                <c:pt idx="1463">
                  <c:v>38575</c:v>
                </c:pt>
                <c:pt idx="1464">
                  <c:v>38576</c:v>
                </c:pt>
                <c:pt idx="1465">
                  <c:v>38579</c:v>
                </c:pt>
                <c:pt idx="1466">
                  <c:v>38580</c:v>
                </c:pt>
                <c:pt idx="1467">
                  <c:v>38581</c:v>
                </c:pt>
                <c:pt idx="1468">
                  <c:v>38582</c:v>
                </c:pt>
                <c:pt idx="1469">
                  <c:v>38583</c:v>
                </c:pt>
                <c:pt idx="1470">
                  <c:v>38586</c:v>
                </c:pt>
                <c:pt idx="1471">
                  <c:v>38587</c:v>
                </c:pt>
                <c:pt idx="1472">
                  <c:v>38588</c:v>
                </c:pt>
                <c:pt idx="1473">
                  <c:v>38589</c:v>
                </c:pt>
                <c:pt idx="1474">
                  <c:v>38590</c:v>
                </c:pt>
                <c:pt idx="1475">
                  <c:v>38593</c:v>
                </c:pt>
                <c:pt idx="1476">
                  <c:v>38594</c:v>
                </c:pt>
                <c:pt idx="1477">
                  <c:v>38595</c:v>
                </c:pt>
                <c:pt idx="1478">
                  <c:v>38596</c:v>
                </c:pt>
                <c:pt idx="1479">
                  <c:v>38597</c:v>
                </c:pt>
                <c:pt idx="1480">
                  <c:v>38600</c:v>
                </c:pt>
                <c:pt idx="1481">
                  <c:v>38601</c:v>
                </c:pt>
                <c:pt idx="1482">
                  <c:v>38602</c:v>
                </c:pt>
                <c:pt idx="1483">
                  <c:v>38603</c:v>
                </c:pt>
                <c:pt idx="1484">
                  <c:v>38604</c:v>
                </c:pt>
                <c:pt idx="1485">
                  <c:v>38607</c:v>
                </c:pt>
                <c:pt idx="1486">
                  <c:v>38608</c:v>
                </c:pt>
                <c:pt idx="1487">
                  <c:v>38609</c:v>
                </c:pt>
                <c:pt idx="1488">
                  <c:v>38610</c:v>
                </c:pt>
                <c:pt idx="1489">
                  <c:v>38611</c:v>
                </c:pt>
                <c:pt idx="1490">
                  <c:v>38614</c:v>
                </c:pt>
                <c:pt idx="1491">
                  <c:v>38615</c:v>
                </c:pt>
                <c:pt idx="1492">
                  <c:v>38616</c:v>
                </c:pt>
                <c:pt idx="1493">
                  <c:v>38617</c:v>
                </c:pt>
                <c:pt idx="1494">
                  <c:v>38618</c:v>
                </c:pt>
                <c:pt idx="1495">
                  <c:v>38621</c:v>
                </c:pt>
                <c:pt idx="1496">
                  <c:v>38622</c:v>
                </c:pt>
                <c:pt idx="1497">
                  <c:v>38623</c:v>
                </c:pt>
                <c:pt idx="1498">
                  <c:v>38624</c:v>
                </c:pt>
                <c:pt idx="1499">
                  <c:v>38625</c:v>
                </c:pt>
                <c:pt idx="1500">
                  <c:v>38628</c:v>
                </c:pt>
                <c:pt idx="1501">
                  <c:v>38629</c:v>
                </c:pt>
                <c:pt idx="1502">
                  <c:v>38630</c:v>
                </c:pt>
                <c:pt idx="1503">
                  <c:v>38631</c:v>
                </c:pt>
                <c:pt idx="1504">
                  <c:v>38632</c:v>
                </c:pt>
                <c:pt idx="1505">
                  <c:v>38635</c:v>
                </c:pt>
                <c:pt idx="1506">
                  <c:v>38636</c:v>
                </c:pt>
                <c:pt idx="1507">
                  <c:v>38637</c:v>
                </c:pt>
                <c:pt idx="1508">
                  <c:v>38638</c:v>
                </c:pt>
                <c:pt idx="1509">
                  <c:v>38639</c:v>
                </c:pt>
                <c:pt idx="1510">
                  <c:v>38642</c:v>
                </c:pt>
                <c:pt idx="1511">
                  <c:v>38643</c:v>
                </c:pt>
                <c:pt idx="1512">
                  <c:v>38644</c:v>
                </c:pt>
                <c:pt idx="1513">
                  <c:v>38645</c:v>
                </c:pt>
                <c:pt idx="1514">
                  <c:v>38646</c:v>
                </c:pt>
                <c:pt idx="1515">
                  <c:v>38649</c:v>
                </c:pt>
                <c:pt idx="1516">
                  <c:v>38650</c:v>
                </c:pt>
                <c:pt idx="1517">
                  <c:v>38651</c:v>
                </c:pt>
                <c:pt idx="1518">
                  <c:v>38652</c:v>
                </c:pt>
                <c:pt idx="1519">
                  <c:v>38653</c:v>
                </c:pt>
                <c:pt idx="1520">
                  <c:v>38656</c:v>
                </c:pt>
                <c:pt idx="1521">
                  <c:v>38657</c:v>
                </c:pt>
                <c:pt idx="1522">
                  <c:v>38658</c:v>
                </c:pt>
                <c:pt idx="1523">
                  <c:v>38659</c:v>
                </c:pt>
                <c:pt idx="1524">
                  <c:v>38660</c:v>
                </c:pt>
                <c:pt idx="1525">
                  <c:v>38663</c:v>
                </c:pt>
                <c:pt idx="1526">
                  <c:v>38664</c:v>
                </c:pt>
                <c:pt idx="1527">
                  <c:v>38665</c:v>
                </c:pt>
                <c:pt idx="1528">
                  <c:v>38666</c:v>
                </c:pt>
                <c:pt idx="1529">
                  <c:v>38667</c:v>
                </c:pt>
                <c:pt idx="1530">
                  <c:v>38670</c:v>
                </c:pt>
                <c:pt idx="1531">
                  <c:v>38671</c:v>
                </c:pt>
                <c:pt idx="1532">
                  <c:v>38672</c:v>
                </c:pt>
                <c:pt idx="1533">
                  <c:v>38673</c:v>
                </c:pt>
                <c:pt idx="1534">
                  <c:v>38674</c:v>
                </c:pt>
                <c:pt idx="1535">
                  <c:v>38677</c:v>
                </c:pt>
                <c:pt idx="1536">
                  <c:v>38678</c:v>
                </c:pt>
                <c:pt idx="1537">
                  <c:v>38679</c:v>
                </c:pt>
                <c:pt idx="1538">
                  <c:v>38680</c:v>
                </c:pt>
                <c:pt idx="1539">
                  <c:v>38681</c:v>
                </c:pt>
                <c:pt idx="1540">
                  <c:v>38684</c:v>
                </c:pt>
                <c:pt idx="1541">
                  <c:v>38685</c:v>
                </c:pt>
                <c:pt idx="1542">
                  <c:v>38686</c:v>
                </c:pt>
                <c:pt idx="1543">
                  <c:v>38687</c:v>
                </c:pt>
                <c:pt idx="1544">
                  <c:v>38688</c:v>
                </c:pt>
                <c:pt idx="1545">
                  <c:v>38691</c:v>
                </c:pt>
                <c:pt idx="1546">
                  <c:v>38692</c:v>
                </c:pt>
                <c:pt idx="1547">
                  <c:v>38693</c:v>
                </c:pt>
                <c:pt idx="1548">
                  <c:v>38694</c:v>
                </c:pt>
                <c:pt idx="1549">
                  <c:v>38695</c:v>
                </c:pt>
                <c:pt idx="1550">
                  <c:v>38698</c:v>
                </c:pt>
                <c:pt idx="1551">
                  <c:v>38699</c:v>
                </c:pt>
                <c:pt idx="1552">
                  <c:v>38700</c:v>
                </c:pt>
                <c:pt idx="1553">
                  <c:v>38701</c:v>
                </c:pt>
                <c:pt idx="1554">
                  <c:v>38702</c:v>
                </c:pt>
                <c:pt idx="1555">
                  <c:v>38705</c:v>
                </c:pt>
                <c:pt idx="1556">
                  <c:v>38706</c:v>
                </c:pt>
                <c:pt idx="1557">
                  <c:v>38707</c:v>
                </c:pt>
                <c:pt idx="1558">
                  <c:v>38708</c:v>
                </c:pt>
                <c:pt idx="1559">
                  <c:v>38709</c:v>
                </c:pt>
                <c:pt idx="1560">
                  <c:v>38712</c:v>
                </c:pt>
                <c:pt idx="1561">
                  <c:v>38713</c:v>
                </c:pt>
                <c:pt idx="1562">
                  <c:v>38714</c:v>
                </c:pt>
                <c:pt idx="1563">
                  <c:v>38715</c:v>
                </c:pt>
                <c:pt idx="1564">
                  <c:v>38716</c:v>
                </c:pt>
                <c:pt idx="1565">
                  <c:v>38719</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38821</c:v>
                </c:pt>
                <c:pt idx="1640">
                  <c:v>38824</c:v>
                </c:pt>
                <c:pt idx="1641">
                  <c:v>38825</c:v>
                </c:pt>
                <c:pt idx="1642">
                  <c:v>38826</c:v>
                </c:pt>
                <c:pt idx="1643">
                  <c:v>38827</c:v>
                </c:pt>
                <c:pt idx="1644">
                  <c:v>38828</c:v>
                </c:pt>
                <c:pt idx="1645">
                  <c:v>38831</c:v>
                </c:pt>
                <c:pt idx="1646">
                  <c:v>38832</c:v>
                </c:pt>
                <c:pt idx="1647">
                  <c:v>38833</c:v>
                </c:pt>
                <c:pt idx="1648">
                  <c:v>38834</c:v>
                </c:pt>
                <c:pt idx="1649">
                  <c:v>38835</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38992</c:v>
                </c:pt>
                <c:pt idx="1761">
                  <c:v>38993</c:v>
                </c:pt>
                <c:pt idx="1762">
                  <c:v>38994</c:v>
                </c:pt>
                <c:pt idx="1763">
                  <c:v>38995</c:v>
                </c:pt>
                <c:pt idx="1764">
                  <c:v>38996</c:v>
                </c:pt>
                <c:pt idx="1765">
                  <c:v>38999</c:v>
                </c:pt>
                <c:pt idx="1766">
                  <c:v>39000</c:v>
                </c:pt>
                <c:pt idx="1767">
                  <c:v>39001</c:v>
                </c:pt>
                <c:pt idx="1768">
                  <c:v>39002</c:v>
                </c:pt>
                <c:pt idx="1769">
                  <c:v>39003</c:v>
                </c:pt>
                <c:pt idx="1770">
                  <c:v>39006</c:v>
                </c:pt>
                <c:pt idx="1771">
                  <c:v>39007</c:v>
                </c:pt>
                <c:pt idx="1772">
                  <c:v>39008</c:v>
                </c:pt>
                <c:pt idx="1773">
                  <c:v>39009</c:v>
                </c:pt>
                <c:pt idx="1774">
                  <c:v>39010</c:v>
                </c:pt>
                <c:pt idx="1775">
                  <c:v>39013</c:v>
                </c:pt>
                <c:pt idx="1776">
                  <c:v>39014</c:v>
                </c:pt>
                <c:pt idx="1777">
                  <c:v>39015</c:v>
                </c:pt>
                <c:pt idx="1778">
                  <c:v>39016</c:v>
                </c:pt>
                <c:pt idx="1779">
                  <c:v>39017</c:v>
                </c:pt>
                <c:pt idx="1780">
                  <c:v>39020</c:v>
                </c:pt>
                <c:pt idx="1781">
                  <c:v>39021</c:v>
                </c:pt>
                <c:pt idx="1782">
                  <c:v>39022</c:v>
                </c:pt>
                <c:pt idx="1783">
                  <c:v>39023</c:v>
                </c:pt>
                <c:pt idx="1784">
                  <c:v>39024</c:v>
                </c:pt>
                <c:pt idx="1785">
                  <c:v>39027</c:v>
                </c:pt>
                <c:pt idx="1786">
                  <c:v>39028</c:v>
                </c:pt>
                <c:pt idx="1787">
                  <c:v>39029</c:v>
                </c:pt>
                <c:pt idx="1788">
                  <c:v>39030</c:v>
                </c:pt>
                <c:pt idx="1789">
                  <c:v>39031</c:v>
                </c:pt>
                <c:pt idx="1790">
                  <c:v>39034</c:v>
                </c:pt>
                <c:pt idx="1791">
                  <c:v>39035</c:v>
                </c:pt>
                <c:pt idx="1792">
                  <c:v>39036</c:v>
                </c:pt>
                <c:pt idx="1793">
                  <c:v>39037</c:v>
                </c:pt>
                <c:pt idx="1794">
                  <c:v>39038</c:v>
                </c:pt>
                <c:pt idx="1795">
                  <c:v>39041</c:v>
                </c:pt>
                <c:pt idx="1796">
                  <c:v>39042</c:v>
                </c:pt>
                <c:pt idx="1797">
                  <c:v>39043</c:v>
                </c:pt>
                <c:pt idx="1798">
                  <c:v>39044</c:v>
                </c:pt>
                <c:pt idx="1799">
                  <c:v>39045</c:v>
                </c:pt>
                <c:pt idx="1800">
                  <c:v>39048</c:v>
                </c:pt>
                <c:pt idx="1801">
                  <c:v>39049</c:v>
                </c:pt>
                <c:pt idx="1802">
                  <c:v>39050</c:v>
                </c:pt>
                <c:pt idx="1803">
                  <c:v>39051</c:v>
                </c:pt>
                <c:pt idx="1804">
                  <c:v>39052</c:v>
                </c:pt>
                <c:pt idx="1805">
                  <c:v>39055</c:v>
                </c:pt>
                <c:pt idx="1806">
                  <c:v>39056</c:v>
                </c:pt>
                <c:pt idx="1807">
                  <c:v>39057</c:v>
                </c:pt>
                <c:pt idx="1808">
                  <c:v>39058</c:v>
                </c:pt>
                <c:pt idx="1809">
                  <c:v>39059</c:v>
                </c:pt>
                <c:pt idx="1810">
                  <c:v>39062</c:v>
                </c:pt>
                <c:pt idx="1811">
                  <c:v>39063</c:v>
                </c:pt>
                <c:pt idx="1812">
                  <c:v>39064</c:v>
                </c:pt>
                <c:pt idx="1813">
                  <c:v>39065</c:v>
                </c:pt>
                <c:pt idx="1814">
                  <c:v>39066</c:v>
                </c:pt>
                <c:pt idx="1815">
                  <c:v>39069</c:v>
                </c:pt>
                <c:pt idx="1816">
                  <c:v>39070</c:v>
                </c:pt>
                <c:pt idx="1817">
                  <c:v>39071</c:v>
                </c:pt>
                <c:pt idx="1818">
                  <c:v>39072</c:v>
                </c:pt>
                <c:pt idx="1819">
                  <c:v>39073</c:v>
                </c:pt>
                <c:pt idx="1820">
                  <c:v>39076</c:v>
                </c:pt>
                <c:pt idx="1821">
                  <c:v>39077</c:v>
                </c:pt>
                <c:pt idx="1822">
                  <c:v>39078</c:v>
                </c:pt>
                <c:pt idx="1823">
                  <c:v>39079</c:v>
                </c:pt>
                <c:pt idx="1824">
                  <c:v>39080</c:v>
                </c:pt>
                <c:pt idx="1825">
                  <c:v>39083</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39174</c:v>
                </c:pt>
                <c:pt idx="1891">
                  <c:v>39175</c:v>
                </c:pt>
                <c:pt idx="1892">
                  <c:v>39176</c:v>
                </c:pt>
                <c:pt idx="1893">
                  <c:v>39177</c:v>
                </c:pt>
                <c:pt idx="1894">
                  <c:v>39178</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39230</c:v>
                </c:pt>
                <c:pt idx="1931">
                  <c:v>39231</c:v>
                </c:pt>
                <c:pt idx="1932">
                  <c:v>39232</c:v>
                </c:pt>
                <c:pt idx="1933">
                  <c:v>39233</c:v>
                </c:pt>
                <c:pt idx="1934">
                  <c:v>39234</c:v>
                </c:pt>
                <c:pt idx="1935">
                  <c:v>39237</c:v>
                </c:pt>
                <c:pt idx="1936">
                  <c:v>39238</c:v>
                </c:pt>
                <c:pt idx="1937">
                  <c:v>39239</c:v>
                </c:pt>
                <c:pt idx="1938">
                  <c:v>39240</c:v>
                </c:pt>
                <c:pt idx="1939">
                  <c:v>39241</c:v>
                </c:pt>
                <c:pt idx="1940">
                  <c:v>39244</c:v>
                </c:pt>
                <c:pt idx="1941">
                  <c:v>39245</c:v>
                </c:pt>
                <c:pt idx="1942">
                  <c:v>39246</c:v>
                </c:pt>
                <c:pt idx="1943">
                  <c:v>39247</c:v>
                </c:pt>
                <c:pt idx="1944">
                  <c:v>39248</c:v>
                </c:pt>
                <c:pt idx="1945">
                  <c:v>39251</c:v>
                </c:pt>
                <c:pt idx="1946">
                  <c:v>39252</c:v>
                </c:pt>
                <c:pt idx="1947">
                  <c:v>39253</c:v>
                </c:pt>
                <c:pt idx="1948">
                  <c:v>39254</c:v>
                </c:pt>
                <c:pt idx="1949">
                  <c:v>39255</c:v>
                </c:pt>
                <c:pt idx="1950">
                  <c:v>39258</c:v>
                </c:pt>
                <c:pt idx="1951">
                  <c:v>39259</c:v>
                </c:pt>
                <c:pt idx="1952">
                  <c:v>39260</c:v>
                </c:pt>
                <c:pt idx="1953">
                  <c:v>39261</c:v>
                </c:pt>
                <c:pt idx="1954">
                  <c:v>39262</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39356</c:v>
                </c:pt>
                <c:pt idx="2021">
                  <c:v>39357</c:v>
                </c:pt>
                <c:pt idx="2022">
                  <c:v>39358</c:v>
                </c:pt>
                <c:pt idx="2023">
                  <c:v>39359</c:v>
                </c:pt>
                <c:pt idx="2024">
                  <c:v>39360</c:v>
                </c:pt>
                <c:pt idx="2025">
                  <c:v>39363</c:v>
                </c:pt>
                <c:pt idx="2026">
                  <c:v>39364</c:v>
                </c:pt>
                <c:pt idx="2027">
                  <c:v>39365</c:v>
                </c:pt>
                <c:pt idx="2028">
                  <c:v>39366</c:v>
                </c:pt>
                <c:pt idx="2029">
                  <c:v>39367</c:v>
                </c:pt>
                <c:pt idx="2030">
                  <c:v>39370</c:v>
                </c:pt>
                <c:pt idx="2031">
                  <c:v>39371</c:v>
                </c:pt>
                <c:pt idx="2032">
                  <c:v>39372</c:v>
                </c:pt>
                <c:pt idx="2033">
                  <c:v>39373</c:v>
                </c:pt>
                <c:pt idx="2034">
                  <c:v>39374</c:v>
                </c:pt>
                <c:pt idx="2035">
                  <c:v>39377</c:v>
                </c:pt>
                <c:pt idx="2036">
                  <c:v>39378</c:v>
                </c:pt>
                <c:pt idx="2037">
                  <c:v>39379</c:v>
                </c:pt>
                <c:pt idx="2038">
                  <c:v>39380</c:v>
                </c:pt>
                <c:pt idx="2039">
                  <c:v>39381</c:v>
                </c:pt>
                <c:pt idx="2040">
                  <c:v>39384</c:v>
                </c:pt>
                <c:pt idx="2041">
                  <c:v>39385</c:v>
                </c:pt>
                <c:pt idx="2042">
                  <c:v>39386</c:v>
                </c:pt>
                <c:pt idx="2043">
                  <c:v>39387</c:v>
                </c:pt>
                <c:pt idx="2044">
                  <c:v>39388</c:v>
                </c:pt>
                <c:pt idx="2045">
                  <c:v>39391</c:v>
                </c:pt>
                <c:pt idx="2046">
                  <c:v>39392</c:v>
                </c:pt>
                <c:pt idx="2047">
                  <c:v>39393</c:v>
                </c:pt>
                <c:pt idx="2048">
                  <c:v>39394</c:v>
                </c:pt>
                <c:pt idx="2049">
                  <c:v>39395</c:v>
                </c:pt>
                <c:pt idx="2050">
                  <c:v>39398</c:v>
                </c:pt>
                <c:pt idx="2051">
                  <c:v>39399</c:v>
                </c:pt>
                <c:pt idx="2052">
                  <c:v>39400</c:v>
                </c:pt>
                <c:pt idx="2053">
                  <c:v>39401</c:v>
                </c:pt>
                <c:pt idx="2054">
                  <c:v>39402</c:v>
                </c:pt>
                <c:pt idx="2055">
                  <c:v>39405</c:v>
                </c:pt>
                <c:pt idx="2056">
                  <c:v>39406</c:v>
                </c:pt>
                <c:pt idx="2057">
                  <c:v>39407</c:v>
                </c:pt>
                <c:pt idx="2058">
                  <c:v>39408</c:v>
                </c:pt>
                <c:pt idx="2059">
                  <c:v>39409</c:v>
                </c:pt>
                <c:pt idx="2060">
                  <c:v>39412</c:v>
                </c:pt>
                <c:pt idx="2061">
                  <c:v>39413</c:v>
                </c:pt>
                <c:pt idx="2062">
                  <c:v>39414</c:v>
                </c:pt>
                <c:pt idx="2063">
                  <c:v>39415</c:v>
                </c:pt>
                <c:pt idx="2064">
                  <c:v>39416</c:v>
                </c:pt>
                <c:pt idx="2065">
                  <c:v>39419</c:v>
                </c:pt>
                <c:pt idx="2066">
                  <c:v>39420</c:v>
                </c:pt>
                <c:pt idx="2067">
                  <c:v>39421</c:v>
                </c:pt>
                <c:pt idx="2068">
                  <c:v>39422</c:v>
                </c:pt>
                <c:pt idx="2069">
                  <c:v>39423</c:v>
                </c:pt>
                <c:pt idx="2070">
                  <c:v>39426</c:v>
                </c:pt>
                <c:pt idx="2071">
                  <c:v>39427</c:v>
                </c:pt>
                <c:pt idx="2072">
                  <c:v>39428</c:v>
                </c:pt>
                <c:pt idx="2073">
                  <c:v>39429</c:v>
                </c:pt>
                <c:pt idx="2074">
                  <c:v>39430</c:v>
                </c:pt>
                <c:pt idx="2075">
                  <c:v>39433</c:v>
                </c:pt>
                <c:pt idx="2076">
                  <c:v>39434</c:v>
                </c:pt>
                <c:pt idx="2077">
                  <c:v>39435</c:v>
                </c:pt>
                <c:pt idx="2078">
                  <c:v>39436</c:v>
                </c:pt>
                <c:pt idx="2079">
                  <c:v>39437</c:v>
                </c:pt>
                <c:pt idx="2080">
                  <c:v>39440</c:v>
                </c:pt>
                <c:pt idx="2081">
                  <c:v>39441</c:v>
                </c:pt>
                <c:pt idx="2082">
                  <c:v>39442</c:v>
                </c:pt>
                <c:pt idx="2083">
                  <c:v>39443</c:v>
                </c:pt>
                <c:pt idx="2084">
                  <c:v>39444</c:v>
                </c:pt>
                <c:pt idx="2085">
                  <c:v>39447</c:v>
                </c:pt>
                <c:pt idx="2086">
                  <c:v>39448</c:v>
                </c:pt>
                <c:pt idx="2087">
                  <c:v>39449</c:v>
                </c:pt>
                <c:pt idx="2088">
                  <c:v>39450</c:v>
                </c:pt>
                <c:pt idx="2089">
                  <c:v>39451</c:v>
                </c:pt>
                <c:pt idx="2090">
                  <c:v>39454</c:v>
                </c:pt>
                <c:pt idx="2091">
                  <c:v>39455</c:v>
                </c:pt>
                <c:pt idx="2092">
                  <c:v>39456</c:v>
                </c:pt>
                <c:pt idx="2093">
                  <c:v>39457</c:v>
                </c:pt>
                <c:pt idx="2094">
                  <c:v>39458</c:v>
                </c:pt>
                <c:pt idx="2095">
                  <c:v>39461</c:v>
                </c:pt>
                <c:pt idx="2096">
                  <c:v>39462</c:v>
                </c:pt>
                <c:pt idx="2097">
                  <c:v>39463</c:v>
                </c:pt>
                <c:pt idx="2098">
                  <c:v>39464</c:v>
                </c:pt>
                <c:pt idx="2099">
                  <c:v>39465</c:v>
                </c:pt>
                <c:pt idx="2100">
                  <c:v>39468</c:v>
                </c:pt>
                <c:pt idx="2101">
                  <c:v>39469</c:v>
                </c:pt>
                <c:pt idx="2102">
                  <c:v>39470</c:v>
                </c:pt>
                <c:pt idx="2103">
                  <c:v>39471</c:v>
                </c:pt>
                <c:pt idx="2104">
                  <c:v>39472</c:v>
                </c:pt>
                <c:pt idx="2105">
                  <c:v>39475</c:v>
                </c:pt>
                <c:pt idx="2106">
                  <c:v>39476</c:v>
                </c:pt>
                <c:pt idx="2107">
                  <c:v>39477</c:v>
                </c:pt>
                <c:pt idx="2108">
                  <c:v>39478</c:v>
                </c:pt>
                <c:pt idx="2109">
                  <c:v>39479</c:v>
                </c:pt>
                <c:pt idx="2110">
                  <c:v>39482</c:v>
                </c:pt>
                <c:pt idx="2111">
                  <c:v>39483</c:v>
                </c:pt>
                <c:pt idx="2112">
                  <c:v>39484</c:v>
                </c:pt>
                <c:pt idx="2113">
                  <c:v>39485</c:v>
                </c:pt>
                <c:pt idx="2114">
                  <c:v>39486</c:v>
                </c:pt>
                <c:pt idx="2115">
                  <c:v>39489</c:v>
                </c:pt>
                <c:pt idx="2116">
                  <c:v>39490</c:v>
                </c:pt>
                <c:pt idx="2117">
                  <c:v>39491</c:v>
                </c:pt>
                <c:pt idx="2118">
                  <c:v>39492</c:v>
                </c:pt>
                <c:pt idx="2119">
                  <c:v>39493</c:v>
                </c:pt>
                <c:pt idx="2120">
                  <c:v>39496</c:v>
                </c:pt>
                <c:pt idx="2121">
                  <c:v>39497</c:v>
                </c:pt>
                <c:pt idx="2122">
                  <c:v>39498</c:v>
                </c:pt>
                <c:pt idx="2123">
                  <c:v>39499</c:v>
                </c:pt>
                <c:pt idx="2124">
                  <c:v>39500</c:v>
                </c:pt>
                <c:pt idx="2125">
                  <c:v>39503</c:v>
                </c:pt>
                <c:pt idx="2126">
                  <c:v>39504</c:v>
                </c:pt>
                <c:pt idx="2127">
                  <c:v>39505</c:v>
                </c:pt>
                <c:pt idx="2128">
                  <c:v>39506</c:v>
                </c:pt>
                <c:pt idx="2129">
                  <c:v>39507</c:v>
                </c:pt>
                <c:pt idx="2130">
                  <c:v>39510</c:v>
                </c:pt>
                <c:pt idx="2131">
                  <c:v>39511</c:v>
                </c:pt>
                <c:pt idx="2132">
                  <c:v>39512</c:v>
                </c:pt>
                <c:pt idx="2133">
                  <c:v>39513</c:v>
                </c:pt>
                <c:pt idx="2134">
                  <c:v>39514</c:v>
                </c:pt>
                <c:pt idx="2135">
                  <c:v>39517</c:v>
                </c:pt>
                <c:pt idx="2136">
                  <c:v>39518</c:v>
                </c:pt>
                <c:pt idx="2137">
                  <c:v>39519</c:v>
                </c:pt>
                <c:pt idx="2138">
                  <c:v>39520</c:v>
                </c:pt>
                <c:pt idx="2139">
                  <c:v>39521</c:v>
                </c:pt>
                <c:pt idx="2140">
                  <c:v>39524</c:v>
                </c:pt>
                <c:pt idx="2141">
                  <c:v>39525</c:v>
                </c:pt>
                <c:pt idx="2142">
                  <c:v>39526</c:v>
                </c:pt>
                <c:pt idx="2143">
                  <c:v>39527</c:v>
                </c:pt>
                <c:pt idx="2144">
                  <c:v>39528</c:v>
                </c:pt>
                <c:pt idx="2145">
                  <c:v>39531</c:v>
                </c:pt>
                <c:pt idx="2146">
                  <c:v>39532</c:v>
                </c:pt>
                <c:pt idx="2147">
                  <c:v>39533</c:v>
                </c:pt>
                <c:pt idx="2148">
                  <c:v>39534</c:v>
                </c:pt>
                <c:pt idx="2149">
                  <c:v>39535</c:v>
                </c:pt>
                <c:pt idx="2150">
                  <c:v>39538</c:v>
                </c:pt>
                <c:pt idx="2151">
                  <c:v>39539</c:v>
                </c:pt>
                <c:pt idx="2152">
                  <c:v>39540</c:v>
                </c:pt>
                <c:pt idx="2153">
                  <c:v>39541</c:v>
                </c:pt>
                <c:pt idx="2154">
                  <c:v>39542</c:v>
                </c:pt>
                <c:pt idx="2155">
                  <c:v>39545</c:v>
                </c:pt>
                <c:pt idx="2156">
                  <c:v>39546</c:v>
                </c:pt>
                <c:pt idx="2157">
                  <c:v>39547</c:v>
                </c:pt>
                <c:pt idx="2158">
                  <c:v>39548</c:v>
                </c:pt>
                <c:pt idx="2159">
                  <c:v>39549</c:v>
                </c:pt>
                <c:pt idx="2160">
                  <c:v>39552</c:v>
                </c:pt>
                <c:pt idx="2161">
                  <c:v>39553</c:v>
                </c:pt>
                <c:pt idx="2162">
                  <c:v>39554</c:v>
                </c:pt>
                <c:pt idx="2163">
                  <c:v>39555</c:v>
                </c:pt>
                <c:pt idx="2164">
                  <c:v>39556</c:v>
                </c:pt>
                <c:pt idx="2165">
                  <c:v>39559</c:v>
                </c:pt>
                <c:pt idx="2166">
                  <c:v>39560</c:v>
                </c:pt>
                <c:pt idx="2167">
                  <c:v>39561</c:v>
                </c:pt>
                <c:pt idx="2168">
                  <c:v>39562</c:v>
                </c:pt>
                <c:pt idx="2169">
                  <c:v>39563</c:v>
                </c:pt>
                <c:pt idx="2170">
                  <c:v>39566</c:v>
                </c:pt>
                <c:pt idx="2171">
                  <c:v>39567</c:v>
                </c:pt>
                <c:pt idx="2172">
                  <c:v>39568</c:v>
                </c:pt>
                <c:pt idx="2173">
                  <c:v>39569</c:v>
                </c:pt>
                <c:pt idx="2174">
                  <c:v>39570</c:v>
                </c:pt>
                <c:pt idx="2175">
                  <c:v>39573</c:v>
                </c:pt>
                <c:pt idx="2176">
                  <c:v>39574</c:v>
                </c:pt>
                <c:pt idx="2177">
                  <c:v>39575</c:v>
                </c:pt>
                <c:pt idx="2178">
                  <c:v>39576</c:v>
                </c:pt>
                <c:pt idx="2179">
                  <c:v>39577</c:v>
                </c:pt>
                <c:pt idx="2180">
                  <c:v>39580</c:v>
                </c:pt>
                <c:pt idx="2181">
                  <c:v>39581</c:v>
                </c:pt>
                <c:pt idx="2182">
                  <c:v>39582</c:v>
                </c:pt>
                <c:pt idx="2183">
                  <c:v>39583</c:v>
                </c:pt>
                <c:pt idx="2184">
                  <c:v>39584</c:v>
                </c:pt>
                <c:pt idx="2185">
                  <c:v>39587</c:v>
                </c:pt>
                <c:pt idx="2186">
                  <c:v>39588</c:v>
                </c:pt>
                <c:pt idx="2187">
                  <c:v>39589</c:v>
                </c:pt>
                <c:pt idx="2188">
                  <c:v>39590</c:v>
                </c:pt>
                <c:pt idx="2189">
                  <c:v>39591</c:v>
                </c:pt>
                <c:pt idx="2190">
                  <c:v>39594</c:v>
                </c:pt>
                <c:pt idx="2191">
                  <c:v>39595</c:v>
                </c:pt>
                <c:pt idx="2192">
                  <c:v>39596</c:v>
                </c:pt>
                <c:pt idx="2193">
                  <c:v>39597</c:v>
                </c:pt>
                <c:pt idx="2194">
                  <c:v>39598</c:v>
                </c:pt>
                <c:pt idx="2195">
                  <c:v>39601</c:v>
                </c:pt>
                <c:pt idx="2196">
                  <c:v>39602</c:v>
                </c:pt>
                <c:pt idx="2197">
                  <c:v>39603</c:v>
                </c:pt>
                <c:pt idx="2198">
                  <c:v>39604</c:v>
                </c:pt>
                <c:pt idx="2199">
                  <c:v>39605</c:v>
                </c:pt>
                <c:pt idx="2200">
                  <c:v>39608</c:v>
                </c:pt>
                <c:pt idx="2201">
                  <c:v>39609</c:v>
                </c:pt>
                <c:pt idx="2202">
                  <c:v>39610</c:v>
                </c:pt>
                <c:pt idx="2203">
                  <c:v>39611</c:v>
                </c:pt>
                <c:pt idx="2204">
                  <c:v>39612</c:v>
                </c:pt>
                <c:pt idx="2205">
                  <c:v>39615</c:v>
                </c:pt>
                <c:pt idx="2206">
                  <c:v>39616</c:v>
                </c:pt>
                <c:pt idx="2207">
                  <c:v>39617</c:v>
                </c:pt>
                <c:pt idx="2208">
                  <c:v>39618</c:v>
                </c:pt>
                <c:pt idx="2209">
                  <c:v>39619</c:v>
                </c:pt>
                <c:pt idx="2210">
                  <c:v>39622</c:v>
                </c:pt>
                <c:pt idx="2211">
                  <c:v>39623</c:v>
                </c:pt>
                <c:pt idx="2212">
                  <c:v>39624</c:v>
                </c:pt>
                <c:pt idx="2213">
                  <c:v>39625</c:v>
                </c:pt>
                <c:pt idx="2214">
                  <c:v>39626</c:v>
                </c:pt>
                <c:pt idx="2215">
                  <c:v>39629</c:v>
                </c:pt>
                <c:pt idx="2216">
                  <c:v>39630</c:v>
                </c:pt>
                <c:pt idx="2217">
                  <c:v>39631</c:v>
                </c:pt>
                <c:pt idx="2218">
                  <c:v>39632</c:v>
                </c:pt>
                <c:pt idx="2219">
                  <c:v>39633</c:v>
                </c:pt>
                <c:pt idx="2220">
                  <c:v>39636</c:v>
                </c:pt>
                <c:pt idx="2221">
                  <c:v>39637</c:v>
                </c:pt>
                <c:pt idx="2222">
                  <c:v>39638</c:v>
                </c:pt>
                <c:pt idx="2223">
                  <c:v>39639</c:v>
                </c:pt>
                <c:pt idx="2224">
                  <c:v>39640</c:v>
                </c:pt>
                <c:pt idx="2225">
                  <c:v>39643</c:v>
                </c:pt>
                <c:pt idx="2226">
                  <c:v>39644</c:v>
                </c:pt>
                <c:pt idx="2227">
                  <c:v>39645</c:v>
                </c:pt>
                <c:pt idx="2228">
                  <c:v>39646</c:v>
                </c:pt>
                <c:pt idx="2229">
                  <c:v>39647</c:v>
                </c:pt>
                <c:pt idx="2230">
                  <c:v>39650</c:v>
                </c:pt>
                <c:pt idx="2231">
                  <c:v>39651</c:v>
                </c:pt>
                <c:pt idx="2232">
                  <c:v>39652</c:v>
                </c:pt>
                <c:pt idx="2233">
                  <c:v>39653</c:v>
                </c:pt>
                <c:pt idx="2234">
                  <c:v>39654</c:v>
                </c:pt>
                <c:pt idx="2235">
                  <c:v>39657</c:v>
                </c:pt>
                <c:pt idx="2236">
                  <c:v>39658</c:v>
                </c:pt>
                <c:pt idx="2237">
                  <c:v>39659</c:v>
                </c:pt>
                <c:pt idx="2238">
                  <c:v>39660</c:v>
                </c:pt>
                <c:pt idx="2239">
                  <c:v>39661</c:v>
                </c:pt>
                <c:pt idx="2240">
                  <c:v>39664</c:v>
                </c:pt>
                <c:pt idx="2241">
                  <c:v>39665</c:v>
                </c:pt>
                <c:pt idx="2242">
                  <c:v>39666</c:v>
                </c:pt>
                <c:pt idx="2243">
                  <c:v>39667</c:v>
                </c:pt>
                <c:pt idx="2244">
                  <c:v>39668</c:v>
                </c:pt>
                <c:pt idx="2245">
                  <c:v>39671</c:v>
                </c:pt>
                <c:pt idx="2246">
                  <c:v>39672</c:v>
                </c:pt>
                <c:pt idx="2247">
                  <c:v>39673</c:v>
                </c:pt>
                <c:pt idx="2248">
                  <c:v>39674</c:v>
                </c:pt>
                <c:pt idx="2249">
                  <c:v>39675</c:v>
                </c:pt>
                <c:pt idx="2250">
                  <c:v>39678</c:v>
                </c:pt>
                <c:pt idx="2251">
                  <c:v>39679</c:v>
                </c:pt>
                <c:pt idx="2252">
                  <c:v>39680</c:v>
                </c:pt>
                <c:pt idx="2253">
                  <c:v>39681</c:v>
                </c:pt>
                <c:pt idx="2254">
                  <c:v>39682</c:v>
                </c:pt>
                <c:pt idx="2255">
                  <c:v>39685</c:v>
                </c:pt>
                <c:pt idx="2256">
                  <c:v>39686</c:v>
                </c:pt>
                <c:pt idx="2257">
                  <c:v>39687</c:v>
                </c:pt>
                <c:pt idx="2258">
                  <c:v>39688</c:v>
                </c:pt>
                <c:pt idx="2259">
                  <c:v>39689</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39783</c:v>
                </c:pt>
                <c:pt idx="2326">
                  <c:v>39784</c:v>
                </c:pt>
                <c:pt idx="2327">
                  <c:v>39785</c:v>
                </c:pt>
                <c:pt idx="2328">
                  <c:v>39786</c:v>
                </c:pt>
                <c:pt idx="2329">
                  <c:v>39787</c:v>
                </c:pt>
                <c:pt idx="2330">
                  <c:v>39790</c:v>
                </c:pt>
                <c:pt idx="2331">
                  <c:v>39791</c:v>
                </c:pt>
                <c:pt idx="2332">
                  <c:v>39792</c:v>
                </c:pt>
                <c:pt idx="2333">
                  <c:v>39793</c:v>
                </c:pt>
                <c:pt idx="2334">
                  <c:v>39794</c:v>
                </c:pt>
                <c:pt idx="2335">
                  <c:v>39797</c:v>
                </c:pt>
                <c:pt idx="2336">
                  <c:v>39798</c:v>
                </c:pt>
                <c:pt idx="2337">
                  <c:v>39799</c:v>
                </c:pt>
                <c:pt idx="2338">
                  <c:v>39800</c:v>
                </c:pt>
                <c:pt idx="2339">
                  <c:v>39801</c:v>
                </c:pt>
                <c:pt idx="2340">
                  <c:v>39804</c:v>
                </c:pt>
                <c:pt idx="2341">
                  <c:v>39805</c:v>
                </c:pt>
                <c:pt idx="2342">
                  <c:v>39806</c:v>
                </c:pt>
                <c:pt idx="2343">
                  <c:v>39807</c:v>
                </c:pt>
                <c:pt idx="2344">
                  <c:v>39808</c:v>
                </c:pt>
                <c:pt idx="2345">
                  <c:v>39811</c:v>
                </c:pt>
                <c:pt idx="2346">
                  <c:v>39812</c:v>
                </c:pt>
                <c:pt idx="2347">
                  <c:v>39813</c:v>
                </c:pt>
                <c:pt idx="2348">
                  <c:v>39814</c:v>
                </c:pt>
                <c:pt idx="2349">
                  <c:v>39815</c:v>
                </c:pt>
                <c:pt idx="2350">
                  <c:v>39818</c:v>
                </c:pt>
                <c:pt idx="2351">
                  <c:v>39819</c:v>
                </c:pt>
                <c:pt idx="2352">
                  <c:v>39820</c:v>
                </c:pt>
                <c:pt idx="2353">
                  <c:v>39821</c:v>
                </c:pt>
                <c:pt idx="2354">
                  <c:v>39822</c:v>
                </c:pt>
                <c:pt idx="2355">
                  <c:v>39825</c:v>
                </c:pt>
                <c:pt idx="2356">
                  <c:v>39826</c:v>
                </c:pt>
                <c:pt idx="2357">
                  <c:v>39827</c:v>
                </c:pt>
                <c:pt idx="2358">
                  <c:v>39828</c:v>
                </c:pt>
                <c:pt idx="2359">
                  <c:v>39829</c:v>
                </c:pt>
                <c:pt idx="2360">
                  <c:v>39832</c:v>
                </c:pt>
                <c:pt idx="2361">
                  <c:v>39833</c:v>
                </c:pt>
                <c:pt idx="2362">
                  <c:v>39834</c:v>
                </c:pt>
                <c:pt idx="2363">
                  <c:v>39835</c:v>
                </c:pt>
                <c:pt idx="2364">
                  <c:v>39836</c:v>
                </c:pt>
                <c:pt idx="2365">
                  <c:v>39839</c:v>
                </c:pt>
                <c:pt idx="2366">
                  <c:v>39840</c:v>
                </c:pt>
                <c:pt idx="2367">
                  <c:v>39841</c:v>
                </c:pt>
                <c:pt idx="2368">
                  <c:v>39842</c:v>
                </c:pt>
                <c:pt idx="2369">
                  <c:v>39843</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39874</c:v>
                </c:pt>
                <c:pt idx="2391">
                  <c:v>39875</c:v>
                </c:pt>
                <c:pt idx="2392">
                  <c:v>39876</c:v>
                </c:pt>
                <c:pt idx="2393">
                  <c:v>39877</c:v>
                </c:pt>
                <c:pt idx="2394">
                  <c:v>39878</c:v>
                </c:pt>
                <c:pt idx="2395">
                  <c:v>39881</c:v>
                </c:pt>
                <c:pt idx="2396">
                  <c:v>39882</c:v>
                </c:pt>
                <c:pt idx="2397">
                  <c:v>39883</c:v>
                </c:pt>
                <c:pt idx="2398">
                  <c:v>39884</c:v>
                </c:pt>
                <c:pt idx="2399">
                  <c:v>39885</c:v>
                </c:pt>
                <c:pt idx="2400">
                  <c:v>39888</c:v>
                </c:pt>
                <c:pt idx="2401">
                  <c:v>39889</c:v>
                </c:pt>
                <c:pt idx="2402">
                  <c:v>39890</c:v>
                </c:pt>
                <c:pt idx="2403">
                  <c:v>39891</c:v>
                </c:pt>
                <c:pt idx="2404">
                  <c:v>39892</c:v>
                </c:pt>
                <c:pt idx="2405">
                  <c:v>39895</c:v>
                </c:pt>
                <c:pt idx="2406">
                  <c:v>39896</c:v>
                </c:pt>
                <c:pt idx="2407">
                  <c:v>39897</c:v>
                </c:pt>
                <c:pt idx="2408">
                  <c:v>39898</c:v>
                </c:pt>
                <c:pt idx="2409">
                  <c:v>39899</c:v>
                </c:pt>
                <c:pt idx="2410">
                  <c:v>39902</c:v>
                </c:pt>
                <c:pt idx="2411">
                  <c:v>39903</c:v>
                </c:pt>
                <c:pt idx="2412">
                  <c:v>39904</c:v>
                </c:pt>
                <c:pt idx="2413">
                  <c:v>39905</c:v>
                </c:pt>
                <c:pt idx="2414">
                  <c:v>39906</c:v>
                </c:pt>
                <c:pt idx="2415">
                  <c:v>39909</c:v>
                </c:pt>
                <c:pt idx="2416">
                  <c:v>39910</c:v>
                </c:pt>
                <c:pt idx="2417">
                  <c:v>39911</c:v>
                </c:pt>
                <c:pt idx="2418">
                  <c:v>39912</c:v>
                </c:pt>
                <c:pt idx="2419">
                  <c:v>39913</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39965</c:v>
                </c:pt>
                <c:pt idx="2456">
                  <c:v>39966</c:v>
                </c:pt>
                <c:pt idx="2457">
                  <c:v>39967</c:v>
                </c:pt>
                <c:pt idx="2458">
                  <c:v>39968</c:v>
                </c:pt>
                <c:pt idx="2459">
                  <c:v>39969</c:v>
                </c:pt>
                <c:pt idx="2460">
                  <c:v>39972</c:v>
                </c:pt>
                <c:pt idx="2461">
                  <c:v>39973</c:v>
                </c:pt>
                <c:pt idx="2462">
                  <c:v>39974</c:v>
                </c:pt>
                <c:pt idx="2463">
                  <c:v>39975</c:v>
                </c:pt>
                <c:pt idx="2464">
                  <c:v>39976</c:v>
                </c:pt>
                <c:pt idx="2465">
                  <c:v>39979</c:v>
                </c:pt>
                <c:pt idx="2466">
                  <c:v>39980</c:v>
                </c:pt>
                <c:pt idx="2467">
                  <c:v>39981</c:v>
                </c:pt>
                <c:pt idx="2468">
                  <c:v>39982</c:v>
                </c:pt>
                <c:pt idx="2469">
                  <c:v>39983</c:v>
                </c:pt>
                <c:pt idx="2470">
                  <c:v>39986</c:v>
                </c:pt>
                <c:pt idx="2471">
                  <c:v>39987</c:v>
                </c:pt>
                <c:pt idx="2472">
                  <c:v>39988</c:v>
                </c:pt>
                <c:pt idx="2473">
                  <c:v>39989</c:v>
                </c:pt>
                <c:pt idx="2474">
                  <c:v>39990</c:v>
                </c:pt>
                <c:pt idx="2475">
                  <c:v>39993</c:v>
                </c:pt>
                <c:pt idx="2476">
                  <c:v>39994</c:v>
                </c:pt>
                <c:pt idx="2477">
                  <c:v>39995</c:v>
                </c:pt>
                <c:pt idx="2478">
                  <c:v>39996</c:v>
                </c:pt>
                <c:pt idx="2479">
                  <c:v>39997</c:v>
                </c:pt>
                <c:pt idx="2480">
                  <c:v>40000</c:v>
                </c:pt>
                <c:pt idx="2481">
                  <c:v>40001</c:v>
                </c:pt>
                <c:pt idx="2482">
                  <c:v>40002</c:v>
                </c:pt>
                <c:pt idx="2483">
                  <c:v>40003</c:v>
                </c:pt>
                <c:pt idx="2484">
                  <c:v>40004</c:v>
                </c:pt>
                <c:pt idx="2485">
                  <c:v>40007</c:v>
                </c:pt>
                <c:pt idx="2486">
                  <c:v>40008</c:v>
                </c:pt>
                <c:pt idx="2487">
                  <c:v>40009</c:v>
                </c:pt>
                <c:pt idx="2488">
                  <c:v>40010</c:v>
                </c:pt>
                <c:pt idx="2489">
                  <c:v>40011</c:v>
                </c:pt>
                <c:pt idx="2490">
                  <c:v>40014</c:v>
                </c:pt>
                <c:pt idx="2491">
                  <c:v>40015</c:v>
                </c:pt>
                <c:pt idx="2492">
                  <c:v>40016</c:v>
                </c:pt>
                <c:pt idx="2493">
                  <c:v>40017</c:v>
                </c:pt>
                <c:pt idx="2494">
                  <c:v>40018</c:v>
                </c:pt>
                <c:pt idx="2495">
                  <c:v>40021</c:v>
                </c:pt>
                <c:pt idx="2496">
                  <c:v>40022</c:v>
                </c:pt>
                <c:pt idx="2497">
                  <c:v>40023</c:v>
                </c:pt>
                <c:pt idx="2498">
                  <c:v>40024</c:v>
                </c:pt>
                <c:pt idx="2499">
                  <c:v>40025</c:v>
                </c:pt>
                <c:pt idx="2500">
                  <c:v>40028</c:v>
                </c:pt>
                <c:pt idx="2501">
                  <c:v>40029</c:v>
                </c:pt>
                <c:pt idx="2502">
                  <c:v>40030</c:v>
                </c:pt>
                <c:pt idx="2503">
                  <c:v>40031</c:v>
                </c:pt>
                <c:pt idx="2504">
                  <c:v>40032</c:v>
                </c:pt>
                <c:pt idx="2505">
                  <c:v>40035</c:v>
                </c:pt>
                <c:pt idx="2506">
                  <c:v>40036</c:v>
                </c:pt>
                <c:pt idx="2507">
                  <c:v>40037</c:v>
                </c:pt>
                <c:pt idx="2508">
                  <c:v>40038</c:v>
                </c:pt>
                <c:pt idx="2509">
                  <c:v>40039</c:v>
                </c:pt>
                <c:pt idx="2510">
                  <c:v>40042</c:v>
                </c:pt>
                <c:pt idx="2511">
                  <c:v>40043</c:v>
                </c:pt>
                <c:pt idx="2512">
                  <c:v>40044</c:v>
                </c:pt>
                <c:pt idx="2513">
                  <c:v>40045</c:v>
                </c:pt>
                <c:pt idx="2514">
                  <c:v>40046</c:v>
                </c:pt>
                <c:pt idx="2515">
                  <c:v>40049</c:v>
                </c:pt>
                <c:pt idx="2516">
                  <c:v>40050</c:v>
                </c:pt>
                <c:pt idx="2517">
                  <c:v>40051</c:v>
                </c:pt>
                <c:pt idx="2518">
                  <c:v>40052</c:v>
                </c:pt>
                <c:pt idx="2519">
                  <c:v>40053</c:v>
                </c:pt>
                <c:pt idx="2520">
                  <c:v>40056</c:v>
                </c:pt>
                <c:pt idx="2521">
                  <c:v>40057</c:v>
                </c:pt>
                <c:pt idx="2522">
                  <c:v>40058</c:v>
                </c:pt>
                <c:pt idx="2523">
                  <c:v>40059</c:v>
                </c:pt>
                <c:pt idx="2524">
                  <c:v>40060</c:v>
                </c:pt>
                <c:pt idx="2525">
                  <c:v>40063</c:v>
                </c:pt>
                <c:pt idx="2526">
                  <c:v>40064</c:v>
                </c:pt>
                <c:pt idx="2527">
                  <c:v>40065</c:v>
                </c:pt>
                <c:pt idx="2528">
                  <c:v>40066</c:v>
                </c:pt>
                <c:pt idx="2529">
                  <c:v>40067</c:v>
                </c:pt>
                <c:pt idx="2530">
                  <c:v>40070</c:v>
                </c:pt>
                <c:pt idx="2531">
                  <c:v>40071</c:v>
                </c:pt>
                <c:pt idx="2532">
                  <c:v>40072</c:v>
                </c:pt>
                <c:pt idx="2533">
                  <c:v>40073</c:v>
                </c:pt>
                <c:pt idx="2534">
                  <c:v>40074</c:v>
                </c:pt>
                <c:pt idx="2535">
                  <c:v>40077</c:v>
                </c:pt>
                <c:pt idx="2536">
                  <c:v>40078</c:v>
                </c:pt>
                <c:pt idx="2537">
                  <c:v>40079</c:v>
                </c:pt>
                <c:pt idx="2538">
                  <c:v>40080</c:v>
                </c:pt>
                <c:pt idx="2539">
                  <c:v>40081</c:v>
                </c:pt>
                <c:pt idx="2540">
                  <c:v>40084</c:v>
                </c:pt>
                <c:pt idx="2541">
                  <c:v>40085</c:v>
                </c:pt>
                <c:pt idx="2542">
                  <c:v>40086</c:v>
                </c:pt>
                <c:pt idx="2543">
                  <c:v>40087</c:v>
                </c:pt>
                <c:pt idx="2544">
                  <c:v>40088</c:v>
                </c:pt>
                <c:pt idx="2545">
                  <c:v>40091</c:v>
                </c:pt>
                <c:pt idx="2546">
                  <c:v>40092</c:v>
                </c:pt>
                <c:pt idx="2547">
                  <c:v>40093</c:v>
                </c:pt>
                <c:pt idx="2548">
                  <c:v>40094</c:v>
                </c:pt>
                <c:pt idx="2549">
                  <c:v>40095</c:v>
                </c:pt>
                <c:pt idx="2550">
                  <c:v>40098</c:v>
                </c:pt>
                <c:pt idx="2551">
                  <c:v>40099</c:v>
                </c:pt>
                <c:pt idx="2552">
                  <c:v>40100</c:v>
                </c:pt>
                <c:pt idx="2553">
                  <c:v>40101</c:v>
                </c:pt>
                <c:pt idx="2554">
                  <c:v>40102</c:v>
                </c:pt>
                <c:pt idx="2555">
                  <c:v>40105</c:v>
                </c:pt>
                <c:pt idx="2556">
                  <c:v>40106</c:v>
                </c:pt>
                <c:pt idx="2557">
                  <c:v>40107</c:v>
                </c:pt>
                <c:pt idx="2558">
                  <c:v>40108</c:v>
                </c:pt>
                <c:pt idx="2559">
                  <c:v>40109</c:v>
                </c:pt>
                <c:pt idx="2560">
                  <c:v>40112</c:v>
                </c:pt>
                <c:pt idx="2561">
                  <c:v>40113</c:v>
                </c:pt>
                <c:pt idx="2562">
                  <c:v>40114</c:v>
                </c:pt>
                <c:pt idx="2563">
                  <c:v>40115</c:v>
                </c:pt>
                <c:pt idx="2564">
                  <c:v>40116</c:v>
                </c:pt>
                <c:pt idx="2565">
                  <c:v>40119</c:v>
                </c:pt>
                <c:pt idx="2566">
                  <c:v>40120</c:v>
                </c:pt>
                <c:pt idx="2567">
                  <c:v>40121</c:v>
                </c:pt>
                <c:pt idx="2568">
                  <c:v>40122</c:v>
                </c:pt>
                <c:pt idx="2569">
                  <c:v>40123</c:v>
                </c:pt>
                <c:pt idx="2570">
                  <c:v>40126</c:v>
                </c:pt>
                <c:pt idx="2571">
                  <c:v>40127</c:v>
                </c:pt>
                <c:pt idx="2572">
                  <c:v>40128</c:v>
                </c:pt>
                <c:pt idx="2573">
                  <c:v>40129</c:v>
                </c:pt>
                <c:pt idx="2574">
                  <c:v>40130</c:v>
                </c:pt>
                <c:pt idx="2575">
                  <c:v>40133</c:v>
                </c:pt>
                <c:pt idx="2576">
                  <c:v>40134</c:v>
                </c:pt>
                <c:pt idx="2577">
                  <c:v>40135</c:v>
                </c:pt>
                <c:pt idx="2578">
                  <c:v>40136</c:v>
                </c:pt>
                <c:pt idx="2579">
                  <c:v>40137</c:v>
                </c:pt>
                <c:pt idx="2580">
                  <c:v>40140</c:v>
                </c:pt>
                <c:pt idx="2581">
                  <c:v>40141</c:v>
                </c:pt>
                <c:pt idx="2582">
                  <c:v>40142</c:v>
                </c:pt>
                <c:pt idx="2583">
                  <c:v>40143</c:v>
                </c:pt>
                <c:pt idx="2584">
                  <c:v>40144</c:v>
                </c:pt>
                <c:pt idx="2585">
                  <c:v>40147</c:v>
                </c:pt>
                <c:pt idx="2586">
                  <c:v>40148</c:v>
                </c:pt>
                <c:pt idx="2587">
                  <c:v>40149</c:v>
                </c:pt>
                <c:pt idx="2588">
                  <c:v>40150</c:v>
                </c:pt>
                <c:pt idx="2589">
                  <c:v>40151</c:v>
                </c:pt>
                <c:pt idx="2590">
                  <c:v>40154</c:v>
                </c:pt>
                <c:pt idx="2591">
                  <c:v>40155</c:v>
                </c:pt>
                <c:pt idx="2592">
                  <c:v>40156</c:v>
                </c:pt>
                <c:pt idx="2593">
                  <c:v>40157</c:v>
                </c:pt>
                <c:pt idx="2594">
                  <c:v>40158</c:v>
                </c:pt>
                <c:pt idx="2595">
                  <c:v>40161</c:v>
                </c:pt>
                <c:pt idx="2596">
                  <c:v>40162</c:v>
                </c:pt>
                <c:pt idx="2597">
                  <c:v>40163</c:v>
                </c:pt>
                <c:pt idx="2598">
                  <c:v>40164</c:v>
                </c:pt>
                <c:pt idx="2599">
                  <c:v>40165</c:v>
                </c:pt>
                <c:pt idx="2600">
                  <c:v>40168</c:v>
                </c:pt>
                <c:pt idx="2601">
                  <c:v>40169</c:v>
                </c:pt>
                <c:pt idx="2602">
                  <c:v>40170</c:v>
                </c:pt>
                <c:pt idx="2603">
                  <c:v>40171</c:v>
                </c:pt>
                <c:pt idx="2604">
                  <c:v>40172</c:v>
                </c:pt>
                <c:pt idx="2605">
                  <c:v>40175</c:v>
                </c:pt>
                <c:pt idx="2606">
                  <c:v>40176</c:v>
                </c:pt>
                <c:pt idx="2607">
                  <c:v>40177</c:v>
                </c:pt>
                <c:pt idx="2608">
                  <c:v>40178</c:v>
                </c:pt>
                <c:pt idx="2609">
                  <c:v>40179</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40210</c:v>
                </c:pt>
                <c:pt idx="2631">
                  <c:v>40211</c:v>
                </c:pt>
                <c:pt idx="2632">
                  <c:v>40212</c:v>
                </c:pt>
                <c:pt idx="2633">
                  <c:v>40213</c:v>
                </c:pt>
                <c:pt idx="2634">
                  <c:v>40214</c:v>
                </c:pt>
                <c:pt idx="2635">
                  <c:v>40217</c:v>
                </c:pt>
                <c:pt idx="2636">
                  <c:v>40218</c:v>
                </c:pt>
                <c:pt idx="2637">
                  <c:v>40219</c:v>
                </c:pt>
                <c:pt idx="2638">
                  <c:v>40220</c:v>
                </c:pt>
                <c:pt idx="2639">
                  <c:v>40221</c:v>
                </c:pt>
                <c:pt idx="2640">
                  <c:v>40224</c:v>
                </c:pt>
                <c:pt idx="2641">
                  <c:v>40225</c:v>
                </c:pt>
                <c:pt idx="2642">
                  <c:v>40226</c:v>
                </c:pt>
                <c:pt idx="2643">
                  <c:v>40227</c:v>
                </c:pt>
                <c:pt idx="2644">
                  <c:v>40228</c:v>
                </c:pt>
                <c:pt idx="2645">
                  <c:v>40231</c:v>
                </c:pt>
                <c:pt idx="2646">
                  <c:v>40232</c:v>
                </c:pt>
                <c:pt idx="2647">
                  <c:v>40233</c:v>
                </c:pt>
                <c:pt idx="2648">
                  <c:v>40234</c:v>
                </c:pt>
                <c:pt idx="2649">
                  <c:v>40235</c:v>
                </c:pt>
                <c:pt idx="2650">
                  <c:v>40238</c:v>
                </c:pt>
                <c:pt idx="2651">
                  <c:v>40239</c:v>
                </c:pt>
                <c:pt idx="2652">
                  <c:v>40240</c:v>
                </c:pt>
                <c:pt idx="2653">
                  <c:v>40241</c:v>
                </c:pt>
                <c:pt idx="2654">
                  <c:v>40242</c:v>
                </c:pt>
                <c:pt idx="2655">
                  <c:v>40245</c:v>
                </c:pt>
                <c:pt idx="2656">
                  <c:v>40246</c:v>
                </c:pt>
                <c:pt idx="2657">
                  <c:v>40247</c:v>
                </c:pt>
                <c:pt idx="2658">
                  <c:v>40248</c:v>
                </c:pt>
                <c:pt idx="2659">
                  <c:v>40249</c:v>
                </c:pt>
                <c:pt idx="2660">
                  <c:v>40252</c:v>
                </c:pt>
                <c:pt idx="2661">
                  <c:v>40253</c:v>
                </c:pt>
                <c:pt idx="2662">
                  <c:v>40254</c:v>
                </c:pt>
                <c:pt idx="2663">
                  <c:v>40255</c:v>
                </c:pt>
                <c:pt idx="2664">
                  <c:v>40256</c:v>
                </c:pt>
                <c:pt idx="2665">
                  <c:v>40259</c:v>
                </c:pt>
                <c:pt idx="2666">
                  <c:v>40260</c:v>
                </c:pt>
                <c:pt idx="2667">
                  <c:v>40261</c:v>
                </c:pt>
                <c:pt idx="2668">
                  <c:v>40262</c:v>
                </c:pt>
                <c:pt idx="2669">
                  <c:v>40263</c:v>
                </c:pt>
                <c:pt idx="2670">
                  <c:v>40266</c:v>
                </c:pt>
                <c:pt idx="2671">
                  <c:v>40267</c:v>
                </c:pt>
                <c:pt idx="2672">
                  <c:v>40268</c:v>
                </c:pt>
                <c:pt idx="2673">
                  <c:v>40269</c:v>
                </c:pt>
                <c:pt idx="2674">
                  <c:v>40270</c:v>
                </c:pt>
                <c:pt idx="2675">
                  <c:v>40273</c:v>
                </c:pt>
                <c:pt idx="2676">
                  <c:v>40274</c:v>
                </c:pt>
                <c:pt idx="2677">
                  <c:v>40275</c:v>
                </c:pt>
                <c:pt idx="2678">
                  <c:v>40276</c:v>
                </c:pt>
                <c:pt idx="2679">
                  <c:v>40277</c:v>
                </c:pt>
                <c:pt idx="2680">
                  <c:v>40280</c:v>
                </c:pt>
                <c:pt idx="2681">
                  <c:v>40281</c:v>
                </c:pt>
                <c:pt idx="2682">
                  <c:v>40282</c:v>
                </c:pt>
                <c:pt idx="2683">
                  <c:v>40283</c:v>
                </c:pt>
                <c:pt idx="2684">
                  <c:v>40284</c:v>
                </c:pt>
                <c:pt idx="2685">
                  <c:v>40287</c:v>
                </c:pt>
                <c:pt idx="2686">
                  <c:v>40288</c:v>
                </c:pt>
                <c:pt idx="2687">
                  <c:v>40289</c:v>
                </c:pt>
                <c:pt idx="2688">
                  <c:v>40290</c:v>
                </c:pt>
                <c:pt idx="2689">
                  <c:v>40291</c:v>
                </c:pt>
                <c:pt idx="2690">
                  <c:v>40294</c:v>
                </c:pt>
                <c:pt idx="2691">
                  <c:v>40295</c:v>
                </c:pt>
                <c:pt idx="2692">
                  <c:v>40296</c:v>
                </c:pt>
                <c:pt idx="2693">
                  <c:v>40297</c:v>
                </c:pt>
                <c:pt idx="2694">
                  <c:v>40298</c:v>
                </c:pt>
                <c:pt idx="2695">
                  <c:v>40301</c:v>
                </c:pt>
                <c:pt idx="2696">
                  <c:v>40302</c:v>
                </c:pt>
                <c:pt idx="2697">
                  <c:v>40303</c:v>
                </c:pt>
                <c:pt idx="2698">
                  <c:v>40304</c:v>
                </c:pt>
                <c:pt idx="2699">
                  <c:v>40305</c:v>
                </c:pt>
                <c:pt idx="2700">
                  <c:v>40308</c:v>
                </c:pt>
                <c:pt idx="2701">
                  <c:v>40309</c:v>
                </c:pt>
                <c:pt idx="2702">
                  <c:v>40310</c:v>
                </c:pt>
                <c:pt idx="2703">
                  <c:v>40311</c:v>
                </c:pt>
                <c:pt idx="2704">
                  <c:v>40312</c:v>
                </c:pt>
                <c:pt idx="2705">
                  <c:v>40315</c:v>
                </c:pt>
                <c:pt idx="2706">
                  <c:v>40316</c:v>
                </c:pt>
                <c:pt idx="2707">
                  <c:v>40317</c:v>
                </c:pt>
                <c:pt idx="2708">
                  <c:v>40318</c:v>
                </c:pt>
                <c:pt idx="2709">
                  <c:v>40319</c:v>
                </c:pt>
                <c:pt idx="2710">
                  <c:v>40322</c:v>
                </c:pt>
                <c:pt idx="2711">
                  <c:v>40323</c:v>
                </c:pt>
                <c:pt idx="2712">
                  <c:v>40324</c:v>
                </c:pt>
                <c:pt idx="2713">
                  <c:v>40325</c:v>
                </c:pt>
                <c:pt idx="2714">
                  <c:v>40326</c:v>
                </c:pt>
                <c:pt idx="2715">
                  <c:v>40329</c:v>
                </c:pt>
                <c:pt idx="2716">
                  <c:v>40330</c:v>
                </c:pt>
                <c:pt idx="2717">
                  <c:v>40331</c:v>
                </c:pt>
                <c:pt idx="2718">
                  <c:v>40332</c:v>
                </c:pt>
                <c:pt idx="2719">
                  <c:v>40333</c:v>
                </c:pt>
                <c:pt idx="2720">
                  <c:v>40336</c:v>
                </c:pt>
                <c:pt idx="2721">
                  <c:v>40337</c:v>
                </c:pt>
                <c:pt idx="2722">
                  <c:v>40338</c:v>
                </c:pt>
                <c:pt idx="2723">
                  <c:v>40339</c:v>
                </c:pt>
                <c:pt idx="2724">
                  <c:v>40340</c:v>
                </c:pt>
                <c:pt idx="2725">
                  <c:v>40343</c:v>
                </c:pt>
                <c:pt idx="2726">
                  <c:v>40344</c:v>
                </c:pt>
                <c:pt idx="2727">
                  <c:v>40345</c:v>
                </c:pt>
                <c:pt idx="2728">
                  <c:v>40346</c:v>
                </c:pt>
                <c:pt idx="2729">
                  <c:v>40347</c:v>
                </c:pt>
                <c:pt idx="2730">
                  <c:v>40350</c:v>
                </c:pt>
                <c:pt idx="2731">
                  <c:v>40351</c:v>
                </c:pt>
                <c:pt idx="2732">
                  <c:v>40352</c:v>
                </c:pt>
                <c:pt idx="2733">
                  <c:v>40353</c:v>
                </c:pt>
                <c:pt idx="2734">
                  <c:v>40354</c:v>
                </c:pt>
                <c:pt idx="2735">
                  <c:v>40357</c:v>
                </c:pt>
                <c:pt idx="2736">
                  <c:v>40358</c:v>
                </c:pt>
                <c:pt idx="2737">
                  <c:v>40359</c:v>
                </c:pt>
                <c:pt idx="2738">
                  <c:v>40360</c:v>
                </c:pt>
                <c:pt idx="2739">
                  <c:v>40361</c:v>
                </c:pt>
                <c:pt idx="2740">
                  <c:v>40364</c:v>
                </c:pt>
                <c:pt idx="2741">
                  <c:v>40365</c:v>
                </c:pt>
                <c:pt idx="2742">
                  <c:v>40366</c:v>
                </c:pt>
                <c:pt idx="2743">
                  <c:v>40367</c:v>
                </c:pt>
                <c:pt idx="2744">
                  <c:v>40368</c:v>
                </c:pt>
                <c:pt idx="2745">
                  <c:v>40371</c:v>
                </c:pt>
                <c:pt idx="2746">
                  <c:v>40372</c:v>
                </c:pt>
                <c:pt idx="2747">
                  <c:v>40373</c:v>
                </c:pt>
                <c:pt idx="2748">
                  <c:v>40374</c:v>
                </c:pt>
                <c:pt idx="2749">
                  <c:v>40375</c:v>
                </c:pt>
                <c:pt idx="2750">
                  <c:v>40378</c:v>
                </c:pt>
                <c:pt idx="2751">
                  <c:v>40379</c:v>
                </c:pt>
                <c:pt idx="2752">
                  <c:v>40380</c:v>
                </c:pt>
                <c:pt idx="2753">
                  <c:v>40381</c:v>
                </c:pt>
                <c:pt idx="2754">
                  <c:v>40382</c:v>
                </c:pt>
                <c:pt idx="2755">
                  <c:v>40385</c:v>
                </c:pt>
                <c:pt idx="2756">
                  <c:v>40386</c:v>
                </c:pt>
                <c:pt idx="2757">
                  <c:v>40387</c:v>
                </c:pt>
                <c:pt idx="2758">
                  <c:v>40388</c:v>
                </c:pt>
                <c:pt idx="2759">
                  <c:v>40389</c:v>
                </c:pt>
                <c:pt idx="2760">
                  <c:v>40392</c:v>
                </c:pt>
                <c:pt idx="2761">
                  <c:v>40393</c:v>
                </c:pt>
                <c:pt idx="2762">
                  <c:v>40394</c:v>
                </c:pt>
                <c:pt idx="2763">
                  <c:v>40395</c:v>
                </c:pt>
                <c:pt idx="2764">
                  <c:v>40396</c:v>
                </c:pt>
                <c:pt idx="2765">
                  <c:v>40399</c:v>
                </c:pt>
                <c:pt idx="2766">
                  <c:v>40400</c:v>
                </c:pt>
                <c:pt idx="2767">
                  <c:v>40401</c:v>
                </c:pt>
                <c:pt idx="2768">
                  <c:v>40402</c:v>
                </c:pt>
                <c:pt idx="2769">
                  <c:v>40403</c:v>
                </c:pt>
                <c:pt idx="2770">
                  <c:v>40406</c:v>
                </c:pt>
                <c:pt idx="2771">
                  <c:v>40407</c:v>
                </c:pt>
                <c:pt idx="2772">
                  <c:v>40408</c:v>
                </c:pt>
                <c:pt idx="2773">
                  <c:v>40409</c:v>
                </c:pt>
                <c:pt idx="2774">
                  <c:v>40410</c:v>
                </c:pt>
                <c:pt idx="2775">
                  <c:v>40413</c:v>
                </c:pt>
                <c:pt idx="2776">
                  <c:v>40414</c:v>
                </c:pt>
                <c:pt idx="2777">
                  <c:v>40415</c:v>
                </c:pt>
                <c:pt idx="2778">
                  <c:v>40416</c:v>
                </c:pt>
                <c:pt idx="2779">
                  <c:v>40417</c:v>
                </c:pt>
                <c:pt idx="2780">
                  <c:v>40420</c:v>
                </c:pt>
                <c:pt idx="2781">
                  <c:v>40421</c:v>
                </c:pt>
                <c:pt idx="2782">
                  <c:v>40422</c:v>
                </c:pt>
                <c:pt idx="2783">
                  <c:v>40423</c:v>
                </c:pt>
                <c:pt idx="2784">
                  <c:v>40424</c:v>
                </c:pt>
                <c:pt idx="2785">
                  <c:v>40427</c:v>
                </c:pt>
                <c:pt idx="2786">
                  <c:v>40428</c:v>
                </c:pt>
                <c:pt idx="2787">
                  <c:v>40429</c:v>
                </c:pt>
                <c:pt idx="2788">
                  <c:v>40430</c:v>
                </c:pt>
                <c:pt idx="2789">
                  <c:v>40431</c:v>
                </c:pt>
                <c:pt idx="2790">
                  <c:v>40434</c:v>
                </c:pt>
                <c:pt idx="2791">
                  <c:v>40435</c:v>
                </c:pt>
                <c:pt idx="2792">
                  <c:v>40436</c:v>
                </c:pt>
                <c:pt idx="2793">
                  <c:v>40437</c:v>
                </c:pt>
                <c:pt idx="2794">
                  <c:v>40438</c:v>
                </c:pt>
                <c:pt idx="2795">
                  <c:v>40441</c:v>
                </c:pt>
                <c:pt idx="2796">
                  <c:v>40442</c:v>
                </c:pt>
                <c:pt idx="2797">
                  <c:v>40443</c:v>
                </c:pt>
                <c:pt idx="2798">
                  <c:v>40444</c:v>
                </c:pt>
                <c:pt idx="2799">
                  <c:v>40445</c:v>
                </c:pt>
                <c:pt idx="2800">
                  <c:v>40448</c:v>
                </c:pt>
                <c:pt idx="2801">
                  <c:v>40449</c:v>
                </c:pt>
                <c:pt idx="2802">
                  <c:v>40450</c:v>
                </c:pt>
                <c:pt idx="2803">
                  <c:v>40451</c:v>
                </c:pt>
                <c:pt idx="2804">
                  <c:v>40452</c:v>
                </c:pt>
                <c:pt idx="2805">
                  <c:v>40455</c:v>
                </c:pt>
                <c:pt idx="2806">
                  <c:v>40456</c:v>
                </c:pt>
                <c:pt idx="2807">
                  <c:v>40457</c:v>
                </c:pt>
                <c:pt idx="2808">
                  <c:v>40458</c:v>
                </c:pt>
                <c:pt idx="2809">
                  <c:v>40459</c:v>
                </c:pt>
                <c:pt idx="2810">
                  <c:v>40462</c:v>
                </c:pt>
                <c:pt idx="2811">
                  <c:v>40463</c:v>
                </c:pt>
                <c:pt idx="2812">
                  <c:v>40464</c:v>
                </c:pt>
                <c:pt idx="2813">
                  <c:v>40465</c:v>
                </c:pt>
                <c:pt idx="2814">
                  <c:v>40466</c:v>
                </c:pt>
                <c:pt idx="2815">
                  <c:v>40469</c:v>
                </c:pt>
                <c:pt idx="2816">
                  <c:v>40470</c:v>
                </c:pt>
                <c:pt idx="2817">
                  <c:v>40471</c:v>
                </c:pt>
                <c:pt idx="2818">
                  <c:v>40472</c:v>
                </c:pt>
                <c:pt idx="2819">
                  <c:v>40473</c:v>
                </c:pt>
                <c:pt idx="2820">
                  <c:v>40476</c:v>
                </c:pt>
                <c:pt idx="2821">
                  <c:v>40477</c:v>
                </c:pt>
                <c:pt idx="2822">
                  <c:v>40478</c:v>
                </c:pt>
                <c:pt idx="2823">
                  <c:v>40479</c:v>
                </c:pt>
                <c:pt idx="2824">
                  <c:v>40480</c:v>
                </c:pt>
                <c:pt idx="2825">
                  <c:v>40483</c:v>
                </c:pt>
                <c:pt idx="2826">
                  <c:v>40484</c:v>
                </c:pt>
                <c:pt idx="2827">
                  <c:v>40485</c:v>
                </c:pt>
                <c:pt idx="2828">
                  <c:v>40486</c:v>
                </c:pt>
                <c:pt idx="2829">
                  <c:v>40487</c:v>
                </c:pt>
                <c:pt idx="2830">
                  <c:v>40490</c:v>
                </c:pt>
                <c:pt idx="2831">
                  <c:v>40491</c:v>
                </c:pt>
                <c:pt idx="2832">
                  <c:v>40492</c:v>
                </c:pt>
                <c:pt idx="2833">
                  <c:v>40493</c:v>
                </c:pt>
                <c:pt idx="2834">
                  <c:v>40494</c:v>
                </c:pt>
                <c:pt idx="2835">
                  <c:v>40497</c:v>
                </c:pt>
                <c:pt idx="2836">
                  <c:v>40498</c:v>
                </c:pt>
                <c:pt idx="2837">
                  <c:v>40499</c:v>
                </c:pt>
                <c:pt idx="2838">
                  <c:v>40500</c:v>
                </c:pt>
                <c:pt idx="2839">
                  <c:v>40501</c:v>
                </c:pt>
                <c:pt idx="2840">
                  <c:v>40504</c:v>
                </c:pt>
                <c:pt idx="2841">
                  <c:v>40505</c:v>
                </c:pt>
                <c:pt idx="2842">
                  <c:v>40506</c:v>
                </c:pt>
                <c:pt idx="2843">
                  <c:v>40507</c:v>
                </c:pt>
                <c:pt idx="2844">
                  <c:v>40508</c:v>
                </c:pt>
                <c:pt idx="2845">
                  <c:v>40511</c:v>
                </c:pt>
                <c:pt idx="2846">
                  <c:v>40512</c:v>
                </c:pt>
                <c:pt idx="2847">
                  <c:v>40513</c:v>
                </c:pt>
                <c:pt idx="2848">
                  <c:v>40514</c:v>
                </c:pt>
                <c:pt idx="2849">
                  <c:v>40515</c:v>
                </c:pt>
                <c:pt idx="2850">
                  <c:v>40518</c:v>
                </c:pt>
                <c:pt idx="2851">
                  <c:v>40519</c:v>
                </c:pt>
                <c:pt idx="2852">
                  <c:v>40520</c:v>
                </c:pt>
                <c:pt idx="2853">
                  <c:v>40521</c:v>
                </c:pt>
                <c:pt idx="2854">
                  <c:v>40522</c:v>
                </c:pt>
                <c:pt idx="2855">
                  <c:v>40525</c:v>
                </c:pt>
                <c:pt idx="2856">
                  <c:v>40526</c:v>
                </c:pt>
                <c:pt idx="2857">
                  <c:v>40527</c:v>
                </c:pt>
                <c:pt idx="2858">
                  <c:v>40528</c:v>
                </c:pt>
                <c:pt idx="2859">
                  <c:v>40529</c:v>
                </c:pt>
                <c:pt idx="2860">
                  <c:v>40532</c:v>
                </c:pt>
                <c:pt idx="2861">
                  <c:v>40533</c:v>
                </c:pt>
                <c:pt idx="2862">
                  <c:v>40534</c:v>
                </c:pt>
                <c:pt idx="2863">
                  <c:v>40535</c:v>
                </c:pt>
                <c:pt idx="2864">
                  <c:v>40536</c:v>
                </c:pt>
                <c:pt idx="2865">
                  <c:v>40539</c:v>
                </c:pt>
                <c:pt idx="2866">
                  <c:v>40540</c:v>
                </c:pt>
                <c:pt idx="2867">
                  <c:v>40541</c:v>
                </c:pt>
                <c:pt idx="2868">
                  <c:v>40542</c:v>
                </c:pt>
                <c:pt idx="2869">
                  <c:v>40543</c:v>
                </c:pt>
                <c:pt idx="2870">
                  <c:v>40546</c:v>
                </c:pt>
                <c:pt idx="2871">
                  <c:v>40547</c:v>
                </c:pt>
                <c:pt idx="2872">
                  <c:v>40548</c:v>
                </c:pt>
                <c:pt idx="2873">
                  <c:v>40549</c:v>
                </c:pt>
                <c:pt idx="2874">
                  <c:v>40550</c:v>
                </c:pt>
                <c:pt idx="2875">
                  <c:v>40553</c:v>
                </c:pt>
                <c:pt idx="2876">
                  <c:v>40554</c:v>
                </c:pt>
                <c:pt idx="2877">
                  <c:v>40555</c:v>
                </c:pt>
                <c:pt idx="2878">
                  <c:v>40556</c:v>
                </c:pt>
                <c:pt idx="2879">
                  <c:v>40557</c:v>
                </c:pt>
                <c:pt idx="2880">
                  <c:v>40560</c:v>
                </c:pt>
                <c:pt idx="2881">
                  <c:v>40561</c:v>
                </c:pt>
                <c:pt idx="2882">
                  <c:v>40562</c:v>
                </c:pt>
                <c:pt idx="2883">
                  <c:v>40563</c:v>
                </c:pt>
                <c:pt idx="2884">
                  <c:v>40564</c:v>
                </c:pt>
                <c:pt idx="2885">
                  <c:v>40567</c:v>
                </c:pt>
                <c:pt idx="2886">
                  <c:v>40568</c:v>
                </c:pt>
                <c:pt idx="2887">
                  <c:v>40569</c:v>
                </c:pt>
                <c:pt idx="2888">
                  <c:v>40570</c:v>
                </c:pt>
                <c:pt idx="2889">
                  <c:v>40571</c:v>
                </c:pt>
                <c:pt idx="2890">
                  <c:v>40574</c:v>
                </c:pt>
                <c:pt idx="2891">
                  <c:v>40575</c:v>
                </c:pt>
                <c:pt idx="2892">
                  <c:v>40576</c:v>
                </c:pt>
                <c:pt idx="2893">
                  <c:v>40577</c:v>
                </c:pt>
                <c:pt idx="2894">
                  <c:v>40578</c:v>
                </c:pt>
                <c:pt idx="2895">
                  <c:v>40581</c:v>
                </c:pt>
                <c:pt idx="2896">
                  <c:v>40582</c:v>
                </c:pt>
                <c:pt idx="2897">
                  <c:v>40583</c:v>
                </c:pt>
                <c:pt idx="2898">
                  <c:v>40584</c:v>
                </c:pt>
                <c:pt idx="2899">
                  <c:v>40585</c:v>
                </c:pt>
                <c:pt idx="2900">
                  <c:v>40588</c:v>
                </c:pt>
                <c:pt idx="2901">
                  <c:v>40589</c:v>
                </c:pt>
                <c:pt idx="2902">
                  <c:v>40590</c:v>
                </c:pt>
                <c:pt idx="2903">
                  <c:v>40591</c:v>
                </c:pt>
                <c:pt idx="2904">
                  <c:v>40592</c:v>
                </c:pt>
                <c:pt idx="2905">
                  <c:v>40595</c:v>
                </c:pt>
                <c:pt idx="2906">
                  <c:v>40596</c:v>
                </c:pt>
                <c:pt idx="2907">
                  <c:v>40597</c:v>
                </c:pt>
                <c:pt idx="2908">
                  <c:v>40598</c:v>
                </c:pt>
                <c:pt idx="2909">
                  <c:v>40599</c:v>
                </c:pt>
                <c:pt idx="2910">
                  <c:v>40602</c:v>
                </c:pt>
                <c:pt idx="2911">
                  <c:v>40603</c:v>
                </c:pt>
                <c:pt idx="2912">
                  <c:v>40604</c:v>
                </c:pt>
                <c:pt idx="2913">
                  <c:v>40605</c:v>
                </c:pt>
                <c:pt idx="2914">
                  <c:v>40606</c:v>
                </c:pt>
                <c:pt idx="2915">
                  <c:v>40609</c:v>
                </c:pt>
                <c:pt idx="2916">
                  <c:v>40610</c:v>
                </c:pt>
                <c:pt idx="2917">
                  <c:v>40611</c:v>
                </c:pt>
                <c:pt idx="2918">
                  <c:v>40612</c:v>
                </c:pt>
                <c:pt idx="2919">
                  <c:v>40613</c:v>
                </c:pt>
                <c:pt idx="2920">
                  <c:v>40616</c:v>
                </c:pt>
                <c:pt idx="2921">
                  <c:v>40617</c:v>
                </c:pt>
                <c:pt idx="2922">
                  <c:v>40618</c:v>
                </c:pt>
                <c:pt idx="2923">
                  <c:v>40619</c:v>
                </c:pt>
                <c:pt idx="2924">
                  <c:v>40620</c:v>
                </c:pt>
                <c:pt idx="2925">
                  <c:v>40623</c:v>
                </c:pt>
                <c:pt idx="2926">
                  <c:v>40624</c:v>
                </c:pt>
                <c:pt idx="2927">
                  <c:v>40625</c:v>
                </c:pt>
                <c:pt idx="2928">
                  <c:v>40626</c:v>
                </c:pt>
                <c:pt idx="2929">
                  <c:v>40627</c:v>
                </c:pt>
                <c:pt idx="2930">
                  <c:v>40630</c:v>
                </c:pt>
                <c:pt idx="2931">
                  <c:v>40631</c:v>
                </c:pt>
                <c:pt idx="2932">
                  <c:v>40632</c:v>
                </c:pt>
                <c:pt idx="2933">
                  <c:v>40633</c:v>
                </c:pt>
                <c:pt idx="2934">
                  <c:v>40634</c:v>
                </c:pt>
                <c:pt idx="2935">
                  <c:v>40637</c:v>
                </c:pt>
                <c:pt idx="2936">
                  <c:v>40638</c:v>
                </c:pt>
                <c:pt idx="2937">
                  <c:v>40639</c:v>
                </c:pt>
                <c:pt idx="2938">
                  <c:v>40640</c:v>
                </c:pt>
                <c:pt idx="2939">
                  <c:v>40641</c:v>
                </c:pt>
                <c:pt idx="2940">
                  <c:v>40644</c:v>
                </c:pt>
                <c:pt idx="2941">
                  <c:v>40645</c:v>
                </c:pt>
                <c:pt idx="2942">
                  <c:v>40646</c:v>
                </c:pt>
                <c:pt idx="2943">
                  <c:v>40647</c:v>
                </c:pt>
                <c:pt idx="2944">
                  <c:v>40648</c:v>
                </c:pt>
                <c:pt idx="2945">
                  <c:v>40651</c:v>
                </c:pt>
                <c:pt idx="2946">
                  <c:v>40652</c:v>
                </c:pt>
                <c:pt idx="2947">
                  <c:v>40653</c:v>
                </c:pt>
                <c:pt idx="2948">
                  <c:v>40654</c:v>
                </c:pt>
                <c:pt idx="2949">
                  <c:v>40655</c:v>
                </c:pt>
                <c:pt idx="2950">
                  <c:v>40658</c:v>
                </c:pt>
                <c:pt idx="2951">
                  <c:v>40659</c:v>
                </c:pt>
                <c:pt idx="2952">
                  <c:v>40660</c:v>
                </c:pt>
                <c:pt idx="2953">
                  <c:v>40661</c:v>
                </c:pt>
                <c:pt idx="2954">
                  <c:v>40662</c:v>
                </c:pt>
                <c:pt idx="2955">
                  <c:v>40665</c:v>
                </c:pt>
                <c:pt idx="2956">
                  <c:v>40666</c:v>
                </c:pt>
                <c:pt idx="2957">
                  <c:v>40667</c:v>
                </c:pt>
                <c:pt idx="2958">
                  <c:v>40668</c:v>
                </c:pt>
                <c:pt idx="2959">
                  <c:v>40669</c:v>
                </c:pt>
                <c:pt idx="2960">
                  <c:v>40672</c:v>
                </c:pt>
                <c:pt idx="2961">
                  <c:v>40673</c:v>
                </c:pt>
                <c:pt idx="2962">
                  <c:v>40674</c:v>
                </c:pt>
                <c:pt idx="2963">
                  <c:v>40675</c:v>
                </c:pt>
                <c:pt idx="2964">
                  <c:v>40676</c:v>
                </c:pt>
                <c:pt idx="2965">
                  <c:v>40679</c:v>
                </c:pt>
                <c:pt idx="2966">
                  <c:v>40680</c:v>
                </c:pt>
                <c:pt idx="2967">
                  <c:v>40681</c:v>
                </c:pt>
                <c:pt idx="2968">
                  <c:v>40682</c:v>
                </c:pt>
                <c:pt idx="2969">
                  <c:v>40683</c:v>
                </c:pt>
                <c:pt idx="2970">
                  <c:v>40686</c:v>
                </c:pt>
                <c:pt idx="2971">
                  <c:v>40687</c:v>
                </c:pt>
                <c:pt idx="2972">
                  <c:v>40688</c:v>
                </c:pt>
                <c:pt idx="2973">
                  <c:v>40689</c:v>
                </c:pt>
                <c:pt idx="2974">
                  <c:v>40690</c:v>
                </c:pt>
                <c:pt idx="2975">
                  <c:v>40693</c:v>
                </c:pt>
                <c:pt idx="2976">
                  <c:v>40694</c:v>
                </c:pt>
                <c:pt idx="2977">
                  <c:v>40695</c:v>
                </c:pt>
                <c:pt idx="2978">
                  <c:v>40696</c:v>
                </c:pt>
                <c:pt idx="2979">
                  <c:v>40697</c:v>
                </c:pt>
                <c:pt idx="2980">
                  <c:v>40700</c:v>
                </c:pt>
                <c:pt idx="2981">
                  <c:v>40701</c:v>
                </c:pt>
                <c:pt idx="2982">
                  <c:v>40702</c:v>
                </c:pt>
                <c:pt idx="2983">
                  <c:v>40703</c:v>
                </c:pt>
                <c:pt idx="2984">
                  <c:v>40704</c:v>
                </c:pt>
                <c:pt idx="2985">
                  <c:v>40707</c:v>
                </c:pt>
                <c:pt idx="2986">
                  <c:v>40708</c:v>
                </c:pt>
                <c:pt idx="2987">
                  <c:v>40709</c:v>
                </c:pt>
                <c:pt idx="2988">
                  <c:v>40710</c:v>
                </c:pt>
                <c:pt idx="2989">
                  <c:v>40711</c:v>
                </c:pt>
                <c:pt idx="2990">
                  <c:v>40714</c:v>
                </c:pt>
                <c:pt idx="2991">
                  <c:v>40715</c:v>
                </c:pt>
                <c:pt idx="2992">
                  <c:v>40716</c:v>
                </c:pt>
                <c:pt idx="2993">
                  <c:v>40717</c:v>
                </c:pt>
                <c:pt idx="2994">
                  <c:v>40718</c:v>
                </c:pt>
                <c:pt idx="2995">
                  <c:v>40721</c:v>
                </c:pt>
                <c:pt idx="2996">
                  <c:v>40722</c:v>
                </c:pt>
                <c:pt idx="2997">
                  <c:v>40723</c:v>
                </c:pt>
                <c:pt idx="2998">
                  <c:v>40724</c:v>
                </c:pt>
                <c:pt idx="2999">
                  <c:v>40725</c:v>
                </c:pt>
                <c:pt idx="3000">
                  <c:v>40728</c:v>
                </c:pt>
                <c:pt idx="3001">
                  <c:v>40729</c:v>
                </c:pt>
                <c:pt idx="3002">
                  <c:v>40730</c:v>
                </c:pt>
                <c:pt idx="3003">
                  <c:v>40731</c:v>
                </c:pt>
                <c:pt idx="3004">
                  <c:v>40732</c:v>
                </c:pt>
                <c:pt idx="3005">
                  <c:v>40735</c:v>
                </c:pt>
                <c:pt idx="3006">
                  <c:v>40736</c:v>
                </c:pt>
                <c:pt idx="3007">
                  <c:v>40737</c:v>
                </c:pt>
                <c:pt idx="3008">
                  <c:v>40738</c:v>
                </c:pt>
                <c:pt idx="3009">
                  <c:v>40739</c:v>
                </c:pt>
                <c:pt idx="3010">
                  <c:v>40742</c:v>
                </c:pt>
                <c:pt idx="3011">
                  <c:v>40743</c:v>
                </c:pt>
                <c:pt idx="3012">
                  <c:v>40744</c:v>
                </c:pt>
                <c:pt idx="3013">
                  <c:v>40745</c:v>
                </c:pt>
                <c:pt idx="3014">
                  <c:v>40746</c:v>
                </c:pt>
                <c:pt idx="3015">
                  <c:v>40749</c:v>
                </c:pt>
                <c:pt idx="3016">
                  <c:v>40750</c:v>
                </c:pt>
                <c:pt idx="3017">
                  <c:v>40751</c:v>
                </c:pt>
                <c:pt idx="3018">
                  <c:v>40752</c:v>
                </c:pt>
                <c:pt idx="3019">
                  <c:v>40753</c:v>
                </c:pt>
                <c:pt idx="3020">
                  <c:v>40756</c:v>
                </c:pt>
                <c:pt idx="3021">
                  <c:v>40757</c:v>
                </c:pt>
                <c:pt idx="3022">
                  <c:v>40758</c:v>
                </c:pt>
                <c:pt idx="3023">
                  <c:v>40759</c:v>
                </c:pt>
                <c:pt idx="3024">
                  <c:v>40760</c:v>
                </c:pt>
                <c:pt idx="3025">
                  <c:v>40763</c:v>
                </c:pt>
                <c:pt idx="3026">
                  <c:v>40764</c:v>
                </c:pt>
                <c:pt idx="3027">
                  <c:v>40765</c:v>
                </c:pt>
                <c:pt idx="3028">
                  <c:v>40766</c:v>
                </c:pt>
                <c:pt idx="3029">
                  <c:v>40767</c:v>
                </c:pt>
                <c:pt idx="3030">
                  <c:v>40770</c:v>
                </c:pt>
                <c:pt idx="3031">
                  <c:v>40771</c:v>
                </c:pt>
                <c:pt idx="3032">
                  <c:v>40772</c:v>
                </c:pt>
                <c:pt idx="3033">
                  <c:v>40773</c:v>
                </c:pt>
                <c:pt idx="3034">
                  <c:v>40774</c:v>
                </c:pt>
                <c:pt idx="3035">
                  <c:v>40777</c:v>
                </c:pt>
                <c:pt idx="3036">
                  <c:v>40778</c:v>
                </c:pt>
                <c:pt idx="3037">
                  <c:v>40779</c:v>
                </c:pt>
                <c:pt idx="3038">
                  <c:v>40780</c:v>
                </c:pt>
                <c:pt idx="3039">
                  <c:v>40781</c:v>
                </c:pt>
                <c:pt idx="3040">
                  <c:v>40784</c:v>
                </c:pt>
                <c:pt idx="3041">
                  <c:v>40785</c:v>
                </c:pt>
                <c:pt idx="3042">
                  <c:v>40786</c:v>
                </c:pt>
                <c:pt idx="3043">
                  <c:v>40787</c:v>
                </c:pt>
                <c:pt idx="3044">
                  <c:v>40788</c:v>
                </c:pt>
                <c:pt idx="3045">
                  <c:v>40791</c:v>
                </c:pt>
                <c:pt idx="3046">
                  <c:v>40792</c:v>
                </c:pt>
                <c:pt idx="3047">
                  <c:v>40793</c:v>
                </c:pt>
                <c:pt idx="3048">
                  <c:v>40794</c:v>
                </c:pt>
                <c:pt idx="3049">
                  <c:v>40795</c:v>
                </c:pt>
                <c:pt idx="3050">
                  <c:v>40798</c:v>
                </c:pt>
                <c:pt idx="3051">
                  <c:v>40799</c:v>
                </c:pt>
                <c:pt idx="3052">
                  <c:v>40800</c:v>
                </c:pt>
                <c:pt idx="3053">
                  <c:v>40801</c:v>
                </c:pt>
                <c:pt idx="3054">
                  <c:v>40802</c:v>
                </c:pt>
                <c:pt idx="3055">
                  <c:v>40805</c:v>
                </c:pt>
                <c:pt idx="3056">
                  <c:v>40806</c:v>
                </c:pt>
                <c:pt idx="3057">
                  <c:v>40807</c:v>
                </c:pt>
                <c:pt idx="3058">
                  <c:v>40808</c:v>
                </c:pt>
                <c:pt idx="3059">
                  <c:v>40809</c:v>
                </c:pt>
                <c:pt idx="3060">
                  <c:v>40812</c:v>
                </c:pt>
                <c:pt idx="3061">
                  <c:v>40813</c:v>
                </c:pt>
                <c:pt idx="3062">
                  <c:v>40814</c:v>
                </c:pt>
                <c:pt idx="3063">
                  <c:v>40815</c:v>
                </c:pt>
                <c:pt idx="3064">
                  <c:v>40816</c:v>
                </c:pt>
                <c:pt idx="3065">
                  <c:v>40819</c:v>
                </c:pt>
                <c:pt idx="3066">
                  <c:v>40820</c:v>
                </c:pt>
                <c:pt idx="3067">
                  <c:v>40821</c:v>
                </c:pt>
                <c:pt idx="3068">
                  <c:v>40822</c:v>
                </c:pt>
                <c:pt idx="3069">
                  <c:v>40823</c:v>
                </c:pt>
                <c:pt idx="3070">
                  <c:v>40826</c:v>
                </c:pt>
                <c:pt idx="3071">
                  <c:v>40827</c:v>
                </c:pt>
                <c:pt idx="3072">
                  <c:v>40828</c:v>
                </c:pt>
                <c:pt idx="3073">
                  <c:v>40829</c:v>
                </c:pt>
                <c:pt idx="3074">
                  <c:v>40830</c:v>
                </c:pt>
                <c:pt idx="3075">
                  <c:v>40833</c:v>
                </c:pt>
                <c:pt idx="3076">
                  <c:v>40834</c:v>
                </c:pt>
                <c:pt idx="3077">
                  <c:v>40835</c:v>
                </c:pt>
                <c:pt idx="3078">
                  <c:v>40836</c:v>
                </c:pt>
                <c:pt idx="3079">
                  <c:v>40837</c:v>
                </c:pt>
                <c:pt idx="3080">
                  <c:v>40840</c:v>
                </c:pt>
                <c:pt idx="3081">
                  <c:v>40841</c:v>
                </c:pt>
                <c:pt idx="3082">
                  <c:v>40842</c:v>
                </c:pt>
                <c:pt idx="3083">
                  <c:v>40843</c:v>
                </c:pt>
                <c:pt idx="3084">
                  <c:v>40844</c:v>
                </c:pt>
                <c:pt idx="3085">
                  <c:v>40847</c:v>
                </c:pt>
                <c:pt idx="3086">
                  <c:v>40848</c:v>
                </c:pt>
                <c:pt idx="3087">
                  <c:v>40849</c:v>
                </c:pt>
                <c:pt idx="3088">
                  <c:v>40850</c:v>
                </c:pt>
                <c:pt idx="3089">
                  <c:v>40851</c:v>
                </c:pt>
                <c:pt idx="3090">
                  <c:v>40854</c:v>
                </c:pt>
                <c:pt idx="3091">
                  <c:v>40855</c:v>
                </c:pt>
                <c:pt idx="3092">
                  <c:v>40856</c:v>
                </c:pt>
                <c:pt idx="3093">
                  <c:v>40857</c:v>
                </c:pt>
                <c:pt idx="3094">
                  <c:v>40858</c:v>
                </c:pt>
                <c:pt idx="3095">
                  <c:v>40861</c:v>
                </c:pt>
                <c:pt idx="3096">
                  <c:v>40862</c:v>
                </c:pt>
                <c:pt idx="3097">
                  <c:v>40863</c:v>
                </c:pt>
                <c:pt idx="3098">
                  <c:v>40864</c:v>
                </c:pt>
                <c:pt idx="3099">
                  <c:v>40865</c:v>
                </c:pt>
                <c:pt idx="3100">
                  <c:v>40868</c:v>
                </c:pt>
                <c:pt idx="3101">
                  <c:v>40869</c:v>
                </c:pt>
                <c:pt idx="3102">
                  <c:v>40870</c:v>
                </c:pt>
                <c:pt idx="3103">
                  <c:v>40871</c:v>
                </c:pt>
                <c:pt idx="3104">
                  <c:v>40872</c:v>
                </c:pt>
                <c:pt idx="3105">
                  <c:v>40875</c:v>
                </c:pt>
                <c:pt idx="3106">
                  <c:v>40876</c:v>
                </c:pt>
                <c:pt idx="3107">
                  <c:v>40877</c:v>
                </c:pt>
                <c:pt idx="3108">
                  <c:v>40878</c:v>
                </c:pt>
                <c:pt idx="3109">
                  <c:v>40879</c:v>
                </c:pt>
                <c:pt idx="3110">
                  <c:v>40882</c:v>
                </c:pt>
                <c:pt idx="3111">
                  <c:v>40883</c:v>
                </c:pt>
                <c:pt idx="3112">
                  <c:v>40884</c:v>
                </c:pt>
                <c:pt idx="3113">
                  <c:v>40885</c:v>
                </c:pt>
                <c:pt idx="3114">
                  <c:v>40886</c:v>
                </c:pt>
                <c:pt idx="3115">
                  <c:v>40889</c:v>
                </c:pt>
                <c:pt idx="3116">
                  <c:v>40890</c:v>
                </c:pt>
                <c:pt idx="3117">
                  <c:v>40891</c:v>
                </c:pt>
                <c:pt idx="3118">
                  <c:v>40892</c:v>
                </c:pt>
                <c:pt idx="3119">
                  <c:v>40893</c:v>
                </c:pt>
                <c:pt idx="3120">
                  <c:v>40896</c:v>
                </c:pt>
                <c:pt idx="3121">
                  <c:v>40897</c:v>
                </c:pt>
                <c:pt idx="3122">
                  <c:v>40898</c:v>
                </c:pt>
                <c:pt idx="3123">
                  <c:v>40899</c:v>
                </c:pt>
                <c:pt idx="3124">
                  <c:v>40900</c:v>
                </c:pt>
                <c:pt idx="3125">
                  <c:v>40903</c:v>
                </c:pt>
                <c:pt idx="3126">
                  <c:v>40904</c:v>
                </c:pt>
                <c:pt idx="3127">
                  <c:v>40905</c:v>
                </c:pt>
                <c:pt idx="3128">
                  <c:v>40906</c:v>
                </c:pt>
                <c:pt idx="3129">
                  <c:v>40907</c:v>
                </c:pt>
                <c:pt idx="3130">
                  <c:v>40910</c:v>
                </c:pt>
                <c:pt idx="3131">
                  <c:v>40911</c:v>
                </c:pt>
                <c:pt idx="3132">
                  <c:v>40912</c:v>
                </c:pt>
                <c:pt idx="3133">
                  <c:v>40913</c:v>
                </c:pt>
                <c:pt idx="3134">
                  <c:v>40914</c:v>
                </c:pt>
                <c:pt idx="3135">
                  <c:v>40917</c:v>
                </c:pt>
                <c:pt idx="3136">
                  <c:v>40918</c:v>
                </c:pt>
                <c:pt idx="3137">
                  <c:v>40919</c:v>
                </c:pt>
                <c:pt idx="3138">
                  <c:v>40920</c:v>
                </c:pt>
                <c:pt idx="3139">
                  <c:v>40921</c:v>
                </c:pt>
                <c:pt idx="3140">
                  <c:v>40924</c:v>
                </c:pt>
                <c:pt idx="3141">
                  <c:v>40925</c:v>
                </c:pt>
                <c:pt idx="3142">
                  <c:v>40926</c:v>
                </c:pt>
                <c:pt idx="3143">
                  <c:v>40927</c:v>
                </c:pt>
                <c:pt idx="3144">
                  <c:v>40928</c:v>
                </c:pt>
                <c:pt idx="3145">
                  <c:v>40931</c:v>
                </c:pt>
                <c:pt idx="3146">
                  <c:v>40932</c:v>
                </c:pt>
                <c:pt idx="3147">
                  <c:v>40933</c:v>
                </c:pt>
                <c:pt idx="3148">
                  <c:v>40934</c:v>
                </c:pt>
                <c:pt idx="3149">
                  <c:v>40935</c:v>
                </c:pt>
                <c:pt idx="3150">
                  <c:v>40938</c:v>
                </c:pt>
                <c:pt idx="3151">
                  <c:v>40939</c:v>
                </c:pt>
                <c:pt idx="3152">
                  <c:v>40940</c:v>
                </c:pt>
                <c:pt idx="3153">
                  <c:v>40941</c:v>
                </c:pt>
                <c:pt idx="3154">
                  <c:v>40942</c:v>
                </c:pt>
                <c:pt idx="3155">
                  <c:v>40945</c:v>
                </c:pt>
                <c:pt idx="3156">
                  <c:v>40946</c:v>
                </c:pt>
                <c:pt idx="3157">
                  <c:v>40947</c:v>
                </c:pt>
                <c:pt idx="3158">
                  <c:v>40948</c:v>
                </c:pt>
                <c:pt idx="3159">
                  <c:v>40949</c:v>
                </c:pt>
                <c:pt idx="3160">
                  <c:v>40952</c:v>
                </c:pt>
                <c:pt idx="3161">
                  <c:v>40953</c:v>
                </c:pt>
                <c:pt idx="3162">
                  <c:v>40954</c:v>
                </c:pt>
                <c:pt idx="3163">
                  <c:v>40955</c:v>
                </c:pt>
                <c:pt idx="3164">
                  <c:v>40956</c:v>
                </c:pt>
                <c:pt idx="3165">
                  <c:v>40959</c:v>
                </c:pt>
                <c:pt idx="3166">
                  <c:v>40960</c:v>
                </c:pt>
                <c:pt idx="3167">
                  <c:v>40961</c:v>
                </c:pt>
                <c:pt idx="3168">
                  <c:v>40962</c:v>
                </c:pt>
                <c:pt idx="3169">
                  <c:v>40963</c:v>
                </c:pt>
                <c:pt idx="3170">
                  <c:v>40966</c:v>
                </c:pt>
                <c:pt idx="3171">
                  <c:v>40967</c:v>
                </c:pt>
                <c:pt idx="3172">
                  <c:v>40968</c:v>
                </c:pt>
                <c:pt idx="3173">
                  <c:v>40969</c:v>
                </c:pt>
                <c:pt idx="3174">
                  <c:v>40970</c:v>
                </c:pt>
                <c:pt idx="3175">
                  <c:v>40973</c:v>
                </c:pt>
                <c:pt idx="3176">
                  <c:v>40974</c:v>
                </c:pt>
                <c:pt idx="3177">
                  <c:v>40975</c:v>
                </c:pt>
                <c:pt idx="3178">
                  <c:v>40976</c:v>
                </c:pt>
                <c:pt idx="3179">
                  <c:v>40977</c:v>
                </c:pt>
                <c:pt idx="3180">
                  <c:v>40980</c:v>
                </c:pt>
                <c:pt idx="3181">
                  <c:v>40981</c:v>
                </c:pt>
                <c:pt idx="3182">
                  <c:v>40982</c:v>
                </c:pt>
                <c:pt idx="3183">
                  <c:v>40983</c:v>
                </c:pt>
                <c:pt idx="3184">
                  <c:v>40984</c:v>
                </c:pt>
                <c:pt idx="3185">
                  <c:v>40987</c:v>
                </c:pt>
                <c:pt idx="3186">
                  <c:v>40988</c:v>
                </c:pt>
                <c:pt idx="3187">
                  <c:v>40989</c:v>
                </c:pt>
                <c:pt idx="3188">
                  <c:v>40990</c:v>
                </c:pt>
                <c:pt idx="3189">
                  <c:v>40991</c:v>
                </c:pt>
                <c:pt idx="3190">
                  <c:v>40994</c:v>
                </c:pt>
                <c:pt idx="3191">
                  <c:v>40995</c:v>
                </c:pt>
                <c:pt idx="3192">
                  <c:v>40996</c:v>
                </c:pt>
                <c:pt idx="3193">
                  <c:v>40997</c:v>
                </c:pt>
                <c:pt idx="3194">
                  <c:v>40998</c:v>
                </c:pt>
                <c:pt idx="3195">
                  <c:v>41001</c:v>
                </c:pt>
                <c:pt idx="3196">
                  <c:v>41002</c:v>
                </c:pt>
                <c:pt idx="3197">
                  <c:v>41003</c:v>
                </c:pt>
                <c:pt idx="3198">
                  <c:v>41004</c:v>
                </c:pt>
                <c:pt idx="3199">
                  <c:v>41005</c:v>
                </c:pt>
                <c:pt idx="3200">
                  <c:v>41008</c:v>
                </c:pt>
                <c:pt idx="3201">
                  <c:v>41009</c:v>
                </c:pt>
                <c:pt idx="3202">
                  <c:v>41010</c:v>
                </c:pt>
                <c:pt idx="3203">
                  <c:v>41011</c:v>
                </c:pt>
                <c:pt idx="3204">
                  <c:v>41012</c:v>
                </c:pt>
                <c:pt idx="3205">
                  <c:v>41015</c:v>
                </c:pt>
                <c:pt idx="3206">
                  <c:v>41016</c:v>
                </c:pt>
                <c:pt idx="3207">
                  <c:v>41017</c:v>
                </c:pt>
                <c:pt idx="3208">
                  <c:v>41018</c:v>
                </c:pt>
                <c:pt idx="3209">
                  <c:v>41019</c:v>
                </c:pt>
                <c:pt idx="3210">
                  <c:v>41022</c:v>
                </c:pt>
                <c:pt idx="3211">
                  <c:v>41023</c:v>
                </c:pt>
                <c:pt idx="3212">
                  <c:v>41024</c:v>
                </c:pt>
                <c:pt idx="3213">
                  <c:v>41025</c:v>
                </c:pt>
                <c:pt idx="3214">
                  <c:v>41026</c:v>
                </c:pt>
                <c:pt idx="3215">
                  <c:v>41029</c:v>
                </c:pt>
                <c:pt idx="3216">
                  <c:v>41030</c:v>
                </c:pt>
                <c:pt idx="3217">
                  <c:v>41031</c:v>
                </c:pt>
                <c:pt idx="3218">
                  <c:v>41032</c:v>
                </c:pt>
                <c:pt idx="3219">
                  <c:v>41033</c:v>
                </c:pt>
                <c:pt idx="3220">
                  <c:v>41036</c:v>
                </c:pt>
                <c:pt idx="3221">
                  <c:v>41037</c:v>
                </c:pt>
                <c:pt idx="3222">
                  <c:v>41038</c:v>
                </c:pt>
                <c:pt idx="3223">
                  <c:v>41039</c:v>
                </c:pt>
                <c:pt idx="3224">
                  <c:v>41040</c:v>
                </c:pt>
                <c:pt idx="3225">
                  <c:v>41043</c:v>
                </c:pt>
                <c:pt idx="3226">
                  <c:v>41044</c:v>
                </c:pt>
                <c:pt idx="3227">
                  <c:v>41045</c:v>
                </c:pt>
                <c:pt idx="3228">
                  <c:v>41046</c:v>
                </c:pt>
                <c:pt idx="3229">
                  <c:v>41047</c:v>
                </c:pt>
                <c:pt idx="3230">
                  <c:v>41050</c:v>
                </c:pt>
                <c:pt idx="3231">
                  <c:v>41051</c:v>
                </c:pt>
                <c:pt idx="3232">
                  <c:v>41052</c:v>
                </c:pt>
                <c:pt idx="3233">
                  <c:v>41053</c:v>
                </c:pt>
                <c:pt idx="3234">
                  <c:v>41054</c:v>
                </c:pt>
                <c:pt idx="3235">
                  <c:v>41057</c:v>
                </c:pt>
                <c:pt idx="3236">
                  <c:v>41058</c:v>
                </c:pt>
                <c:pt idx="3237">
                  <c:v>41059</c:v>
                </c:pt>
                <c:pt idx="3238">
                  <c:v>41060</c:v>
                </c:pt>
                <c:pt idx="3239">
                  <c:v>41061</c:v>
                </c:pt>
                <c:pt idx="3240">
                  <c:v>41064</c:v>
                </c:pt>
                <c:pt idx="3241">
                  <c:v>41065</c:v>
                </c:pt>
                <c:pt idx="3242">
                  <c:v>41066</c:v>
                </c:pt>
                <c:pt idx="3243">
                  <c:v>41067</c:v>
                </c:pt>
                <c:pt idx="3244">
                  <c:v>41068</c:v>
                </c:pt>
                <c:pt idx="3245">
                  <c:v>41071</c:v>
                </c:pt>
                <c:pt idx="3246">
                  <c:v>41072</c:v>
                </c:pt>
                <c:pt idx="3247">
                  <c:v>41073</c:v>
                </c:pt>
                <c:pt idx="3248">
                  <c:v>41074</c:v>
                </c:pt>
                <c:pt idx="3249">
                  <c:v>41075</c:v>
                </c:pt>
                <c:pt idx="3250">
                  <c:v>41078</c:v>
                </c:pt>
                <c:pt idx="3251">
                  <c:v>41079</c:v>
                </c:pt>
                <c:pt idx="3252">
                  <c:v>41080</c:v>
                </c:pt>
                <c:pt idx="3253">
                  <c:v>41081</c:v>
                </c:pt>
                <c:pt idx="3254">
                  <c:v>41082</c:v>
                </c:pt>
                <c:pt idx="3255">
                  <c:v>41085</c:v>
                </c:pt>
                <c:pt idx="3256">
                  <c:v>41086</c:v>
                </c:pt>
                <c:pt idx="3257">
                  <c:v>41087</c:v>
                </c:pt>
                <c:pt idx="3258">
                  <c:v>41088</c:v>
                </c:pt>
                <c:pt idx="3259">
                  <c:v>41089</c:v>
                </c:pt>
                <c:pt idx="3260">
                  <c:v>41092</c:v>
                </c:pt>
                <c:pt idx="3261">
                  <c:v>41093</c:v>
                </c:pt>
                <c:pt idx="3262">
                  <c:v>41094</c:v>
                </c:pt>
                <c:pt idx="3263">
                  <c:v>41095</c:v>
                </c:pt>
                <c:pt idx="3264">
                  <c:v>41096</c:v>
                </c:pt>
                <c:pt idx="3265">
                  <c:v>41099</c:v>
                </c:pt>
                <c:pt idx="3266">
                  <c:v>41100</c:v>
                </c:pt>
                <c:pt idx="3267">
                  <c:v>41101</c:v>
                </c:pt>
                <c:pt idx="3268">
                  <c:v>41102</c:v>
                </c:pt>
                <c:pt idx="3269">
                  <c:v>41103</c:v>
                </c:pt>
                <c:pt idx="3270">
                  <c:v>41106</c:v>
                </c:pt>
                <c:pt idx="3271">
                  <c:v>41107</c:v>
                </c:pt>
                <c:pt idx="3272">
                  <c:v>41108</c:v>
                </c:pt>
                <c:pt idx="3273">
                  <c:v>41109</c:v>
                </c:pt>
                <c:pt idx="3274">
                  <c:v>41110</c:v>
                </c:pt>
                <c:pt idx="3275">
                  <c:v>41113</c:v>
                </c:pt>
                <c:pt idx="3276">
                  <c:v>41114</c:v>
                </c:pt>
                <c:pt idx="3277">
                  <c:v>41115</c:v>
                </c:pt>
                <c:pt idx="3278">
                  <c:v>41116</c:v>
                </c:pt>
                <c:pt idx="3279">
                  <c:v>41117</c:v>
                </c:pt>
                <c:pt idx="3280">
                  <c:v>41120</c:v>
                </c:pt>
                <c:pt idx="3281">
                  <c:v>41121</c:v>
                </c:pt>
                <c:pt idx="3282">
                  <c:v>41122</c:v>
                </c:pt>
                <c:pt idx="3283">
                  <c:v>41123</c:v>
                </c:pt>
                <c:pt idx="3284">
                  <c:v>41124</c:v>
                </c:pt>
                <c:pt idx="3285">
                  <c:v>41127</c:v>
                </c:pt>
                <c:pt idx="3286">
                  <c:v>41128</c:v>
                </c:pt>
                <c:pt idx="3287">
                  <c:v>41129</c:v>
                </c:pt>
                <c:pt idx="3288">
                  <c:v>41130</c:v>
                </c:pt>
                <c:pt idx="3289">
                  <c:v>41131</c:v>
                </c:pt>
                <c:pt idx="3290">
                  <c:v>41134</c:v>
                </c:pt>
                <c:pt idx="3291">
                  <c:v>41135</c:v>
                </c:pt>
                <c:pt idx="3292">
                  <c:v>41136</c:v>
                </c:pt>
                <c:pt idx="3293">
                  <c:v>41137</c:v>
                </c:pt>
                <c:pt idx="3294">
                  <c:v>41138</c:v>
                </c:pt>
                <c:pt idx="3295">
                  <c:v>41141</c:v>
                </c:pt>
                <c:pt idx="3296">
                  <c:v>41142</c:v>
                </c:pt>
                <c:pt idx="3297">
                  <c:v>41143</c:v>
                </c:pt>
                <c:pt idx="3298">
                  <c:v>41144</c:v>
                </c:pt>
                <c:pt idx="3299">
                  <c:v>41145</c:v>
                </c:pt>
                <c:pt idx="3300">
                  <c:v>41148</c:v>
                </c:pt>
                <c:pt idx="3301">
                  <c:v>41149</c:v>
                </c:pt>
                <c:pt idx="3302">
                  <c:v>41150</c:v>
                </c:pt>
                <c:pt idx="3303">
                  <c:v>41151</c:v>
                </c:pt>
                <c:pt idx="3304">
                  <c:v>41152</c:v>
                </c:pt>
                <c:pt idx="3305">
                  <c:v>41155</c:v>
                </c:pt>
                <c:pt idx="3306">
                  <c:v>41156</c:v>
                </c:pt>
                <c:pt idx="3307">
                  <c:v>41157</c:v>
                </c:pt>
                <c:pt idx="3308">
                  <c:v>41158</c:v>
                </c:pt>
                <c:pt idx="3309">
                  <c:v>41159</c:v>
                </c:pt>
                <c:pt idx="3310">
                  <c:v>41162</c:v>
                </c:pt>
                <c:pt idx="3311">
                  <c:v>41163</c:v>
                </c:pt>
                <c:pt idx="3312">
                  <c:v>41164</c:v>
                </c:pt>
                <c:pt idx="3313">
                  <c:v>41165</c:v>
                </c:pt>
                <c:pt idx="3314">
                  <c:v>41166</c:v>
                </c:pt>
                <c:pt idx="3315">
                  <c:v>41169</c:v>
                </c:pt>
                <c:pt idx="3316">
                  <c:v>41170</c:v>
                </c:pt>
                <c:pt idx="3317">
                  <c:v>41171</c:v>
                </c:pt>
                <c:pt idx="3318">
                  <c:v>41172</c:v>
                </c:pt>
                <c:pt idx="3319">
                  <c:v>41173</c:v>
                </c:pt>
                <c:pt idx="3320">
                  <c:v>41176</c:v>
                </c:pt>
                <c:pt idx="3321">
                  <c:v>41177</c:v>
                </c:pt>
                <c:pt idx="3322">
                  <c:v>41178</c:v>
                </c:pt>
                <c:pt idx="3323">
                  <c:v>41179</c:v>
                </c:pt>
                <c:pt idx="3324">
                  <c:v>41180</c:v>
                </c:pt>
                <c:pt idx="3325">
                  <c:v>41183</c:v>
                </c:pt>
                <c:pt idx="3326">
                  <c:v>41184</c:v>
                </c:pt>
                <c:pt idx="3327">
                  <c:v>41185</c:v>
                </c:pt>
                <c:pt idx="3328">
                  <c:v>41186</c:v>
                </c:pt>
                <c:pt idx="3329">
                  <c:v>41187</c:v>
                </c:pt>
                <c:pt idx="3330">
                  <c:v>41190</c:v>
                </c:pt>
                <c:pt idx="3331">
                  <c:v>41191</c:v>
                </c:pt>
                <c:pt idx="3332">
                  <c:v>41192</c:v>
                </c:pt>
                <c:pt idx="3333">
                  <c:v>41193</c:v>
                </c:pt>
                <c:pt idx="3334">
                  <c:v>41194</c:v>
                </c:pt>
                <c:pt idx="3335">
                  <c:v>41197</c:v>
                </c:pt>
                <c:pt idx="3336">
                  <c:v>41198</c:v>
                </c:pt>
                <c:pt idx="3337">
                  <c:v>41199</c:v>
                </c:pt>
                <c:pt idx="3338">
                  <c:v>41200</c:v>
                </c:pt>
                <c:pt idx="3339">
                  <c:v>41201</c:v>
                </c:pt>
                <c:pt idx="3340">
                  <c:v>41204</c:v>
                </c:pt>
                <c:pt idx="3341">
                  <c:v>41205</c:v>
                </c:pt>
                <c:pt idx="3342">
                  <c:v>41206</c:v>
                </c:pt>
                <c:pt idx="3343">
                  <c:v>41207</c:v>
                </c:pt>
                <c:pt idx="3344">
                  <c:v>41208</c:v>
                </c:pt>
                <c:pt idx="3345">
                  <c:v>41211</c:v>
                </c:pt>
                <c:pt idx="3346">
                  <c:v>41212</c:v>
                </c:pt>
                <c:pt idx="3347">
                  <c:v>41213</c:v>
                </c:pt>
                <c:pt idx="3348">
                  <c:v>41214</c:v>
                </c:pt>
                <c:pt idx="3349">
                  <c:v>41215</c:v>
                </c:pt>
                <c:pt idx="3350">
                  <c:v>41218</c:v>
                </c:pt>
                <c:pt idx="3351">
                  <c:v>41219</c:v>
                </c:pt>
                <c:pt idx="3352">
                  <c:v>41220</c:v>
                </c:pt>
                <c:pt idx="3353">
                  <c:v>41221</c:v>
                </c:pt>
                <c:pt idx="3354">
                  <c:v>41222</c:v>
                </c:pt>
                <c:pt idx="3355">
                  <c:v>41225</c:v>
                </c:pt>
                <c:pt idx="3356">
                  <c:v>41226</c:v>
                </c:pt>
                <c:pt idx="3357">
                  <c:v>41227</c:v>
                </c:pt>
                <c:pt idx="3358">
                  <c:v>41228</c:v>
                </c:pt>
                <c:pt idx="3359">
                  <c:v>41229</c:v>
                </c:pt>
                <c:pt idx="3360">
                  <c:v>41232</c:v>
                </c:pt>
                <c:pt idx="3361">
                  <c:v>41233</c:v>
                </c:pt>
                <c:pt idx="3362">
                  <c:v>41234</c:v>
                </c:pt>
                <c:pt idx="3363">
                  <c:v>41235</c:v>
                </c:pt>
                <c:pt idx="3364">
                  <c:v>41236</c:v>
                </c:pt>
                <c:pt idx="3365">
                  <c:v>41239</c:v>
                </c:pt>
                <c:pt idx="3366">
                  <c:v>41240</c:v>
                </c:pt>
                <c:pt idx="3367">
                  <c:v>41241</c:v>
                </c:pt>
                <c:pt idx="3368">
                  <c:v>41242</c:v>
                </c:pt>
                <c:pt idx="3369">
                  <c:v>41243</c:v>
                </c:pt>
                <c:pt idx="3370">
                  <c:v>41246</c:v>
                </c:pt>
                <c:pt idx="3371">
                  <c:v>41247</c:v>
                </c:pt>
                <c:pt idx="3372">
                  <c:v>41248</c:v>
                </c:pt>
                <c:pt idx="3373">
                  <c:v>41249</c:v>
                </c:pt>
                <c:pt idx="3374">
                  <c:v>41250</c:v>
                </c:pt>
                <c:pt idx="3375">
                  <c:v>41253</c:v>
                </c:pt>
                <c:pt idx="3376">
                  <c:v>41254</c:v>
                </c:pt>
                <c:pt idx="3377">
                  <c:v>41255</c:v>
                </c:pt>
                <c:pt idx="3378">
                  <c:v>41256</c:v>
                </c:pt>
                <c:pt idx="3379">
                  <c:v>41257</c:v>
                </c:pt>
                <c:pt idx="3380">
                  <c:v>41260</c:v>
                </c:pt>
                <c:pt idx="3381">
                  <c:v>41261</c:v>
                </c:pt>
                <c:pt idx="3382">
                  <c:v>41262</c:v>
                </c:pt>
                <c:pt idx="3383">
                  <c:v>41263</c:v>
                </c:pt>
                <c:pt idx="3384">
                  <c:v>41264</c:v>
                </c:pt>
                <c:pt idx="3385">
                  <c:v>41267</c:v>
                </c:pt>
                <c:pt idx="3386">
                  <c:v>41268</c:v>
                </c:pt>
                <c:pt idx="3387">
                  <c:v>41269</c:v>
                </c:pt>
                <c:pt idx="3388">
                  <c:v>41270</c:v>
                </c:pt>
                <c:pt idx="3389">
                  <c:v>41271</c:v>
                </c:pt>
                <c:pt idx="3390">
                  <c:v>41274</c:v>
                </c:pt>
                <c:pt idx="3391">
                  <c:v>41275</c:v>
                </c:pt>
                <c:pt idx="3392">
                  <c:v>41276</c:v>
                </c:pt>
                <c:pt idx="3393">
                  <c:v>41277</c:v>
                </c:pt>
                <c:pt idx="3394">
                  <c:v>41278</c:v>
                </c:pt>
                <c:pt idx="3395">
                  <c:v>41281</c:v>
                </c:pt>
                <c:pt idx="3396">
                  <c:v>41282</c:v>
                </c:pt>
                <c:pt idx="3397">
                  <c:v>41283</c:v>
                </c:pt>
                <c:pt idx="3398">
                  <c:v>41284</c:v>
                </c:pt>
                <c:pt idx="3399">
                  <c:v>41285</c:v>
                </c:pt>
                <c:pt idx="3400">
                  <c:v>41288</c:v>
                </c:pt>
                <c:pt idx="3401">
                  <c:v>41289</c:v>
                </c:pt>
                <c:pt idx="3402">
                  <c:v>41290</c:v>
                </c:pt>
                <c:pt idx="3403">
                  <c:v>41291</c:v>
                </c:pt>
                <c:pt idx="3404">
                  <c:v>41292</c:v>
                </c:pt>
                <c:pt idx="3405">
                  <c:v>41295</c:v>
                </c:pt>
                <c:pt idx="3406">
                  <c:v>41296</c:v>
                </c:pt>
                <c:pt idx="3407">
                  <c:v>41297</c:v>
                </c:pt>
                <c:pt idx="3408">
                  <c:v>41298</c:v>
                </c:pt>
                <c:pt idx="3409">
                  <c:v>41299</c:v>
                </c:pt>
                <c:pt idx="3410">
                  <c:v>41302</c:v>
                </c:pt>
                <c:pt idx="3411">
                  <c:v>41303</c:v>
                </c:pt>
                <c:pt idx="3412">
                  <c:v>41304</c:v>
                </c:pt>
                <c:pt idx="3413">
                  <c:v>41305</c:v>
                </c:pt>
                <c:pt idx="3414">
                  <c:v>41306</c:v>
                </c:pt>
                <c:pt idx="3415">
                  <c:v>41309</c:v>
                </c:pt>
                <c:pt idx="3416">
                  <c:v>41310</c:v>
                </c:pt>
                <c:pt idx="3417">
                  <c:v>41311</c:v>
                </c:pt>
                <c:pt idx="3418">
                  <c:v>41312</c:v>
                </c:pt>
                <c:pt idx="3419">
                  <c:v>41313</c:v>
                </c:pt>
                <c:pt idx="3420">
                  <c:v>41316</c:v>
                </c:pt>
                <c:pt idx="3421">
                  <c:v>41317</c:v>
                </c:pt>
                <c:pt idx="3422">
                  <c:v>41318</c:v>
                </c:pt>
                <c:pt idx="3423">
                  <c:v>41319</c:v>
                </c:pt>
                <c:pt idx="3424">
                  <c:v>41320</c:v>
                </c:pt>
                <c:pt idx="3425">
                  <c:v>41323</c:v>
                </c:pt>
                <c:pt idx="3426">
                  <c:v>41324</c:v>
                </c:pt>
                <c:pt idx="3427">
                  <c:v>41325</c:v>
                </c:pt>
                <c:pt idx="3428">
                  <c:v>41326</c:v>
                </c:pt>
                <c:pt idx="3429">
                  <c:v>41327</c:v>
                </c:pt>
                <c:pt idx="3430">
                  <c:v>41330</c:v>
                </c:pt>
                <c:pt idx="3431">
                  <c:v>41331</c:v>
                </c:pt>
                <c:pt idx="3432">
                  <c:v>41332</c:v>
                </c:pt>
                <c:pt idx="3433">
                  <c:v>41333</c:v>
                </c:pt>
                <c:pt idx="3434">
                  <c:v>41334</c:v>
                </c:pt>
                <c:pt idx="3435">
                  <c:v>41337</c:v>
                </c:pt>
                <c:pt idx="3436">
                  <c:v>41338</c:v>
                </c:pt>
                <c:pt idx="3437">
                  <c:v>41339</c:v>
                </c:pt>
                <c:pt idx="3438">
                  <c:v>41340</c:v>
                </c:pt>
                <c:pt idx="3439">
                  <c:v>41341</c:v>
                </c:pt>
                <c:pt idx="3440">
                  <c:v>41344</c:v>
                </c:pt>
                <c:pt idx="3441">
                  <c:v>41345</c:v>
                </c:pt>
                <c:pt idx="3442">
                  <c:v>41346</c:v>
                </c:pt>
                <c:pt idx="3443">
                  <c:v>41347</c:v>
                </c:pt>
                <c:pt idx="3444">
                  <c:v>41348</c:v>
                </c:pt>
                <c:pt idx="3445">
                  <c:v>41351</c:v>
                </c:pt>
                <c:pt idx="3446">
                  <c:v>41352</c:v>
                </c:pt>
                <c:pt idx="3447">
                  <c:v>41353</c:v>
                </c:pt>
                <c:pt idx="3448">
                  <c:v>41354</c:v>
                </c:pt>
                <c:pt idx="3449">
                  <c:v>41355</c:v>
                </c:pt>
                <c:pt idx="3450">
                  <c:v>41358</c:v>
                </c:pt>
                <c:pt idx="3451">
                  <c:v>41359</c:v>
                </c:pt>
                <c:pt idx="3452">
                  <c:v>41360</c:v>
                </c:pt>
                <c:pt idx="3453">
                  <c:v>41361</c:v>
                </c:pt>
                <c:pt idx="3454">
                  <c:v>41362</c:v>
                </c:pt>
                <c:pt idx="3455">
                  <c:v>41365</c:v>
                </c:pt>
                <c:pt idx="3456">
                  <c:v>41366</c:v>
                </c:pt>
                <c:pt idx="3457">
                  <c:v>41367</c:v>
                </c:pt>
                <c:pt idx="3458">
                  <c:v>41368</c:v>
                </c:pt>
                <c:pt idx="3459">
                  <c:v>41369</c:v>
                </c:pt>
                <c:pt idx="3460">
                  <c:v>41372</c:v>
                </c:pt>
                <c:pt idx="3461">
                  <c:v>41373</c:v>
                </c:pt>
                <c:pt idx="3462">
                  <c:v>41374</c:v>
                </c:pt>
                <c:pt idx="3463">
                  <c:v>41375</c:v>
                </c:pt>
                <c:pt idx="3464">
                  <c:v>41376</c:v>
                </c:pt>
                <c:pt idx="3465">
                  <c:v>41379</c:v>
                </c:pt>
                <c:pt idx="3466">
                  <c:v>41380</c:v>
                </c:pt>
                <c:pt idx="3467">
                  <c:v>41381</c:v>
                </c:pt>
                <c:pt idx="3468">
                  <c:v>41382</c:v>
                </c:pt>
                <c:pt idx="3469">
                  <c:v>41383</c:v>
                </c:pt>
                <c:pt idx="3470">
                  <c:v>41386</c:v>
                </c:pt>
                <c:pt idx="3471">
                  <c:v>41387</c:v>
                </c:pt>
                <c:pt idx="3472">
                  <c:v>41388</c:v>
                </c:pt>
                <c:pt idx="3473">
                  <c:v>41389</c:v>
                </c:pt>
                <c:pt idx="3474">
                  <c:v>41390</c:v>
                </c:pt>
                <c:pt idx="3475">
                  <c:v>41393</c:v>
                </c:pt>
                <c:pt idx="3476">
                  <c:v>41394</c:v>
                </c:pt>
                <c:pt idx="3477">
                  <c:v>41395</c:v>
                </c:pt>
                <c:pt idx="3478">
                  <c:v>41396</c:v>
                </c:pt>
                <c:pt idx="3479">
                  <c:v>41397</c:v>
                </c:pt>
                <c:pt idx="3480">
                  <c:v>41400</c:v>
                </c:pt>
                <c:pt idx="3481">
                  <c:v>41401</c:v>
                </c:pt>
                <c:pt idx="3482">
                  <c:v>41402</c:v>
                </c:pt>
                <c:pt idx="3483">
                  <c:v>41403</c:v>
                </c:pt>
                <c:pt idx="3484">
                  <c:v>41404</c:v>
                </c:pt>
                <c:pt idx="3485">
                  <c:v>41407</c:v>
                </c:pt>
                <c:pt idx="3486">
                  <c:v>41408</c:v>
                </c:pt>
                <c:pt idx="3487">
                  <c:v>41409</c:v>
                </c:pt>
                <c:pt idx="3488">
                  <c:v>41410</c:v>
                </c:pt>
                <c:pt idx="3489">
                  <c:v>41411</c:v>
                </c:pt>
                <c:pt idx="3490">
                  <c:v>41414</c:v>
                </c:pt>
                <c:pt idx="3491">
                  <c:v>41415</c:v>
                </c:pt>
                <c:pt idx="3492">
                  <c:v>41416</c:v>
                </c:pt>
                <c:pt idx="3493">
                  <c:v>41417</c:v>
                </c:pt>
                <c:pt idx="3494">
                  <c:v>41418</c:v>
                </c:pt>
                <c:pt idx="3495">
                  <c:v>41421</c:v>
                </c:pt>
                <c:pt idx="3496">
                  <c:v>41422</c:v>
                </c:pt>
                <c:pt idx="3497">
                  <c:v>41423</c:v>
                </c:pt>
                <c:pt idx="3498">
                  <c:v>41424</c:v>
                </c:pt>
                <c:pt idx="3499">
                  <c:v>41425</c:v>
                </c:pt>
                <c:pt idx="3500">
                  <c:v>41428</c:v>
                </c:pt>
                <c:pt idx="3501">
                  <c:v>41429</c:v>
                </c:pt>
                <c:pt idx="3502">
                  <c:v>41430</c:v>
                </c:pt>
                <c:pt idx="3503">
                  <c:v>41431</c:v>
                </c:pt>
                <c:pt idx="3504">
                  <c:v>41432</c:v>
                </c:pt>
                <c:pt idx="3505">
                  <c:v>41435</c:v>
                </c:pt>
                <c:pt idx="3506">
                  <c:v>41436</c:v>
                </c:pt>
                <c:pt idx="3507">
                  <c:v>41437</c:v>
                </c:pt>
                <c:pt idx="3508">
                  <c:v>41438</c:v>
                </c:pt>
                <c:pt idx="3509">
                  <c:v>41439</c:v>
                </c:pt>
                <c:pt idx="3510">
                  <c:v>41442</c:v>
                </c:pt>
                <c:pt idx="3511">
                  <c:v>41443</c:v>
                </c:pt>
                <c:pt idx="3512">
                  <c:v>41444</c:v>
                </c:pt>
                <c:pt idx="3513">
                  <c:v>41445</c:v>
                </c:pt>
                <c:pt idx="3514">
                  <c:v>41446</c:v>
                </c:pt>
                <c:pt idx="3515">
                  <c:v>41449</c:v>
                </c:pt>
                <c:pt idx="3516">
                  <c:v>41450</c:v>
                </c:pt>
                <c:pt idx="3517">
                  <c:v>41451</c:v>
                </c:pt>
                <c:pt idx="3518">
                  <c:v>41452</c:v>
                </c:pt>
                <c:pt idx="3519">
                  <c:v>41453</c:v>
                </c:pt>
                <c:pt idx="3520">
                  <c:v>41456</c:v>
                </c:pt>
                <c:pt idx="3521">
                  <c:v>41457</c:v>
                </c:pt>
                <c:pt idx="3522">
                  <c:v>41458</c:v>
                </c:pt>
                <c:pt idx="3523">
                  <c:v>41459</c:v>
                </c:pt>
                <c:pt idx="3524">
                  <c:v>41460</c:v>
                </c:pt>
                <c:pt idx="3525">
                  <c:v>41463</c:v>
                </c:pt>
                <c:pt idx="3526">
                  <c:v>41464</c:v>
                </c:pt>
                <c:pt idx="3527">
                  <c:v>41465</c:v>
                </c:pt>
                <c:pt idx="3528">
                  <c:v>41466</c:v>
                </c:pt>
                <c:pt idx="3529">
                  <c:v>41467</c:v>
                </c:pt>
                <c:pt idx="3530">
                  <c:v>41470</c:v>
                </c:pt>
                <c:pt idx="3531">
                  <c:v>41471</c:v>
                </c:pt>
                <c:pt idx="3532">
                  <c:v>41472</c:v>
                </c:pt>
                <c:pt idx="3533">
                  <c:v>41473</c:v>
                </c:pt>
                <c:pt idx="3534">
                  <c:v>41474</c:v>
                </c:pt>
                <c:pt idx="3535">
                  <c:v>41477</c:v>
                </c:pt>
                <c:pt idx="3536">
                  <c:v>41478</c:v>
                </c:pt>
                <c:pt idx="3537">
                  <c:v>41479</c:v>
                </c:pt>
                <c:pt idx="3538">
                  <c:v>41480</c:v>
                </c:pt>
                <c:pt idx="3539">
                  <c:v>41481</c:v>
                </c:pt>
                <c:pt idx="3540">
                  <c:v>41484</c:v>
                </c:pt>
                <c:pt idx="3541">
                  <c:v>41485</c:v>
                </c:pt>
                <c:pt idx="3542">
                  <c:v>41486</c:v>
                </c:pt>
                <c:pt idx="3543">
                  <c:v>41487</c:v>
                </c:pt>
                <c:pt idx="3544">
                  <c:v>41488</c:v>
                </c:pt>
                <c:pt idx="3545">
                  <c:v>41491</c:v>
                </c:pt>
                <c:pt idx="3546">
                  <c:v>41492</c:v>
                </c:pt>
                <c:pt idx="3547">
                  <c:v>41493</c:v>
                </c:pt>
                <c:pt idx="3548">
                  <c:v>41494</c:v>
                </c:pt>
                <c:pt idx="3549">
                  <c:v>41495</c:v>
                </c:pt>
                <c:pt idx="3550">
                  <c:v>41498</c:v>
                </c:pt>
                <c:pt idx="3551">
                  <c:v>41499</c:v>
                </c:pt>
                <c:pt idx="3552">
                  <c:v>41500</c:v>
                </c:pt>
                <c:pt idx="3553">
                  <c:v>41501</c:v>
                </c:pt>
                <c:pt idx="3554">
                  <c:v>41502</c:v>
                </c:pt>
                <c:pt idx="3555">
                  <c:v>41505</c:v>
                </c:pt>
                <c:pt idx="3556">
                  <c:v>41506</c:v>
                </c:pt>
                <c:pt idx="3557">
                  <c:v>41507</c:v>
                </c:pt>
                <c:pt idx="3558">
                  <c:v>41508</c:v>
                </c:pt>
                <c:pt idx="3559">
                  <c:v>41509</c:v>
                </c:pt>
                <c:pt idx="3560">
                  <c:v>41512</c:v>
                </c:pt>
                <c:pt idx="3561">
                  <c:v>41513</c:v>
                </c:pt>
                <c:pt idx="3562">
                  <c:v>41514</c:v>
                </c:pt>
                <c:pt idx="3563">
                  <c:v>41515</c:v>
                </c:pt>
                <c:pt idx="3564">
                  <c:v>41516</c:v>
                </c:pt>
                <c:pt idx="3565">
                  <c:v>41519</c:v>
                </c:pt>
                <c:pt idx="3566">
                  <c:v>41520</c:v>
                </c:pt>
                <c:pt idx="3567">
                  <c:v>41521</c:v>
                </c:pt>
                <c:pt idx="3568">
                  <c:v>41522</c:v>
                </c:pt>
                <c:pt idx="3569">
                  <c:v>41523</c:v>
                </c:pt>
                <c:pt idx="3570">
                  <c:v>41526</c:v>
                </c:pt>
                <c:pt idx="3571">
                  <c:v>41527</c:v>
                </c:pt>
                <c:pt idx="3572">
                  <c:v>41528</c:v>
                </c:pt>
                <c:pt idx="3573">
                  <c:v>41529</c:v>
                </c:pt>
                <c:pt idx="3574">
                  <c:v>41530</c:v>
                </c:pt>
                <c:pt idx="3575">
                  <c:v>41533</c:v>
                </c:pt>
                <c:pt idx="3576">
                  <c:v>41534</c:v>
                </c:pt>
                <c:pt idx="3577">
                  <c:v>41535</c:v>
                </c:pt>
                <c:pt idx="3578">
                  <c:v>41536</c:v>
                </c:pt>
                <c:pt idx="3579">
                  <c:v>41537</c:v>
                </c:pt>
                <c:pt idx="3580">
                  <c:v>41540</c:v>
                </c:pt>
                <c:pt idx="3581">
                  <c:v>41541</c:v>
                </c:pt>
                <c:pt idx="3582">
                  <c:v>41542</c:v>
                </c:pt>
                <c:pt idx="3583">
                  <c:v>41543</c:v>
                </c:pt>
                <c:pt idx="3584">
                  <c:v>41544</c:v>
                </c:pt>
                <c:pt idx="3585">
                  <c:v>41547</c:v>
                </c:pt>
                <c:pt idx="3586">
                  <c:v>41548</c:v>
                </c:pt>
                <c:pt idx="3587">
                  <c:v>41549</c:v>
                </c:pt>
                <c:pt idx="3588">
                  <c:v>41550</c:v>
                </c:pt>
                <c:pt idx="3589">
                  <c:v>41551</c:v>
                </c:pt>
                <c:pt idx="3590">
                  <c:v>41554</c:v>
                </c:pt>
                <c:pt idx="3591">
                  <c:v>41555</c:v>
                </c:pt>
                <c:pt idx="3592">
                  <c:v>41556</c:v>
                </c:pt>
                <c:pt idx="3593">
                  <c:v>41557</c:v>
                </c:pt>
                <c:pt idx="3594">
                  <c:v>41558</c:v>
                </c:pt>
                <c:pt idx="3595">
                  <c:v>41561</c:v>
                </c:pt>
                <c:pt idx="3596">
                  <c:v>41562</c:v>
                </c:pt>
                <c:pt idx="3597">
                  <c:v>41563</c:v>
                </c:pt>
                <c:pt idx="3598">
                  <c:v>41564</c:v>
                </c:pt>
                <c:pt idx="3599">
                  <c:v>41565</c:v>
                </c:pt>
                <c:pt idx="3600">
                  <c:v>41568</c:v>
                </c:pt>
                <c:pt idx="3601">
                  <c:v>41569</c:v>
                </c:pt>
                <c:pt idx="3602">
                  <c:v>41570</c:v>
                </c:pt>
                <c:pt idx="3603">
                  <c:v>41571</c:v>
                </c:pt>
                <c:pt idx="3604">
                  <c:v>41572</c:v>
                </c:pt>
                <c:pt idx="3605">
                  <c:v>41575</c:v>
                </c:pt>
                <c:pt idx="3606">
                  <c:v>41576</c:v>
                </c:pt>
                <c:pt idx="3607">
                  <c:v>41577</c:v>
                </c:pt>
                <c:pt idx="3608">
                  <c:v>41578</c:v>
                </c:pt>
                <c:pt idx="3609">
                  <c:v>41579</c:v>
                </c:pt>
                <c:pt idx="3610">
                  <c:v>41582</c:v>
                </c:pt>
                <c:pt idx="3611">
                  <c:v>41583</c:v>
                </c:pt>
                <c:pt idx="3612">
                  <c:v>41584</c:v>
                </c:pt>
                <c:pt idx="3613">
                  <c:v>41585</c:v>
                </c:pt>
                <c:pt idx="3614">
                  <c:v>41586</c:v>
                </c:pt>
                <c:pt idx="3615">
                  <c:v>41589</c:v>
                </c:pt>
                <c:pt idx="3616">
                  <c:v>41590</c:v>
                </c:pt>
                <c:pt idx="3617">
                  <c:v>41591</c:v>
                </c:pt>
                <c:pt idx="3618">
                  <c:v>41592</c:v>
                </c:pt>
                <c:pt idx="3619">
                  <c:v>41593</c:v>
                </c:pt>
                <c:pt idx="3620">
                  <c:v>41596</c:v>
                </c:pt>
                <c:pt idx="3621">
                  <c:v>41597</c:v>
                </c:pt>
                <c:pt idx="3622">
                  <c:v>41598</c:v>
                </c:pt>
                <c:pt idx="3623">
                  <c:v>41599</c:v>
                </c:pt>
                <c:pt idx="3624">
                  <c:v>41600</c:v>
                </c:pt>
                <c:pt idx="3625">
                  <c:v>41603</c:v>
                </c:pt>
                <c:pt idx="3626">
                  <c:v>41604</c:v>
                </c:pt>
                <c:pt idx="3627">
                  <c:v>41605</c:v>
                </c:pt>
                <c:pt idx="3628">
                  <c:v>41606</c:v>
                </c:pt>
                <c:pt idx="3629">
                  <c:v>41607</c:v>
                </c:pt>
                <c:pt idx="3630">
                  <c:v>41610</c:v>
                </c:pt>
                <c:pt idx="3631">
                  <c:v>41611</c:v>
                </c:pt>
                <c:pt idx="3632">
                  <c:v>41612</c:v>
                </c:pt>
                <c:pt idx="3633">
                  <c:v>41613</c:v>
                </c:pt>
                <c:pt idx="3634">
                  <c:v>41614</c:v>
                </c:pt>
                <c:pt idx="3635">
                  <c:v>41617</c:v>
                </c:pt>
                <c:pt idx="3636">
                  <c:v>41618</c:v>
                </c:pt>
                <c:pt idx="3637">
                  <c:v>41619</c:v>
                </c:pt>
                <c:pt idx="3638">
                  <c:v>41620</c:v>
                </c:pt>
                <c:pt idx="3639">
                  <c:v>41621</c:v>
                </c:pt>
                <c:pt idx="3640">
                  <c:v>41624</c:v>
                </c:pt>
                <c:pt idx="3641">
                  <c:v>41625</c:v>
                </c:pt>
                <c:pt idx="3642">
                  <c:v>41626</c:v>
                </c:pt>
                <c:pt idx="3643">
                  <c:v>41627</c:v>
                </c:pt>
                <c:pt idx="3644">
                  <c:v>41628</c:v>
                </c:pt>
                <c:pt idx="3645">
                  <c:v>41631</c:v>
                </c:pt>
                <c:pt idx="3646">
                  <c:v>41632</c:v>
                </c:pt>
                <c:pt idx="3647">
                  <c:v>41633</c:v>
                </c:pt>
                <c:pt idx="3648">
                  <c:v>41634</c:v>
                </c:pt>
                <c:pt idx="3649">
                  <c:v>41635</c:v>
                </c:pt>
                <c:pt idx="3650">
                  <c:v>41638</c:v>
                </c:pt>
                <c:pt idx="3651">
                  <c:v>41639</c:v>
                </c:pt>
                <c:pt idx="3652">
                  <c:v>41640</c:v>
                </c:pt>
                <c:pt idx="3653">
                  <c:v>41641</c:v>
                </c:pt>
                <c:pt idx="3654">
                  <c:v>41642</c:v>
                </c:pt>
                <c:pt idx="3655">
                  <c:v>41645</c:v>
                </c:pt>
                <c:pt idx="3656">
                  <c:v>41646</c:v>
                </c:pt>
                <c:pt idx="3657">
                  <c:v>41647</c:v>
                </c:pt>
                <c:pt idx="3658">
                  <c:v>41648</c:v>
                </c:pt>
                <c:pt idx="3659">
                  <c:v>41649</c:v>
                </c:pt>
                <c:pt idx="3660">
                  <c:v>41652</c:v>
                </c:pt>
                <c:pt idx="3661">
                  <c:v>41653</c:v>
                </c:pt>
                <c:pt idx="3662">
                  <c:v>41654</c:v>
                </c:pt>
                <c:pt idx="3663">
                  <c:v>41655</c:v>
                </c:pt>
                <c:pt idx="3664">
                  <c:v>41656</c:v>
                </c:pt>
                <c:pt idx="3665">
                  <c:v>41659</c:v>
                </c:pt>
                <c:pt idx="3666">
                  <c:v>41660</c:v>
                </c:pt>
                <c:pt idx="3667">
                  <c:v>41661</c:v>
                </c:pt>
                <c:pt idx="3668">
                  <c:v>41662</c:v>
                </c:pt>
                <c:pt idx="3669">
                  <c:v>41663</c:v>
                </c:pt>
                <c:pt idx="3670">
                  <c:v>41666</c:v>
                </c:pt>
                <c:pt idx="3671">
                  <c:v>41667</c:v>
                </c:pt>
                <c:pt idx="3672">
                  <c:v>41668</c:v>
                </c:pt>
                <c:pt idx="3673">
                  <c:v>41669</c:v>
                </c:pt>
                <c:pt idx="3674">
                  <c:v>41670</c:v>
                </c:pt>
                <c:pt idx="3675">
                  <c:v>41673</c:v>
                </c:pt>
                <c:pt idx="3676">
                  <c:v>41674</c:v>
                </c:pt>
                <c:pt idx="3677">
                  <c:v>41675</c:v>
                </c:pt>
                <c:pt idx="3678">
                  <c:v>41676</c:v>
                </c:pt>
                <c:pt idx="3679">
                  <c:v>41677</c:v>
                </c:pt>
                <c:pt idx="3680">
                  <c:v>41680</c:v>
                </c:pt>
                <c:pt idx="3681">
                  <c:v>41681</c:v>
                </c:pt>
                <c:pt idx="3682">
                  <c:v>41682</c:v>
                </c:pt>
                <c:pt idx="3683">
                  <c:v>41683</c:v>
                </c:pt>
                <c:pt idx="3684">
                  <c:v>41684</c:v>
                </c:pt>
                <c:pt idx="3685">
                  <c:v>41687</c:v>
                </c:pt>
                <c:pt idx="3686">
                  <c:v>41688</c:v>
                </c:pt>
                <c:pt idx="3687">
                  <c:v>41689</c:v>
                </c:pt>
                <c:pt idx="3688">
                  <c:v>41690</c:v>
                </c:pt>
                <c:pt idx="3689">
                  <c:v>41691</c:v>
                </c:pt>
                <c:pt idx="3690">
                  <c:v>41694</c:v>
                </c:pt>
                <c:pt idx="3691">
                  <c:v>41695</c:v>
                </c:pt>
                <c:pt idx="3692">
                  <c:v>41696</c:v>
                </c:pt>
                <c:pt idx="3693">
                  <c:v>41697</c:v>
                </c:pt>
                <c:pt idx="3694">
                  <c:v>41698</c:v>
                </c:pt>
                <c:pt idx="3695">
                  <c:v>41701</c:v>
                </c:pt>
                <c:pt idx="3696">
                  <c:v>41702</c:v>
                </c:pt>
                <c:pt idx="3697">
                  <c:v>41703</c:v>
                </c:pt>
                <c:pt idx="3698">
                  <c:v>41704</c:v>
                </c:pt>
                <c:pt idx="3699">
                  <c:v>41705</c:v>
                </c:pt>
                <c:pt idx="3700">
                  <c:v>41708</c:v>
                </c:pt>
                <c:pt idx="3701">
                  <c:v>41709</c:v>
                </c:pt>
                <c:pt idx="3702">
                  <c:v>41710</c:v>
                </c:pt>
                <c:pt idx="3703">
                  <c:v>41711</c:v>
                </c:pt>
                <c:pt idx="3704">
                  <c:v>41712</c:v>
                </c:pt>
                <c:pt idx="3705">
                  <c:v>41715</c:v>
                </c:pt>
                <c:pt idx="3706">
                  <c:v>41716</c:v>
                </c:pt>
                <c:pt idx="3707">
                  <c:v>41717</c:v>
                </c:pt>
                <c:pt idx="3708">
                  <c:v>41718</c:v>
                </c:pt>
                <c:pt idx="3709">
                  <c:v>41719</c:v>
                </c:pt>
                <c:pt idx="3710">
                  <c:v>41722</c:v>
                </c:pt>
                <c:pt idx="3711">
                  <c:v>41723</c:v>
                </c:pt>
                <c:pt idx="3712">
                  <c:v>41724</c:v>
                </c:pt>
                <c:pt idx="3713">
                  <c:v>41725</c:v>
                </c:pt>
                <c:pt idx="3714">
                  <c:v>41726</c:v>
                </c:pt>
                <c:pt idx="3715">
                  <c:v>41729</c:v>
                </c:pt>
                <c:pt idx="3716">
                  <c:v>41730</c:v>
                </c:pt>
                <c:pt idx="3717">
                  <c:v>41731</c:v>
                </c:pt>
                <c:pt idx="3718">
                  <c:v>41732</c:v>
                </c:pt>
                <c:pt idx="3719">
                  <c:v>41733</c:v>
                </c:pt>
                <c:pt idx="3720">
                  <c:v>41736</c:v>
                </c:pt>
                <c:pt idx="3721">
                  <c:v>41737</c:v>
                </c:pt>
                <c:pt idx="3722">
                  <c:v>41738</c:v>
                </c:pt>
                <c:pt idx="3723">
                  <c:v>41739</c:v>
                </c:pt>
                <c:pt idx="3724">
                  <c:v>41740</c:v>
                </c:pt>
                <c:pt idx="3725">
                  <c:v>41743</c:v>
                </c:pt>
                <c:pt idx="3726">
                  <c:v>41744</c:v>
                </c:pt>
                <c:pt idx="3727">
                  <c:v>41745</c:v>
                </c:pt>
                <c:pt idx="3728">
                  <c:v>41746</c:v>
                </c:pt>
                <c:pt idx="3729">
                  <c:v>41747</c:v>
                </c:pt>
                <c:pt idx="3730">
                  <c:v>41750</c:v>
                </c:pt>
                <c:pt idx="3731">
                  <c:v>41751</c:v>
                </c:pt>
                <c:pt idx="3732">
                  <c:v>41752</c:v>
                </c:pt>
                <c:pt idx="3733">
                  <c:v>41753</c:v>
                </c:pt>
                <c:pt idx="3734">
                  <c:v>41754</c:v>
                </c:pt>
                <c:pt idx="3735">
                  <c:v>41757</c:v>
                </c:pt>
                <c:pt idx="3736">
                  <c:v>41758</c:v>
                </c:pt>
                <c:pt idx="3737">
                  <c:v>41759</c:v>
                </c:pt>
                <c:pt idx="3738">
                  <c:v>41760</c:v>
                </c:pt>
                <c:pt idx="3739">
                  <c:v>41761</c:v>
                </c:pt>
                <c:pt idx="3740">
                  <c:v>41764</c:v>
                </c:pt>
                <c:pt idx="3741">
                  <c:v>41765</c:v>
                </c:pt>
                <c:pt idx="3742">
                  <c:v>41766</c:v>
                </c:pt>
                <c:pt idx="3743">
                  <c:v>41767</c:v>
                </c:pt>
                <c:pt idx="3744">
                  <c:v>41768</c:v>
                </c:pt>
                <c:pt idx="3745">
                  <c:v>41771</c:v>
                </c:pt>
                <c:pt idx="3746">
                  <c:v>41772</c:v>
                </c:pt>
                <c:pt idx="3747">
                  <c:v>41773</c:v>
                </c:pt>
                <c:pt idx="3748">
                  <c:v>41774</c:v>
                </c:pt>
                <c:pt idx="3749">
                  <c:v>41775</c:v>
                </c:pt>
                <c:pt idx="3750">
                  <c:v>41778</c:v>
                </c:pt>
                <c:pt idx="3751">
                  <c:v>41779</c:v>
                </c:pt>
                <c:pt idx="3752">
                  <c:v>41780</c:v>
                </c:pt>
                <c:pt idx="3753">
                  <c:v>41781</c:v>
                </c:pt>
                <c:pt idx="3754">
                  <c:v>41782</c:v>
                </c:pt>
                <c:pt idx="3755">
                  <c:v>41785</c:v>
                </c:pt>
                <c:pt idx="3756">
                  <c:v>41786</c:v>
                </c:pt>
                <c:pt idx="3757">
                  <c:v>41787</c:v>
                </c:pt>
                <c:pt idx="3758">
                  <c:v>41788</c:v>
                </c:pt>
                <c:pt idx="3759">
                  <c:v>41789</c:v>
                </c:pt>
                <c:pt idx="3760">
                  <c:v>41792</c:v>
                </c:pt>
                <c:pt idx="3761">
                  <c:v>41793</c:v>
                </c:pt>
                <c:pt idx="3762">
                  <c:v>41794</c:v>
                </c:pt>
                <c:pt idx="3763">
                  <c:v>41795</c:v>
                </c:pt>
                <c:pt idx="3764">
                  <c:v>41796</c:v>
                </c:pt>
                <c:pt idx="3765">
                  <c:v>41799</c:v>
                </c:pt>
                <c:pt idx="3766">
                  <c:v>41800</c:v>
                </c:pt>
                <c:pt idx="3767">
                  <c:v>41801</c:v>
                </c:pt>
                <c:pt idx="3768">
                  <c:v>41802</c:v>
                </c:pt>
                <c:pt idx="3769">
                  <c:v>41803</c:v>
                </c:pt>
                <c:pt idx="3770">
                  <c:v>41806</c:v>
                </c:pt>
                <c:pt idx="3771">
                  <c:v>41807</c:v>
                </c:pt>
                <c:pt idx="3772">
                  <c:v>41808</c:v>
                </c:pt>
                <c:pt idx="3773">
                  <c:v>41809</c:v>
                </c:pt>
                <c:pt idx="3774">
                  <c:v>41810</c:v>
                </c:pt>
                <c:pt idx="3775">
                  <c:v>41813</c:v>
                </c:pt>
                <c:pt idx="3776">
                  <c:v>41814</c:v>
                </c:pt>
                <c:pt idx="3777">
                  <c:v>41815</c:v>
                </c:pt>
                <c:pt idx="3778">
                  <c:v>41816</c:v>
                </c:pt>
                <c:pt idx="3779">
                  <c:v>41817</c:v>
                </c:pt>
                <c:pt idx="3780">
                  <c:v>41820</c:v>
                </c:pt>
                <c:pt idx="3781">
                  <c:v>41821</c:v>
                </c:pt>
                <c:pt idx="3782">
                  <c:v>41822</c:v>
                </c:pt>
                <c:pt idx="3783">
                  <c:v>41823</c:v>
                </c:pt>
                <c:pt idx="3784">
                  <c:v>41824</c:v>
                </c:pt>
                <c:pt idx="3785">
                  <c:v>41827</c:v>
                </c:pt>
                <c:pt idx="3786">
                  <c:v>41828</c:v>
                </c:pt>
                <c:pt idx="3787">
                  <c:v>41829</c:v>
                </c:pt>
                <c:pt idx="3788">
                  <c:v>41830</c:v>
                </c:pt>
                <c:pt idx="3789">
                  <c:v>41831</c:v>
                </c:pt>
                <c:pt idx="3790">
                  <c:v>41834</c:v>
                </c:pt>
                <c:pt idx="3791">
                  <c:v>41835</c:v>
                </c:pt>
                <c:pt idx="3792">
                  <c:v>41836</c:v>
                </c:pt>
                <c:pt idx="3793">
                  <c:v>41837</c:v>
                </c:pt>
                <c:pt idx="3794">
                  <c:v>41838</c:v>
                </c:pt>
                <c:pt idx="3795">
                  <c:v>41841</c:v>
                </c:pt>
                <c:pt idx="3796">
                  <c:v>41842</c:v>
                </c:pt>
                <c:pt idx="3797">
                  <c:v>41843</c:v>
                </c:pt>
                <c:pt idx="3798">
                  <c:v>41844</c:v>
                </c:pt>
                <c:pt idx="3799">
                  <c:v>41845</c:v>
                </c:pt>
                <c:pt idx="3800">
                  <c:v>41848</c:v>
                </c:pt>
                <c:pt idx="3801">
                  <c:v>41849</c:v>
                </c:pt>
                <c:pt idx="3802">
                  <c:v>41850</c:v>
                </c:pt>
                <c:pt idx="3803">
                  <c:v>41851</c:v>
                </c:pt>
                <c:pt idx="3804">
                  <c:v>41852</c:v>
                </c:pt>
                <c:pt idx="3805">
                  <c:v>41855</c:v>
                </c:pt>
                <c:pt idx="3806">
                  <c:v>41856</c:v>
                </c:pt>
                <c:pt idx="3807">
                  <c:v>41857</c:v>
                </c:pt>
                <c:pt idx="3808">
                  <c:v>41858</c:v>
                </c:pt>
                <c:pt idx="3809">
                  <c:v>41859</c:v>
                </c:pt>
                <c:pt idx="3810">
                  <c:v>41862</c:v>
                </c:pt>
                <c:pt idx="3811">
                  <c:v>41863</c:v>
                </c:pt>
                <c:pt idx="3812">
                  <c:v>41864</c:v>
                </c:pt>
                <c:pt idx="3813">
                  <c:v>41865</c:v>
                </c:pt>
                <c:pt idx="3814">
                  <c:v>41866</c:v>
                </c:pt>
                <c:pt idx="3815">
                  <c:v>41869</c:v>
                </c:pt>
                <c:pt idx="3816">
                  <c:v>41870</c:v>
                </c:pt>
                <c:pt idx="3817">
                  <c:v>41871</c:v>
                </c:pt>
                <c:pt idx="3818">
                  <c:v>41872</c:v>
                </c:pt>
                <c:pt idx="3819">
                  <c:v>41873</c:v>
                </c:pt>
                <c:pt idx="3820">
                  <c:v>41876</c:v>
                </c:pt>
                <c:pt idx="3821">
                  <c:v>41877</c:v>
                </c:pt>
                <c:pt idx="3822">
                  <c:v>41878</c:v>
                </c:pt>
                <c:pt idx="3823">
                  <c:v>41879</c:v>
                </c:pt>
                <c:pt idx="3824">
                  <c:v>41880</c:v>
                </c:pt>
                <c:pt idx="3825">
                  <c:v>41883</c:v>
                </c:pt>
                <c:pt idx="3826">
                  <c:v>41884</c:v>
                </c:pt>
                <c:pt idx="3827">
                  <c:v>41885</c:v>
                </c:pt>
                <c:pt idx="3828">
                  <c:v>41886</c:v>
                </c:pt>
                <c:pt idx="3829">
                  <c:v>41887</c:v>
                </c:pt>
                <c:pt idx="3830">
                  <c:v>41890</c:v>
                </c:pt>
                <c:pt idx="3831">
                  <c:v>41891</c:v>
                </c:pt>
                <c:pt idx="3832">
                  <c:v>41892</c:v>
                </c:pt>
                <c:pt idx="3833">
                  <c:v>41893</c:v>
                </c:pt>
                <c:pt idx="3834">
                  <c:v>41894</c:v>
                </c:pt>
                <c:pt idx="3835">
                  <c:v>41897</c:v>
                </c:pt>
                <c:pt idx="3836">
                  <c:v>41898</c:v>
                </c:pt>
                <c:pt idx="3837">
                  <c:v>41899</c:v>
                </c:pt>
                <c:pt idx="3838">
                  <c:v>41900</c:v>
                </c:pt>
                <c:pt idx="3839">
                  <c:v>41901</c:v>
                </c:pt>
                <c:pt idx="3840">
                  <c:v>41904</c:v>
                </c:pt>
                <c:pt idx="3841">
                  <c:v>41905</c:v>
                </c:pt>
                <c:pt idx="3842">
                  <c:v>41906</c:v>
                </c:pt>
                <c:pt idx="3843">
                  <c:v>41907</c:v>
                </c:pt>
                <c:pt idx="3844">
                  <c:v>41908</c:v>
                </c:pt>
                <c:pt idx="3845">
                  <c:v>41911</c:v>
                </c:pt>
                <c:pt idx="3846">
                  <c:v>41912</c:v>
                </c:pt>
                <c:pt idx="3847">
                  <c:v>41913</c:v>
                </c:pt>
                <c:pt idx="3848">
                  <c:v>41914</c:v>
                </c:pt>
                <c:pt idx="3849">
                  <c:v>41915</c:v>
                </c:pt>
                <c:pt idx="3850">
                  <c:v>41918</c:v>
                </c:pt>
                <c:pt idx="3851">
                  <c:v>41919</c:v>
                </c:pt>
                <c:pt idx="3852">
                  <c:v>41920</c:v>
                </c:pt>
                <c:pt idx="3853">
                  <c:v>41921</c:v>
                </c:pt>
                <c:pt idx="3854">
                  <c:v>41922</c:v>
                </c:pt>
                <c:pt idx="3855">
                  <c:v>41925</c:v>
                </c:pt>
                <c:pt idx="3856">
                  <c:v>41926</c:v>
                </c:pt>
                <c:pt idx="3857">
                  <c:v>41927</c:v>
                </c:pt>
                <c:pt idx="3858">
                  <c:v>41928</c:v>
                </c:pt>
                <c:pt idx="3859">
                  <c:v>41929</c:v>
                </c:pt>
                <c:pt idx="3860">
                  <c:v>41932</c:v>
                </c:pt>
                <c:pt idx="3861">
                  <c:v>41933</c:v>
                </c:pt>
                <c:pt idx="3862">
                  <c:v>41934</c:v>
                </c:pt>
                <c:pt idx="3863">
                  <c:v>41935</c:v>
                </c:pt>
                <c:pt idx="3864">
                  <c:v>41936</c:v>
                </c:pt>
                <c:pt idx="3865">
                  <c:v>41939</c:v>
                </c:pt>
                <c:pt idx="3866">
                  <c:v>41940</c:v>
                </c:pt>
                <c:pt idx="3867">
                  <c:v>41941</c:v>
                </c:pt>
                <c:pt idx="3868">
                  <c:v>41942</c:v>
                </c:pt>
                <c:pt idx="3869">
                  <c:v>41943</c:v>
                </c:pt>
                <c:pt idx="3870">
                  <c:v>41946</c:v>
                </c:pt>
                <c:pt idx="3871">
                  <c:v>41947</c:v>
                </c:pt>
                <c:pt idx="3872">
                  <c:v>41948</c:v>
                </c:pt>
                <c:pt idx="3873">
                  <c:v>41949</c:v>
                </c:pt>
                <c:pt idx="3874">
                  <c:v>41950</c:v>
                </c:pt>
                <c:pt idx="3875">
                  <c:v>41953</c:v>
                </c:pt>
                <c:pt idx="3876">
                  <c:v>41954</c:v>
                </c:pt>
                <c:pt idx="3877">
                  <c:v>41955</c:v>
                </c:pt>
                <c:pt idx="3878">
                  <c:v>41956</c:v>
                </c:pt>
                <c:pt idx="3879">
                  <c:v>41957</c:v>
                </c:pt>
                <c:pt idx="3880">
                  <c:v>41960</c:v>
                </c:pt>
                <c:pt idx="3881">
                  <c:v>41961</c:v>
                </c:pt>
                <c:pt idx="3882">
                  <c:v>41962</c:v>
                </c:pt>
                <c:pt idx="3883">
                  <c:v>41963</c:v>
                </c:pt>
                <c:pt idx="3884">
                  <c:v>41964</c:v>
                </c:pt>
                <c:pt idx="3885">
                  <c:v>41967</c:v>
                </c:pt>
                <c:pt idx="3886">
                  <c:v>41968</c:v>
                </c:pt>
                <c:pt idx="3887">
                  <c:v>41969</c:v>
                </c:pt>
                <c:pt idx="3888">
                  <c:v>41970</c:v>
                </c:pt>
                <c:pt idx="3889">
                  <c:v>41971</c:v>
                </c:pt>
                <c:pt idx="3890">
                  <c:v>41974</c:v>
                </c:pt>
                <c:pt idx="3891">
                  <c:v>41975</c:v>
                </c:pt>
                <c:pt idx="3892">
                  <c:v>41976</c:v>
                </c:pt>
                <c:pt idx="3893">
                  <c:v>41977</c:v>
                </c:pt>
                <c:pt idx="3894">
                  <c:v>41978</c:v>
                </c:pt>
                <c:pt idx="3895">
                  <c:v>41981</c:v>
                </c:pt>
                <c:pt idx="3896">
                  <c:v>41982</c:v>
                </c:pt>
                <c:pt idx="3897">
                  <c:v>41983</c:v>
                </c:pt>
                <c:pt idx="3898">
                  <c:v>41984</c:v>
                </c:pt>
                <c:pt idx="3899">
                  <c:v>41985</c:v>
                </c:pt>
                <c:pt idx="3900">
                  <c:v>41988</c:v>
                </c:pt>
                <c:pt idx="3901">
                  <c:v>41989</c:v>
                </c:pt>
                <c:pt idx="3902">
                  <c:v>41990</c:v>
                </c:pt>
                <c:pt idx="3903">
                  <c:v>41991</c:v>
                </c:pt>
                <c:pt idx="3904">
                  <c:v>41992</c:v>
                </c:pt>
                <c:pt idx="3905">
                  <c:v>41995</c:v>
                </c:pt>
                <c:pt idx="3906">
                  <c:v>41996</c:v>
                </c:pt>
                <c:pt idx="3907">
                  <c:v>41997</c:v>
                </c:pt>
                <c:pt idx="3908">
                  <c:v>41998</c:v>
                </c:pt>
                <c:pt idx="3909">
                  <c:v>41999</c:v>
                </c:pt>
                <c:pt idx="3910">
                  <c:v>42002</c:v>
                </c:pt>
                <c:pt idx="3911">
                  <c:v>42003</c:v>
                </c:pt>
                <c:pt idx="3912">
                  <c:v>42004</c:v>
                </c:pt>
                <c:pt idx="3913">
                  <c:v>42005</c:v>
                </c:pt>
                <c:pt idx="3914">
                  <c:v>42006</c:v>
                </c:pt>
                <c:pt idx="3915">
                  <c:v>42009</c:v>
                </c:pt>
                <c:pt idx="3916">
                  <c:v>42010</c:v>
                </c:pt>
                <c:pt idx="3917">
                  <c:v>42011</c:v>
                </c:pt>
                <c:pt idx="3918">
                  <c:v>42012</c:v>
                </c:pt>
                <c:pt idx="3919">
                  <c:v>42013</c:v>
                </c:pt>
                <c:pt idx="3920">
                  <c:v>42016</c:v>
                </c:pt>
                <c:pt idx="3921">
                  <c:v>42017</c:v>
                </c:pt>
                <c:pt idx="3922">
                  <c:v>42018</c:v>
                </c:pt>
                <c:pt idx="3923">
                  <c:v>42019</c:v>
                </c:pt>
                <c:pt idx="3924">
                  <c:v>42020</c:v>
                </c:pt>
                <c:pt idx="3925">
                  <c:v>42023</c:v>
                </c:pt>
                <c:pt idx="3926">
                  <c:v>42024</c:v>
                </c:pt>
                <c:pt idx="3927">
                  <c:v>42025</c:v>
                </c:pt>
                <c:pt idx="3928">
                  <c:v>42026</c:v>
                </c:pt>
                <c:pt idx="3929">
                  <c:v>42027</c:v>
                </c:pt>
                <c:pt idx="3930">
                  <c:v>42030</c:v>
                </c:pt>
                <c:pt idx="3931">
                  <c:v>42031</c:v>
                </c:pt>
                <c:pt idx="3932">
                  <c:v>42032</c:v>
                </c:pt>
                <c:pt idx="3933">
                  <c:v>42033</c:v>
                </c:pt>
                <c:pt idx="3934">
                  <c:v>42034</c:v>
                </c:pt>
                <c:pt idx="3935">
                  <c:v>42037</c:v>
                </c:pt>
                <c:pt idx="3936">
                  <c:v>42038</c:v>
                </c:pt>
                <c:pt idx="3937">
                  <c:v>42039</c:v>
                </c:pt>
                <c:pt idx="3938">
                  <c:v>42040</c:v>
                </c:pt>
                <c:pt idx="3939">
                  <c:v>42041</c:v>
                </c:pt>
                <c:pt idx="3940">
                  <c:v>42044</c:v>
                </c:pt>
                <c:pt idx="3941">
                  <c:v>42045</c:v>
                </c:pt>
                <c:pt idx="3942">
                  <c:v>42046</c:v>
                </c:pt>
                <c:pt idx="3943">
                  <c:v>42047</c:v>
                </c:pt>
                <c:pt idx="3944">
                  <c:v>42048</c:v>
                </c:pt>
                <c:pt idx="3945">
                  <c:v>42051</c:v>
                </c:pt>
                <c:pt idx="3946">
                  <c:v>42052</c:v>
                </c:pt>
                <c:pt idx="3947">
                  <c:v>42053</c:v>
                </c:pt>
                <c:pt idx="3948">
                  <c:v>42054</c:v>
                </c:pt>
                <c:pt idx="3949">
                  <c:v>42055</c:v>
                </c:pt>
                <c:pt idx="3950">
                  <c:v>42058</c:v>
                </c:pt>
                <c:pt idx="3951">
                  <c:v>42059</c:v>
                </c:pt>
                <c:pt idx="3952">
                  <c:v>42060</c:v>
                </c:pt>
                <c:pt idx="3953">
                  <c:v>42061</c:v>
                </c:pt>
                <c:pt idx="3954">
                  <c:v>42062</c:v>
                </c:pt>
                <c:pt idx="3955">
                  <c:v>42065</c:v>
                </c:pt>
                <c:pt idx="3956">
                  <c:v>42066</c:v>
                </c:pt>
                <c:pt idx="3957">
                  <c:v>42067</c:v>
                </c:pt>
                <c:pt idx="3958">
                  <c:v>42068</c:v>
                </c:pt>
                <c:pt idx="3959">
                  <c:v>42069</c:v>
                </c:pt>
                <c:pt idx="3960">
                  <c:v>42072</c:v>
                </c:pt>
                <c:pt idx="3961">
                  <c:v>42073</c:v>
                </c:pt>
                <c:pt idx="3962">
                  <c:v>42074</c:v>
                </c:pt>
                <c:pt idx="3963">
                  <c:v>42075</c:v>
                </c:pt>
                <c:pt idx="3964">
                  <c:v>42076</c:v>
                </c:pt>
                <c:pt idx="3965">
                  <c:v>42079</c:v>
                </c:pt>
                <c:pt idx="3966">
                  <c:v>42080</c:v>
                </c:pt>
                <c:pt idx="3967">
                  <c:v>42081</c:v>
                </c:pt>
                <c:pt idx="3968">
                  <c:v>42082</c:v>
                </c:pt>
                <c:pt idx="3969">
                  <c:v>42083</c:v>
                </c:pt>
                <c:pt idx="3970">
                  <c:v>42086</c:v>
                </c:pt>
                <c:pt idx="3971">
                  <c:v>42087</c:v>
                </c:pt>
                <c:pt idx="3972">
                  <c:v>42088</c:v>
                </c:pt>
                <c:pt idx="3973">
                  <c:v>42089</c:v>
                </c:pt>
                <c:pt idx="3974">
                  <c:v>42090</c:v>
                </c:pt>
                <c:pt idx="3975">
                  <c:v>42093</c:v>
                </c:pt>
                <c:pt idx="3976">
                  <c:v>42094</c:v>
                </c:pt>
                <c:pt idx="3977">
                  <c:v>42095</c:v>
                </c:pt>
                <c:pt idx="3978">
                  <c:v>42096</c:v>
                </c:pt>
                <c:pt idx="3979">
                  <c:v>42097</c:v>
                </c:pt>
                <c:pt idx="3980">
                  <c:v>42100</c:v>
                </c:pt>
                <c:pt idx="3981">
                  <c:v>42101</c:v>
                </c:pt>
                <c:pt idx="3982">
                  <c:v>42102</c:v>
                </c:pt>
                <c:pt idx="3983">
                  <c:v>42103</c:v>
                </c:pt>
                <c:pt idx="3984">
                  <c:v>42104</c:v>
                </c:pt>
                <c:pt idx="3985">
                  <c:v>42107</c:v>
                </c:pt>
                <c:pt idx="3986">
                  <c:v>42108</c:v>
                </c:pt>
                <c:pt idx="3987">
                  <c:v>42109</c:v>
                </c:pt>
                <c:pt idx="3988">
                  <c:v>42110</c:v>
                </c:pt>
                <c:pt idx="3989">
                  <c:v>42111</c:v>
                </c:pt>
                <c:pt idx="3990">
                  <c:v>42114</c:v>
                </c:pt>
                <c:pt idx="3991">
                  <c:v>42115</c:v>
                </c:pt>
                <c:pt idx="3992">
                  <c:v>42116</c:v>
                </c:pt>
                <c:pt idx="3993">
                  <c:v>42117</c:v>
                </c:pt>
                <c:pt idx="3994">
                  <c:v>42118</c:v>
                </c:pt>
                <c:pt idx="3995">
                  <c:v>42121</c:v>
                </c:pt>
                <c:pt idx="3996">
                  <c:v>42122</c:v>
                </c:pt>
                <c:pt idx="3997">
                  <c:v>42123</c:v>
                </c:pt>
                <c:pt idx="3998">
                  <c:v>42124</c:v>
                </c:pt>
                <c:pt idx="3999">
                  <c:v>42125</c:v>
                </c:pt>
                <c:pt idx="4000">
                  <c:v>42128</c:v>
                </c:pt>
                <c:pt idx="4001">
                  <c:v>42129</c:v>
                </c:pt>
                <c:pt idx="4002">
                  <c:v>42130</c:v>
                </c:pt>
                <c:pt idx="4003">
                  <c:v>42131</c:v>
                </c:pt>
                <c:pt idx="4004">
                  <c:v>42132</c:v>
                </c:pt>
                <c:pt idx="4005">
                  <c:v>42135</c:v>
                </c:pt>
                <c:pt idx="4006">
                  <c:v>42136</c:v>
                </c:pt>
                <c:pt idx="4007">
                  <c:v>42137</c:v>
                </c:pt>
                <c:pt idx="4008">
                  <c:v>42138</c:v>
                </c:pt>
                <c:pt idx="4009">
                  <c:v>42139</c:v>
                </c:pt>
                <c:pt idx="4010">
                  <c:v>42142</c:v>
                </c:pt>
                <c:pt idx="4011">
                  <c:v>42143</c:v>
                </c:pt>
                <c:pt idx="4012">
                  <c:v>42144</c:v>
                </c:pt>
                <c:pt idx="4013">
                  <c:v>42145</c:v>
                </c:pt>
                <c:pt idx="4014">
                  <c:v>42146</c:v>
                </c:pt>
                <c:pt idx="4015">
                  <c:v>42149</c:v>
                </c:pt>
                <c:pt idx="4016">
                  <c:v>42150</c:v>
                </c:pt>
                <c:pt idx="4017">
                  <c:v>42151</c:v>
                </c:pt>
                <c:pt idx="4018">
                  <c:v>42152</c:v>
                </c:pt>
                <c:pt idx="4019">
                  <c:v>42153</c:v>
                </c:pt>
                <c:pt idx="4020">
                  <c:v>42156</c:v>
                </c:pt>
                <c:pt idx="4021">
                  <c:v>42157</c:v>
                </c:pt>
                <c:pt idx="4022">
                  <c:v>42158</c:v>
                </c:pt>
                <c:pt idx="4023">
                  <c:v>42159</c:v>
                </c:pt>
                <c:pt idx="4024">
                  <c:v>42160</c:v>
                </c:pt>
                <c:pt idx="4025">
                  <c:v>42163</c:v>
                </c:pt>
                <c:pt idx="4026">
                  <c:v>42164</c:v>
                </c:pt>
                <c:pt idx="4027">
                  <c:v>42165</c:v>
                </c:pt>
                <c:pt idx="4028">
                  <c:v>42166</c:v>
                </c:pt>
                <c:pt idx="4029">
                  <c:v>42167</c:v>
                </c:pt>
                <c:pt idx="4030">
                  <c:v>42170</c:v>
                </c:pt>
                <c:pt idx="4031">
                  <c:v>42171</c:v>
                </c:pt>
                <c:pt idx="4032">
                  <c:v>42172</c:v>
                </c:pt>
                <c:pt idx="4033">
                  <c:v>42173</c:v>
                </c:pt>
                <c:pt idx="4034">
                  <c:v>42174</c:v>
                </c:pt>
                <c:pt idx="4035">
                  <c:v>42177</c:v>
                </c:pt>
                <c:pt idx="4036">
                  <c:v>42178</c:v>
                </c:pt>
                <c:pt idx="4037">
                  <c:v>42179</c:v>
                </c:pt>
                <c:pt idx="4038">
                  <c:v>42180</c:v>
                </c:pt>
                <c:pt idx="4039">
                  <c:v>42181</c:v>
                </c:pt>
                <c:pt idx="4040">
                  <c:v>42184</c:v>
                </c:pt>
                <c:pt idx="4041">
                  <c:v>42185</c:v>
                </c:pt>
                <c:pt idx="4042">
                  <c:v>42186</c:v>
                </c:pt>
                <c:pt idx="4043">
                  <c:v>42187</c:v>
                </c:pt>
                <c:pt idx="4044">
                  <c:v>42188</c:v>
                </c:pt>
                <c:pt idx="4045">
                  <c:v>42191</c:v>
                </c:pt>
                <c:pt idx="4046">
                  <c:v>42192</c:v>
                </c:pt>
                <c:pt idx="4047">
                  <c:v>42193</c:v>
                </c:pt>
                <c:pt idx="4048">
                  <c:v>42194</c:v>
                </c:pt>
                <c:pt idx="4049">
                  <c:v>42195</c:v>
                </c:pt>
                <c:pt idx="4050">
                  <c:v>42198</c:v>
                </c:pt>
                <c:pt idx="4051">
                  <c:v>42199</c:v>
                </c:pt>
                <c:pt idx="4052">
                  <c:v>42200</c:v>
                </c:pt>
                <c:pt idx="4053">
                  <c:v>42201</c:v>
                </c:pt>
                <c:pt idx="4054">
                  <c:v>42202</c:v>
                </c:pt>
                <c:pt idx="4055">
                  <c:v>42205</c:v>
                </c:pt>
                <c:pt idx="4056">
                  <c:v>42206</c:v>
                </c:pt>
                <c:pt idx="4057">
                  <c:v>42207</c:v>
                </c:pt>
                <c:pt idx="4058">
                  <c:v>42208</c:v>
                </c:pt>
                <c:pt idx="4059">
                  <c:v>42209</c:v>
                </c:pt>
                <c:pt idx="4060">
                  <c:v>42212</c:v>
                </c:pt>
                <c:pt idx="4061">
                  <c:v>42213</c:v>
                </c:pt>
                <c:pt idx="4062">
                  <c:v>42214</c:v>
                </c:pt>
                <c:pt idx="4063">
                  <c:v>42215</c:v>
                </c:pt>
                <c:pt idx="4064">
                  <c:v>42216</c:v>
                </c:pt>
                <c:pt idx="4065">
                  <c:v>42219</c:v>
                </c:pt>
                <c:pt idx="4066">
                  <c:v>42220</c:v>
                </c:pt>
                <c:pt idx="4067">
                  <c:v>42221</c:v>
                </c:pt>
                <c:pt idx="4068">
                  <c:v>42222</c:v>
                </c:pt>
                <c:pt idx="4069">
                  <c:v>42223</c:v>
                </c:pt>
                <c:pt idx="4070">
                  <c:v>42226</c:v>
                </c:pt>
                <c:pt idx="4071">
                  <c:v>42227</c:v>
                </c:pt>
                <c:pt idx="4072">
                  <c:v>42228</c:v>
                </c:pt>
                <c:pt idx="4073">
                  <c:v>42229</c:v>
                </c:pt>
                <c:pt idx="4074">
                  <c:v>42230</c:v>
                </c:pt>
                <c:pt idx="4075">
                  <c:v>42233</c:v>
                </c:pt>
                <c:pt idx="4076">
                  <c:v>42234</c:v>
                </c:pt>
                <c:pt idx="4077">
                  <c:v>42235</c:v>
                </c:pt>
                <c:pt idx="4078">
                  <c:v>42236</c:v>
                </c:pt>
                <c:pt idx="4079">
                  <c:v>42237</c:v>
                </c:pt>
                <c:pt idx="4080">
                  <c:v>42240</c:v>
                </c:pt>
                <c:pt idx="4081">
                  <c:v>42241</c:v>
                </c:pt>
                <c:pt idx="4082">
                  <c:v>42242</c:v>
                </c:pt>
                <c:pt idx="4083">
                  <c:v>42243</c:v>
                </c:pt>
                <c:pt idx="4084">
                  <c:v>42244</c:v>
                </c:pt>
                <c:pt idx="4085">
                  <c:v>42247</c:v>
                </c:pt>
                <c:pt idx="4086">
                  <c:v>42248</c:v>
                </c:pt>
                <c:pt idx="4087">
                  <c:v>42249</c:v>
                </c:pt>
                <c:pt idx="4088">
                  <c:v>42250</c:v>
                </c:pt>
                <c:pt idx="4089">
                  <c:v>42251</c:v>
                </c:pt>
                <c:pt idx="4090">
                  <c:v>42254</c:v>
                </c:pt>
                <c:pt idx="4091">
                  <c:v>42255</c:v>
                </c:pt>
                <c:pt idx="4092">
                  <c:v>42256</c:v>
                </c:pt>
                <c:pt idx="4093">
                  <c:v>42257</c:v>
                </c:pt>
                <c:pt idx="4094">
                  <c:v>42258</c:v>
                </c:pt>
                <c:pt idx="4095">
                  <c:v>42261</c:v>
                </c:pt>
                <c:pt idx="4096">
                  <c:v>42262</c:v>
                </c:pt>
                <c:pt idx="4097">
                  <c:v>42263</c:v>
                </c:pt>
                <c:pt idx="4098">
                  <c:v>42264</c:v>
                </c:pt>
                <c:pt idx="4099">
                  <c:v>42265</c:v>
                </c:pt>
                <c:pt idx="4100">
                  <c:v>42268</c:v>
                </c:pt>
                <c:pt idx="4101">
                  <c:v>42269</c:v>
                </c:pt>
                <c:pt idx="4102">
                  <c:v>42270</c:v>
                </c:pt>
                <c:pt idx="4103">
                  <c:v>42271</c:v>
                </c:pt>
                <c:pt idx="4104">
                  <c:v>42272</c:v>
                </c:pt>
                <c:pt idx="4105">
                  <c:v>42275</c:v>
                </c:pt>
                <c:pt idx="4106">
                  <c:v>42276</c:v>
                </c:pt>
                <c:pt idx="4107">
                  <c:v>42277</c:v>
                </c:pt>
                <c:pt idx="4108">
                  <c:v>42278</c:v>
                </c:pt>
                <c:pt idx="4109">
                  <c:v>42279</c:v>
                </c:pt>
                <c:pt idx="4110">
                  <c:v>42282</c:v>
                </c:pt>
                <c:pt idx="4111">
                  <c:v>42283</c:v>
                </c:pt>
                <c:pt idx="4112">
                  <c:v>42284</c:v>
                </c:pt>
                <c:pt idx="4113">
                  <c:v>42285</c:v>
                </c:pt>
                <c:pt idx="4114">
                  <c:v>42286</c:v>
                </c:pt>
                <c:pt idx="4115">
                  <c:v>42289</c:v>
                </c:pt>
                <c:pt idx="4116">
                  <c:v>42290</c:v>
                </c:pt>
                <c:pt idx="4117">
                  <c:v>42291</c:v>
                </c:pt>
                <c:pt idx="4118">
                  <c:v>42292</c:v>
                </c:pt>
                <c:pt idx="4119">
                  <c:v>42293</c:v>
                </c:pt>
                <c:pt idx="4120">
                  <c:v>42296</c:v>
                </c:pt>
                <c:pt idx="4121">
                  <c:v>42297</c:v>
                </c:pt>
                <c:pt idx="4122">
                  <c:v>42298</c:v>
                </c:pt>
                <c:pt idx="4123">
                  <c:v>42299</c:v>
                </c:pt>
                <c:pt idx="4124">
                  <c:v>42300</c:v>
                </c:pt>
                <c:pt idx="4125">
                  <c:v>42303</c:v>
                </c:pt>
                <c:pt idx="4126">
                  <c:v>42304</c:v>
                </c:pt>
                <c:pt idx="4127">
                  <c:v>42305</c:v>
                </c:pt>
                <c:pt idx="4128">
                  <c:v>42306</c:v>
                </c:pt>
                <c:pt idx="4129">
                  <c:v>42307</c:v>
                </c:pt>
                <c:pt idx="4130">
                  <c:v>42310</c:v>
                </c:pt>
                <c:pt idx="4131">
                  <c:v>42311</c:v>
                </c:pt>
                <c:pt idx="4132">
                  <c:v>42312</c:v>
                </c:pt>
                <c:pt idx="4133">
                  <c:v>42313</c:v>
                </c:pt>
                <c:pt idx="4134">
                  <c:v>42314</c:v>
                </c:pt>
                <c:pt idx="4135">
                  <c:v>42317</c:v>
                </c:pt>
                <c:pt idx="4136">
                  <c:v>42318</c:v>
                </c:pt>
                <c:pt idx="4137">
                  <c:v>42319</c:v>
                </c:pt>
                <c:pt idx="4138">
                  <c:v>42320</c:v>
                </c:pt>
                <c:pt idx="4139">
                  <c:v>42321</c:v>
                </c:pt>
                <c:pt idx="4140">
                  <c:v>42324</c:v>
                </c:pt>
                <c:pt idx="4141">
                  <c:v>42325</c:v>
                </c:pt>
                <c:pt idx="4142">
                  <c:v>42326</c:v>
                </c:pt>
                <c:pt idx="4143">
                  <c:v>42327</c:v>
                </c:pt>
                <c:pt idx="4144">
                  <c:v>42328</c:v>
                </c:pt>
                <c:pt idx="4145">
                  <c:v>42331</c:v>
                </c:pt>
                <c:pt idx="4146">
                  <c:v>42332</c:v>
                </c:pt>
                <c:pt idx="4147">
                  <c:v>42333</c:v>
                </c:pt>
                <c:pt idx="4148">
                  <c:v>42334</c:v>
                </c:pt>
                <c:pt idx="4149">
                  <c:v>42335</c:v>
                </c:pt>
                <c:pt idx="4150">
                  <c:v>42338</c:v>
                </c:pt>
                <c:pt idx="4151">
                  <c:v>42339</c:v>
                </c:pt>
                <c:pt idx="4152">
                  <c:v>42340</c:v>
                </c:pt>
                <c:pt idx="4153">
                  <c:v>42341</c:v>
                </c:pt>
                <c:pt idx="4154">
                  <c:v>42342</c:v>
                </c:pt>
                <c:pt idx="4155">
                  <c:v>42345</c:v>
                </c:pt>
                <c:pt idx="4156">
                  <c:v>42346</c:v>
                </c:pt>
                <c:pt idx="4157">
                  <c:v>42347</c:v>
                </c:pt>
                <c:pt idx="4158">
                  <c:v>42348</c:v>
                </c:pt>
                <c:pt idx="4159">
                  <c:v>42349</c:v>
                </c:pt>
                <c:pt idx="4160">
                  <c:v>42352</c:v>
                </c:pt>
                <c:pt idx="4161">
                  <c:v>42353</c:v>
                </c:pt>
                <c:pt idx="4162">
                  <c:v>42354</c:v>
                </c:pt>
                <c:pt idx="4163">
                  <c:v>42355</c:v>
                </c:pt>
                <c:pt idx="4164">
                  <c:v>42356</c:v>
                </c:pt>
                <c:pt idx="4165">
                  <c:v>42359</c:v>
                </c:pt>
                <c:pt idx="4166">
                  <c:v>42360</c:v>
                </c:pt>
                <c:pt idx="4167">
                  <c:v>42361</c:v>
                </c:pt>
                <c:pt idx="4168">
                  <c:v>42362</c:v>
                </c:pt>
                <c:pt idx="4169">
                  <c:v>42363</c:v>
                </c:pt>
                <c:pt idx="4170">
                  <c:v>42366</c:v>
                </c:pt>
                <c:pt idx="4171">
                  <c:v>42367</c:v>
                </c:pt>
                <c:pt idx="4172">
                  <c:v>42368</c:v>
                </c:pt>
                <c:pt idx="4173">
                  <c:v>42369</c:v>
                </c:pt>
                <c:pt idx="4174">
                  <c:v>42370</c:v>
                </c:pt>
                <c:pt idx="4175">
                  <c:v>42373</c:v>
                </c:pt>
                <c:pt idx="4176">
                  <c:v>42374</c:v>
                </c:pt>
                <c:pt idx="4177">
                  <c:v>42375</c:v>
                </c:pt>
                <c:pt idx="4178">
                  <c:v>42376</c:v>
                </c:pt>
                <c:pt idx="4179">
                  <c:v>42377</c:v>
                </c:pt>
                <c:pt idx="4180">
                  <c:v>42380</c:v>
                </c:pt>
                <c:pt idx="4181">
                  <c:v>42381</c:v>
                </c:pt>
                <c:pt idx="4182">
                  <c:v>42382</c:v>
                </c:pt>
                <c:pt idx="4183">
                  <c:v>42383</c:v>
                </c:pt>
                <c:pt idx="4184">
                  <c:v>42384</c:v>
                </c:pt>
                <c:pt idx="4185">
                  <c:v>42387</c:v>
                </c:pt>
                <c:pt idx="4186">
                  <c:v>42388</c:v>
                </c:pt>
                <c:pt idx="4187">
                  <c:v>42389</c:v>
                </c:pt>
                <c:pt idx="4188">
                  <c:v>42390</c:v>
                </c:pt>
                <c:pt idx="4189">
                  <c:v>42391</c:v>
                </c:pt>
                <c:pt idx="4190">
                  <c:v>42394</c:v>
                </c:pt>
                <c:pt idx="4191">
                  <c:v>42395</c:v>
                </c:pt>
                <c:pt idx="4192">
                  <c:v>42396</c:v>
                </c:pt>
                <c:pt idx="4193">
                  <c:v>42397</c:v>
                </c:pt>
                <c:pt idx="4194">
                  <c:v>42398</c:v>
                </c:pt>
                <c:pt idx="4195">
                  <c:v>42401</c:v>
                </c:pt>
                <c:pt idx="4196">
                  <c:v>42402</c:v>
                </c:pt>
                <c:pt idx="4197">
                  <c:v>42403</c:v>
                </c:pt>
                <c:pt idx="4198">
                  <c:v>42404</c:v>
                </c:pt>
                <c:pt idx="4199">
                  <c:v>42405</c:v>
                </c:pt>
                <c:pt idx="4200">
                  <c:v>42408</c:v>
                </c:pt>
                <c:pt idx="4201">
                  <c:v>42409</c:v>
                </c:pt>
                <c:pt idx="4202">
                  <c:v>42410</c:v>
                </c:pt>
                <c:pt idx="4203">
                  <c:v>42411</c:v>
                </c:pt>
                <c:pt idx="4204">
                  <c:v>42412</c:v>
                </c:pt>
                <c:pt idx="4205">
                  <c:v>42415</c:v>
                </c:pt>
                <c:pt idx="4206">
                  <c:v>42416</c:v>
                </c:pt>
                <c:pt idx="4207">
                  <c:v>42417</c:v>
                </c:pt>
                <c:pt idx="4208">
                  <c:v>42418</c:v>
                </c:pt>
                <c:pt idx="4209">
                  <c:v>42419</c:v>
                </c:pt>
                <c:pt idx="4210">
                  <c:v>42422</c:v>
                </c:pt>
                <c:pt idx="4211">
                  <c:v>42423</c:v>
                </c:pt>
                <c:pt idx="4212">
                  <c:v>42424</c:v>
                </c:pt>
                <c:pt idx="4213">
                  <c:v>42425</c:v>
                </c:pt>
                <c:pt idx="4214">
                  <c:v>42426</c:v>
                </c:pt>
                <c:pt idx="4215">
                  <c:v>42429</c:v>
                </c:pt>
                <c:pt idx="4216">
                  <c:v>42430</c:v>
                </c:pt>
                <c:pt idx="4217">
                  <c:v>42431</c:v>
                </c:pt>
                <c:pt idx="4218">
                  <c:v>42432</c:v>
                </c:pt>
                <c:pt idx="4219">
                  <c:v>42433</c:v>
                </c:pt>
                <c:pt idx="4220">
                  <c:v>42436</c:v>
                </c:pt>
                <c:pt idx="4221">
                  <c:v>42437</c:v>
                </c:pt>
                <c:pt idx="4222">
                  <c:v>42438</c:v>
                </c:pt>
                <c:pt idx="4223">
                  <c:v>42439</c:v>
                </c:pt>
                <c:pt idx="4224">
                  <c:v>42440</c:v>
                </c:pt>
                <c:pt idx="4225">
                  <c:v>42443</c:v>
                </c:pt>
                <c:pt idx="4226">
                  <c:v>42444</c:v>
                </c:pt>
                <c:pt idx="4227">
                  <c:v>42445</c:v>
                </c:pt>
                <c:pt idx="4228">
                  <c:v>42446</c:v>
                </c:pt>
                <c:pt idx="4229">
                  <c:v>42447</c:v>
                </c:pt>
                <c:pt idx="4230">
                  <c:v>42450</c:v>
                </c:pt>
                <c:pt idx="4231">
                  <c:v>42451</c:v>
                </c:pt>
                <c:pt idx="4232">
                  <c:v>42452</c:v>
                </c:pt>
                <c:pt idx="4233">
                  <c:v>42453</c:v>
                </c:pt>
                <c:pt idx="4234">
                  <c:v>42454</c:v>
                </c:pt>
                <c:pt idx="4235">
                  <c:v>42457</c:v>
                </c:pt>
                <c:pt idx="4236">
                  <c:v>42458</c:v>
                </c:pt>
                <c:pt idx="4237">
                  <c:v>42459</c:v>
                </c:pt>
                <c:pt idx="4238">
                  <c:v>42460</c:v>
                </c:pt>
                <c:pt idx="4239">
                  <c:v>42461</c:v>
                </c:pt>
                <c:pt idx="4240">
                  <c:v>42464</c:v>
                </c:pt>
                <c:pt idx="4241">
                  <c:v>42465</c:v>
                </c:pt>
                <c:pt idx="4242">
                  <c:v>42466</c:v>
                </c:pt>
                <c:pt idx="4243">
                  <c:v>42467</c:v>
                </c:pt>
                <c:pt idx="4244">
                  <c:v>42468</c:v>
                </c:pt>
                <c:pt idx="4245">
                  <c:v>42471</c:v>
                </c:pt>
                <c:pt idx="4246">
                  <c:v>42472</c:v>
                </c:pt>
                <c:pt idx="4247">
                  <c:v>42473</c:v>
                </c:pt>
                <c:pt idx="4248">
                  <c:v>42474</c:v>
                </c:pt>
                <c:pt idx="4249">
                  <c:v>42475</c:v>
                </c:pt>
                <c:pt idx="4250">
                  <c:v>42478</c:v>
                </c:pt>
                <c:pt idx="4251">
                  <c:v>42479</c:v>
                </c:pt>
                <c:pt idx="4252">
                  <c:v>42480</c:v>
                </c:pt>
                <c:pt idx="4253">
                  <c:v>42481</c:v>
                </c:pt>
                <c:pt idx="4254">
                  <c:v>42482</c:v>
                </c:pt>
                <c:pt idx="4255">
                  <c:v>42485</c:v>
                </c:pt>
                <c:pt idx="4256">
                  <c:v>42486</c:v>
                </c:pt>
                <c:pt idx="4257">
                  <c:v>42487</c:v>
                </c:pt>
                <c:pt idx="4258">
                  <c:v>42488</c:v>
                </c:pt>
                <c:pt idx="4259">
                  <c:v>42489</c:v>
                </c:pt>
                <c:pt idx="4260">
                  <c:v>42492</c:v>
                </c:pt>
                <c:pt idx="4261">
                  <c:v>42493</c:v>
                </c:pt>
                <c:pt idx="4262">
                  <c:v>42494</c:v>
                </c:pt>
                <c:pt idx="4263">
                  <c:v>42495</c:v>
                </c:pt>
                <c:pt idx="4264">
                  <c:v>42496</c:v>
                </c:pt>
                <c:pt idx="4265">
                  <c:v>42499</c:v>
                </c:pt>
                <c:pt idx="4266">
                  <c:v>42500</c:v>
                </c:pt>
                <c:pt idx="4267">
                  <c:v>42501</c:v>
                </c:pt>
                <c:pt idx="4268">
                  <c:v>42502</c:v>
                </c:pt>
                <c:pt idx="4269">
                  <c:v>42503</c:v>
                </c:pt>
                <c:pt idx="4270">
                  <c:v>42506</c:v>
                </c:pt>
                <c:pt idx="4271">
                  <c:v>42507</c:v>
                </c:pt>
                <c:pt idx="4272">
                  <c:v>42508</c:v>
                </c:pt>
                <c:pt idx="4273">
                  <c:v>42509</c:v>
                </c:pt>
                <c:pt idx="4274">
                  <c:v>42510</c:v>
                </c:pt>
                <c:pt idx="4275">
                  <c:v>42513</c:v>
                </c:pt>
                <c:pt idx="4276">
                  <c:v>42514</c:v>
                </c:pt>
                <c:pt idx="4277">
                  <c:v>42515</c:v>
                </c:pt>
                <c:pt idx="4278">
                  <c:v>42516</c:v>
                </c:pt>
                <c:pt idx="4279">
                  <c:v>42517</c:v>
                </c:pt>
                <c:pt idx="4280">
                  <c:v>42520</c:v>
                </c:pt>
                <c:pt idx="4281">
                  <c:v>42521</c:v>
                </c:pt>
                <c:pt idx="4282">
                  <c:v>42522</c:v>
                </c:pt>
                <c:pt idx="4283">
                  <c:v>42523</c:v>
                </c:pt>
                <c:pt idx="4284">
                  <c:v>42524</c:v>
                </c:pt>
                <c:pt idx="4285">
                  <c:v>42527</c:v>
                </c:pt>
                <c:pt idx="4286">
                  <c:v>42528</c:v>
                </c:pt>
                <c:pt idx="4287">
                  <c:v>42529</c:v>
                </c:pt>
                <c:pt idx="4288">
                  <c:v>42530</c:v>
                </c:pt>
                <c:pt idx="4289">
                  <c:v>42531</c:v>
                </c:pt>
                <c:pt idx="4290">
                  <c:v>42534</c:v>
                </c:pt>
                <c:pt idx="4291">
                  <c:v>42535</c:v>
                </c:pt>
                <c:pt idx="4292">
                  <c:v>42536</c:v>
                </c:pt>
                <c:pt idx="4293">
                  <c:v>42537</c:v>
                </c:pt>
                <c:pt idx="4294">
                  <c:v>42538</c:v>
                </c:pt>
                <c:pt idx="4295">
                  <c:v>42541</c:v>
                </c:pt>
                <c:pt idx="4296">
                  <c:v>42542</c:v>
                </c:pt>
                <c:pt idx="4297">
                  <c:v>42543</c:v>
                </c:pt>
                <c:pt idx="4298">
                  <c:v>42544</c:v>
                </c:pt>
                <c:pt idx="4299">
                  <c:v>42545</c:v>
                </c:pt>
                <c:pt idx="4300">
                  <c:v>42548</c:v>
                </c:pt>
                <c:pt idx="4301">
                  <c:v>42549</c:v>
                </c:pt>
                <c:pt idx="4302">
                  <c:v>42550</c:v>
                </c:pt>
                <c:pt idx="4303">
                  <c:v>42551</c:v>
                </c:pt>
                <c:pt idx="4304">
                  <c:v>42552</c:v>
                </c:pt>
                <c:pt idx="4305">
                  <c:v>42555</c:v>
                </c:pt>
                <c:pt idx="4306">
                  <c:v>42556</c:v>
                </c:pt>
                <c:pt idx="4307">
                  <c:v>42557</c:v>
                </c:pt>
                <c:pt idx="4308">
                  <c:v>42558</c:v>
                </c:pt>
                <c:pt idx="4309">
                  <c:v>42559</c:v>
                </c:pt>
                <c:pt idx="4310">
                  <c:v>42562</c:v>
                </c:pt>
                <c:pt idx="4311">
                  <c:v>42563</c:v>
                </c:pt>
                <c:pt idx="4312">
                  <c:v>42564</c:v>
                </c:pt>
                <c:pt idx="4313">
                  <c:v>42565</c:v>
                </c:pt>
                <c:pt idx="4314">
                  <c:v>42566</c:v>
                </c:pt>
                <c:pt idx="4315">
                  <c:v>42569</c:v>
                </c:pt>
                <c:pt idx="4316">
                  <c:v>42570</c:v>
                </c:pt>
                <c:pt idx="4317">
                  <c:v>42571</c:v>
                </c:pt>
                <c:pt idx="4318">
                  <c:v>42572</c:v>
                </c:pt>
                <c:pt idx="4319">
                  <c:v>42573</c:v>
                </c:pt>
                <c:pt idx="4320">
                  <c:v>42576</c:v>
                </c:pt>
                <c:pt idx="4321">
                  <c:v>42577</c:v>
                </c:pt>
                <c:pt idx="4322">
                  <c:v>42578</c:v>
                </c:pt>
                <c:pt idx="4323">
                  <c:v>42579</c:v>
                </c:pt>
                <c:pt idx="4324">
                  <c:v>42580</c:v>
                </c:pt>
                <c:pt idx="4325">
                  <c:v>42583</c:v>
                </c:pt>
                <c:pt idx="4326">
                  <c:v>42584</c:v>
                </c:pt>
                <c:pt idx="4327">
                  <c:v>42585</c:v>
                </c:pt>
                <c:pt idx="4328">
                  <c:v>42586</c:v>
                </c:pt>
                <c:pt idx="4329">
                  <c:v>42587</c:v>
                </c:pt>
                <c:pt idx="4330">
                  <c:v>42590</c:v>
                </c:pt>
                <c:pt idx="4331">
                  <c:v>42591</c:v>
                </c:pt>
                <c:pt idx="4332">
                  <c:v>42592</c:v>
                </c:pt>
                <c:pt idx="4333">
                  <c:v>42593</c:v>
                </c:pt>
                <c:pt idx="4334">
                  <c:v>42594</c:v>
                </c:pt>
                <c:pt idx="4335">
                  <c:v>42597</c:v>
                </c:pt>
                <c:pt idx="4336">
                  <c:v>42598</c:v>
                </c:pt>
                <c:pt idx="4337">
                  <c:v>42599</c:v>
                </c:pt>
                <c:pt idx="4338">
                  <c:v>42600</c:v>
                </c:pt>
                <c:pt idx="4339">
                  <c:v>42601</c:v>
                </c:pt>
                <c:pt idx="4340">
                  <c:v>42604</c:v>
                </c:pt>
                <c:pt idx="4341">
                  <c:v>42605</c:v>
                </c:pt>
                <c:pt idx="4342">
                  <c:v>42606</c:v>
                </c:pt>
                <c:pt idx="4343">
                  <c:v>42607</c:v>
                </c:pt>
                <c:pt idx="4344">
                  <c:v>42608</c:v>
                </c:pt>
                <c:pt idx="4345">
                  <c:v>42611</c:v>
                </c:pt>
                <c:pt idx="4346">
                  <c:v>42612</c:v>
                </c:pt>
                <c:pt idx="4347">
                  <c:v>42613</c:v>
                </c:pt>
                <c:pt idx="4348">
                  <c:v>42614</c:v>
                </c:pt>
                <c:pt idx="4349">
                  <c:v>42615</c:v>
                </c:pt>
                <c:pt idx="4350">
                  <c:v>42618</c:v>
                </c:pt>
                <c:pt idx="4351">
                  <c:v>42619</c:v>
                </c:pt>
                <c:pt idx="4352">
                  <c:v>42620</c:v>
                </c:pt>
                <c:pt idx="4353">
                  <c:v>42621</c:v>
                </c:pt>
                <c:pt idx="4354">
                  <c:v>42622</c:v>
                </c:pt>
                <c:pt idx="4355">
                  <c:v>42625</c:v>
                </c:pt>
                <c:pt idx="4356">
                  <c:v>42626</c:v>
                </c:pt>
                <c:pt idx="4357">
                  <c:v>42627</c:v>
                </c:pt>
                <c:pt idx="4358">
                  <c:v>42628</c:v>
                </c:pt>
                <c:pt idx="4359">
                  <c:v>42629</c:v>
                </c:pt>
                <c:pt idx="4360">
                  <c:v>42632</c:v>
                </c:pt>
                <c:pt idx="4361">
                  <c:v>42633</c:v>
                </c:pt>
                <c:pt idx="4362">
                  <c:v>42634</c:v>
                </c:pt>
                <c:pt idx="4363">
                  <c:v>42635</c:v>
                </c:pt>
                <c:pt idx="4364">
                  <c:v>42636</c:v>
                </c:pt>
                <c:pt idx="4365">
                  <c:v>42639</c:v>
                </c:pt>
                <c:pt idx="4366">
                  <c:v>42640</c:v>
                </c:pt>
                <c:pt idx="4367">
                  <c:v>42641</c:v>
                </c:pt>
                <c:pt idx="4368">
                  <c:v>42642</c:v>
                </c:pt>
                <c:pt idx="4369">
                  <c:v>42643</c:v>
                </c:pt>
                <c:pt idx="4370">
                  <c:v>42646</c:v>
                </c:pt>
                <c:pt idx="4371">
                  <c:v>42647</c:v>
                </c:pt>
                <c:pt idx="4372">
                  <c:v>42648</c:v>
                </c:pt>
                <c:pt idx="4373">
                  <c:v>42649</c:v>
                </c:pt>
                <c:pt idx="4374">
                  <c:v>42650</c:v>
                </c:pt>
                <c:pt idx="4375">
                  <c:v>42653</c:v>
                </c:pt>
                <c:pt idx="4376">
                  <c:v>42654</c:v>
                </c:pt>
                <c:pt idx="4377">
                  <c:v>42655</c:v>
                </c:pt>
                <c:pt idx="4378">
                  <c:v>42656</c:v>
                </c:pt>
                <c:pt idx="4379">
                  <c:v>42657</c:v>
                </c:pt>
                <c:pt idx="4380">
                  <c:v>42660</c:v>
                </c:pt>
                <c:pt idx="4381">
                  <c:v>42661</c:v>
                </c:pt>
                <c:pt idx="4382">
                  <c:v>42662</c:v>
                </c:pt>
                <c:pt idx="4383">
                  <c:v>42663</c:v>
                </c:pt>
                <c:pt idx="4384">
                  <c:v>42664</c:v>
                </c:pt>
                <c:pt idx="4385">
                  <c:v>42667</c:v>
                </c:pt>
                <c:pt idx="4386">
                  <c:v>42668</c:v>
                </c:pt>
                <c:pt idx="4387">
                  <c:v>42669</c:v>
                </c:pt>
                <c:pt idx="4388">
                  <c:v>42670</c:v>
                </c:pt>
                <c:pt idx="4389">
                  <c:v>42671</c:v>
                </c:pt>
                <c:pt idx="4390">
                  <c:v>42674</c:v>
                </c:pt>
                <c:pt idx="4391">
                  <c:v>42675</c:v>
                </c:pt>
                <c:pt idx="4392">
                  <c:v>42676</c:v>
                </c:pt>
                <c:pt idx="4393">
                  <c:v>42677</c:v>
                </c:pt>
                <c:pt idx="4394">
                  <c:v>42678</c:v>
                </c:pt>
                <c:pt idx="4395">
                  <c:v>42681</c:v>
                </c:pt>
                <c:pt idx="4396">
                  <c:v>42682</c:v>
                </c:pt>
                <c:pt idx="4397">
                  <c:v>42683</c:v>
                </c:pt>
                <c:pt idx="4398">
                  <c:v>42684</c:v>
                </c:pt>
                <c:pt idx="4399">
                  <c:v>42685</c:v>
                </c:pt>
                <c:pt idx="4400">
                  <c:v>42688</c:v>
                </c:pt>
                <c:pt idx="4401">
                  <c:v>42689</c:v>
                </c:pt>
                <c:pt idx="4402">
                  <c:v>42690</c:v>
                </c:pt>
                <c:pt idx="4403">
                  <c:v>42691</c:v>
                </c:pt>
                <c:pt idx="4404">
                  <c:v>42692</c:v>
                </c:pt>
                <c:pt idx="4405">
                  <c:v>42695</c:v>
                </c:pt>
                <c:pt idx="4406">
                  <c:v>42696</c:v>
                </c:pt>
                <c:pt idx="4407">
                  <c:v>42697</c:v>
                </c:pt>
                <c:pt idx="4408">
                  <c:v>42698</c:v>
                </c:pt>
                <c:pt idx="4409">
                  <c:v>42699</c:v>
                </c:pt>
                <c:pt idx="4410">
                  <c:v>42702</c:v>
                </c:pt>
                <c:pt idx="4411">
                  <c:v>42703</c:v>
                </c:pt>
                <c:pt idx="4412">
                  <c:v>42704</c:v>
                </c:pt>
                <c:pt idx="4413">
                  <c:v>42705</c:v>
                </c:pt>
                <c:pt idx="4414">
                  <c:v>42706</c:v>
                </c:pt>
                <c:pt idx="4415">
                  <c:v>42709</c:v>
                </c:pt>
                <c:pt idx="4416">
                  <c:v>42710</c:v>
                </c:pt>
                <c:pt idx="4417">
                  <c:v>42711</c:v>
                </c:pt>
                <c:pt idx="4418">
                  <c:v>42712</c:v>
                </c:pt>
                <c:pt idx="4419">
                  <c:v>42713</c:v>
                </c:pt>
                <c:pt idx="4420">
                  <c:v>42716</c:v>
                </c:pt>
                <c:pt idx="4421">
                  <c:v>42717</c:v>
                </c:pt>
                <c:pt idx="4422">
                  <c:v>42718</c:v>
                </c:pt>
                <c:pt idx="4423">
                  <c:v>42719</c:v>
                </c:pt>
                <c:pt idx="4424">
                  <c:v>42720</c:v>
                </c:pt>
                <c:pt idx="4425">
                  <c:v>42723</c:v>
                </c:pt>
                <c:pt idx="4426">
                  <c:v>42724</c:v>
                </c:pt>
                <c:pt idx="4427">
                  <c:v>42725</c:v>
                </c:pt>
                <c:pt idx="4428">
                  <c:v>42726</c:v>
                </c:pt>
                <c:pt idx="4429">
                  <c:v>42727</c:v>
                </c:pt>
                <c:pt idx="4430">
                  <c:v>42730</c:v>
                </c:pt>
                <c:pt idx="4431">
                  <c:v>42731</c:v>
                </c:pt>
                <c:pt idx="4432">
                  <c:v>42732</c:v>
                </c:pt>
                <c:pt idx="4433">
                  <c:v>42733</c:v>
                </c:pt>
                <c:pt idx="4434">
                  <c:v>42734</c:v>
                </c:pt>
                <c:pt idx="4435">
                  <c:v>42737</c:v>
                </c:pt>
                <c:pt idx="4436">
                  <c:v>42738</c:v>
                </c:pt>
                <c:pt idx="4437">
                  <c:v>42739</c:v>
                </c:pt>
                <c:pt idx="4438">
                  <c:v>42740</c:v>
                </c:pt>
                <c:pt idx="4439">
                  <c:v>42741</c:v>
                </c:pt>
                <c:pt idx="4440">
                  <c:v>42744</c:v>
                </c:pt>
                <c:pt idx="4441">
                  <c:v>42745</c:v>
                </c:pt>
                <c:pt idx="4442">
                  <c:v>42746</c:v>
                </c:pt>
                <c:pt idx="4443">
                  <c:v>42747</c:v>
                </c:pt>
                <c:pt idx="4444">
                  <c:v>42748</c:v>
                </c:pt>
                <c:pt idx="4445">
                  <c:v>42751</c:v>
                </c:pt>
                <c:pt idx="4446">
                  <c:v>42752</c:v>
                </c:pt>
                <c:pt idx="4447">
                  <c:v>42753</c:v>
                </c:pt>
                <c:pt idx="4448">
                  <c:v>42754</c:v>
                </c:pt>
                <c:pt idx="4449">
                  <c:v>42755</c:v>
                </c:pt>
                <c:pt idx="4450">
                  <c:v>42758</c:v>
                </c:pt>
                <c:pt idx="4451">
                  <c:v>42759</c:v>
                </c:pt>
                <c:pt idx="4452">
                  <c:v>42760</c:v>
                </c:pt>
                <c:pt idx="4453">
                  <c:v>42761</c:v>
                </c:pt>
                <c:pt idx="4454">
                  <c:v>42762</c:v>
                </c:pt>
                <c:pt idx="4455">
                  <c:v>42765</c:v>
                </c:pt>
                <c:pt idx="4456">
                  <c:v>42766</c:v>
                </c:pt>
                <c:pt idx="4457">
                  <c:v>42767</c:v>
                </c:pt>
                <c:pt idx="4458">
                  <c:v>42768</c:v>
                </c:pt>
                <c:pt idx="4459">
                  <c:v>42769</c:v>
                </c:pt>
                <c:pt idx="4460">
                  <c:v>42772</c:v>
                </c:pt>
                <c:pt idx="4461">
                  <c:v>42773</c:v>
                </c:pt>
                <c:pt idx="4462">
                  <c:v>42774</c:v>
                </c:pt>
                <c:pt idx="4463">
                  <c:v>42775</c:v>
                </c:pt>
                <c:pt idx="4464">
                  <c:v>42776</c:v>
                </c:pt>
                <c:pt idx="4465">
                  <c:v>42779</c:v>
                </c:pt>
                <c:pt idx="4466">
                  <c:v>42780</c:v>
                </c:pt>
                <c:pt idx="4467">
                  <c:v>42781</c:v>
                </c:pt>
                <c:pt idx="4468">
                  <c:v>42782</c:v>
                </c:pt>
                <c:pt idx="4469">
                  <c:v>42783</c:v>
                </c:pt>
                <c:pt idx="4470">
                  <c:v>42786</c:v>
                </c:pt>
                <c:pt idx="4471">
                  <c:v>42787</c:v>
                </c:pt>
                <c:pt idx="4472">
                  <c:v>42788</c:v>
                </c:pt>
                <c:pt idx="4473">
                  <c:v>42789</c:v>
                </c:pt>
                <c:pt idx="4474">
                  <c:v>42790</c:v>
                </c:pt>
                <c:pt idx="4475">
                  <c:v>42793</c:v>
                </c:pt>
                <c:pt idx="4476">
                  <c:v>42794</c:v>
                </c:pt>
                <c:pt idx="4477">
                  <c:v>42795</c:v>
                </c:pt>
                <c:pt idx="4478">
                  <c:v>42796</c:v>
                </c:pt>
                <c:pt idx="4479">
                  <c:v>42797</c:v>
                </c:pt>
                <c:pt idx="4480">
                  <c:v>42800</c:v>
                </c:pt>
                <c:pt idx="4481">
                  <c:v>42801</c:v>
                </c:pt>
                <c:pt idx="4482">
                  <c:v>42802</c:v>
                </c:pt>
                <c:pt idx="4483">
                  <c:v>42803</c:v>
                </c:pt>
                <c:pt idx="4484">
                  <c:v>42804</c:v>
                </c:pt>
                <c:pt idx="4485">
                  <c:v>42807</c:v>
                </c:pt>
                <c:pt idx="4486">
                  <c:v>42808</c:v>
                </c:pt>
                <c:pt idx="4487">
                  <c:v>42809</c:v>
                </c:pt>
                <c:pt idx="4488">
                  <c:v>42810</c:v>
                </c:pt>
                <c:pt idx="4489">
                  <c:v>42811</c:v>
                </c:pt>
                <c:pt idx="4490">
                  <c:v>42814</c:v>
                </c:pt>
                <c:pt idx="4491">
                  <c:v>42815</c:v>
                </c:pt>
                <c:pt idx="4492">
                  <c:v>42816</c:v>
                </c:pt>
                <c:pt idx="4493">
                  <c:v>42817</c:v>
                </c:pt>
                <c:pt idx="4494">
                  <c:v>42818</c:v>
                </c:pt>
                <c:pt idx="4495">
                  <c:v>42821</c:v>
                </c:pt>
                <c:pt idx="4496">
                  <c:v>42822</c:v>
                </c:pt>
                <c:pt idx="4497">
                  <c:v>42823</c:v>
                </c:pt>
                <c:pt idx="4498">
                  <c:v>42824</c:v>
                </c:pt>
                <c:pt idx="4499">
                  <c:v>42825</c:v>
                </c:pt>
                <c:pt idx="4500">
                  <c:v>42828</c:v>
                </c:pt>
                <c:pt idx="4501">
                  <c:v>42829</c:v>
                </c:pt>
                <c:pt idx="4502">
                  <c:v>42830</c:v>
                </c:pt>
                <c:pt idx="4503">
                  <c:v>42831</c:v>
                </c:pt>
                <c:pt idx="4504">
                  <c:v>42832</c:v>
                </c:pt>
                <c:pt idx="4505">
                  <c:v>42835</c:v>
                </c:pt>
                <c:pt idx="4506">
                  <c:v>42836</c:v>
                </c:pt>
                <c:pt idx="4507">
                  <c:v>42837</c:v>
                </c:pt>
                <c:pt idx="4508">
                  <c:v>42838</c:v>
                </c:pt>
                <c:pt idx="4509">
                  <c:v>42839</c:v>
                </c:pt>
                <c:pt idx="4510">
                  <c:v>42842</c:v>
                </c:pt>
                <c:pt idx="4511">
                  <c:v>42843</c:v>
                </c:pt>
                <c:pt idx="4512">
                  <c:v>42844</c:v>
                </c:pt>
                <c:pt idx="4513">
                  <c:v>42845</c:v>
                </c:pt>
                <c:pt idx="4514">
                  <c:v>42846</c:v>
                </c:pt>
                <c:pt idx="4515">
                  <c:v>42849</c:v>
                </c:pt>
                <c:pt idx="4516">
                  <c:v>42850</c:v>
                </c:pt>
                <c:pt idx="4517">
                  <c:v>42851</c:v>
                </c:pt>
                <c:pt idx="4518">
                  <c:v>42852</c:v>
                </c:pt>
                <c:pt idx="4519">
                  <c:v>42853</c:v>
                </c:pt>
                <c:pt idx="4520">
                  <c:v>42856</c:v>
                </c:pt>
                <c:pt idx="4521">
                  <c:v>42857</c:v>
                </c:pt>
                <c:pt idx="4522">
                  <c:v>42858</c:v>
                </c:pt>
                <c:pt idx="4523">
                  <c:v>42859</c:v>
                </c:pt>
                <c:pt idx="4524">
                  <c:v>42860</c:v>
                </c:pt>
                <c:pt idx="4525">
                  <c:v>42863</c:v>
                </c:pt>
                <c:pt idx="4526">
                  <c:v>42864</c:v>
                </c:pt>
                <c:pt idx="4527">
                  <c:v>42865</c:v>
                </c:pt>
                <c:pt idx="4528">
                  <c:v>42866</c:v>
                </c:pt>
                <c:pt idx="4529">
                  <c:v>42867</c:v>
                </c:pt>
                <c:pt idx="4530">
                  <c:v>42870</c:v>
                </c:pt>
                <c:pt idx="4531">
                  <c:v>42871</c:v>
                </c:pt>
                <c:pt idx="4532">
                  <c:v>42872</c:v>
                </c:pt>
                <c:pt idx="4533">
                  <c:v>42873</c:v>
                </c:pt>
                <c:pt idx="4534">
                  <c:v>42874</c:v>
                </c:pt>
                <c:pt idx="4535">
                  <c:v>42877</c:v>
                </c:pt>
                <c:pt idx="4536">
                  <c:v>42878</c:v>
                </c:pt>
                <c:pt idx="4537">
                  <c:v>42879</c:v>
                </c:pt>
                <c:pt idx="4538">
                  <c:v>42880</c:v>
                </c:pt>
                <c:pt idx="4539">
                  <c:v>42881</c:v>
                </c:pt>
                <c:pt idx="4540">
                  <c:v>42884</c:v>
                </c:pt>
                <c:pt idx="4541">
                  <c:v>42885</c:v>
                </c:pt>
                <c:pt idx="4542">
                  <c:v>42886</c:v>
                </c:pt>
                <c:pt idx="4543">
                  <c:v>42887</c:v>
                </c:pt>
                <c:pt idx="4544">
                  <c:v>42888</c:v>
                </c:pt>
                <c:pt idx="4545">
                  <c:v>42891</c:v>
                </c:pt>
                <c:pt idx="4546">
                  <c:v>42892</c:v>
                </c:pt>
                <c:pt idx="4547">
                  <c:v>42893</c:v>
                </c:pt>
                <c:pt idx="4548">
                  <c:v>42894</c:v>
                </c:pt>
                <c:pt idx="4549">
                  <c:v>42895</c:v>
                </c:pt>
                <c:pt idx="4550">
                  <c:v>42898</c:v>
                </c:pt>
                <c:pt idx="4551">
                  <c:v>42899</c:v>
                </c:pt>
                <c:pt idx="4552">
                  <c:v>42900</c:v>
                </c:pt>
                <c:pt idx="4553">
                  <c:v>42901</c:v>
                </c:pt>
                <c:pt idx="4554">
                  <c:v>42902</c:v>
                </c:pt>
                <c:pt idx="4555">
                  <c:v>42905</c:v>
                </c:pt>
                <c:pt idx="4556">
                  <c:v>42906</c:v>
                </c:pt>
                <c:pt idx="4557">
                  <c:v>42907</c:v>
                </c:pt>
                <c:pt idx="4558">
                  <c:v>42908</c:v>
                </c:pt>
                <c:pt idx="4559">
                  <c:v>42909</c:v>
                </c:pt>
                <c:pt idx="4560">
                  <c:v>42912</c:v>
                </c:pt>
                <c:pt idx="4561">
                  <c:v>42913</c:v>
                </c:pt>
                <c:pt idx="4562">
                  <c:v>42914</c:v>
                </c:pt>
                <c:pt idx="4563">
                  <c:v>42915</c:v>
                </c:pt>
                <c:pt idx="4564">
                  <c:v>42916</c:v>
                </c:pt>
                <c:pt idx="4565">
                  <c:v>42919</c:v>
                </c:pt>
                <c:pt idx="4566">
                  <c:v>42920</c:v>
                </c:pt>
                <c:pt idx="4567">
                  <c:v>42921</c:v>
                </c:pt>
                <c:pt idx="4568">
                  <c:v>42922</c:v>
                </c:pt>
                <c:pt idx="4569">
                  <c:v>42923</c:v>
                </c:pt>
                <c:pt idx="4570">
                  <c:v>42926</c:v>
                </c:pt>
                <c:pt idx="4571">
                  <c:v>42927</c:v>
                </c:pt>
                <c:pt idx="4572">
                  <c:v>42928</c:v>
                </c:pt>
                <c:pt idx="4573">
                  <c:v>42929</c:v>
                </c:pt>
                <c:pt idx="4574">
                  <c:v>42930</c:v>
                </c:pt>
                <c:pt idx="4575">
                  <c:v>42933</c:v>
                </c:pt>
                <c:pt idx="4576">
                  <c:v>42934</c:v>
                </c:pt>
                <c:pt idx="4577">
                  <c:v>42935</c:v>
                </c:pt>
                <c:pt idx="4578">
                  <c:v>42936</c:v>
                </c:pt>
                <c:pt idx="4579">
                  <c:v>42937</c:v>
                </c:pt>
                <c:pt idx="4580">
                  <c:v>42940</c:v>
                </c:pt>
                <c:pt idx="4581">
                  <c:v>42941</c:v>
                </c:pt>
                <c:pt idx="4582">
                  <c:v>42942</c:v>
                </c:pt>
                <c:pt idx="4583">
                  <c:v>42943</c:v>
                </c:pt>
                <c:pt idx="4584">
                  <c:v>42944</c:v>
                </c:pt>
                <c:pt idx="4585">
                  <c:v>42947</c:v>
                </c:pt>
                <c:pt idx="4586">
                  <c:v>42948</c:v>
                </c:pt>
                <c:pt idx="4587">
                  <c:v>42949</c:v>
                </c:pt>
                <c:pt idx="4588">
                  <c:v>42950</c:v>
                </c:pt>
                <c:pt idx="4589">
                  <c:v>42951</c:v>
                </c:pt>
                <c:pt idx="4590">
                  <c:v>42954</c:v>
                </c:pt>
                <c:pt idx="4591">
                  <c:v>42955</c:v>
                </c:pt>
                <c:pt idx="4592">
                  <c:v>42956</c:v>
                </c:pt>
                <c:pt idx="4593">
                  <c:v>42957</c:v>
                </c:pt>
                <c:pt idx="4594">
                  <c:v>42958</c:v>
                </c:pt>
                <c:pt idx="4595">
                  <c:v>42961</c:v>
                </c:pt>
                <c:pt idx="4596">
                  <c:v>42962</c:v>
                </c:pt>
                <c:pt idx="4597">
                  <c:v>42963</c:v>
                </c:pt>
                <c:pt idx="4598">
                  <c:v>42964</c:v>
                </c:pt>
                <c:pt idx="4599">
                  <c:v>42965</c:v>
                </c:pt>
                <c:pt idx="4600">
                  <c:v>42968</c:v>
                </c:pt>
                <c:pt idx="4601">
                  <c:v>42969</c:v>
                </c:pt>
                <c:pt idx="4602">
                  <c:v>42970</c:v>
                </c:pt>
                <c:pt idx="4603">
                  <c:v>42971</c:v>
                </c:pt>
                <c:pt idx="4604">
                  <c:v>42972</c:v>
                </c:pt>
                <c:pt idx="4605">
                  <c:v>42975</c:v>
                </c:pt>
                <c:pt idx="4606">
                  <c:v>42976</c:v>
                </c:pt>
                <c:pt idx="4607">
                  <c:v>42977</c:v>
                </c:pt>
                <c:pt idx="4608">
                  <c:v>42978</c:v>
                </c:pt>
                <c:pt idx="4609">
                  <c:v>42979</c:v>
                </c:pt>
                <c:pt idx="4610">
                  <c:v>42982</c:v>
                </c:pt>
                <c:pt idx="4611">
                  <c:v>42983</c:v>
                </c:pt>
                <c:pt idx="4612">
                  <c:v>42984</c:v>
                </c:pt>
                <c:pt idx="4613">
                  <c:v>42985</c:v>
                </c:pt>
                <c:pt idx="4614">
                  <c:v>42986</c:v>
                </c:pt>
                <c:pt idx="4615">
                  <c:v>42989</c:v>
                </c:pt>
                <c:pt idx="4616">
                  <c:v>42990</c:v>
                </c:pt>
                <c:pt idx="4617">
                  <c:v>42991</c:v>
                </c:pt>
                <c:pt idx="4618">
                  <c:v>42992</c:v>
                </c:pt>
                <c:pt idx="4619">
                  <c:v>42993</c:v>
                </c:pt>
                <c:pt idx="4620">
                  <c:v>42996</c:v>
                </c:pt>
                <c:pt idx="4621">
                  <c:v>42997</c:v>
                </c:pt>
                <c:pt idx="4622">
                  <c:v>42998</c:v>
                </c:pt>
                <c:pt idx="4623">
                  <c:v>42999</c:v>
                </c:pt>
                <c:pt idx="4624">
                  <c:v>43000</c:v>
                </c:pt>
                <c:pt idx="4625">
                  <c:v>43003</c:v>
                </c:pt>
                <c:pt idx="4626">
                  <c:v>43004</c:v>
                </c:pt>
                <c:pt idx="4627">
                  <c:v>43005</c:v>
                </c:pt>
                <c:pt idx="4628">
                  <c:v>43006</c:v>
                </c:pt>
                <c:pt idx="4629">
                  <c:v>43007</c:v>
                </c:pt>
                <c:pt idx="4630">
                  <c:v>43010</c:v>
                </c:pt>
                <c:pt idx="4631">
                  <c:v>43011</c:v>
                </c:pt>
                <c:pt idx="4632">
                  <c:v>43012</c:v>
                </c:pt>
                <c:pt idx="4633">
                  <c:v>43013</c:v>
                </c:pt>
                <c:pt idx="4634">
                  <c:v>43014</c:v>
                </c:pt>
                <c:pt idx="4635">
                  <c:v>43017</c:v>
                </c:pt>
                <c:pt idx="4636">
                  <c:v>43018</c:v>
                </c:pt>
                <c:pt idx="4637">
                  <c:v>43019</c:v>
                </c:pt>
                <c:pt idx="4638">
                  <c:v>43020</c:v>
                </c:pt>
                <c:pt idx="4639">
                  <c:v>43021</c:v>
                </c:pt>
                <c:pt idx="4640">
                  <c:v>43024</c:v>
                </c:pt>
                <c:pt idx="4641">
                  <c:v>43025</c:v>
                </c:pt>
                <c:pt idx="4642">
                  <c:v>43026</c:v>
                </c:pt>
                <c:pt idx="4643">
                  <c:v>43027</c:v>
                </c:pt>
                <c:pt idx="4644">
                  <c:v>43028</c:v>
                </c:pt>
                <c:pt idx="4645">
                  <c:v>43031</c:v>
                </c:pt>
                <c:pt idx="4646">
                  <c:v>43032</c:v>
                </c:pt>
                <c:pt idx="4647">
                  <c:v>43033</c:v>
                </c:pt>
                <c:pt idx="4648">
                  <c:v>43034</c:v>
                </c:pt>
                <c:pt idx="4649">
                  <c:v>43035</c:v>
                </c:pt>
                <c:pt idx="4650">
                  <c:v>43038</c:v>
                </c:pt>
                <c:pt idx="4651">
                  <c:v>43039</c:v>
                </c:pt>
                <c:pt idx="4652">
                  <c:v>43040</c:v>
                </c:pt>
                <c:pt idx="4653">
                  <c:v>43041</c:v>
                </c:pt>
                <c:pt idx="4654">
                  <c:v>43042</c:v>
                </c:pt>
                <c:pt idx="4655">
                  <c:v>43045</c:v>
                </c:pt>
                <c:pt idx="4656">
                  <c:v>43046</c:v>
                </c:pt>
                <c:pt idx="4657">
                  <c:v>43047</c:v>
                </c:pt>
                <c:pt idx="4658">
                  <c:v>43048</c:v>
                </c:pt>
                <c:pt idx="4659">
                  <c:v>43049</c:v>
                </c:pt>
                <c:pt idx="4660">
                  <c:v>43052</c:v>
                </c:pt>
                <c:pt idx="4661">
                  <c:v>43053</c:v>
                </c:pt>
                <c:pt idx="4662">
                  <c:v>43054</c:v>
                </c:pt>
                <c:pt idx="4663">
                  <c:v>43055</c:v>
                </c:pt>
                <c:pt idx="4664">
                  <c:v>43056</c:v>
                </c:pt>
                <c:pt idx="4665">
                  <c:v>43059</c:v>
                </c:pt>
                <c:pt idx="4666">
                  <c:v>43060</c:v>
                </c:pt>
                <c:pt idx="4667">
                  <c:v>43061</c:v>
                </c:pt>
                <c:pt idx="4668">
                  <c:v>43062</c:v>
                </c:pt>
                <c:pt idx="4669">
                  <c:v>43063</c:v>
                </c:pt>
                <c:pt idx="4670">
                  <c:v>43066</c:v>
                </c:pt>
                <c:pt idx="4671">
                  <c:v>43067</c:v>
                </c:pt>
                <c:pt idx="4672">
                  <c:v>43068</c:v>
                </c:pt>
                <c:pt idx="4673">
                  <c:v>43069</c:v>
                </c:pt>
                <c:pt idx="4674">
                  <c:v>43070</c:v>
                </c:pt>
                <c:pt idx="4675">
                  <c:v>43073</c:v>
                </c:pt>
                <c:pt idx="4676">
                  <c:v>43074</c:v>
                </c:pt>
                <c:pt idx="4677">
                  <c:v>43075</c:v>
                </c:pt>
                <c:pt idx="4678">
                  <c:v>43076</c:v>
                </c:pt>
                <c:pt idx="4679">
                  <c:v>43077</c:v>
                </c:pt>
                <c:pt idx="4680">
                  <c:v>43080</c:v>
                </c:pt>
                <c:pt idx="4681">
                  <c:v>43081</c:v>
                </c:pt>
                <c:pt idx="4682">
                  <c:v>43082</c:v>
                </c:pt>
                <c:pt idx="4683">
                  <c:v>43083</c:v>
                </c:pt>
                <c:pt idx="4684">
                  <c:v>43084</c:v>
                </c:pt>
                <c:pt idx="4685">
                  <c:v>43087</c:v>
                </c:pt>
                <c:pt idx="4686">
                  <c:v>43088</c:v>
                </c:pt>
                <c:pt idx="4687">
                  <c:v>43089</c:v>
                </c:pt>
                <c:pt idx="4688">
                  <c:v>43090</c:v>
                </c:pt>
                <c:pt idx="4689">
                  <c:v>43091</c:v>
                </c:pt>
                <c:pt idx="4690">
                  <c:v>43094</c:v>
                </c:pt>
                <c:pt idx="4691">
                  <c:v>43095</c:v>
                </c:pt>
                <c:pt idx="4692">
                  <c:v>43096</c:v>
                </c:pt>
                <c:pt idx="4693">
                  <c:v>43097</c:v>
                </c:pt>
                <c:pt idx="4694">
                  <c:v>43098</c:v>
                </c:pt>
                <c:pt idx="4695">
                  <c:v>43101</c:v>
                </c:pt>
                <c:pt idx="4696">
                  <c:v>43102</c:v>
                </c:pt>
                <c:pt idx="4697">
                  <c:v>43103</c:v>
                </c:pt>
                <c:pt idx="4698">
                  <c:v>43104</c:v>
                </c:pt>
                <c:pt idx="4699">
                  <c:v>43105</c:v>
                </c:pt>
                <c:pt idx="4700">
                  <c:v>43108</c:v>
                </c:pt>
                <c:pt idx="4701">
                  <c:v>43109</c:v>
                </c:pt>
                <c:pt idx="4702">
                  <c:v>43110</c:v>
                </c:pt>
                <c:pt idx="4703">
                  <c:v>43111</c:v>
                </c:pt>
                <c:pt idx="4704">
                  <c:v>43112</c:v>
                </c:pt>
                <c:pt idx="4705">
                  <c:v>43115</c:v>
                </c:pt>
                <c:pt idx="4706">
                  <c:v>43116</c:v>
                </c:pt>
                <c:pt idx="4707">
                  <c:v>43117</c:v>
                </c:pt>
                <c:pt idx="4708">
                  <c:v>43118</c:v>
                </c:pt>
                <c:pt idx="4709">
                  <c:v>43119</c:v>
                </c:pt>
                <c:pt idx="4710">
                  <c:v>43122</c:v>
                </c:pt>
                <c:pt idx="4711">
                  <c:v>43123</c:v>
                </c:pt>
                <c:pt idx="4712">
                  <c:v>43124</c:v>
                </c:pt>
                <c:pt idx="4713">
                  <c:v>43125</c:v>
                </c:pt>
                <c:pt idx="4714">
                  <c:v>43126</c:v>
                </c:pt>
                <c:pt idx="4715">
                  <c:v>43129</c:v>
                </c:pt>
                <c:pt idx="4716">
                  <c:v>43130</c:v>
                </c:pt>
                <c:pt idx="4717">
                  <c:v>43131</c:v>
                </c:pt>
                <c:pt idx="4718">
                  <c:v>43132</c:v>
                </c:pt>
                <c:pt idx="4719">
                  <c:v>43133</c:v>
                </c:pt>
                <c:pt idx="4720">
                  <c:v>43136</c:v>
                </c:pt>
                <c:pt idx="4721">
                  <c:v>43137</c:v>
                </c:pt>
                <c:pt idx="4722">
                  <c:v>43138</c:v>
                </c:pt>
                <c:pt idx="4723">
                  <c:v>43139</c:v>
                </c:pt>
                <c:pt idx="4724">
                  <c:v>43140</c:v>
                </c:pt>
                <c:pt idx="4725">
                  <c:v>43143</c:v>
                </c:pt>
                <c:pt idx="4726">
                  <c:v>43144</c:v>
                </c:pt>
                <c:pt idx="4727">
                  <c:v>43145</c:v>
                </c:pt>
                <c:pt idx="4728">
                  <c:v>43146</c:v>
                </c:pt>
                <c:pt idx="4729">
                  <c:v>43147</c:v>
                </c:pt>
                <c:pt idx="4730">
                  <c:v>43150</c:v>
                </c:pt>
                <c:pt idx="4731">
                  <c:v>43151</c:v>
                </c:pt>
                <c:pt idx="4732">
                  <c:v>43152</c:v>
                </c:pt>
                <c:pt idx="4733">
                  <c:v>43153</c:v>
                </c:pt>
                <c:pt idx="4734">
                  <c:v>43154</c:v>
                </c:pt>
                <c:pt idx="4735">
                  <c:v>43157</c:v>
                </c:pt>
                <c:pt idx="4736">
                  <c:v>43158</c:v>
                </c:pt>
                <c:pt idx="4737">
                  <c:v>43159</c:v>
                </c:pt>
                <c:pt idx="4738">
                  <c:v>43160</c:v>
                </c:pt>
                <c:pt idx="4739">
                  <c:v>43161</c:v>
                </c:pt>
                <c:pt idx="4740">
                  <c:v>43164</c:v>
                </c:pt>
                <c:pt idx="4741">
                  <c:v>43165</c:v>
                </c:pt>
                <c:pt idx="4742">
                  <c:v>43166</c:v>
                </c:pt>
                <c:pt idx="4743">
                  <c:v>43167</c:v>
                </c:pt>
                <c:pt idx="4744">
                  <c:v>43168</c:v>
                </c:pt>
                <c:pt idx="4745">
                  <c:v>43171</c:v>
                </c:pt>
                <c:pt idx="4746">
                  <c:v>43172</c:v>
                </c:pt>
                <c:pt idx="4747">
                  <c:v>43173</c:v>
                </c:pt>
                <c:pt idx="4748">
                  <c:v>43174</c:v>
                </c:pt>
                <c:pt idx="4749">
                  <c:v>43175</c:v>
                </c:pt>
                <c:pt idx="4750">
                  <c:v>43178</c:v>
                </c:pt>
                <c:pt idx="4751">
                  <c:v>43179</c:v>
                </c:pt>
                <c:pt idx="4752">
                  <c:v>43180</c:v>
                </c:pt>
                <c:pt idx="4753">
                  <c:v>43181</c:v>
                </c:pt>
                <c:pt idx="4754">
                  <c:v>43182</c:v>
                </c:pt>
                <c:pt idx="4755">
                  <c:v>43185</c:v>
                </c:pt>
                <c:pt idx="4756">
                  <c:v>43186</c:v>
                </c:pt>
                <c:pt idx="4757">
                  <c:v>43187</c:v>
                </c:pt>
                <c:pt idx="4758">
                  <c:v>43188</c:v>
                </c:pt>
                <c:pt idx="4759">
                  <c:v>43189</c:v>
                </c:pt>
                <c:pt idx="4760">
                  <c:v>43192</c:v>
                </c:pt>
                <c:pt idx="4761">
                  <c:v>43193</c:v>
                </c:pt>
                <c:pt idx="4762">
                  <c:v>43194</c:v>
                </c:pt>
                <c:pt idx="4763">
                  <c:v>43195</c:v>
                </c:pt>
                <c:pt idx="4764">
                  <c:v>43196</c:v>
                </c:pt>
                <c:pt idx="4765">
                  <c:v>43199</c:v>
                </c:pt>
                <c:pt idx="4766">
                  <c:v>43200</c:v>
                </c:pt>
                <c:pt idx="4767">
                  <c:v>43201</c:v>
                </c:pt>
                <c:pt idx="4768">
                  <c:v>43202</c:v>
                </c:pt>
                <c:pt idx="4769">
                  <c:v>43203</c:v>
                </c:pt>
                <c:pt idx="4770">
                  <c:v>43206</c:v>
                </c:pt>
                <c:pt idx="4771">
                  <c:v>43207</c:v>
                </c:pt>
                <c:pt idx="4772">
                  <c:v>43208</c:v>
                </c:pt>
                <c:pt idx="4773">
                  <c:v>43209</c:v>
                </c:pt>
                <c:pt idx="4774">
                  <c:v>43210</c:v>
                </c:pt>
                <c:pt idx="4775">
                  <c:v>43213</c:v>
                </c:pt>
                <c:pt idx="4776">
                  <c:v>43214</c:v>
                </c:pt>
                <c:pt idx="4777">
                  <c:v>43215</c:v>
                </c:pt>
                <c:pt idx="4778">
                  <c:v>43216</c:v>
                </c:pt>
                <c:pt idx="4779">
                  <c:v>43217</c:v>
                </c:pt>
                <c:pt idx="4780">
                  <c:v>43220</c:v>
                </c:pt>
                <c:pt idx="4781">
                  <c:v>43221</c:v>
                </c:pt>
                <c:pt idx="4782">
                  <c:v>43222</c:v>
                </c:pt>
                <c:pt idx="4783">
                  <c:v>43223</c:v>
                </c:pt>
                <c:pt idx="4784">
                  <c:v>43224</c:v>
                </c:pt>
                <c:pt idx="4785">
                  <c:v>43227</c:v>
                </c:pt>
                <c:pt idx="4786">
                  <c:v>43228</c:v>
                </c:pt>
                <c:pt idx="4787">
                  <c:v>43229</c:v>
                </c:pt>
                <c:pt idx="4788">
                  <c:v>43230</c:v>
                </c:pt>
                <c:pt idx="4789">
                  <c:v>43231</c:v>
                </c:pt>
                <c:pt idx="4790">
                  <c:v>43234</c:v>
                </c:pt>
                <c:pt idx="4791">
                  <c:v>43235</c:v>
                </c:pt>
                <c:pt idx="4792">
                  <c:v>43236</c:v>
                </c:pt>
                <c:pt idx="4793">
                  <c:v>43237</c:v>
                </c:pt>
                <c:pt idx="4794">
                  <c:v>43238</c:v>
                </c:pt>
                <c:pt idx="4795">
                  <c:v>43241</c:v>
                </c:pt>
                <c:pt idx="4796">
                  <c:v>43242</c:v>
                </c:pt>
                <c:pt idx="4797">
                  <c:v>43243</c:v>
                </c:pt>
                <c:pt idx="4798">
                  <c:v>43244</c:v>
                </c:pt>
                <c:pt idx="4799">
                  <c:v>43245</c:v>
                </c:pt>
                <c:pt idx="4800">
                  <c:v>43248</c:v>
                </c:pt>
                <c:pt idx="4801">
                  <c:v>43249</c:v>
                </c:pt>
                <c:pt idx="4802">
                  <c:v>43250</c:v>
                </c:pt>
                <c:pt idx="4803">
                  <c:v>43251</c:v>
                </c:pt>
                <c:pt idx="4804">
                  <c:v>43252</c:v>
                </c:pt>
                <c:pt idx="4805">
                  <c:v>43255</c:v>
                </c:pt>
                <c:pt idx="4806">
                  <c:v>43256</c:v>
                </c:pt>
                <c:pt idx="4807">
                  <c:v>43257</c:v>
                </c:pt>
                <c:pt idx="4808">
                  <c:v>43258</c:v>
                </c:pt>
                <c:pt idx="4809">
                  <c:v>43259</c:v>
                </c:pt>
                <c:pt idx="4810">
                  <c:v>43262</c:v>
                </c:pt>
                <c:pt idx="4811">
                  <c:v>43263</c:v>
                </c:pt>
                <c:pt idx="4812">
                  <c:v>43264</c:v>
                </c:pt>
                <c:pt idx="4813">
                  <c:v>43265</c:v>
                </c:pt>
                <c:pt idx="4814">
                  <c:v>43266</c:v>
                </c:pt>
                <c:pt idx="4815">
                  <c:v>43269</c:v>
                </c:pt>
                <c:pt idx="4816">
                  <c:v>43270</c:v>
                </c:pt>
                <c:pt idx="4817">
                  <c:v>43271</c:v>
                </c:pt>
                <c:pt idx="4818">
                  <c:v>43272</c:v>
                </c:pt>
                <c:pt idx="4819">
                  <c:v>43273</c:v>
                </c:pt>
                <c:pt idx="4820">
                  <c:v>43276</c:v>
                </c:pt>
                <c:pt idx="4821">
                  <c:v>43277</c:v>
                </c:pt>
                <c:pt idx="4822">
                  <c:v>43278</c:v>
                </c:pt>
                <c:pt idx="4823">
                  <c:v>43279</c:v>
                </c:pt>
                <c:pt idx="4824">
                  <c:v>43280</c:v>
                </c:pt>
                <c:pt idx="4825">
                  <c:v>43283</c:v>
                </c:pt>
                <c:pt idx="4826">
                  <c:v>43284</c:v>
                </c:pt>
                <c:pt idx="4827">
                  <c:v>43285</c:v>
                </c:pt>
                <c:pt idx="4828">
                  <c:v>43286</c:v>
                </c:pt>
                <c:pt idx="4829">
                  <c:v>43287</c:v>
                </c:pt>
                <c:pt idx="4830">
                  <c:v>43290</c:v>
                </c:pt>
                <c:pt idx="4831">
                  <c:v>43291</c:v>
                </c:pt>
                <c:pt idx="4832">
                  <c:v>43292</c:v>
                </c:pt>
                <c:pt idx="4833">
                  <c:v>43293</c:v>
                </c:pt>
                <c:pt idx="4834">
                  <c:v>43294</c:v>
                </c:pt>
                <c:pt idx="4835">
                  <c:v>43297</c:v>
                </c:pt>
                <c:pt idx="4836">
                  <c:v>43298</c:v>
                </c:pt>
                <c:pt idx="4837">
                  <c:v>43299</c:v>
                </c:pt>
                <c:pt idx="4838">
                  <c:v>43300</c:v>
                </c:pt>
                <c:pt idx="4839">
                  <c:v>43301</c:v>
                </c:pt>
                <c:pt idx="4840">
                  <c:v>43304</c:v>
                </c:pt>
                <c:pt idx="4841">
                  <c:v>43305</c:v>
                </c:pt>
                <c:pt idx="4842">
                  <c:v>43306</c:v>
                </c:pt>
                <c:pt idx="4843">
                  <c:v>43307</c:v>
                </c:pt>
                <c:pt idx="4844">
                  <c:v>43308</c:v>
                </c:pt>
                <c:pt idx="4845">
                  <c:v>43311</c:v>
                </c:pt>
                <c:pt idx="4846">
                  <c:v>43312</c:v>
                </c:pt>
                <c:pt idx="4847">
                  <c:v>43313</c:v>
                </c:pt>
                <c:pt idx="4848">
                  <c:v>43314</c:v>
                </c:pt>
                <c:pt idx="4849">
                  <c:v>43315</c:v>
                </c:pt>
                <c:pt idx="4850">
                  <c:v>43318</c:v>
                </c:pt>
                <c:pt idx="4851">
                  <c:v>43319</c:v>
                </c:pt>
                <c:pt idx="4852">
                  <c:v>43320</c:v>
                </c:pt>
                <c:pt idx="4853">
                  <c:v>43321</c:v>
                </c:pt>
                <c:pt idx="4854">
                  <c:v>43322</c:v>
                </c:pt>
                <c:pt idx="4855">
                  <c:v>43325</c:v>
                </c:pt>
                <c:pt idx="4856">
                  <c:v>43326</c:v>
                </c:pt>
                <c:pt idx="4857">
                  <c:v>43327</c:v>
                </c:pt>
                <c:pt idx="4858">
                  <c:v>43328</c:v>
                </c:pt>
                <c:pt idx="4859">
                  <c:v>43329</c:v>
                </c:pt>
                <c:pt idx="4860">
                  <c:v>43332</c:v>
                </c:pt>
                <c:pt idx="4861">
                  <c:v>43333</c:v>
                </c:pt>
                <c:pt idx="4862">
                  <c:v>43334</c:v>
                </c:pt>
                <c:pt idx="4863">
                  <c:v>43335</c:v>
                </c:pt>
                <c:pt idx="4864">
                  <c:v>43336</c:v>
                </c:pt>
                <c:pt idx="4865">
                  <c:v>43339</c:v>
                </c:pt>
                <c:pt idx="4866">
                  <c:v>43340</c:v>
                </c:pt>
                <c:pt idx="4867">
                  <c:v>43341</c:v>
                </c:pt>
                <c:pt idx="4868">
                  <c:v>43342</c:v>
                </c:pt>
                <c:pt idx="4869">
                  <c:v>43343</c:v>
                </c:pt>
                <c:pt idx="4870">
                  <c:v>43346</c:v>
                </c:pt>
                <c:pt idx="4871">
                  <c:v>43347</c:v>
                </c:pt>
                <c:pt idx="4872">
                  <c:v>43348</c:v>
                </c:pt>
                <c:pt idx="4873">
                  <c:v>43349</c:v>
                </c:pt>
                <c:pt idx="4874">
                  <c:v>43350</c:v>
                </c:pt>
                <c:pt idx="4875">
                  <c:v>43353</c:v>
                </c:pt>
                <c:pt idx="4876">
                  <c:v>43354</c:v>
                </c:pt>
                <c:pt idx="4877">
                  <c:v>43355</c:v>
                </c:pt>
                <c:pt idx="4878">
                  <c:v>43356</c:v>
                </c:pt>
                <c:pt idx="4879">
                  <c:v>43357</c:v>
                </c:pt>
                <c:pt idx="4880">
                  <c:v>43360</c:v>
                </c:pt>
                <c:pt idx="4881">
                  <c:v>43361</c:v>
                </c:pt>
                <c:pt idx="4882">
                  <c:v>43362</c:v>
                </c:pt>
                <c:pt idx="4883">
                  <c:v>43363</c:v>
                </c:pt>
                <c:pt idx="4884">
                  <c:v>43364</c:v>
                </c:pt>
                <c:pt idx="4885">
                  <c:v>43367</c:v>
                </c:pt>
                <c:pt idx="4886">
                  <c:v>43368</c:v>
                </c:pt>
                <c:pt idx="4887">
                  <c:v>43369</c:v>
                </c:pt>
                <c:pt idx="4888">
                  <c:v>43370</c:v>
                </c:pt>
                <c:pt idx="4889">
                  <c:v>43371</c:v>
                </c:pt>
                <c:pt idx="4890">
                  <c:v>43374</c:v>
                </c:pt>
                <c:pt idx="4891">
                  <c:v>43375</c:v>
                </c:pt>
                <c:pt idx="4892">
                  <c:v>43376</c:v>
                </c:pt>
                <c:pt idx="4893">
                  <c:v>43377</c:v>
                </c:pt>
                <c:pt idx="4894">
                  <c:v>43378</c:v>
                </c:pt>
                <c:pt idx="4895">
                  <c:v>43381</c:v>
                </c:pt>
                <c:pt idx="4896">
                  <c:v>43382</c:v>
                </c:pt>
                <c:pt idx="4897">
                  <c:v>43383</c:v>
                </c:pt>
                <c:pt idx="4898">
                  <c:v>43384</c:v>
                </c:pt>
                <c:pt idx="4899">
                  <c:v>43385</c:v>
                </c:pt>
                <c:pt idx="4900">
                  <c:v>43388</c:v>
                </c:pt>
                <c:pt idx="4901">
                  <c:v>43389</c:v>
                </c:pt>
                <c:pt idx="4902">
                  <c:v>43390</c:v>
                </c:pt>
                <c:pt idx="4903">
                  <c:v>43391</c:v>
                </c:pt>
                <c:pt idx="4904">
                  <c:v>43392</c:v>
                </c:pt>
                <c:pt idx="4905">
                  <c:v>43395</c:v>
                </c:pt>
                <c:pt idx="4906">
                  <c:v>43396</c:v>
                </c:pt>
                <c:pt idx="4907">
                  <c:v>43397</c:v>
                </c:pt>
                <c:pt idx="4908">
                  <c:v>43398</c:v>
                </c:pt>
                <c:pt idx="4909">
                  <c:v>43399</c:v>
                </c:pt>
                <c:pt idx="4910">
                  <c:v>43402</c:v>
                </c:pt>
                <c:pt idx="4911">
                  <c:v>43403</c:v>
                </c:pt>
                <c:pt idx="4912">
                  <c:v>43404</c:v>
                </c:pt>
                <c:pt idx="4913">
                  <c:v>43405</c:v>
                </c:pt>
                <c:pt idx="4914">
                  <c:v>43406</c:v>
                </c:pt>
                <c:pt idx="4915">
                  <c:v>43409</c:v>
                </c:pt>
                <c:pt idx="4916">
                  <c:v>43410</c:v>
                </c:pt>
                <c:pt idx="4917">
                  <c:v>43411</c:v>
                </c:pt>
                <c:pt idx="4918">
                  <c:v>43412</c:v>
                </c:pt>
                <c:pt idx="4919">
                  <c:v>43413</c:v>
                </c:pt>
                <c:pt idx="4920">
                  <c:v>43416</c:v>
                </c:pt>
                <c:pt idx="4921">
                  <c:v>43417</c:v>
                </c:pt>
                <c:pt idx="4922">
                  <c:v>43418</c:v>
                </c:pt>
                <c:pt idx="4923">
                  <c:v>43419</c:v>
                </c:pt>
                <c:pt idx="4924">
                  <c:v>43420</c:v>
                </c:pt>
                <c:pt idx="4925">
                  <c:v>43423</c:v>
                </c:pt>
                <c:pt idx="4926">
                  <c:v>43424</c:v>
                </c:pt>
                <c:pt idx="4927">
                  <c:v>43425</c:v>
                </c:pt>
                <c:pt idx="4928">
                  <c:v>43426</c:v>
                </c:pt>
                <c:pt idx="4929">
                  <c:v>43427</c:v>
                </c:pt>
                <c:pt idx="4930">
                  <c:v>43430</c:v>
                </c:pt>
                <c:pt idx="4931">
                  <c:v>43431</c:v>
                </c:pt>
                <c:pt idx="4932">
                  <c:v>43432</c:v>
                </c:pt>
                <c:pt idx="4933">
                  <c:v>43433</c:v>
                </c:pt>
                <c:pt idx="4934">
                  <c:v>43434</c:v>
                </c:pt>
                <c:pt idx="4935">
                  <c:v>43437</c:v>
                </c:pt>
                <c:pt idx="4936">
                  <c:v>43438</c:v>
                </c:pt>
                <c:pt idx="4937">
                  <c:v>43439</c:v>
                </c:pt>
                <c:pt idx="4938">
                  <c:v>43440</c:v>
                </c:pt>
                <c:pt idx="4939">
                  <c:v>43441</c:v>
                </c:pt>
                <c:pt idx="4940">
                  <c:v>43444</c:v>
                </c:pt>
                <c:pt idx="4941">
                  <c:v>43445</c:v>
                </c:pt>
                <c:pt idx="4942">
                  <c:v>43446</c:v>
                </c:pt>
                <c:pt idx="4943">
                  <c:v>43447</c:v>
                </c:pt>
                <c:pt idx="4944">
                  <c:v>43448</c:v>
                </c:pt>
                <c:pt idx="4945">
                  <c:v>43451</c:v>
                </c:pt>
                <c:pt idx="4946">
                  <c:v>43452</c:v>
                </c:pt>
                <c:pt idx="4947">
                  <c:v>43453</c:v>
                </c:pt>
                <c:pt idx="4948">
                  <c:v>43454</c:v>
                </c:pt>
                <c:pt idx="4949">
                  <c:v>43455</c:v>
                </c:pt>
                <c:pt idx="4950">
                  <c:v>43458</c:v>
                </c:pt>
                <c:pt idx="4951">
                  <c:v>43459</c:v>
                </c:pt>
                <c:pt idx="4952">
                  <c:v>43460</c:v>
                </c:pt>
                <c:pt idx="4953">
                  <c:v>43461</c:v>
                </c:pt>
                <c:pt idx="4954">
                  <c:v>43462</c:v>
                </c:pt>
                <c:pt idx="4955">
                  <c:v>43465</c:v>
                </c:pt>
                <c:pt idx="4956">
                  <c:v>43466</c:v>
                </c:pt>
                <c:pt idx="4957">
                  <c:v>43467</c:v>
                </c:pt>
                <c:pt idx="4958">
                  <c:v>43468</c:v>
                </c:pt>
                <c:pt idx="4959">
                  <c:v>43469</c:v>
                </c:pt>
                <c:pt idx="4960">
                  <c:v>43472</c:v>
                </c:pt>
                <c:pt idx="4961">
                  <c:v>43473</c:v>
                </c:pt>
                <c:pt idx="4962">
                  <c:v>43474</c:v>
                </c:pt>
                <c:pt idx="4963">
                  <c:v>43475</c:v>
                </c:pt>
                <c:pt idx="4964">
                  <c:v>43476</c:v>
                </c:pt>
                <c:pt idx="4965">
                  <c:v>43479</c:v>
                </c:pt>
                <c:pt idx="4966">
                  <c:v>43480</c:v>
                </c:pt>
                <c:pt idx="4967">
                  <c:v>43481</c:v>
                </c:pt>
                <c:pt idx="4968">
                  <c:v>43482</c:v>
                </c:pt>
                <c:pt idx="4969">
                  <c:v>43483</c:v>
                </c:pt>
                <c:pt idx="4970">
                  <c:v>43486</c:v>
                </c:pt>
                <c:pt idx="4971">
                  <c:v>43487</c:v>
                </c:pt>
                <c:pt idx="4972">
                  <c:v>43488</c:v>
                </c:pt>
                <c:pt idx="4973">
                  <c:v>43489</c:v>
                </c:pt>
                <c:pt idx="4974">
                  <c:v>43490</c:v>
                </c:pt>
                <c:pt idx="4975">
                  <c:v>43493</c:v>
                </c:pt>
                <c:pt idx="4976">
                  <c:v>43494</c:v>
                </c:pt>
                <c:pt idx="4977">
                  <c:v>43495</c:v>
                </c:pt>
                <c:pt idx="4978">
                  <c:v>43496</c:v>
                </c:pt>
                <c:pt idx="4979">
                  <c:v>43497</c:v>
                </c:pt>
                <c:pt idx="4980">
                  <c:v>43500</c:v>
                </c:pt>
                <c:pt idx="4981">
                  <c:v>43501</c:v>
                </c:pt>
                <c:pt idx="4982">
                  <c:v>43502</c:v>
                </c:pt>
                <c:pt idx="4983">
                  <c:v>43503</c:v>
                </c:pt>
                <c:pt idx="4984">
                  <c:v>43504</c:v>
                </c:pt>
                <c:pt idx="4985">
                  <c:v>43507</c:v>
                </c:pt>
                <c:pt idx="4986">
                  <c:v>43508</c:v>
                </c:pt>
                <c:pt idx="4987">
                  <c:v>43509</c:v>
                </c:pt>
                <c:pt idx="4988">
                  <c:v>43510</c:v>
                </c:pt>
                <c:pt idx="4989">
                  <c:v>43511</c:v>
                </c:pt>
                <c:pt idx="4990">
                  <c:v>43514</c:v>
                </c:pt>
                <c:pt idx="4991">
                  <c:v>43515</c:v>
                </c:pt>
                <c:pt idx="4992">
                  <c:v>43516</c:v>
                </c:pt>
                <c:pt idx="4993">
                  <c:v>43517</c:v>
                </c:pt>
                <c:pt idx="4994">
                  <c:v>43518</c:v>
                </c:pt>
                <c:pt idx="4995">
                  <c:v>43521</c:v>
                </c:pt>
                <c:pt idx="4996">
                  <c:v>43522</c:v>
                </c:pt>
                <c:pt idx="4997">
                  <c:v>43523</c:v>
                </c:pt>
                <c:pt idx="4998">
                  <c:v>43524</c:v>
                </c:pt>
                <c:pt idx="4999">
                  <c:v>43525</c:v>
                </c:pt>
                <c:pt idx="5000">
                  <c:v>43528</c:v>
                </c:pt>
                <c:pt idx="5001">
                  <c:v>43529</c:v>
                </c:pt>
                <c:pt idx="5002">
                  <c:v>43530</c:v>
                </c:pt>
                <c:pt idx="5003">
                  <c:v>43531</c:v>
                </c:pt>
                <c:pt idx="5004">
                  <c:v>43532</c:v>
                </c:pt>
                <c:pt idx="5005">
                  <c:v>43535</c:v>
                </c:pt>
                <c:pt idx="5006">
                  <c:v>43536</c:v>
                </c:pt>
                <c:pt idx="5007">
                  <c:v>43537</c:v>
                </c:pt>
                <c:pt idx="5008">
                  <c:v>43538</c:v>
                </c:pt>
                <c:pt idx="5009">
                  <c:v>43539</c:v>
                </c:pt>
                <c:pt idx="5010">
                  <c:v>43542</c:v>
                </c:pt>
                <c:pt idx="5011">
                  <c:v>43543</c:v>
                </c:pt>
                <c:pt idx="5012">
                  <c:v>43544</c:v>
                </c:pt>
                <c:pt idx="5013">
                  <c:v>43545</c:v>
                </c:pt>
                <c:pt idx="5014">
                  <c:v>43546</c:v>
                </c:pt>
                <c:pt idx="5015">
                  <c:v>43549</c:v>
                </c:pt>
                <c:pt idx="5016">
                  <c:v>43550</c:v>
                </c:pt>
                <c:pt idx="5017">
                  <c:v>43551</c:v>
                </c:pt>
                <c:pt idx="5018">
                  <c:v>43552</c:v>
                </c:pt>
                <c:pt idx="5019">
                  <c:v>43553</c:v>
                </c:pt>
                <c:pt idx="5020">
                  <c:v>43556</c:v>
                </c:pt>
                <c:pt idx="5021">
                  <c:v>43557</c:v>
                </c:pt>
                <c:pt idx="5022">
                  <c:v>43558</c:v>
                </c:pt>
                <c:pt idx="5023">
                  <c:v>43559</c:v>
                </c:pt>
                <c:pt idx="5024">
                  <c:v>43560</c:v>
                </c:pt>
                <c:pt idx="5025">
                  <c:v>43563</c:v>
                </c:pt>
                <c:pt idx="5026">
                  <c:v>43564</c:v>
                </c:pt>
                <c:pt idx="5027">
                  <c:v>43565</c:v>
                </c:pt>
                <c:pt idx="5028">
                  <c:v>43566</c:v>
                </c:pt>
                <c:pt idx="5029">
                  <c:v>43567</c:v>
                </c:pt>
                <c:pt idx="5030">
                  <c:v>43570</c:v>
                </c:pt>
                <c:pt idx="5031">
                  <c:v>43571</c:v>
                </c:pt>
                <c:pt idx="5032">
                  <c:v>43572</c:v>
                </c:pt>
                <c:pt idx="5033">
                  <c:v>43573</c:v>
                </c:pt>
                <c:pt idx="5034">
                  <c:v>43574</c:v>
                </c:pt>
                <c:pt idx="5035">
                  <c:v>43577</c:v>
                </c:pt>
                <c:pt idx="5036">
                  <c:v>43578</c:v>
                </c:pt>
                <c:pt idx="5037">
                  <c:v>43579</c:v>
                </c:pt>
                <c:pt idx="5038">
                  <c:v>43580</c:v>
                </c:pt>
                <c:pt idx="5039">
                  <c:v>43581</c:v>
                </c:pt>
                <c:pt idx="5040">
                  <c:v>43584</c:v>
                </c:pt>
                <c:pt idx="5041">
                  <c:v>43585</c:v>
                </c:pt>
                <c:pt idx="5042">
                  <c:v>43586</c:v>
                </c:pt>
                <c:pt idx="5043">
                  <c:v>43587</c:v>
                </c:pt>
                <c:pt idx="5044">
                  <c:v>43588</c:v>
                </c:pt>
                <c:pt idx="5045">
                  <c:v>43591</c:v>
                </c:pt>
                <c:pt idx="5046">
                  <c:v>43592</c:v>
                </c:pt>
                <c:pt idx="5047">
                  <c:v>43593</c:v>
                </c:pt>
                <c:pt idx="5048">
                  <c:v>43594</c:v>
                </c:pt>
                <c:pt idx="5049">
                  <c:v>43595</c:v>
                </c:pt>
                <c:pt idx="5050">
                  <c:v>43598</c:v>
                </c:pt>
                <c:pt idx="5051">
                  <c:v>43599</c:v>
                </c:pt>
                <c:pt idx="5052">
                  <c:v>43600</c:v>
                </c:pt>
                <c:pt idx="5053">
                  <c:v>43601</c:v>
                </c:pt>
                <c:pt idx="5054">
                  <c:v>43602</c:v>
                </c:pt>
                <c:pt idx="5055">
                  <c:v>43605</c:v>
                </c:pt>
                <c:pt idx="5056">
                  <c:v>43606</c:v>
                </c:pt>
                <c:pt idx="5057">
                  <c:v>43607</c:v>
                </c:pt>
                <c:pt idx="5058">
                  <c:v>43608</c:v>
                </c:pt>
                <c:pt idx="5059">
                  <c:v>43609</c:v>
                </c:pt>
                <c:pt idx="5060">
                  <c:v>43612</c:v>
                </c:pt>
                <c:pt idx="5061">
                  <c:v>43613</c:v>
                </c:pt>
                <c:pt idx="5062">
                  <c:v>43614</c:v>
                </c:pt>
                <c:pt idx="5063">
                  <c:v>43615</c:v>
                </c:pt>
                <c:pt idx="5064">
                  <c:v>43616</c:v>
                </c:pt>
                <c:pt idx="5065">
                  <c:v>43619</c:v>
                </c:pt>
                <c:pt idx="5066">
                  <c:v>43620</c:v>
                </c:pt>
                <c:pt idx="5067">
                  <c:v>43621</c:v>
                </c:pt>
                <c:pt idx="5068">
                  <c:v>43622</c:v>
                </c:pt>
                <c:pt idx="5069">
                  <c:v>43623</c:v>
                </c:pt>
                <c:pt idx="5070">
                  <c:v>43626</c:v>
                </c:pt>
                <c:pt idx="5071">
                  <c:v>43627</c:v>
                </c:pt>
                <c:pt idx="5072">
                  <c:v>43628</c:v>
                </c:pt>
                <c:pt idx="5073">
                  <c:v>43629</c:v>
                </c:pt>
                <c:pt idx="5074">
                  <c:v>43630</c:v>
                </c:pt>
                <c:pt idx="5075">
                  <c:v>43633</c:v>
                </c:pt>
                <c:pt idx="5076">
                  <c:v>43634</c:v>
                </c:pt>
                <c:pt idx="5077">
                  <c:v>43635</c:v>
                </c:pt>
                <c:pt idx="5078">
                  <c:v>43636</c:v>
                </c:pt>
                <c:pt idx="5079">
                  <c:v>43637</c:v>
                </c:pt>
                <c:pt idx="5080">
                  <c:v>43640</c:v>
                </c:pt>
                <c:pt idx="5081">
                  <c:v>43641</c:v>
                </c:pt>
                <c:pt idx="5082">
                  <c:v>43642</c:v>
                </c:pt>
                <c:pt idx="5083">
                  <c:v>43643</c:v>
                </c:pt>
                <c:pt idx="5084">
                  <c:v>43644</c:v>
                </c:pt>
                <c:pt idx="5085">
                  <c:v>43647</c:v>
                </c:pt>
                <c:pt idx="5086">
                  <c:v>43648</c:v>
                </c:pt>
                <c:pt idx="5087">
                  <c:v>43649</c:v>
                </c:pt>
                <c:pt idx="5088">
                  <c:v>43650</c:v>
                </c:pt>
                <c:pt idx="5089">
                  <c:v>43651</c:v>
                </c:pt>
                <c:pt idx="5090">
                  <c:v>43654</c:v>
                </c:pt>
                <c:pt idx="5091">
                  <c:v>43655</c:v>
                </c:pt>
                <c:pt idx="5092">
                  <c:v>43656</c:v>
                </c:pt>
                <c:pt idx="5093">
                  <c:v>43657</c:v>
                </c:pt>
                <c:pt idx="5094">
                  <c:v>43658</c:v>
                </c:pt>
                <c:pt idx="5095">
                  <c:v>43661</c:v>
                </c:pt>
                <c:pt idx="5096">
                  <c:v>43662</c:v>
                </c:pt>
                <c:pt idx="5097">
                  <c:v>43663</c:v>
                </c:pt>
                <c:pt idx="5098">
                  <c:v>43664</c:v>
                </c:pt>
                <c:pt idx="5099">
                  <c:v>43665</c:v>
                </c:pt>
                <c:pt idx="5100">
                  <c:v>43668</c:v>
                </c:pt>
                <c:pt idx="5101">
                  <c:v>43669</c:v>
                </c:pt>
                <c:pt idx="5102">
                  <c:v>43670</c:v>
                </c:pt>
                <c:pt idx="5103">
                  <c:v>43671</c:v>
                </c:pt>
                <c:pt idx="5104">
                  <c:v>43672</c:v>
                </c:pt>
                <c:pt idx="5105">
                  <c:v>43675</c:v>
                </c:pt>
                <c:pt idx="5106">
                  <c:v>43676</c:v>
                </c:pt>
                <c:pt idx="5107">
                  <c:v>43677</c:v>
                </c:pt>
                <c:pt idx="5108">
                  <c:v>43678</c:v>
                </c:pt>
                <c:pt idx="5109">
                  <c:v>43679</c:v>
                </c:pt>
                <c:pt idx="5110">
                  <c:v>43682</c:v>
                </c:pt>
                <c:pt idx="5111">
                  <c:v>43683</c:v>
                </c:pt>
                <c:pt idx="5112">
                  <c:v>43684</c:v>
                </c:pt>
                <c:pt idx="5113">
                  <c:v>43685</c:v>
                </c:pt>
                <c:pt idx="5114">
                  <c:v>43686</c:v>
                </c:pt>
                <c:pt idx="5115">
                  <c:v>43689</c:v>
                </c:pt>
                <c:pt idx="5116">
                  <c:v>43690</c:v>
                </c:pt>
                <c:pt idx="5117">
                  <c:v>43691</c:v>
                </c:pt>
                <c:pt idx="5118">
                  <c:v>43692</c:v>
                </c:pt>
                <c:pt idx="5119">
                  <c:v>43693</c:v>
                </c:pt>
                <c:pt idx="5120">
                  <c:v>43696</c:v>
                </c:pt>
                <c:pt idx="5121">
                  <c:v>43697</c:v>
                </c:pt>
                <c:pt idx="5122">
                  <c:v>43698</c:v>
                </c:pt>
                <c:pt idx="5123">
                  <c:v>43699</c:v>
                </c:pt>
                <c:pt idx="5124">
                  <c:v>43700</c:v>
                </c:pt>
                <c:pt idx="5125">
                  <c:v>43703</c:v>
                </c:pt>
                <c:pt idx="5126">
                  <c:v>43704</c:v>
                </c:pt>
                <c:pt idx="5127">
                  <c:v>43705</c:v>
                </c:pt>
                <c:pt idx="5128">
                  <c:v>43706</c:v>
                </c:pt>
                <c:pt idx="5129">
                  <c:v>43707</c:v>
                </c:pt>
                <c:pt idx="5130">
                  <c:v>43710</c:v>
                </c:pt>
                <c:pt idx="5131">
                  <c:v>43711</c:v>
                </c:pt>
                <c:pt idx="5132">
                  <c:v>43712</c:v>
                </c:pt>
                <c:pt idx="5133">
                  <c:v>43713</c:v>
                </c:pt>
                <c:pt idx="5134">
                  <c:v>43714</c:v>
                </c:pt>
                <c:pt idx="5135">
                  <c:v>43717</c:v>
                </c:pt>
                <c:pt idx="5136">
                  <c:v>43718</c:v>
                </c:pt>
                <c:pt idx="5137">
                  <c:v>43719</c:v>
                </c:pt>
                <c:pt idx="5138">
                  <c:v>43720</c:v>
                </c:pt>
                <c:pt idx="5139">
                  <c:v>43721</c:v>
                </c:pt>
                <c:pt idx="5140">
                  <c:v>43724</c:v>
                </c:pt>
                <c:pt idx="5141">
                  <c:v>43725</c:v>
                </c:pt>
                <c:pt idx="5142">
                  <c:v>43726</c:v>
                </c:pt>
                <c:pt idx="5143">
                  <c:v>43727</c:v>
                </c:pt>
                <c:pt idx="5144">
                  <c:v>43728</c:v>
                </c:pt>
                <c:pt idx="5145">
                  <c:v>43731</c:v>
                </c:pt>
                <c:pt idx="5146">
                  <c:v>43732</c:v>
                </c:pt>
                <c:pt idx="5147">
                  <c:v>43733</c:v>
                </c:pt>
                <c:pt idx="5148">
                  <c:v>43734</c:v>
                </c:pt>
                <c:pt idx="5149">
                  <c:v>43735</c:v>
                </c:pt>
                <c:pt idx="5150">
                  <c:v>43738</c:v>
                </c:pt>
                <c:pt idx="5151">
                  <c:v>43739</c:v>
                </c:pt>
                <c:pt idx="5152">
                  <c:v>43740</c:v>
                </c:pt>
                <c:pt idx="5153">
                  <c:v>43741</c:v>
                </c:pt>
                <c:pt idx="5154">
                  <c:v>43742</c:v>
                </c:pt>
                <c:pt idx="5155">
                  <c:v>43745</c:v>
                </c:pt>
                <c:pt idx="5156">
                  <c:v>43746</c:v>
                </c:pt>
                <c:pt idx="5157">
                  <c:v>43747</c:v>
                </c:pt>
                <c:pt idx="5158">
                  <c:v>43748</c:v>
                </c:pt>
                <c:pt idx="5159">
                  <c:v>43749</c:v>
                </c:pt>
                <c:pt idx="5160">
                  <c:v>43752</c:v>
                </c:pt>
                <c:pt idx="5161">
                  <c:v>43753</c:v>
                </c:pt>
                <c:pt idx="5162">
                  <c:v>43754</c:v>
                </c:pt>
                <c:pt idx="5163">
                  <c:v>43755</c:v>
                </c:pt>
                <c:pt idx="5164">
                  <c:v>43756</c:v>
                </c:pt>
                <c:pt idx="5165">
                  <c:v>43759</c:v>
                </c:pt>
                <c:pt idx="5166">
                  <c:v>43760</c:v>
                </c:pt>
                <c:pt idx="5167">
                  <c:v>43761</c:v>
                </c:pt>
                <c:pt idx="5168">
                  <c:v>43762</c:v>
                </c:pt>
                <c:pt idx="5169">
                  <c:v>43763</c:v>
                </c:pt>
                <c:pt idx="5170">
                  <c:v>43766</c:v>
                </c:pt>
                <c:pt idx="5171">
                  <c:v>43767</c:v>
                </c:pt>
                <c:pt idx="5172">
                  <c:v>43768</c:v>
                </c:pt>
                <c:pt idx="5173">
                  <c:v>43769</c:v>
                </c:pt>
                <c:pt idx="5174">
                  <c:v>43770</c:v>
                </c:pt>
                <c:pt idx="5175">
                  <c:v>43773</c:v>
                </c:pt>
                <c:pt idx="5176">
                  <c:v>43774</c:v>
                </c:pt>
                <c:pt idx="5177">
                  <c:v>43775</c:v>
                </c:pt>
                <c:pt idx="5178">
                  <c:v>43776</c:v>
                </c:pt>
                <c:pt idx="5179">
                  <c:v>43777</c:v>
                </c:pt>
                <c:pt idx="5180">
                  <c:v>43780</c:v>
                </c:pt>
                <c:pt idx="5181">
                  <c:v>43781</c:v>
                </c:pt>
                <c:pt idx="5182">
                  <c:v>43782</c:v>
                </c:pt>
                <c:pt idx="5183">
                  <c:v>43783</c:v>
                </c:pt>
                <c:pt idx="5184">
                  <c:v>43784</c:v>
                </c:pt>
                <c:pt idx="5185">
                  <c:v>43787</c:v>
                </c:pt>
                <c:pt idx="5186">
                  <c:v>43788</c:v>
                </c:pt>
                <c:pt idx="5187">
                  <c:v>43789</c:v>
                </c:pt>
                <c:pt idx="5188">
                  <c:v>43790</c:v>
                </c:pt>
                <c:pt idx="5189">
                  <c:v>43791</c:v>
                </c:pt>
                <c:pt idx="5190">
                  <c:v>43794</c:v>
                </c:pt>
                <c:pt idx="5191">
                  <c:v>43795</c:v>
                </c:pt>
                <c:pt idx="5192">
                  <c:v>43796</c:v>
                </c:pt>
                <c:pt idx="5193">
                  <c:v>43797</c:v>
                </c:pt>
                <c:pt idx="5194">
                  <c:v>43798</c:v>
                </c:pt>
                <c:pt idx="5195">
                  <c:v>43801</c:v>
                </c:pt>
                <c:pt idx="5196">
                  <c:v>43802</c:v>
                </c:pt>
                <c:pt idx="5197">
                  <c:v>43803</c:v>
                </c:pt>
                <c:pt idx="5198">
                  <c:v>43804</c:v>
                </c:pt>
                <c:pt idx="5199">
                  <c:v>43805</c:v>
                </c:pt>
                <c:pt idx="5200">
                  <c:v>43808</c:v>
                </c:pt>
                <c:pt idx="5201">
                  <c:v>43809</c:v>
                </c:pt>
                <c:pt idx="5202">
                  <c:v>43810</c:v>
                </c:pt>
                <c:pt idx="5203">
                  <c:v>43811</c:v>
                </c:pt>
                <c:pt idx="5204">
                  <c:v>43812</c:v>
                </c:pt>
                <c:pt idx="5205">
                  <c:v>43815</c:v>
                </c:pt>
                <c:pt idx="5206">
                  <c:v>43816</c:v>
                </c:pt>
                <c:pt idx="5207">
                  <c:v>43817</c:v>
                </c:pt>
                <c:pt idx="5208">
                  <c:v>43818</c:v>
                </c:pt>
                <c:pt idx="5209">
                  <c:v>43819</c:v>
                </c:pt>
                <c:pt idx="5210">
                  <c:v>43822</c:v>
                </c:pt>
                <c:pt idx="5211">
                  <c:v>43823</c:v>
                </c:pt>
                <c:pt idx="5212">
                  <c:v>43824</c:v>
                </c:pt>
                <c:pt idx="5213">
                  <c:v>43825</c:v>
                </c:pt>
                <c:pt idx="5214">
                  <c:v>43826</c:v>
                </c:pt>
                <c:pt idx="5215">
                  <c:v>43829</c:v>
                </c:pt>
                <c:pt idx="5216">
                  <c:v>43830</c:v>
                </c:pt>
                <c:pt idx="5217">
                  <c:v>43831</c:v>
                </c:pt>
                <c:pt idx="5218">
                  <c:v>43832</c:v>
                </c:pt>
                <c:pt idx="5219">
                  <c:v>43833</c:v>
                </c:pt>
                <c:pt idx="5220">
                  <c:v>43836</c:v>
                </c:pt>
                <c:pt idx="5221">
                  <c:v>43837</c:v>
                </c:pt>
                <c:pt idx="5222">
                  <c:v>43838</c:v>
                </c:pt>
                <c:pt idx="5223">
                  <c:v>43839</c:v>
                </c:pt>
                <c:pt idx="5224">
                  <c:v>43840</c:v>
                </c:pt>
                <c:pt idx="5225">
                  <c:v>43843</c:v>
                </c:pt>
                <c:pt idx="5226">
                  <c:v>43844</c:v>
                </c:pt>
                <c:pt idx="5227">
                  <c:v>43845</c:v>
                </c:pt>
                <c:pt idx="5228">
                  <c:v>43846</c:v>
                </c:pt>
                <c:pt idx="5229">
                  <c:v>43847</c:v>
                </c:pt>
                <c:pt idx="5230">
                  <c:v>43850</c:v>
                </c:pt>
                <c:pt idx="5231">
                  <c:v>43851</c:v>
                </c:pt>
                <c:pt idx="5232">
                  <c:v>43852</c:v>
                </c:pt>
                <c:pt idx="5233">
                  <c:v>43853</c:v>
                </c:pt>
                <c:pt idx="5234">
                  <c:v>43854</c:v>
                </c:pt>
                <c:pt idx="5235">
                  <c:v>43857</c:v>
                </c:pt>
                <c:pt idx="5236">
                  <c:v>43858</c:v>
                </c:pt>
                <c:pt idx="5237">
                  <c:v>43859</c:v>
                </c:pt>
                <c:pt idx="5238">
                  <c:v>43860</c:v>
                </c:pt>
                <c:pt idx="5239">
                  <c:v>43861</c:v>
                </c:pt>
                <c:pt idx="5240">
                  <c:v>43864</c:v>
                </c:pt>
                <c:pt idx="5241">
                  <c:v>43865</c:v>
                </c:pt>
                <c:pt idx="5242">
                  <c:v>43866</c:v>
                </c:pt>
                <c:pt idx="5243">
                  <c:v>43867</c:v>
                </c:pt>
                <c:pt idx="5244">
                  <c:v>43868</c:v>
                </c:pt>
                <c:pt idx="5245">
                  <c:v>43871</c:v>
                </c:pt>
                <c:pt idx="5246">
                  <c:v>43872</c:v>
                </c:pt>
                <c:pt idx="5247">
                  <c:v>43873</c:v>
                </c:pt>
                <c:pt idx="5248">
                  <c:v>43874</c:v>
                </c:pt>
                <c:pt idx="5249">
                  <c:v>43875</c:v>
                </c:pt>
                <c:pt idx="5250">
                  <c:v>43878</c:v>
                </c:pt>
                <c:pt idx="5251">
                  <c:v>43879</c:v>
                </c:pt>
                <c:pt idx="5252">
                  <c:v>43880</c:v>
                </c:pt>
                <c:pt idx="5253">
                  <c:v>43881</c:v>
                </c:pt>
                <c:pt idx="5254">
                  <c:v>43882</c:v>
                </c:pt>
                <c:pt idx="5255">
                  <c:v>43885</c:v>
                </c:pt>
                <c:pt idx="5256">
                  <c:v>43886</c:v>
                </c:pt>
                <c:pt idx="5257">
                  <c:v>43887</c:v>
                </c:pt>
                <c:pt idx="5258">
                  <c:v>43888</c:v>
                </c:pt>
                <c:pt idx="5259">
                  <c:v>43889</c:v>
                </c:pt>
                <c:pt idx="5260">
                  <c:v>43892</c:v>
                </c:pt>
                <c:pt idx="5261">
                  <c:v>43893</c:v>
                </c:pt>
                <c:pt idx="5262">
                  <c:v>43894</c:v>
                </c:pt>
                <c:pt idx="5263">
                  <c:v>43895</c:v>
                </c:pt>
                <c:pt idx="5264">
                  <c:v>43896</c:v>
                </c:pt>
                <c:pt idx="5265">
                  <c:v>43899</c:v>
                </c:pt>
                <c:pt idx="5266">
                  <c:v>43900</c:v>
                </c:pt>
                <c:pt idx="5267">
                  <c:v>43901</c:v>
                </c:pt>
                <c:pt idx="5268">
                  <c:v>43902</c:v>
                </c:pt>
                <c:pt idx="5269">
                  <c:v>43903</c:v>
                </c:pt>
                <c:pt idx="5270">
                  <c:v>43906</c:v>
                </c:pt>
                <c:pt idx="5271">
                  <c:v>43907</c:v>
                </c:pt>
                <c:pt idx="5272">
                  <c:v>43908</c:v>
                </c:pt>
                <c:pt idx="5273">
                  <c:v>43909</c:v>
                </c:pt>
                <c:pt idx="5274">
                  <c:v>43910</c:v>
                </c:pt>
                <c:pt idx="5275">
                  <c:v>43913</c:v>
                </c:pt>
                <c:pt idx="5276">
                  <c:v>43914</c:v>
                </c:pt>
                <c:pt idx="5277">
                  <c:v>43915</c:v>
                </c:pt>
                <c:pt idx="5278">
                  <c:v>43916</c:v>
                </c:pt>
                <c:pt idx="5279">
                  <c:v>43917</c:v>
                </c:pt>
                <c:pt idx="5280">
                  <c:v>43920</c:v>
                </c:pt>
                <c:pt idx="5281">
                  <c:v>43921</c:v>
                </c:pt>
                <c:pt idx="5282">
                  <c:v>43922</c:v>
                </c:pt>
                <c:pt idx="5283">
                  <c:v>43923</c:v>
                </c:pt>
                <c:pt idx="5284">
                  <c:v>43924</c:v>
                </c:pt>
                <c:pt idx="5285">
                  <c:v>43927</c:v>
                </c:pt>
                <c:pt idx="5286">
                  <c:v>43928</c:v>
                </c:pt>
                <c:pt idx="5287">
                  <c:v>43929</c:v>
                </c:pt>
                <c:pt idx="5288">
                  <c:v>43930</c:v>
                </c:pt>
                <c:pt idx="5289">
                  <c:v>43931</c:v>
                </c:pt>
                <c:pt idx="5290">
                  <c:v>43934</c:v>
                </c:pt>
                <c:pt idx="5291">
                  <c:v>43935</c:v>
                </c:pt>
                <c:pt idx="5292">
                  <c:v>43936</c:v>
                </c:pt>
                <c:pt idx="5293">
                  <c:v>43937</c:v>
                </c:pt>
                <c:pt idx="5294">
                  <c:v>43938</c:v>
                </c:pt>
                <c:pt idx="5295">
                  <c:v>43941</c:v>
                </c:pt>
                <c:pt idx="5296">
                  <c:v>43942</c:v>
                </c:pt>
                <c:pt idx="5297">
                  <c:v>43943</c:v>
                </c:pt>
                <c:pt idx="5298">
                  <c:v>43944</c:v>
                </c:pt>
                <c:pt idx="5299">
                  <c:v>43945</c:v>
                </c:pt>
                <c:pt idx="5300">
                  <c:v>43948</c:v>
                </c:pt>
                <c:pt idx="5301">
                  <c:v>43949</c:v>
                </c:pt>
                <c:pt idx="5302">
                  <c:v>43950</c:v>
                </c:pt>
                <c:pt idx="5303">
                  <c:v>43951</c:v>
                </c:pt>
                <c:pt idx="5304">
                  <c:v>43952</c:v>
                </c:pt>
                <c:pt idx="5305">
                  <c:v>43955</c:v>
                </c:pt>
                <c:pt idx="5306">
                  <c:v>43956</c:v>
                </c:pt>
                <c:pt idx="5307">
                  <c:v>43957</c:v>
                </c:pt>
                <c:pt idx="5308">
                  <c:v>43958</c:v>
                </c:pt>
                <c:pt idx="5309">
                  <c:v>43959</c:v>
                </c:pt>
                <c:pt idx="5310">
                  <c:v>43962</c:v>
                </c:pt>
                <c:pt idx="5311">
                  <c:v>43963</c:v>
                </c:pt>
                <c:pt idx="5312">
                  <c:v>43964</c:v>
                </c:pt>
                <c:pt idx="5313">
                  <c:v>43965</c:v>
                </c:pt>
                <c:pt idx="5314">
                  <c:v>43966</c:v>
                </c:pt>
                <c:pt idx="5315">
                  <c:v>43969</c:v>
                </c:pt>
                <c:pt idx="5316">
                  <c:v>43970</c:v>
                </c:pt>
                <c:pt idx="5317">
                  <c:v>43971</c:v>
                </c:pt>
                <c:pt idx="5318">
                  <c:v>43972</c:v>
                </c:pt>
                <c:pt idx="5319">
                  <c:v>43973</c:v>
                </c:pt>
                <c:pt idx="5320">
                  <c:v>43976</c:v>
                </c:pt>
                <c:pt idx="5321">
                  <c:v>43977</c:v>
                </c:pt>
                <c:pt idx="5322">
                  <c:v>43978</c:v>
                </c:pt>
                <c:pt idx="5323">
                  <c:v>43979</c:v>
                </c:pt>
                <c:pt idx="5324">
                  <c:v>43980</c:v>
                </c:pt>
                <c:pt idx="5325">
                  <c:v>43983</c:v>
                </c:pt>
                <c:pt idx="5326">
                  <c:v>43984</c:v>
                </c:pt>
                <c:pt idx="5327">
                  <c:v>43985</c:v>
                </c:pt>
                <c:pt idx="5328">
                  <c:v>43986</c:v>
                </c:pt>
                <c:pt idx="5329">
                  <c:v>43987</c:v>
                </c:pt>
                <c:pt idx="5330">
                  <c:v>43990</c:v>
                </c:pt>
                <c:pt idx="5331">
                  <c:v>43991</c:v>
                </c:pt>
                <c:pt idx="5332">
                  <c:v>43992</c:v>
                </c:pt>
                <c:pt idx="5333">
                  <c:v>43993</c:v>
                </c:pt>
                <c:pt idx="5334">
                  <c:v>43994</c:v>
                </c:pt>
                <c:pt idx="5335">
                  <c:v>43997</c:v>
                </c:pt>
                <c:pt idx="5336">
                  <c:v>43998</c:v>
                </c:pt>
                <c:pt idx="5337">
                  <c:v>43999</c:v>
                </c:pt>
                <c:pt idx="5338">
                  <c:v>44000</c:v>
                </c:pt>
                <c:pt idx="5339">
                  <c:v>44001</c:v>
                </c:pt>
                <c:pt idx="5340">
                  <c:v>44004</c:v>
                </c:pt>
                <c:pt idx="5341">
                  <c:v>44005</c:v>
                </c:pt>
                <c:pt idx="5342">
                  <c:v>44006</c:v>
                </c:pt>
                <c:pt idx="5343">
                  <c:v>44007</c:v>
                </c:pt>
                <c:pt idx="5344">
                  <c:v>44008</c:v>
                </c:pt>
                <c:pt idx="5345">
                  <c:v>44011</c:v>
                </c:pt>
                <c:pt idx="5346">
                  <c:v>44012</c:v>
                </c:pt>
                <c:pt idx="5347">
                  <c:v>44013</c:v>
                </c:pt>
                <c:pt idx="5348">
                  <c:v>44014</c:v>
                </c:pt>
                <c:pt idx="5349">
                  <c:v>44015</c:v>
                </c:pt>
                <c:pt idx="5350">
                  <c:v>44018</c:v>
                </c:pt>
                <c:pt idx="5351">
                  <c:v>44019</c:v>
                </c:pt>
                <c:pt idx="5352">
                  <c:v>44020</c:v>
                </c:pt>
                <c:pt idx="5353">
                  <c:v>44021</c:v>
                </c:pt>
                <c:pt idx="5354">
                  <c:v>44022</c:v>
                </c:pt>
                <c:pt idx="5355">
                  <c:v>44025</c:v>
                </c:pt>
                <c:pt idx="5356">
                  <c:v>44026</c:v>
                </c:pt>
                <c:pt idx="5357">
                  <c:v>44027</c:v>
                </c:pt>
                <c:pt idx="5358">
                  <c:v>44028</c:v>
                </c:pt>
                <c:pt idx="5359">
                  <c:v>44029</c:v>
                </c:pt>
                <c:pt idx="5360">
                  <c:v>44032</c:v>
                </c:pt>
                <c:pt idx="5361">
                  <c:v>44033</c:v>
                </c:pt>
                <c:pt idx="5362">
                  <c:v>44034</c:v>
                </c:pt>
                <c:pt idx="5363">
                  <c:v>44035</c:v>
                </c:pt>
                <c:pt idx="5364">
                  <c:v>44036</c:v>
                </c:pt>
                <c:pt idx="5365">
                  <c:v>44039</c:v>
                </c:pt>
                <c:pt idx="5366">
                  <c:v>44040</c:v>
                </c:pt>
                <c:pt idx="5367">
                  <c:v>44041</c:v>
                </c:pt>
                <c:pt idx="5368">
                  <c:v>44042</c:v>
                </c:pt>
                <c:pt idx="5369">
                  <c:v>44043</c:v>
                </c:pt>
                <c:pt idx="5370">
                  <c:v>44046</c:v>
                </c:pt>
                <c:pt idx="5371">
                  <c:v>44047</c:v>
                </c:pt>
                <c:pt idx="5372">
                  <c:v>44048</c:v>
                </c:pt>
                <c:pt idx="5373">
                  <c:v>44049</c:v>
                </c:pt>
                <c:pt idx="5374">
                  <c:v>44050</c:v>
                </c:pt>
                <c:pt idx="5375">
                  <c:v>44053</c:v>
                </c:pt>
                <c:pt idx="5376">
                  <c:v>44054</c:v>
                </c:pt>
                <c:pt idx="5377">
                  <c:v>44055</c:v>
                </c:pt>
                <c:pt idx="5378">
                  <c:v>44056</c:v>
                </c:pt>
                <c:pt idx="5379">
                  <c:v>44057</c:v>
                </c:pt>
                <c:pt idx="5380">
                  <c:v>44060</c:v>
                </c:pt>
                <c:pt idx="5381">
                  <c:v>44061</c:v>
                </c:pt>
                <c:pt idx="5382">
                  <c:v>44062</c:v>
                </c:pt>
                <c:pt idx="5383">
                  <c:v>44063</c:v>
                </c:pt>
                <c:pt idx="5384">
                  <c:v>44064</c:v>
                </c:pt>
                <c:pt idx="5385">
                  <c:v>44067</c:v>
                </c:pt>
                <c:pt idx="5386">
                  <c:v>44068</c:v>
                </c:pt>
                <c:pt idx="5387">
                  <c:v>44069</c:v>
                </c:pt>
                <c:pt idx="5388">
                  <c:v>44070</c:v>
                </c:pt>
                <c:pt idx="5389">
                  <c:v>44071</c:v>
                </c:pt>
                <c:pt idx="5390">
                  <c:v>44074</c:v>
                </c:pt>
                <c:pt idx="5391">
                  <c:v>44075</c:v>
                </c:pt>
                <c:pt idx="5392">
                  <c:v>44076</c:v>
                </c:pt>
                <c:pt idx="5393">
                  <c:v>44077</c:v>
                </c:pt>
                <c:pt idx="5394">
                  <c:v>44078</c:v>
                </c:pt>
                <c:pt idx="5395">
                  <c:v>44081</c:v>
                </c:pt>
                <c:pt idx="5396">
                  <c:v>44082</c:v>
                </c:pt>
                <c:pt idx="5397">
                  <c:v>44083</c:v>
                </c:pt>
                <c:pt idx="5398">
                  <c:v>44084</c:v>
                </c:pt>
                <c:pt idx="5399">
                  <c:v>44085</c:v>
                </c:pt>
                <c:pt idx="5400">
                  <c:v>44088</c:v>
                </c:pt>
                <c:pt idx="5401">
                  <c:v>44089</c:v>
                </c:pt>
                <c:pt idx="5402">
                  <c:v>44090</c:v>
                </c:pt>
                <c:pt idx="5403">
                  <c:v>44091</c:v>
                </c:pt>
                <c:pt idx="5404">
                  <c:v>44092</c:v>
                </c:pt>
                <c:pt idx="5405">
                  <c:v>44095</c:v>
                </c:pt>
                <c:pt idx="5406">
                  <c:v>44096</c:v>
                </c:pt>
                <c:pt idx="5407">
                  <c:v>44097</c:v>
                </c:pt>
                <c:pt idx="5408">
                  <c:v>44098</c:v>
                </c:pt>
                <c:pt idx="5409">
                  <c:v>44099</c:v>
                </c:pt>
                <c:pt idx="5410">
                  <c:v>44102</c:v>
                </c:pt>
                <c:pt idx="5411">
                  <c:v>44103</c:v>
                </c:pt>
                <c:pt idx="5412">
                  <c:v>44104</c:v>
                </c:pt>
                <c:pt idx="5413">
                  <c:v>44105</c:v>
                </c:pt>
                <c:pt idx="5414">
                  <c:v>44106</c:v>
                </c:pt>
                <c:pt idx="5415">
                  <c:v>44109</c:v>
                </c:pt>
                <c:pt idx="5416">
                  <c:v>44110</c:v>
                </c:pt>
                <c:pt idx="5417">
                  <c:v>44111</c:v>
                </c:pt>
                <c:pt idx="5418">
                  <c:v>44112</c:v>
                </c:pt>
                <c:pt idx="5419">
                  <c:v>44113</c:v>
                </c:pt>
                <c:pt idx="5420">
                  <c:v>44116</c:v>
                </c:pt>
                <c:pt idx="5421">
                  <c:v>44117</c:v>
                </c:pt>
                <c:pt idx="5422">
                  <c:v>44118</c:v>
                </c:pt>
                <c:pt idx="5423">
                  <c:v>44119</c:v>
                </c:pt>
                <c:pt idx="5424">
                  <c:v>44120</c:v>
                </c:pt>
                <c:pt idx="5425">
                  <c:v>44123</c:v>
                </c:pt>
                <c:pt idx="5426">
                  <c:v>44124</c:v>
                </c:pt>
                <c:pt idx="5427">
                  <c:v>44125</c:v>
                </c:pt>
                <c:pt idx="5428">
                  <c:v>44126</c:v>
                </c:pt>
                <c:pt idx="5429">
                  <c:v>44127</c:v>
                </c:pt>
                <c:pt idx="5430">
                  <c:v>44130</c:v>
                </c:pt>
                <c:pt idx="5431">
                  <c:v>44131</c:v>
                </c:pt>
                <c:pt idx="5432">
                  <c:v>44132</c:v>
                </c:pt>
                <c:pt idx="5433">
                  <c:v>44133</c:v>
                </c:pt>
                <c:pt idx="5434">
                  <c:v>44134</c:v>
                </c:pt>
                <c:pt idx="5435">
                  <c:v>44137</c:v>
                </c:pt>
                <c:pt idx="5436">
                  <c:v>44138</c:v>
                </c:pt>
                <c:pt idx="5437">
                  <c:v>44139</c:v>
                </c:pt>
                <c:pt idx="5438">
                  <c:v>44140</c:v>
                </c:pt>
                <c:pt idx="5439">
                  <c:v>44141</c:v>
                </c:pt>
                <c:pt idx="5440">
                  <c:v>44144</c:v>
                </c:pt>
                <c:pt idx="5441">
                  <c:v>44145</c:v>
                </c:pt>
                <c:pt idx="5442">
                  <c:v>44146</c:v>
                </c:pt>
                <c:pt idx="5443">
                  <c:v>44147</c:v>
                </c:pt>
                <c:pt idx="5444">
                  <c:v>44148</c:v>
                </c:pt>
                <c:pt idx="5445">
                  <c:v>44151</c:v>
                </c:pt>
                <c:pt idx="5446">
                  <c:v>44152</c:v>
                </c:pt>
                <c:pt idx="5447">
                  <c:v>44153</c:v>
                </c:pt>
                <c:pt idx="5448">
                  <c:v>44154</c:v>
                </c:pt>
                <c:pt idx="5449">
                  <c:v>44155</c:v>
                </c:pt>
                <c:pt idx="5450">
                  <c:v>44158</c:v>
                </c:pt>
                <c:pt idx="5451">
                  <c:v>44159</c:v>
                </c:pt>
                <c:pt idx="5452">
                  <c:v>44160</c:v>
                </c:pt>
                <c:pt idx="5453">
                  <c:v>44161</c:v>
                </c:pt>
                <c:pt idx="5454">
                  <c:v>44162</c:v>
                </c:pt>
                <c:pt idx="5455">
                  <c:v>44165</c:v>
                </c:pt>
                <c:pt idx="5456">
                  <c:v>44166</c:v>
                </c:pt>
                <c:pt idx="5457">
                  <c:v>44167</c:v>
                </c:pt>
                <c:pt idx="5458">
                  <c:v>44168</c:v>
                </c:pt>
                <c:pt idx="5459">
                  <c:v>44169</c:v>
                </c:pt>
                <c:pt idx="5460">
                  <c:v>44172</c:v>
                </c:pt>
                <c:pt idx="5461">
                  <c:v>44173</c:v>
                </c:pt>
                <c:pt idx="5462">
                  <c:v>44174</c:v>
                </c:pt>
                <c:pt idx="5463">
                  <c:v>44175</c:v>
                </c:pt>
                <c:pt idx="5464">
                  <c:v>44176</c:v>
                </c:pt>
                <c:pt idx="5465">
                  <c:v>44179</c:v>
                </c:pt>
                <c:pt idx="5466">
                  <c:v>44180</c:v>
                </c:pt>
                <c:pt idx="5467">
                  <c:v>44181</c:v>
                </c:pt>
                <c:pt idx="5468">
                  <c:v>44182</c:v>
                </c:pt>
                <c:pt idx="5469">
                  <c:v>44183</c:v>
                </c:pt>
                <c:pt idx="5470">
                  <c:v>44186</c:v>
                </c:pt>
                <c:pt idx="5471">
                  <c:v>44187</c:v>
                </c:pt>
                <c:pt idx="5472">
                  <c:v>44188</c:v>
                </c:pt>
                <c:pt idx="5473">
                  <c:v>44189</c:v>
                </c:pt>
                <c:pt idx="5474">
                  <c:v>44190</c:v>
                </c:pt>
                <c:pt idx="5475">
                  <c:v>44193</c:v>
                </c:pt>
                <c:pt idx="5476">
                  <c:v>44194</c:v>
                </c:pt>
                <c:pt idx="5477">
                  <c:v>44195</c:v>
                </c:pt>
                <c:pt idx="5478">
                  <c:v>44196</c:v>
                </c:pt>
                <c:pt idx="5479">
                  <c:v>44197</c:v>
                </c:pt>
                <c:pt idx="5480">
                  <c:v>44200</c:v>
                </c:pt>
                <c:pt idx="5481">
                  <c:v>44201</c:v>
                </c:pt>
                <c:pt idx="5482">
                  <c:v>44202</c:v>
                </c:pt>
                <c:pt idx="5483">
                  <c:v>44203</c:v>
                </c:pt>
                <c:pt idx="5484">
                  <c:v>44204</c:v>
                </c:pt>
                <c:pt idx="5485">
                  <c:v>44207</c:v>
                </c:pt>
                <c:pt idx="5486">
                  <c:v>44208</c:v>
                </c:pt>
                <c:pt idx="5487">
                  <c:v>44209</c:v>
                </c:pt>
                <c:pt idx="5488">
                  <c:v>44210</c:v>
                </c:pt>
                <c:pt idx="5489">
                  <c:v>44211</c:v>
                </c:pt>
                <c:pt idx="5490">
                  <c:v>44214</c:v>
                </c:pt>
                <c:pt idx="5491">
                  <c:v>44215</c:v>
                </c:pt>
                <c:pt idx="5492">
                  <c:v>44216</c:v>
                </c:pt>
                <c:pt idx="5493">
                  <c:v>44217</c:v>
                </c:pt>
                <c:pt idx="5494">
                  <c:v>44218</c:v>
                </c:pt>
                <c:pt idx="5495">
                  <c:v>44221</c:v>
                </c:pt>
                <c:pt idx="5496">
                  <c:v>44222</c:v>
                </c:pt>
                <c:pt idx="5497">
                  <c:v>44223</c:v>
                </c:pt>
                <c:pt idx="5498">
                  <c:v>44224</c:v>
                </c:pt>
                <c:pt idx="5499">
                  <c:v>44225</c:v>
                </c:pt>
                <c:pt idx="5500">
                  <c:v>44228</c:v>
                </c:pt>
                <c:pt idx="5501">
                  <c:v>44229</c:v>
                </c:pt>
                <c:pt idx="5502">
                  <c:v>44230</c:v>
                </c:pt>
                <c:pt idx="5503">
                  <c:v>44231</c:v>
                </c:pt>
                <c:pt idx="5504">
                  <c:v>44232</c:v>
                </c:pt>
                <c:pt idx="5505">
                  <c:v>44235</c:v>
                </c:pt>
                <c:pt idx="5506">
                  <c:v>44236</c:v>
                </c:pt>
                <c:pt idx="5507">
                  <c:v>44237</c:v>
                </c:pt>
                <c:pt idx="5508">
                  <c:v>44238</c:v>
                </c:pt>
                <c:pt idx="5509">
                  <c:v>44239</c:v>
                </c:pt>
                <c:pt idx="5510">
                  <c:v>44242</c:v>
                </c:pt>
                <c:pt idx="5511">
                  <c:v>44243</c:v>
                </c:pt>
                <c:pt idx="5512">
                  <c:v>44244</c:v>
                </c:pt>
                <c:pt idx="5513">
                  <c:v>44245</c:v>
                </c:pt>
                <c:pt idx="5514">
                  <c:v>44246</c:v>
                </c:pt>
                <c:pt idx="5515">
                  <c:v>44249</c:v>
                </c:pt>
                <c:pt idx="5516">
                  <c:v>44250</c:v>
                </c:pt>
                <c:pt idx="5517">
                  <c:v>44251</c:v>
                </c:pt>
                <c:pt idx="5518">
                  <c:v>44252</c:v>
                </c:pt>
                <c:pt idx="5519">
                  <c:v>44253</c:v>
                </c:pt>
                <c:pt idx="5520">
                  <c:v>44256</c:v>
                </c:pt>
                <c:pt idx="5521">
                  <c:v>44257</c:v>
                </c:pt>
                <c:pt idx="5522">
                  <c:v>44258</c:v>
                </c:pt>
                <c:pt idx="5523">
                  <c:v>44259</c:v>
                </c:pt>
                <c:pt idx="5524">
                  <c:v>44260</c:v>
                </c:pt>
                <c:pt idx="5525">
                  <c:v>44263</c:v>
                </c:pt>
                <c:pt idx="5526">
                  <c:v>44264</c:v>
                </c:pt>
                <c:pt idx="5527">
                  <c:v>44265</c:v>
                </c:pt>
                <c:pt idx="5528">
                  <c:v>44266</c:v>
                </c:pt>
                <c:pt idx="5529">
                  <c:v>44267</c:v>
                </c:pt>
                <c:pt idx="5530">
                  <c:v>44270</c:v>
                </c:pt>
                <c:pt idx="5531">
                  <c:v>44271</c:v>
                </c:pt>
                <c:pt idx="5532">
                  <c:v>44272</c:v>
                </c:pt>
                <c:pt idx="5533">
                  <c:v>44273</c:v>
                </c:pt>
                <c:pt idx="5534">
                  <c:v>44274</c:v>
                </c:pt>
                <c:pt idx="5535">
                  <c:v>44277</c:v>
                </c:pt>
                <c:pt idx="5536">
                  <c:v>44278</c:v>
                </c:pt>
                <c:pt idx="5537">
                  <c:v>44279</c:v>
                </c:pt>
                <c:pt idx="5538">
                  <c:v>44280</c:v>
                </c:pt>
                <c:pt idx="5539">
                  <c:v>44281</c:v>
                </c:pt>
                <c:pt idx="5540">
                  <c:v>44284</c:v>
                </c:pt>
                <c:pt idx="5541">
                  <c:v>44285</c:v>
                </c:pt>
                <c:pt idx="5542">
                  <c:v>44286</c:v>
                </c:pt>
                <c:pt idx="5543">
                  <c:v>44287</c:v>
                </c:pt>
                <c:pt idx="5544">
                  <c:v>44288</c:v>
                </c:pt>
                <c:pt idx="5545">
                  <c:v>44291</c:v>
                </c:pt>
                <c:pt idx="5546">
                  <c:v>44292</c:v>
                </c:pt>
                <c:pt idx="5547">
                  <c:v>44293</c:v>
                </c:pt>
                <c:pt idx="5548">
                  <c:v>44294</c:v>
                </c:pt>
                <c:pt idx="5549">
                  <c:v>44295</c:v>
                </c:pt>
                <c:pt idx="5550">
                  <c:v>44298</c:v>
                </c:pt>
                <c:pt idx="5551">
                  <c:v>44299</c:v>
                </c:pt>
                <c:pt idx="5552">
                  <c:v>44300</c:v>
                </c:pt>
                <c:pt idx="5553">
                  <c:v>44301</c:v>
                </c:pt>
                <c:pt idx="5554">
                  <c:v>44302</c:v>
                </c:pt>
                <c:pt idx="5555">
                  <c:v>44305</c:v>
                </c:pt>
                <c:pt idx="5556">
                  <c:v>44306</c:v>
                </c:pt>
                <c:pt idx="5557">
                  <c:v>44307</c:v>
                </c:pt>
                <c:pt idx="5558">
                  <c:v>44308</c:v>
                </c:pt>
                <c:pt idx="5559">
                  <c:v>44309</c:v>
                </c:pt>
                <c:pt idx="5560">
                  <c:v>44312</c:v>
                </c:pt>
                <c:pt idx="5561">
                  <c:v>44313</c:v>
                </c:pt>
                <c:pt idx="5562">
                  <c:v>44314</c:v>
                </c:pt>
                <c:pt idx="5563">
                  <c:v>44315</c:v>
                </c:pt>
                <c:pt idx="5564">
                  <c:v>44316</c:v>
                </c:pt>
                <c:pt idx="5565">
                  <c:v>44319</c:v>
                </c:pt>
                <c:pt idx="5566">
                  <c:v>44320</c:v>
                </c:pt>
                <c:pt idx="5567">
                  <c:v>44321</c:v>
                </c:pt>
                <c:pt idx="5568">
                  <c:v>44322</c:v>
                </c:pt>
                <c:pt idx="5569">
                  <c:v>44323</c:v>
                </c:pt>
                <c:pt idx="5570">
                  <c:v>44326</c:v>
                </c:pt>
                <c:pt idx="5571">
                  <c:v>44327</c:v>
                </c:pt>
                <c:pt idx="5572">
                  <c:v>44328</c:v>
                </c:pt>
                <c:pt idx="5573">
                  <c:v>44329</c:v>
                </c:pt>
                <c:pt idx="5574">
                  <c:v>44330</c:v>
                </c:pt>
                <c:pt idx="5575">
                  <c:v>44333</c:v>
                </c:pt>
                <c:pt idx="5576">
                  <c:v>44334</c:v>
                </c:pt>
                <c:pt idx="5577">
                  <c:v>44335</c:v>
                </c:pt>
                <c:pt idx="5578">
                  <c:v>44336</c:v>
                </c:pt>
                <c:pt idx="5579">
                  <c:v>44337</c:v>
                </c:pt>
                <c:pt idx="5580">
                  <c:v>44340</c:v>
                </c:pt>
                <c:pt idx="5581">
                  <c:v>44341</c:v>
                </c:pt>
                <c:pt idx="5582">
                  <c:v>44342</c:v>
                </c:pt>
                <c:pt idx="5583">
                  <c:v>44343</c:v>
                </c:pt>
                <c:pt idx="5584">
                  <c:v>44344</c:v>
                </c:pt>
                <c:pt idx="5585">
                  <c:v>44347</c:v>
                </c:pt>
                <c:pt idx="5586">
                  <c:v>44348</c:v>
                </c:pt>
                <c:pt idx="5587">
                  <c:v>44349</c:v>
                </c:pt>
                <c:pt idx="5588">
                  <c:v>44350</c:v>
                </c:pt>
                <c:pt idx="5589">
                  <c:v>44351</c:v>
                </c:pt>
                <c:pt idx="5590">
                  <c:v>44354</c:v>
                </c:pt>
                <c:pt idx="5591">
                  <c:v>44355</c:v>
                </c:pt>
                <c:pt idx="5592">
                  <c:v>44356</c:v>
                </c:pt>
                <c:pt idx="5593">
                  <c:v>44357</c:v>
                </c:pt>
                <c:pt idx="5594">
                  <c:v>44358</c:v>
                </c:pt>
                <c:pt idx="5595">
                  <c:v>44361</c:v>
                </c:pt>
                <c:pt idx="5596">
                  <c:v>44362</c:v>
                </c:pt>
                <c:pt idx="5597">
                  <c:v>44363</c:v>
                </c:pt>
                <c:pt idx="5598">
                  <c:v>44364</c:v>
                </c:pt>
                <c:pt idx="5599">
                  <c:v>44365</c:v>
                </c:pt>
                <c:pt idx="5600">
                  <c:v>44368</c:v>
                </c:pt>
                <c:pt idx="5601">
                  <c:v>44369</c:v>
                </c:pt>
                <c:pt idx="5602">
                  <c:v>44370</c:v>
                </c:pt>
                <c:pt idx="5603">
                  <c:v>44371</c:v>
                </c:pt>
                <c:pt idx="5604">
                  <c:v>44372</c:v>
                </c:pt>
                <c:pt idx="5605">
                  <c:v>44375</c:v>
                </c:pt>
                <c:pt idx="5606">
                  <c:v>44376</c:v>
                </c:pt>
                <c:pt idx="5607">
                  <c:v>44377</c:v>
                </c:pt>
                <c:pt idx="5608">
                  <c:v>44378</c:v>
                </c:pt>
                <c:pt idx="5609">
                  <c:v>44379</c:v>
                </c:pt>
                <c:pt idx="5610">
                  <c:v>44382</c:v>
                </c:pt>
                <c:pt idx="5611">
                  <c:v>44383</c:v>
                </c:pt>
                <c:pt idx="5612">
                  <c:v>44384</c:v>
                </c:pt>
                <c:pt idx="5613">
                  <c:v>44385</c:v>
                </c:pt>
                <c:pt idx="5614">
                  <c:v>44386</c:v>
                </c:pt>
                <c:pt idx="5615">
                  <c:v>44389</c:v>
                </c:pt>
                <c:pt idx="5616">
                  <c:v>44390</c:v>
                </c:pt>
                <c:pt idx="5617">
                  <c:v>44391</c:v>
                </c:pt>
                <c:pt idx="5618">
                  <c:v>44392</c:v>
                </c:pt>
                <c:pt idx="5619">
                  <c:v>44393</c:v>
                </c:pt>
                <c:pt idx="5620">
                  <c:v>44396</c:v>
                </c:pt>
                <c:pt idx="5621">
                  <c:v>44397</c:v>
                </c:pt>
                <c:pt idx="5622">
                  <c:v>44398</c:v>
                </c:pt>
                <c:pt idx="5623">
                  <c:v>44399</c:v>
                </c:pt>
                <c:pt idx="5624">
                  <c:v>44400</c:v>
                </c:pt>
                <c:pt idx="5625">
                  <c:v>44403</c:v>
                </c:pt>
                <c:pt idx="5626">
                  <c:v>44404</c:v>
                </c:pt>
                <c:pt idx="5627">
                  <c:v>44405</c:v>
                </c:pt>
                <c:pt idx="5628">
                  <c:v>44406</c:v>
                </c:pt>
                <c:pt idx="5629">
                  <c:v>44407</c:v>
                </c:pt>
                <c:pt idx="5630">
                  <c:v>44410</c:v>
                </c:pt>
                <c:pt idx="5631">
                  <c:v>44411</c:v>
                </c:pt>
                <c:pt idx="5632">
                  <c:v>44412</c:v>
                </c:pt>
                <c:pt idx="5633">
                  <c:v>44413</c:v>
                </c:pt>
                <c:pt idx="5634">
                  <c:v>44414</c:v>
                </c:pt>
                <c:pt idx="5635">
                  <c:v>44417</c:v>
                </c:pt>
                <c:pt idx="5636">
                  <c:v>44418</c:v>
                </c:pt>
                <c:pt idx="5637">
                  <c:v>44419</c:v>
                </c:pt>
                <c:pt idx="5638">
                  <c:v>44420</c:v>
                </c:pt>
                <c:pt idx="5639">
                  <c:v>44421</c:v>
                </c:pt>
                <c:pt idx="5640">
                  <c:v>44424</c:v>
                </c:pt>
                <c:pt idx="5641">
                  <c:v>44425</c:v>
                </c:pt>
                <c:pt idx="5642">
                  <c:v>44426</c:v>
                </c:pt>
                <c:pt idx="5643">
                  <c:v>44427</c:v>
                </c:pt>
                <c:pt idx="5644">
                  <c:v>44428</c:v>
                </c:pt>
                <c:pt idx="5645">
                  <c:v>44431</c:v>
                </c:pt>
                <c:pt idx="5646">
                  <c:v>44432</c:v>
                </c:pt>
                <c:pt idx="5647">
                  <c:v>44433</c:v>
                </c:pt>
                <c:pt idx="5648">
                  <c:v>44434</c:v>
                </c:pt>
                <c:pt idx="5649">
                  <c:v>44435</c:v>
                </c:pt>
                <c:pt idx="5650">
                  <c:v>44438</c:v>
                </c:pt>
                <c:pt idx="5651">
                  <c:v>44439</c:v>
                </c:pt>
                <c:pt idx="5652">
                  <c:v>44440</c:v>
                </c:pt>
                <c:pt idx="5653">
                  <c:v>44441</c:v>
                </c:pt>
                <c:pt idx="5654">
                  <c:v>44442</c:v>
                </c:pt>
                <c:pt idx="5655">
                  <c:v>44445</c:v>
                </c:pt>
                <c:pt idx="5656">
                  <c:v>44446</c:v>
                </c:pt>
                <c:pt idx="5657">
                  <c:v>44447</c:v>
                </c:pt>
                <c:pt idx="5658">
                  <c:v>44448</c:v>
                </c:pt>
                <c:pt idx="5659">
                  <c:v>44449</c:v>
                </c:pt>
                <c:pt idx="5660">
                  <c:v>44452</c:v>
                </c:pt>
                <c:pt idx="5661">
                  <c:v>44453</c:v>
                </c:pt>
                <c:pt idx="5662">
                  <c:v>44454</c:v>
                </c:pt>
                <c:pt idx="5663">
                  <c:v>44455</c:v>
                </c:pt>
                <c:pt idx="5664">
                  <c:v>44456</c:v>
                </c:pt>
                <c:pt idx="5665">
                  <c:v>44459</c:v>
                </c:pt>
                <c:pt idx="5666">
                  <c:v>44460</c:v>
                </c:pt>
                <c:pt idx="5667">
                  <c:v>44461</c:v>
                </c:pt>
                <c:pt idx="5668">
                  <c:v>44462</c:v>
                </c:pt>
                <c:pt idx="5669">
                  <c:v>44463</c:v>
                </c:pt>
                <c:pt idx="5670">
                  <c:v>44466</c:v>
                </c:pt>
                <c:pt idx="5671">
                  <c:v>44467</c:v>
                </c:pt>
                <c:pt idx="5672">
                  <c:v>44468</c:v>
                </c:pt>
                <c:pt idx="5673">
                  <c:v>44469</c:v>
                </c:pt>
                <c:pt idx="5674">
                  <c:v>44470</c:v>
                </c:pt>
                <c:pt idx="5675">
                  <c:v>44473</c:v>
                </c:pt>
                <c:pt idx="5676">
                  <c:v>44474</c:v>
                </c:pt>
                <c:pt idx="5677">
                  <c:v>44475</c:v>
                </c:pt>
                <c:pt idx="5678">
                  <c:v>44476</c:v>
                </c:pt>
                <c:pt idx="5679">
                  <c:v>44477</c:v>
                </c:pt>
                <c:pt idx="5680">
                  <c:v>44480</c:v>
                </c:pt>
                <c:pt idx="5681">
                  <c:v>44481</c:v>
                </c:pt>
                <c:pt idx="5682">
                  <c:v>44482</c:v>
                </c:pt>
                <c:pt idx="5683">
                  <c:v>44483</c:v>
                </c:pt>
                <c:pt idx="5684">
                  <c:v>44484</c:v>
                </c:pt>
                <c:pt idx="5685">
                  <c:v>44487</c:v>
                </c:pt>
                <c:pt idx="5686">
                  <c:v>44488</c:v>
                </c:pt>
                <c:pt idx="5687">
                  <c:v>44489</c:v>
                </c:pt>
                <c:pt idx="5688">
                  <c:v>44490</c:v>
                </c:pt>
                <c:pt idx="5689">
                  <c:v>44491</c:v>
                </c:pt>
                <c:pt idx="5690">
                  <c:v>44494</c:v>
                </c:pt>
                <c:pt idx="5691">
                  <c:v>44495</c:v>
                </c:pt>
                <c:pt idx="5692">
                  <c:v>44496</c:v>
                </c:pt>
                <c:pt idx="5693">
                  <c:v>44497</c:v>
                </c:pt>
                <c:pt idx="5694">
                  <c:v>44498</c:v>
                </c:pt>
                <c:pt idx="5695">
                  <c:v>44501</c:v>
                </c:pt>
                <c:pt idx="5696">
                  <c:v>44502</c:v>
                </c:pt>
                <c:pt idx="5697">
                  <c:v>44503</c:v>
                </c:pt>
                <c:pt idx="5698">
                  <c:v>44504</c:v>
                </c:pt>
                <c:pt idx="5699">
                  <c:v>44505</c:v>
                </c:pt>
                <c:pt idx="5700">
                  <c:v>44508</c:v>
                </c:pt>
                <c:pt idx="5701">
                  <c:v>44509</c:v>
                </c:pt>
                <c:pt idx="5702">
                  <c:v>44510</c:v>
                </c:pt>
                <c:pt idx="5703">
                  <c:v>44511</c:v>
                </c:pt>
                <c:pt idx="5704">
                  <c:v>44512</c:v>
                </c:pt>
                <c:pt idx="5705">
                  <c:v>44515</c:v>
                </c:pt>
                <c:pt idx="5706">
                  <c:v>44516</c:v>
                </c:pt>
                <c:pt idx="5707">
                  <c:v>44517</c:v>
                </c:pt>
                <c:pt idx="5708">
                  <c:v>44518</c:v>
                </c:pt>
                <c:pt idx="5709">
                  <c:v>44519</c:v>
                </c:pt>
                <c:pt idx="5710">
                  <c:v>44522</c:v>
                </c:pt>
                <c:pt idx="5711">
                  <c:v>44523</c:v>
                </c:pt>
                <c:pt idx="5712">
                  <c:v>44524</c:v>
                </c:pt>
                <c:pt idx="5713">
                  <c:v>44525</c:v>
                </c:pt>
                <c:pt idx="5714">
                  <c:v>44526</c:v>
                </c:pt>
                <c:pt idx="5715">
                  <c:v>44529</c:v>
                </c:pt>
                <c:pt idx="5716">
                  <c:v>44530</c:v>
                </c:pt>
                <c:pt idx="5717">
                  <c:v>44531</c:v>
                </c:pt>
                <c:pt idx="5718">
                  <c:v>44532</c:v>
                </c:pt>
                <c:pt idx="5719">
                  <c:v>44533</c:v>
                </c:pt>
                <c:pt idx="5720">
                  <c:v>44536</c:v>
                </c:pt>
                <c:pt idx="5721">
                  <c:v>44537</c:v>
                </c:pt>
                <c:pt idx="5722">
                  <c:v>44538</c:v>
                </c:pt>
                <c:pt idx="5723">
                  <c:v>44539</c:v>
                </c:pt>
                <c:pt idx="5724">
                  <c:v>44540</c:v>
                </c:pt>
                <c:pt idx="5725">
                  <c:v>44543</c:v>
                </c:pt>
                <c:pt idx="5726">
                  <c:v>44544</c:v>
                </c:pt>
                <c:pt idx="5727">
                  <c:v>44545</c:v>
                </c:pt>
                <c:pt idx="5728">
                  <c:v>44546</c:v>
                </c:pt>
                <c:pt idx="5729">
                  <c:v>44547</c:v>
                </c:pt>
                <c:pt idx="5730">
                  <c:v>44550</c:v>
                </c:pt>
                <c:pt idx="5731">
                  <c:v>44551</c:v>
                </c:pt>
                <c:pt idx="5732">
                  <c:v>44552</c:v>
                </c:pt>
                <c:pt idx="5733">
                  <c:v>44553</c:v>
                </c:pt>
                <c:pt idx="5734">
                  <c:v>44554</c:v>
                </c:pt>
                <c:pt idx="5735">
                  <c:v>44557</c:v>
                </c:pt>
                <c:pt idx="5736">
                  <c:v>44558</c:v>
                </c:pt>
                <c:pt idx="5737">
                  <c:v>44559</c:v>
                </c:pt>
                <c:pt idx="5738">
                  <c:v>44560</c:v>
                </c:pt>
                <c:pt idx="5739">
                  <c:v>44561</c:v>
                </c:pt>
                <c:pt idx="5740">
                  <c:v>44564</c:v>
                </c:pt>
                <c:pt idx="5741">
                  <c:v>44565</c:v>
                </c:pt>
                <c:pt idx="5742">
                  <c:v>44566</c:v>
                </c:pt>
                <c:pt idx="5743">
                  <c:v>44567</c:v>
                </c:pt>
                <c:pt idx="5744">
                  <c:v>44568</c:v>
                </c:pt>
                <c:pt idx="5745">
                  <c:v>44571</c:v>
                </c:pt>
                <c:pt idx="5746">
                  <c:v>44572</c:v>
                </c:pt>
                <c:pt idx="5747">
                  <c:v>44573</c:v>
                </c:pt>
                <c:pt idx="5748">
                  <c:v>44574</c:v>
                </c:pt>
                <c:pt idx="5749">
                  <c:v>44575</c:v>
                </c:pt>
                <c:pt idx="5750">
                  <c:v>44578</c:v>
                </c:pt>
                <c:pt idx="5751">
                  <c:v>44579</c:v>
                </c:pt>
                <c:pt idx="5752">
                  <c:v>44580</c:v>
                </c:pt>
                <c:pt idx="5753">
                  <c:v>44581</c:v>
                </c:pt>
                <c:pt idx="5754">
                  <c:v>44582</c:v>
                </c:pt>
                <c:pt idx="5755">
                  <c:v>44585</c:v>
                </c:pt>
                <c:pt idx="5756">
                  <c:v>44586</c:v>
                </c:pt>
                <c:pt idx="5757">
                  <c:v>44587</c:v>
                </c:pt>
                <c:pt idx="5758">
                  <c:v>44588</c:v>
                </c:pt>
                <c:pt idx="5759">
                  <c:v>44589</c:v>
                </c:pt>
                <c:pt idx="5760">
                  <c:v>44592</c:v>
                </c:pt>
                <c:pt idx="5761">
                  <c:v>44593</c:v>
                </c:pt>
                <c:pt idx="5762">
                  <c:v>44594</c:v>
                </c:pt>
                <c:pt idx="5763">
                  <c:v>44595</c:v>
                </c:pt>
                <c:pt idx="5764">
                  <c:v>44596</c:v>
                </c:pt>
                <c:pt idx="5765">
                  <c:v>44599</c:v>
                </c:pt>
                <c:pt idx="5766">
                  <c:v>44600</c:v>
                </c:pt>
                <c:pt idx="5767">
                  <c:v>44601</c:v>
                </c:pt>
                <c:pt idx="5768">
                  <c:v>44602</c:v>
                </c:pt>
                <c:pt idx="5769">
                  <c:v>44603</c:v>
                </c:pt>
                <c:pt idx="5770">
                  <c:v>44606</c:v>
                </c:pt>
                <c:pt idx="5771">
                  <c:v>44607</c:v>
                </c:pt>
                <c:pt idx="5772">
                  <c:v>44608</c:v>
                </c:pt>
                <c:pt idx="5773">
                  <c:v>44609</c:v>
                </c:pt>
                <c:pt idx="5774">
                  <c:v>44610</c:v>
                </c:pt>
                <c:pt idx="5775">
                  <c:v>44613</c:v>
                </c:pt>
                <c:pt idx="5776">
                  <c:v>44614</c:v>
                </c:pt>
                <c:pt idx="5777">
                  <c:v>44615</c:v>
                </c:pt>
                <c:pt idx="5778">
                  <c:v>44616</c:v>
                </c:pt>
                <c:pt idx="5779">
                  <c:v>44617</c:v>
                </c:pt>
                <c:pt idx="5780">
                  <c:v>44620</c:v>
                </c:pt>
                <c:pt idx="5781">
                  <c:v>44621</c:v>
                </c:pt>
                <c:pt idx="5782">
                  <c:v>44622</c:v>
                </c:pt>
                <c:pt idx="5783">
                  <c:v>44623</c:v>
                </c:pt>
                <c:pt idx="5784">
                  <c:v>44624</c:v>
                </c:pt>
                <c:pt idx="5785">
                  <c:v>44627</c:v>
                </c:pt>
                <c:pt idx="5786">
                  <c:v>44628</c:v>
                </c:pt>
                <c:pt idx="5787">
                  <c:v>44629</c:v>
                </c:pt>
                <c:pt idx="5788">
                  <c:v>44630</c:v>
                </c:pt>
                <c:pt idx="5789">
                  <c:v>44631</c:v>
                </c:pt>
                <c:pt idx="5790">
                  <c:v>44634</c:v>
                </c:pt>
                <c:pt idx="5791">
                  <c:v>44635</c:v>
                </c:pt>
                <c:pt idx="5792">
                  <c:v>44636</c:v>
                </c:pt>
                <c:pt idx="5793">
                  <c:v>44637</c:v>
                </c:pt>
                <c:pt idx="5794">
                  <c:v>44638</c:v>
                </c:pt>
                <c:pt idx="5795">
                  <c:v>44641</c:v>
                </c:pt>
                <c:pt idx="5796">
                  <c:v>44642</c:v>
                </c:pt>
                <c:pt idx="5797">
                  <c:v>44643</c:v>
                </c:pt>
                <c:pt idx="5798">
                  <c:v>44644</c:v>
                </c:pt>
                <c:pt idx="5799">
                  <c:v>44645</c:v>
                </c:pt>
                <c:pt idx="5800">
                  <c:v>44648</c:v>
                </c:pt>
                <c:pt idx="5801">
                  <c:v>44649</c:v>
                </c:pt>
                <c:pt idx="5802">
                  <c:v>44650</c:v>
                </c:pt>
                <c:pt idx="5803">
                  <c:v>44651</c:v>
                </c:pt>
                <c:pt idx="5804">
                  <c:v>44652</c:v>
                </c:pt>
                <c:pt idx="5805">
                  <c:v>44655</c:v>
                </c:pt>
                <c:pt idx="5806">
                  <c:v>44656</c:v>
                </c:pt>
                <c:pt idx="5807">
                  <c:v>44657</c:v>
                </c:pt>
                <c:pt idx="5808">
                  <c:v>44658</c:v>
                </c:pt>
                <c:pt idx="5809">
                  <c:v>44659</c:v>
                </c:pt>
                <c:pt idx="5810">
                  <c:v>44662</c:v>
                </c:pt>
                <c:pt idx="5811">
                  <c:v>44663</c:v>
                </c:pt>
                <c:pt idx="5812">
                  <c:v>44664</c:v>
                </c:pt>
                <c:pt idx="5813">
                  <c:v>44665</c:v>
                </c:pt>
                <c:pt idx="5814">
                  <c:v>44666</c:v>
                </c:pt>
                <c:pt idx="5815">
                  <c:v>44669</c:v>
                </c:pt>
                <c:pt idx="5816">
                  <c:v>44670</c:v>
                </c:pt>
                <c:pt idx="5817">
                  <c:v>44671</c:v>
                </c:pt>
                <c:pt idx="5818">
                  <c:v>44672</c:v>
                </c:pt>
                <c:pt idx="5819">
                  <c:v>44673</c:v>
                </c:pt>
                <c:pt idx="5820">
                  <c:v>44676</c:v>
                </c:pt>
                <c:pt idx="5821">
                  <c:v>44677</c:v>
                </c:pt>
                <c:pt idx="5822">
                  <c:v>44678</c:v>
                </c:pt>
                <c:pt idx="5823">
                  <c:v>44679</c:v>
                </c:pt>
                <c:pt idx="5824">
                  <c:v>44680</c:v>
                </c:pt>
                <c:pt idx="5825">
                  <c:v>44683</c:v>
                </c:pt>
                <c:pt idx="5826">
                  <c:v>44684</c:v>
                </c:pt>
                <c:pt idx="5827">
                  <c:v>44685</c:v>
                </c:pt>
                <c:pt idx="5828">
                  <c:v>44686</c:v>
                </c:pt>
                <c:pt idx="5829">
                  <c:v>44687</c:v>
                </c:pt>
                <c:pt idx="5830">
                  <c:v>44690</c:v>
                </c:pt>
                <c:pt idx="5831">
                  <c:v>44691</c:v>
                </c:pt>
                <c:pt idx="5832">
                  <c:v>44692</c:v>
                </c:pt>
                <c:pt idx="5833">
                  <c:v>44693</c:v>
                </c:pt>
                <c:pt idx="5834">
                  <c:v>44694</c:v>
                </c:pt>
                <c:pt idx="5835">
                  <c:v>44697</c:v>
                </c:pt>
                <c:pt idx="5836">
                  <c:v>44698</c:v>
                </c:pt>
                <c:pt idx="5837">
                  <c:v>44699</c:v>
                </c:pt>
                <c:pt idx="5838">
                  <c:v>44700</c:v>
                </c:pt>
                <c:pt idx="5839">
                  <c:v>44701</c:v>
                </c:pt>
                <c:pt idx="5840">
                  <c:v>44704</c:v>
                </c:pt>
                <c:pt idx="5841">
                  <c:v>44705</c:v>
                </c:pt>
                <c:pt idx="5842">
                  <c:v>44706</c:v>
                </c:pt>
                <c:pt idx="5843">
                  <c:v>44707</c:v>
                </c:pt>
                <c:pt idx="5844">
                  <c:v>44708</c:v>
                </c:pt>
                <c:pt idx="5845">
                  <c:v>44711</c:v>
                </c:pt>
                <c:pt idx="5846">
                  <c:v>44712</c:v>
                </c:pt>
                <c:pt idx="5847">
                  <c:v>44713</c:v>
                </c:pt>
                <c:pt idx="5848">
                  <c:v>44714</c:v>
                </c:pt>
                <c:pt idx="5849">
                  <c:v>44715</c:v>
                </c:pt>
                <c:pt idx="5850">
                  <c:v>44718</c:v>
                </c:pt>
                <c:pt idx="5851">
                  <c:v>44719</c:v>
                </c:pt>
                <c:pt idx="5852">
                  <c:v>44720</c:v>
                </c:pt>
                <c:pt idx="5853">
                  <c:v>44721</c:v>
                </c:pt>
                <c:pt idx="5854">
                  <c:v>44722</c:v>
                </c:pt>
                <c:pt idx="5855">
                  <c:v>44725</c:v>
                </c:pt>
                <c:pt idx="5856">
                  <c:v>44726</c:v>
                </c:pt>
                <c:pt idx="5857">
                  <c:v>44727</c:v>
                </c:pt>
                <c:pt idx="5858">
                  <c:v>44728</c:v>
                </c:pt>
                <c:pt idx="5859">
                  <c:v>44729</c:v>
                </c:pt>
                <c:pt idx="5860">
                  <c:v>44732</c:v>
                </c:pt>
                <c:pt idx="5861">
                  <c:v>44733</c:v>
                </c:pt>
                <c:pt idx="5862">
                  <c:v>44734</c:v>
                </c:pt>
                <c:pt idx="5863">
                  <c:v>44735</c:v>
                </c:pt>
                <c:pt idx="5864">
                  <c:v>44736</c:v>
                </c:pt>
                <c:pt idx="5865">
                  <c:v>44739</c:v>
                </c:pt>
                <c:pt idx="5866">
                  <c:v>44740</c:v>
                </c:pt>
                <c:pt idx="5867">
                  <c:v>44741</c:v>
                </c:pt>
                <c:pt idx="5868">
                  <c:v>44742</c:v>
                </c:pt>
                <c:pt idx="5869">
                  <c:v>44743</c:v>
                </c:pt>
                <c:pt idx="5870">
                  <c:v>44746</c:v>
                </c:pt>
                <c:pt idx="5871">
                  <c:v>44747</c:v>
                </c:pt>
                <c:pt idx="5872">
                  <c:v>44748</c:v>
                </c:pt>
                <c:pt idx="5873">
                  <c:v>44749</c:v>
                </c:pt>
                <c:pt idx="5874">
                  <c:v>44750</c:v>
                </c:pt>
                <c:pt idx="5875">
                  <c:v>44753</c:v>
                </c:pt>
                <c:pt idx="5876">
                  <c:v>44754</c:v>
                </c:pt>
                <c:pt idx="5877">
                  <c:v>44755</c:v>
                </c:pt>
                <c:pt idx="5878">
                  <c:v>44756</c:v>
                </c:pt>
                <c:pt idx="5879">
                  <c:v>44757</c:v>
                </c:pt>
                <c:pt idx="5880">
                  <c:v>44760</c:v>
                </c:pt>
                <c:pt idx="5881">
                  <c:v>44761</c:v>
                </c:pt>
                <c:pt idx="5882">
                  <c:v>44762</c:v>
                </c:pt>
                <c:pt idx="5883">
                  <c:v>44763</c:v>
                </c:pt>
                <c:pt idx="5884">
                  <c:v>44764</c:v>
                </c:pt>
                <c:pt idx="5885">
                  <c:v>44767</c:v>
                </c:pt>
                <c:pt idx="5886">
                  <c:v>44768</c:v>
                </c:pt>
                <c:pt idx="5887">
                  <c:v>44769</c:v>
                </c:pt>
                <c:pt idx="5888">
                  <c:v>44770</c:v>
                </c:pt>
                <c:pt idx="5889">
                  <c:v>44771</c:v>
                </c:pt>
                <c:pt idx="5890">
                  <c:v>44774</c:v>
                </c:pt>
                <c:pt idx="5891">
                  <c:v>44775</c:v>
                </c:pt>
                <c:pt idx="5892">
                  <c:v>44776</c:v>
                </c:pt>
                <c:pt idx="5893">
                  <c:v>44777</c:v>
                </c:pt>
                <c:pt idx="5894">
                  <c:v>44778</c:v>
                </c:pt>
                <c:pt idx="5895">
                  <c:v>44781</c:v>
                </c:pt>
                <c:pt idx="5896">
                  <c:v>44782</c:v>
                </c:pt>
                <c:pt idx="5897">
                  <c:v>44783</c:v>
                </c:pt>
                <c:pt idx="5898">
                  <c:v>44784</c:v>
                </c:pt>
                <c:pt idx="5899">
                  <c:v>44785</c:v>
                </c:pt>
                <c:pt idx="5900">
                  <c:v>44788</c:v>
                </c:pt>
                <c:pt idx="5901">
                  <c:v>44789</c:v>
                </c:pt>
                <c:pt idx="5902">
                  <c:v>44790</c:v>
                </c:pt>
                <c:pt idx="5903">
                  <c:v>44791</c:v>
                </c:pt>
                <c:pt idx="5904">
                  <c:v>44792</c:v>
                </c:pt>
                <c:pt idx="5905">
                  <c:v>44795</c:v>
                </c:pt>
                <c:pt idx="5906">
                  <c:v>44796</c:v>
                </c:pt>
                <c:pt idx="5907">
                  <c:v>44797</c:v>
                </c:pt>
                <c:pt idx="5908">
                  <c:v>44798</c:v>
                </c:pt>
                <c:pt idx="5909">
                  <c:v>44799</c:v>
                </c:pt>
                <c:pt idx="5910">
                  <c:v>44802</c:v>
                </c:pt>
                <c:pt idx="5911">
                  <c:v>44803</c:v>
                </c:pt>
                <c:pt idx="5912">
                  <c:v>44804</c:v>
                </c:pt>
                <c:pt idx="5913">
                  <c:v>44805</c:v>
                </c:pt>
                <c:pt idx="5914">
                  <c:v>44806</c:v>
                </c:pt>
                <c:pt idx="5915">
                  <c:v>44809</c:v>
                </c:pt>
                <c:pt idx="5916">
                  <c:v>44810</c:v>
                </c:pt>
                <c:pt idx="5917">
                  <c:v>44811</c:v>
                </c:pt>
                <c:pt idx="5918">
                  <c:v>44812</c:v>
                </c:pt>
                <c:pt idx="5919">
                  <c:v>44813</c:v>
                </c:pt>
                <c:pt idx="5920">
                  <c:v>44816</c:v>
                </c:pt>
                <c:pt idx="5921">
                  <c:v>44817</c:v>
                </c:pt>
                <c:pt idx="5922">
                  <c:v>44818</c:v>
                </c:pt>
                <c:pt idx="5923">
                  <c:v>44819</c:v>
                </c:pt>
                <c:pt idx="5924">
                  <c:v>44820</c:v>
                </c:pt>
                <c:pt idx="5925">
                  <c:v>44823</c:v>
                </c:pt>
                <c:pt idx="5926">
                  <c:v>44824</c:v>
                </c:pt>
                <c:pt idx="5927">
                  <c:v>44825</c:v>
                </c:pt>
                <c:pt idx="5928">
                  <c:v>44826</c:v>
                </c:pt>
                <c:pt idx="5929">
                  <c:v>44827</c:v>
                </c:pt>
                <c:pt idx="5930">
                  <c:v>44830</c:v>
                </c:pt>
                <c:pt idx="5931">
                  <c:v>44831</c:v>
                </c:pt>
                <c:pt idx="5932">
                  <c:v>44832</c:v>
                </c:pt>
                <c:pt idx="5933">
                  <c:v>44833</c:v>
                </c:pt>
                <c:pt idx="5934">
                  <c:v>44834</c:v>
                </c:pt>
                <c:pt idx="5935">
                  <c:v>44837</c:v>
                </c:pt>
                <c:pt idx="5936">
                  <c:v>44838</c:v>
                </c:pt>
                <c:pt idx="5937">
                  <c:v>44839</c:v>
                </c:pt>
                <c:pt idx="5938">
                  <c:v>44840</c:v>
                </c:pt>
                <c:pt idx="5939">
                  <c:v>44841</c:v>
                </c:pt>
                <c:pt idx="5940">
                  <c:v>44844</c:v>
                </c:pt>
                <c:pt idx="5941">
                  <c:v>44845</c:v>
                </c:pt>
                <c:pt idx="5942">
                  <c:v>44846</c:v>
                </c:pt>
                <c:pt idx="5943">
                  <c:v>44847</c:v>
                </c:pt>
                <c:pt idx="5944">
                  <c:v>44848</c:v>
                </c:pt>
                <c:pt idx="5945">
                  <c:v>44851</c:v>
                </c:pt>
                <c:pt idx="5946">
                  <c:v>44852</c:v>
                </c:pt>
                <c:pt idx="5947">
                  <c:v>44853</c:v>
                </c:pt>
                <c:pt idx="5948">
                  <c:v>44854</c:v>
                </c:pt>
                <c:pt idx="5949">
                  <c:v>44855</c:v>
                </c:pt>
                <c:pt idx="5950">
                  <c:v>44858</c:v>
                </c:pt>
                <c:pt idx="5951">
                  <c:v>44859</c:v>
                </c:pt>
                <c:pt idx="5952">
                  <c:v>44860</c:v>
                </c:pt>
                <c:pt idx="5953">
                  <c:v>44861</c:v>
                </c:pt>
                <c:pt idx="5954">
                  <c:v>44862</c:v>
                </c:pt>
                <c:pt idx="5955">
                  <c:v>44865</c:v>
                </c:pt>
                <c:pt idx="5956">
                  <c:v>44866</c:v>
                </c:pt>
                <c:pt idx="5957">
                  <c:v>44867</c:v>
                </c:pt>
                <c:pt idx="5958">
                  <c:v>44868</c:v>
                </c:pt>
                <c:pt idx="5959">
                  <c:v>44869</c:v>
                </c:pt>
                <c:pt idx="5960">
                  <c:v>44872</c:v>
                </c:pt>
                <c:pt idx="5961">
                  <c:v>44873</c:v>
                </c:pt>
                <c:pt idx="5962">
                  <c:v>44874</c:v>
                </c:pt>
                <c:pt idx="5963">
                  <c:v>44875</c:v>
                </c:pt>
                <c:pt idx="5964">
                  <c:v>44876</c:v>
                </c:pt>
                <c:pt idx="5965">
                  <c:v>44879</c:v>
                </c:pt>
                <c:pt idx="5966">
                  <c:v>44880</c:v>
                </c:pt>
                <c:pt idx="5967">
                  <c:v>44881</c:v>
                </c:pt>
                <c:pt idx="5968">
                  <c:v>44882</c:v>
                </c:pt>
                <c:pt idx="5969">
                  <c:v>44883</c:v>
                </c:pt>
                <c:pt idx="5970">
                  <c:v>44886</c:v>
                </c:pt>
                <c:pt idx="5971">
                  <c:v>44887</c:v>
                </c:pt>
                <c:pt idx="5972">
                  <c:v>44888</c:v>
                </c:pt>
                <c:pt idx="5973">
                  <c:v>44889</c:v>
                </c:pt>
                <c:pt idx="5974">
                  <c:v>44890</c:v>
                </c:pt>
                <c:pt idx="5975">
                  <c:v>44893</c:v>
                </c:pt>
                <c:pt idx="5976">
                  <c:v>44894</c:v>
                </c:pt>
                <c:pt idx="5977">
                  <c:v>44895</c:v>
                </c:pt>
                <c:pt idx="5978">
                  <c:v>44896</c:v>
                </c:pt>
                <c:pt idx="5979">
                  <c:v>44897</c:v>
                </c:pt>
                <c:pt idx="5980">
                  <c:v>44900</c:v>
                </c:pt>
                <c:pt idx="5981">
                  <c:v>44901</c:v>
                </c:pt>
                <c:pt idx="5982">
                  <c:v>44902</c:v>
                </c:pt>
                <c:pt idx="5983">
                  <c:v>44903</c:v>
                </c:pt>
                <c:pt idx="5984">
                  <c:v>44904</c:v>
                </c:pt>
                <c:pt idx="5985">
                  <c:v>44907</c:v>
                </c:pt>
                <c:pt idx="5986">
                  <c:v>44908</c:v>
                </c:pt>
                <c:pt idx="5987">
                  <c:v>44909</c:v>
                </c:pt>
                <c:pt idx="5988">
                  <c:v>44910</c:v>
                </c:pt>
                <c:pt idx="5989">
                  <c:v>44911</c:v>
                </c:pt>
                <c:pt idx="5990">
                  <c:v>44914</c:v>
                </c:pt>
                <c:pt idx="5991">
                  <c:v>44915</c:v>
                </c:pt>
                <c:pt idx="5992">
                  <c:v>44916</c:v>
                </c:pt>
                <c:pt idx="5993">
                  <c:v>44917</c:v>
                </c:pt>
                <c:pt idx="5994">
                  <c:v>44918</c:v>
                </c:pt>
                <c:pt idx="5995">
                  <c:v>44921</c:v>
                </c:pt>
                <c:pt idx="5996">
                  <c:v>44922</c:v>
                </c:pt>
                <c:pt idx="5997">
                  <c:v>44923</c:v>
                </c:pt>
                <c:pt idx="5998">
                  <c:v>44924</c:v>
                </c:pt>
                <c:pt idx="5999">
                  <c:v>44925</c:v>
                </c:pt>
                <c:pt idx="6000">
                  <c:v>44928</c:v>
                </c:pt>
                <c:pt idx="6001">
                  <c:v>44929</c:v>
                </c:pt>
                <c:pt idx="6002">
                  <c:v>44930</c:v>
                </c:pt>
                <c:pt idx="6003">
                  <c:v>44931</c:v>
                </c:pt>
                <c:pt idx="6004">
                  <c:v>44932</c:v>
                </c:pt>
                <c:pt idx="6005">
                  <c:v>44935</c:v>
                </c:pt>
                <c:pt idx="6006">
                  <c:v>44936</c:v>
                </c:pt>
                <c:pt idx="6007">
                  <c:v>44937</c:v>
                </c:pt>
                <c:pt idx="6008">
                  <c:v>44938</c:v>
                </c:pt>
                <c:pt idx="6009">
                  <c:v>44939</c:v>
                </c:pt>
                <c:pt idx="6010">
                  <c:v>44942</c:v>
                </c:pt>
                <c:pt idx="6011">
                  <c:v>44943</c:v>
                </c:pt>
                <c:pt idx="6012">
                  <c:v>44944</c:v>
                </c:pt>
                <c:pt idx="6013">
                  <c:v>44945</c:v>
                </c:pt>
                <c:pt idx="6014">
                  <c:v>44946</c:v>
                </c:pt>
                <c:pt idx="6015">
                  <c:v>44949</c:v>
                </c:pt>
                <c:pt idx="6016">
                  <c:v>44950</c:v>
                </c:pt>
                <c:pt idx="6017">
                  <c:v>44951</c:v>
                </c:pt>
                <c:pt idx="6018">
                  <c:v>44952</c:v>
                </c:pt>
                <c:pt idx="6019">
                  <c:v>44953</c:v>
                </c:pt>
                <c:pt idx="6020">
                  <c:v>44956</c:v>
                </c:pt>
                <c:pt idx="6021">
                  <c:v>44957</c:v>
                </c:pt>
                <c:pt idx="6022">
                  <c:v>44958</c:v>
                </c:pt>
                <c:pt idx="6023">
                  <c:v>44959</c:v>
                </c:pt>
                <c:pt idx="6024">
                  <c:v>44960</c:v>
                </c:pt>
                <c:pt idx="6025">
                  <c:v>44963</c:v>
                </c:pt>
                <c:pt idx="6026">
                  <c:v>44964</c:v>
                </c:pt>
                <c:pt idx="6027">
                  <c:v>44965</c:v>
                </c:pt>
                <c:pt idx="6028">
                  <c:v>44966</c:v>
                </c:pt>
                <c:pt idx="6029">
                  <c:v>44967</c:v>
                </c:pt>
                <c:pt idx="6030">
                  <c:v>44970</c:v>
                </c:pt>
                <c:pt idx="6031">
                  <c:v>44971</c:v>
                </c:pt>
                <c:pt idx="6032">
                  <c:v>44972</c:v>
                </c:pt>
                <c:pt idx="6033">
                  <c:v>44973</c:v>
                </c:pt>
                <c:pt idx="6034">
                  <c:v>44974</c:v>
                </c:pt>
                <c:pt idx="6035">
                  <c:v>44977</c:v>
                </c:pt>
                <c:pt idx="6036">
                  <c:v>44978</c:v>
                </c:pt>
                <c:pt idx="6037">
                  <c:v>44979</c:v>
                </c:pt>
                <c:pt idx="6038">
                  <c:v>44980</c:v>
                </c:pt>
                <c:pt idx="6039">
                  <c:v>44981</c:v>
                </c:pt>
                <c:pt idx="6040">
                  <c:v>44984</c:v>
                </c:pt>
                <c:pt idx="6041">
                  <c:v>44985</c:v>
                </c:pt>
                <c:pt idx="6042">
                  <c:v>44986</c:v>
                </c:pt>
                <c:pt idx="6043">
                  <c:v>44987</c:v>
                </c:pt>
                <c:pt idx="6044">
                  <c:v>44988</c:v>
                </c:pt>
                <c:pt idx="6045">
                  <c:v>44991</c:v>
                </c:pt>
                <c:pt idx="6046">
                  <c:v>44992</c:v>
                </c:pt>
                <c:pt idx="6047">
                  <c:v>44993</c:v>
                </c:pt>
                <c:pt idx="6048">
                  <c:v>44994</c:v>
                </c:pt>
                <c:pt idx="6049">
                  <c:v>44995</c:v>
                </c:pt>
                <c:pt idx="6050">
                  <c:v>44998</c:v>
                </c:pt>
                <c:pt idx="6051">
                  <c:v>44999</c:v>
                </c:pt>
                <c:pt idx="6052">
                  <c:v>45000</c:v>
                </c:pt>
                <c:pt idx="6053">
                  <c:v>45001</c:v>
                </c:pt>
                <c:pt idx="6054">
                  <c:v>45002</c:v>
                </c:pt>
                <c:pt idx="6055">
                  <c:v>45005</c:v>
                </c:pt>
                <c:pt idx="6056">
                  <c:v>45006</c:v>
                </c:pt>
                <c:pt idx="6057">
                  <c:v>45007</c:v>
                </c:pt>
                <c:pt idx="6058">
                  <c:v>45008</c:v>
                </c:pt>
                <c:pt idx="6059">
                  <c:v>45009</c:v>
                </c:pt>
                <c:pt idx="6060">
                  <c:v>45012</c:v>
                </c:pt>
                <c:pt idx="6061">
                  <c:v>45013</c:v>
                </c:pt>
                <c:pt idx="6062">
                  <c:v>45014</c:v>
                </c:pt>
                <c:pt idx="6063">
                  <c:v>45015</c:v>
                </c:pt>
                <c:pt idx="6064">
                  <c:v>45016</c:v>
                </c:pt>
                <c:pt idx="6065">
                  <c:v>45019</c:v>
                </c:pt>
                <c:pt idx="6066">
                  <c:v>45020</c:v>
                </c:pt>
                <c:pt idx="6067">
                  <c:v>45021</c:v>
                </c:pt>
                <c:pt idx="6068">
                  <c:v>45022</c:v>
                </c:pt>
                <c:pt idx="6069">
                  <c:v>45023</c:v>
                </c:pt>
                <c:pt idx="6070">
                  <c:v>45026</c:v>
                </c:pt>
                <c:pt idx="6071">
                  <c:v>45027</c:v>
                </c:pt>
                <c:pt idx="6072">
                  <c:v>45028</c:v>
                </c:pt>
                <c:pt idx="6073">
                  <c:v>45029</c:v>
                </c:pt>
                <c:pt idx="6074">
                  <c:v>45030</c:v>
                </c:pt>
                <c:pt idx="6075">
                  <c:v>45033</c:v>
                </c:pt>
                <c:pt idx="6076">
                  <c:v>45034</c:v>
                </c:pt>
                <c:pt idx="6077">
                  <c:v>45035</c:v>
                </c:pt>
                <c:pt idx="6078">
                  <c:v>45036</c:v>
                </c:pt>
                <c:pt idx="6079">
                  <c:v>45037</c:v>
                </c:pt>
                <c:pt idx="6080">
                  <c:v>45040</c:v>
                </c:pt>
                <c:pt idx="6081">
                  <c:v>45041</c:v>
                </c:pt>
                <c:pt idx="6082">
                  <c:v>45042</c:v>
                </c:pt>
                <c:pt idx="6083">
                  <c:v>45043</c:v>
                </c:pt>
                <c:pt idx="6084">
                  <c:v>45044</c:v>
                </c:pt>
                <c:pt idx="6085">
                  <c:v>45047</c:v>
                </c:pt>
                <c:pt idx="6086">
                  <c:v>45048</c:v>
                </c:pt>
                <c:pt idx="6087">
                  <c:v>45049</c:v>
                </c:pt>
                <c:pt idx="6088">
                  <c:v>45050</c:v>
                </c:pt>
                <c:pt idx="6089">
                  <c:v>45051</c:v>
                </c:pt>
                <c:pt idx="6090">
                  <c:v>45054</c:v>
                </c:pt>
                <c:pt idx="6091">
                  <c:v>45055</c:v>
                </c:pt>
                <c:pt idx="6092">
                  <c:v>45056</c:v>
                </c:pt>
                <c:pt idx="6093">
                  <c:v>45057</c:v>
                </c:pt>
                <c:pt idx="6094">
                  <c:v>45058</c:v>
                </c:pt>
                <c:pt idx="6095">
                  <c:v>45061</c:v>
                </c:pt>
                <c:pt idx="6096">
                  <c:v>45062</c:v>
                </c:pt>
                <c:pt idx="6097">
                  <c:v>45063</c:v>
                </c:pt>
                <c:pt idx="6098">
                  <c:v>45064</c:v>
                </c:pt>
                <c:pt idx="6099">
                  <c:v>45065</c:v>
                </c:pt>
                <c:pt idx="6100">
                  <c:v>45068</c:v>
                </c:pt>
                <c:pt idx="6101">
                  <c:v>45069</c:v>
                </c:pt>
                <c:pt idx="6102">
                  <c:v>45070</c:v>
                </c:pt>
                <c:pt idx="6103">
                  <c:v>45071</c:v>
                </c:pt>
                <c:pt idx="6104">
                  <c:v>45072</c:v>
                </c:pt>
                <c:pt idx="6105">
                  <c:v>45075</c:v>
                </c:pt>
                <c:pt idx="6106">
                  <c:v>45076</c:v>
                </c:pt>
                <c:pt idx="6107">
                  <c:v>45077</c:v>
                </c:pt>
                <c:pt idx="6108">
                  <c:v>45078</c:v>
                </c:pt>
                <c:pt idx="6109">
                  <c:v>45079</c:v>
                </c:pt>
                <c:pt idx="6110">
                  <c:v>45082</c:v>
                </c:pt>
                <c:pt idx="6111">
                  <c:v>45083</c:v>
                </c:pt>
                <c:pt idx="6112">
                  <c:v>45084</c:v>
                </c:pt>
                <c:pt idx="6113">
                  <c:v>45085</c:v>
                </c:pt>
                <c:pt idx="6114">
                  <c:v>45086</c:v>
                </c:pt>
                <c:pt idx="6115">
                  <c:v>45089</c:v>
                </c:pt>
                <c:pt idx="6116">
                  <c:v>45090</c:v>
                </c:pt>
                <c:pt idx="6117">
                  <c:v>45091</c:v>
                </c:pt>
                <c:pt idx="6118">
                  <c:v>45092</c:v>
                </c:pt>
                <c:pt idx="6119">
                  <c:v>45093</c:v>
                </c:pt>
                <c:pt idx="6120">
                  <c:v>45096</c:v>
                </c:pt>
                <c:pt idx="6121">
                  <c:v>45097</c:v>
                </c:pt>
                <c:pt idx="6122">
                  <c:v>45098</c:v>
                </c:pt>
                <c:pt idx="6123">
                  <c:v>45099</c:v>
                </c:pt>
                <c:pt idx="6124">
                  <c:v>45100</c:v>
                </c:pt>
                <c:pt idx="6125">
                  <c:v>45103</c:v>
                </c:pt>
                <c:pt idx="6126">
                  <c:v>45104</c:v>
                </c:pt>
                <c:pt idx="6127">
                  <c:v>45105</c:v>
                </c:pt>
                <c:pt idx="6128">
                  <c:v>45106</c:v>
                </c:pt>
                <c:pt idx="6129">
                  <c:v>45107</c:v>
                </c:pt>
                <c:pt idx="6130">
                  <c:v>45110</c:v>
                </c:pt>
                <c:pt idx="6131">
                  <c:v>45111</c:v>
                </c:pt>
                <c:pt idx="6132">
                  <c:v>45112</c:v>
                </c:pt>
                <c:pt idx="6133">
                  <c:v>45113</c:v>
                </c:pt>
                <c:pt idx="6134">
                  <c:v>45114</c:v>
                </c:pt>
                <c:pt idx="6135">
                  <c:v>45117</c:v>
                </c:pt>
                <c:pt idx="6136">
                  <c:v>45118</c:v>
                </c:pt>
                <c:pt idx="6137">
                  <c:v>45119</c:v>
                </c:pt>
                <c:pt idx="6138">
                  <c:v>45120</c:v>
                </c:pt>
                <c:pt idx="6139">
                  <c:v>45121</c:v>
                </c:pt>
                <c:pt idx="6140">
                  <c:v>45124</c:v>
                </c:pt>
                <c:pt idx="6141">
                  <c:v>45125</c:v>
                </c:pt>
                <c:pt idx="6142">
                  <c:v>45126</c:v>
                </c:pt>
                <c:pt idx="6143">
                  <c:v>45127</c:v>
                </c:pt>
                <c:pt idx="6144">
                  <c:v>45128</c:v>
                </c:pt>
                <c:pt idx="6145">
                  <c:v>45131</c:v>
                </c:pt>
                <c:pt idx="6146">
                  <c:v>45132</c:v>
                </c:pt>
                <c:pt idx="6147">
                  <c:v>45133</c:v>
                </c:pt>
                <c:pt idx="6148">
                  <c:v>45134</c:v>
                </c:pt>
                <c:pt idx="6149">
                  <c:v>45135</c:v>
                </c:pt>
                <c:pt idx="6150">
                  <c:v>45138</c:v>
                </c:pt>
                <c:pt idx="6151">
                  <c:v>45139</c:v>
                </c:pt>
                <c:pt idx="6152">
                  <c:v>45140</c:v>
                </c:pt>
                <c:pt idx="6153">
                  <c:v>45141</c:v>
                </c:pt>
                <c:pt idx="6154">
                  <c:v>45142</c:v>
                </c:pt>
                <c:pt idx="6155">
                  <c:v>45145</c:v>
                </c:pt>
                <c:pt idx="6156">
                  <c:v>45146</c:v>
                </c:pt>
                <c:pt idx="6157">
                  <c:v>45147</c:v>
                </c:pt>
                <c:pt idx="6158">
                  <c:v>45148</c:v>
                </c:pt>
                <c:pt idx="6159">
                  <c:v>45149</c:v>
                </c:pt>
                <c:pt idx="6160">
                  <c:v>45152</c:v>
                </c:pt>
                <c:pt idx="6161">
                  <c:v>45153</c:v>
                </c:pt>
                <c:pt idx="6162">
                  <c:v>45154</c:v>
                </c:pt>
                <c:pt idx="6163">
                  <c:v>45155</c:v>
                </c:pt>
                <c:pt idx="6164">
                  <c:v>45156</c:v>
                </c:pt>
                <c:pt idx="6165">
                  <c:v>45159</c:v>
                </c:pt>
                <c:pt idx="6166">
                  <c:v>45160</c:v>
                </c:pt>
                <c:pt idx="6167">
                  <c:v>45161</c:v>
                </c:pt>
                <c:pt idx="6168">
                  <c:v>45162</c:v>
                </c:pt>
                <c:pt idx="6169">
                  <c:v>45163</c:v>
                </c:pt>
                <c:pt idx="6170">
                  <c:v>45166</c:v>
                </c:pt>
                <c:pt idx="6171">
                  <c:v>45167</c:v>
                </c:pt>
                <c:pt idx="6172">
                  <c:v>45168</c:v>
                </c:pt>
                <c:pt idx="6173">
                  <c:v>45169</c:v>
                </c:pt>
                <c:pt idx="6174">
                  <c:v>45170</c:v>
                </c:pt>
                <c:pt idx="6175">
                  <c:v>45173</c:v>
                </c:pt>
                <c:pt idx="6176">
                  <c:v>45174</c:v>
                </c:pt>
                <c:pt idx="6177">
                  <c:v>45175</c:v>
                </c:pt>
                <c:pt idx="6178">
                  <c:v>45176</c:v>
                </c:pt>
                <c:pt idx="6179">
                  <c:v>45177</c:v>
                </c:pt>
                <c:pt idx="6180">
                  <c:v>45180</c:v>
                </c:pt>
                <c:pt idx="6181">
                  <c:v>45181</c:v>
                </c:pt>
                <c:pt idx="6182">
                  <c:v>45182</c:v>
                </c:pt>
                <c:pt idx="6183">
                  <c:v>45183</c:v>
                </c:pt>
                <c:pt idx="6184">
                  <c:v>45184</c:v>
                </c:pt>
                <c:pt idx="6185">
                  <c:v>45187</c:v>
                </c:pt>
                <c:pt idx="6186">
                  <c:v>45188</c:v>
                </c:pt>
                <c:pt idx="6187">
                  <c:v>45189</c:v>
                </c:pt>
                <c:pt idx="6188">
                  <c:v>45190</c:v>
                </c:pt>
                <c:pt idx="6189">
                  <c:v>45191</c:v>
                </c:pt>
                <c:pt idx="6190">
                  <c:v>45194</c:v>
                </c:pt>
                <c:pt idx="6191">
                  <c:v>45195</c:v>
                </c:pt>
                <c:pt idx="6192">
                  <c:v>45196</c:v>
                </c:pt>
                <c:pt idx="6193">
                  <c:v>45197</c:v>
                </c:pt>
                <c:pt idx="6194">
                  <c:v>45198</c:v>
                </c:pt>
                <c:pt idx="6195">
                  <c:v>45201</c:v>
                </c:pt>
                <c:pt idx="6196">
                  <c:v>45202</c:v>
                </c:pt>
                <c:pt idx="6197">
                  <c:v>45203</c:v>
                </c:pt>
                <c:pt idx="6198">
                  <c:v>45204</c:v>
                </c:pt>
                <c:pt idx="6199">
                  <c:v>45205</c:v>
                </c:pt>
                <c:pt idx="6200">
                  <c:v>45208</c:v>
                </c:pt>
                <c:pt idx="6201">
                  <c:v>45209</c:v>
                </c:pt>
                <c:pt idx="6202">
                  <c:v>45210</c:v>
                </c:pt>
                <c:pt idx="6203">
                  <c:v>45211</c:v>
                </c:pt>
                <c:pt idx="6204">
                  <c:v>45212</c:v>
                </c:pt>
                <c:pt idx="6205">
                  <c:v>45215</c:v>
                </c:pt>
                <c:pt idx="6206">
                  <c:v>45216</c:v>
                </c:pt>
                <c:pt idx="6207">
                  <c:v>45217</c:v>
                </c:pt>
                <c:pt idx="6208">
                  <c:v>45218</c:v>
                </c:pt>
                <c:pt idx="6209">
                  <c:v>45219</c:v>
                </c:pt>
                <c:pt idx="6210">
                  <c:v>45222</c:v>
                </c:pt>
                <c:pt idx="6211">
                  <c:v>45223</c:v>
                </c:pt>
                <c:pt idx="6212">
                  <c:v>45224</c:v>
                </c:pt>
                <c:pt idx="6213">
                  <c:v>45225</c:v>
                </c:pt>
                <c:pt idx="6214">
                  <c:v>45226</c:v>
                </c:pt>
                <c:pt idx="6215">
                  <c:v>45229</c:v>
                </c:pt>
                <c:pt idx="6216">
                  <c:v>45230</c:v>
                </c:pt>
                <c:pt idx="6217">
                  <c:v>45231</c:v>
                </c:pt>
                <c:pt idx="6218">
                  <c:v>45232</c:v>
                </c:pt>
                <c:pt idx="6219">
                  <c:v>45233</c:v>
                </c:pt>
                <c:pt idx="6220">
                  <c:v>45236</c:v>
                </c:pt>
                <c:pt idx="6221">
                  <c:v>45237</c:v>
                </c:pt>
                <c:pt idx="6222">
                  <c:v>45238</c:v>
                </c:pt>
                <c:pt idx="6223">
                  <c:v>45239</c:v>
                </c:pt>
                <c:pt idx="6224">
                  <c:v>45240</c:v>
                </c:pt>
                <c:pt idx="6225">
                  <c:v>45243</c:v>
                </c:pt>
                <c:pt idx="6226">
                  <c:v>45244</c:v>
                </c:pt>
                <c:pt idx="6227">
                  <c:v>45245</c:v>
                </c:pt>
                <c:pt idx="6228">
                  <c:v>45246</c:v>
                </c:pt>
                <c:pt idx="6229">
                  <c:v>45247</c:v>
                </c:pt>
                <c:pt idx="6230">
                  <c:v>45250</c:v>
                </c:pt>
                <c:pt idx="6231">
                  <c:v>45251</c:v>
                </c:pt>
                <c:pt idx="6232">
                  <c:v>45252</c:v>
                </c:pt>
                <c:pt idx="6233">
                  <c:v>45253</c:v>
                </c:pt>
                <c:pt idx="6234">
                  <c:v>45254</c:v>
                </c:pt>
                <c:pt idx="6235">
                  <c:v>45257</c:v>
                </c:pt>
                <c:pt idx="6236">
                  <c:v>45258</c:v>
                </c:pt>
                <c:pt idx="6237">
                  <c:v>45259</c:v>
                </c:pt>
                <c:pt idx="6238">
                  <c:v>45260</c:v>
                </c:pt>
                <c:pt idx="6239">
                  <c:v>45261</c:v>
                </c:pt>
                <c:pt idx="6240">
                  <c:v>45264</c:v>
                </c:pt>
                <c:pt idx="6241">
                  <c:v>45265</c:v>
                </c:pt>
                <c:pt idx="6242">
                  <c:v>45266</c:v>
                </c:pt>
                <c:pt idx="6243">
                  <c:v>45267</c:v>
                </c:pt>
                <c:pt idx="6244">
                  <c:v>45268</c:v>
                </c:pt>
                <c:pt idx="6245">
                  <c:v>45271</c:v>
                </c:pt>
                <c:pt idx="6246">
                  <c:v>45272</c:v>
                </c:pt>
                <c:pt idx="6247">
                  <c:v>45273</c:v>
                </c:pt>
                <c:pt idx="6248">
                  <c:v>45274</c:v>
                </c:pt>
                <c:pt idx="6249">
                  <c:v>45275</c:v>
                </c:pt>
                <c:pt idx="6250">
                  <c:v>45278</c:v>
                </c:pt>
                <c:pt idx="6251">
                  <c:v>45279</c:v>
                </c:pt>
                <c:pt idx="6252">
                  <c:v>45280</c:v>
                </c:pt>
                <c:pt idx="6253">
                  <c:v>45281</c:v>
                </c:pt>
                <c:pt idx="6254">
                  <c:v>45282</c:v>
                </c:pt>
                <c:pt idx="6255">
                  <c:v>45285</c:v>
                </c:pt>
                <c:pt idx="6256">
                  <c:v>45286</c:v>
                </c:pt>
                <c:pt idx="6257">
                  <c:v>45287</c:v>
                </c:pt>
                <c:pt idx="6258">
                  <c:v>45288</c:v>
                </c:pt>
                <c:pt idx="6259">
                  <c:v>45289</c:v>
                </c:pt>
                <c:pt idx="6260">
                  <c:v>45292</c:v>
                </c:pt>
                <c:pt idx="6261">
                  <c:v>45293</c:v>
                </c:pt>
                <c:pt idx="6262">
                  <c:v>45294</c:v>
                </c:pt>
                <c:pt idx="6263">
                  <c:v>45295</c:v>
                </c:pt>
                <c:pt idx="6264">
                  <c:v>45296</c:v>
                </c:pt>
                <c:pt idx="6265">
                  <c:v>45299</c:v>
                </c:pt>
                <c:pt idx="6266">
                  <c:v>45300</c:v>
                </c:pt>
                <c:pt idx="6267">
                  <c:v>45301</c:v>
                </c:pt>
                <c:pt idx="6268">
                  <c:v>45302</c:v>
                </c:pt>
                <c:pt idx="6269">
                  <c:v>45303</c:v>
                </c:pt>
                <c:pt idx="6270">
                  <c:v>45306</c:v>
                </c:pt>
                <c:pt idx="6271">
                  <c:v>45307</c:v>
                </c:pt>
                <c:pt idx="6272">
                  <c:v>45308</c:v>
                </c:pt>
                <c:pt idx="6273">
                  <c:v>45309</c:v>
                </c:pt>
                <c:pt idx="6274">
                  <c:v>45310</c:v>
                </c:pt>
                <c:pt idx="6275">
                  <c:v>45313</c:v>
                </c:pt>
                <c:pt idx="6276">
                  <c:v>45314</c:v>
                </c:pt>
                <c:pt idx="6277">
                  <c:v>45315</c:v>
                </c:pt>
                <c:pt idx="6278">
                  <c:v>45316</c:v>
                </c:pt>
                <c:pt idx="6279">
                  <c:v>45317</c:v>
                </c:pt>
                <c:pt idx="6280">
                  <c:v>45320</c:v>
                </c:pt>
                <c:pt idx="6281">
                  <c:v>45321</c:v>
                </c:pt>
                <c:pt idx="6282">
                  <c:v>45322</c:v>
                </c:pt>
                <c:pt idx="6283">
                  <c:v>45323</c:v>
                </c:pt>
                <c:pt idx="6284">
                  <c:v>45324</c:v>
                </c:pt>
                <c:pt idx="6285">
                  <c:v>45327</c:v>
                </c:pt>
                <c:pt idx="6286">
                  <c:v>45328</c:v>
                </c:pt>
                <c:pt idx="6287">
                  <c:v>45329</c:v>
                </c:pt>
                <c:pt idx="6288">
                  <c:v>45330</c:v>
                </c:pt>
                <c:pt idx="6289">
                  <c:v>45331</c:v>
                </c:pt>
                <c:pt idx="6290">
                  <c:v>45334</c:v>
                </c:pt>
                <c:pt idx="6291">
                  <c:v>45335</c:v>
                </c:pt>
                <c:pt idx="6292">
                  <c:v>45336</c:v>
                </c:pt>
                <c:pt idx="6293">
                  <c:v>45337</c:v>
                </c:pt>
                <c:pt idx="6294">
                  <c:v>45338</c:v>
                </c:pt>
                <c:pt idx="6295">
                  <c:v>45341</c:v>
                </c:pt>
                <c:pt idx="6296">
                  <c:v>45342</c:v>
                </c:pt>
                <c:pt idx="6297">
                  <c:v>45343</c:v>
                </c:pt>
                <c:pt idx="6298">
                  <c:v>45344</c:v>
                </c:pt>
                <c:pt idx="6299">
                  <c:v>45345</c:v>
                </c:pt>
                <c:pt idx="6300">
                  <c:v>45348</c:v>
                </c:pt>
                <c:pt idx="6301">
                  <c:v>45349</c:v>
                </c:pt>
                <c:pt idx="6302">
                  <c:v>45350</c:v>
                </c:pt>
                <c:pt idx="6303">
                  <c:v>45351</c:v>
                </c:pt>
                <c:pt idx="6304">
                  <c:v>45352</c:v>
                </c:pt>
                <c:pt idx="6305">
                  <c:v>45355</c:v>
                </c:pt>
                <c:pt idx="6306">
                  <c:v>45356</c:v>
                </c:pt>
                <c:pt idx="6307">
                  <c:v>45357</c:v>
                </c:pt>
                <c:pt idx="6308">
                  <c:v>45358</c:v>
                </c:pt>
                <c:pt idx="6309">
                  <c:v>45359</c:v>
                </c:pt>
                <c:pt idx="6310">
                  <c:v>45362</c:v>
                </c:pt>
                <c:pt idx="6311">
                  <c:v>45363</c:v>
                </c:pt>
                <c:pt idx="6312">
                  <c:v>45364</c:v>
                </c:pt>
                <c:pt idx="6313">
                  <c:v>45365</c:v>
                </c:pt>
                <c:pt idx="6314">
                  <c:v>45366</c:v>
                </c:pt>
                <c:pt idx="6315">
                  <c:v>45369</c:v>
                </c:pt>
                <c:pt idx="6316">
                  <c:v>45370</c:v>
                </c:pt>
                <c:pt idx="6317">
                  <c:v>45371</c:v>
                </c:pt>
                <c:pt idx="6318">
                  <c:v>45372</c:v>
                </c:pt>
                <c:pt idx="6319">
                  <c:v>45373</c:v>
                </c:pt>
                <c:pt idx="6320">
                  <c:v>45376</c:v>
                </c:pt>
                <c:pt idx="6321">
                  <c:v>45377</c:v>
                </c:pt>
                <c:pt idx="6322">
                  <c:v>45378</c:v>
                </c:pt>
                <c:pt idx="6323">
                  <c:v>45379</c:v>
                </c:pt>
                <c:pt idx="6324">
                  <c:v>45380</c:v>
                </c:pt>
                <c:pt idx="6325">
                  <c:v>45383</c:v>
                </c:pt>
                <c:pt idx="6326">
                  <c:v>45384</c:v>
                </c:pt>
                <c:pt idx="6327">
                  <c:v>45385</c:v>
                </c:pt>
                <c:pt idx="6328">
                  <c:v>45386</c:v>
                </c:pt>
                <c:pt idx="6329">
                  <c:v>45387</c:v>
                </c:pt>
                <c:pt idx="6330">
                  <c:v>45390</c:v>
                </c:pt>
                <c:pt idx="6331">
                  <c:v>45391</c:v>
                </c:pt>
                <c:pt idx="6332">
                  <c:v>45392</c:v>
                </c:pt>
                <c:pt idx="6333">
                  <c:v>45393</c:v>
                </c:pt>
                <c:pt idx="6334">
                  <c:v>45394</c:v>
                </c:pt>
                <c:pt idx="6335">
                  <c:v>45397</c:v>
                </c:pt>
                <c:pt idx="6336">
                  <c:v>45398</c:v>
                </c:pt>
                <c:pt idx="6337">
                  <c:v>45399</c:v>
                </c:pt>
                <c:pt idx="6338">
                  <c:v>45400</c:v>
                </c:pt>
                <c:pt idx="6339">
                  <c:v>45401</c:v>
                </c:pt>
                <c:pt idx="6340">
                  <c:v>45404</c:v>
                </c:pt>
                <c:pt idx="6341">
                  <c:v>45405</c:v>
                </c:pt>
                <c:pt idx="6342">
                  <c:v>45406</c:v>
                </c:pt>
                <c:pt idx="6343">
                  <c:v>45407</c:v>
                </c:pt>
                <c:pt idx="6344">
                  <c:v>45408</c:v>
                </c:pt>
                <c:pt idx="6345">
                  <c:v>45411</c:v>
                </c:pt>
                <c:pt idx="6346">
                  <c:v>45412</c:v>
                </c:pt>
                <c:pt idx="6347">
                  <c:v>45413</c:v>
                </c:pt>
                <c:pt idx="6348">
                  <c:v>45414</c:v>
                </c:pt>
                <c:pt idx="6349">
                  <c:v>45415</c:v>
                </c:pt>
                <c:pt idx="6350">
                  <c:v>45418</c:v>
                </c:pt>
                <c:pt idx="6351">
                  <c:v>45419</c:v>
                </c:pt>
                <c:pt idx="6352">
                  <c:v>45420</c:v>
                </c:pt>
                <c:pt idx="6353">
                  <c:v>45421</c:v>
                </c:pt>
                <c:pt idx="6354">
                  <c:v>45422</c:v>
                </c:pt>
                <c:pt idx="6355">
                  <c:v>45425</c:v>
                </c:pt>
                <c:pt idx="6356">
                  <c:v>45426</c:v>
                </c:pt>
                <c:pt idx="6357">
                  <c:v>45427</c:v>
                </c:pt>
                <c:pt idx="6358">
                  <c:v>45428</c:v>
                </c:pt>
                <c:pt idx="6359">
                  <c:v>45429</c:v>
                </c:pt>
                <c:pt idx="6360">
                  <c:v>45432</c:v>
                </c:pt>
                <c:pt idx="6361">
                  <c:v>45433</c:v>
                </c:pt>
                <c:pt idx="6362">
                  <c:v>45434</c:v>
                </c:pt>
                <c:pt idx="6363">
                  <c:v>45435</c:v>
                </c:pt>
                <c:pt idx="6364">
                  <c:v>45436</c:v>
                </c:pt>
                <c:pt idx="6365">
                  <c:v>45439</c:v>
                </c:pt>
                <c:pt idx="6366">
                  <c:v>45440</c:v>
                </c:pt>
                <c:pt idx="6367">
                  <c:v>45441</c:v>
                </c:pt>
                <c:pt idx="6368">
                  <c:v>45442</c:v>
                </c:pt>
                <c:pt idx="6369">
                  <c:v>45443</c:v>
                </c:pt>
                <c:pt idx="6370">
                  <c:v>45446</c:v>
                </c:pt>
                <c:pt idx="6371">
                  <c:v>45447</c:v>
                </c:pt>
                <c:pt idx="6372">
                  <c:v>45448</c:v>
                </c:pt>
                <c:pt idx="6373">
                  <c:v>45449</c:v>
                </c:pt>
                <c:pt idx="6374">
                  <c:v>45450</c:v>
                </c:pt>
                <c:pt idx="6375">
                  <c:v>45453</c:v>
                </c:pt>
                <c:pt idx="6376">
                  <c:v>45454</c:v>
                </c:pt>
                <c:pt idx="6377">
                  <c:v>45455</c:v>
                </c:pt>
                <c:pt idx="6378">
                  <c:v>45456</c:v>
                </c:pt>
                <c:pt idx="6379">
                  <c:v>45457</c:v>
                </c:pt>
                <c:pt idx="6380">
                  <c:v>45460</c:v>
                </c:pt>
                <c:pt idx="6381">
                  <c:v>45461</c:v>
                </c:pt>
                <c:pt idx="6382">
                  <c:v>45462</c:v>
                </c:pt>
                <c:pt idx="6383">
                  <c:v>45463</c:v>
                </c:pt>
                <c:pt idx="6384">
                  <c:v>45464</c:v>
                </c:pt>
                <c:pt idx="6385">
                  <c:v>45467</c:v>
                </c:pt>
                <c:pt idx="6386">
                  <c:v>45468</c:v>
                </c:pt>
                <c:pt idx="6387">
                  <c:v>45469</c:v>
                </c:pt>
                <c:pt idx="6388">
                  <c:v>45470</c:v>
                </c:pt>
                <c:pt idx="6389">
                  <c:v>45471</c:v>
                </c:pt>
                <c:pt idx="6390">
                  <c:v>45474</c:v>
                </c:pt>
                <c:pt idx="6391">
                  <c:v>45475</c:v>
                </c:pt>
                <c:pt idx="6392">
                  <c:v>45476</c:v>
                </c:pt>
                <c:pt idx="6393">
                  <c:v>45477</c:v>
                </c:pt>
                <c:pt idx="6394">
                  <c:v>45478</c:v>
                </c:pt>
                <c:pt idx="6395">
                  <c:v>45481</c:v>
                </c:pt>
                <c:pt idx="6396">
                  <c:v>45482</c:v>
                </c:pt>
                <c:pt idx="6397">
                  <c:v>45483</c:v>
                </c:pt>
                <c:pt idx="6398">
                  <c:v>45484</c:v>
                </c:pt>
                <c:pt idx="6399">
                  <c:v>45485</c:v>
                </c:pt>
                <c:pt idx="6400">
                  <c:v>45488</c:v>
                </c:pt>
                <c:pt idx="6401">
                  <c:v>45489</c:v>
                </c:pt>
                <c:pt idx="6402">
                  <c:v>45490</c:v>
                </c:pt>
                <c:pt idx="6403">
                  <c:v>45491</c:v>
                </c:pt>
                <c:pt idx="6404">
                  <c:v>45492</c:v>
                </c:pt>
                <c:pt idx="6405">
                  <c:v>45495</c:v>
                </c:pt>
                <c:pt idx="6406">
                  <c:v>45496</c:v>
                </c:pt>
                <c:pt idx="6407">
                  <c:v>45497</c:v>
                </c:pt>
                <c:pt idx="6408">
                  <c:v>45498</c:v>
                </c:pt>
                <c:pt idx="6409">
                  <c:v>45499</c:v>
                </c:pt>
                <c:pt idx="6410">
                  <c:v>45502</c:v>
                </c:pt>
                <c:pt idx="6411">
                  <c:v>45503</c:v>
                </c:pt>
                <c:pt idx="6412">
                  <c:v>45504</c:v>
                </c:pt>
                <c:pt idx="6413">
                  <c:v>45505</c:v>
                </c:pt>
                <c:pt idx="6414">
                  <c:v>45506</c:v>
                </c:pt>
                <c:pt idx="6415">
                  <c:v>45509</c:v>
                </c:pt>
                <c:pt idx="6416">
                  <c:v>45510</c:v>
                </c:pt>
                <c:pt idx="6417">
                  <c:v>45511</c:v>
                </c:pt>
                <c:pt idx="6418">
                  <c:v>45512</c:v>
                </c:pt>
                <c:pt idx="6419">
                  <c:v>45513</c:v>
                </c:pt>
                <c:pt idx="6420">
                  <c:v>45516</c:v>
                </c:pt>
                <c:pt idx="6421">
                  <c:v>45517</c:v>
                </c:pt>
                <c:pt idx="6422">
                  <c:v>45518</c:v>
                </c:pt>
                <c:pt idx="6423">
                  <c:v>45519</c:v>
                </c:pt>
                <c:pt idx="6424">
                  <c:v>45520</c:v>
                </c:pt>
                <c:pt idx="6425">
                  <c:v>45523</c:v>
                </c:pt>
                <c:pt idx="6426">
                  <c:v>45524</c:v>
                </c:pt>
                <c:pt idx="6427">
                  <c:v>45525</c:v>
                </c:pt>
                <c:pt idx="6428">
                  <c:v>45526</c:v>
                </c:pt>
                <c:pt idx="6429">
                  <c:v>45527</c:v>
                </c:pt>
                <c:pt idx="6430">
                  <c:v>45530</c:v>
                </c:pt>
                <c:pt idx="6431">
                  <c:v>45531</c:v>
                </c:pt>
                <c:pt idx="6432">
                  <c:v>45532</c:v>
                </c:pt>
                <c:pt idx="6433">
                  <c:v>45533</c:v>
                </c:pt>
                <c:pt idx="6434">
                  <c:v>45534</c:v>
                </c:pt>
                <c:pt idx="6435">
                  <c:v>45537</c:v>
                </c:pt>
                <c:pt idx="6436">
                  <c:v>45538</c:v>
                </c:pt>
                <c:pt idx="6437">
                  <c:v>45539</c:v>
                </c:pt>
                <c:pt idx="6438">
                  <c:v>45540</c:v>
                </c:pt>
                <c:pt idx="6439">
                  <c:v>45541</c:v>
                </c:pt>
                <c:pt idx="6440">
                  <c:v>45544</c:v>
                </c:pt>
                <c:pt idx="6441">
                  <c:v>45545</c:v>
                </c:pt>
                <c:pt idx="6442">
                  <c:v>45546</c:v>
                </c:pt>
                <c:pt idx="6443">
                  <c:v>45547</c:v>
                </c:pt>
                <c:pt idx="6444">
                  <c:v>45548</c:v>
                </c:pt>
                <c:pt idx="6445">
                  <c:v>45551</c:v>
                </c:pt>
                <c:pt idx="6446">
                  <c:v>45552</c:v>
                </c:pt>
                <c:pt idx="6447">
                  <c:v>45553</c:v>
                </c:pt>
                <c:pt idx="6448">
                  <c:v>45554</c:v>
                </c:pt>
                <c:pt idx="6449">
                  <c:v>45555</c:v>
                </c:pt>
                <c:pt idx="6450">
                  <c:v>45558</c:v>
                </c:pt>
                <c:pt idx="6451">
                  <c:v>45559</c:v>
                </c:pt>
                <c:pt idx="6452">
                  <c:v>45560</c:v>
                </c:pt>
                <c:pt idx="6453">
                  <c:v>45561</c:v>
                </c:pt>
                <c:pt idx="6454">
                  <c:v>45562</c:v>
                </c:pt>
                <c:pt idx="6455">
                  <c:v>45565</c:v>
                </c:pt>
                <c:pt idx="6456">
                  <c:v>45566</c:v>
                </c:pt>
                <c:pt idx="6457">
                  <c:v>45567</c:v>
                </c:pt>
                <c:pt idx="6458">
                  <c:v>45568</c:v>
                </c:pt>
                <c:pt idx="6459">
                  <c:v>45569</c:v>
                </c:pt>
                <c:pt idx="6460">
                  <c:v>45572</c:v>
                </c:pt>
                <c:pt idx="6461">
                  <c:v>45573</c:v>
                </c:pt>
                <c:pt idx="6462">
                  <c:v>45574</c:v>
                </c:pt>
                <c:pt idx="6463">
                  <c:v>45575</c:v>
                </c:pt>
                <c:pt idx="6464">
                  <c:v>45576</c:v>
                </c:pt>
                <c:pt idx="6465">
                  <c:v>45579</c:v>
                </c:pt>
                <c:pt idx="6466">
                  <c:v>45580</c:v>
                </c:pt>
                <c:pt idx="6467">
                  <c:v>45581</c:v>
                </c:pt>
                <c:pt idx="6468">
                  <c:v>45582</c:v>
                </c:pt>
                <c:pt idx="6469">
                  <c:v>45583</c:v>
                </c:pt>
                <c:pt idx="6470">
                  <c:v>45586</c:v>
                </c:pt>
                <c:pt idx="6471">
                  <c:v>45587</c:v>
                </c:pt>
                <c:pt idx="6472">
                  <c:v>45588</c:v>
                </c:pt>
                <c:pt idx="6473">
                  <c:v>45589</c:v>
                </c:pt>
                <c:pt idx="6474">
                  <c:v>45590</c:v>
                </c:pt>
                <c:pt idx="6475">
                  <c:v>45593</c:v>
                </c:pt>
                <c:pt idx="6476">
                  <c:v>45594</c:v>
                </c:pt>
                <c:pt idx="6477">
                  <c:v>45595</c:v>
                </c:pt>
                <c:pt idx="6478">
                  <c:v>45596</c:v>
                </c:pt>
                <c:pt idx="6479">
                  <c:v>45597</c:v>
                </c:pt>
                <c:pt idx="6480">
                  <c:v>45600</c:v>
                </c:pt>
                <c:pt idx="6481">
                  <c:v>45601</c:v>
                </c:pt>
                <c:pt idx="6482">
                  <c:v>45602</c:v>
                </c:pt>
                <c:pt idx="6483">
                  <c:v>45603</c:v>
                </c:pt>
                <c:pt idx="6484">
                  <c:v>45604</c:v>
                </c:pt>
                <c:pt idx="6485">
                  <c:v>45607</c:v>
                </c:pt>
                <c:pt idx="6486">
                  <c:v>45608</c:v>
                </c:pt>
                <c:pt idx="6487">
                  <c:v>45609</c:v>
                </c:pt>
                <c:pt idx="6488">
                  <c:v>45610</c:v>
                </c:pt>
                <c:pt idx="6489">
                  <c:v>45611</c:v>
                </c:pt>
                <c:pt idx="6490">
                  <c:v>45614</c:v>
                </c:pt>
                <c:pt idx="6491">
                  <c:v>45615</c:v>
                </c:pt>
                <c:pt idx="6492">
                  <c:v>45616</c:v>
                </c:pt>
                <c:pt idx="6493">
                  <c:v>45617</c:v>
                </c:pt>
                <c:pt idx="6494">
                  <c:v>45618</c:v>
                </c:pt>
                <c:pt idx="6495">
                  <c:v>45621</c:v>
                </c:pt>
                <c:pt idx="6496">
                  <c:v>45622</c:v>
                </c:pt>
                <c:pt idx="6497">
                  <c:v>45623</c:v>
                </c:pt>
                <c:pt idx="6498">
                  <c:v>45624</c:v>
                </c:pt>
                <c:pt idx="6499">
                  <c:v>45625</c:v>
                </c:pt>
                <c:pt idx="6500">
                  <c:v>45628</c:v>
                </c:pt>
                <c:pt idx="6501">
                  <c:v>45629</c:v>
                </c:pt>
                <c:pt idx="6502">
                  <c:v>45630</c:v>
                </c:pt>
                <c:pt idx="6503">
                  <c:v>45631</c:v>
                </c:pt>
                <c:pt idx="6504">
                  <c:v>45632</c:v>
                </c:pt>
                <c:pt idx="6505">
                  <c:v>45635</c:v>
                </c:pt>
                <c:pt idx="6506">
                  <c:v>45636</c:v>
                </c:pt>
                <c:pt idx="6507">
                  <c:v>45637</c:v>
                </c:pt>
                <c:pt idx="6508">
                  <c:v>45638</c:v>
                </c:pt>
                <c:pt idx="6509">
                  <c:v>45639</c:v>
                </c:pt>
                <c:pt idx="6510">
                  <c:v>45642</c:v>
                </c:pt>
                <c:pt idx="6511">
                  <c:v>45643</c:v>
                </c:pt>
                <c:pt idx="6512">
                  <c:v>45644</c:v>
                </c:pt>
                <c:pt idx="6513">
                  <c:v>45645</c:v>
                </c:pt>
                <c:pt idx="6514">
                  <c:v>45646</c:v>
                </c:pt>
                <c:pt idx="6515">
                  <c:v>45649</c:v>
                </c:pt>
                <c:pt idx="6516">
                  <c:v>45650</c:v>
                </c:pt>
                <c:pt idx="6517">
                  <c:v>45651</c:v>
                </c:pt>
                <c:pt idx="6518">
                  <c:v>45652</c:v>
                </c:pt>
                <c:pt idx="6519">
                  <c:v>45653</c:v>
                </c:pt>
                <c:pt idx="6520">
                  <c:v>45656</c:v>
                </c:pt>
                <c:pt idx="6521">
                  <c:v>45657</c:v>
                </c:pt>
                <c:pt idx="6522">
                  <c:v>45658</c:v>
                </c:pt>
                <c:pt idx="6523">
                  <c:v>45659</c:v>
                </c:pt>
                <c:pt idx="6524">
                  <c:v>45660</c:v>
                </c:pt>
                <c:pt idx="6525">
                  <c:v>45663</c:v>
                </c:pt>
                <c:pt idx="6526">
                  <c:v>45664</c:v>
                </c:pt>
                <c:pt idx="6527">
                  <c:v>45665</c:v>
                </c:pt>
                <c:pt idx="6528">
                  <c:v>45666</c:v>
                </c:pt>
                <c:pt idx="6529">
                  <c:v>45667</c:v>
                </c:pt>
                <c:pt idx="6530">
                  <c:v>45670</c:v>
                </c:pt>
                <c:pt idx="6531">
                  <c:v>45671</c:v>
                </c:pt>
                <c:pt idx="6532">
                  <c:v>45672</c:v>
                </c:pt>
                <c:pt idx="6533">
                  <c:v>45673</c:v>
                </c:pt>
                <c:pt idx="6534">
                  <c:v>45674</c:v>
                </c:pt>
                <c:pt idx="6535">
                  <c:v>45677</c:v>
                </c:pt>
                <c:pt idx="6536">
                  <c:v>45678</c:v>
                </c:pt>
                <c:pt idx="6537">
                  <c:v>45679</c:v>
                </c:pt>
                <c:pt idx="6538">
                  <c:v>45680</c:v>
                </c:pt>
                <c:pt idx="6539">
                  <c:v>45681</c:v>
                </c:pt>
                <c:pt idx="6540">
                  <c:v>45684</c:v>
                </c:pt>
                <c:pt idx="6541">
                  <c:v>45685</c:v>
                </c:pt>
                <c:pt idx="6542">
                  <c:v>45686</c:v>
                </c:pt>
                <c:pt idx="6543">
                  <c:v>45687</c:v>
                </c:pt>
                <c:pt idx="6544">
                  <c:v>45688</c:v>
                </c:pt>
                <c:pt idx="6545">
                  <c:v>45691</c:v>
                </c:pt>
                <c:pt idx="6546">
                  <c:v>45692</c:v>
                </c:pt>
                <c:pt idx="6547">
                  <c:v>45693</c:v>
                </c:pt>
                <c:pt idx="6548">
                  <c:v>45694</c:v>
                </c:pt>
                <c:pt idx="6549">
                  <c:v>45695</c:v>
                </c:pt>
                <c:pt idx="6550">
                  <c:v>45698</c:v>
                </c:pt>
                <c:pt idx="6551">
                  <c:v>45699</c:v>
                </c:pt>
                <c:pt idx="6552">
                  <c:v>45700</c:v>
                </c:pt>
                <c:pt idx="6553">
                  <c:v>45701</c:v>
                </c:pt>
                <c:pt idx="6554">
                  <c:v>45702</c:v>
                </c:pt>
                <c:pt idx="6555">
                  <c:v>45705</c:v>
                </c:pt>
                <c:pt idx="6556">
                  <c:v>45706</c:v>
                </c:pt>
                <c:pt idx="6557">
                  <c:v>45707</c:v>
                </c:pt>
                <c:pt idx="6558">
                  <c:v>45708</c:v>
                </c:pt>
                <c:pt idx="6559">
                  <c:v>45709</c:v>
                </c:pt>
                <c:pt idx="6560">
                  <c:v>45712</c:v>
                </c:pt>
                <c:pt idx="6561">
                  <c:v>45713</c:v>
                </c:pt>
                <c:pt idx="6562">
                  <c:v>45714</c:v>
                </c:pt>
                <c:pt idx="6563">
                  <c:v>45715</c:v>
                </c:pt>
                <c:pt idx="6564">
                  <c:v>45716</c:v>
                </c:pt>
                <c:pt idx="6565">
                  <c:v>45719</c:v>
                </c:pt>
                <c:pt idx="6566">
                  <c:v>45720</c:v>
                </c:pt>
                <c:pt idx="6567">
                  <c:v>45721</c:v>
                </c:pt>
                <c:pt idx="6568">
                  <c:v>45722</c:v>
                </c:pt>
                <c:pt idx="6569">
                  <c:v>45723</c:v>
                </c:pt>
                <c:pt idx="6570">
                  <c:v>45726</c:v>
                </c:pt>
                <c:pt idx="6571">
                  <c:v>45727</c:v>
                </c:pt>
                <c:pt idx="6572">
                  <c:v>45728</c:v>
                </c:pt>
                <c:pt idx="6573">
                  <c:v>45729</c:v>
                </c:pt>
                <c:pt idx="6574">
                  <c:v>45730</c:v>
                </c:pt>
                <c:pt idx="6575">
                  <c:v>45733</c:v>
                </c:pt>
                <c:pt idx="6576">
                  <c:v>45734</c:v>
                </c:pt>
                <c:pt idx="6577">
                  <c:v>45735</c:v>
                </c:pt>
                <c:pt idx="6578">
                  <c:v>45736</c:v>
                </c:pt>
                <c:pt idx="6579">
                  <c:v>45737</c:v>
                </c:pt>
                <c:pt idx="6580">
                  <c:v>45740</c:v>
                </c:pt>
                <c:pt idx="6581">
                  <c:v>45741</c:v>
                </c:pt>
                <c:pt idx="6582">
                  <c:v>45742</c:v>
                </c:pt>
                <c:pt idx="6583">
                  <c:v>45743</c:v>
                </c:pt>
                <c:pt idx="6584">
                  <c:v>45744</c:v>
                </c:pt>
                <c:pt idx="6585">
                  <c:v>45747</c:v>
                </c:pt>
                <c:pt idx="6586">
                  <c:v>45748</c:v>
                </c:pt>
                <c:pt idx="6587">
                  <c:v>45749</c:v>
                </c:pt>
                <c:pt idx="6588">
                  <c:v>45750</c:v>
                </c:pt>
                <c:pt idx="6589">
                  <c:v>45751</c:v>
                </c:pt>
                <c:pt idx="6590">
                  <c:v>45754</c:v>
                </c:pt>
                <c:pt idx="6591">
                  <c:v>45755</c:v>
                </c:pt>
                <c:pt idx="6592">
                  <c:v>45756</c:v>
                </c:pt>
                <c:pt idx="6593">
                  <c:v>45757</c:v>
                </c:pt>
                <c:pt idx="6594">
                  <c:v>45758</c:v>
                </c:pt>
                <c:pt idx="6595">
                  <c:v>45761</c:v>
                </c:pt>
                <c:pt idx="6596">
                  <c:v>45762</c:v>
                </c:pt>
                <c:pt idx="6597">
                  <c:v>45763</c:v>
                </c:pt>
                <c:pt idx="6598">
                  <c:v>45764</c:v>
                </c:pt>
                <c:pt idx="6599">
                  <c:v>45765</c:v>
                </c:pt>
                <c:pt idx="6600">
                  <c:v>45768</c:v>
                </c:pt>
                <c:pt idx="6601">
                  <c:v>45769</c:v>
                </c:pt>
                <c:pt idx="6602">
                  <c:v>45770</c:v>
                </c:pt>
                <c:pt idx="6603">
                  <c:v>45771</c:v>
                </c:pt>
                <c:pt idx="6604">
                  <c:v>45772</c:v>
                </c:pt>
                <c:pt idx="6605">
                  <c:v>45775</c:v>
                </c:pt>
                <c:pt idx="6606">
                  <c:v>45776</c:v>
                </c:pt>
                <c:pt idx="6607">
                  <c:v>45777</c:v>
                </c:pt>
                <c:pt idx="6608">
                  <c:v>45778</c:v>
                </c:pt>
                <c:pt idx="6609">
                  <c:v>45779</c:v>
                </c:pt>
                <c:pt idx="6610">
                  <c:v>45782</c:v>
                </c:pt>
                <c:pt idx="6611">
                  <c:v>45783</c:v>
                </c:pt>
                <c:pt idx="6612">
                  <c:v>45784</c:v>
                </c:pt>
                <c:pt idx="6613">
                  <c:v>45785</c:v>
                </c:pt>
                <c:pt idx="6614">
                  <c:v>45786</c:v>
                </c:pt>
                <c:pt idx="6615">
                  <c:v>45789</c:v>
                </c:pt>
                <c:pt idx="6616">
                  <c:v>45790</c:v>
                </c:pt>
                <c:pt idx="6617">
                  <c:v>45791</c:v>
                </c:pt>
                <c:pt idx="6618">
                  <c:v>45792</c:v>
                </c:pt>
                <c:pt idx="6619">
                  <c:v>45793</c:v>
                </c:pt>
                <c:pt idx="6620">
                  <c:v>45796</c:v>
                </c:pt>
                <c:pt idx="6621">
                  <c:v>45797</c:v>
                </c:pt>
                <c:pt idx="6622">
                  <c:v>45798</c:v>
                </c:pt>
                <c:pt idx="6623">
                  <c:v>45799</c:v>
                </c:pt>
                <c:pt idx="6624">
                  <c:v>45800</c:v>
                </c:pt>
                <c:pt idx="6625">
                  <c:v>45803</c:v>
                </c:pt>
                <c:pt idx="6626">
                  <c:v>45804</c:v>
                </c:pt>
                <c:pt idx="6627">
                  <c:v>45805</c:v>
                </c:pt>
                <c:pt idx="6628">
                  <c:v>45806</c:v>
                </c:pt>
                <c:pt idx="6629">
                  <c:v>45807</c:v>
                </c:pt>
                <c:pt idx="6630">
                  <c:v>45810</c:v>
                </c:pt>
                <c:pt idx="6631">
                  <c:v>45811</c:v>
                </c:pt>
                <c:pt idx="6632">
                  <c:v>45812</c:v>
                </c:pt>
                <c:pt idx="6633">
                  <c:v>45813</c:v>
                </c:pt>
                <c:pt idx="6634">
                  <c:v>45814</c:v>
                </c:pt>
                <c:pt idx="6635">
                  <c:v>45817</c:v>
                </c:pt>
                <c:pt idx="6636">
                  <c:v>45818</c:v>
                </c:pt>
                <c:pt idx="6637">
                  <c:v>45819</c:v>
                </c:pt>
                <c:pt idx="6638">
                  <c:v>45820</c:v>
                </c:pt>
                <c:pt idx="6639">
                  <c:v>45821</c:v>
                </c:pt>
                <c:pt idx="6640">
                  <c:v>45824</c:v>
                </c:pt>
                <c:pt idx="6641">
                  <c:v>45825</c:v>
                </c:pt>
                <c:pt idx="6642">
                  <c:v>45826</c:v>
                </c:pt>
                <c:pt idx="6643">
                  <c:v>45827</c:v>
                </c:pt>
                <c:pt idx="6644">
                  <c:v>45828</c:v>
                </c:pt>
                <c:pt idx="6645">
                  <c:v>45831</c:v>
                </c:pt>
                <c:pt idx="6646">
                  <c:v>45832</c:v>
                </c:pt>
                <c:pt idx="6647">
                  <c:v>45833</c:v>
                </c:pt>
                <c:pt idx="6648">
                  <c:v>45834</c:v>
                </c:pt>
                <c:pt idx="6649">
                  <c:v>45835</c:v>
                </c:pt>
                <c:pt idx="6650">
                  <c:v>45838</c:v>
                </c:pt>
                <c:pt idx="6651">
                  <c:v>45839</c:v>
                </c:pt>
                <c:pt idx="6652">
                  <c:v>45840</c:v>
                </c:pt>
                <c:pt idx="6653">
                  <c:v>45841</c:v>
                </c:pt>
                <c:pt idx="6654">
                  <c:v>45842</c:v>
                </c:pt>
                <c:pt idx="6655">
                  <c:v>45845</c:v>
                </c:pt>
                <c:pt idx="6656">
                  <c:v>45846</c:v>
                </c:pt>
                <c:pt idx="6657">
                  <c:v>45847</c:v>
                </c:pt>
                <c:pt idx="6658">
                  <c:v>45848</c:v>
                </c:pt>
                <c:pt idx="6659">
                  <c:v>45849</c:v>
                </c:pt>
                <c:pt idx="6660">
                  <c:v>45852</c:v>
                </c:pt>
                <c:pt idx="6661">
                  <c:v>45853</c:v>
                </c:pt>
                <c:pt idx="6662">
                  <c:v>45854</c:v>
                </c:pt>
                <c:pt idx="6663">
                  <c:v>45855</c:v>
                </c:pt>
                <c:pt idx="6664">
                  <c:v>45856</c:v>
                </c:pt>
                <c:pt idx="6665">
                  <c:v>45859</c:v>
                </c:pt>
                <c:pt idx="6666">
                  <c:v>45860</c:v>
                </c:pt>
                <c:pt idx="6667">
                  <c:v>45861</c:v>
                </c:pt>
                <c:pt idx="6668">
                  <c:v>45862</c:v>
                </c:pt>
                <c:pt idx="6669">
                  <c:v>45863</c:v>
                </c:pt>
                <c:pt idx="6670">
                  <c:v>45866</c:v>
                </c:pt>
                <c:pt idx="6671">
                  <c:v>45867</c:v>
                </c:pt>
                <c:pt idx="6672">
                  <c:v>45868</c:v>
                </c:pt>
                <c:pt idx="6673">
                  <c:v>45869</c:v>
                </c:pt>
                <c:pt idx="6674">
                  <c:v>45870</c:v>
                </c:pt>
                <c:pt idx="6675">
                  <c:v>45873</c:v>
                </c:pt>
                <c:pt idx="6676">
                  <c:v>45874</c:v>
                </c:pt>
                <c:pt idx="6677">
                  <c:v>45875</c:v>
                </c:pt>
                <c:pt idx="6678">
                  <c:v>45876</c:v>
                </c:pt>
                <c:pt idx="6679">
                  <c:v>45877</c:v>
                </c:pt>
                <c:pt idx="6680">
                  <c:v>45880</c:v>
                </c:pt>
                <c:pt idx="6681">
                  <c:v>45881</c:v>
                </c:pt>
                <c:pt idx="6682">
                  <c:v>45882</c:v>
                </c:pt>
                <c:pt idx="6683">
                  <c:v>45883</c:v>
                </c:pt>
                <c:pt idx="6684">
                  <c:v>45884</c:v>
                </c:pt>
                <c:pt idx="6685">
                  <c:v>45887</c:v>
                </c:pt>
                <c:pt idx="6686">
                  <c:v>45888</c:v>
                </c:pt>
                <c:pt idx="6687">
                  <c:v>45889</c:v>
                </c:pt>
                <c:pt idx="6688">
                  <c:v>45890</c:v>
                </c:pt>
                <c:pt idx="6689">
                  <c:v>45891</c:v>
                </c:pt>
                <c:pt idx="6690">
                  <c:v>45894</c:v>
                </c:pt>
                <c:pt idx="6691">
                  <c:v>45895</c:v>
                </c:pt>
                <c:pt idx="6692">
                  <c:v>45896</c:v>
                </c:pt>
                <c:pt idx="6693">
                  <c:v>45897</c:v>
                </c:pt>
                <c:pt idx="6694">
                  <c:v>45898</c:v>
                </c:pt>
                <c:pt idx="6695">
                  <c:v>45901</c:v>
                </c:pt>
                <c:pt idx="6696">
                  <c:v>45902</c:v>
                </c:pt>
                <c:pt idx="6697">
                  <c:v>45903</c:v>
                </c:pt>
                <c:pt idx="6698">
                  <c:v>45904</c:v>
                </c:pt>
                <c:pt idx="6699">
                  <c:v>45905</c:v>
                </c:pt>
                <c:pt idx="6700">
                  <c:v>45908</c:v>
                </c:pt>
                <c:pt idx="6701">
                  <c:v>45909</c:v>
                </c:pt>
                <c:pt idx="6702">
                  <c:v>45910</c:v>
                </c:pt>
                <c:pt idx="6703">
                  <c:v>45911</c:v>
                </c:pt>
                <c:pt idx="6704">
                  <c:v>45912</c:v>
                </c:pt>
                <c:pt idx="6705">
                  <c:v>45915</c:v>
                </c:pt>
                <c:pt idx="6706">
                  <c:v>45916</c:v>
                </c:pt>
                <c:pt idx="6707">
                  <c:v>45917</c:v>
                </c:pt>
                <c:pt idx="6708">
                  <c:v>45918</c:v>
                </c:pt>
                <c:pt idx="6709">
                  <c:v>45919</c:v>
                </c:pt>
                <c:pt idx="6710">
                  <c:v>45922</c:v>
                </c:pt>
                <c:pt idx="6711">
                  <c:v>45923</c:v>
                </c:pt>
                <c:pt idx="6712">
                  <c:v>45924</c:v>
                </c:pt>
                <c:pt idx="6713">
                  <c:v>45925</c:v>
                </c:pt>
                <c:pt idx="6714">
                  <c:v>45926</c:v>
                </c:pt>
                <c:pt idx="6715">
                  <c:v>45929</c:v>
                </c:pt>
                <c:pt idx="6716">
                  <c:v>45930</c:v>
                </c:pt>
                <c:pt idx="6717">
                  <c:v>45931</c:v>
                </c:pt>
                <c:pt idx="6718">
                  <c:v>45932</c:v>
                </c:pt>
                <c:pt idx="6719">
                  <c:v>45933</c:v>
                </c:pt>
                <c:pt idx="6720">
                  <c:v>45936</c:v>
                </c:pt>
                <c:pt idx="6721">
                  <c:v>45937</c:v>
                </c:pt>
                <c:pt idx="6722">
                  <c:v>45938</c:v>
                </c:pt>
                <c:pt idx="6723">
                  <c:v>45939</c:v>
                </c:pt>
                <c:pt idx="6724">
                  <c:v>45940</c:v>
                </c:pt>
                <c:pt idx="6725">
                  <c:v>45943</c:v>
                </c:pt>
                <c:pt idx="6726">
                  <c:v>45944</c:v>
                </c:pt>
                <c:pt idx="6727">
                  <c:v>45945</c:v>
                </c:pt>
                <c:pt idx="6728">
                  <c:v>45946</c:v>
                </c:pt>
                <c:pt idx="6729">
                  <c:v>45947</c:v>
                </c:pt>
                <c:pt idx="6730">
                  <c:v>45950</c:v>
                </c:pt>
                <c:pt idx="6731">
                  <c:v>45951</c:v>
                </c:pt>
                <c:pt idx="6732">
                  <c:v>45952</c:v>
                </c:pt>
                <c:pt idx="6733">
                  <c:v>45953</c:v>
                </c:pt>
                <c:pt idx="6734">
                  <c:v>45954</c:v>
                </c:pt>
                <c:pt idx="6735">
                  <c:v>45957</c:v>
                </c:pt>
                <c:pt idx="6736">
                  <c:v>45958</c:v>
                </c:pt>
                <c:pt idx="6737">
                  <c:v>45959</c:v>
                </c:pt>
                <c:pt idx="6738">
                  <c:v>45960</c:v>
                </c:pt>
                <c:pt idx="6739">
                  <c:v>45961</c:v>
                </c:pt>
                <c:pt idx="6740">
                  <c:v>45964</c:v>
                </c:pt>
                <c:pt idx="6741">
                  <c:v>45965</c:v>
                </c:pt>
                <c:pt idx="6742">
                  <c:v>45966</c:v>
                </c:pt>
                <c:pt idx="6743">
                  <c:v>45967</c:v>
                </c:pt>
                <c:pt idx="6744">
                  <c:v>45968</c:v>
                </c:pt>
                <c:pt idx="6745">
                  <c:v>45971</c:v>
                </c:pt>
                <c:pt idx="6746">
                  <c:v>45972</c:v>
                </c:pt>
                <c:pt idx="6747">
                  <c:v>45973</c:v>
                </c:pt>
                <c:pt idx="6748">
                  <c:v>45974</c:v>
                </c:pt>
                <c:pt idx="6749">
                  <c:v>45975</c:v>
                </c:pt>
                <c:pt idx="6750">
                  <c:v>45978</c:v>
                </c:pt>
                <c:pt idx="6751">
                  <c:v>45979</c:v>
                </c:pt>
                <c:pt idx="6752">
                  <c:v>45980</c:v>
                </c:pt>
                <c:pt idx="6753">
                  <c:v>45981</c:v>
                </c:pt>
                <c:pt idx="6754">
                  <c:v>45982</c:v>
                </c:pt>
                <c:pt idx="6755">
                  <c:v>45985</c:v>
                </c:pt>
                <c:pt idx="6756">
                  <c:v>45986</c:v>
                </c:pt>
                <c:pt idx="6757">
                  <c:v>45987</c:v>
                </c:pt>
                <c:pt idx="6758">
                  <c:v>45988</c:v>
                </c:pt>
                <c:pt idx="6759">
                  <c:v>45989</c:v>
                </c:pt>
                <c:pt idx="6760">
                  <c:v>45992</c:v>
                </c:pt>
                <c:pt idx="6761">
                  <c:v>45993</c:v>
                </c:pt>
                <c:pt idx="6762">
                  <c:v>45994</c:v>
                </c:pt>
                <c:pt idx="6763">
                  <c:v>45995</c:v>
                </c:pt>
                <c:pt idx="6764">
                  <c:v>45996</c:v>
                </c:pt>
                <c:pt idx="6765">
                  <c:v>45999</c:v>
                </c:pt>
                <c:pt idx="6766">
                  <c:v>46000</c:v>
                </c:pt>
                <c:pt idx="6767">
                  <c:v>46001</c:v>
                </c:pt>
                <c:pt idx="6768">
                  <c:v>46002</c:v>
                </c:pt>
                <c:pt idx="6769">
                  <c:v>46003</c:v>
                </c:pt>
                <c:pt idx="6770">
                  <c:v>46006</c:v>
                </c:pt>
                <c:pt idx="6771">
                  <c:v>46007</c:v>
                </c:pt>
                <c:pt idx="6772">
                  <c:v>46008</c:v>
                </c:pt>
                <c:pt idx="6773">
                  <c:v>46009</c:v>
                </c:pt>
                <c:pt idx="6774">
                  <c:v>46010</c:v>
                </c:pt>
                <c:pt idx="6775">
                  <c:v>46013</c:v>
                </c:pt>
                <c:pt idx="6776">
                  <c:v>46014</c:v>
                </c:pt>
                <c:pt idx="6777">
                  <c:v>46015</c:v>
                </c:pt>
                <c:pt idx="6778">
                  <c:v>46016</c:v>
                </c:pt>
                <c:pt idx="6779">
                  <c:v>46017</c:v>
                </c:pt>
                <c:pt idx="6780">
                  <c:v>46020</c:v>
                </c:pt>
                <c:pt idx="6781">
                  <c:v>46021</c:v>
                </c:pt>
                <c:pt idx="6782">
                  <c:v>46022</c:v>
                </c:pt>
                <c:pt idx="6783">
                  <c:v>46023</c:v>
                </c:pt>
                <c:pt idx="6784">
                  <c:v>46024</c:v>
                </c:pt>
                <c:pt idx="6785">
                  <c:v>46027</c:v>
                </c:pt>
                <c:pt idx="6786">
                  <c:v>46028</c:v>
                </c:pt>
                <c:pt idx="6787">
                  <c:v>46029</c:v>
                </c:pt>
                <c:pt idx="6788">
                  <c:v>46030</c:v>
                </c:pt>
                <c:pt idx="6789">
                  <c:v>46031</c:v>
                </c:pt>
                <c:pt idx="6790">
                  <c:v>46034</c:v>
                </c:pt>
                <c:pt idx="6791">
                  <c:v>46035</c:v>
                </c:pt>
                <c:pt idx="6792">
                  <c:v>46036</c:v>
                </c:pt>
                <c:pt idx="6793">
                  <c:v>46037</c:v>
                </c:pt>
                <c:pt idx="6794">
                  <c:v>46038</c:v>
                </c:pt>
                <c:pt idx="6795">
                  <c:v>46041</c:v>
                </c:pt>
                <c:pt idx="6796">
                  <c:v>46042</c:v>
                </c:pt>
                <c:pt idx="6797">
                  <c:v>46043</c:v>
                </c:pt>
                <c:pt idx="6798">
                  <c:v>46044</c:v>
                </c:pt>
                <c:pt idx="6799">
                  <c:v>46045</c:v>
                </c:pt>
                <c:pt idx="6800">
                  <c:v>46048</c:v>
                </c:pt>
                <c:pt idx="6801">
                  <c:v>46049</c:v>
                </c:pt>
                <c:pt idx="6802">
                  <c:v>46050</c:v>
                </c:pt>
                <c:pt idx="6803">
                  <c:v>46051</c:v>
                </c:pt>
                <c:pt idx="6804">
                  <c:v>46052</c:v>
                </c:pt>
                <c:pt idx="6805">
                  <c:v>46055</c:v>
                </c:pt>
                <c:pt idx="6806">
                  <c:v>46056</c:v>
                </c:pt>
                <c:pt idx="6807">
                  <c:v>46057</c:v>
                </c:pt>
                <c:pt idx="6808">
                  <c:v>46058</c:v>
                </c:pt>
                <c:pt idx="6809">
                  <c:v>46059</c:v>
                </c:pt>
                <c:pt idx="6810">
                  <c:v>46062</c:v>
                </c:pt>
                <c:pt idx="6811">
                  <c:v>46063</c:v>
                </c:pt>
                <c:pt idx="6812">
                  <c:v>46064</c:v>
                </c:pt>
                <c:pt idx="6813">
                  <c:v>46065</c:v>
                </c:pt>
                <c:pt idx="6814">
                  <c:v>46066</c:v>
                </c:pt>
                <c:pt idx="6815">
                  <c:v>46069</c:v>
                </c:pt>
                <c:pt idx="6816">
                  <c:v>46070</c:v>
                </c:pt>
                <c:pt idx="6817">
                  <c:v>46071</c:v>
                </c:pt>
                <c:pt idx="6818">
                  <c:v>46072</c:v>
                </c:pt>
                <c:pt idx="6819">
                  <c:v>46073</c:v>
                </c:pt>
                <c:pt idx="6820">
                  <c:v>46076</c:v>
                </c:pt>
                <c:pt idx="6821">
                  <c:v>46077</c:v>
                </c:pt>
                <c:pt idx="6822">
                  <c:v>46078</c:v>
                </c:pt>
                <c:pt idx="6823">
                  <c:v>46079</c:v>
                </c:pt>
                <c:pt idx="6824">
                  <c:v>46080</c:v>
                </c:pt>
                <c:pt idx="6825">
                  <c:v>46083</c:v>
                </c:pt>
                <c:pt idx="6826">
                  <c:v>46084</c:v>
                </c:pt>
                <c:pt idx="6827">
                  <c:v>46085</c:v>
                </c:pt>
                <c:pt idx="6828">
                  <c:v>46086</c:v>
                </c:pt>
                <c:pt idx="6829">
                  <c:v>46087</c:v>
                </c:pt>
                <c:pt idx="6830">
                  <c:v>46090</c:v>
                </c:pt>
                <c:pt idx="6831">
                  <c:v>46091</c:v>
                </c:pt>
                <c:pt idx="6832">
                  <c:v>46092</c:v>
                </c:pt>
                <c:pt idx="6833">
                  <c:v>46093</c:v>
                </c:pt>
                <c:pt idx="6834">
                  <c:v>46094</c:v>
                </c:pt>
                <c:pt idx="6835">
                  <c:v>46097</c:v>
                </c:pt>
                <c:pt idx="6836">
                  <c:v>46098</c:v>
                </c:pt>
                <c:pt idx="6837">
                  <c:v>46099</c:v>
                </c:pt>
                <c:pt idx="6838">
                  <c:v>46100</c:v>
                </c:pt>
                <c:pt idx="6839">
                  <c:v>46101</c:v>
                </c:pt>
                <c:pt idx="6840">
                  <c:v>46104</c:v>
                </c:pt>
                <c:pt idx="6841">
                  <c:v>46105</c:v>
                </c:pt>
                <c:pt idx="6842">
                  <c:v>46106</c:v>
                </c:pt>
                <c:pt idx="6843">
                  <c:v>46107</c:v>
                </c:pt>
                <c:pt idx="6844">
                  <c:v>46108</c:v>
                </c:pt>
                <c:pt idx="6845">
                  <c:v>46111</c:v>
                </c:pt>
                <c:pt idx="6846">
                  <c:v>46112</c:v>
                </c:pt>
                <c:pt idx="6847">
                  <c:v>46113</c:v>
                </c:pt>
                <c:pt idx="6848">
                  <c:v>46114</c:v>
                </c:pt>
                <c:pt idx="6849">
                  <c:v>46115</c:v>
                </c:pt>
                <c:pt idx="6850">
                  <c:v>46118</c:v>
                </c:pt>
                <c:pt idx="6851">
                  <c:v>46119</c:v>
                </c:pt>
                <c:pt idx="6852">
                  <c:v>46120</c:v>
                </c:pt>
                <c:pt idx="6853">
                  <c:v>46121</c:v>
                </c:pt>
                <c:pt idx="6854">
                  <c:v>46122</c:v>
                </c:pt>
                <c:pt idx="6855">
                  <c:v>46125</c:v>
                </c:pt>
                <c:pt idx="6856">
                  <c:v>46126</c:v>
                </c:pt>
                <c:pt idx="6857">
                  <c:v>46127</c:v>
                </c:pt>
                <c:pt idx="6858">
                  <c:v>46128</c:v>
                </c:pt>
                <c:pt idx="6859">
                  <c:v>46129</c:v>
                </c:pt>
                <c:pt idx="6860">
                  <c:v>46132</c:v>
                </c:pt>
                <c:pt idx="6861">
                  <c:v>46133</c:v>
                </c:pt>
                <c:pt idx="6862">
                  <c:v>46134</c:v>
                </c:pt>
                <c:pt idx="6863">
                  <c:v>46135</c:v>
                </c:pt>
                <c:pt idx="6864">
                  <c:v>46136</c:v>
                </c:pt>
                <c:pt idx="6865">
                  <c:v>46139</c:v>
                </c:pt>
                <c:pt idx="6866">
                  <c:v>46140</c:v>
                </c:pt>
                <c:pt idx="6867">
                  <c:v>46141</c:v>
                </c:pt>
                <c:pt idx="6868">
                  <c:v>46142</c:v>
                </c:pt>
                <c:pt idx="6869">
                  <c:v>46143</c:v>
                </c:pt>
                <c:pt idx="6870">
                  <c:v>46146</c:v>
                </c:pt>
                <c:pt idx="6871">
                  <c:v>46147</c:v>
                </c:pt>
                <c:pt idx="6872">
                  <c:v>46148</c:v>
                </c:pt>
                <c:pt idx="6873">
                  <c:v>46149</c:v>
                </c:pt>
                <c:pt idx="6874">
                  <c:v>46150</c:v>
                </c:pt>
                <c:pt idx="6875">
                  <c:v>46153</c:v>
                </c:pt>
                <c:pt idx="6876">
                  <c:v>46154</c:v>
                </c:pt>
                <c:pt idx="6877">
                  <c:v>46155</c:v>
                </c:pt>
                <c:pt idx="6878">
                  <c:v>46156</c:v>
                </c:pt>
                <c:pt idx="6879">
                  <c:v>46157</c:v>
                </c:pt>
                <c:pt idx="6880">
                  <c:v>46160</c:v>
                </c:pt>
                <c:pt idx="6881">
                  <c:v>46161</c:v>
                </c:pt>
                <c:pt idx="6882">
                  <c:v>46162</c:v>
                </c:pt>
                <c:pt idx="6883">
                  <c:v>46163</c:v>
                </c:pt>
                <c:pt idx="6884">
                  <c:v>46164</c:v>
                </c:pt>
                <c:pt idx="6885">
                  <c:v>46167</c:v>
                </c:pt>
                <c:pt idx="6886">
                  <c:v>46168</c:v>
                </c:pt>
                <c:pt idx="6887">
                  <c:v>46169</c:v>
                </c:pt>
                <c:pt idx="6888">
                  <c:v>46170</c:v>
                </c:pt>
                <c:pt idx="6889">
                  <c:v>46171</c:v>
                </c:pt>
                <c:pt idx="6890">
                  <c:v>46174</c:v>
                </c:pt>
                <c:pt idx="6891">
                  <c:v>46175</c:v>
                </c:pt>
                <c:pt idx="6892">
                  <c:v>46176</c:v>
                </c:pt>
                <c:pt idx="6893">
                  <c:v>46177</c:v>
                </c:pt>
                <c:pt idx="6894">
                  <c:v>46178</c:v>
                </c:pt>
                <c:pt idx="6895">
                  <c:v>46181</c:v>
                </c:pt>
                <c:pt idx="6896">
                  <c:v>46182</c:v>
                </c:pt>
                <c:pt idx="6897">
                  <c:v>46183</c:v>
                </c:pt>
                <c:pt idx="6898">
                  <c:v>46184</c:v>
                </c:pt>
                <c:pt idx="6899">
                  <c:v>46185</c:v>
                </c:pt>
              </c:numCache>
            </c:numRef>
          </c:cat>
          <c:val>
            <c:numRef>
              <c:f>'ECB policy rate'!$D$2:$D$6901</c:f>
              <c:numCache>
                <c:formatCode>General</c:formatCode>
                <c:ptCount val="6900"/>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4.25</c:v>
                </c:pt>
                <c:pt idx="24">
                  <c:v>4.25</c:v>
                </c:pt>
                <c:pt idx="25">
                  <c:v>4.25</c:v>
                </c:pt>
                <c:pt idx="26">
                  <c:v>4.25</c:v>
                </c:pt>
                <c:pt idx="27">
                  <c:v>4.25</c:v>
                </c:pt>
                <c:pt idx="28">
                  <c:v>4.25</c:v>
                </c:pt>
                <c:pt idx="29">
                  <c:v>4.25</c:v>
                </c:pt>
                <c:pt idx="30">
                  <c:v>4.25</c:v>
                </c:pt>
                <c:pt idx="31">
                  <c:v>4.25</c:v>
                </c:pt>
                <c:pt idx="32">
                  <c:v>4.25</c:v>
                </c:pt>
                <c:pt idx="33">
                  <c:v>4.25</c:v>
                </c:pt>
                <c:pt idx="34">
                  <c:v>4.25</c:v>
                </c:pt>
                <c:pt idx="35">
                  <c:v>4.25</c:v>
                </c:pt>
                <c:pt idx="36">
                  <c:v>4.25</c:v>
                </c:pt>
                <c:pt idx="37">
                  <c:v>4.25</c:v>
                </c:pt>
                <c:pt idx="38">
                  <c:v>4.25</c:v>
                </c:pt>
                <c:pt idx="39">
                  <c:v>4.25</c:v>
                </c:pt>
                <c:pt idx="40">
                  <c:v>4.25</c:v>
                </c:pt>
                <c:pt idx="41">
                  <c:v>4.25</c:v>
                </c:pt>
                <c:pt idx="42">
                  <c:v>4.25</c:v>
                </c:pt>
                <c:pt idx="43">
                  <c:v>4.25</c:v>
                </c:pt>
                <c:pt idx="44">
                  <c:v>4.25</c:v>
                </c:pt>
                <c:pt idx="45">
                  <c:v>4.25</c:v>
                </c:pt>
                <c:pt idx="46">
                  <c:v>4.25</c:v>
                </c:pt>
                <c:pt idx="47">
                  <c:v>4.25</c:v>
                </c:pt>
                <c:pt idx="48">
                  <c:v>4.25</c:v>
                </c:pt>
                <c:pt idx="49">
                  <c:v>4.25</c:v>
                </c:pt>
                <c:pt idx="50">
                  <c:v>4.25</c:v>
                </c:pt>
                <c:pt idx="51">
                  <c:v>4.25</c:v>
                </c:pt>
                <c:pt idx="52">
                  <c:v>4.25</c:v>
                </c:pt>
                <c:pt idx="53">
                  <c:v>4.25</c:v>
                </c:pt>
                <c:pt idx="54">
                  <c:v>4.5</c:v>
                </c:pt>
                <c:pt idx="55">
                  <c:v>4.5</c:v>
                </c:pt>
                <c:pt idx="56">
                  <c:v>4.5</c:v>
                </c:pt>
                <c:pt idx="57">
                  <c:v>4.5</c:v>
                </c:pt>
                <c:pt idx="58">
                  <c:v>4.5</c:v>
                </c:pt>
                <c:pt idx="59">
                  <c:v>4.5</c:v>
                </c:pt>
                <c:pt idx="60">
                  <c:v>4.5</c:v>
                </c:pt>
                <c:pt idx="61">
                  <c:v>4.5</c:v>
                </c:pt>
                <c:pt idx="62">
                  <c:v>4.5</c:v>
                </c:pt>
                <c:pt idx="63">
                  <c:v>4.5</c:v>
                </c:pt>
                <c:pt idx="64">
                  <c:v>4.5</c:v>
                </c:pt>
                <c:pt idx="65">
                  <c:v>4.5</c:v>
                </c:pt>
                <c:pt idx="66">
                  <c:v>4.5</c:v>
                </c:pt>
                <c:pt idx="67">
                  <c:v>4.5</c:v>
                </c:pt>
                <c:pt idx="68">
                  <c:v>4.5</c:v>
                </c:pt>
                <c:pt idx="69">
                  <c:v>4.5</c:v>
                </c:pt>
                <c:pt idx="70">
                  <c:v>4.5</c:v>
                </c:pt>
                <c:pt idx="71">
                  <c:v>4.5</c:v>
                </c:pt>
                <c:pt idx="72">
                  <c:v>4.5</c:v>
                </c:pt>
                <c:pt idx="73">
                  <c:v>4.5</c:v>
                </c:pt>
                <c:pt idx="74">
                  <c:v>4.5</c:v>
                </c:pt>
                <c:pt idx="75">
                  <c:v>4.5</c:v>
                </c:pt>
                <c:pt idx="76">
                  <c:v>4.5</c:v>
                </c:pt>
                <c:pt idx="77">
                  <c:v>4.5</c:v>
                </c:pt>
                <c:pt idx="78">
                  <c:v>4.5</c:v>
                </c:pt>
                <c:pt idx="79">
                  <c:v>4.5</c:v>
                </c:pt>
                <c:pt idx="80">
                  <c:v>4.5</c:v>
                </c:pt>
                <c:pt idx="81">
                  <c:v>4.5</c:v>
                </c:pt>
                <c:pt idx="82">
                  <c:v>4.5</c:v>
                </c:pt>
                <c:pt idx="83">
                  <c:v>4.75</c:v>
                </c:pt>
                <c:pt idx="84">
                  <c:v>4.75</c:v>
                </c:pt>
                <c:pt idx="85">
                  <c:v>4.75</c:v>
                </c:pt>
                <c:pt idx="86">
                  <c:v>4.75</c:v>
                </c:pt>
                <c:pt idx="87">
                  <c:v>4.75</c:v>
                </c:pt>
                <c:pt idx="88">
                  <c:v>4.75</c:v>
                </c:pt>
                <c:pt idx="89">
                  <c:v>4.75</c:v>
                </c:pt>
                <c:pt idx="90">
                  <c:v>4.75</c:v>
                </c:pt>
                <c:pt idx="91">
                  <c:v>4.75</c:v>
                </c:pt>
                <c:pt idx="92">
                  <c:v>4.75</c:v>
                </c:pt>
                <c:pt idx="93">
                  <c:v>4.75</c:v>
                </c:pt>
                <c:pt idx="94">
                  <c:v>4.75</c:v>
                </c:pt>
                <c:pt idx="95">
                  <c:v>4.75</c:v>
                </c:pt>
                <c:pt idx="96">
                  <c:v>4.75</c:v>
                </c:pt>
                <c:pt idx="97">
                  <c:v>4.75</c:v>
                </c:pt>
                <c:pt idx="98">
                  <c:v>4.75</c:v>
                </c:pt>
                <c:pt idx="99">
                  <c:v>4.75</c:v>
                </c:pt>
                <c:pt idx="100">
                  <c:v>4.75</c:v>
                </c:pt>
                <c:pt idx="101">
                  <c:v>4.75</c:v>
                </c:pt>
                <c:pt idx="102">
                  <c:v>4.75</c:v>
                </c:pt>
                <c:pt idx="103">
                  <c:v>4.75</c:v>
                </c:pt>
                <c:pt idx="104">
                  <c:v>4.75</c:v>
                </c:pt>
                <c:pt idx="105">
                  <c:v>4.75</c:v>
                </c:pt>
                <c:pt idx="106">
                  <c:v>4.75</c:v>
                </c:pt>
                <c:pt idx="107">
                  <c:v>4.75</c:v>
                </c:pt>
                <c:pt idx="108">
                  <c:v>4.75</c:v>
                </c:pt>
                <c:pt idx="109">
                  <c:v>4.75</c:v>
                </c:pt>
                <c:pt idx="110">
                  <c:v>4.75</c:v>
                </c:pt>
                <c:pt idx="111">
                  <c:v>4.75</c:v>
                </c:pt>
                <c:pt idx="112">
                  <c:v>4.75</c:v>
                </c:pt>
                <c:pt idx="113">
                  <c:v>4.75</c:v>
                </c:pt>
                <c:pt idx="114">
                  <c:v>5.25</c:v>
                </c:pt>
                <c:pt idx="115">
                  <c:v>5.25</c:v>
                </c:pt>
                <c:pt idx="116">
                  <c:v>5.25</c:v>
                </c:pt>
                <c:pt idx="117">
                  <c:v>5.25</c:v>
                </c:pt>
                <c:pt idx="118">
                  <c:v>5.25</c:v>
                </c:pt>
                <c:pt idx="119">
                  <c:v>5.25</c:v>
                </c:pt>
                <c:pt idx="120">
                  <c:v>5.25</c:v>
                </c:pt>
                <c:pt idx="121">
                  <c:v>5.25</c:v>
                </c:pt>
                <c:pt idx="122">
                  <c:v>5.25</c:v>
                </c:pt>
                <c:pt idx="123">
                  <c:v>5.25</c:v>
                </c:pt>
                <c:pt idx="124">
                  <c:v>5.25</c:v>
                </c:pt>
                <c:pt idx="125">
                  <c:v>5.25</c:v>
                </c:pt>
                <c:pt idx="126">
                  <c:v>5.25</c:v>
                </c:pt>
                <c:pt idx="127">
                  <c:v>5.25</c:v>
                </c:pt>
                <c:pt idx="128">
                  <c:v>5.25</c:v>
                </c:pt>
                <c:pt idx="129">
                  <c:v>5.25</c:v>
                </c:pt>
                <c:pt idx="130">
                  <c:v>5.25</c:v>
                </c:pt>
                <c:pt idx="131">
                  <c:v>5.25</c:v>
                </c:pt>
                <c:pt idx="132">
                  <c:v>5.25</c:v>
                </c:pt>
                <c:pt idx="133">
                  <c:v>5.25</c:v>
                </c:pt>
                <c:pt idx="134">
                  <c:v>5.25</c:v>
                </c:pt>
                <c:pt idx="135">
                  <c:v>5.25</c:v>
                </c:pt>
                <c:pt idx="136">
                  <c:v>5.25</c:v>
                </c:pt>
                <c:pt idx="137">
                  <c:v>5.25</c:v>
                </c:pt>
                <c:pt idx="138">
                  <c:v>5.25</c:v>
                </c:pt>
                <c:pt idx="139">
                  <c:v>5.25</c:v>
                </c:pt>
                <c:pt idx="140">
                  <c:v>5.25</c:v>
                </c:pt>
                <c:pt idx="141">
                  <c:v>5.25</c:v>
                </c:pt>
                <c:pt idx="142">
                  <c:v>5.25</c:v>
                </c:pt>
                <c:pt idx="143">
                  <c:v>5.25</c:v>
                </c:pt>
                <c:pt idx="144">
                  <c:v>5.25</c:v>
                </c:pt>
                <c:pt idx="145">
                  <c:v>5.25</c:v>
                </c:pt>
                <c:pt idx="146">
                  <c:v>5.25</c:v>
                </c:pt>
                <c:pt idx="147">
                  <c:v>5.25</c:v>
                </c:pt>
                <c:pt idx="148">
                  <c:v>5.25</c:v>
                </c:pt>
                <c:pt idx="149">
                  <c:v>5.25</c:v>
                </c:pt>
                <c:pt idx="150">
                  <c:v>5.25</c:v>
                </c:pt>
                <c:pt idx="151">
                  <c:v>5.25</c:v>
                </c:pt>
                <c:pt idx="152">
                  <c:v>5.25</c:v>
                </c:pt>
                <c:pt idx="153">
                  <c:v>5.25</c:v>
                </c:pt>
                <c:pt idx="154">
                  <c:v>5.25</c:v>
                </c:pt>
                <c:pt idx="155">
                  <c:v>5.25</c:v>
                </c:pt>
                <c:pt idx="156">
                  <c:v>5.25</c:v>
                </c:pt>
                <c:pt idx="157">
                  <c:v>5.25</c:v>
                </c:pt>
                <c:pt idx="158">
                  <c:v>5.25</c:v>
                </c:pt>
                <c:pt idx="159">
                  <c:v>5.25</c:v>
                </c:pt>
                <c:pt idx="160">
                  <c:v>5.25</c:v>
                </c:pt>
                <c:pt idx="161">
                  <c:v>5.25</c:v>
                </c:pt>
                <c:pt idx="162">
                  <c:v>5.25</c:v>
                </c:pt>
                <c:pt idx="163">
                  <c:v>5.25</c:v>
                </c:pt>
                <c:pt idx="164">
                  <c:v>5.25</c:v>
                </c:pt>
                <c:pt idx="165">
                  <c:v>5.25</c:v>
                </c:pt>
                <c:pt idx="166">
                  <c:v>5.25</c:v>
                </c:pt>
                <c:pt idx="167">
                  <c:v>5.25</c:v>
                </c:pt>
                <c:pt idx="168">
                  <c:v>5.25</c:v>
                </c:pt>
                <c:pt idx="169">
                  <c:v>5.25</c:v>
                </c:pt>
                <c:pt idx="170">
                  <c:v>5.25</c:v>
                </c:pt>
                <c:pt idx="171">
                  <c:v>5.25</c:v>
                </c:pt>
                <c:pt idx="172">
                  <c:v>5.25</c:v>
                </c:pt>
                <c:pt idx="173">
                  <c:v>5.25</c:v>
                </c:pt>
                <c:pt idx="174">
                  <c:v>5.5</c:v>
                </c:pt>
                <c:pt idx="175">
                  <c:v>5.5</c:v>
                </c:pt>
                <c:pt idx="176">
                  <c:v>5.5</c:v>
                </c:pt>
                <c:pt idx="177">
                  <c:v>5.5</c:v>
                </c:pt>
                <c:pt idx="178">
                  <c:v>5.5</c:v>
                </c:pt>
                <c:pt idx="179">
                  <c:v>5.5</c:v>
                </c:pt>
                <c:pt idx="180">
                  <c:v>5.5</c:v>
                </c:pt>
                <c:pt idx="181">
                  <c:v>5.5</c:v>
                </c:pt>
                <c:pt idx="182">
                  <c:v>5.5</c:v>
                </c:pt>
                <c:pt idx="183">
                  <c:v>5.5</c:v>
                </c:pt>
                <c:pt idx="184">
                  <c:v>5.5</c:v>
                </c:pt>
                <c:pt idx="185">
                  <c:v>5.5</c:v>
                </c:pt>
                <c:pt idx="186">
                  <c:v>5.5</c:v>
                </c:pt>
                <c:pt idx="187">
                  <c:v>5.5</c:v>
                </c:pt>
                <c:pt idx="188">
                  <c:v>5.5</c:v>
                </c:pt>
                <c:pt idx="189">
                  <c:v>5.5</c:v>
                </c:pt>
                <c:pt idx="190">
                  <c:v>5.5</c:v>
                </c:pt>
                <c:pt idx="191">
                  <c:v>5.5</c:v>
                </c:pt>
                <c:pt idx="192">
                  <c:v>5.5</c:v>
                </c:pt>
                <c:pt idx="193">
                  <c:v>5.5</c:v>
                </c:pt>
                <c:pt idx="194">
                  <c:v>5.5</c:v>
                </c:pt>
                <c:pt idx="195">
                  <c:v>5.5</c:v>
                </c:pt>
                <c:pt idx="196">
                  <c:v>5.5</c:v>
                </c:pt>
                <c:pt idx="197">
                  <c:v>5.5</c:v>
                </c:pt>
                <c:pt idx="198">
                  <c:v>5.5</c:v>
                </c:pt>
                <c:pt idx="199">
                  <c:v>5.75</c:v>
                </c:pt>
                <c:pt idx="200">
                  <c:v>5.75</c:v>
                </c:pt>
                <c:pt idx="201">
                  <c:v>5.75</c:v>
                </c:pt>
                <c:pt idx="202">
                  <c:v>5.75</c:v>
                </c:pt>
                <c:pt idx="203">
                  <c:v>5.75</c:v>
                </c:pt>
                <c:pt idx="204">
                  <c:v>5.75</c:v>
                </c:pt>
                <c:pt idx="205">
                  <c:v>5.75</c:v>
                </c:pt>
                <c:pt idx="206">
                  <c:v>5.75</c:v>
                </c:pt>
                <c:pt idx="207">
                  <c:v>5.75</c:v>
                </c:pt>
                <c:pt idx="208">
                  <c:v>5.75</c:v>
                </c:pt>
                <c:pt idx="209">
                  <c:v>5.75</c:v>
                </c:pt>
                <c:pt idx="210">
                  <c:v>5.75</c:v>
                </c:pt>
                <c:pt idx="211">
                  <c:v>5.75</c:v>
                </c:pt>
                <c:pt idx="212">
                  <c:v>5.75</c:v>
                </c:pt>
                <c:pt idx="213">
                  <c:v>5.75</c:v>
                </c:pt>
                <c:pt idx="214">
                  <c:v>5.75</c:v>
                </c:pt>
                <c:pt idx="215">
                  <c:v>5.75</c:v>
                </c:pt>
                <c:pt idx="216">
                  <c:v>5.75</c:v>
                </c:pt>
                <c:pt idx="217">
                  <c:v>5.75</c:v>
                </c:pt>
                <c:pt idx="218">
                  <c:v>5.75</c:v>
                </c:pt>
                <c:pt idx="219">
                  <c:v>5.75</c:v>
                </c:pt>
                <c:pt idx="220">
                  <c:v>5.75</c:v>
                </c:pt>
                <c:pt idx="221">
                  <c:v>5.75</c:v>
                </c:pt>
                <c:pt idx="222">
                  <c:v>5.75</c:v>
                </c:pt>
                <c:pt idx="223">
                  <c:v>5.75</c:v>
                </c:pt>
                <c:pt idx="224">
                  <c:v>5.75</c:v>
                </c:pt>
                <c:pt idx="225">
                  <c:v>5.75</c:v>
                </c:pt>
                <c:pt idx="226">
                  <c:v>5.75</c:v>
                </c:pt>
                <c:pt idx="227">
                  <c:v>5.75</c:v>
                </c:pt>
                <c:pt idx="228">
                  <c:v>5.75</c:v>
                </c:pt>
                <c:pt idx="229">
                  <c:v>5.75</c:v>
                </c:pt>
                <c:pt idx="230">
                  <c:v>5.75</c:v>
                </c:pt>
                <c:pt idx="231">
                  <c:v>5.75</c:v>
                </c:pt>
                <c:pt idx="232">
                  <c:v>5.75</c:v>
                </c:pt>
                <c:pt idx="233">
                  <c:v>5.75</c:v>
                </c:pt>
                <c:pt idx="234">
                  <c:v>5.75</c:v>
                </c:pt>
                <c:pt idx="235">
                  <c:v>5.75</c:v>
                </c:pt>
                <c:pt idx="236">
                  <c:v>5.75</c:v>
                </c:pt>
                <c:pt idx="237">
                  <c:v>5.75</c:v>
                </c:pt>
                <c:pt idx="238">
                  <c:v>5.75</c:v>
                </c:pt>
                <c:pt idx="239">
                  <c:v>5.75</c:v>
                </c:pt>
                <c:pt idx="240">
                  <c:v>5.75</c:v>
                </c:pt>
                <c:pt idx="241">
                  <c:v>5.75</c:v>
                </c:pt>
                <c:pt idx="242">
                  <c:v>5.75</c:v>
                </c:pt>
                <c:pt idx="243">
                  <c:v>5.75</c:v>
                </c:pt>
                <c:pt idx="244">
                  <c:v>5.75</c:v>
                </c:pt>
                <c:pt idx="245">
                  <c:v>5.75</c:v>
                </c:pt>
                <c:pt idx="246">
                  <c:v>5.75</c:v>
                </c:pt>
                <c:pt idx="247">
                  <c:v>5.75</c:v>
                </c:pt>
                <c:pt idx="248">
                  <c:v>5.75</c:v>
                </c:pt>
                <c:pt idx="249">
                  <c:v>5.75</c:v>
                </c:pt>
                <c:pt idx="250">
                  <c:v>5.75</c:v>
                </c:pt>
                <c:pt idx="251">
                  <c:v>5.75</c:v>
                </c:pt>
                <c:pt idx="252">
                  <c:v>5.75</c:v>
                </c:pt>
                <c:pt idx="253">
                  <c:v>5.75</c:v>
                </c:pt>
                <c:pt idx="254">
                  <c:v>5.75</c:v>
                </c:pt>
                <c:pt idx="255">
                  <c:v>5.75</c:v>
                </c:pt>
                <c:pt idx="256">
                  <c:v>5.75</c:v>
                </c:pt>
                <c:pt idx="257">
                  <c:v>5.75</c:v>
                </c:pt>
                <c:pt idx="258">
                  <c:v>5.75</c:v>
                </c:pt>
                <c:pt idx="259">
                  <c:v>5.75</c:v>
                </c:pt>
                <c:pt idx="260">
                  <c:v>5.75</c:v>
                </c:pt>
                <c:pt idx="261">
                  <c:v>5.75</c:v>
                </c:pt>
                <c:pt idx="262">
                  <c:v>5.75</c:v>
                </c:pt>
                <c:pt idx="263">
                  <c:v>5.75</c:v>
                </c:pt>
                <c:pt idx="264">
                  <c:v>5.75</c:v>
                </c:pt>
                <c:pt idx="265">
                  <c:v>5.75</c:v>
                </c:pt>
                <c:pt idx="266">
                  <c:v>5.75</c:v>
                </c:pt>
                <c:pt idx="267">
                  <c:v>5.75</c:v>
                </c:pt>
                <c:pt idx="268">
                  <c:v>5.75</c:v>
                </c:pt>
                <c:pt idx="269">
                  <c:v>5.75</c:v>
                </c:pt>
                <c:pt idx="270">
                  <c:v>5.75</c:v>
                </c:pt>
                <c:pt idx="271">
                  <c:v>5.75</c:v>
                </c:pt>
                <c:pt idx="272">
                  <c:v>5.75</c:v>
                </c:pt>
                <c:pt idx="273">
                  <c:v>5.75</c:v>
                </c:pt>
                <c:pt idx="274">
                  <c:v>5.75</c:v>
                </c:pt>
                <c:pt idx="275">
                  <c:v>5.75</c:v>
                </c:pt>
                <c:pt idx="276">
                  <c:v>5.75</c:v>
                </c:pt>
                <c:pt idx="277">
                  <c:v>5.75</c:v>
                </c:pt>
                <c:pt idx="278">
                  <c:v>5.75</c:v>
                </c:pt>
                <c:pt idx="279">
                  <c:v>5.75</c:v>
                </c:pt>
                <c:pt idx="280">
                  <c:v>5.75</c:v>
                </c:pt>
                <c:pt idx="281">
                  <c:v>5.75</c:v>
                </c:pt>
                <c:pt idx="282">
                  <c:v>5.75</c:v>
                </c:pt>
                <c:pt idx="283">
                  <c:v>5.75</c:v>
                </c:pt>
                <c:pt idx="284">
                  <c:v>5.75</c:v>
                </c:pt>
                <c:pt idx="285">
                  <c:v>5.75</c:v>
                </c:pt>
                <c:pt idx="286">
                  <c:v>5.75</c:v>
                </c:pt>
                <c:pt idx="287">
                  <c:v>5.75</c:v>
                </c:pt>
                <c:pt idx="288">
                  <c:v>5.75</c:v>
                </c:pt>
                <c:pt idx="289">
                  <c:v>5.75</c:v>
                </c:pt>
                <c:pt idx="290">
                  <c:v>5.75</c:v>
                </c:pt>
                <c:pt idx="291">
                  <c:v>5.75</c:v>
                </c:pt>
                <c:pt idx="292">
                  <c:v>5.75</c:v>
                </c:pt>
                <c:pt idx="293">
                  <c:v>5.75</c:v>
                </c:pt>
                <c:pt idx="294">
                  <c:v>5.75</c:v>
                </c:pt>
                <c:pt idx="295">
                  <c:v>5.75</c:v>
                </c:pt>
                <c:pt idx="296">
                  <c:v>5.75</c:v>
                </c:pt>
                <c:pt idx="297">
                  <c:v>5.75</c:v>
                </c:pt>
                <c:pt idx="298">
                  <c:v>5.75</c:v>
                </c:pt>
                <c:pt idx="299">
                  <c:v>5.75</c:v>
                </c:pt>
                <c:pt idx="300">
                  <c:v>5.75</c:v>
                </c:pt>
                <c:pt idx="301">
                  <c:v>5.75</c:v>
                </c:pt>
                <c:pt idx="302">
                  <c:v>5.75</c:v>
                </c:pt>
                <c:pt idx="303">
                  <c:v>5.75</c:v>
                </c:pt>
                <c:pt idx="304">
                  <c:v>5.75</c:v>
                </c:pt>
                <c:pt idx="305">
                  <c:v>5.75</c:v>
                </c:pt>
                <c:pt idx="306">
                  <c:v>5.75</c:v>
                </c:pt>
                <c:pt idx="307">
                  <c:v>5.75</c:v>
                </c:pt>
                <c:pt idx="308">
                  <c:v>5.75</c:v>
                </c:pt>
                <c:pt idx="309">
                  <c:v>5.75</c:v>
                </c:pt>
                <c:pt idx="310">
                  <c:v>5.75</c:v>
                </c:pt>
                <c:pt idx="311">
                  <c:v>5.75</c:v>
                </c:pt>
                <c:pt idx="312">
                  <c:v>5.75</c:v>
                </c:pt>
                <c:pt idx="313">
                  <c:v>5.75</c:v>
                </c:pt>
                <c:pt idx="314">
                  <c:v>5.75</c:v>
                </c:pt>
                <c:pt idx="315">
                  <c:v>5.75</c:v>
                </c:pt>
                <c:pt idx="316">
                  <c:v>5.75</c:v>
                </c:pt>
                <c:pt idx="317">
                  <c:v>5.75</c:v>
                </c:pt>
                <c:pt idx="318">
                  <c:v>5.75</c:v>
                </c:pt>
                <c:pt idx="319">
                  <c:v>5.75</c:v>
                </c:pt>
                <c:pt idx="320">
                  <c:v>5.75</c:v>
                </c:pt>
                <c:pt idx="321">
                  <c:v>5.75</c:v>
                </c:pt>
                <c:pt idx="322">
                  <c:v>5.75</c:v>
                </c:pt>
                <c:pt idx="323">
                  <c:v>5.75</c:v>
                </c:pt>
                <c:pt idx="324">
                  <c:v>5.75</c:v>
                </c:pt>
                <c:pt idx="325">
                  <c:v>5.75</c:v>
                </c:pt>
                <c:pt idx="326">
                  <c:v>5.75</c:v>
                </c:pt>
                <c:pt idx="327">
                  <c:v>5.75</c:v>
                </c:pt>
                <c:pt idx="328">
                  <c:v>5.75</c:v>
                </c:pt>
                <c:pt idx="329">
                  <c:v>5.75</c:v>
                </c:pt>
                <c:pt idx="330">
                  <c:v>5.75</c:v>
                </c:pt>
                <c:pt idx="331">
                  <c:v>5.75</c:v>
                </c:pt>
                <c:pt idx="332">
                  <c:v>5.75</c:v>
                </c:pt>
                <c:pt idx="333">
                  <c:v>5.75</c:v>
                </c:pt>
                <c:pt idx="334">
                  <c:v>5.75</c:v>
                </c:pt>
                <c:pt idx="335">
                  <c:v>5.75</c:v>
                </c:pt>
                <c:pt idx="336">
                  <c:v>5.75</c:v>
                </c:pt>
                <c:pt idx="337">
                  <c:v>5.75</c:v>
                </c:pt>
                <c:pt idx="338">
                  <c:v>5.75</c:v>
                </c:pt>
                <c:pt idx="339">
                  <c:v>5.75</c:v>
                </c:pt>
                <c:pt idx="340">
                  <c:v>5.75</c:v>
                </c:pt>
                <c:pt idx="341">
                  <c:v>5.75</c:v>
                </c:pt>
                <c:pt idx="342">
                  <c:v>5.75</c:v>
                </c:pt>
                <c:pt idx="343">
                  <c:v>5.75</c:v>
                </c:pt>
                <c:pt idx="344">
                  <c:v>5.75</c:v>
                </c:pt>
                <c:pt idx="345">
                  <c:v>5.75</c:v>
                </c:pt>
                <c:pt idx="346">
                  <c:v>5.75</c:v>
                </c:pt>
                <c:pt idx="347">
                  <c:v>5.75</c:v>
                </c:pt>
                <c:pt idx="348">
                  <c:v>5.75</c:v>
                </c:pt>
                <c:pt idx="349">
                  <c:v>5.75</c:v>
                </c:pt>
                <c:pt idx="350">
                  <c:v>5.75</c:v>
                </c:pt>
                <c:pt idx="351">
                  <c:v>5.75</c:v>
                </c:pt>
                <c:pt idx="352">
                  <c:v>5.75</c:v>
                </c:pt>
                <c:pt idx="353">
                  <c:v>5.5</c:v>
                </c:pt>
                <c:pt idx="354">
                  <c:v>5.5</c:v>
                </c:pt>
                <c:pt idx="355">
                  <c:v>5.5</c:v>
                </c:pt>
                <c:pt idx="356">
                  <c:v>5.5</c:v>
                </c:pt>
                <c:pt idx="357">
                  <c:v>5.5</c:v>
                </c:pt>
                <c:pt idx="358">
                  <c:v>5.5</c:v>
                </c:pt>
                <c:pt idx="359">
                  <c:v>5.5</c:v>
                </c:pt>
                <c:pt idx="360">
                  <c:v>5.5</c:v>
                </c:pt>
                <c:pt idx="361">
                  <c:v>5.5</c:v>
                </c:pt>
                <c:pt idx="362">
                  <c:v>5.5</c:v>
                </c:pt>
                <c:pt idx="363">
                  <c:v>5.5</c:v>
                </c:pt>
                <c:pt idx="364">
                  <c:v>5.5</c:v>
                </c:pt>
                <c:pt idx="365">
                  <c:v>5.5</c:v>
                </c:pt>
                <c:pt idx="366">
                  <c:v>5.5</c:v>
                </c:pt>
                <c:pt idx="367">
                  <c:v>5.5</c:v>
                </c:pt>
                <c:pt idx="368">
                  <c:v>5.5</c:v>
                </c:pt>
                <c:pt idx="369">
                  <c:v>5.5</c:v>
                </c:pt>
                <c:pt idx="370">
                  <c:v>5.5</c:v>
                </c:pt>
                <c:pt idx="371">
                  <c:v>5.5</c:v>
                </c:pt>
                <c:pt idx="372">
                  <c:v>5.5</c:v>
                </c:pt>
                <c:pt idx="373">
                  <c:v>5.5</c:v>
                </c:pt>
                <c:pt idx="374">
                  <c:v>5.5</c:v>
                </c:pt>
                <c:pt idx="375">
                  <c:v>5.5</c:v>
                </c:pt>
                <c:pt idx="376">
                  <c:v>5.5</c:v>
                </c:pt>
                <c:pt idx="377">
                  <c:v>5.5</c:v>
                </c:pt>
                <c:pt idx="378">
                  <c:v>5.5</c:v>
                </c:pt>
                <c:pt idx="379">
                  <c:v>5.5</c:v>
                </c:pt>
                <c:pt idx="380">
                  <c:v>5.5</c:v>
                </c:pt>
                <c:pt idx="381">
                  <c:v>5.5</c:v>
                </c:pt>
                <c:pt idx="382">
                  <c:v>5.5</c:v>
                </c:pt>
                <c:pt idx="383">
                  <c:v>5.5</c:v>
                </c:pt>
                <c:pt idx="384">
                  <c:v>5.5</c:v>
                </c:pt>
                <c:pt idx="385">
                  <c:v>5.5</c:v>
                </c:pt>
                <c:pt idx="386">
                  <c:v>5.5</c:v>
                </c:pt>
                <c:pt idx="387">
                  <c:v>5.5</c:v>
                </c:pt>
                <c:pt idx="388">
                  <c:v>5.5</c:v>
                </c:pt>
                <c:pt idx="389">
                  <c:v>5.5</c:v>
                </c:pt>
                <c:pt idx="390">
                  <c:v>5.5</c:v>
                </c:pt>
                <c:pt idx="391">
                  <c:v>5.5</c:v>
                </c:pt>
                <c:pt idx="392">
                  <c:v>5.5</c:v>
                </c:pt>
                <c:pt idx="393">
                  <c:v>5.5</c:v>
                </c:pt>
                <c:pt idx="394">
                  <c:v>5.5</c:v>
                </c:pt>
                <c:pt idx="395">
                  <c:v>5.5</c:v>
                </c:pt>
                <c:pt idx="396">
                  <c:v>5.5</c:v>
                </c:pt>
                <c:pt idx="397">
                  <c:v>5.5</c:v>
                </c:pt>
                <c:pt idx="398">
                  <c:v>5.5</c:v>
                </c:pt>
                <c:pt idx="399">
                  <c:v>5.5</c:v>
                </c:pt>
                <c:pt idx="400">
                  <c:v>5.5</c:v>
                </c:pt>
                <c:pt idx="401">
                  <c:v>5.5</c:v>
                </c:pt>
                <c:pt idx="402">
                  <c:v>5.5</c:v>
                </c:pt>
                <c:pt idx="403">
                  <c:v>5.5</c:v>
                </c:pt>
                <c:pt idx="404">
                  <c:v>5.5</c:v>
                </c:pt>
                <c:pt idx="405">
                  <c:v>5.5</c:v>
                </c:pt>
                <c:pt idx="406">
                  <c:v>5.5</c:v>
                </c:pt>
                <c:pt idx="407">
                  <c:v>5.5</c:v>
                </c:pt>
                <c:pt idx="408">
                  <c:v>5.5</c:v>
                </c:pt>
                <c:pt idx="409">
                  <c:v>5.5</c:v>
                </c:pt>
                <c:pt idx="410">
                  <c:v>5.5</c:v>
                </c:pt>
                <c:pt idx="411">
                  <c:v>5.5</c:v>
                </c:pt>
                <c:pt idx="412">
                  <c:v>5.5</c:v>
                </c:pt>
                <c:pt idx="413">
                  <c:v>5.5</c:v>
                </c:pt>
                <c:pt idx="414">
                  <c:v>5.5</c:v>
                </c:pt>
                <c:pt idx="415">
                  <c:v>5.5</c:v>
                </c:pt>
                <c:pt idx="416">
                  <c:v>5.5</c:v>
                </c:pt>
                <c:pt idx="417">
                  <c:v>5.5</c:v>
                </c:pt>
                <c:pt idx="418">
                  <c:v>5.5</c:v>
                </c:pt>
                <c:pt idx="419">
                  <c:v>5.5</c:v>
                </c:pt>
                <c:pt idx="420">
                  <c:v>5.5</c:v>
                </c:pt>
                <c:pt idx="421">
                  <c:v>5.5</c:v>
                </c:pt>
                <c:pt idx="422">
                  <c:v>5.5</c:v>
                </c:pt>
                <c:pt idx="423">
                  <c:v>5.5</c:v>
                </c:pt>
                <c:pt idx="424">
                  <c:v>5.5</c:v>
                </c:pt>
                <c:pt idx="425">
                  <c:v>5.5</c:v>
                </c:pt>
                <c:pt idx="426">
                  <c:v>5.5</c:v>
                </c:pt>
                <c:pt idx="427">
                  <c:v>5.5</c:v>
                </c:pt>
                <c:pt idx="428">
                  <c:v>5.5</c:v>
                </c:pt>
                <c:pt idx="429">
                  <c:v>5.5</c:v>
                </c:pt>
                <c:pt idx="430">
                  <c:v>5.5</c:v>
                </c:pt>
                <c:pt idx="431">
                  <c:v>5.5</c:v>
                </c:pt>
                <c:pt idx="432">
                  <c:v>5.5</c:v>
                </c:pt>
                <c:pt idx="433">
                  <c:v>5.25</c:v>
                </c:pt>
                <c:pt idx="434">
                  <c:v>5.25</c:v>
                </c:pt>
                <c:pt idx="435">
                  <c:v>5.25</c:v>
                </c:pt>
                <c:pt idx="436">
                  <c:v>5.25</c:v>
                </c:pt>
                <c:pt idx="437">
                  <c:v>5.25</c:v>
                </c:pt>
                <c:pt idx="438">
                  <c:v>5.25</c:v>
                </c:pt>
                <c:pt idx="439">
                  <c:v>5.25</c:v>
                </c:pt>
                <c:pt idx="440">
                  <c:v>5.25</c:v>
                </c:pt>
                <c:pt idx="441">
                  <c:v>5.25</c:v>
                </c:pt>
                <c:pt idx="442">
                  <c:v>5.25</c:v>
                </c:pt>
                <c:pt idx="443">
                  <c:v>5.25</c:v>
                </c:pt>
                <c:pt idx="444">
                  <c:v>5.25</c:v>
                </c:pt>
                <c:pt idx="445">
                  <c:v>4.75</c:v>
                </c:pt>
                <c:pt idx="446">
                  <c:v>4.75</c:v>
                </c:pt>
                <c:pt idx="447">
                  <c:v>4.75</c:v>
                </c:pt>
                <c:pt idx="448">
                  <c:v>4.75</c:v>
                </c:pt>
                <c:pt idx="449">
                  <c:v>4.75</c:v>
                </c:pt>
                <c:pt idx="450">
                  <c:v>4.75</c:v>
                </c:pt>
                <c:pt idx="451">
                  <c:v>4.75</c:v>
                </c:pt>
                <c:pt idx="452">
                  <c:v>4.75</c:v>
                </c:pt>
                <c:pt idx="453">
                  <c:v>4.75</c:v>
                </c:pt>
                <c:pt idx="454">
                  <c:v>4.75</c:v>
                </c:pt>
                <c:pt idx="455">
                  <c:v>4.75</c:v>
                </c:pt>
                <c:pt idx="456">
                  <c:v>4.75</c:v>
                </c:pt>
                <c:pt idx="457">
                  <c:v>4.75</c:v>
                </c:pt>
                <c:pt idx="458">
                  <c:v>4.75</c:v>
                </c:pt>
                <c:pt idx="459">
                  <c:v>4.75</c:v>
                </c:pt>
                <c:pt idx="460">
                  <c:v>4.75</c:v>
                </c:pt>
                <c:pt idx="461">
                  <c:v>4.75</c:v>
                </c:pt>
                <c:pt idx="462">
                  <c:v>4.75</c:v>
                </c:pt>
                <c:pt idx="463">
                  <c:v>4.75</c:v>
                </c:pt>
                <c:pt idx="464">
                  <c:v>4.75</c:v>
                </c:pt>
                <c:pt idx="465">
                  <c:v>4.75</c:v>
                </c:pt>
                <c:pt idx="466">
                  <c:v>4.75</c:v>
                </c:pt>
                <c:pt idx="467">
                  <c:v>4.75</c:v>
                </c:pt>
                <c:pt idx="468">
                  <c:v>4.75</c:v>
                </c:pt>
                <c:pt idx="469">
                  <c:v>4.75</c:v>
                </c:pt>
                <c:pt idx="470">
                  <c:v>4.75</c:v>
                </c:pt>
                <c:pt idx="471">
                  <c:v>4.75</c:v>
                </c:pt>
                <c:pt idx="472">
                  <c:v>4.75</c:v>
                </c:pt>
                <c:pt idx="473">
                  <c:v>4.75</c:v>
                </c:pt>
                <c:pt idx="474">
                  <c:v>4.75</c:v>
                </c:pt>
                <c:pt idx="475">
                  <c:v>4.75</c:v>
                </c:pt>
                <c:pt idx="476">
                  <c:v>4.75</c:v>
                </c:pt>
                <c:pt idx="477">
                  <c:v>4.75</c:v>
                </c:pt>
                <c:pt idx="478">
                  <c:v>4.75</c:v>
                </c:pt>
                <c:pt idx="479">
                  <c:v>4.75</c:v>
                </c:pt>
                <c:pt idx="480">
                  <c:v>4.75</c:v>
                </c:pt>
                <c:pt idx="481">
                  <c:v>4.75</c:v>
                </c:pt>
                <c:pt idx="482">
                  <c:v>4.75</c:v>
                </c:pt>
                <c:pt idx="483">
                  <c:v>4.25</c:v>
                </c:pt>
                <c:pt idx="484">
                  <c:v>4.25</c:v>
                </c:pt>
                <c:pt idx="485">
                  <c:v>4.25</c:v>
                </c:pt>
                <c:pt idx="486">
                  <c:v>4.25</c:v>
                </c:pt>
                <c:pt idx="487">
                  <c:v>4.25</c:v>
                </c:pt>
                <c:pt idx="488">
                  <c:v>4.25</c:v>
                </c:pt>
                <c:pt idx="489">
                  <c:v>4.25</c:v>
                </c:pt>
                <c:pt idx="490">
                  <c:v>4.25</c:v>
                </c:pt>
                <c:pt idx="491">
                  <c:v>4.25</c:v>
                </c:pt>
                <c:pt idx="492">
                  <c:v>4.25</c:v>
                </c:pt>
                <c:pt idx="493">
                  <c:v>4.25</c:v>
                </c:pt>
                <c:pt idx="494">
                  <c:v>4.25</c:v>
                </c:pt>
                <c:pt idx="495">
                  <c:v>4.25</c:v>
                </c:pt>
                <c:pt idx="496">
                  <c:v>4.25</c:v>
                </c:pt>
                <c:pt idx="497">
                  <c:v>4.25</c:v>
                </c:pt>
                <c:pt idx="498">
                  <c:v>4.25</c:v>
                </c:pt>
                <c:pt idx="499">
                  <c:v>4.25</c:v>
                </c:pt>
                <c:pt idx="500">
                  <c:v>4.25</c:v>
                </c:pt>
                <c:pt idx="501">
                  <c:v>4.25</c:v>
                </c:pt>
                <c:pt idx="502">
                  <c:v>4.25</c:v>
                </c:pt>
                <c:pt idx="503">
                  <c:v>4.25</c:v>
                </c:pt>
                <c:pt idx="504">
                  <c:v>4.25</c:v>
                </c:pt>
                <c:pt idx="505">
                  <c:v>4.25</c:v>
                </c:pt>
                <c:pt idx="506">
                  <c:v>4.25</c:v>
                </c:pt>
                <c:pt idx="507">
                  <c:v>4.25</c:v>
                </c:pt>
                <c:pt idx="508">
                  <c:v>4.25</c:v>
                </c:pt>
                <c:pt idx="509">
                  <c:v>4.25</c:v>
                </c:pt>
                <c:pt idx="510">
                  <c:v>4.25</c:v>
                </c:pt>
                <c:pt idx="511">
                  <c:v>4.25</c:v>
                </c:pt>
                <c:pt idx="512">
                  <c:v>4.25</c:v>
                </c:pt>
                <c:pt idx="513">
                  <c:v>4.25</c:v>
                </c:pt>
                <c:pt idx="514">
                  <c:v>4.25</c:v>
                </c:pt>
                <c:pt idx="515">
                  <c:v>4.25</c:v>
                </c:pt>
                <c:pt idx="516">
                  <c:v>4.25</c:v>
                </c:pt>
                <c:pt idx="517">
                  <c:v>4.25</c:v>
                </c:pt>
                <c:pt idx="518">
                  <c:v>4.25</c:v>
                </c:pt>
                <c:pt idx="519">
                  <c:v>4.25</c:v>
                </c:pt>
                <c:pt idx="520">
                  <c:v>4.25</c:v>
                </c:pt>
                <c:pt idx="521">
                  <c:v>4.25</c:v>
                </c:pt>
                <c:pt idx="522">
                  <c:v>4.25</c:v>
                </c:pt>
                <c:pt idx="523">
                  <c:v>4.25</c:v>
                </c:pt>
                <c:pt idx="524">
                  <c:v>4.25</c:v>
                </c:pt>
                <c:pt idx="525">
                  <c:v>4.25</c:v>
                </c:pt>
                <c:pt idx="526">
                  <c:v>4.25</c:v>
                </c:pt>
                <c:pt idx="527">
                  <c:v>4.25</c:v>
                </c:pt>
                <c:pt idx="528">
                  <c:v>4.25</c:v>
                </c:pt>
                <c:pt idx="529">
                  <c:v>4.25</c:v>
                </c:pt>
                <c:pt idx="530">
                  <c:v>4.25</c:v>
                </c:pt>
                <c:pt idx="531">
                  <c:v>4.25</c:v>
                </c:pt>
                <c:pt idx="532">
                  <c:v>4.25</c:v>
                </c:pt>
                <c:pt idx="533">
                  <c:v>4.25</c:v>
                </c:pt>
                <c:pt idx="534">
                  <c:v>4.25</c:v>
                </c:pt>
                <c:pt idx="535">
                  <c:v>4.25</c:v>
                </c:pt>
                <c:pt idx="536">
                  <c:v>4.25</c:v>
                </c:pt>
                <c:pt idx="537">
                  <c:v>4.25</c:v>
                </c:pt>
                <c:pt idx="538">
                  <c:v>4.25</c:v>
                </c:pt>
                <c:pt idx="539">
                  <c:v>4.25</c:v>
                </c:pt>
                <c:pt idx="540">
                  <c:v>4.25</c:v>
                </c:pt>
                <c:pt idx="541">
                  <c:v>4.25</c:v>
                </c:pt>
                <c:pt idx="542">
                  <c:v>4.25</c:v>
                </c:pt>
                <c:pt idx="543">
                  <c:v>4.25</c:v>
                </c:pt>
                <c:pt idx="544">
                  <c:v>4.25</c:v>
                </c:pt>
                <c:pt idx="545">
                  <c:v>4.25</c:v>
                </c:pt>
                <c:pt idx="546">
                  <c:v>4.25</c:v>
                </c:pt>
                <c:pt idx="547">
                  <c:v>4.25</c:v>
                </c:pt>
                <c:pt idx="548">
                  <c:v>4.25</c:v>
                </c:pt>
                <c:pt idx="549">
                  <c:v>4.25</c:v>
                </c:pt>
                <c:pt idx="550">
                  <c:v>4.25</c:v>
                </c:pt>
                <c:pt idx="551">
                  <c:v>4.25</c:v>
                </c:pt>
                <c:pt idx="552">
                  <c:v>4.25</c:v>
                </c:pt>
                <c:pt idx="553">
                  <c:v>4.25</c:v>
                </c:pt>
                <c:pt idx="554">
                  <c:v>4.25</c:v>
                </c:pt>
                <c:pt idx="555">
                  <c:v>4.25</c:v>
                </c:pt>
                <c:pt idx="556">
                  <c:v>4.25</c:v>
                </c:pt>
                <c:pt idx="557">
                  <c:v>4.25</c:v>
                </c:pt>
                <c:pt idx="558">
                  <c:v>4.25</c:v>
                </c:pt>
                <c:pt idx="559">
                  <c:v>4.25</c:v>
                </c:pt>
                <c:pt idx="560">
                  <c:v>4.25</c:v>
                </c:pt>
                <c:pt idx="561">
                  <c:v>4.25</c:v>
                </c:pt>
                <c:pt idx="562">
                  <c:v>4.25</c:v>
                </c:pt>
                <c:pt idx="563">
                  <c:v>4.25</c:v>
                </c:pt>
                <c:pt idx="564">
                  <c:v>4.25</c:v>
                </c:pt>
                <c:pt idx="565">
                  <c:v>4.25</c:v>
                </c:pt>
                <c:pt idx="566">
                  <c:v>4.25</c:v>
                </c:pt>
                <c:pt idx="567">
                  <c:v>4.25</c:v>
                </c:pt>
                <c:pt idx="568">
                  <c:v>4.25</c:v>
                </c:pt>
                <c:pt idx="569">
                  <c:v>4.25</c:v>
                </c:pt>
                <c:pt idx="570">
                  <c:v>4.25</c:v>
                </c:pt>
                <c:pt idx="571">
                  <c:v>4.25</c:v>
                </c:pt>
                <c:pt idx="572">
                  <c:v>4.25</c:v>
                </c:pt>
                <c:pt idx="573">
                  <c:v>4.25</c:v>
                </c:pt>
                <c:pt idx="574">
                  <c:v>4.25</c:v>
                </c:pt>
                <c:pt idx="575">
                  <c:v>4.25</c:v>
                </c:pt>
                <c:pt idx="576">
                  <c:v>4.25</c:v>
                </c:pt>
                <c:pt idx="577">
                  <c:v>4.25</c:v>
                </c:pt>
                <c:pt idx="578">
                  <c:v>4.25</c:v>
                </c:pt>
                <c:pt idx="579">
                  <c:v>4.25</c:v>
                </c:pt>
                <c:pt idx="580">
                  <c:v>4.25</c:v>
                </c:pt>
                <c:pt idx="581">
                  <c:v>4.25</c:v>
                </c:pt>
                <c:pt idx="582">
                  <c:v>4.25</c:v>
                </c:pt>
                <c:pt idx="583">
                  <c:v>4.25</c:v>
                </c:pt>
                <c:pt idx="584">
                  <c:v>4.25</c:v>
                </c:pt>
                <c:pt idx="585">
                  <c:v>4.25</c:v>
                </c:pt>
                <c:pt idx="586">
                  <c:v>4.25</c:v>
                </c:pt>
                <c:pt idx="587">
                  <c:v>4.25</c:v>
                </c:pt>
                <c:pt idx="588">
                  <c:v>4.25</c:v>
                </c:pt>
                <c:pt idx="589">
                  <c:v>4.25</c:v>
                </c:pt>
                <c:pt idx="590">
                  <c:v>4.25</c:v>
                </c:pt>
                <c:pt idx="591">
                  <c:v>4.25</c:v>
                </c:pt>
                <c:pt idx="592">
                  <c:v>4.25</c:v>
                </c:pt>
                <c:pt idx="593">
                  <c:v>4.25</c:v>
                </c:pt>
                <c:pt idx="594">
                  <c:v>4.25</c:v>
                </c:pt>
                <c:pt idx="595">
                  <c:v>4.25</c:v>
                </c:pt>
                <c:pt idx="596">
                  <c:v>4.25</c:v>
                </c:pt>
                <c:pt idx="597">
                  <c:v>4.25</c:v>
                </c:pt>
                <c:pt idx="598">
                  <c:v>4.25</c:v>
                </c:pt>
                <c:pt idx="599">
                  <c:v>4.25</c:v>
                </c:pt>
                <c:pt idx="600">
                  <c:v>4.25</c:v>
                </c:pt>
                <c:pt idx="601">
                  <c:v>4.25</c:v>
                </c:pt>
                <c:pt idx="602">
                  <c:v>4.25</c:v>
                </c:pt>
                <c:pt idx="603">
                  <c:v>4.25</c:v>
                </c:pt>
                <c:pt idx="604">
                  <c:v>4.25</c:v>
                </c:pt>
                <c:pt idx="605">
                  <c:v>4.25</c:v>
                </c:pt>
                <c:pt idx="606">
                  <c:v>4.25</c:v>
                </c:pt>
                <c:pt idx="607">
                  <c:v>4.25</c:v>
                </c:pt>
                <c:pt idx="608">
                  <c:v>4.25</c:v>
                </c:pt>
                <c:pt idx="609">
                  <c:v>4.25</c:v>
                </c:pt>
                <c:pt idx="610">
                  <c:v>4.25</c:v>
                </c:pt>
                <c:pt idx="611">
                  <c:v>4.25</c:v>
                </c:pt>
                <c:pt idx="612">
                  <c:v>4.25</c:v>
                </c:pt>
                <c:pt idx="613">
                  <c:v>4.25</c:v>
                </c:pt>
                <c:pt idx="614">
                  <c:v>4.25</c:v>
                </c:pt>
                <c:pt idx="615">
                  <c:v>4.25</c:v>
                </c:pt>
                <c:pt idx="616">
                  <c:v>4.25</c:v>
                </c:pt>
                <c:pt idx="617">
                  <c:v>4.25</c:v>
                </c:pt>
                <c:pt idx="618">
                  <c:v>4.25</c:v>
                </c:pt>
                <c:pt idx="619">
                  <c:v>4.25</c:v>
                </c:pt>
                <c:pt idx="620">
                  <c:v>4.25</c:v>
                </c:pt>
                <c:pt idx="621">
                  <c:v>4.25</c:v>
                </c:pt>
                <c:pt idx="622">
                  <c:v>4.25</c:v>
                </c:pt>
                <c:pt idx="623">
                  <c:v>4.25</c:v>
                </c:pt>
                <c:pt idx="624">
                  <c:v>4.25</c:v>
                </c:pt>
                <c:pt idx="625">
                  <c:v>4.25</c:v>
                </c:pt>
                <c:pt idx="626">
                  <c:v>4.25</c:v>
                </c:pt>
                <c:pt idx="627">
                  <c:v>4.25</c:v>
                </c:pt>
                <c:pt idx="628">
                  <c:v>4.25</c:v>
                </c:pt>
                <c:pt idx="629">
                  <c:v>4.25</c:v>
                </c:pt>
                <c:pt idx="630">
                  <c:v>4.25</c:v>
                </c:pt>
                <c:pt idx="631">
                  <c:v>4.25</c:v>
                </c:pt>
                <c:pt idx="632">
                  <c:v>4.25</c:v>
                </c:pt>
                <c:pt idx="633">
                  <c:v>4.25</c:v>
                </c:pt>
                <c:pt idx="634">
                  <c:v>4.25</c:v>
                </c:pt>
                <c:pt idx="635">
                  <c:v>4.25</c:v>
                </c:pt>
                <c:pt idx="636">
                  <c:v>4.25</c:v>
                </c:pt>
                <c:pt idx="637">
                  <c:v>4.25</c:v>
                </c:pt>
                <c:pt idx="638">
                  <c:v>4.25</c:v>
                </c:pt>
                <c:pt idx="639">
                  <c:v>4.25</c:v>
                </c:pt>
                <c:pt idx="640">
                  <c:v>4.25</c:v>
                </c:pt>
                <c:pt idx="641">
                  <c:v>4.25</c:v>
                </c:pt>
                <c:pt idx="642">
                  <c:v>4.25</c:v>
                </c:pt>
                <c:pt idx="643">
                  <c:v>4.25</c:v>
                </c:pt>
                <c:pt idx="644">
                  <c:v>4.25</c:v>
                </c:pt>
                <c:pt idx="645">
                  <c:v>4.25</c:v>
                </c:pt>
                <c:pt idx="646">
                  <c:v>4.25</c:v>
                </c:pt>
                <c:pt idx="647">
                  <c:v>4.25</c:v>
                </c:pt>
                <c:pt idx="648">
                  <c:v>4.25</c:v>
                </c:pt>
                <c:pt idx="649">
                  <c:v>4.25</c:v>
                </c:pt>
                <c:pt idx="650">
                  <c:v>4.25</c:v>
                </c:pt>
                <c:pt idx="651">
                  <c:v>4.25</c:v>
                </c:pt>
                <c:pt idx="652">
                  <c:v>4.25</c:v>
                </c:pt>
                <c:pt idx="653">
                  <c:v>4.25</c:v>
                </c:pt>
                <c:pt idx="654">
                  <c:v>4.25</c:v>
                </c:pt>
                <c:pt idx="655">
                  <c:v>4.25</c:v>
                </c:pt>
                <c:pt idx="656">
                  <c:v>4.25</c:v>
                </c:pt>
                <c:pt idx="657">
                  <c:v>4.25</c:v>
                </c:pt>
                <c:pt idx="658">
                  <c:v>4.25</c:v>
                </c:pt>
                <c:pt idx="659">
                  <c:v>4.25</c:v>
                </c:pt>
                <c:pt idx="660">
                  <c:v>4.25</c:v>
                </c:pt>
                <c:pt idx="661">
                  <c:v>4.25</c:v>
                </c:pt>
                <c:pt idx="662">
                  <c:v>4.25</c:v>
                </c:pt>
                <c:pt idx="663">
                  <c:v>4.25</c:v>
                </c:pt>
                <c:pt idx="664">
                  <c:v>4.25</c:v>
                </c:pt>
                <c:pt idx="665">
                  <c:v>4.25</c:v>
                </c:pt>
                <c:pt idx="666">
                  <c:v>4.25</c:v>
                </c:pt>
                <c:pt idx="667">
                  <c:v>4.25</c:v>
                </c:pt>
                <c:pt idx="668">
                  <c:v>4.25</c:v>
                </c:pt>
                <c:pt idx="669">
                  <c:v>4.25</c:v>
                </c:pt>
                <c:pt idx="670">
                  <c:v>4.25</c:v>
                </c:pt>
                <c:pt idx="671">
                  <c:v>4.25</c:v>
                </c:pt>
                <c:pt idx="672">
                  <c:v>4.25</c:v>
                </c:pt>
                <c:pt idx="673">
                  <c:v>4.25</c:v>
                </c:pt>
                <c:pt idx="674">
                  <c:v>4.25</c:v>
                </c:pt>
                <c:pt idx="675">
                  <c:v>4.25</c:v>
                </c:pt>
                <c:pt idx="676">
                  <c:v>4.25</c:v>
                </c:pt>
                <c:pt idx="677">
                  <c:v>4.25</c:v>
                </c:pt>
                <c:pt idx="678">
                  <c:v>4.25</c:v>
                </c:pt>
                <c:pt idx="679">
                  <c:v>4.25</c:v>
                </c:pt>
                <c:pt idx="680">
                  <c:v>4.25</c:v>
                </c:pt>
                <c:pt idx="681">
                  <c:v>4.25</c:v>
                </c:pt>
                <c:pt idx="682">
                  <c:v>4.25</c:v>
                </c:pt>
                <c:pt idx="683">
                  <c:v>4.25</c:v>
                </c:pt>
                <c:pt idx="684">
                  <c:v>4.25</c:v>
                </c:pt>
                <c:pt idx="685">
                  <c:v>4.25</c:v>
                </c:pt>
                <c:pt idx="686">
                  <c:v>4.25</c:v>
                </c:pt>
                <c:pt idx="687">
                  <c:v>4.25</c:v>
                </c:pt>
                <c:pt idx="688">
                  <c:v>4.25</c:v>
                </c:pt>
                <c:pt idx="689">
                  <c:v>4.25</c:v>
                </c:pt>
                <c:pt idx="690">
                  <c:v>4.25</c:v>
                </c:pt>
                <c:pt idx="691">
                  <c:v>4.25</c:v>
                </c:pt>
                <c:pt idx="692">
                  <c:v>4.25</c:v>
                </c:pt>
                <c:pt idx="693">
                  <c:v>4.25</c:v>
                </c:pt>
                <c:pt idx="694">
                  <c:v>4.25</c:v>
                </c:pt>
                <c:pt idx="695">
                  <c:v>4.25</c:v>
                </c:pt>
                <c:pt idx="696">
                  <c:v>4.25</c:v>
                </c:pt>
                <c:pt idx="697">
                  <c:v>4.25</c:v>
                </c:pt>
                <c:pt idx="698">
                  <c:v>4.25</c:v>
                </c:pt>
                <c:pt idx="699">
                  <c:v>4.25</c:v>
                </c:pt>
                <c:pt idx="700">
                  <c:v>4.25</c:v>
                </c:pt>
                <c:pt idx="701">
                  <c:v>4.25</c:v>
                </c:pt>
                <c:pt idx="702">
                  <c:v>4.25</c:v>
                </c:pt>
                <c:pt idx="703">
                  <c:v>4.25</c:v>
                </c:pt>
                <c:pt idx="704">
                  <c:v>4.25</c:v>
                </c:pt>
                <c:pt idx="705">
                  <c:v>4.25</c:v>
                </c:pt>
                <c:pt idx="706">
                  <c:v>4.25</c:v>
                </c:pt>
                <c:pt idx="707">
                  <c:v>4.25</c:v>
                </c:pt>
                <c:pt idx="708">
                  <c:v>4.25</c:v>
                </c:pt>
                <c:pt idx="709">
                  <c:v>4.25</c:v>
                </c:pt>
                <c:pt idx="710">
                  <c:v>4.25</c:v>
                </c:pt>
                <c:pt idx="711">
                  <c:v>4.25</c:v>
                </c:pt>
                <c:pt idx="712">
                  <c:v>4.25</c:v>
                </c:pt>
                <c:pt idx="713">
                  <c:v>4.25</c:v>
                </c:pt>
                <c:pt idx="714">
                  <c:v>4.25</c:v>
                </c:pt>
                <c:pt idx="715">
                  <c:v>4.25</c:v>
                </c:pt>
                <c:pt idx="716">
                  <c:v>4.25</c:v>
                </c:pt>
                <c:pt idx="717">
                  <c:v>4.25</c:v>
                </c:pt>
                <c:pt idx="718">
                  <c:v>4.25</c:v>
                </c:pt>
                <c:pt idx="719">
                  <c:v>4.25</c:v>
                </c:pt>
                <c:pt idx="720">
                  <c:v>4.25</c:v>
                </c:pt>
                <c:pt idx="721">
                  <c:v>4.25</c:v>
                </c:pt>
                <c:pt idx="722">
                  <c:v>4.25</c:v>
                </c:pt>
                <c:pt idx="723">
                  <c:v>4.25</c:v>
                </c:pt>
                <c:pt idx="724">
                  <c:v>4.25</c:v>
                </c:pt>
                <c:pt idx="725">
                  <c:v>4.25</c:v>
                </c:pt>
                <c:pt idx="726">
                  <c:v>4.25</c:v>
                </c:pt>
                <c:pt idx="727">
                  <c:v>4.25</c:v>
                </c:pt>
                <c:pt idx="728">
                  <c:v>4.25</c:v>
                </c:pt>
                <c:pt idx="729">
                  <c:v>4.25</c:v>
                </c:pt>
                <c:pt idx="730">
                  <c:v>4.25</c:v>
                </c:pt>
                <c:pt idx="731">
                  <c:v>4.25</c:v>
                </c:pt>
                <c:pt idx="732">
                  <c:v>4.25</c:v>
                </c:pt>
                <c:pt idx="733">
                  <c:v>4.25</c:v>
                </c:pt>
                <c:pt idx="734">
                  <c:v>4.25</c:v>
                </c:pt>
                <c:pt idx="735">
                  <c:v>4.25</c:v>
                </c:pt>
                <c:pt idx="736">
                  <c:v>4.25</c:v>
                </c:pt>
                <c:pt idx="737">
                  <c:v>4.25</c:v>
                </c:pt>
                <c:pt idx="738">
                  <c:v>4.25</c:v>
                </c:pt>
                <c:pt idx="739">
                  <c:v>4.25</c:v>
                </c:pt>
                <c:pt idx="740">
                  <c:v>4.25</c:v>
                </c:pt>
                <c:pt idx="741">
                  <c:v>4.25</c:v>
                </c:pt>
                <c:pt idx="742">
                  <c:v>4.25</c:v>
                </c:pt>
                <c:pt idx="743">
                  <c:v>4.25</c:v>
                </c:pt>
                <c:pt idx="744">
                  <c:v>4.25</c:v>
                </c:pt>
                <c:pt idx="745">
                  <c:v>4.25</c:v>
                </c:pt>
                <c:pt idx="746">
                  <c:v>4.25</c:v>
                </c:pt>
                <c:pt idx="747">
                  <c:v>4.25</c:v>
                </c:pt>
                <c:pt idx="748">
                  <c:v>4.25</c:v>
                </c:pt>
                <c:pt idx="749">
                  <c:v>4.25</c:v>
                </c:pt>
                <c:pt idx="750">
                  <c:v>4.25</c:v>
                </c:pt>
                <c:pt idx="751">
                  <c:v>4.25</c:v>
                </c:pt>
                <c:pt idx="752">
                  <c:v>4.25</c:v>
                </c:pt>
                <c:pt idx="753">
                  <c:v>4.25</c:v>
                </c:pt>
                <c:pt idx="754">
                  <c:v>4.25</c:v>
                </c:pt>
                <c:pt idx="755">
                  <c:v>4.25</c:v>
                </c:pt>
                <c:pt idx="756">
                  <c:v>4.25</c:v>
                </c:pt>
                <c:pt idx="757">
                  <c:v>4.25</c:v>
                </c:pt>
                <c:pt idx="758">
                  <c:v>4.25</c:v>
                </c:pt>
                <c:pt idx="759">
                  <c:v>4.25</c:v>
                </c:pt>
                <c:pt idx="760">
                  <c:v>4.25</c:v>
                </c:pt>
                <c:pt idx="761">
                  <c:v>4.25</c:v>
                </c:pt>
                <c:pt idx="762">
                  <c:v>4.25</c:v>
                </c:pt>
                <c:pt idx="763">
                  <c:v>4.25</c:v>
                </c:pt>
                <c:pt idx="764">
                  <c:v>3.75</c:v>
                </c:pt>
                <c:pt idx="765">
                  <c:v>3.75</c:v>
                </c:pt>
                <c:pt idx="766">
                  <c:v>3.75</c:v>
                </c:pt>
                <c:pt idx="767">
                  <c:v>3.75</c:v>
                </c:pt>
                <c:pt idx="768">
                  <c:v>3.75</c:v>
                </c:pt>
                <c:pt idx="769">
                  <c:v>3.75</c:v>
                </c:pt>
                <c:pt idx="770">
                  <c:v>3.75</c:v>
                </c:pt>
                <c:pt idx="771">
                  <c:v>3.75</c:v>
                </c:pt>
                <c:pt idx="772">
                  <c:v>3.75</c:v>
                </c:pt>
                <c:pt idx="773">
                  <c:v>3.75</c:v>
                </c:pt>
                <c:pt idx="774">
                  <c:v>3.75</c:v>
                </c:pt>
                <c:pt idx="775">
                  <c:v>3.75</c:v>
                </c:pt>
                <c:pt idx="776">
                  <c:v>3.75</c:v>
                </c:pt>
                <c:pt idx="777">
                  <c:v>3.75</c:v>
                </c:pt>
                <c:pt idx="778">
                  <c:v>3.75</c:v>
                </c:pt>
                <c:pt idx="779">
                  <c:v>3.75</c:v>
                </c:pt>
                <c:pt idx="780">
                  <c:v>3.75</c:v>
                </c:pt>
                <c:pt idx="781">
                  <c:v>3.75</c:v>
                </c:pt>
                <c:pt idx="782">
                  <c:v>3.75</c:v>
                </c:pt>
                <c:pt idx="783">
                  <c:v>3.75</c:v>
                </c:pt>
                <c:pt idx="784">
                  <c:v>3.75</c:v>
                </c:pt>
                <c:pt idx="785">
                  <c:v>3.75</c:v>
                </c:pt>
                <c:pt idx="786">
                  <c:v>3.75</c:v>
                </c:pt>
                <c:pt idx="787">
                  <c:v>3.75</c:v>
                </c:pt>
                <c:pt idx="788">
                  <c:v>3.75</c:v>
                </c:pt>
                <c:pt idx="789">
                  <c:v>3.75</c:v>
                </c:pt>
                <c:pt idx="790">
                  <c:v>3.75</c:v>
                </c:pt>
                <c:pt idx="791">
                  <c:v>3.75</c:v>
                </c:pt>
                <c:pt idx="792">
                  <c:v>3.75</c:v>
                </c:pt>
                <c:pt idx="793">
                  <c:v>3.75</c:v>
                </c:pt>
                <c:pt idx="794">
                  <c:v>3.75</c:v>
                </c:pt>
                <c:pt idx="795">
                  <c:v>3.75</c:v>
                </c:pt>
                <c:pt idx="796">
                  <c:v>3.75</c:v>
                </c:pt>
                <c:pt idx="797">
                  <c:v>3.75</c:v>
                </c:pt>
                <c:pt idx="798">
                  <c:v>3.75</c:v>
                </c:pt>
                <c:pt idx="799">
                  <c:v>3.75</c:v>
                </c:pt>
                <c:pt idx="800">
                  <c:v>3.75</c:v>
                </c:pt>
                <c:pt idx="801">
                  <c:v>3.75</c:v>
                </c:pt>
                <c:pt idx="802">
                  <c:v>3.75</c:v>
                </c:pt>
                <c:pt idx="803">
                  <c:v>3.75</c:v>
                </c:pt>
                <c:pt idx="804">
                  <c:v>3.75</c:v>
                </c:pt>
                <c:pt idx="805">
                  <c:v>3.75</c:v>
                </c:pt>
                <c:pt idx="806">
                  <c:v>3.75</c:v>
                </c:pt>
                <c:pt idx="807">
                  <c:v>3.75</c:v>
                </c:pt>
                <c:pt idx="808">
                  <c:v>3.75</c:v>
                </c:pt>
                <c:pt idx="809">
                  <c:v>3.75</c:v>
                </c:pt>
                <c:pt idx="810">
                  <c:v>3.75</c:v>
                </c:pt>
                <c:pt idx="811">
                  <c:v>3.75</c:v>
                </c:pt>
                <c:pt idx="812">
                  <c:v>3.75</c:v>
                </c:pt>
                <c:pt idx="813">
                  <c:v>3.75</c:v>
                </c:pt>
                <c:pt idx="814">
                  <c:v>3.75</c:v>
                </c:pt>
                <c:pt idx="815">
                  <c:v>3.75</c:v>
                </c:pt>
                <c:pt idx="816">
                  <c:v>3.75</c:v>
                </c:pt>
                <c:pt idx="817">
                  <c:v>3.75</c:v>
                </c:pt>
                <c:pt idx="818">
                  <c:v>3.75</c:v>
                </c:pt>
                <c:pt idx="819">
                  <c:v>3.75</c:v>
                </c:pt>
                <c:pt idx="820">
                  <c:v>3.75</c:v>
                </c:pt>
                <c:pt idx="821">
                  <c:v>3.75</c:v>
                </c:pt>
                <c:pt idx="822">
                  <c:v>3.75</c:v>
                </c:pt>
                <c:pt idx="823">
                  <c:v>3.75</c:v>
                </c:pt>
                <c:pt idx="824">
                  <c:v>3.75</c:v>
                </c:pt>
                <c:pt idx="825">
                  <c:v>3.75</c:v>
                </c:pt>
                <c:pt idx="826">
                  <c:v>3.75</c:v>
                </c:pt>
                <c:pt idx="827">
                  <c:v>3.75</c:v>
                </c:pt>
                <c:pt idx="828">
                  <c:v>3.5</c:v>
                </c:pt>
                <c:pt idx="829">
                  <c:v>3.5</c:v>
                </c:pt>
                <c:pt idx="830">
                  <c:v>3.5</c:v>
                </c:pt>
                <c:pt idx="831">
                  <c:v>3.5</c:v>
                </c:pt>
                <c:pt idx="832">
                  <c:v>3.5</c:v>
                </c:pt>
                <c:pt idx="833">
                  <c:v>3.5</c:v>
                </c:pt>
                <c:pt idx="834">
                  <c:v>3.5</c:v>
                </c:pt>
                <c:pt idx="835">
                  <c:v>3.5</c:v>
                </c:pt>
                <c:pt idx="836">
                  <c:v>3.5</c:v>
                </c:pt>
                <c:pt idx="837">
                  <c:v>3.5</c:v>
                </c:pt>
                <c:pt idx="838">
                  <c:v>3.5</c:v>
                </c:pt>
                <c:pt idx="839">
                  <c:v>3.5</c:v>
                </c:pt>
                <c:pt idx="840">
                  <c:v>3.5</c:v>
                </c:pt>
                <c:pt idx="841">
                  <c:v>3.5</c:v>
                </c:pt>
                <c:pt idx="842">
                  <c:v>3.5</c:v>
                </c:pt>
                <c:pt idx="843">
                  <c:v>3.5</c:v>
                </c:pt>
                <c:pt idx="844">
                  <c:v>3.5</c:v>
                </c:pt>
                <c:pt idx="845">
                  <c:v>3.5</c:v>
                </c:pt>
                <c:pt idx="846">
                  <c:v>3.5</c:v>
                </c:pt>
                <c:pt idx="847">
                  <c:v>3.5</c:v>
                </c:pt>
                <c:pt idx="848">
                  <c:v>3.5</c:v>
                </c:pt>
                <c:pt idx="849">
                  <c:v>3.5</c:v>
                </c:pt>
                <c:pt idx="850">
                  <c:v>3.5</c:v>
                </c:pt>
                <c:pt idx="851">
                  <c:v>3.5</c:v>
                </c:pt>
                <c:pt idx="852">
                  <c:v>3.5</c:v>
                </c:pt>
                <c:pt idx="853">
                  <c:v>3.5</c:v>
                </c:pt>
                <c:pt idx="854">
                  <c:v>3.5</c:v>
                </c:pt>
                <c:pt idx="855">
                  <c:v>3.5</c:v>
                </c:pt>
                <c:pt idx="856">
                  <c:v>3.5</c:v>
                </c:pt>
                <c:pt idx="857">
                  <c:v>3.5</c:v>
                </c:pt>
                <c:pt idx="858">
                  <c:v>3.5</c:v>
                </c:pt>
                <c:pt idx="859">
                  <c:v>3.5</c:v>
                </c:pt>
                <c:pt idx="860">
                  <c:v>3.5</c:v>
                </c:pt>
                <c:pt idx="861">
                  <c:v>3.5</c:v>
                </c:pt>
                <c:pt idx="862">
                  <c:v>3.5</c:v>
                </c:pt>
                <c:pt idx="863">
                  <c:v>3.5</c:v>
                </c:pt>
                <c:pt idx="864">
                  <c:v>3.5</c:v>
                </c:pt>
                <c:pt idx="865">
                  <c:v>3.5</c:v>
                </c:pt>
                <c:pt idx="866">
                  <c:v>3.5</c:v>
                </c:pt>
                <c:pt idx="867">
                  <c:v>3.5</c:v>
                </c:pt>
                <c:pt idx="868">
                  <c:v>3.5</c:v>
                </c:pt>
                <c:pt idx="869">
                  <c:v>3.5</c:v>
                </c:pt>
                <c:pt idx="870">
                  <c:v>3.5</c:v>
                </c:pt>
                <c:pt idx="871">
                  <c:v>3.5</c:v>
                </c:pt>
                <c:pt idx="872">
                  <c:v>3.5</c:v>
                </c:pt>
                <c:pt idx="873">
                  <c:v>3.5</c:v>
                </c:pt>
                <c:pt idx="874">
                  <c:v>3.5</c:v>
                </c:pt>
                <c:pt idx="875">
                  <c:v>3.5</c:v>
                </c:pt>
                <c:pt idx="876">
                  <c:v>3.5</c:v>
                </c:pt>
                <c:pt idx="877">
                  <c:v>3.5</c:v>
                </c:pt>
                <c:pt idx="878">
                  <c:v>3.5</c:v>
                </c:pt>
                <c:pt idx="879">
                  <c:v>3.5</c:v>
                </c:pt>
                <c:pt idx="880">
                  <c:v>3.5</c:v>
                </c:pt>
                <c:pt idx="881">
                  <c:v>3.5</c:v>
                </c:pt>
                <c:pt idx="882">
                  <c:v>3.5</c:v>
                </c:pt>
                <c:pt idx="883">
                  <c:v>3.5</c:v>
                </c:pt>
                <c:pt idx="884">
                  <c:v>3.5</c:v>
                </c:pt>
                <c:pt idx="885">
                  <c:v>3.5</c:v>
                </c:pt>
                <c:pt idx="886">
                  <c:v>3.5</c:v>
                </c:pt>
                <c:pt idx="887">
                  <c:v>3.5</c:v>
                </c:pt>
                <c:pt idx="888">
                  <c:v>3.5</c:v>
                </c:pt>
                <c:pt idx="889">
                  <c:v>3.5</c:v>
                </c:pt>
                <c:pt idx="890">
                  <c:v>3.5</c:v>
                </c:pt>
                <c:pt idx="891">
                  <c:v>3.5</c:v>
                </c:pt>
                <c:pt idx="892">
                  <c:v>3.5</c:v>
                </c:pt>
                <c:pt idx="893">
                  <c:v>3</c:v>
                </c:pt>
                <c:pt idx="894">
                  <c:v>3</c:v>
                </c:pt>
                <c:pt idx="895">
                  <c:v>3</c:v>
                </c:pt>
                <c:pt idx="896">
                  <c:v>3</c:v>
                </c:pt>
                <c:pt idx="897">
                  <c:v>3</c:v>
                </c:pt>
                <c:pt idx="898">
                  <c:v>3</c:v>
                </c:pt>
                <c:pt idx="899">
                  <c:v>3</c:v>
                </c:pt>
                <c:pt idx="900">
                  <c:v>3</c:v>
                </c:pt>
                <c:pt idx="901">
                  <c:v>3</c:v>
                </c:pt>
                <c:pt idx="902">
                  <c:v>3</c:v>
                </c:pt>
                <c:pt idx="903">
                  <c:v>3</c:v>
                </c:pt>
                <c:pt idx="904">
                  <c:v>3</c:v>
                </c:pt>
                <c:pt idx="905">
                  <c:v>3</c:v>
                </c:pt>
                <c:pt idx="906">
                  <c:v>3</c:v>
                </c:pt>
                <c:pt idx="907">
                  <c:v>3</c:v>
                </c:pt>
                <c:pt idx="908">
                  <c:v>3</c:v>
                </c:pt>
                <c:pt idx="909">
                  <c:v>3</c:v>
                </c:pt>
                <c:pt idx="910">
                  <c:v>3</c:v>
                </c:pt>
                <c:pt idx="911">
                  <c:v>3</c:v>
                </c:pt>
                <c:pt idx="912">
                  <c:v>3</c:v>
                </c:pt>
                <c:pt idx="913">
                  <c:v>3</c:v>
                </c:pt>
                <c:pt idx="914">
                  <c:v>3</c:v>
                </c:pt>
                <c:pt idx="915">
                  <c:v>3</c:v>
                </c:pt>
                <c:pt idx="916">
                  <c:v>3</c:v>
                </c:pt>
                <c:pt idx="917">
                  <c:v>3</c:v>
                </c:pt>
                <c:pt idx="918">
                  <c:v>3</c:v>
                </c:pt>
                <c:pt idx="919">
                  <c:v>3</c:v>
                </c:pt>
                <c:pt idx="920">
                  <c:v>3</c:v>
                </c:pt>
                <c:pt idx="921">
                  <c:v>3</c:v>
                </c:pt>
                <c:pt idx="922">
                  <c:v>3</c:v>
                </c:pt>
                <c:pt idx="923">
                  <c:v>3</c:v>
                </c:pt>
                <c:pt idx="924">
                  <c:v>3</c:v>
                </c:pt>
                <c:pt idx="925">
                  <c:v>3</c:v>
                </c:pt>
                <c:pt idx="926">
                  <c:v>3</c:v>
                </c:pt>
                <c:pt idx="927">
                  <c:v>3</c:v>
                </c:pt>
                <c:pt idx="928">
                  <c:v>3</c:v>
                </c:pt>
                <c:pt idx="929">
                  <c:v>3</c:v>
                </c:pt>
                <c:pt idx="930">
                  <c:v>3</c:v>
                </c:pt>
                <c:pt idx="931">
                  <c:v>3</c:v>
                </c:pt>
                <c:pt idx="932">
                  <c:v>3</c:v>
                </c:pt>
                <c:pt idx="933">
                  <c:v>3</c:v>
                </c:pt>
                <c:pt idx="934">
                  <c:v>3</c:v>
                </c:pt>
                <c:pt idx="935">
                  <c:v>3</c:v>
                </c:pt>
                <c:pt idx="936">
                  <c:v>3</c:v>
                </c:pt>
                <c:pt idx="937">
                  <c:v>3</c:v>
                </c:pt>
                <c:pt idx="938">
                  <c:v>3</c:v>
                </c:pt>
                <c:pt idx="939">
                  <c:v>3</c:v>
                </c:pt>
                <c:pt idx="940">
                  <c:v>3</c:v>
                </c:pt>
                <c:pt idx="941">
                  <c:v>3</c:v>
                </c:pt>
                <c:pt idx="942">
                  <c:v>3</c:v>
                </c:pt>
                <c:pt idx="943">
                  <c:v>3</c:v>
                </c:pt>
                <c:pt idx="944">
                  <c:v>3</c:v>
                </c:pt>
                <c:pt idx="945">
                  <c:v>3</c:v>
                </c:pt>
                <c:pt idx="946">
                  <c:v>3</c:v>
                </c:pt>
                <c:pt idx="947">
                  <c:v>3</c:v>
                </c:pt>
                <c:pt idx="948">
                  <c:v>3</c:v>
                </c:pt>
                <c:pt idx="949">
                  <c:v>3</c:v>
                </c:pt>
                <c:pt idx="950">
                  <c:v>3</c:v>
                </c:pt>
                <c:pt idx="951">
                  <c:v>3</c:v>
                </c:pt>
                <c:pt idx="952">
                  <c:v>3</c:v>
                </c:pt>
                <c:pt idx="953">
                  <c:v>3</c:v>
                </c:pt>
                <c:pt idx="954">
                  <c:v>3</c:v>
                </c:pt>
                <c:pt idx="955">
                  <c:v>3</c:v>
                </c:pt>
                <c:pt idx="956">
                  <c:v>3</c:v>
                </c:pt>
                <c:pt idx="957">
                  <c:v>3</c:v>
                </c:pt>
                <c:pt idx="958">
                  <c:v>3</c:v>
                </c:pt>
                <c:pt idx="959">
                  <c:v>3</c:v>
                </c:pt>
                <c:pt idx="960">
                  <c:v>3</c:v>
                </c:pt>
                <c:pt idx="961">
                  <c:v>3</c:v>
                </c:pt>
                <c:pt idx="962">
                  <c:v>3</c:v>
                </c:pt>
                <c:pt idx="963">
                  <c:v>3</c:v>
                </c:pt>
                <c:pt idx="964">
                  <c:v>3</c:v>
                </c:pt>
                <c:pt idx="965">
                  <c:v>3</c:v>
                </c:pt>
                <c:pt idx="966">
                  <c:v>3</c:v>
                </c:pt>
                <c:pt idx="967">
                  <c:v>3</c:v>
                </c:pt>
                <c:pt idx="968">
                  <c:v>3</c:v>
                </c:pt>
                <c:pt idx="969">
                  <c:v>3</c:v>
                </c:pt>
                <c:pt idx="970">
                  <c:v>3</c:v>
                </c:pt>
                <c:pt idx="971">
                  <c:v>3</c:v>
                </c:pt>
                <c:pt idx="972">
                  <c:v>3</c:v>
                </c:pt>
                <c:pt idx="973">
                  <c:v>3</c:v>
                </c:pt>
                <c:pt idx="974">
                  <c:v>3</c:v>
                </c:pt>
                <c:pt idx="975">
                  <c:v>3</c:v>
                </c:pt>
                <c:pt idx="976">
                  <c:v>3</c:v>
                </c:pt>
                <c:pt idx="977">
                  <c:v>3</c:v>
                </c:pt>
                <c:pt idx="978">
                  <c:v>3</c:v>
                </c:pt>
                <c:pt idx="979">
                  <c:v>3</c:v>
                </c:pt>
                <c:pt idx="980">
                  <c:v>3</c:v>
                </c:pt>
                <c:pt idx="981">
                  <c:v>3</c:v>
                </c:pt>
                <c:pt idx="982">
                  <c:v>3</c:v>
                </c:pt>
                <c:pt idx="983">
                  <c:v>3</c:v>
                </c:pt>
                <c:pt idx="984">
                  <c:v>3</c:v>
                </c:pt>
                <c:pt idx="985">
                  <c:v>3</c:v>
                </c:pt>
                <c:pt idx="986">
                  <c:v>3</c:v>
                </c:pt>
                <c:pt idx="987">
                  <c:v>3</c:v>
                </c:pt>
                <c:pt idx="988">
                  <c:v>3</c:v>
                </c:pt>
                <c:pt idx="989">
                  <c:v>3</c:v>
                </c:pt>
                <c:pt idx="990">
                  <c:v>3</c:v>
                </c:pt>
                <c:pt idx="991">
                  <c:v>3</c:v>
                </c:pt>
                <c:pt idx="992">
                  <c:v>3</c:v>
                </c:pt>
                <c:pt idx="993">
                  <c:v>3</c:v>
                </c:pt>
                <c:pt idx="994">
                  <c:v>3</c:v>
                </c:pt>
                <c:pt idx="995">
                  <c:v>3</c:v>
                </c:pt>
                <c:pt idx="996">
                  <c:v>3</c:v>
                </c:pt>
                <c:pt idx="997">
                  <c:v>3</c:v>
                </c:pt>
                <c:pt idx="998">
                  <c:v>3</c:v>
                </c:pt>
                <c:pt idx="999">
                  <c:v>3</c:v>
                </c:pt>
                <c:pt idx="1000">
                  <c:v>3</c:v>
                </c:pt>
                <c:pt idx="1001">
                  <c:v>3</c:v>
                </c:pt>
                <c:pt idx="1002">
                  <c:v>3</c:v>
                </c:pt>
                <c:pt idx="1003">
                  <c:v>3</c:v>
                </c:pt>
                <c:pt idx="1004">
                  <c:v>3</c:v>
                </c:pt>
                <c:pt idx="1005">
                  <c:v>3</c:v>
                </c:pt>
                <c:pt idx="1006">
                  <c:v>3</c:v>
                </c:pt>
                <c:pt idx="1007">
                  <c:v>3</c:v>
                </c:pt>
                <c:pt idx="1008">
                  <c:v>3</c:v>
                </c:pt>
                <c:pt idx="1009">
                  <c:v>3</c:v>
                </c:pt>
                <c:pt idx="1010">
                  <c:v>3</c:v>
                </c:pt>
                <c:pt idx="1011">
                  <c:v>3</c:v>
                </c:pt>
                <c:pt idx="1012">
                  <c:v>3</c:v>
                </c:pt>
                <c:pt idx="1013">
                  <c:v>3</c:v>
                </c:pt>
                <c:pt idx="1014">
                  <c:v>3</c:v>
                </c:pt>
                <c:pt idx="1015">
                  <c:v>3</c:v>
                </c:pt>
                <c:pt idx="1016">
                  <c:v>3</c:v>
                </c:pt>
                <c:pt idx="1017">
                  <c:v>3</c:v>
                </c:pt>
                <c:pt idx="1018">
                  <c:v>3</c:v>
                </c:pt>
                <c:pt idx="1019">
                  <c:v>3</c:v>
                </c:pt>
                <c:pt idx="1020">
                  <c:v>3</c:v>
                </c:pt>
                <c:pt idx="1021">
                  <c:v>3</c:v>
                </c:pt>
                <c:pt idx="1022">
                  <c:v>3</c:v>
                </c:pt>
                <c:pt idx="1023">
                  <c:v>3</c:v>
                </c:pt>
                <c:pt idx="1024">
                  <c:v>3</c:v>
                </c:pt>
                <c:pt idx="1025">
                  <c:v>3</c:v>
                </c:pt>
                <c:pt idx="1026">
                  <c:v>3</c:v>
                </c:pt>
                <c:pt idx="1027">
                  <c:v>3</c:v>
                </c:pt>
                <c:pt idx="1028">
                  <c:v>3</c:v>
                </c:pt>
                <c:pt idx="1029">
                  <c:v>3</c:v>
                </c:pt>
                <c:pt idx="1030">
                  <c:v>3</c:v>
                </c:pt>
                <c:pt idx="1031">
                  <c:v>3</c:v>
                </c:pt>
                <c:pt idx="1032">
                  <c:v>3</c:v>
                </c:pt>
                <c:pt idx="1033">
                  <c:v>3</c:v>
                </c:pt>
                <c:pt idx="1034">
                  <c:v>3</c:v>
                </c:pt>
                <c:pt idx="1035">
                  <c:v>3</c:v>
                </c:pt>
                <c:pt idx="1036">
                  <c:v>3</c:v>
                </c:pt>
                <c:pt idx="1037">
                  <c:v>3</c:v>
                </c:pt>
                <c:pt idx="1038">
                  <c:v>3</c:v>
                </c:pt>
                <c:pt idx="1039">
                  <c:v>3</c:v>
                </c:pt>
                <c:pt idx="1040">
                  <c:v>3</c:v>
                </c:pt>
                <c:pt idx="1041">
                  <c:v>3</c:v>
                </c:pt>
                <c:pt idx="1042">
                  <c:v>3</c:v>
                </c:pt>
                <c:pt idx="1043">
                  <c:v>3</c:v>
                </c:pt>
                <c:pt idx="1044">
                  <c:v>3</c:v>
                </c:pt>
                <c:pt idx="1045">
                  <c:v>3</c:v>
                </c:pt>
                <c:pt idx="1046">
                  <c:v>3</c:v>
                </c:pt>
                <c:pt idx="1047">
                  <c:v>3</c:v>
                </c:pt>
                <c:pt idx="1048">
                  <c:v>3</c:v>
                </c:pt>
                <c:pt idx="1049">
                  <c:v>3</c:v>
                </c:pt>
                <c:pt idx="1050">
                  <c:v>3</c:v>
                </c:pt>
                <c:pt idx="1051">
                  <c:v>3</c:v>
                </c:pt>
                <c:pt idx="1052">
                  <c:v>3</c:v>
                </c:pt>
                <c:pt idx="1053">
                  <c:v>3</c:v>
                </c:pt>
                <c:pt idx="1054">
                  <c:v>3</c:v>
                </c:pt>
                <c:pt idx="1055">
                  <c:v>3</c:v>
                </c:pt>
                <c:pt idx="1056">
                  <c:v>3</c:v>
                </c:pt>
                <c:pt idx="1057">
                  <c:v>3</c:v>
                </c:pt>
                <c:pt idx="1058">
                  <c:v>3</c:v>
                </c:pt>
                <c:pt idx="1059">
                  <c:v>3</c:v>
                </c:pt>
                <c:pt idx="1060">
                  <c:v>3</c:v>
                </c:pt>
                <c:pt idx="1061">
                  <c:v>3</c:v>
                </c:pt>
                <c:pt idx="1062">
                  <c:v>3</c:v>
                </c:pt>
                <c:pt idx="1063">
                  <c:v>3</c:v>
                </c:pt>
                <c:pt idx="1064">
                  <c:v>3</c:v>
                </c:pt>
                <c:pt idx="1065">
                  <c:v>3</c:v>
                </c:pt>
                <c:pt idx="1066">
                  <c:v>3</c:v>
                </c:pt>
                <c:pt idx="1067">
                  <c:v>3</c:v>
                </c:pt>
                <c:pt idx="1068">
                  <c:v>3</c:v>
                </c:pt>
                <c:pt idx="1069">
                  <c:v>3</c:v>
                </c:pt>
                <c:pt idx="1070">
                  <c:v>3</c:v>
                </c:pt>
                <c:pt idx="1071">
                  <c:v>3</c:v>
                </c:pt>
                <c:pt idx="1072">
                  <c:v>3</c:v>
                </c:pt>
                <c:pt idx="1073">
                  <c:v>3</c:v>
                </c:pt>
                <c:pt idx="1074">
                  <c:v>3</c:v>
                </c:pt>
                <c:pt idx="1075">
                  <c:v>3</c:v>
                </c:pt>
                <c:pt idx="1076">
                  <c:v>3</c:v>
                </c:pt>
                <c:pt idx="1077">
                  <c:v>3</c:v>
                </c:pt>
                <c:pt idx="1078">
                  <c:v>3</c:v>
                </c:pt>
                <c:pt idx="1079">
                  <c:v>3</c:v>
                </c:pt>
                <c:pt idx="1080">
                  <c:v>3</c:v>
                </c:pt>
                <c:pt idx="1081">
                  <c:v>3</c:v>
                </c:pt>
                <c:pt idx="1082">
                  <c:v>3</c:v>
                </c:pt>
                <c:pt idx="1083">
                  <c:v>3</c:v>
                </c:pt>
                <c:pt idx="1084">
                  <c:v>3</c:v>
                </c:pt>
                <c:pt idx="1085">
                  <c:v>3</c:v>
                </c:pt>
                <c:pt idx="1086">
                  <c:v>3</c:v>
                </c:pt>
                <c:pt idx="1087">
                  <c:v>3</c:v>
                </c:pt>
                <c:pt idx="1088">
                  <c:v>3</c:v>
                </c:pt>
                <c:pt idx="1089">
                  <c:v>3</c:v>
                </c:pt>
                <c:pt idx="1090">
                  <c:v>3</c:v>
                </c:pt>
                <c:pt idx="1091">
                  <c:v>3</c:v>
                </c:pt>
                <c:pt idx="1092">
                  <c:v>3</c:v>
                </c:pt>
                <c:pt idx="1093">
                  <c:v>3</c:v>
                </c:pt>
                <c:pt idx="1094">
                  <c:v>3</c:v>
                </c:pt>
                <c:pt idx="1095">
                  <c:v>3</c:v>
                </c:pt>
                <c:pt idx="1096">
                  <c:v>3</c:v>
                </c:pt>
                <c:pt idx="1097">
                  <c:v>3</c:v>
                </c:pt>
                <c:pt idx="1098">
                  <c:v>3</c:v>
                </c:pt>
                <c:pt idx="1099">
                  <c:v>3</c:v>
                </c:pt>
                <c:pt idx="1100">
                  <c:v>3</c:v>
                </c:pt>
                <c:pt idx="1101">
                  <c:v>3</c:v>
                </c:pt>
                <c:pt idx="1102">
                  <c:v>3</c:v>
                </c:pt>
                <c:pt idx="1103">
                  <c:v>3</c:v>
                </c:pt>
                <c:pt idx="1104">
                  <c:v>3</c:v>
                </c:pt>
                <c:pt idx="1105">
                  <c:v>3</c:v>
                </c:pt>
                <c:pt idx="1106">
                  <c:v>3</c:v>
                </c:pt>
                <c:pt idx="1107">
                  <c:v>3</c:v>
                </c:pt>
                <c:pt idx="1108">
                  <c:v>3</c:v>
                </c:pt>
                <c:pt idx="1109">
                  <c:v>3</c:v>
                </c:pt>
                <c:pt idx="1110">
                  <c:v>3</c:v>
                </c:pt>
                <c:pt idx="1111">
                  <c:v>3</c:v>
                </c:pt>
                <c:pt idx="1112">
                  <c:v>3</c:v>
                </c:pt>
                <c:pt idx="1113">
                  <c:v>3</c:v>
                </c:pt>
                <c:pt idx="1114">
                  <c:v>3</c:v>
                </c:pt>
                <c:pt idx="1115">
                  <c:v>3</c:v>
                </c:pt>
                <c:pt idx="1116">
                  <c:v>3</c:v>
                </c:pt>
                <c:pt idx="1117">
                  <c:v>3</c:v>
                </c:pt>
                <c:pt idx="1118">
                  <c:v>3</c:v>
                </c:pt>
                <c:pt idx="1119">
                  <c:v>3</c:v>
                </c:pt>
                <c:pt idx="1120">
                  <c:v>3</c:v>
                </c:pt>
                <c:pt idx="1121">
                  <c:v>3</c:v>
                </c:pt>
                <c:pt idx="1122">
                  <c:v>3</c:v>
                </c:pt>
                <c:pt idx="1123">
                  <c:v>3</c:v>
                </c:pt>
                <c:pt idx="1124">
                  <c:v>3</c:v>
                </c:pt>
                <c:pt idx="1125">
                  <c:v>3</c:v>
                </c:pt>
                <c:pt idx="1126">
                  <c:v>3</c:v>
                </c:pt>
                <c:pt idx="1127">
                  <c:v>3</c:v>
                </c:pt>
                <c:pt idx="1128">
                  <c:v>3</c:v>
                </c:pt>
                <c:pt idx="1129">
                  <c:v>3</c:v>
                </c:pt>
                <c:pt idx="1130">
                  <c:v>3</c:v>
                </c:pt>
                <c:pt idx="1131">
                  <c:v>3</c:v>
                </c:pt>
                <c:pt idx="1132">
                  <c:v>3</c:v>
                </c:pt>
                <c:pt idx="1133">
                  <c:v>3</c:v>
                </c:pt>
                <c:pt idx="1134">
                  <c:v>3</c:v>
                </c:pt>
                <c:pt idx="1135">
                  <c:v>3</c:v>
                </c:pt>
                <c:pt idx="1136">
                  <c:v>3</c:v>
                </c:pt>
                <c:pt idx="1137">
                  <c:v>3</c:v>
                </c:pt>
                <c:pt idx="1138">
                  <c:v>3</c:v>
                </c:pt>
                <c:pt idx="1139">
                  <c:v>3</c:v>
                </c:pt>
                <c:pt idx="1140">
                  <c:v>3</c:v>
                </c:pt>
                <c:pt idx="1141">
                  <c:v>3</c:v>
                </c:pt>
                <c:pt idx="1142">
                  <c:v>3</c:v>
                </c:pt>
                <c:pt idx="1143">
                  <c:v>3</c:v>
                </c:pt>
                <c:pt idx="1144">
                  <c:v>3</c:v>
                </c:pt>
                <c:pt idx="1145">
                  <c:v>3</c:v>
                </c:pt>
                <c:pt idx="1146">
                  <c:v>3</c:v>
                </c:pt>
                <c:pt idx="1147">
                  <c:v>3</c:v>
                </c:pt>
                <c:pt idx="1148">
                  <c:v>3</c:v>
                </c:pt>
                <c:pt idx="1149">
                  <c:v>3</c:v>
                </c:pt>
                <c:pt idx="1150">
                  <c:v>3</c:v>
                </c:pt>
                <c:pt idx="1151">
                  <c:v>3</c:v>
                </c:pt>
                <c:pt idx="1152">
                  <c:v>3</c:v>
                </c:pt>
                <c:pt idx="1153">
                  <c:v>3</c:v>
                </c:pt>
                <c:pt idx="1154">
                  <c:v>3</c:v>
                </c:pt>
                <c:pt idx="1155">
                  <c:v>3</c:v>
                </c:pt>
                <c:pt idx="1156">
                  <c:v>3</c:v>
                </c:pt>
                <c:pt idx="1157">
                  <c:v>3</c:v>
                </c:pt>
                <c:pt idx="1158">
                  <c:v>3</c:v>
                </c:pt>
                <c:pt idx="1159">
                  <c:v>3</c:v>
                </c:pt>
                <c:pt idx="1160">
                  <c:v>3</c:v>
                </c:pt>
                <c:pt idx="1161">
                  <c:v>3</c:v>
                </c:pt>
                <c:pt idx="1162">
                  <c:v>3</c:v>
                </c:pt>
                <c:pt idx="1163">
                  <c:v>3</c:v>
                </c:pt>
                <c:pt idx="1164">
                  <c:v>3</c:v>
                </c:pt>
                <c:pt idx="1165">
                  <c:v>3</c:v>
                </c:pt>
                <c:pt idx="1166">
                  <c:v>3</c:v>
                </c:pt>
                <c:pt idx="1167">
                  <c:v>3</c:v>
                </c:pt>
                <c:pt idx="1168">
                  <c:v>3</c:v>
                </c:pt>
                <c:pt idx="1169">
                  <c:v>3</c:v>
                </c:pt>
                <c:pt idx="1170">
                  <c:v>3</c:v>
                </c:pt>
                <c:pt idx="1171">
                  <c:v>3</c:v>
                </c:pt>
                <c:pt idx="1172">
                  <c:v>3</c:v>
                </c:pt>
                <c:pt idx="1173">
                  <c:v>3</c:v>
                </c:pt>
                <c:pt idx="1174">
                  <c:v>3</c:v>
                </c:pt>
                <c:pt idx="1175">
                  <c:v>3</c:v>
                </c:pt>
                <c:pt idx="1176">
                  <c:v>3</c:v>
                </c:pt>
                <c:pt idx="1177">
                  <c:v>3</c:v>
                </c:pt>
                <c:pt idx="1178">
                  <c:v>3</c:v>
                </c:pt>
                <c:pt idx="1179">
                  <c:v>3</c:v>
                </c:pt>
                <c:pt idx="1180">
                  <c:v>3</c:v>
                </c:pt>
                <c:pt idx="1181">
                  <c:v>3</c:v>
                </c:pt>
                <c:pt idx="1182">
                  <c:v>3</c:v>
                </c:pt>
                <c:pt idx="1183">
                  <c:v>3</c:v>
                </c:pt>
                <c:pt idx="1184">
                  <c:v>3</c:v>
                </c:pt>
                <c:pt idx="1185">
                  <c:v>3</c:v>
                </c:pt>
                <c:pt idx="1186">
                  <c:v>3</c:v>
                </c:pt>
                <c:pt idx="1187">
                  <c:v>3</c:v>
                </c:pt>
                <c:pt idx="1188">
                  <c:v>3</c:v>
                </c:pt>
                <c:pt idx="1189">
                  <c:v>3</c:v>
                </c:pt>
                <c:pt idx="1190">
                  <c:v>3</c:v>
                </c:pt>
                <c:pt idx="1191">
                  <c:v>3</c:v>
                </c:pt>
                <c:pt idx="1192">
                  <c:v>3</c:v>
                </c:pt>
                <c:pt idx="1193">
                  <c:v>3</c:v>
                </c:pt>
                <c:pt idx="1194">
                  <c:v>3</c:v>
                </c:pt>
                <c:pt idx="1195">
                  <c:v>3</c:v>
                </c:pt>
                <c:pt idx="1196">
                  <c:v>3</c:v>
                </c:pt>
                <c:pt idx="1197">
                  <c:v>3</c:v>
                </c:pt>
                <c:pt idx="1198">
                  <c:v>3</c:v>
                </c:pt>
                <c:pt idx="1199">
                  <c:v>3</c:v>
                </c:pt>
                <c:pt idx="1200">
                  <c:v>3</c:v>
                </c:pt>
                <c:pt idx="1201">
                  <c:v>3</c:v>
                </c:pt>
                <c:pt idx="1202">
                  <c:v>3</c:v>
                </c:pt>
                <c:pt idx="1203">
                  <c:v>3</c:v>
                </c:pt>
                <c:pt idx="1204">
                  <c:v>3</c:v>
                </c:pt>
                <c:pt idx="1205">
                  <c:v>3</c:v>
                </c:pt>
                <c:pt idx="1206">
                  <c:v>3</c:v>
                </c:pt>
                <c:pt idx="1207">
                  <c:v>3</c:v>
                </c:pt>
                <c:pt idx="1208">
                  <c:v>3</c:v>
                </c:pt>
                <c:pt idx="1209">
                  <c:v>3</c:v>
                </c:pt>
                <c:pt idx="1210">
                  <c:v>3</c:v>
                </c:pt>
                <c:pt idx="1211">
                  <c:v>3</c:v>
                </c:pt>
                <c:pt idx="1212">
                  <c:v>3</c:v>
                </c:pt>
                <c:pt idx="1213">
                  <c:v>3</c:v>
                </c:pt>
                <c:pt idx="1214">
                  <c:v>3</c:v>
                </c:pt>
                <c:pt idx="1215">
                  <c:v>3</c:v>
                </c:pt>
                <c:pt idx="1216">
                  <c:v>3</c:v>
                </c:pt>
                <c:pt idx="1217">
                  <c:v>3</c:v>
                </c:pt>
                <c:pt idx="1218">
                  <c:v>3</c:v>
                </c:pt>
                <c:pt idx="1219">
                  <c:v>3</c:v>
                </c:pt>
                <c:pt idx="1220">
                  <c:v>3</c:v>
                </c:pt>
                <c:pt idx="1221">
                  <c:v>3</c:v>
                </c:pt>
                <c:pt idx="1222">
                  <c:v>3</c:v>
                </c:pt>
                <c:pt idx="1223">
                  <c:v>3</c:v>
                </c:pt>
                <c:pt idx="1224">
                  <c:v>3</c:v>
                </c:pt>
                <c:pt idx="1225">
                  <c:v>3</c:v>
                </c:pt>
                <c:pt idx="1226">
                  <c:v>3</c:v>
                </c:pt>
                <c:pt idx="1227">
                  <c:v>3</c:v>
                </c:pt>
                <c:pt idx="1228">
                  <c:v>3</c:v>
                </c:pt>
                <c:pt idx="1229">
                  <c:v>3</c:v>
                </c:pt>
                <c:pt idx="1230">
                  <c:v>3</c:v>
                </c:pt>
                <c:pt idx="1231">
                  <c:v>3</c:v>
                </c:pt>
                <c:pt idx="1232">
                  <c:v>3</c:v>
                </c:pt>
                <c:pt idx="1233">
                  <c:v>3</c:v>
                </c:pt>
                <c:pt idx="1234">
                  <c:v>3</c:v>
                </c:pt>
                <c:pt idx="1235">
                  <c:v>3</c:v>
                </c:pt>
                <c:pt idx="1236">
                  <c:v>3</c:v>
                </c:pt>
                <c:pt idx="1237">
                  <c:v>3</c:v>
                </c:pt>
                <c:pt idx="1238">
                  <c:v>3</c:v>
                </c:pt>
                <c:pt idx="1239">
                  <c:v>3</c:v>
                </c:pt>
                <c:pt idx="1240">
                  <c:v>3</c:v>
                </c:pt>
                <c:pt idx="1241">
                  <c:v>3</c:v>
                </c:pt>
                <c:pt idx="1242">
                  <c:v>3</c:v>
                </c:pt>
                <c:pt idx="1243">
                  <c:v>3</c:v>
                </c:pt>
                <c:pt idx="1244">
                  <c:v>3</c:v>
                </c:pt>
                <c:pt idx="1245">
                  <c:v>3</c:v>
                </c:pt>
                <c:pt idx="1246">
                  <c:v>3</c:v>
                </c:pt>
                <c:pt idx="1247">
                  <c:v>3</c:v>
                </c:pt>
                <c:pt idx="1248">
                  <c:v>3</c:v>
                </c:pt>
                <c:pt idx="1249">
                  <c:v>3</c:v>
                </c:pt>
                <c:pt idx="1250">
                  <c:v>3</c:v>
                </c:pt>
                <c:pt idx="1251">
                  <c:v>3</c:v>
                </c:pt>
                <c:pt idx="1252">
                  <c:v>3</c:v>
                </c:pt>
                <c:pt idx="1253">
                  <c:v>3</c:v>
                </c:pt>
                <c:pt idx="1254">
                  <c:v>3</c:v>
                </c:pt>
                <c:pt idx="1255">
                  <c:v>3</c:v>
                </c:pt>
                <c:pt idx="1256">
                  <c:v>3</c:v>
                </c:pt>
                <c:pt idx="1257">
                  <c:v>3</c:v>
                </c:pt>
                <c:pt idx="1258">
                  <c:v>3</c:v>
                </c:pt>
                <c:pt idx="1259">
                  <c:v>3</c:v>
                </c:pt>
                <c:pt idx="1260">
                  <c:v>3</c:v>
                </c:pt>
                <c:pt idx="1261">
                  <c:v>3</c:v>
                </c:pt>
                <c:pt idx="1262">
                  <c:v>3</c:v>
                </c:pt>
                <c:pt idx="1263">
                  <c:v>3</c:v>
                </c:pt>
                <c:pt idx="1264">
                  <c:v>3</c:v>
                </c:pt>
                <c:pt idx="1265">
                  <c:v>3</c:v>
                </c:pt>
                <c:pt idx="1266">
                  <c:v>3</c:v>
                </c:pt>
                <c:pt idx="1267">
                  <c:v>3</c:v>
                </c:pt>
                <c:pt idx="1268">
                  <c:v>3</c:v>
                </c:pt>
                <c:pt idx="1269">
                  <c:v>3</c:v>
                </c:pt>
                <c:pt idx="1270">
                  <c:v>3</c:v>
                </c:pt>
                <c:pt idx="1271">
                  <c:v>3</c:v>
                </c:pt>
                <c:pt idx="1272">
                  <c:v>3</c:v>
                </c:pt>
                <c:pt idx="1273">
                  <c:v>3</c:v>
                </c:pt>
                <c:pt idx="1274">
                  <c:v>3</c:v>
                </c:pt>
                <c:pt idx="1275">
                  <c:v>3</c:v>
                </c:pt>
                <c:pt idx="1276">
                  <c:v>3</c:v>
                </c:pt>
                <c:pt idx="1277">
                  <c:v>3</c:v>
                </c:pt>
                <c:pt idx="1278">
                  <c:v>3</c:v>
                </c:pt>
                <c:pt idx="1279">
                  <c:v>3</c:v>
                </c:pt>
                <c:pt idx="1280">
                  <c:v>3</c:v>
                </c:pt>
                <c:pt idx="1281">
                  <c:v>3</c:v>
                </c:pt>
                <c:pt idx="1282">
                  <c:v>3</c:v>
                </c:pt>
                <c:pt idx="1283">
                  <c:v>3</c:v>
                </c:pt>
                <c:pt idx="1284">
                  <c:v>3</c:v>
                </c:pt>
                <c:pt idx="1285">
                  <c:v>3</c:v>
                </c:pt>
                <c:pt idx="1286">
                  <c:v>3</c:v>
                </c:pt>
                <c:pt idx="1287">
                  <c:v>3</c:v>
                </c:pt>
                <c:pt idx="1288">
                  <c:v>3</c:v>
                </c:pt>
                <c:pt idx="1289">
                  <c:v>3</c:v>
                </c:pt>
                <c:pt idx="1290">
                  <c:v>3</c:v>
                </c:pt>
                <c:pt idx="1291">
                  <c:v>3</c:v>
                </c:pt>
                <c:pt idx="1292">
                  <c:v>3</c:v>
                </c:pt>
                <c:pt idx="1293">
                  <c:v>3</c:v>
                </c:pt>
                <c:pt idx="1294">
                  <c:v>3</c:v>
                </c:pt>
                <c:pt idx="1295">
                  <c:v>3</c:v>
                </c:pt>
                <c:pt idx="1296">
                  <c:v>3</c:v>
                </c:pt>
                <c:pt idx="1297">
                  <c:v>3</c:v>
                </c:pt>
                <c:pt idx="1298">
                  <c:v>3</c:v>
                </c:pt>
                <c:pt idx="1299">
                  <c:v>3</c:v>
                </c:pt>
                <c:pt idx="1300">
                  <c:v>3</c:v>
                </c:pt>
                <c:pt idx="1301">
                  <c:v>3</c:v>
                </c:pt>
                <c:pt idx="1302">
                  <c:v>3</c:v>
                </c:pt>
                <c:pt idx="1303">
                  <c:v>3</c:v>
                </c:pt>
                <c:pt idx="1304">
                  <c:v>3</c:v>
                </c:pt>
                <c:pt idx="1305">
                  <c:v>3</c:v>
                </c:pt>
                <c:pt idx="1306">
                  <c:v>3</c:v>
                </c:pt>
                <c:pt idx="1307">
                  <c:v>3</c:v>
                </c:pt>
                <c:pt idx="1308">
                  <c:v>3</c:v>
                </c:pt>
                <c:pt idx="1309">
                  <c:v>3</c:v>
                </c:pt>
                <c:pt idx="1310">
                  <c:v>3</c:v>
                </c:pt>
                <c:pt idx="1311">
                  <c:v>3</c:v>
                </c:pt>
                <c:pt idx="1312">
                  <c:v>3</c:v>
                </c:pt>
                <c:pt idx="1313">
                  <c:v>3</c:v>
                </c:pt>
                <c:pt idx="1314">
                  <c:v>3</c:v>
                </c:pt>
                <c:pt idx="1315">
                  <c:v>3</c:v>
                </c:pt>
                <c:pt idx="1316">
                  <c:v>3</c:v>
                </c:pt>
                <c:pt idx="1317">
                  <c:v>3</c:v>
                </c:pt>
                <c:pt idx="1318">
                  <c:v>3</c:v>
                </c:pt>
                <c:pt idx="1319">
                  <c:v>3</c:v>
                </c:pt>
                <c:pt idx="1320">
                  <c:v>3</c:v>
                </c:pt>
                <c:pt idx="1321">
                  <c:v>3</c:v>
                </c:pt>
                <c:pt idx="1322">
                  <c:v>3</c:v>
                </c:pt>
                <c:pt idx="1323">
                  <c:v>3</c:v>
                </c:pt>
                <c:pt idx="1324">
                  <c:v>3</c:v>
                </c:pt>
                <c:pt idx="1325">
                  <c:v>3</c:v>
                </c:pt>
                <c:pt idx="1326">
                  <c:v>3</c:v>
                </c:pt>
                <c:pt idx="1327">
                  <c:v>3</c:v>
                </c:pt>
                <c:pt idx="1328">
                  <c:v>3</c:v>
                </c:pt>
                <c:pt idx="1329">
                  <c:v>3</c:v>
                </c:pt>
                <c:pt idx="1330">
                  <c:v>3</c:v>
                </c:pt>
                <c:pt idx="1331">
                  <c:v>3</c:v>
                </c:pt>
                <c:pt idx="1332">
                  <c:v>3</c:v>
                </c:pt>
                <c:pt idx="1333">
                  <c:v>3</c:v>
                </c:pt>
                <c:pt idx="1334">
                  <c:v>3</c:v>
                </c:pt>
                <c:pt idx="1335">
                  <c:v>3</c:v>
                </c:pt>
                <c:pt idx="1336">
                  <c:v>3</c:v>
                </c:pt>
                <c:pt idx="1337">
                  <c:v>3</c:v>
                </c:pt>
                <c:pt idx="1338">
                  <c:v>3</c:v>
                </c:pt>
                <c:pt idx="1339">
                  <c:v>3</c:v>
                </c:pt>
                <c:pt idx="1340">
                  <c:v>3</c:v>
                </c:pt>
                <c:pt idx="1341">
                  <c:v>3</c:v>
                </c:pt>
                <c:pt idx="1342">
                  <c:v>3</c:v>
                </c:pt>
                <c:pt idx="1343">
                  <c:v>3</c:v>
                </c:pt>
                <c:pt idx="1344">
                  <c:v>3</c:v>
                </c:pt>
                <c:pt idx="1345">
                  <c:v>3</c:v>
                </c:pt>
                <c:pt idx="1346">
                  <c:v>3</c:v>
                </c:pt>
                <c:pt idx="1347">
                  <c:v>3</c:v>
                </c:pt>
                <c:pt idx="1348">
                  <c:v>3</c:v>
                </c:pt>
                <c:pt idx="1349">
                  <c:v>3</c:v>
                </c:pt>
                <c:pt idx="1350">
                  <c:v>3</c:v>
                </c:pt>
                <c:pt idx="1351">
                  <c:v>3</c:v>
                </c:pt>
                <c:pt idx="1352">
                  <c:v>3</c:v>
                </c:pt>
                <c:pt idx="1353">
                  <c:v>3</c:v>
                </c:pt>
                <c:pt idx="1354">
                  <c:v>3</c:v>
                </c:pt>
                <c:pt idx="1355">
                  <c:v>3</c:v>
                </c:pt>
                <c:pt idx="1356">
                  <c:v>3</c:v>
                </c:pt>
                <c:pt idx="1357">
                  <c:v>3</c:v>
                </c:pt>
                <c:pt idx="1358">
                  <c:v>3</c:v>
                </c:pt>
                <c:pt idx="1359">
                  <c:v>3</c:v>
                </c:pt>
                <c:pt idx="1360">
                  <c:v>3</c:v>
                </c:pt>
                <c:pt idx="1361">
                  <c:v>3</c:v>
                </c:pt>
                <c:pt idx="1362">
                  <c:v>3</c:v>
                </c:pt>
                <c:pt idx="1363">
                  <c:v>3</c:v>
                </c:pt>
                <c:pt idx="1364">
                  <c:v>3</c:v>
                </c:pt>
                <c:pt idx="1365">
                  <c:v>3</c:v>
                </c:pt>
                <c:pt idx="1366">
                  <c:v>3</c:v>
                </c:pt>
                <c:pt idx="1367">
                  <c:v>3</c:v>
                </c:pt>
                <c:pt idx="1368">
                  <c:v>3</c:v>
                </c:pt>
                <c:pt idx="1369">
                  <c:v>3</c:v>
                </c:pt>
                <c:pt idx="1370">
                  <c:v>3</c:v>
                </c:pt>
                <c:pt idx="1371">
                  <c:v>3</c:v>
                </c:pt>
                <c:pt idx="1372">
                  <c:v>3</c:v>
                </c:pt>
                <c:pt idx="1373">
                  <c:v>3</c:v>
                </c:pt>
                <c:pt idx="1374">
                  <c:v>3</c:v>
                </c:pt>
                <c:pt idx="1375">
                  <c:v>3</c:v>
                </c:pt>
                <c:pt idx="1376">
                  <c:v>3</c:v>
                </c:pt>
                <c:pt idx="1377">
                  <c:v>3</c:v>
                </c:pt>
                <c:pt idx="1378">
                  <c:v>3</c:v>
                </c:pt>
                <c:pt idx="1379">
                  <c:v>3</c:v>
                </c:pt>
                <c:pt idx="1380">
                  <c:v>3</c:v>
                </c:pt>
                <c:pt idx="1381">
                  <c:v>3</c:v>
                </c:pt>
                <c:pt idx="1382">
                  <c:v>3</c:v>
                </c:pt>
                <c:pt idx="1383">
                  <c:v>3</c:v>
                </c:pt>
                <c:pt idx="1384">
                  <c:v>3</c:v>
                </c:pt>
                <c:pt idx="1385">
                  <c:v>3</c:v>
                </c:pt>
                <c:pt idx="1386">
                  <c:v>3</c:v>
                </c:pt>
                <c:pt idx="1387">
                  <c:v>3</c:v>
                </c:pt>
                <c:pt idx="1388">
                  <c:v>3</c:v>
                </c:pt>
                <c:pt idx="1389">
                  <c:v>3</c:v>
                </c:pt>
                <c:pt idx="1390">
                  <c:v>3</c:v>
                </c:pt>
                <c:pt idx="1391">
                  <c:v>3</c:v>
                </c:pt>
                <c:pt idx="1392">
                  <c:v>3</c:v>
                </c:pt>
                <c:pt idx="1393">
                  <c:v>3</c:v>
                </c:pt>
                <c:pt idx="1394">
                  <c:v>3</c:v>
                </c:pt>
                <c:pt idx="1395">
                  <c:v>3</c:v>
                </c:pt>
                <c:pt idx="1396">
                  <c:v>3</c:v>
                </c:pt>
                <c:pt idx="1397">
                  <c:v>3</c:v>
                </c:pt>
                <c:pt idx="1398">
                  <c:v>3</c:v>
                </c:pt>
                <c:pt idx="1399">
                  <c:v>3</c:v>
                </c:pt>
                <c:pt idx="1400">
                  <c:v>3</c:v>
                </c:pt>
                <c:pt idx="1401">
                  <c:v>3</c:v>
                </c:pt>
                <c:pt idx="1402">
                  <c:v>3</c:v>
                </c:pt>
                <c:pt idx="1403">
                  <c:v>3</c:v>
                </c:pt>
                <c:pt idx="1404">
                  <c:v>3</c:v>
                </c:pt>
                <c:pt idx="1405">
                  <c:v>3</c:v>
                </c:pt>
                <c:pt idx="1406">
                  <c:v>3</c:v>
                </c:pt>
                <c:pt idx="1407">
                  <c:v>3</c:v>
                </c:pt>
                <c:pt idx="1408">
                  <c:v>3</c:v>
                </c:pt>
                <c:pt idx="1409">
                  <c:v>3</c:v>
                </c:pt>
                <c:pt idx="1410">
                  <c:v>3</c:v>
                </c:pt>
                <c:pt idx="1411">
                  <c:v>3</c:v>
                </c:pt>
                <c:pt idx="1412">
                  <c:v>3</c:v>
                </c:pt>
                <c:pt idx="1413">
                  <c:v>3</c:v>
                </c:pt>
                <c:pt idx="1414">
                  <c:v>3</c:v>
                </c:pt>
                <c:pt idx="1415">
                  <c:v>3</c:v>
                </c:pt>
                <c:pt idx="1416">
                  <c:v>3</c:v>
                </c:pt>
                <c:pt idx="1417">
                  <c:v>3</c:v>
                </c:pt>
                <c:pt idx="1418">
                  <c:v>3</c:v>
                </c:pt>
                <c:pt idx="1419">
                  <c:v>3</c:v>
                </c:pt>
                <c:pt idx="1420">
                  <c:v>3</c:v>
                </c:pt>
                <c:pt idx="1421">
                  <c:v>3</c:v>
                </c:pt>
                <c:pt idx="1422">
                  <c:v>3</c:v>
                </c:pt>
                <c:pt idx="1423">
                  <c:v>3</c:v>
                </c:pt>
                <c:pt idx="1424">
                  <c:v>3</c:v>
                </c:pt>
                <c:pt idx="1425">
                  <c:v>3</c:v>
                </c:pt>
                <c:pt idx="1426">
                  <c:v>3</c:v>
                </c:pt>
                <c:pt idx="1427">
                  <c:v>3</c:v>
                </c:pt>
                <c:pt idx="1428">
                  <c:v>3</c:v>
                </c:pt>
                <c:pt idx="1429">
                  <c:v>3</c:v>
                </c:pt>
                <c:pt idx="1430">
                  <c:v>3</c:v>
                </c:pt>
                <c:pt idx="1431">
                  <c:v>3</c:v>
                </c:pt>
                <c:pt idx="1432">
                  <c:v>3</c:v>
                </c:pt>
                <c:pt idx="1433">
                  <c:v>3</c:v>
                </c:pt>
                <c:pt idx="1434">
                  <c:v>3</c:v>
                </c:pt>
                <c:pt idx="1435">
                  <c:v>3</c:v>
                </c:pt>
                <c:pt idx="1436">
                  <c:v>3</c:v>
                </c:pt>
                <c:pt idx="1437">
                  <c:v>3</c:v>
                </c:pt>
                <c:pt idx="1438">
                  <c:v>3</c:v>
                </c:pt>
                <c:pt idx="1439">
                  <c:v>3</c:v>
                </c:pt>
                <c:pt idx="1440">
                  <c:v>3</c:v>
                </c:pt>
                <c:pt idx="1441">
                  <c:v>3</c:v>
                </c:pt>
                <c:pt idx="1442">
                  <c:v>3</c:v>
                </c:pt>
                <c:pt idx="1443">
                  <c:v>3</c:v>
                </c:pt>
                <c:pt idx="1444">
                  <c:v>3</c:v>
                </c:pt>
                <c:pt idx="1445">
                  <c:v>3</c:v>
                </c:pt>
                <c:pt idx="1446">
                  <c:v>3</c:v>
                </c:pt>
                <c:pt idx="1447">
                  <c:v>3</c:v>
                </c:pt>
                <c:pt idx="1448">
                  <c:v>3</c:v>
                </c:pt>
                <c:pt idx="1449">
                  <c:v>3</c:v>
                </c:pt>
                <c:pt idx="1450">
                  <c:v>3</c:v>
                </c:pt>
                <c:pt idx="1451">
                  <c:v>3</c:v>
                </c:pt>
                <c:pt idx="1452">
                  <c:v>3</c:v>
                </c:pt>
                <c:pt idx="1453">
                  <c:v>3</c:v>
                </c:pt>
                <c:pt idx="1454">
                  <c:v>3</c:v>
                </c:pt>
                <c:pt idx="1455">
                  <c:v>3</c:v>
                </c:pt>
                <c:pt idx="1456">
                  <c:v>3</c:v>
                </c:pt>
                <c:pt idx="1457">
                  <c:v>3</c:v>
                </c:pt>
                <c:pt idx="1458">
                  <c:v>3</c:v>
                </c:pt>
                <c:pt idx="1459">
                  <c:v>3</c:v>
                </c:pt>
                <c:pt idx="1460">
                  <c:v>3</c:v>
                </c:pt>
                <c:pt idx="1461">
                  <c:v>3</c:v>
                </c:pt>
                <c:pt idx="1462">
                  <c:v>3</c:v>
                </c:pt>
                <c:pt idx="1463">
                  <c:v>3</c:v>
                </c:pt>
                <c:pt idx="1464">
                  <c:v>3</c:v>
                </c:pt>
                <c:pt idx="1465">
                  <c:v>3</c:v>
                </c:pt>
                <c:pt idx="1466">
                  <c:v>3</c:v>
                </c:pt>
                <c:pt idx="1467">
                  <c:v>3</c:v>
                </c:pt>
                <c:pt idx="1468">
                  <c:v>3</c:v>
                </c:pt>
                <c:pt idx="1469">
                  <c:v>3</c:v>
                </c:pt>
                <c:pt idx="1470">
                  <c:v>3</c:v>
                </c:pt>
                <c:pt idx="1471">
                  <c:v>3</c:v>
                </c:pt>
                <c:pt idx="1472">
                  <c:v>3</c:v>
                </c:pt>
                <c:pt idx="1473">
                  <c:v>3</c:v>
                </c:pt>
                <c:pt idx="1474">
                  <c:v>3</c:v>
                </c:pt>
                <c:pt idx="1475">
                  <c:v>3</c:v>
                </c:pt>
                <c:pt idx="1476">
                  <c:v>3</c:v>
                </c:pt>
                <c:pt idx="1477">
                  <c:v>3</c:v>
                </c:pt>
                <c:pt idx="1478">
                  <c:v>3</c:v>
                </c:pt>
                <c:pt idx="1479">
                  <c:v>3</c:v>
                </c:pt>
                <c:pt idx="1480">
                  <c:v>3</c:v>
                </c:pt>
                <c:pt idx="1481">
                  <c:v>3</c:v>
                </c:pt>
                <c:pt idx="1482">
                  <c:v>3</c:v>
                </c:pt>
                <c:pt idx="1483">
                  <c:v>3</c:v>
                </c:pt>
                <c:pt idx="1484">
                  <c:v>3</c:v>
                </c:pt>
                <c:pt idx="1485">
                  <c:v>3</c:v>
                </c:pt>
                <c:pt idx="1486">
                  <c:v>3</c:v>
                </c:pt>
                <c:pt idx="1487">
                  <c:v>3</c:v>
                </c:pt>
                <c:pt idx="1488">
                  <c:v>3</c:v>
                </c:pt>
                <c:pt idx="1489">
                  <c:v>3</c:v>
                </c:pt>
                <c:pt idx="1490">
                  <c:v>3</c:v>
                </c:pt>
                <c:pt idx="1491">
                  <c:v>3</c:v>
                </c:pt>
                <c:pt idx="1492">
                  <c:v>3</c:v>
                </c:pt>
                <c:pt idx="1493">
                  <c:v>3</c:v>
                </c:pt>
                <c:pt idx="1494">
                  <c:v>3</c:v>
                </c:pt>
                <c:pt idx="1495">
                  <c:v>3</c:v>
                </c:pt>
                <c:pt idx="1496">
                  <c:v>3</c:v>
                </c:pt>
                <c:pt idx="1497">
                  <c:v>3</c:v>
                </c:pt>
                <c:pt idx="1498">
                  <c:v>3</c:v>
                </c:pt>
                <c:pt idx="1499">
                  <c:v>3</c:v>
                </c:pt>
                <c:pt idx="1500">
                  <c:v>3</c:v>
                </c:pt>
                <c:pt idx="1501">
                  <c:v>3</c:v>
                </c:pt>
                <c:pt idx="1502">
                  <c:v>3</c:v>
                </c:pt>
                <c:pt idx="1503">
                  <c:v>3</c:v>
                </c:pt>
                <c:pt idx="1504">
                  <c:v>3</c:v>
                </c:pt>
                <c:pt idx="1505">
                  <c:v>3</c:v>
                </c:pt>
                <c:pt idx="1506">
                  <c:v>3</c:v>
                </c:pt>
                <c:pt idx="1507">
                  <c:v>3</c:v>
                </c:pt>
                <c:pt idx="1508">
                  <c:v>3</c:v>
                </c:pt>
                <c:pt idx="1509">
                  <c:v>3</c:v>
                </c:pt>
                <c:pt idx="1510">
                  <c:v>3</c:v>
                </c:pt>
                <c:pt idx="1511">
                  <c:v>3</c:v>
                </c:pt>
                <c:pt idx="1512">
                  <c:v>3</c:v>
                </c:pt>
                <c:pt idx="1513">
                  <c:v>3</c:v>
                </c:pt>
                <c:pt idx="1514">
                  <c:v>3</c:v>
                </c:pt>
                <c:pt idx="1515">
                  <c:v>3</c:v>
                </c:pt>
                <c:pt idx="1516">
                  <c:v>3</c:v>
                </c:pt>
                <c:pt idx="1517">
                  <c:v>3</c:v>
                </c:pt>
                <c:pt idx="1518">
                  <c:v>3</c:v>
                </c:pt>
                <c:pt idx="1519">
                  <c:v>3</c:v>
                </c:pt>
                <c:pt idx="1520">
                  <c:v>3</c:v>
                </c:pt>
                <c:pt idx="1521">
                  <c:v>3</c:v>
                </c:pt>
                <c:pt idx="1522">
                  <c:v>3</c:v>
                </c:pt>
                <c:pt idx="1523">
                  <c:v>3</c:v>
                </c:pt>
                <c:pt idx="1524">
                  <c:v>3</c:v>
                </c:pt>
                <c:pt idx="1525">
                  <c:v>3</c:v>
                </c:pt>
                <c:pt idx="1526">
                  <c:v>3</c:v>
                </c:pt>
                <c:pt idx="1527">
                  <c:v>3</c:v>
                </c:pt>
                <c:pt idx="1528">
                  <c:v>3</c:v>
                </c:pt>
                <c:pt idx="1529">
                  <c:v>3</c:v>
                </c:pt>
                <c:pt idx="1530">
                  <c:v>3</c:v>
                </c:pt>
                <c:pt idx="1531">
                  <c:v>3</c:v>
                </c:pt>
                <c:pt idx="1532">
                  <c:v>3</c:v>
                </c:pt>
                <c:pt idx="1533">
                  <c:v>3</c:v>
                </c:pt>
                <c:pt idx="1534">
                  <c:v>3</c:v>
                </c:pt>
                <c:pt idx="1535">
                  <c:v>3</c:v>
                </c:pt>
                <c:pt idx="1536">
                  <c:v>3</c:v>
                </c:pt>
                <c:pt idx="1537">
                  <c:v>3</c:v>
                </c:pt>
                <c:pt idx="1538">
                  <c:v>3</c:v>
                </c:pt>
                <c:pt idx="1539">
                  <c:v>3</c:v>
                </c:pt>
                <c:pt idx="1540">
                  <c:v>3</c:v>
                </c:pt>
                <c:pt idx="1541">
                  <c:v>3</c:v>
                </c:pt>
                <c:pt idx="1542">
                  <c:v>3</c:v>
                </c:pt>
                <c:pt idx="1543">
                  <c:v>3.25</c:v>
                </c:pt>
                <c:pt idx="1544">
                  <c:v>3.25</c:v>
                </c:pt>
                <c:pt idx="1545">
                  <c:v>3.25</c:v>
                </c:pt>
                <c:pt idx="1546">
                  <c:v>3.25</c:v>
                </c:pt>
                <c:pt idx="1547">
                  <c:v>3.25</c:v>
                </c:pt>
                <c:pt idx="1548">
                  <c:v>3.25</c:v>
                </c:pt>
                <c:pt idx="1549">
                  <c:v>3.25</c:v>
                </c:pt>
                <c:pt idx="1550">
                  <c:v>3.25</c:v>
                </c:pt>
                <c:pt idx="1551">
                  <c:v>3.25</c:v>
                </c:pt>
                <c:pt idx="1552">
                  <c:v>3.25</c:v>
                </c:pt>
                <c:pt idx="1553">
                  <c:v>3.25</c:v>
                </c:pt>
                <c:pt idx="1554">
                  <c:v>3.25</c:v>
                </c:pt>
                <c:pt idx="1555">
                  <c:v>3.25</c:v>
                </c:pt>
                <c:pt idx="1556">
                  <c:v>3.25</c:v>
                </c:pt>
                <c:pt idx="1557">
                  <c:v>3.25</c:v>
                </c:pt>
                <c:pt idx="1558">
                  <c:v>3.25</c:v>
                </c:pt>
                <c:pt idx="1559">
                  <c:v>3.25</c:v>
                </c:pt>
                <c:pt idx="1560">
                  <c:v>3.25</c:v>
                </c:pt>
                <c:pt idx="1561">
                  <c:v>3.25</c:v>
                </c:pt>
                <c:pt idx="1562">
                  <c:v>3.25</c:v>
                </c:pt>
                <c:pt idx="1563">
                  <c:v>3.25</c:v>
                </c:pt>
                <c:pt idx="1564">
                  <c:v>3.25</c:v>
                </c:pt>
                <c:pt idx="1565">
                  <c:v>3.25</c:v>
                </c:pt>
                <c:pt idx="1566">
                  <c:v>3.25</c:v>
                </c:pt>
                <c:pt idx="1567">
                  <c:v>3.25</c:v>
                </c:pt>
                <c:pt idx="1568">
                  <c:v>3.25</c:v>
                </c:pt>
                <c:pt idx="1569">
                  <c:v>3.25</c:v>
                </c:pt>
                <c:pt idx="1570">
                  <c:v>3.25</c:v>
                </c:pt>
                <c:pt idx="1571">
                  <c:v>3.25</c:v>
                </c:pt>
                <c:pt idx="1572">
                  <c:v>3.25</c:v>
                </c:pt>
                <c:pt idx="1573">
                  <c:v>3.25</c:v>
                </c:pt>
                <c:pt idx="1574">
                  <c:v>3.25</c:v>
                </c:pt>
                <c:pt idx="1575">
                  <c:v>3.25</c:v>
                </c:pt>
                <c:pt idx="1576">
                  <c:v>3.25</c:v>
                </c:pt>
                <c:pt idx="1577">
                  <c:v>3.25</c:v>
                </c:pt>
                <c:pt idx="1578">
                  <c:v>3.25</c:v>
                </c:pt>
                <c:pt idx="1579">
                  <c:v>3.25</c:v>
                </c:pt>
                <c:pt idx="1580">
                  <c:v>3.25</c:v>
                </c:pt>
                <c:pt idx="1581">
                  <c:v>3.25</c:v>
                </c:pt>
                <c:pt idx="1582">
                  <c:v>3.25</c:v>
                </c:pt>
                <c:pt idx="1583">
                  <c:v>3.25</c:v>
                </c:pt>
                <c:pt idx="1584">
                  <c:v>3.25</c:v>
                </c:pt>
                <c:pt idx="1585">
                  <c:v>3.25</c:v>
                </c:pt>
                <c:pt idx="1586">
                  <c:v>3.25</c:v>
                </c:pt>
                <c:pt idx="1587">
                  <c:v>3.25</c:v>
                </c:pt>
                <c:pt idx="1588">
                  <c:v>3.25</c:v>
                </c:pt>
                <c:pt idx="1589">
                  <c:v>3.25</c:v>
                </c:pt>
                <c:pt idx="1590">
                  <c:v>3.25</c:v>
                </c:pt>
                <c:pt idx="1591">
                  <c:v>3.25</c:v>
                </c:pt>
                <c:pt idx="1592">
                  <c:v>3.25</c:v>
                </c:pt>
                <c:pt idx="1593">
                  <c:v>3.25</c:v>
                </c:pt>
                <c:pt idx="1594">
                  <c:v>3.25</c:v>
                </c:pt>
                <c:pt idx="1595">
                  <c:v>3.25</c:v>
                </c:pt>
                <c:pt idx="1596">
                  <c:v>3.25</c:v>
                </c:pt>
                <c:pt idx="1597">
                  <c:v>3.25</c:v>
                </c:pt>
                <c:pt idx="1598">
                  <c:v>3.25</c:v>
                </c:pt>
                <c:pt idx="1599">
                  <c:v>3.25</c:v>
                </c:pt>
                <c:pt idx="1600">
                  <c:v>3.25</c:v>
                </c:pt>
                <c:pt idx="1601">
                  <c:v>3.25</c:v>
                </c:pt>
                <c:pt idx="1602">
                  <c:v>3.25</c:v>
                </c:pt>
                <c:pt idx="1603">
                  <c:v>3.25</c:v>
                </c:pt>
                <c:pt idx="1604">
                  <c:v>3.25</c:v>
                </c:pt>
                <c:pt idx="1605">
                  <c:v>3.25</c:v>
                </c:pt>
                <c:pt idx="1606">
                  <c:v>3.25</c:v>
                </c:pt>
                <c:pt idx="1607">
                  <c:v>3.25</c:v>
                </c:pt>
                <c:pt idx="1608">
                  <c:v>3.5</c:v>
                </c:pt>
                <c:pt idx="1609">
                  <c:v>3.5</c:v>
                </c:pt>
                <c:pt idx="1610">
                  <c:v>3.5</c:v>
                </c:pt>
                <c:pt idx="1611">
                  <c:v>3.5</c:v>
                </c:pt>
                <c:pt idx="1612">
                  <c:v>3.5</c:v>
                </c:pt>
                <c:pt idx="1613">
                  <c:v>3.5</c:v>
                </c:pt>
                <c:pt idx="1614">
                  <c:v>3.5</c:v>
                </c:pt>
                <c:pt idx="1615">
                  <c:v>3.5</c:v>
                </c:pt>
                <c:pt idx="1616">
                  <c:v>3.5</c:v>
                </c:pt>
                <c:pt idx="1617">
                  <c:v>3.5</c:v>
                </c:pt>
                <c:pt idx="1618">
                  <c:v>3.5</c:v>
                </c:pt>
                <c:pt idx="1619">
                  <c:v>3.5</c:v>
                </c:pt>
                <c:pt idx="1620">
                  <c:v>3.5</c:v>
                </c:pt>
                <c:pt idx="1621">
                  <c:v>3.5</c:v>
                </c:pt>
                <c:pt idx="1622">
                  <c:v>3.5</c:v>
                </c:pt>
                <c:pt idx="1623">
                  <c:v>3.5</c:v>
                </c:pt>
                <c:pt idx="1624">
                  <c:v>3.5</c:v>
                </c:pt>
                <c:pt idx="1625">
                  <c:v>3.5</c:v>
                </c:pt>
                <c:pt idx="1626">
                  <c:v>3.5</c:v>
                </c:pt>
                <c:pt idx="1627">
                  <c:v>3.5</c:v>
                </c:pt>
                <c:pt idx="1628">
                  <c:v>3.5</c:v>
                </c:pt>
                <c:pt idx="1629">
                  <c:v>3.5</c:v>
                </c:pt>
                <c:pt idx="1630">
                  <c:v>3.5</c:v>
                </c:pt>
                <c:pt idx="1631">
                  <c:v>3.5</c:v>
                </c:pt>
                <c:pt idx="1632">
                  <c:v>3.5</c:v>
                </c:pt>
                <c:pt idx="1633">
                  <c:v>3.5</c:v>
                </c:pt>
                <c:pt idx="1634">
                  <c:v>3.5</c:v>
                </c:pt>
                <c:pt idx="1635">
                  <c:v>3.5</c:v>
                </c:pt>
                <c:pt idx="1636">
                  <c:v>3.5</c:v>
                </c:pt>
                <c:pt idx="1637">
                  <c:v>3.5</c:v>
                </c:pt>
                <c:pt idx="1638">
                  <c:v>3.5</c:v>
                </c:pt>
                <c:pt idx="1639">
                  <c:v>3.5</c:v>
                </c:pt>
                <c:pt idx="1640">
                  <c:v>3.5</c:v>
                </c:pt>
                <c:pt idx="1641">
                  <c:v>3.5</c:v>
                </c:pt>
                <c:pt idx="1642">
                  <c:v>3.5</c:v>
                </c:pt>
                <c:pt idx="1643">
                  <c:v>3.5</c:v>
                </c:pt>
                <c:pt idx="1644">
                  <c:v>3.5</c:v>
                </c:pt>
                <c:pt idx="1645">
                  <c:v>3.5</c:v>
                </c:pt>
                <c:pt idx="1646">
                  <c:v>3.5</c:v>
                </c:pt>
                <c:pt idx="1647">
                  <c:v>3.5</c:v>
                </c:pt>
                <c:pt idx="1648">
                  <c:v>3.5</c:v>
                </c:pt>
                <c:pt idx="1649">
                  <c:v>3.5</c:v>
                </c:pt>
                <c:pt idx="1650">
                  <c:v>3.5</c:v>
                </c:pt>
                <c:pt idx="1651">
                  <c:v>3.5</c:v>
                </c:pt>
                <c:pt idx="1652">
                  <c:v>3.5</c:v>
                </c:pt>
                <c:pt idx="1653">
                  <c:v>3.5</c:v>
                </c:pt>
                <c:pt idx="1654">
                  <c:v>3.5</c:v>
                </c:pt>
                <c:pt idx="1655">
                  <c:v>3.5</c:v>
                </c:pt>
                <c:pt idx="1656">
                  <c:v>3.5</c:v>
                </c:pt>
                <c:pt idx="1657">
                  <c:v>3.5</c:v>
                </c:pt>
                <c:pt idx="1658">
                  <c:v>3.5</c:v>
                </c:pt>
                <c:pt idx="1659">
                  <c:v>3.5</c:v>
                </c:pt>
                <c:pt idx="1660">
                  <c:v>3.5</c:v>
                </c:pt>
                <c:pt idx="1661">
                  <c:v>3.5</c:v>
                </c:pt>
                <c:pt idx="1662">
                  <c:v>3.5</c:v>
                </c:pt>
                <c:pt idx="1663">
                  <c:v>3.5</c:v>
                </c:pt>
                <c:pt idx="1664">
                  <c:v>3.5</c:v>
                </c:pt>
                <c:pt idx="1665">
                  <c:v>3.5</c:v>
                </c:pt>
                <c:pt idx="1666">
                  <c:v>3.5</c:v>
                </c:pt>
                <c:pt idx="1667">
                  <c:v>3.5</c:v>
                </c:pt>
                <c:pt idx="1668">
                  <c:v>3.5</c:v>
                </c:pt>
                <c:pt idx="1669">
                  <c:v>3.5</c:v>
                </c:pt>
                <c:pt idx="1670">
                  <c:v>3.5</c:v>
                </c:pt>
                <c:pt idx="1671">
                  <c:v>3.5</c:v>
                </c:pt>
                <c:pt idx="1672">
                  <c:v>3.5</c:v>
                </c:pt>
                <c:pt idx="1673">
                  <c:v>3.5</c:v>
                </c:pt>
                <c:pt idx="1674">
                  <c:v>3.5</c:v>
                </c:pt>
                <c:pt idx="1675">
                  <c:v>3.5</c:v>
                </c:pt>
                <c:pt idx="1676">
                  <c:v>3.5</c:v>
                </c:pt>
                <c:pt idx="1677">
                  <c:v>3.5</c:v>
                </c:pt>
                <c:pt idx="1678">
                  <c:v>3.75</c:v>
                </c:pt>
                <c:pt idx="1679">
                  <c:v>3.75</c:v>
                </c:pt>
                <c:pt idx="1680">
                  <c:v>3.75</c:v>
                </c:pt>
                <c:pt idx="1681">
                  <c:v>3.75</c:v>
                </c:pt>
                <c:pt idx="1682">
                  <c:v>3.75</c:v>
                </c:pt>
                <c:pt idx="1683">
                  <c:v>3.75</c:v>
                </c:pt>
                <c:pt idx="1684">
                  <c:v>3.75</c:v>
                </c:pt>
                <c:pt idx="1685">
                  <c:v>3.75</c:v>
                </c:pt>
                <c:pt idx="1686">
                  <c:v>3.75</c:v>
                </c:pt>
                <c:pt idx="1687">
                  <c:v>3.75</c:v>
                </c:pt>
                <c:pt idx="1688">
                  <c:v>3.75</c:v>
                </c:pt>
                <c:pt idx="1689">
                  <c:v>3.75</c:v>
                </c:pt>
                <c:pt idx="1690">
                  <c:v>3.75</c:v>
                </c:pt>
                <c:pt idx="1691">
                  <c:v>3.75</c:v>
                </c:pt>
                <c:pt idx="1692">
                  <c:v>3.75</c:v>
                </c:pt>
                <c:pt idx="1693">
                  <c:v>3.75</c:v>
                </c:pt>
                <c:pt idx="1694">
                  <c:v>3.75</c:v>
                </c:pt>
                <c:pt idx="1695">
                  <c:v>3.75</c:v>
                </c:pt>
                <c:pt idx="1696">
                  <c:v>3.75</c:v>
                </c:pt>
                <c:pt idx="1697">
                  <c:v>3.75</c:v>
                </c:pt>
                <c:pt idx="1698">
                  <c:v>3.75</c:v>
                </c:pt>
                <c:pt idx="1699">
                  <c:v>3.75</c:v>
                </c:pt>
                <c:pt idx="1700">
                  <c:v>3.75</c:v>
                </c:pt>
                <c:pt idx="1701">
                  <c:v>3.75</c:v>
                </c:pt>
                <c:pt idx="1702">
                  <c:v>3.75</c:v>
                </c:pt>
                <c:pt idx="1703">
                  <c:v>3.75</c:v>
                </c:pt>
                <c:pt idx="1704">
                  <c:v>3.75</c:v>
                </c:pt>
                <c:pt idx="1705">
                  <c:v>3.75</c:v>
                </c:pt>
                <c:pt idx="1706">
                  <c:v>3.75</c:v>
                </c:pt>
                <c:pt idx="1707">
                  <c:v>3.75</c:v>
                </c:pt>
                <c:pt idx="1708">
                  <c:v>3.75</c:v>
                </c:pt>
                <c:pt idx="1709">
                  <c:v>3.75</c:v>
                </c:pt>
                <c:pt idx="1710">
                  <c:v>3.75</c:v>
                </c:pt>
                <c:pt idx="1711">
                  <c:v>3.75</c:v>
                </c:pt>
                <c:pt idx="1712">
                  <c:v>3.75</c:v>
                </c:pt>
                <c:pt idx="1713">
                  <c:v>3.75</c:v>
                </c:pt>
                <c:pt idx="1714">
                  <c:v>3.75</c:v>
                </c:pt>
                <c:pt idx="1715">
                  <c:v>3.75</c:v>
                </c:pt>
                <c:pt idx="1716">
                  <c:v>3.75</c:v>
                </c:pt>
                <c:pt idx="1717">
                  <c:v>3.75</c:v>
                </c:pt>
                <c:pt idx="1718">
                  <c:v>4</c:v>
                </c:pt>
                <c:pt idx="1719">
                  <c:v>4</c:v>
                </c:pt>
                <c:pt idx="1720">
                  <c:v>4</c:v>
                </c:pt>
                <c:pt idx="1721">
                  <c:v>4</c:v>
                </c:pt>
                <c:pt idx="1722">
                  <c:v>4</c:v>
                </c:pt>
                <c:pt idx="1723">
                  <c:v>4</c:v>
                </c:pt>
                <c:pt idx="1724">
                  <c:v>4</c:v>
                </c:pt>
                <c:pt idx="1725">
                  <c:v>4</c:v>
                </c:pt>
                <c:pt idx="1726">
                  <c:v>4</c:v>
                </c:pt>
                <c:pt idx="1727">
                  <c:v>4</c:v>
                </c:pt>
                <c:pt idx="1728">
                  <c:v>4</c:v>
                </c:pt>
                <c:pt idx="1729">
                  <c:v>4</c:v>
                </c:pt>
                <c:pt idx="1730">
                  <c:v>4</c:v>
                </c:pt>
                <c:pt idx="1731">
                  <c:v>4</c:v>
                </c:pt>
                <c:pt idx="1732">
                  <c:v>4</c:v>
                </c:pt>
                <c:pt idx="1733">
                  <c:v>4</c:v>
                </c:pt>
                <c:pt idx="1734">
                  <c:v>4</c:v>
                </c:pt>
                <c:pt idx="1735">
                  <c:v>4</c:v>
                </c:pt>
                <c:pt idx="1736">
                  <c:v>4</c:v>
                </c:pt>
                <c:pt idx="1737">
                  <c:v>4</c:v>
                </c:pt>
                <c:pt idx="1738">
                  <c:v>4</c:v>
                </c:pt>
                <c:pt idx="1739">
                  <c:v>4</c:v>
                </c:pt>
                <c:pt idx="1740">
                  <c:v>4</c:v>
                </c:pt>
                <c:pt idx="1741">
                  <c:v>4</c:v>
                </c:pt>
                <c:pt idx="1742">
                  <c:v>4</c:v>
                </c:pt>
                <c:pt idx="1743">
                  <c:v>4</c:v>
                </c:pt>
                <c:pt idx="1744">
                  <c:v>4</c:v>
                </c:pt>
                <c:pt idx="1745">
                  <c:v>4</c:v>
                </c:pt>
                <c:pt idx="1746">
                  <c:v>4</c:v>
                </c:pt>
                <c:pt idx="1747">
                  <c:v>4</c:v>
                </c:pt>
                <c:pt idx="1748">
                  <c:v>4</c:v>
                </c:pt>
                <c:pt idx="1749">
                  <c:v>4</c:v>
                </c:pt>
                <c:pt idx="1750">
                  <c:v>4</c:v>
                </c:pt>
                <c:pt idx="1751">
                  <c:v>4</c:v>
                </c:pt>
                <c:pt idx="1752">
                  <c:v>4</c:v>
                </c:pt>
                <c:pt idx="1753">
                  <c:v>4</c:v>
                </c:pt>
                <c:pt idx="1754">
                  <c:v>4</c:v>
                </c:pt>
                <c:pt idx="1755">
                  <c:v>4</c:v>
                </c:pt>
                <c:pt idx="1756">
                  <c:v>4</c:v>
                </c:pt>
                <c:pt idx="1757">
                  <c:v>4</c:v>
                </c:pt>
                <c:pt idx="1758">
                  <c:v>4</c:v>
                </c:pt>
                <c:pt idx="1759">
                  <c:v>4</c:v>
                </c:pt>
                <c:pt idx="1760">
                  <c:v>4</c:v>
                </c:pt>
                <c:pt idx="1761">
                  <c:v>4</c:v>
                </c:pt>
                <c:pt idx="1762">
                  <c:v>4</c:v>
                </c:pt>
                <c:pt idx="1763">
                  <c:v>4.25</c:v>
                </c:pt>
                <c:pt idx="1764">
                  <c:v>4.25</c:v>
                </c:pt>
                <c:pt idx="1765">
                  <c:v>4.25</c:v>
                </c:pt>
                <c:pt idx="1766">
                  <c:v>4.25</c:v>
                </c:pt>
                <c:pt idx="1767">
                  <c:v>4.25</c:v>
                </c:pt>
                <c:pt idx="1768">
                  <c:v>4.25</c:v>
                </c:pt>
                <c:pt idx="1769">
                  <c:v>4.25</c:v>
                </c:pt>
                <c:pt idx="1770">
                  <c:v>4.25</c:v>
                </c:pt>
                <c:pt idx="1771">
                  <c:v>4.25</c:v>
                </c:pt>
                <c:pt idx="1772">
                  <c:v>4.25</c:v>
                </c:pt>
                <c:pt idx="1773">
                  <c:v>4.25</c:v>
                </c:pt>
                <c:pt idx="1774">
                  <c:v>4.25</c:v>
                </c:pt>
                <c:pt idx="1775">
                  <c:v>4.25</c:v>
                </c:pt>
                <c:pt idx="1776">
                  <c:v>4.25</c:v>
                </c:pt>
                <c:pt idx="1777">
                  <c:v>4.25</c:v>
                </c:pt>
                <c:pt idx="1778">
                  <c:v>4.25</c:v>
                </c:pt>
                <c:pt idx="1779">
                  <c:v>4.25</c:v>
                </c:pt>
                <c:pt idx="1780">
                  <c:v>4.25</c:v>
                </c:pt>
                <c:pt idx="1781">
                  <c:v>4.25</c:v>
                </c:pt>
                <c:pt idx="1782">
                  <c:v>4.25</c:v>
                </c:pt>
                <c:pt idx="1783">
                  <c:v>4.25</c:v>
                </c:pt>
                <c:pt idx="1784">
                  <c:v>4.25</c:v>
                </c:pt>
                <c:pt idx="1785">
                  <c:v>4.25</c:v>
                </c:pt>
                <c:pt idx="1786">
                  <c:v>4.25</c:v>
                </c:pt>
                <c:pt idx="1787">
                  <c:v>4.25</c:v>
                </c:pt>
                <c:pt idx="1788">
                  <c:v>4.25</c:v>
                </c:pt>
                <c:pt idx="1789">
                  <c:v>4.25</c:v>
                </c:pt>
                <c:pt idx="1790">
                  <c:v>4.25</c:v>
                </c:pt>
                <c:pt idx="1791">
                  <c:v>4.25</c:v>
                </c:pt>
                <c:pt idx="1792">
                  <c:v>4.25</c:v>
                </c:pt>
                <c:pt idx="1793">
                  <c:v>4.25</c:v>
                </c:pt>
                <c:pt idx="1794">
                  <c:v>4.25</c:v>
                </c:pt>
                <c:pt idx="1795">
                  <c:v>4.25</c:v>
                </c:pt>
                <c:pt idx="1796">
                  <c:v>4.25</c:v>
                </c:pt>
                <c:pt idx="1797">
                  <c:v>4.25</c:v>
                </c:pt>
                <c:pt idx="1798">
                  <c:v>4.25</c:v>
                </c:pt>
                <c:pt idx="1799">
                  <c:v>4.25</c:v>
                </c:pt>
                <c:pt idx="1800">
                  <c:v>4.25</c:v>
                </c:pt>
                <c:pt idx="1801">
                  <c:v>4.25</c:v>
                </c:pt>
                <c:pt idx="1802">
                  <c:v>4.25</c:v>
                </c:pt>
                <c:pt idx="1803">
                  <c:v>4.25</c:v>
                </c:pt>
                <c:pt idx="1804">
                  <c:v>4.25</c:v>
                </c:pt>
                <c:pt idx="1805">
                  <c:v>4.25</c:v>
                </c:pt>
                <c:pt idx="1806">
                  <c:v>4.25</c:v>
                </c:pt>
                <c:pt idx="1807">
                  <c:v>4.25</c:v>
                </c:pt>
                <c:pt idx="1808">
                  <c:v>4.5</c:v>
                </c:pt>
                <c:pt idx="1809">
                  <c:v>4.5</c:v>
                </c:pt>
                <c:pt idx="1810">
                  <c:v>4.5</c:v>
                </c:pt>
                <c:pt idx="1811">
                  <c:v>4.5</c:v>
                </c:pt>
                <c:pt idx="1812">
                  <c:v>4.5</c:v>
                </c:pt>
                <c:pt idx="1813">
                  <c:v>4.5</c:v>
                </c:pt>
                <c:pt idx="1814">
                  <c:v>4.5</c:v>
                </c:pt>
                <c:pt idx="1815">
                  <c:v>4.5</c:v>
                </c:pt>
                <c:pt idx="1816">
                  <c:v>4.5</c:v>
                </c:pt>
                <c:pt idx="1817">
                  <c:v>4.5</c:v>
                </c:pt>
                <c:pt idx="1818">
                  <c:v>4.5</c:v>
                </c:pt>
                <c:pt idx="1819">
                  <c:v>4.5</c:v>
                </c:pt>
                <c:pt idx="1820">
                  <c:v>4.5</c:v>
                </c:pt>
                <c:pt idx="1821">
                  <c:v>4.5</c:v>
                </c:pt>
                <c:pt idx="1822">
                  <c:v>4.5</c:v>
                </c:pt>
                <c:pt idx="1823">
                  <c:v>4.5</c:v>
                </c:pt>
                <c:pt idx="1824">
                  <c:v>4.5</c:v>
                </c:pt>
                <c:pt idx="1825">
                  <c:v>4.5</c:v>
                </c:pt>
                <c:pt idx="1826">
                  <c:v>4.5</c:v>
                </c:pt>
                <c:pt idx="1827">
                  <c:v>4.5</c:v>
                </c:pt>
                <c:pt idx="1828">
                  <c:v>4.5</c:v>
                </c:pt>
                <c:pt idx="1829">
                  <c:v>4.5</c:v>
                </c:pt>
                <c:pt idx="1830">
                  <c:v>4.5</c:v>
                </c:pt>
                <c:pt idx="1831">
                  <c:v>4.5</c:v>
                </c:pt>
                <c:pt idx="1832">
                  <c:v>4.5</c:v>
                </c:pt>
                <c:pt idx="1833">
                  <c:v>4.5</c:v>
                </c:pt>
                <c:pt idx="1834">
                  <c:v>4.5</c:v>
                </c:pt>
                <c:pt idx="1835">
                  <c:v>4.5</c:v>
                </c:pt>
                <c:pt idx="1836">
                  <c:v>4.5</c:v>
                </c:pt>
                <c:pt idx="1837">
                  <c:v>4.5</c:v>
                </c:pt>
                <c:pt idx="1838">
                  <c:v>4.5</c:v>
                </c:pt>
                <c:pt idx="1839">
                  <c:v>4.5</c:v>
                </c:pt>
                <c:pt idx="1840">
                  <c:v>4.5</c:v>
                </c:pt>
                <c:pt idx="1841">
                  <c:v>4.5</c:v>
                </c:pt>
                <c:pt idx="1842">
                  <c:v>4.5</c:v>
                </c:pt>
                <c:pt idx="1843">
                  <c:v>4.5</c:v>
                </c:pt>
                <c:pt idx="1844">
                  <c:v>4.5</c:v>
                </c:pt>
                <c:pt idx="1845">
                  <c:v>4.5</c:v>
                </c:pt>
                <c:pt idx="1846">
                  <c:v>4.5</c:v>
                </c:pt>
                <c:pt idx="1847">
                  <c:v>4.5</c:v>
                </c:pt>
                <c:pt idx="1848">
                  <c:v>4.5</c:v>
                </c:pt>
                <c:pt idx="1849">
                  <c:v>4.5</c:v>
                </c:pt>
                <c:pt idx="1850">
                  <c:v>4.5</c:v>
                </c:pt>
                <c:pt idx="1851">
                  <c:v>4.5</c:v>
                </c:pt>
                <c:pt idx="1852">
                  <c:v>4.5</c:v>
                </c:pt>
                <c:pt idx="1853">
                  <c:v>4.5</c:v>
                </c:pt>
                <c:pt idx="1854">
                  <c:v>4.5</c:v>
                </c:pt>
                <c:pt idx="1855">
                  <c:v>4.5</c:v>
                </c:pt>
                <c:pt idx="1856">
                  <c:v>4.5</c:v>
                </c:pt>
                <c:pt idx="1857">
                  <c:v>4.5</c:v>
                </c:pt>
                <c:pt idx="1858">
                  <c:v>4.5</c:v>
                </c:pt>
                <c:pt idx="1859">
                  <c:v>4.5</c:v>
                </c:pt>
                <c:pt idx="1860">
                  <c:v>4.5</c:v>
                </c:pt>
                <c:pt idx="1861">
                  <c:v>4.5</c:v>
                </c:pt>
                <c:pt idx="1862">
                  <c:v>4.5</c:v>
                </c:pt>
                <c:pt idx="1863">
                  <c:v>4.5</c:v>
                </c:pt>
                <c:pt idx="1864">
                  <c:v>4.5</c:v>
                </c:pt>
                <c:pt idx="1865">
                  <c:v>4.5</c:v>
                </c:pt>
                <c:pt idx="1866">
                  <c:v>4.5</c:v>
                </c:pt>
                <c:pt idx="1867">
                  <c:v>4.5</c:v>
                </c:pt>
                <c:pt idx="1868">
                  <c:v>4.5</c:v>
                </c:pt>
                <c:pt idx="1869">
                  <c:v>4.5</c:v>
                </c:pt>
                <c:pt idx="1870">
                  <c:v>4.5</c:v>
                </c:pt>
                <c:pt idx="1871">
                  <c:v>4.5</c:v>
                </c:pt>
                <c:pt idx="1872">
                  <c:v>4.5</c:v>
                </c:pt>
                <c:pt idx="1873">
                  <c:v>4.75</c:v>
                </c:pt>
                <c:pt idx="1874">
                  <c:v>4.75</c:v>
                </c:pt>
                <c:pt idx="1875">
                  <c:v>4.75</c:v>
                </c:pt>
                <c:pt idx="1876">
                  <c:v>4.75</c:v>
                </c:pt>
                <c:pt idx="1877">
                  <c:v>4.75</c:v>
                </c:pt>
                <c:pt idx="1878">
                  <c:v>4.75</c:v>
                </c:pt>
                <c:pt idx="1879">
                  <c:v>4.75</c:v>
                </c:pt>
                <c:pt idx="1880">
                  <c:v>4.75</c:v>
                </c:pt>
                <c:pt idx="1881">
                  <c:v>4.75</c:v>
                </c:pt>
                <c:pt idx="1882">
                  <c:v>4.75</c:v>
                </c:pt>
                <c:pt idx="1883">
                  <c:v>4.75</c:v>
                </c:pt>
                <c:pt idx="1884">
                  <c:v>4.75</c:v>
                </c:pt>
                <c:pt idx="1885">
                  <c:v>4.75</c:v>
                </c:pt>
                <c:pt idx="1886">
                  <c:v>4.75</c:v>
                </c:pt>
                <c:pt idx="1887">
                  <c:v>4.75</c:v>
                </c:pt>
                <c:pt idx="1888">
                  <c:v>4.75</c:v>
                </c:pt>
                <c:pt idx="1889">
                  <c:v>4.75</c:v>
                </c:pt>
                <c:pt idx="1890">
                  <c:v>4.75</c:v>
                </c:pt>
                <c:pt idx="1891">
                  <c:v>4.75</c:v>
                </c:pt>
                <c:pt idx="1892">
                  <c:v>4.75</c:v>
                </c:pt>
                <c:pt idx="1893">
                  <c:v>4.75</c:v>
                </c:pt>
                <c:pt idx="1894">
                  <c:v>4.75</c:v>
                </c:pt>
                <c:pt idx="1895">
                  <c:v>4.75</c:v>
                </c:pt>
                <c:pt idx="1896">
                  <c:v>4.75</c:v>
                </c:pt>
                <c:pt idx="1897">
                  <c:v>4.75</c:v>
                </c:pt>
                <c:pt idx="1898">
                  <c:v>4.75</c:v>
                </c:pt>
                <c:pt idx="1899">
                  <c:v>4.75</c:v>
                </c:pt>
                <c:pt idx="1900">
                  <c:v>4.75</c:v>
                </c:pt>
                <c:pt idx="1901">
                  <c:v>4.75</c:v>
                </c:pt>
                <c:pt idx="1902">
                  <c:v>4.75</c:v>
                </c:pt>
                <c:pt idx="1903">
                  <c:v>4.75</c:v>
                </c:pt>
                <c:pt idx="1904">
                  <c:v>4.75</c:v>
                </c:pt>
                <c:pt idx="1905">
                  <c:v>4.75</c:v>
                </c:pt>
                <c:pt idx="1906">
                  <c:v>4.75</c:v>
                </c:pt>
                <c:pt idx="1907">
                  <c:v>4.75</c:v>
                </c:pt>
                <c:pt idx="1908">
                  <c:v>4.75</c:v>
                </c:pt>
                <c:pt idx="1909">
                  <c:v>4.75</c:v>
                </c:pt>
                <c:pt idx="1910">
                  <c:v>4.75</c:v>
                </c:pt>
                <c:pt idx="1911">
                  <c:v>4.75</c:v>
                </c:pt>
                <c:pt idx="1912">
                  <c:v>4.75</c:v>
                </c:pt>
                <c:pt idx="1913">
                  <c:v>4.75</c:v>
                </c:pt>
                <c:pt idx="1914">
                  <c:v>4.75</c:v>
                </c:pt>
                <c:pt idx="1915">
                  <c:v>4.75</c:v>
                </c:pt>
                <c:pt idx="1916">
                  <c:v>4.75</c:v>
                </c:pt>
                <c:pt idx="1917">
                  <c:v>4.75</c:v>
                </c:pt>
                <c:pt idx="1918">
                  <c:v>4.75</c:v>
                </c:pt>
                <c:pt idx="1919">
                  <c:v>4.75</c:v>
                </c:pt>
                <c:pt idx="1920">
                  <c:v>4.75</c:v>
                </c:pt>
                <c:pt idx="1921">
                  <c:v>4.75</c:v>
                </c:pt>
                <c:pt idx="1922">
                  <c:v>4.75</c:v>
                </c:pt>
                <c:pt idx="1923">
                  <c:v>4.75</c:v>
                </c:pt>
                <c:pt idx="1924">
                  <c:v>4.75</c:v>
                </c:pt>
                <c:pt idx="1925">
                  <c:v>4.75</c:v>
                </c:pt>
                <c:pt idx="1926">
                  <c:v>4.75</c:v>
                </c:pt>
                <c:pt idx="1927">
                  <c:v>4.75</c:v>
                </c:pt>
                <c:pt idx="1928">
                  <c:v>4.75</c:v>
                </c:pt>
                <c:pt idx="1929">
                  <c:v>4.75</c:v>
                </c:pt>
                <c:pt idx="1930">
                  <c:v>4.75</c:v>
                </c:pt>
                <c:pt idx="1931">
                  <c:v>4.75</c:v>
                </c:pt>
                <c:pt idx="1932">
                  <c:v>4.75</c:v>
                </c:pt>
                <c:pt idx="1933">
                  <c:v>4.75</c:v>
                </c:pt>
                <c:pt idx="1934">
                  <c:v>4.75</c:v>
                </c:pt>
                <c:pt idx="1935">
                  <c:v>4.75</c:v>
                </c:pt>
                <c:pt idx="1936">
                  <c:v>4.75</c:v>
                </c:pt>
                <c:pt idx="1937">
                  <c:v>5</c:v>
                </c:pt>
                <c:pt idx="1938">
                  <c:v>5</c:v>
                </c:pt>
                <c:pt idx="1939">
                  <c:v>5</c:v>
                </c:pt>
                <c:pt idx="1940">
                  <c:v>5</c:v>
                </c:pt>
                <c:pt idx="1941">
                  <c:v>5</c:v>
                </c:pt>
                <c:pt idx="1942">
                  <c:v>5</c:v>
                </c:pt>
                <c:pt idx="1943">
                  <c:v>5</c:v>
                </c:pt>
                <c:pt idx="1944">
                  <c:v>5</c:v>
                </c:pt>
                <c:pt idx="1945">
                  <c:v>5</c:v>
                </c:pt>
                <c:pt idx="1946">
                  <c:v>5</c:v>
                </c:pt>
                <c:pt idx="1947">
                  <c:v>5</c:v>
                </c:pt>
                <c:pt idx="1948">
                  <c:v>5</c:v>
                </c:pt>
                <c:pt idx="1949">
                  <c:v>5</c:v>
                </c:pt>
                <c:pt idx="1950">
                  <c:v>5</c:v>
                </c:pt>
                <c:pt idx="1951">
                  <c:v>5</c:v>
                </c:pt>
                <c:pt idx="1952">
                  <c:v>5</c:v>
                </c:pt>
                <c:pt idx="1953">
                  <c:v>5</c:v>
                </c:pt>
                <c:pt idx="1954">
                  <c:v>5</c:v>
                </c:pt>
                <c:pt idx="1955">
                  <c:v>5</c:v>
                </c:pt>
                <c:pt idx="1956">
                  <c:v>5</c:v>
                </c:pt>
                <c:pt idx="1957">
                  <c:v>5</c:v>
                </c:pt>
                <c:pt idx="1958">
                  <c:v>5</c:v>
                </c:pt>
                <c:pt idx="1959">
                  <c:v>5</c:v>
                </c:pt>
                <c:pt idx="1960">
                  <c:v>5</c:v>
                </c:pt>
                <c:pt idx="1961">
                  <c:v>5</c:v>
                </c:pt>
                <c:pt idx="1962">
                  <c:v>5</c:v>
                </c:pt>
                <c:pt idx="1963">
                  <c:v>5</c:v>
                </c:pt>
                <c:pt idx="1964">
                  <c:v>5</c:v>
                </c:pt>
                <c:pt idx="1965">
                  <c:v>5</c:v>
                </c:pt>
                <c:pt idx="1966">
                  <c:v>5</c:v>
                </c:pt>
                <c:pt idx="1967">
                  <c:v>5</c:v>
                </c:pt>
                <c:pt idx="1968">
                  <c:v>5</c:v>
                </c:pt>
                <c:pt idx="1969">
                  <c:v>5</c:v>
                </c:pt>
                <c:pt idx="1970">
                  <c:v>5</c:v>
                </c:pt>
                <c:pt idx="1971">
                  <c:v>5</c:v>
                </c:pt>
                <c:pt idx="1972">
                  <c:v>5</c:v>
                </c:pt>
                <c:pt idx="1973">
                  <c:v>5</c:v>
                </c:pt>
                <c:pt idx="1974">
                  <c:v>5</c:v>
                </c:pt>
                <c:pt idx="1975">
                  <c:v>5</c:v>
                </c:pt>
                <c:pt idx="1976">
                  <c:v>5</c:v>
                </c:pt>
                <c:pt idx="1977">
                  <c:v>5</c:v>
                </c:pt>
                <c:pt idx="1978">
                  <c:v>5</c:v>
                </c:pt>
                <c:pt idx="1979">
                  <c:v>5</c:v>
                </c:pt>
                <c:pt idx="1980">
                  <c:v>5</c:v>
                </c:pt>
                <c:pt idx="1981">
                  <c:v>5</c:v>
                </c:pt>
                <c:pt idx="1982">
                  <c:v>5</c:v>
                </c:pt>
                <c:pt idx="1983">
                  <c:v>5</c:v>
                </c:pt>
                <c:pt idx="1984">
                  <c:v>5</c:v>
                </c:pt>
                <c:pt idx="1985">
                  <c:v>5</c:v>
                </c:pt>
                <c:pt idx="1986">
                  <c:v>5</c:v>
                </c:pt>
                <c:pt idx="1987">
                  <c:v>5</c:v>
                </c:pt>
                <c:pt idx="1988">
                  <c:v>5</c:v>
                </c:pt>
                <c:pt idx="1989">
                  <c:v>5</c:v>
                </c:pt>
                <c:pt idx="1990">
                  <c:v>5</c:v>
                </c:pt>
                <c:pt idx="1991">
                  <c:v>5</c:v>
                </c:pt>
                <c:pt idx="1992">
                  <c:v>5</c:v>
                </c:pt>
                <c:pt idx="1993">
                  <c:v>5</c:v>
                </c:pt>
                <c:pt idx="1994">
                  <c:v>5</c:v>
                </c:pt>
                <c:pt idx="1995">
                  <c:v>5</c:v>
                </c:pt>
                <c:pt idx="1996">
                  <c:v>5</c:v>
                </c:pt>
                <c:pt idx="1997">
                  <c:v>5</c:v>
                </c:pt>
                <c:pt idx="1998">
                  <c:v>5</c:v>
                </c:pt>
                <c:pt idx="1999">
                  <c:v>5</c:v>
                </c:pt>
                <c:pt idx="2000">
                  <c:v>5</c:v>
                </c:pt>
                <c:pt idx="2001">
                  <c:v>5</c:v>
                </c:pt>
                <c:pt idx="2002">
                  <c:v>5</c:v>
                </c:pt>
                <c:pt idx="2003">
                  <c:v>5</c:v>
                </c:pt>
                <c:pt idx="2004">
                  <c:v>5</c:v>
                </c:pt>
                <c:pt idx="2005">
                  <c:v>5</c:v>
                </c:pt>
                <c:pt idx="2006">
                  <c:v>5</c:v>
                </c:pt>
                <c:pt idx="2007">
                  <c:v>5</c:v>
                </c:pt>
                <c:pt idx="2008">
                  <c:v>5</c:v>
                </c:pt>
                <c:pt idx="2009">
                  <c:v>5</c:v>
                </c:pt>
                <c:pt idx="2010">
                  <c:v>5</c:v>
                </c:pt>
                <c:pt idx="2011">
                  <c:v>5</c:v>
                </c:pt>
                <c:pt idx="2012">
                  <c:v>5</c:v>
                </c:pt>
                <c:pt idx="2013">
                  <c:v>5</c:v>
                </c:pt>
                <c:pt idx="2014">
                  <c:v>5</c:v>
                </c:pt>
                <c:pt idx="2015">
                  <c:v>5</c:v>
                </c:pt>
                <c:pt idx="2016">
                  <c:v>5</c:v>
                </c:pt>
                <c:pt idx="2017">
                  <c:v>5</c:v>
                </c:pt>
                <c:pt idx="2018">
                  <c:v>5</c:v>
                </c:pt>
                <c:pt idx="2019">
                  <c:v>5</c:v>
                </c:pt>
                <c:pt idx="2020">
                  <c:v>5</c:v>
                </c:pt>
                <c:pt idx="2021">
                  <c:v>5</c:v>
                </c:pt>
                <c:pt idx="2022">
                  <c:v>5</c:v>
                </c:pt>
                <c:pt idx="2023">
                  <c:v>5</c:v>
                </c:pt>
                <c:pt idx="2024">
                  <c:v>5</c:v>
                </c:pt>
                <c:pt idx="2025">
                  <c:v>5</c:v>
                </c:pt>
                <c:pt idx="2026">
                  <c:v>5</c:v>
                </c:pt>
                <c:pt idx="2027">
                  <c:v>5</c:v>
                </c:pt>
                <c:pt idx="2028">
                  <c:v>5</c:v>
                </c:pt>
                <c:pt idx="2029">
                  <c:v>5</c:v>
                </c:pt>
                <c:pt idx="2030">
                  <c:v>5</c:v>
                </c:pt>
                <c:pt idx="2031">
                  <c:v>5</c:v>
                </c:pt>
                <c:pt idx="2032">
                  <c:v>5</c:v>
                </c:pt>
                <c:pt idx="2033">
                  <c:v>5</c:v>
                </c:pt>
                <c:pt idx="2034">
                  <c:v>5</c:v>
                </c:pt>
                <c:pt idx="2035">
                  <c:v>5</c:v>
                </c:pt>
                <c:pt idx="2036">
                  <c:v>5</c:v>
                </c:pt>
                <c:pt idx="2037">
                  <c:v>5</c:v>
                </c:pt>
                <c:pt idx="2038">
                  <c:v>5</c:v>
                </c:pt>
                <c:pt idx="2039">
                  <c:v>5</c:v>
                </c:pt>
                <c:pt idx="2040">
                  <c:v>5</c:v>
                </c:pt>
                <c:pt idx="2041">
                  <c:v>5</c:v>
                </c:pt>
                <c:pt idx="2042">
                  <c:v>5</c:v>
                </c:pt>
                <c:pt idx="2043">
                  <c:v>5</c:v>
                </c:pt>
                <c:pt idx="2044">
                  <c:v>5</c:v>
                </c:pt>
                <c:pt idx="2045">
                  <c:v>5</c:v>
                </c:pt>
                <c:pt idx="2046">
                  <c:v>5</c:v>
                </c:pt>
                <c:pt idx="2047">
                  <c:v>5</c:v>
                </c:pt>
                <c:pt idx="2048">
                  <c:v>5</c:v>
                </c:pt>
                <c:pt idx="2049">
                  <c:v>5</c:v>
                </c:pt>
                <c:pt idx="2050">
                  <c:v>5</c:v>
                </c:pt>
                <c:pt idx="2051">
                  <c:v>5</c:v>
                </c:pt>
                <c:pt idx="2052">
                  <c:v>5</c:v>
                </c:pt>
                <c:pt idx="2053">
                  <c:v>5</c:v>
                </c:pt>
                <c:pt idx="2054">
                  <c:v>5</c:v>
                </c:pt>
                <c:pt idx="2055">
                  <c:v>5</c:v>
                </c:pt>
                <c:pt idx="2056">
                  <c:v>5</c:v>
                </c:pt>
                <c:pt idx="2057">
                  <c:v>5</c:v>
                </c:pt>
                <c:pt idx="2058">
                  <c:v>5</c:v>
                </c:pt>
                <c:pt idx="2059">
                  <c:v>5</c:v>
                </c:pt>
                <c:pt idx="2060">
                  <c:v>5</c:v>
                </c:pt>
                <c:pt idx="2061">
                  <c:v>5</c:v>
                </c:pt>
                <c:pt idx="2062">
                  <c:v>5</c:v>
                </c:pt>
                <c:pt idx="2063">
                  <c:v>5</c:v>
                </c:pt>
                <c:pt idx="2064">
                  <c:v>5</c:v>
                </c:pt>
                <c:pt idx="2065">
                  <c:v>5</c:v>
                </c:pt>
                <c:pt idx="2066">
                  <c:v>5</c:v>
                </c:pt>
                <c:pt idx="2067">
                  <c:v>5</c:v>
                </c:pt>
                <c:pt idx="2068">
                  <c:v>5</c:v>
                </c:pt>
                <c:pt idx="2069">
                  <c:v>5</c:v>
                </c:pt>
                <c:pt idx="2070">
                  <c:v>5</c:v>
                </c:pt>
                <c:pt idx="2071">
                  <c:v>5</c:v>
                </c:pt>
                <c:pt idx="2072">
                  <c:v>5</c:v>
                </c:pt>
                <c:pt idx="2073">
                  <c:v>5</c:v>
                </c:pt>
                <c:pt idx="2074">
                  <c:v>5</c:v>
                </c:pt>
                <c:pt idx="2075">
                  <c:v>5</c:v>
                </c:pt>
                <c:pt idx="2076">
                  <c:v>5</c:v>
                </c:pt>
                <c:pt idx="2077">
                  <c:v>5</c:v>
                </c:pt>
                <c:pt idx="2078">
                  <c:v>5</c:v>
                </c:pt>
                <c:pt idx="2079">
                  <c:v>5</c:v>
                </c:pt>
                <c:pt idx="2080">
                  <c:v>5</c:v>
                </c:pt>
                <c:pt idx="2081">
                  <c:v>5</c:v>
                </c:pt>
                <c:pt idx="2082">
                  <c:v>5</c:v>
                </c:pt>
                <c:pt idx="2083">
                  <c:v>5</c:v>
                </c:pt>
                <c:pt idx="2084">
                  <c:v>5</c:v>
                </c:pt>
                <c:pt idx="2085">
                  <c:v>5</c:v>
                </c:pt>
                <c:pt idx="2086">
                  <c:v>5</c:v>
                </c:pt>
                <c:pt idx="2087">
                  <c:v>5</c:v>
                </c:pt>
                <c:pt idx="2088">
                  <c:v>5</c:v>
                </c:pt>
                <c:pt idx="2089">
                  <c:v>5</c:v>
                </c:pt>
                <c:pt idx="2090">
                  <c:v>5</c:v>
                </c:pt>
                <c:pt idx="2091">
                  <c:v>5</c:v>
                </c:pt>
                <c:pt idx="2092">
                  <c:v>5</c:v>
                </c:pt>
                <c:pt idx="2093">
                  <c:v>5</c:v>
                </c:pt>
                <c:pt idx="2094">
                  <c:v>5</c:v>
                </c:pt>
                <c:pt idx="2095">
                  <c:v>5</c:v>
                </c:pt>
                <c:pt idx="2096">
                  <c:v>5</c:v>
                </c:pt>
                <c:pt idx="2097">
                  <c:v>5</c:v>
                </c:pt>
                <c:pt idx="2098">
                  <c:v>5</c:v>
                </c:pt>
                <c:pt idx="2099">
                  <c:v>5</c:v>
                </c:pt>
                <c:pt idx="2100">
                  <c:v>5</c:v>
                </c:pt>
                <c:pt idx="2101">
                  <c:v>5</c:v>
                </c:pt>
                <c:pt idx="2102">
                  <c:v>5</c:v>
                </c:pt>
                <c:pt idx="2103">
                  <c:v>5</c:v>
                </c:pt>
                <c:pt idx="2104">
                  <c:v>5</c:v>
                </c:pt>
                <c:pt idx="2105">
                  <c:v>5</c:v>
                </c:pt>
                <c:pt idx="2106">
                  <c:v>5</c:v>
                </c:pt>
                <c:pt idx="2107">
                  <c:v>5</c:v>
                </c:pt>
                <c:pt idx="2108">
                  <c:v>5</c:v>
                </c:pt>
                <c:pt idx="2109">
                  <c:v>5</c:v>
                </c:pt>
                <c:pt idx="2110">
                  <c:v>5</c:v>
                </c:pt>
                <c:pt idx="2111">
                  <c:v>5</c:v>
                </c:pt>
                <c:pt idx="2112">
                  <c:v>5</c:v>
                </c:pt>
                <c:pt idx="2113">
                  <c:v>5</c:v>
                </c:pt>
                <c:pt idx="2114">
                  <c:v>5</c:v>
                </c:pt>
                <c:pt idx="2115">
                  <c:v>5</c:v>
                </c:pt>
                <c:pt idx="2116">
                  <c:v>5</c:v>
                </c:pt>
                <c:pt idx="2117">
                  <c:v>5</c:v>
                </c:pt>
                <c:pt idx="2118">
                  <c:v>5</c:v>
                </c:pt>
                <c:pt idx="2119">
                  <c:v>5</c:v>
                </c:pt>
                <c:pt idx="2120">
                  <c:v>5</c:v>
                </c:pt>
                <c:pt idx="2121">
                  <c:v>5</c:v>
                </c:pt>
                <c:pt idx="2122">
                  <c:v>5</c:v>
                </c:pt>
                <c:pt idx="2123">
                  <c:v>5</c:v>
                </c:pt>
                <c:pt idx="2124">
                  <c:v>5</c:v>
                </c:pt>
                <c:pt idx="2125">
                  <c:v>5</c:v>
                </c:pt>
                <c:pt idx="2126">
                  <c:v>5</c:v>
                </c:pt>
                <c:pt idx="2127">
                  <c:v>5</c:v>
                </c:pt>
                <c:pt idx="2128">
                  <c:v>5</c:v>
                </c:pt>
                <c:pt idx="2129">
                  <c:v>5</c:v>
                </c:pt>
                <c:pt idx="2130">
                  <c:v>5</c:v>
                </c:pt>
                <c:pt idx="2131">
                  <c:v>5</c:v>
                </c:pt>
                <c:pt idx="2132">
                  <c:v>5</c:v>
                </c:pt>
                <c:pt idx="2133">
                  <c:v>5</c:v>
                </c:pt>
                <c:pt idx="2134">
                  <c:v>5</c:v>
                </c:pt>
                <c:pt idx="2135">
                  <c:v>5</c:v>
                </c:pt>
                <c:pt idx="2136">
                  <c:v>5</c:v>
                </c:pt>
                <c:pt idx="2137">
                  <c:v>5</c:v>
                </c:pt>
                <c:pt idx="2138">
                  <c:v>5</c:v>
                </c:pt>
                <c:pt idx="2139">
                  <c:v>5</c:v>
                </c:pt>
                <c:pt idx="2140">
                  <c:v>5</c:v>
                </c:pt>
                <c:pt idx="2141">
                  <c:v>5</c:v>
                </c:pt>
                <c:pt idx="2142">
                  <c:v>5</c:v>
                </c:pt>
                <c:pt idx="2143">
                  <c:v>5</c:v>
                </c:pt>
                <c:pt idx="2144">
                  <c:v>5</c:v>
                </c:pt>
                <c:pt idx="2145">
                  <c:v>5</c:v>
                </c:pt>
                <c:pt idx="2146">
                  <c:v>5</c:v>
                </c:pt>
                <c:pt idx="2147">
                  <c:v>5</c:v>
                </c:pt>
                <c:pt idx="2148">
                  <c:v>5</c:v>
                </c:pt>
                <c:pt idx="2149">
                  <c:v>5</c:v>
                </c:pt>
                <c:pt idx="2150">
                  <c:v>5</c:v>
                </c:pt>
                <c:pt idx="2151">
                  <c:v>5</c:v>
                </c:pt>
                <c:pt idx="2152">
                  <c:v>5</c:v>
                </c:pt>
                <c:pt idx="2153">
                  <c:v>5</c:v>
                </c:pt>
                <c:pt idx="2154">
                  <c:v>5</c:v>
                </c:pt>
                <c:pt idx="2155">
                  <c:v>5</c:v>
                </c:pt>
                <c:pt idx="2156">
                  <c:v>5</c:v>
                </c:pt>
                <c:pt idx="2157">
                  <c:v>5</c:v>
                </c:pt>
                <c:pt idx="2158">
                  <c:v>5</c:v>
                </c:pt>
                <c:pt idx="2159">
                  <c:v>5</c:v>
                </c:pt>
                <c:pt idx="2160">
                  <c:v>5</c:v>
                </c:pt>
                <c:pt idx="2161">
                  <c:v>5</c:v>
                </c:pt>
                <c:pt idx="2162">
                  <c:v>5</c:v>
                </c:pt>
                <c:pt idx="2163">
                  <c:v>5</c:v>
                </c:pt>
                <c:pt idx="2164">
                  <c:v>5</c:v>
                </c:pt>
                <c:pt idx="2165">
                  <c:v>5</c:v>
                </c:pt>
                <c:pt idx="2166">
                  <c:v>5</c:v>
                </c:pt>
                <c:pt idx="2167">
                  <c:v>5</c:v>
                </c:pt>
                <c:pt idx="2168">
                  <c:v>5</c:v>
                </c:pt>
                <c:pt idx="2169">
                  <c:v>5</c:v>
                </c:pt>
                <c:pt idx="2170">
                  <c:v>5</c:v>
                </c:pt>
                <c:pt idx="2171">
                  <c:v>5</c:v>
                </c:pt>
                <c:pt idx="2172">
                  <c:v>5</c:v>
                </c:pt>
                <c:pt idx="2173">
                  <c:v>5</c:v>
                </c:pt>
                <c:pt idx="2174">
                  <c:v>5</c:v>
                </c:pt>
                <c:pt idx="2175">
                  <c:v>5</c:v>
                </c:pt>
                <c:pt idx="2176">
                  <c:v>5</c:v>
                </c:pt>
                <c:pt idx="2177">
                  <c:v>5</c:v>
                </c:pt>
                <c:pt idx="2178">
                  <c:v>5</c:v>
                </c:pt>
                <c:pt idx="2179">
                  <c:v>5</c:v>
                </c:pt>
                <c:pt idx="2180">
                  <c:v>5</c:v>
                </c:pt>
                <c:pt idx="2181">
                  <c:v>5</c:v>
                </c:pt>
                <c:pt idx="2182">
                  <c:v>5</c:v>
                </c:pt>
                <c:pt idx="2183">
                  <c:v>5</c:v>
                </c:pt>
                <c:pt idx="2184">
                  <c:v>5</c:v>
                </c:pt>
                <c:pt idx="2185">
                  <c:v>5</c:v>
                </c:pt>
                <c:pt idx="2186">
                  <c:v>5</c:v>
                </c:pt>
                <c:pt idx="2187">
                  <c:v>5</c:v>
                </c:pt>
                <c:pt idx="2188">
                  <c:v>5</c:v>
                </c:pt>
                <c:pt idx="2189">
                  <c:v>5</c:v>
                </c:pt>
                <c:pt idx="2190">
                  <c:v>5</c:v>
                </c:pt>
                <c:pt idx="2191">
                  <c:v>5</c:v>
                </c:pt>
                <c:pt idx="2192">
                  <c:v>5</c:v>
                </c:pt>
                <c:pt idx="2193">
                  <c:v>5</c:v>
                </c:pt>
                <c:pt idx="2194">
                  <c:v>5</c:v>
                </c:pt>
                <c:pt idx="2195">
                  <c:v>5</c:v>
                </c:pt>
                <c:pt idx="2196">
                  <c:v>5</c:v>
                </c:pt>
                <c:pt idx="2197">
                  <c:v>5</c:v>
                </c:pt>
                <c:pt idx="2198">
                  <c:v>5</c:v>
                </c:pt>
                <c:pt idx="2199">
                  <c:v>5</c:v>
                </c:pt>
                <c:pt idx="2200">
                  <c:v>5</c:v>
                </c:pt>
                <c:pt idx="2201">
                  <c:v>5</c:v>
                </c:pt>
                <c:pt idx="2202">
                  <c:v>5</c:v>
                </c:pt>
                <c:pt idx="2203">
                  <c:v>5</c:v>
                </c:pt>
                <c:pt idx="2204">
                  <c:v>5</c:v>
                </c:pt>
                <c:pt idx="2205">
                  <c:v>5</c:v>
                </c:pt>
                <c:pt idx="2206">
                  <c:v>5</c:v>
                </c:pt>
                <c:pt idx="2207">
                  <c:v>5</c:v>
                </c:pt>
                <c:pt idx="2208">
                  <c:v>5</c:v>
                </c:pt>
                <c:pt idx="2209">
                  <c:v>5</c:v>
                </c:pt>
                <c:pt idx="2210">
                  <c:v>5</c:v>
                </c:pt>
                <c:pt idx="2211">
                  <c:v>5</c:v>
                </c:pt>
                <c:pt idx="2212">
                  <c:v>5</c:v>
                </c:pt>
                <c:pt idx="2213">
                  <c:v>5</c:v>
                </c:pt>
                <c:pt idx="2214">
                  <c:v>5</c:v>
                </c:pt>
                <c:pt idx="2215">
                  <c:v>5</c:v>
                </c:pt>
                <c:pt idx="2216">
                  <c:v>5</c:v>
                </c:pt>
                <c:pt idx="2217">
                  <c:v>5</c:v>
                </c:pt>
                <c:pt idx="2218">
                  <c:v>5.25</c:v>
                </c:pt>
                <c:pt idx="2219">
                  <c:v>5.25</c:v>
                </c:pt>
                <c:pt idx="2220">
                  <c:v>5.25</c:v>
                </c:pt>
                <c:pt idx="2221">
                  <c:v>5.25</c:v>
                </c:pt>
                <c:pt idx="2222">
                  <c:v>5.25</c:v>
                </c:pt>
                <c:pt idx="2223">
                  <c:v>5.25</c:v>
                </c:pt>
                <c:pt idx="2224">
                  <c:v>5.25</c:v>
                </c:pt>
                <c:pt idx="2225">
                  <c:v>5.25</c:v>
                </c:pt>
                <c:pt idx="2226">
                  <c:v>5.25</c:v>
                </c:pt>
                <c:pt idx="2227">
                  <c:v>5.25</c:v>
                </c:pt>
                <c:pt idx="2228">
                  <c:v>5.25</c:v>
                </c:pt>
                <c:pt idx="2229">
                  <c:v>5.25</c:v>
                </c:pt>
                <c:pt idx="2230">
                  <c:v>5.25</c:v>
                </c:pt>
                <c:pt idx="2231">
                  <c:v>5.25</c:v>
                </c:pt>
                <c:pt idx="2232">
                  <c:v>5.25</c:v>
                </c:pt>
                <c:pt idx="2233">
                  <c:v>5.25</c:v>
                </c:pt>
                <c:pt idx="2234">
                  <c:v>5.25</c:v>
                </c:pt>
                <c:pt idx="2235">
                  <c:v>5.25</c:v>
                </c:pt>
                <c:pt idx="2236">
                  <c:v>5.25</c:v>
                </c:pt>
                <c:pt idx="2237">
                  <c:v>5.25</c:v>
                </c:pt>
                <c:pt idx="2238">
                  <c:v>5.25</c:v>
                </c:pt>
                <c:pt idx="2239">
                  <c:v>5.25</c:v>
                </c:pt>
                <c:pt idx="2240">
                  <c:v>5.25</c:v>
                </c:pt>
                <c:pt idx="2241">
                  <c:v>5.25</c:v>
                </c:pt>
                <c:pt idx="2242">
                  <c:v>5.25</c:v>
                </c:pt>
                <c:pt idx="2243">
                  <c:v>5.25</c:v>
                </c:pt>
                <c:pt idx="2244">
                  <c:v>5.25</c:v>
                </c:pt>
                <c:pt idx="2245">
                  <c:v>5.25</c:v>
                </c:pt>
                <c:pt idx="2246">
                  <c:v>5.25</c:v>
                </c:pt>
                <c:pt idx="2247">
                  <c:v>5.25</c:v>
                </c:pt>
                <c:pt idx="2248">
                  <c:v>5.25</c:v>
                </c:pt>
                <c:pt idx="2249">
                  <c:v>5.25</c:v>
                </c:pt>
                <c:pt idx="2250">
                  <c:v>5.25</c:v>
                </c:pt>
                <c:pt idx="2251">
                  <c:v>5.25</c:v>
                </c:pt>
                <c:pt idx="2252">
                  <c:v>5.25</c:v>
                </c:pt>
                <c:pt idx="2253">
                  <c:v>5.25</c:v>
                </c:pt>
                <c:pt idx="2254">
                  <c:v>5.25</c:v>
                </c:pt>
                <c:pt idx="2255">
                  <c:v>5.25</c:v>
                </c:pt>
                <c:pt idx="2256">
                  <c:v>5.25</c:v>
                </c:pt>
                <c:pt idx="2257">
                  <c:v>5.25</c:v>
                </c:pt>
                <c:pt idx="2258">
                  <c:v>5.25</c:v>
                </c:pt>
                <c:pt idx="2259">
                  <c:v>5.25</c:v>
                </c:pt>
                <c:pt idx="2260">
                  <c:v>5.25</c:v>
                </c:pt>
                <c:pt idx="2261">
                  <c:v>5.25</c:v>
                </c:pt>
                <c:pt idx="2262">
                  <c:v>5.25</c:v>
                </c:pt>
                <c:pt idx="2263">
                  <c:v>5.25</c:v>
                </c:pt>
                <c:pt idx="2264">
                  <c:v>5.25</c:v>
                </c:pt>
                <c:pt idx="2265">
                  <c:v>5.25</c:v>
                </c:pt>
                <c:pt idx="2266">
                  <c:v>5.25</c:v>
                </c:pt>
                <c:pt idx="2267">
                  <c:v>5.25</c:v>
                </c:pt>
                <c:pt idx="2268">
                  <c:v>5.25</c:v>
                </c:pt>
                <c:pt idx="2269">
                  <c:v>5.25</c:v>
                </c:pt>
                <c:pt idx="2270">
                  <c:v>5.25</c:v>
                </c:pt>
                <c:pt idx="2271">
                  <c:v>5.25</c:v>
                </c:pt>
                <c:pt idx="2272">
                  <c:v>5.25</c:v>
                </c:pt>
                <c:pt idx="2273">
                  <c:v>5.25</c:v>
                </c:pt>
                <c:pt idx="2274">
                  <c:v>5.25</c:v>
                </c:pt>
                <c:pt idx="2275">
                  <c:v>5.25</c:v>
                </c:pt>
                <c:pt idx="2276">
                  <c:v>5.25</c:v>
                </c:pt>
                <c:pt idx="2277">
                  <c:v>5.25</c:v>
                </c:pt>
                <c:pt idx="2278">
                  <c:v>5.25</c:v>
                </c:pt>
                <c:pt idx="2279">
                  <c:v>5.25</c:v>
                </c:pt>
                <c:pt idx="2280">
                  <c:v>5.25</c:v>
                </c:pt>
                <c:pt idx="2281">
                  <c:v>5.25</c:v>
                </c:pt>
                <c:pt idx="2282">
                  <c:v>5.25</c:v>
                </c:pt>
                <c:pt idx="2283">
                  <c:v>5.25</c:v>
                </c:pt>
                <c:pt idx="2284">
                  <c:v>5.25</c:v>
                </c:pt>
                <c:pt idx="2285">
                  <c:v>5.25</c:v>
                </c:pt>
                <c:pt idx="2286">
                  <c:v>5.25</c:v>
                </c:pt>
                <c:pt idx="2287">
                  <c:v>4.75</c:v>
                </c:pt>
                <c:pt idx="2288">
                  <c:v>4.25</c:v>
                </c:pt>
                <c:pt idx="2289">
                  <c:v>4.25</c:v>
                </c:pt>
                <c:pt idx="2290">
                  <c:v>4.25</c:v>
                </c:pt>
                <c:pt idx="2291">
                  <c:v>4.25</c:v>
                </c:pt>
                <c:pt idx="2292">
                  <c:v>4.25</c:v>
                </c:pt>
                <c:pt idx="2293">
                  <c:v>4.25</c:v>
                </c:pt>
                <c:pt idx="2294">
                  <c:v>4.25</c:v>
                </c:pt>
                <c:pt idx="2295">
                  <c:v>4.25</c:v>
                </c:pt>
                <c:pt idx="2296">
                  <c:v>4.25</c:v>
                </c:pt>
                <c:pt idx="2297">
                  <c:v>4.25</c:v>
                </c:pt>
                <c:pt idx="2298">
                  <c:v>4.25</c:v>
                </c:pt>
                <c:pt idx="2299">
                  <c:v>4.25</c:v>
                </c:pt>
                <c:pt idx="2300">
                  <c:v>4.25</c:v>
                </c:pt>
                <c:pt idx="2301">
                  <c:v>4.25</c:v>
                </c:pt>
                <c:pt idx="2302">
                  <c:v>4.25</c:v>
                </c:pt>
                <c:pt idx="2303">
                  <c:v>4.25</c:v>
                </c:pt>
                <c:pt idx="2304">
                  <c:v>4.25</c:v>
                </c:pt>
                <c:pt idx="2305">
                  <c:v>4.25</c:v>
                </c:pt>
                <c:pt idx="2306">
                  <c:v>4.25</c:v>
                </c:pt>
                <c:pt idx="2307">
                  <c:v>4.25</c:v>
                </c:pt>
                <c:pt idx="2308">
                  <c:v>3.75</c:v>
                </c:pt>
                <c:pt idx="2309">
                  <c:v>3.75</c:v>
                </c:pt>
                <c:pt idx="2310">
                  <c:v>3.75</c:v>
                </c:pt>
                <c:pt idx="2311">
                  <c:v>3.75</c:v>
                </c:pt>
                <c:pt idx="2312">
                  <c:v>3.75</c:v>
                </c:pt>
                <c:pt idx="2313">
                  <c:v>3.75</c:v>
                </c:pt>
                <c:pt idx="2314">
                  <c:v>3.75</c:v>
                </c:pt>
                <c:pt idx="2315">
                  <c:v>3.75</c:v>
                </c:pt>
                <c:pt idx="2316">
                  <c:v>3.75</c:v>
                </c:pt>
                <c:pt idx="2317">
                  <c:v>3.75</c:v>
                </c:pt>
                <c:pt idx="2318">
                  <c:v>3.75</c:v>
                </c:pt>
                <c:pt idx="2319">
                  <c:v>3.75</c:v>
                </c:pt>
                <c:pt idx="2320">
                  <c:v>3.75</c:v>
                </c:pt>
                <c:pt idx="2321">
                  <c:v>3.75</c:v>
                </c:pt>
                <c:pt idx="2322">
                  <c:v>3.75</c:v>
                </c:pt>
                <c:pt idx="2323">
                  <c:v>3.75</c:v>
                </c:pt>
                <c:pt idx="2324">
                  <c:v>3.75</c:v>
                </c:pt>
                <c:pt idx="2325">
                  <c:v>3.75</c:v>
                </c:pt>
                <c:pt idx="2326">
                  <c:v>3.75</c:v>
                </c:pt>
                <c:pt idx="2327">
                  <c:v>3.75</c:v>
                </c:pt>
                <c:pt idx="2328">
                  <c:v>3</c:v>
                </c:pt>
                <c:pt idx="2329">
                  <c:v>3</c:v>
                </c:pt>
                <c:pt idx="2330">
                  <c:v>3</c:v>
                </c:pt>
                <c:pt idx="2331">
                  <c:v>3</c:v>
                </c:pt>
                <c:pt idx="2332">
                  <c:v>3</c:v>
                </c:pt>
                <c:pt idx="2333">
                  <c:v>3</c:v>
                </c:pt>
                <c:pt idx="2334">
                  <c:v>3</c:v>
                </c:pt>
                <c:pt idx="2335">
                  <c:v>3</c:v>
                </c:pt>
                <c:pt idx="2336">
                  <c:v>3</c:v>
                </c:pt>
                <c:pt idx="2337">
                  <c:v>3</c:v>
                </c:pt>
                <c:pt idx="2338">
                  <c:v>3</c:v>
                </c:pt>
                <c:pt idx="2339">
                  <c:v>3</c:v>
                </c:pt>
                <c:pt idx="2340">
                  <c:v>3</c:v>
                </c:pt>
                <c:pt idx="2341">
                  <c:v>3</c:v>
                </c:pt>
                <c:pt idx="2342">
                  <c:v>3</c:v>
                </c:pt>
                <c:pt idx="2343">
                  <c:v>3</c:v>
                </c:pt>
                <c:pt idx="2344">
                  <c:v>3</c:v>
                </c:pt>
                <c:pt idx="2345">
                  <c:v>3</c:v>
                </c:pt>
                <c:pt idx="2346">
                  <c:v>3</c:v>
                </c:pt>
                <c:pt idx="2347">
                  <c:v>3</c:v>
                </c:pt>
                <c:pt idx="2348">
                  <c:v>3</c:v>
                </c:pt>
                <c:pt idx="2349">
                  <c:v>3</c:v>
                </c:pt>
                <c:pt idx="2350">
                  <c:v>3</c:v>
                </c:pt>
                <c:pt idx="2351">
                  <c:v>3</c:v>
                </c:pt>
                <c:pt idx="2352">
                  <c:v>3</c:v>
                </c:pt>
                <c:pt idx="2353">
                  <c:v>3</c:v>
                </c:pt>
                <c:pt idx="2354">
                  <c:v>3</c:v>
                </c:pt>
                <c:pt idx="2355">
                  <c:v>3</c:v>
                </c:pt>
                <c:pt idx="2356">
                  <c:v>3</c:v>
                </c:pt>
                <c:pt idx="2357">
                  <c:v>3</c:v>
                </c:pt>
                <c:pt idx="2358">
                  <c:v>3</c:v>
                </c:pt>
                <c:pt idx="2359">
                  <c:v>3</c:v>
                </c:pt>
                <c:pt idx="2360">
                  <c:v>3</c:v>
                </c:pt>
                <c:pt idx="2361">
                  <c:v>3</c:v>
                </c:pt>
                <c:pt idx="2362">
                  <c:v>3</c:v>
                </c:pt>
                <c:pt idx="2363">
                  <c:v>3</c:v>
                </c:pt>
                <c:pt idx="2364">
                  <c:v>3</c:v>
                </c:pt>
                <c:pt idx="2365">
                  <c:v>3</c:v>
                </c:pt>
                <c:pt idx="2366">
                  <c:v>3</c:v>
                </c:pt>
                <c:pt idx="2367">
                  <c:v>3</c:v>
                </c:pt>
                <c:pt idx="2368">
                  <c:v>3</c:v>
                </c:pt>
                <c:pt idx="2369">
                  <c:v>3</c:v>
                </c:pt>
                <c:pt idx="2370">
                  <c:v>3</c:v>
                </c:pt>
                <c:pt idx="2371">
                  <c:v>3</c:v>
                </c:pt>
                <c:pt idx="2372">
                  <c:v>3</c:v>
                </c:pt>
                <c:pt idx="2373">
                  <c:v>3</c:v>
                </c:pt>
                <c:pt idx="2374">
                  <c:v>3</c:v>
                </c:pt>
                <c:pt idx="2375">
                  <c:v>3</c:v>
                </c:pt>
                <c:pt idx="2376">
                  <c:v>3</c:v>
                </c:pt>
                <c:pt idx="2377">
                  <c:v>3</c:v>
                </c:pt>
                <c:pt idx="2378">
                  <c:v>3</c:v>
                </c:pt>
                <c:pt idx="2379">
                  <c:v>3</c:v>
                </c:pt>
                <c:pt idx="2380">
                  <c:v>3</c:v>
                </c:pt>
                <c:pt idx="2381">
                  <c:v>3</c:v>
                </c:pt>
                <c:pt idx="2382">
                  <c:v>3</c:v>
                </c:pt>
                <c:pt idx="2383">
                  <c:v>3</c:v>
                </c:pt>
                <c:pt idx="2384">
                  <c:v>3</c:v>
                </c:pt>
                <c:pt idx="2385">
                  <c:v>3</c:v>
                </c:pt>
                <c:pt idx="2386">
                  <c:v>3</c:v>
                </c:pt>
                <c:pt idx="2387">
                  <c:v>3</c:v>
                </c:pt>
                <c:pt idx="2388">
                  <c:v>3</c:v>
                </c:pt>
                <c:pt idx="2389">
                  <c:v>3</c:v>
                </c:pt>
                <c:pt idx="2390">
                  <c:v>3</c:v>
                </c:pt>
                <c:pt idx="2391">
                  <c:v>3</c:v>
                </c:pt>
                <c:pt idx="2392">
                  <c:v>3</c:v>
                </c:pt>
                <c:pt idx="2393">
                  <c:v>2.5</c:v>
                </c:pt>
                <c:pt idx="2394">
                  <c:v>2.5</c:v>
                </c:pt>
                <c:pt idx="2395">
                  <c:v>2.5</c:v>
                </c:pt>
                <c:pt idx="2396">
                  <c:v>2.5</c:v>
                </c:pt>
                <c:pt idx="2397">
                  <c:v>2.5</c:v>
                </c:pt>
                <c:pt idx="2398">
                  <c:v>2.5</c:v>
                </c:pt>
                <c:pt idx="2399">
                  <c:v>2.5</c:v>
                </c:pt>
                <c:pt idx="2400">
                  <c:v>2.5</c:v>
                </c:pt>
                <c:pt idx="2401">
                  <c:v>2.5</c:v>
                </c:pt>
                <c:pt idx="2402">
                  <c:v>2.5</c:v>
                </c:pt>
                <c:pt idx="2403">
                  <c:v>2.5</c:v>
                </c:pt>
                <c:pt idx="2404">
                  <c:v>2.5</c:v>
                </c:pt>
                <c:pt idx="2405">
                  <c:v>2.5</c:v>
                </c:pt>
                <c:pt idx="2406">
                  <c:v>2.5</c:v>
                </c:pt>
                <c:pt idx="2407">
                  <c:v>2.5</c:v>
                </c:pt>
                <c:pt idx="2408">
                  <c:v>2.5</c:v>
                </c:pt>
                <c:pt idx="2409">
                  <c:v>2.5</c:v>
                </c:pt>
                <c:pt idx="2410">
                  <c:v>2.5</c:v>
                </c:pt>
                <c:pt idx="2411">
                  <c:v>2.5</c:v>
                </c:pt>
                <c:pt idx="2412">
                  <c:v>2.5</c:v>
                </c:pt>
                <c:pt idx="2413">
                  <c:v>2.25</c:v>
                </c:pt>
                <c:pt idx="2414">
                  <c:v>2.25</c:v>
                </c:pt>
                <c:pt idx="2415">
                  <c:v>2.25</c:v>
                </c:pt>
                <c:pt idx="2416">
                  <c:v>2.25</c:v>
                </c:pt>
                <c:pt idx="2417">
                  <c:v>2.25</c:v>
                </c:pt>
                <c:pt idx="2418">
                  <c:v>2.25</c:v>
                </c:pt>
                <c:pt idx="2419">
                  <c:v>2.25</c:v>
                </c:pt>
                <c:pt idx="2420">
                  <c:v>2.25</c:v>
                </c:pt>
                <c:pt idx="2421">
                  <c:v>2.25</c:v>
                </c:pt>
                <c:pt idx="2422">
                  <c:v>2.25</c:v>
                </c:pt>
                <c:pt idx="2423">
                  <c:v>2.25</c:v>
                </c:pt>
                <c:pt idx="2424">
                  <c:v>2.25</c:v>
                </c:pt>
                <c:pt idx="2425">
                  <c:v>2.25</c:v>
                </c:pt>
                <c:pt idx="2426">
                  <c:v>2.25</c:v>
                </c:pt>
                <c:pt idx="2427">
                  <c:v>2.25</c:v>
                </c:pt>
                <c:pt idx="2428">
                  <c:v>2.25</c:v>
                </c:pt>
                <c:pt idx="2429">
                  <c:v>2.25</c:v>
                </c:pt>
                <c:pt idx="2430">
                  <c:v>2.25</c:v>
                </c:pt>
                <c:pt idx="2431">
                  <c:v>2.25</c:v>
                </c:pt>
                <c:pt idx="2432">
                  <c:v>2.25</c:v>
                </c:pt>
                <c:pt idx="2433">
                  <c:v>2.25</c:v>
                </c:pt>
                <c:pt idx="2434">
                  <c:v>2.25</c:v>
                </c:pt>
                <c:pt idx="2435">
                  <c:v>2.25</c:v>
                </c:pt>
                <c:pt idx="2436">
                  <c:v>2.25</c:v>
                </c:pt>
                <c:pt idx="2437">
                  <c:v>2.25</c:v>
                </c:pt>
                <c:pt idx="2438">
                  <c:v>1.75</c:v>
                </c:pt>
                <c:pt idx="2439">
                  <c:v>1.75</c:v>
                </c:pt>
                <c:pt idx="2440">
                  <c:v>1.75</c:v>
                </c:pt>
                <c:pt idx="2441">
                  <c:v>1.75</c:v>
                </c:pt>
                <c:pt idx="2442">
                  <c:v>1.75</c:v>
                </c:pt>
                <c:pt idx="2443">
                  <c:v>1.75</c:v>
                </c:pt>
                <c:pt idx="2444">
                  <c:v>1.75</c:v>
                </c:pt>
                <c:pt idx="2445">
                  <c:v>1.75</c:v>
                </c:pt>
                <c:pt idx="2446">
                  <c:v>1.75</c:v>
                </c:pt>
                <c:pt idx="2447">
                  <c:v>1.75</c:v>
                </c:pt>
                <c:pt idx="2448">
                  <c:v>1.75</c:v>
                </c:pt>
                <c:pt idx="2449">
                  <c:v>1.75</c:v>
                </c:pt>
                <c:pt idx="2450">
                  <c:v>1.75</c:v>
                </c:pt>
                <c:pt idx="2451">
                  <c:v>1.75</c:v>
                </c:pt>
                <c:pt idx="2452">
                  <c:v>1.75</c:v>
                </c:pt>
                <c:pt idx="2453">
                  <c:v>1.75</c:v>
                </c:pt>
                <c:pt idx="2454">
                  <c:v>1.75</c:v>
                </c:pt>
                <c:pt idx="2455">
                  <c:v>1.75</c:v>
                </c:pt>
                <c:pt idx="2456">
                  <c:v>1.75</c:v>
                </c:pt>
                <c:pt idx="2457">
                  <c:v>1.75</c:v>
                </c:pt>
                <c:pt idx="2458">
                  <c:v>1.75</c:v>
                </c:pt>
                <c:pt idx="2459">
                  <c:v>1.75</c:v>
                </c:pt>
                <c:pt idx="2460">
                  <c:v>1.75</c:v>
                </c:pt>
                <c:pt idx="2461">
                  <c:v>1.75</c:v>
                </c:pt>
                <c:pt idx="2462">
                  <c:v>1.75</c:v>
                </c:pt>
                <c:pt idx="2463">
                  <c:v>1.75</c:v>
                </c:pt>
                <c:pt idx="2464">
                  <c:v>1.75</c:v>
                </c:pt>
                <c:pt idx="2465">
                  <c:v>1.75</c:v>
                </c:pt>
                <c:pt idx="2466">
                  <c:v>1.75</c:v>
                </c:pt>
                <c:pt idx="2467">
                  <c:v>1.75</c:v>
                </c:pt>
                <c:pt idx="2468">
                  <c:v>1.75</c:v>
                </c:pt>
                <c:pt idx="2469">
                  <c:v>1.75</c:v>
                </c:pt>
                <c:pt idx="2470">
                  <c:v>1.75</c:v>
                </c:pt>
                <c:pt idx="2471">
                  <c:v>1.75</c:v>
                </c:pt>
                <c:pt idx="2472">
                  <c:v>1.75</c:v>
                </c:pt>
                <c:pt idx="2473">
                  <c:v>1.75</c:v>
                </c:pt>
                <c:pt idx="2474">
                  <c:v>1.75</c:v>
                </c:pt>
                <c:pt idx="2475">
                  <c:v>1.75</c:v>
                </c:pt>
                <c:pt idx="2476">
                  <c:v>1.75</c:v>
                </c:pt>
                <c:pt idx="2477">
                  <c:v>1.75</c:v>
                </c:pt>
                <c:pt idx="2478">
                  <c:v>1.75</c:v>
                </c:pt>
                <c:pt idx="2479">
                  <c:v>1.75</c:v>
                </c:pt>
                <c:pt idx="2480">
                  <c:v>1.75</c:v>
                </c:pt>
                <c:pt idx="2481">
                  <c:v>1.75</c:v>
                </c:pt>
                <c:pt idx="2482">
                  <c:v>1.75</c:v>
                </c:pt>
                <c:pt idx="2483">
                  <c:v>1.75</c:v>
                </c:pt>
                <c:pt idx="2484">
                  <c:v>1.75</c:v>
                </c:pt>
                <c:pt idx="2485">
                  <c:v>1.75</c:v>
                </c:pt>
                <c:pt idx="2486">
                  <c:v>1.75</c:v>
                </c:pt>
                <c:pt idx="2487">
                  <c:v>1.75</c:v>
                </c:pt>
                <c:pt idx="2488">
                  <c:v>1.75</c:v>
                </c:pt>
                <c:pt idx="2489">
                  <c:v>1.75</c:v>
                </c:pt>
                <c:pt idx="2490">
                  <c:v>1.75</c:v>
                </c:pt>
                <c:pt idx="2491">
                  <c:v>1.75</c:v>
                </c:pt>
                <c:pt idx="2492">
                  <c:v>1.75</c:v>
                </c:pt>
                <c:pt idx="2493">
                  <c:v>1.75</c:v>
                </c:pt>
                <c:pt idx="2494">
                  <c:v>1.75</c:v>
                </c:pt>
                <c:pt idx="2495">
                  <c:v>1.75</c:v>
                </c:pt>
                <c:pt idx="2496">
                  <c:v>1.75</c:v>
                </c:pt>
                <c:pt idx="2497">
                  <c:v>1.75</c:v>
                </c:pt>
                <c:pt idx="2498">
                  <c:v>1.75</c:v>
                </c:pt>
                <c:pt idx="2499">
                  <c:v>1.75</c:v>
                </c:pt>
                <c:pt idx="2500">
                  <c:v>1.75</c:v>
                </c:pt>
                <c:pt idx="2501">
                  <c:v>1.75</c:v>
                </c:pt>
                <c:pt idx="2502">
                  <c:v>1.75</c:v>
                </c:pt>
                <c:pt idx="2503">
                  <c:v>1.75</c:v>
                </c:pt>
                <c:pt idx="2504">
                  <c:v>1.75</c:v>
                </c:pt>
                <c:pt idx="2505">
                  <c:v>1.75</c:v>
                </c:pt>
                <c:pt idx="2506">
                  <c:v>1.75</c:v>
                </c:pt>
                <c:pt idx="2507">
                  <c:v>1.75</c:v>
                </c:pt>
                <c:pt idx="2508">
                  <c:v>1.75</c:v>
                </c:pt>
                <c:pt idx="2509">
                  <c:v>1.75</c:v>
                </c:pt>
                <c:pt idx="2510">
                  <c:v>1.75</c:v>
                </c:pt>
                <c:pt idx="2511">
                  <c:v>1.75</c:v>
                </c:pt>
                <c:pt idx="2512">
                  <c:v>1.75</c:v>
                </c:pt>
                <c:pt idx="2513">
                  <c:v>1.75</c:v>
                </c:pt>
                <c:pt idx="2514">
                  <c:v>1.75</c:v>
                </c:pt>
                <c:pt idx="2515">
                  <c:v>1.75</c:v>
                </c:pt>
                <c:pt idx="2516">
                  <c:v>1.75</c:v>
                </c:pt>
                <c:pt idx="2517">
                  <c:v>1.75</c:v>
                </c:pt>
                <c:pt idx="2518">
                  <c:v>1.75</c:v>
                </c:pt>
                <c:pt idx="2519">
                  <c:v>1.75</c:v>
                </c:pt>
                <c:pt idx="2520">
                  <c:v>1.75</c:v>
                </c:pt>
                <c:pt idx="2521">
                  <c:v>1.75</c:v>
                </c:pt>
                <c:pt idx="2522">
                  <c:v>1.75</c:v>
                </c:pt>
                <c:pt idx="2523">
                  <c:v>1.75</c:v>
                </c:pt>
                <c:pt idx="2524">
                  <c:v>1.75</c:v>
                </c:pt>
                <c:pt idx="2525">
                  <c:v>1.75</c:v>
                </c:pt>
                <c:pt idx="2526">
                  <c:v>1.75</c:v>
                </c:pt>
                <c:pt idx="2527">
                  <c:v>1.75</c:v>
                </c:pt>
                <c:pt idx="2528">
                  <c:v>1.75</c:v>
                </c:pt>
                <c:pt idx="2529">
                  <c:v>1.75</c:v>
                </c:pt>
                <c:pt idx="2530">
                  <c:v>1.75</c:v>
                </c:pt>
                <c:pt idx="2531">
                  <c:v>1.75</c:v>
                </c:pt>
                <c:pt idx="2532">
                  <c:v>1.75</c:v>
                </c:pt>
                <c:pt idx="2533">
                  <c:v>1.75</c:v>
                </c:pt>
                <c:pt idx="2534">
                  <c:v>1.75</c:v>
                </c:pt>
                <c:pt idx="2535">
                  <c:v>1.75</c:v>
                </c:pt>
                <c:pt idx="2536">
                  <c:v>1.75</c:v>
                </c:pt>
                <c:pt idx="2537">
                  <c:v>1.75</c:v>
                </c:pt>
                <c:pt idx="2538">
                  <c:v>1.75</c:v>
                </c:pt>
                <c:pt idx="2539">
                  <c:v>1.75</c:v>
                </c:pt>
                <c:pt idx="2540">
                  <c:v>1.75</c:v>
                </c:pt>
                <c:pt idx="2541">
                  <c:v>1.75</c:v>
                </c:pt>
                <c:pt idx="2542">
                  <c:v>1.75</c:v>
                </c:pt>
                <c:pt idx="2543">
                  <c:v>1.75</c:v>
                </c:pt>
                <c:pt idx="2544">
                  <c:v>1.75</c:v>
                </c:pt>
                <c:pt idx="2545">
                  <c:v>1.75</c:v>
                </c:pt>
                <c:pt idx="2546">
                  <c:v>1.75</c:v>
                </c:pt>
                <c:pt idx="2547">
                  <c:v>1.75</c:v>
                </c:pt>
                <c:pt idx="2548">
                  <c:v>1.75</c:v>
                </c:pt>
                <c:pt idx="2549">
                  <c:v>1.75</c:v>
                </c:pt>
                <c:pt idx="2550">
                  <c:v>1.75</c:v>
                </c:pt>
                <c:pt idx="2551">
                  <c:v>1.75</c:v>
                </c:pt>
                <c:pt idx="2552">
                  <c:v>1.75</c:v>
                </c:pt>
                <c:pt idx="2553">
                  <c:v>1.75</c:v>
                </c:pt>
                <c:pt idx="2554">
                  <c:v>1.75</c:v>
                </c:pt>
                <c:pt idx="2555">
                  <c:v>1.75</c:v>
                </c:pt>
                <c:pt idx="2556">
                  <c:v>1.75</c:v>
                </c:pt>
                <c:pt idx="2557">
                  <c:v>1.75</c:v>
                </c:pt>
                <c:pt idx="2558">
                  <c:v>1.75</c:v>
                </c:pt>
                <c:pt idx="2559">
                  <c:v>1.75</c:v>
                </c:pt>
                <c:pt idx="2560">
                  <c:v>1.75</c:v>
                </c:pt>
                <c:pt idx="2561">
                  <c:v>1.75</c:v>
                </c:pt>
                <c:pt idx="2562">
                  <c:v>1.75</c:v>
                </c:pt>
                <c:pt idx="2563">
                  <c:v>1.75</c:v>
                </c:pt>
                <c:pt idx="2564">
                  <c:v>1.75</c:v>
                </c:pt>
                <c:pt idx="2565">
                  <c:v>1.75</c:v>
                </c:pt>
                <c:pt idx="2566">
                  <c:v>1.75</c:v>
                </c:pt>
                <c:pt idx="2567">
                  <c:v>1.75</c:v>
                </c:pt>
                <c:pt idx="2568">
                  <c:v>1.75</c:v>
                </c:pt>
                <c:pt idx="2569">
                  <c:v>1.75</c:v>
                </c:pt>
                <c:pt idx="2570">
                  <c:v>1.75</c:v>
                </c:pt>
                <c:pt idx="2571">
                  <c:v>1.75</c:v>
                </c:pt>
                <c:pt idx="2572">
                  <c:v>1.75</c:v>
                </c:pt>
                <c:pt idx="2573">
                  <c:v>1.75</c:v>
                </c:pt>
                <c:pt idx="2574">
                  <c:v>1.75</c:v>
                </c:pt>
                <c:pt idx="2575">
                  <c:v>1.75</c:v>
                </c:pt>
                <c:pt idx="2576">
                  <c:v>1.75</c:v>
                </c:pt>
                <c:pt idx="2577">
                  <c:v>1.75</c:v>
                </c:pt>
                <c:pt idx="2578">
                  <c:v>1.75</c:v>
                </c:pt>
                <c:pt idx="2579">
                  <c:v>1.75</c:v>
                </c:pt>
                <c:pt idx="2580">
                  <c:v>1.75</c:v>
                </c:pt>
                <c:pt idx="2581">
                  <c:v>1.75</c:v>
                </c:pt>
                <c:pt idx="2582">
                  <c:v>1.75</c:v>
                </c:pt>
                <c:pt idx="2583">
                  <c:v>1.75</c:v>
                </c:pt>
                <c:pt idx="2584">
                  <c:v>1.75</c:v>
                </c:pt>
                <c:pt idx="2585">
                  <c:v>1.75</c:v>
                </c:pt>
                <c:pt idx="2586">
                  <c:v>1.75</c:v>
                </c:pt>
                <c:pt idx="2587">
                  <c:v>1.75</c:v>
                </c:pt>
                <c:pt idx="2588">
                  <c:v>1.75</c:v>
                </c:pt>
                <c:pt idx="2589">
                  <c:v>1.75</c:v>
                </c:pt>
                <c:pt idx="2590">
                  <c:v>1.75</c:v>
                </c:pt>
                <c:pt idx="2591">
                  <c:v>1.75</c:v>
                </c:pt>
                <c:pt idx="2592">
                  <c:v>1.75</c:v>
                </c:pt>
                <c:pt idx="2593">
                  <c:v>1.75</c:v>
                </c:pt>
                <c:pt idx="2594">
                  <c:v>1.75</c:v>
                </c:pt>
                <c:pt idx="2595">
                  <c:v>1.75</c:v>
                </c:pt>
                <c:pt idx="2596">
                  <c:v>1.75</c:v>
                </c:pt>
                <c:pt idx="2597">
                  <c:v>1.75</c:v>
                </c:pt>
                <c:pt idx="2598">
                  <c:v>1.75</c:v>
                </c:pt>
                <c:pt idx="2599">
                  <c:v>1.75</c:v>
                </c:pt>
                <c:pt idx="2600">
                  <c:v>1.75</c:v>
                </c:pt>
                <c:pt idx="2601">
                  <c:v>1.75</c:v>
                </c:pt>
                <c:pt idx="2602">
                  <c:v>1.75</c:v>
                </c:pt>
                <c:pt idx="2603">
                  <c:v>1.75</c:v>
                </c:pt>
                <c:pt idx="2604">
                  <c:v>1.75</c:v>
                </c:pt>
                <c:pt idx="2605">
                  <c:v>1.75</c:v>
                </c:pt>
                <c:pt idx="2606">
                  <c:v>1.75</c:v>
                </c:pt>
                <c:pt idx="2607">
                  <c:v>1.75</c:v>
                </c:pt>
                <c:pt idx="2608">
                  <c:v>1.75</c:v>
                </c:pt>
                <c:pt idx="2609">
                  <c:v>1.75</c:v>
                </c:pt>
                <c:pt idx="2610">
                  <c:v>1.75</c:v>
                </c:pt>
                <c:pt idx="2611">
                  <c:v>1.75</c:v>
                </c:pt>
                <c:pt idx="2612">
                  <c:v>1.75</c:v>
                </c:pt>
                <c:pt idx="2613">
                  <c:v>1.75</c:v>
                </c:pt>
                <c:pt idx="2614">
                  <c:v>1.75</c:v>
                </c:pt>
                <c:pt idx="2615">
                  <c:v>1.75</c:v>
                </c:pt>
                <c:pt idx="2616">
                  <c:v>1.75</c:v>
                </c:pt>
                <c:pt idx="2617">
                  <c:v>1.75</c:v>
                </c:pt>
                <c:pt idx="2618">
                  <c:v>1.75</c:v>
                </c:pt>
                <c:pt idx="2619">
                  <c:v>1.75</c:v>
                </c:pt>
                <c:pt idx="2620">
                  <c:v>1.75</c:v>
                </c:pt>
                <c:pt idx="2621">
                  <c:v>1.75</c:v>
                </c:pt>
                <c:pt idx="2622">
                  <c:v>1.75</c:v>
                </c:pt>
                <c:pt idx="2623">
                  <c:v>1.75</c:v>
                </c:pt>
                <c:pt idx="2624">
                  <c:v>1.75</c:v>
                </c:pt>
                <c:pt idx="2625">
                  <c:v>1.75</c:v>
                </c:pt>
                <c:pt idx="2626">
                  <c:v>1.75</c:v>
                </c:pt>
                <c:pt idx="2627">
                  <c:v>1.75</c:v>
                </c:pt>
                <c:pt idx="2628">
                  <c:v>1.75</c:v>
                </c:pt>
                <c:pt idx="2629">
                  <c:v>1.75</c:v>
                </c:pt>
                <c:pt idx="2630">
                  <c:v>1.75</c:v>
                </c:pt>
                <c:pt idx="2631">
                  <c:v>1.75</c:v>
                </c:pt>
                <c:pt idx="2632">
                  <c:v>1.75</c:v>
                </c:pt>
                <c:pt idx="2633">
                  <c:v>1.75</c:v>
                </c:pt>
                <c:pt idx="2634">
                  <c:v>1.75</c:v>
                </c:pt>
                <c:pt idx="2635">
                  <c:v>1.75</c:v>
                </c:pt>
                <c:pt idx="2636">
                  <c:v>1.75</c:v>
                </c:pt>
                <c:pt idx="2637">
                  <c:v>1.75</c:v>
                </c:pt>
                <c:pt idx="2638">
                  <c:v>1.75</c:v>
                </c:pt>
                <c:pt idx="2639">
                  <c:v>1.75</c:v>
                </c:pt>
                <c:pt idx="2640">
                  <c:v>1.75</c:v>
                </c:pt>
                <c:pt idx="2641">
                  <c:v>1.75</c:v>
                </c:pt>
                <c:pt idx="2642">
                  <c:v>1.75</c:v>
                </c:pt>
                <c:pt idx="2643">
                  <c:v>1.75</c:v>
                </c:pt>
                <c:pt idx="2644">
                  <c:v>1.75</c:v>
                </c:pt>
                <c:pt idx="2645">
                  <c:v>1.75</c:v>
                </c:pt>
                <c:pt idx="2646">
                  <c:v>1.75</c:v>
                </c:pt>
                <c:pt idx="2647">
                  <c:v>1.75</c:v>
                </c:pt>
                <c:pt idx="2648">
                  <c:v>1.75</c:v>
                </c:pt>
                <c:pt idx="2649">
                  <c:v>1.75</c:v>
                </c:pt>
                <c:pt idx="2650">
                  <c:v>1.75</c:v>
                </c:pt>
                <c:pt idx="2651">
                  <c:v>1.75</c:v>
                </c:pt>
                <c:pt idx="2652">
                  <c:v>1.75</c:v>
                </c:pt>
                <c:pt idx="2653">
                  <c:v>1.75</c:v>
                </c:pt>
                <c:pt idx="2654">
                  <c:v>1.75</c:v>
                </c:pt>
                <c:pt idx="2655">
                  <c:v>1.75</c:v>
                </c:pt>
                <c:pt idx="2656">
                  <c:v>1.75</c:v>
                </c:pt>
                <c:pt idx="2657">
                  <c:v>1.75</c:v>
                </c:pt>
                <c:pt idx="2658">
                  <c:v>1.75</c:v>
                </c:pt>
                <c:pt idx="2659">
                  <c:v>1.75</c:v>
                </c:pt>
                <c:pt idx="2660">
                  <c:v>1.75</c:v>
                </c:pt>
                <c:pt idx="2661">
                  <c:v>1.75</c:v>
                </c:pt>
                <c:pt idx="2662">
                  <c:v>1.75</c:v>
                </c:pt>
                <c:pt idx="2663">
                  <c:v>1.75</c:v>
                </c:pt>
                <c:pt idx="2664">
                  <c:v>1.75</c:v>
                </c:pt>
                <c:pt idx="2665">
                  <c:v>1.75</c:v>
                </c:pt>
                <c:pt idx="2666">
                  <c:v>1.75</c:v>
                </c:pt>
                <c:pt idx="2667">
                  <c:v>1.75</c:v>
                </c:pt>
                <c:pt idx="2668">
                  <c:v>1.75</c:v>
                </c:pt>
                <c:pt idx="2669">
                  <c:v>1.75</c:v>
                </c:pt>
                <c:pt idx="2670">
                  <c:v>1.75</c:v>
                </c:pt>
                <c:pt idx="2671">
                  <c:v>1.75</c:v>
                </c:pt>
                <c:pt idx="2672">
                  <c:v>1.75</c:v>
                </c:pt>
                <c:pt idx="2673">
                  <c:v>1.75</c:v>
                </c:pt>
                <c:pt idx="2674">
                  <c:v>1.75</c:v>
                </c:pt>
                <c:pt idx="2675">
                  <c:v>1.75</c:v>
                </c:pt>
                <c:pt idx="2676">
                  <c:v>1.75</c:v>
                </c:pt>
                <c:pt idx="2677">
                  <c:v>1.75</c:v>
                </c:pt>
                <c:pt idx="2678">
                  <c:v>1.75</c:v>
                </c:pt>
                <c:pt idx="2679">
                  <c:v>1.75</c:v>
                </c:pt>
                <c:pt idx="2680">
                  <c:v>1.75</c:v>
                </c:pt>
                <c:pt idx="2681">
                  <c:v>1.75</c:v>
                </c:pt>
                <c:pt idx="2682">
                  <c:v>1.75</c:v>
                </c:pt>
                <c:pt idx="2683">
                  <c:v>1.75</c:v>
                </c:pt>
                <c:pt idx="2684">
                  <c:v>1.75</c:v>
                </c:pt>
                <c:pt idx="2685">
                  <c:v>1.75</c:v>
                </c:pt>
                <c:pt idx="2686">
                  <c:v>1.75</c:v>
                </c:pt>
                <c:pt idx="2687">
                  <c:v>1.75</c:v>
                </c:pt>
                <c:pt idx="2688">
                  <c:v>1.75</c:v>
                </c:pt>
                <c:pt idx="2689">
                  <c:v>1.75</c:v>
                </c:pt>
                <c:pt idx="2690">
                  <c:v>1.75</c:v>
                </c:pt>
                <c:pt idx="2691">
                  <c:v>1.75</c:v>
                </c:pt>
                <c:pt idx="2692">
                  <c:v>1.75</c:v>
                </c:pt>
                <c:pt idx="2693">
                  <c:v>1.75</c:v>
                </c:pt>
                <c:pt idx="2694">
                  <c:v>1.75</c:v>
                </c:pt>
                <c:pt idx="2695">
                  <c:v>1.75</c:v>
                </c:pt>
                <c:pt idx="2696">
                  <c:v>1.75</c:v>
                </c:pt>
                <c:pt idx="2697">
                  <c:v>1.75</c:v>
                </c:pt>
                <c:pt idx="2698">
                  <c:v>1.75</c:v>
                </c:pt>
                <c:pt idx="2699">
                  <c:v>1.75</c:v>
                </c:pt>
                <c:pt idx="2700">
                  <c:v>1.75</c:v>
                </c:pt>
                <c:pt idx="2701">
                  <c:v>1.75</c:v>
                </c:pt>
                <c:pt idx="2702">
                  <c:v>1.75</c:v>
                </c:pt>
                <c:pt idx="2703">
                  <c:v>1.75</c:v>
                </c:pt>
                <c:pt idx="2704">
                  <c:v>1.75</c:v>
                </c:pt>
                <c:pt idx="2705">
                  <c:v>1.75</c:v>
                </c:pt>
                <c:pt idx="2706">
                  <c:v>1.75</c:v>
                </c:pt>
                <c:pt idx="2707">
                  <c:v>1.75</c:v>
                </c:pt>
                <c:pt idx="2708">
                  <c:v>1.75</c:v>
                </c:pt>
                <c:pt idx="2709">
                  <c:v>1.75</c:v>
                </c:pt>
                <c:pt idx="2710">
                  <c:v>1.75</c:v>
                </c:pt>
                <c:pt idx="2711">
                  <c:v>1.75</c:v>
                </c:pt>
                <c:pt idx="2712">
                  <c:v>1.75</c:v>
                </c:pt>
                <c:pt idx="2713">
                  <c:v>1.75</c:v>
                </c:pt>
                <c:pt idx="2714">
                  <c:v>1.75</c:v>
                </c:pt>
                <c:pt idx="2715">
                  <c:v>1.75</c:v>
                </c:pt>
                <c:pt idx="2716">
                  <c:v>1.75</c:v>
                </c:pt>
                <c:pt idx="2717">
                  <c:v>1.75</c:v>
                </c:pt>
                <c:pt idx="2718">
                  <c:v>1.75</c:v>
                </c:pt>
                <c:pt idx="2719">
                  <c:v>1.75</c:v>
                </c:pt>
                <c:pt idx="2720">
                  <c:v>1.75</c:v>
                </c:pt>
                <c:pt idx="2721">
                  <c:v>1.75</c:v>
                </c:pt>
                <c:pt idx="2722">
                  <c:v>1.75</c:v>
                </c:pt>
                <c:pt idx="2723">
                  <c:v>1.75</c:v>
                </c:pt>
                <c:pt idx="2724">
                  <c:v>1.75</c:v>
                </c:pt>
                <c:pt idx="2725">
                  <c:v>1.75</c:v>
                </c:pt>
                <c:pt idx="2726">
                  <c:v>1.75</c:v>
                </c:pt>
                <c:pt idx="2727">
                  <c:v>1.75</c:v>
                </c:pt>
                <c:pt idx="2728">
                  <c:v>1.75</c:v>
                </c:pt>
                <c:pt idx="2729">
                  <c:v>1.75</c:v>
                </c:pt>
                <c:pt idx="2730">
                  <c:v>1.75</c:v>
                </c:pt>
                <c:pt idx="2731">
                  <c:v>1.75</c:v>
                </c:pt>
                <c:pt idx="2732">
                  <c:v>1.75</c:v>
                </c:pt>
                <c:pt idx="2733">
                  <c:v>1.75</c:v>
                </c:pt>
                <c:pt idx="2734">
                  <c:v>1.75</c:v>
                </c:pt>
                <c:pt idx="2735">
                  <c:v>1.75</c:v>
                </c:pt>
                <c:pt idx="2736">
                  <c:v>1.75</c:v>
                </c:pt>
                <c:pt idx="2737">
                  <c:v>1.75</c:v>
                </c:pt>
                <c:pt idx="2738">
                  <c:v>1.75</c:v>
                </c:pt>
                <c:pt idx="2739">
                  <c:v>1.75</c:v>
                </c:pt>
                <c:pt idx="2740">
                  <c:v>1.75</c:v>
                </c:pt>
                <c:pt idx="2741">
                  <c:v>1.75</c:v>
                </c:pt>
                <c:pt idx="2742">
                  <c:v>1.75</c:v>
                </c:pt>
                <c:pt idx="2743">
                  <c:v>1.75</c:v>
                </c:pt>
                <c:pt idx="2744">
                  <c:v>1.75</c:v>
                </c:pt>
                <c:pt idx="2745">
                  <c:v>1.75</c:v>
                </c:pt>
                <c:pt idx="2746">
                  <c:v>1.75</c:v>
                </c:pt>
                <c:pt idx="2747">
                  <c:v>1.75</c:v>
                </c:pt>
                <c:pt idx="2748">
                  <c:v>1.75</c:v>
                </c:pt>
                <c:pt idx="2749">
                  <c:v>1.75</c:v>
                </c:pt>
                <c:pt idx="2750">
                  <c:v>1.75</c:v>
                </c:pt>
                <c:pt idx="2751">
                  <c:v>1.75</c:v>
                </c:pt>
                <c:pt idx="2752">
                  <c:v>1.75</c:v>
                </c:pt>
                <c:pt idx="2753">
                  <c:v>1.75</c:v>
                </c:pt>
                <c:pt idx="2754">
                  <c:v>1.75</c:v>
                </c:pt>
                <c:pt idx="2755">
                  <c:v>1.75</c:v>
                </c:pt>
                <c:pt idx="2756">
                  <c:v>1.75</c:v>
                </c:pt>
                <c:pt idx="2757">
                  <c:v>1.75</c:v>
                </c:pt>
                <c:pt idx="2758">
                  <c:v>1.75</c:v>
                </c:pt>
                <c:pt idx="2759">
                  <c:v>1.75</c:v>
                </c:pt>
                <c:pt idx="2760">
                  <c:v>1.75</c:v>
                </c:pt>
                <c:pt idx="2761">
                  <c:v>1.75</c:v>
                </c:pt>
                <c:pt idx="2762">
                  <c:v>1.75</c:v>
                </c:pt>
                <c:pt idx="2763">
                  <c:v>1.75</c:v>
                </c:pt>
                <c:pt idx="2764">
                  <c:v>1.75</c:v>
                </c:pt>
                <c:pt idx="2765">
                  <c:v>1.75</c:v>
                </c:pt>
                <c:pt idx="2766">
                  <c:v>1.75</c:v>
                </c:pt>
                <c:pt idx="2767">
                  <c:v>1.75</c:v>
                </c:pt>
                <c:pt idx="2768">
                  <c:v>1.75</c:v>
                </c:pt>
                <c:pt idx="2769">
                  <c:v>1.75</c:v>
                </c:pt>
                <c:pt idx="2770">
                  <c:v>1.75</c:v>
                </c:pt>
                <c:pt idx="2771">
                  <c:v>1.75</c:v>
                </c:pt>
                <c:pt idx="2772">
                  <c:v>1.75</c:v>
                </c:pt>
                <c:pt idx="2773">
                  <c:v>1.75</c:v>
                </c:pt>
                <c:pt idx="2774">
                  <c:v>1.75</c:v>
                </c:pt>
                <c:pt idx="2775">
                  <c:v>1.75</c:v>
                </c:pt>
                <c:pt idx="2776">
                  <c:v>1.75</c:v>
                </c:pt>
                <c:pt idx="2777">
                  <c:v>1.75</c:v>
                </c:pt>
                <c:pt idx="2778">
                  <c:v>1.75</c:v>
                </c:pt>
                <c:pt idx="2779">
                  <c:v>1.75</c:v>
                </c:pt>
                <c:pt idx="2780">
                  <c:v>1.75</c:v>
                </c:pt>
                <c:pt idx="2781">
                  <c:v>1.75</c:v>
                </c:pt>
                <c:pt idx="2782">
                  <c:v>1.75</c:v>
                </c:pt>
                <c:pt idx="2783">
                  <c:v>1.75</c:v>
                </c:pt>
                <c:pt idx="2784">
                  <c:v>1.75</c:v>
                </c:pt>
                <c:pt idx="2785">
                  <c:v>1.75</c:v>
                </c:pt>
                <c:pt idx="2786">
                  <c:v>1.75</c:v>
                </c:pt>
                <c:pt idx="2787">
                  <c:v>1.75</c:v>
                </c:pt>
                <c:pt idx="2788">
                  <c:v>1.75</c:v>
                </c:pt>
                <c:pt idx="2789">
                  <c:v>1.75</c:v>
                </c:pt>
                <c:pt idx="2790">
                  <c:v>1.75</c:v>
                </c:pt>
                <c:pt idx="2791">
                  <c:v>1.75</c:v>
                </c:pt>
                <c:pt idx="2792">
                  <c:v>1.75</c:v>
                </c:pt>
                <c:pt idx="2793">
                  <c:v>1.75</c:v>
                </c:pt>
                <c:pt idx="2794">
                  <c:v>1.75</c:v>
                </c:pt>
                <c:pt idx="2795">
                  <c:v>1.75</c:v>
                </c:pt>
                <c:pt idx="2796">
                  <c:v>1.75</c:v>
                </c:pt>
                <c:pt idx="2797">
                  <c:v>1.75</c:v>
                </c:pt>
                <c:pt idx="2798">
                  <c:v>1.75</c:v>
                </c:pt>
                <c:pt idx="2799">
                  <c:v>1.75</c:v>
                </c:pt>
                <c:pt idx="2800">
                  <c:v>1.75</c:v>
                </c:pt>
                <c:pt idx="2801">
                  <c:v>1.75</c:v>
                </c:pt>
                <c:pt idx="2802">
                  <c:v>1.75</c:v>
                </c:pt>
                <c:pt idx="2803">
                  <c:v>1.75</c:v>
                </c:pt>
                <c:pt idx="2804">
                  <c:v>1.75</c:v>
                </c:pt>
                <c:pt idx="2805">
                  <c:v>1.75</c:v>
                </c:pt>
                <c:pt idx="2806">
                  <c:v>1.75</c:v>
                </c:pt>
                <c:pt idx="2807">
                  <c:v>1.75</c:v>
                </c:pt>
                <c:pt idx="2808">
                  <c:v>1.75</c:v>
                </c:pt>
                <c:pt idx="2809">
                  <c:v>1.75</c:v>
                </c:pt>
                <c:pt idx="2810">
                  <c:v>1.75</c:v>
                </c:pt>
                <c:pt idx="2811">
                  <c:v>1.75</c:v>
                </c:pt>
                <c:pt idx="2812">
                  <c:v>1.75</c:v>
                </c:pt>
                <c:pt idx="2813">
                  <c:v>1.75</c:v>
                </c:pt>
                <c:pt idx="2814">
                  <c:v>1.75</c:v>
                </c:pt>
                <c:pt idx="2815">
                  <c:v>1.75</c:v>
                </c:pt>
                <c:pt idx="2816">
                  <c:v>1.75</c:v>
                </c:pt>
                <c:pt idx="2817">
                  <c:v>1.75</c:v>
                </c:pt>
                <c:pt idx="2818">
                  <c:v>1.75</c:v>
                </c:pt>
                <c:pt idx="2819">
                  <c:v>1.75</c:v>
                </c:pt>
                <c:pt idx="2820">
                  <c:v>1.75</c:v>
                </c:pt>
                <c:pt idx="2821">
                  <c:v>1.75</c:v>
                </c:pt>
                <c:pt idx="2822">
                  <c:v>1.75</c:v>
                </c:pt>
                <c:pt idx="2823">
                  <c:v>1.75</c:v>
                </c:pt>
                <c:pt idx="2824">
                  <c:v>1.75</c:v>
                </c:pt>
                <c:pt idx="2825">
                  <c:v>1.75</c:v>
                </c:pt>
                <c:pt idx="2826">
                  <c:v>1.75</c:v>
                </c:pt>
                <c:pt idx="2827">
                  <c:v>1.75</c:v>
                </c:pt>
                <c:pt idx="2828">
                  <c:v>1.75</c:v>
                </c:pt>
                <c:pt idx="2829">
                  <c:v>1.75</c:v>
                </c:pt>
                <c:pt idx="2830">
                  <c:v>1.75</c:v>
                </c:pt>
                <c:pt idx="2831">
                  <c:v>1.75</c:v>
                </c:pt>
                <c:pt idx="2832">
                  <c:v>1.75</c:v>
                </c:pt>
                <c:pt idx="2833">
                  <c:v>1.75</c:v>
                </c:pt>
                <c:pt idx="2834">
                  <c:v>1.75</c:v>
                </c:pt>
                <c:pt idx="2835">
                  <c:v>1.75</c:v>
                </c:pt>
                <c:pt idx="2836">
                  <c:v>1.75</c:v>
                </c:pt>
                <c:pt idx="2837">
                  <c:v>1.75</c:v>
                </c:pt>
                <c:pt idx="2838">
                  <c:v>1.75</c:v>
                </c:pt>
                <c:pt idx="2839">
                  <c:v>1.75</c:v>
                </c:pt>
                <c:pt idx="2840">
                  <c:v>1.75</c:v>
                </c:pt>
                <c:pt idx="2841">
                  <c:v>1.75</c:v>
                </c:pt>
                <c:pt idx="2842">
                  <c:v>1.75</c:v>
                </c:pt>
                <c:pt idx="2843">
                  <c:v>1.75</c:v>
                </c:pt>
                <c:pt idx="2844">
                  <c:v>1.75</c:v>
                </c:pt>
                <c:pt idx="2845">
                  <c:v>1.75</c:v>
                </c:pt>
                <c:pt idx="2846">
                  <c:v>1.75</c:v>
                </c:pt>
                <c:pt idx="2847">
                  <c:v>1.75</c:v>
                </c:pt>
                <c:pt idx="2848">
                  <c:v>1.75</c:v>
                </c:pt>
                <c:pt idx="2849">
                  <c:v>1.75</c:v>
                </c:pt>
                <c:pt idx="2850">
                  <c:v>1.75</c:v>
                </c:pt>
                <c:pt idx="2851">
                  <c:v>1.75</c:v>
                </c:pt>
                <c:pt idx="2852">
                  <c:v>1.75</c:v>
                </c:pt>
                <c:pt idx="2853">
                  <c:v>1.75</c:v>
                </c:pt>
                <c:pt idx="2854">
                  <c:v>1.75</c:v>
                </c:pt>
                <c:pt idx="2855">
                  <c:v>1.75</c:v>
                </c:pt>
                <c:pt idx="2856">
                  <c:v>1.75</c:v>
                </c:pt>
                <c:pt idx="2857">
                  <c:v>1.75</c:v>
                </c:pt>
                <c:pt idx="2858">
                  <c:v>1.75</c:v>
                </c:pt>
                <c:pt idx="2859">
                  <c:v>1.75</c:v>
                </c:pt>
                <c:pt idx="2860">
                  <c:v>1.75</c:v>
                </c:pt>
                <c:pt idx="2861">
                  <c:v>1.75</c:v>
                </c:pt>
                <c:pt idx="2862">
                  <c:v>1.75</c:v>
                </c:pt>
                <c:pt idx="2863">
                  <c:v>1.75</c:v>
                </c:pt>
                <c:pt idx="2864">
                  <c:v>1.75</c:v>
                </c:pt>
                <c:pt idx="2865">
                  <c:v>1.75</c:v>
                </c:pt>
                <c:pt idx="2866">
                  <c:v>1.75</c:v>
                </c:pt>
                <c:pt idx="2867">
                  <c:v>1.75</c:v>
                </c:pt>
                <c:pt idx="2868">
                  <c:v>1.75</c:v>
                </c:pt>
                <c:pt idx="2869">
                  <c:v>1.75</c:v>
                </c:pt>
                <c:pt idx="2870">
                  <c:v>1.75</c:v>
                </c:pt>
                <c:pt idx="2871">
                  <c:v>1.75</c:v>
                </c:pt>
                <c:pt idx="2872">
                  <c:v>1.75</c:v>
                </c:pt>
                <c:pt idx="2873">
                  <c:v>1.75</c:v>
                </c:pt>
                <c:pt idx="2874">
                  <c:v>1.75</c:v>
                </c:pt>
                <c:pt idx="2875">
                  <c:v>1.75</c:v>
                </c:pt>
                <c:pt idx="2876">
                  <c:v>1.75</c:v>
                </c:pt>
                <c:pt idx="2877">
                  <c:v>1.75</c:v>
                </c:pt>
                <c:pt idx="2878">
                  <c:v>1.75</c:v>
                </c:pt>
                <c:pt idx="2879">
                  <c:v>1.75</c:v>
                </c:pt>
                <c:pt idx="2880">
                  <c:v>1.75</c:v>
                </c:pt>
                <c:pt idx="2881">
                  <c:v>1.75</c:v>
                </c:pt>
                <c:pt idx="2882">
                  <c:v>1.75</c:v>
                </c:pt>
                <c:pt idx="2883">
                  <c:v>1.75</c:v>
                </c:pt>
                <c:pt idx="2884">
                  <c:v>1.75</c:v>
                </c:pt>
                <c:pt idx="2885">
                  <c:v>1.75</c:v>
                </c:pt>
                <c:pt idx="2886">
                  <c:v>1.75</c:v>
                </c:pt>
                <c:pt idx="2887">
                  <c:v>1.75</c:v>
                </c:pt>
                <c:pt idx="2888">
                  <c:v>1.75</c:v>
                </c:pt>
                <c:pt idx="2889">
                  <c:v>1.75</c:v>
                </c:pt>
                <c:pt idx="2890">
                  <c:v>1.75</c:v>
                </c:pt>
                <c:pt idx="2891">
                  <c:v>1.75</c:v>
                </c:pt>
                <c:pt idx="2892">
                  <c:v>1.75</c:v>
                </c:pt>
                <c:pt idx="2893">
                  <c:v>1.75</c:v>
                </c:pt>
                <c:pt idx="2894">
                  <c:v>1.75</c:v>
                </c:pt>
                <c:pt idx="2895">
                  <c:v>1.75</c:v>
                </c:pt>
                <c:pt idx="2896">
                  <c:v>1.75</c:v>
                </c:pt>
                <c:pt idx="2897">
                  <c:v>1.75</c:v>
                </c:pt>
                <c:pt idx="2898">
                  <c:v>1.75</c:v>
                </c:pt>
                <c:pt idx="2899">
                  <c:v>1.75</c:v>
                </c:pt>
                <c:pt idx="2900">
                  <c:v>1.75</c:v>
                </c:pt>
                <c:pt idx="2901">
                  <c:v>1.75</c:v>
                </c:pt>
                <c:pt idx="2902">
                  <c:v>1.75</c:v>
                </c:pt>
                <c:pt idx="2903">
                  <c:v>1.75</c:v>
                </c:pt>
                <c:pt idx="2904">
                  <c:v>1.75</c:v>
                </c:pt>
                <c:pt idx="2905">
                  <c:v>1.75</c:v>
                </c:pt>
                <c:pt idx="2906">
                  <c:v>1.75</c:v>
                </c:pt>
                <c:pt idx="2907">
                  <c:v>1.75</c:v>
                </c:pt>
                <c:pt idx="2908">
                  <c:v>1.75</c:v>
                </c:pt>
                <c:pt idx="2909">
                  <c:v>1.75</c:v>
                </c:pt>
                <c:pt idx="2910">
                  <c:v>1.75</c:v>
                </c:pt>
                <c:pt idx="2911">
                  <c:v>1.75</c:v>
                </c:pt>
                <c:pt idx="2912">
                  <c:v>1.75</c:v>
                </c:pt>
                <c:pt idx="2913">
                  <c:v>1.75</c:v>
                </c:pt>
                <c:pt idx="2914">
                  <c:v>1.75</c:v>
                </c:pt>
                <c:pt idx="2915">
                  <c:v>1.75</c:v>
                </c:pt>
                <c:pt idx="2916">
                  <c:v>1.75</c:v>
                </c:pt>
                <c:pt idx="2917">
                  <c:v>1.75</c:v>
                </c:pt>
                <c:pt idx="2918">
                  <c:v>1.75</c:v>
                </c:pt>
                <c:pt idx="2919">
                  <c:v>1.75</c:v>
                </c:pt>
                <c:pt idx="2920">
                  <c:v>1.75</c:v>
                </c:pt>
                <c:pt idx="2921">
                  <c:v>1.75</c:v>
                </c:pt>
                <c:pt idx="2922">
                  <c:v>1.75</c:v>
                </c:pt>
                <c:pt idx="2923">
                  <c:v>1.75</c:v>
                </c:pt>
                <c:pt idx="2924">
                  <c:v>1.75</c:v>
                </c:pt>
                <c:pt idx="2925">
                  <c:v>1.75</c:v>
                </c:pt>
                <c:pt idx="2926">
                  <c:v>1.75</c:v>
                </c:pt>
                <c:pt idx="2927">
                  <c:v>1.75</c:v>
                </c:pt>
                <c:pt idx="2928">
                  <c:v>1.75</c:v>
                </c:pt>
                <c:pt idx="2929">
                  <c:v>1.75</c:v>
                </c:pt>
                <c:pt idx="2930">
                  <c:v>1.75</c:v>
                </c:pt>
                <c:pt idx="2931">
                  <c:v>1.75</c:v>
                </c:pt>
                <c:pt idx="2932">
                  <c:v>1.75</c:v>
                </c:pt>
                <c:pt idx="2933">
                  <c:v>1.75</c:v>
                </c:pt>
                <c:pt idx="2934">
                  <c:v>1.75</c:v>
                </c:pt>
                <c:pt idx="2935">
                  <c:v>1.75</c:v>
                </c:pt>
                <c:pt idx="2936">
                  <c:v>1.75</c:v>
                </c:pt>
                <c:pt idx="2937">
                  <c:v>1.75</c:v>
                </c:pt>
                <c:pt idx="2938">
                  <c:v>2</c:v>
                </c:pt>
                <c:pt idx="2939">
                  <c:v>2</c:v>
                </c:pt>
                <c:pt idx="2940">
                  <c:v>2</c:v>
                </c:pt>
                <c:pt idx="2941">
                  <c:v>2</c:v>
                </c:pt>
                <c:pt idx="2942">
                  <c:v>2</c:v>
                </c:pt>
                <c:pt idx="2943">
                  <c:v>2</c:v>
                </c:pt>
                <c:pt idx="2944">
                  <c:v>2</c:v>
                </c:pt>
                <c:pt idx="2945">
                  <c:v>2</c:v>
                </c:pt>
                <c:pt idx="2946">
                  <c:v>2</c:v>
                </c:pt>
                <c:pt idx="2947">
                  <c:v>2</c:v>
                </c:pt>
                <c:pt idx="2948">
                  <c:v>2</c:v>
                </c:pt>
                <c:pt idx="2949">
                  <c:v>2</c:v>
                </c:pt>
                <c:pt idx="2950">
                  <c:v>2</c:v>
                </c:pt>
                <c:pt idx="2951">
                  <c:v>2</c:v>
                </c:pt>
                <c:pt idx="2952">
                  <c:v>2</c:v>
                </c:pt>
                <c:pt idx="2953">
                  <c:v>2</c:v>
                </c:pt>
                <c:pt idx="2954">
                  <c:v>2</c:v>
                </c:pt>
                <c:pt idx="2955">
                  <c:v>2</c:v>
                </c:pt>
                <c:pt idx="2956">
                  <c:v>2</c:v>
                </c:pt>
                <c:pt idx="2957">
                  <c:v>2</c:v>
                </c:pt>
                <c:pt idx="2958">
                  <c:v>2</c:v>
                </c:pt>
                <c:pt idx="2959">
                  <c:v>2</c:v>
                </c:pt>
                <c:pt idx="2960">
                  <c:v>2</c:v>
                </c:pt>
                <c:pt idx="2961">
                  <c:v>2</c:v>
                </c:pt>
                <c:pt idx="2962">
                  <c:v>2</c:v>
                </c:pt>
                <c:pt idx="2963">
                  <c:v>2</c:v>
                </c:pt>
                <c:pt idx="2964">
                  <c:v>2</c:v>
                </c:pt>
                <c:pt idx="2965">
                  <c:v>2</c:v>
                </c:pt>
                <c:pt idx="2966">
                  <c:v>2</c:v>
                </c:pt>
                <c:pt idx="2967">
                  <c:v>2</c:v>
                </c:pt>
                <c:pt idx="2968">
                  <c:v>2</c:v>
                </c:pt>
                <c:pt idx="2969">
                  <c:v>2</c:v>
                </c:pt>
                <c:pt idx="2970">
                  <c:v>2</c:v>
                </c:pt>
                <c:pt idx="2971">
                  <c:v>2</c:v>
                </c:pt>
                <c:pt idx="2972">
                  <c:v>2</c:v>
                </c:pt>
                <c:pt idx="2973">
                  <c:v>2</c:v>
                </c:pt>
                <c:pt idx="2974">
                  <c:v>2</c:v>
                </c:pt>
                <c:pt idx="2975">
                  <c:v>2</c:v>
                </c:pt>
                <c:pt idx="2976">
                  <c:v>2</c:v>
                </c:pt>
                <c:pt idx="2977">
                  <c:v>2</c:v>
                </c:pt>
                <c:pt idx="2978">
                  <c:v>2</c:v>
                </c:pt>
                <c:pt idx="2979">
                  <c:v>2</c:v>
                </c:pt>
                <c:pt idx="2980">
                  <c:v>2</c:v>
                </c:pt>
                <c:pt idx="2981">
                  <c:v>2</c:v>
                </c:pt>
                <c:pt idx="2982">
                  <c:v>2</c:v>
                </c:pt>
                <c:pt idx="2983">
                  <c:v>2</c:v>
                </c:pt>
                <c:pt idx="2984">
                  <c:v>2</c:v>
                </c:pt>
                <c:pt idx="2985">
                  <c:v>2</c:v>
                </c:pt>
                <c:pt idx="2986">
                  <c:v>2</c:v>
                </c:pt>
                <c:pt idx="2987">
                  <c:v>2</c:v>
                </c:pt>
                <c:pt idx="2988">
                  <c:v>2</c:v>
                </c:pt>
                <c:pt idx="2989">
                  <c:v>2</c:v>
                </c:pt>
                <c:pt idx="2990">
                  <c:v>2</c:v>
                </c:pt>
                <c:pt idx="2991">
                  <c:v>2</c:v>
                </c:pt>
                <c:pt idx="2992">
                  <c:v>2</c:v>
                </c:pt>
                <c:pt idx="2993">
                  <c:v>2</c:v>
                </c:pt>
                <c:pt idx="2994">
                  <c:v>2</c:v>
                </c:pt>
                <c:pt idx="2995">
                  <c:v>2</c:v>
                </c:pt>
                <c:pt idx="2996">
                  <c:v>2</c:v>
                </c:pt>
                <c:pt idx="2997">
                  <c:v>2</c:v>
                </c:pt>
                <c:pt idx="2998">
                  <c:v>2</c:v>
                </c:pt>
                <c:pt idx="2999">
                  <c:v>2</c:v>
                </c:pt>
                <c:pt idx="3000">
                  <c:v>2</c:v>
                </c:pt>
                <c:pt idx="3001">
                  <c:v>2</c:v>
                </c:pt>
                <c:pt idx="3002">
                  <c:v>2</c:v>
                </c:pt>
                <c:pt idx="3003">
                  <c:v>2.25</c:v>
                </c:pt>
                <c:pt idx="3004">
                  <c:v>2.25</c:v>
                </c:pt>
                <c:pt idx="3005">
                  <c:v>2.25</c:v>
                </c:pt>
                <c:pt idx="3006">
                  <c:v>2.25</c:v>
                </c:pt>
                <c:pt idx="3007">
                  <c:v>2.25</c:v>
                </c:pt>
                <c:pt idx="3008">
                  <c:v>2.25</c:v>
                </c:pt>
                <c:pt idx="3009">
                  <c:v>2.25</c:v>
                </c:pt>
                <c:pt idx="3010">
                  <c:v>2.25</c:v>
                </c:pt>
                <c:pt idx="3011">
                  <c:v>2.25</c:v>
                </c:pt>
                <c:pt idx="3012">
                  <c:v>2.25</c:v>
                </c:pt>
                <c:pt idx="3013">
                  <c:v>2.25</c:v>
                </c:pt>
                <c:pt idx="3014">
                  <c:v>2.25</c:v>
                </c:pt>
                <c:pt idx="3015">
                  <c:v>2.25</c:v>
                </c:pt>
                <c:pt idx="3016">
                  <c:v>2.25</c:v>
                </c:pt>
                <c:pt idx="3017">
                  <c:v>2.25</c:v>
                </c:pt>
                <c:pt idx="3018">
                  <c:v>2.25</c:v>
                </c:pt>
                <c:pt idx="3019">
                  <c:v>2.25</c:v>
                </c:pt>
                <c:pt idx="3020">
                  <c:v>2.25</c:v>
                </c:pt>
                <c:pt idx="3021">
                  <c:v>2.25</c:v>
                </c:pt>
                <c:pt idx="3022">
                  <c:v>2.25</c:v>
                </c:pt>
                <c:pt idx="3023">
                  <c:v>2.25</c:v>
                </c:pt>
                <c:pt idx="3024">
                  <c:v>2.25</c:v>
                </c:pt>
                <c:pt idx="3025">
                  <c:v>2.25</c:v>
                </c:pt>
                <c:pt idx="3026">
                  <c:v>2.25</c:v>
                </c:pt>
                <c:pt idx="3027">
                  <c:v>2.25</c:v>
                </c:pt>
                <c:pt idx="3028">
                  <c:v>2.25</c:v>
                </c:pt>
                <c:pt idx="3029">
                  <c:v>2.25</c:v>
                </c:pt>
                <c:pt idx="3030">
                  <c:v>2.25</c:v>
                </c:pt>
                <c:pt idx="3031">
                  <c:v>2.25</c:v>
                </c:pt>
                <c:pt idx="3032">
                  <c:v>2.25</c:v>
                </c:pt>
                <c:pt idx="3033">
                  <c:v>2.25</c:v>
                </c:pt>
                <c:pt idx="3034">
                  <c:v>2.25</c:v>
                </c:pt>
                <c:pt idx="3035">
                  <c:v>2.25</c:v>
                </c:pt>
                <c:pt idx="3036">
                  <c:v>2.25</c:v>
                </c:pt>
                <c:pt idx="3037">
                  <c:v>2.25</c:v>
                </c:pt>
                <c:pt idx="3038">
                  <c:v>2.25</c:v>
                </c:pt>
                <c:pt idx="3039">
                  <c:v>2.25</c:v>
                </c:pt>
                <c:pt idx="3040">
                  <c:v>2.25</c:v>
                </c:pt>
                <c:pt idx="3041">
                  <c:v>2.25</c:v>
                </c:pt>
                <c:pt idx="3042">
                  <c:v>2.25</c:v>
                </c:pt>
                <c:pt idx="3043">
                  <c:v>2.25</c:v>
                </c:pt>
                <c:pt idx="3044">
                  <c:v>2.25</c:v>
                </c:pt>
                <c:pt idx="3045">
                  <c:v>2.25</c:v>
                </c:pt>
                <c:pt idx="3046">
                  <c:v>2.25</c:v>
                </c:pt>
                <c:pt idx="3047">
                  <c:v>2.25</c:v>
                </c:pt>
                <c:pt idx="3048">
                  <c:v>2.25</c:v>
                </c:pt>
                <c:pt idx="3049">
                  <c:v>2.25</c:v>
                </c:pt>
                <c:pt idx="3050">
                  <c:v>2.25</c:v>
                </c:pt>
                <c:pt idx="3051">
                  <c:v>2.25</c:v>
                </c:pt>
                <c:pt idx="3052">
                  <c:v>2.25</c:v>
                </c:pt>
                <c:pt idx="3053">
                  <c:v>2.25</c:v>
                </c:pt>
                <c:pt idx="3054">
                  <c:v>2.25</c:v>
                </c:pt>
                <c:pt idx="3055">
                  <c:v>2.25</c:v>
                </c:pt>
                <c:pt idx="3056">
                  <c:v>2.25</c:v>
                </c:pt>
                <c:pt idx="3057">
                  <c:v>2.25</c:v>
                </c:pt>
                <c:pt idx="3058">
                  <c:v>2.25</c:v>
                </c:pt>
                <c:pt idx="3059">
                  <c:v>2.25</c:v>
                </c:pt>
                <c:pt idx="3060">
                  <c:v>2.25</c:v>
                </c:pt>
                <c:pt idx="3061">
                  <c:v>2.25</c:v>
                </c:pt>
                <c:pt idx="3062">
                  <c:v>2.25</c:v>
                </c:pt>
                <c:pt idx="3063">
                  <c:v>2.25</c:v>
                </c:pt>
                <c:pt idx="3064">
                  <c:v>2.25</c:v>
                </c:pt>
                <c:pt idx="3065">
                  <c:v>2.25</c:v>
                </c:pt>
                <c:pt idx="3066">
                  <c:v>2.25</c:v>
                </c:pt>
                <c:pt idx="3067">
                  <c:v>2.25</c:v>
                </c:pt>
                <c:pt idx="3068">
                  <c:v>2.25</c:v>
                </c:pt>
                <c:pt idx="3069">
                  <c:v>2.25</c:v>
                </c:pt>
                <c:pt idx="3070">
                  <c:v>2.25</c:v>
                </c:pt>
                <c:pt idx="3071">
                  <c:v>2.25</c:v>
                </c:pt>
                <c:pt idx="3072">
                  <c:v>2.25</c:v>
                </c:pt>
                <c:pt idx="3073">
                  <c:v>2.25</c:v>
                </c:pt>
                <c:pt idx="3074">
                  <c:v>2.25</c:v>
                </c:pt>
                <c:pt idx="3075">
                  <c:v>2.25</c:v>
                </c:pt>
                <c:pt idx="3076">
                  <c:v>2.25</c:v>
                </c:pt>
                <c:pt idx="3077">
                  <c:v>2.25</c:v>
                </c:pt>
                <c:pt idx="3078">
                  <c:v>2.25</c:v>
                </c:pt>
                <c:pt idx="3079">
                  <c:v>2.25</c:v>
                </c:pt>
                <c:pt idx="3080">
                  <c:v>2.25</c:v>
                </c:pt>
                <c:pt idx="3081">
                  <c:v>2.25</c:v>
                </c:pt>
                <c:pt idx="3082">
                  <c:v>2.25</c:v>
                </c:pt>
                <c:pt idx="3083">
                  <c:v>2.25</c:v>
                </c:pt>
                <c:pt idx="3084">
                  <c:v>2.25</c:v>
                </c:pt>
                <c:pt idx="3085">
                  <c:v>2.25</c:v>
                </c:pt>
                <c:pt idx="3086">
                  <c:v>2.25</c:v>
                </c:pt>
                <c:pt idx="3087">
                  <c:v>2.25</c:v>
                </c:pt>
                <c:pt idx="3088">
                  <c:v>2.25</c:v>
                </c:pt>
                <c:pt idx="3089">
                  <c:v>2</c:v>
                </c:pt>
                <c:pt idx="3090">
                  <c:v>2</c:v>
                </c:pt>
                <c:pt idx="3091">
                  <c:v>2</c:v>
                </c:pt>
                <c:pt idx="3092">
                  <c:v>2</c:v>
                </c:pt>
                <c:pt idx="3093">
                  <c:v>2</c:v>
                </c:pt>
                <c:pt idx="3094">
                  <c:v>2</c:v>
                </c:pt>
                <c:pt idx="3095">
                  <c:v>2</c:v>
                </c:pt>
                <c:pt idx="3096">
                  <c:v>2</c:v>
                </c:pt>
                <c:pt idx="3097">
                  <c:v>2</c:v>
                </c:pt>
                <c:pt idx="3098">
                  <c:v>2</c:v>
                </c:pt>
                <c:pt idx="3099">
                  <c:v>2</c:v>
                </c:pt>
                <c:pt idx="3100">
                  <c:v>2</c:v>
                </c:pt>
                <c:pt idx="3101">
                  <c:v>2</c:v>
                </c:pt>
                <c:pt idx="3102">
                  <c:v>2</c:v>
                </c:pt>
                <c:pt idx="3103">
                  <c:v>2</c:v>
                </c:pt>
                <c:pt idx="3104">
                  <c:v>2</c:v>
                </c:pt>
                <c:pt idx="3105">
                  <c:v>2</c:v>
                </c:pt>
                <c:pt idx="3106">
                  <c:v>2</c:v>
                </c:pt>
                <c:pt idx="3107">
                  <c:v>2</c:v>
                </c:pt>
                <c:pt idx="3108">
                  <c:v>2</c:v>
                </c:pt>
                <c:pt idx="3109">
                  <c:v>2</c:v>
                </c:pt>
                <c:pt idx="3110">
                  <c:v>2</c:v>
                </c:pt>
                <c:pt idx="3111">
                  <c:v>2</c:v>
                </c:pt>
                <c:pt idx="3112">
                  <c:v>2</c:v>
                </c:pt>
                <c:pt idx="3113">
                  <c:v>1.75</c:v>
                </c:pt>
                <c:pt idx="3114">
                  <c:v>1.75</c:v>
                </c:pt>
                <c:pt idx="3115">
                  <c:v>1.75</c:v>
                </c:pt>
                <c:pt idx="3116">
                  <c:v>1.75</c:v>
                </c:pt>
                <c:pt idx="3117">
                  <c:v>1.75</c:v>
                </c:pt>
                <c:pt idx="3118">
                  <c:v>1.75</c:v>
                </c:pt>
                <c:pt idx="3119">
                  <c:v>1.75</c:v>
                </c:pt>
                <c:pt idx="3120">
                  <c:v>1.75</c:v>
                </c:pt>
                <c:pt idx="3121">
                  <c:v>1.75</c:v>
                </c:pt>
                <c:pt idx="3122">
                  <c:v>1.75</c:v>
                </c:pt>
                <c:pt idx="3123">
                  <c:v>1.75</c:v>
                </c:pt>
                <c:pt idx="3124">
                  <c:v>1.75</c:v>
                </c:pt>
                <c:pt idx="3125">
                  <c:v>1.75</c:v>
                </c:pt>
                <c:pt idx="3126">
                  <c:v>1.75</c:v>
                </c:pt>
                <c:pt idx="3127">
                  <c:v>1.75</c:v>
                </c:pt>
                <c:pt idx="3128">
                  <c:v>1.75</c:v>
                </c:pt>
                <c:pt idx="3129">
                  <c:v>1.75</c:v>
                </c:pt>
                <c:pt idx="3130">
                  <c:v>1.75</c:v>
                </c:pt>
                <c:pt idx="3131">
                  <c:v>1.75</c:v>
                </c:pt>
                <c:pt idx="3132">
                  <c:v>1.75</c:v>
                </c:pt>
                <c:pt idx="3133">
                  <c:v>1.75</c:v>
                </c:pt>
                <c:pt idx="3134">
                  <c:v>1.75</c:v>
                </c:pt>
                <c:pt idx="3135">
                  <c:v>1.75</c:v>
                </c:pt>
                <c:pt idx="3136">
                  <c:v>1.75</c:v>
                </c:pt>
                <c:pt idx="3137">
                  <c:v>1.75</c:v>
                </c:pt>
                <c:pt idx="3138">
                  <c:v>1.75</c:v>
                </c:pt>
                <c:pt idx="3139">
                  <c:v>1.75</c:v>
                </c:pt>
                <c:pt idx="3140">
                  <c:v>1.75</c:v>
                </c:pt>
                <c:pt idx="3141">
                  <c:v>1.75</c:v>
                </c:pt>
                <c:pt idx="3142">
                  <c:v>1.75</c:v>
                </c:pt>
                <c:pt idx="3143">
                  <c:v>1.75</c:v>
                </c:pt>
                <c:pt idx="3144">
                  <c:v>1.75</c:v>
                </c:pt>
                <c:pt idx="3145">
                  <c:v>1.75</c:v>
                </c:pt>
                <c:pt idx="3146">
                  <c:v>1.75</c:v>
                </c:pt>
                <c:pt idx="3147">
                  <c:v>1.75</c:v>
                </c:pt>
                <c:pt idx="3148">
                  <c:v>1.75</c:v>
                </c:pt>
                <c:pt idx="3149">
                  <c:v>1.75</c:v>
                </c:pt>
                <c:pt idx="3150">
                  <c:v>1.75</c:v>
                </c:pt>
                <c:pt idx="3151">
                  <c:v>1.75</c:v>
                </c:pt>
                <c:pt idx="3152">
                  <c:v>1.75</c:v>
                </c:pt>
                <c:pt idx="3153">
                  <c:v>1.75</c:v>
                </c:pt>
                <c:pt idx="3154">
                  <c:v>1.75</c:v>
                </c:pt>
                <c:pt idx="3155">
                  <c:v>1.75</c:v>
                </c:pt>
                <c:pt idx="3156">
                  <c:v>1.75</c:v>
                </c:pt>
                <c:pt idx="3157">
                  <c:v>1.75</c:v>
                </c:pt>
                <c:pt idx="3158">
                  <c:v>1.75</c:v>
                </c:pt>
                <c:pt idx="3159">
                  <c:v>1.75</c:v>
                </c:pt>
                <c:pt idx="3160">
                  <c:v>1.75</c:v>
                </c:pt>
                <c:pt idx="3161">
                  <c:v>1.75</c:v>
                </c:pt>
                <c:pt idx="3162">
                  <c:v>1.75</c:v>
                </c:pt>
                <c:pt idx="3163">
                  <c:v>1.75</c:v>
                </c:pt>
                <c:pt idx="3164">
                  <c:v>1.75</c:v>
                </c:pt>
                <c:pt idx="3165">
                  <c:v>1.75</c:v>
                </c:pt>
                <c:pt idx="3166">
                  <c:v>1.75</c:v>
                </c:pt>
                <c:pt idx="3167">
                  <c:v>1.75</c:v>
                </c:pt>
                <c:pt idx="3168">
                  <c:v>1.75</c:v>
                </c:pt>
                <c:pt idx="3169">
                  <c:v>1.75</c:v>
                </c:pt>
                <c:pt idx="3170">
                  <c:v>1.75</c:v>
                </c:pt>
                <c:pt idx="3171">
                  <c:v>1.75</c:v>
                </c:pt>
                <c:pt idx="3172">
                  <c:v>1.75</c:v>
                </c:pt>
                <c:pt idx="3173">
                  <c:v>1.75</c:v>
                </c:pt>
                <c:pt idx="3174">
                  <c:v>1.75</c:v>
                </c:pt>
                <c:pt idx="3175">
                  <c:v>1.75</c:v>
                </c:pt>
                <c:pt idx="3176">
                  <c:v>1.75</c:v>
                </c:pt>
                <c:pt idx="3177">
                  <c:v>1.75</c:v>
                </c:pt>
                <c:pt idx="3178">
                  <c:v>1.75</c:v>
                </c:pt>
                <c:pt idx="3179">
                  <c:v>1.75</c:v>
                </c:pt>
                <c:pt idx="3180">
                  <c:v>1.75</c:v>
                </c:pt>
                <c:pt idx="3181">
                  <c:v>1.75</c:v>
                </c:pt>
                <c:pt idx="3182">
                  <c:v>1.75</c:v>
                </c:pt>
                <c:pt idx="3183">
                  <c:v>1.75</c:v>
                </c:pt>
                <c:pt idx="3184">
                  <c:v>1.75</c:v>
                </c:pt>
                <c:pt idx="3185">
                  <c:v>1.75</c:v>
                </c:pt>
                <c:pt idx="3186">
                  <c:v>1.75</c:v>
                </c:pt>
                <c:pt idx="3187">
                  <c:v>1.75</c:v>
                </c:pt>
                <c:pt idx="3188">
                  <c:v>1.75</c:v>
                </c:pt>
                <c:pt idx="3189">
                  <c:v>1.75</c:v>
                </c:pt>
                <c:pt idx="3190">
                  <c:v>1.75</c:v>
                </c:pt>
                <c:pt idx="3191">
                  <c:v>1.75</c:v>
                </c:pt>
                <c:pt idx="3192">
                  <c:v>1.75</c:v>
                </c:pt>
                <c:pt idx="3193">
                  <c:v>1.75</c:v>
                </c:pt>
                <c:pt idx="3194">
                  <c:v>1.75</c:v>
                </c:pt>
                <c:pt idx="3195">
                  <c:v>1.75</c:v>
                </c:pt>
                <c:pt idx="3196">
                  <c:v>1.75</c:v>
                </c:pt>
                <c:pt idx="3197">
                  <c:v>1.75</c:v>
                </c:pt>
                <c:pt idx="3198">
                  <c:v>1.75</c:v>
                </c:pt>
                <c:pt idx="3199">
                  <c:v>1.75</c:v>
                </c:pt>
                <c:pt idx="3200">
                  <c:v>1.75</c:v>
                </c:pt>
                <c:pt idx="3201">
                  <c:v>1.75</c:v>
                </c:pt>
                <c:pt idx="3202">
                  <c:v>1.75</c:v>
                </c:pt>
                <c:pt idx="3203">
                  <c:v>1.75</c:v>
                </c:pt>
                <c:pt idx="3204">
                  <c:v>1.75</c:v>
                </c:pt>
                <c:pt idx="3205">
                  <c:v>1.75</c:v>
                </c:pt>
                <c:pt idx="3206">
                  <c:v>1.75</c:v>
                </c:pt>
                <c:pt idx="3207">
                  <c:v>1.75</c:v>
                </c:pt>
                <c:pt idx="3208">
                  <c:v>1.75</c:v>
                </c:pt>
                <c:pt idx="3209">
                  <c:v>1.75</c:v>
                </c:pt>
                <c:pt idx="3210">
                  <c:v>1.75</c:v>
                </c:pt>
                <c:pt idx="3211">
                  <c:v>1.75</c:v>
                </c:pt>
                <c:pt idx="3212">
                  <c:v>1.75</c:v>
                </c:pt>
                <c:pt idx="3213">
                  <c:v>1.75</c:v>
                </c:pt>
                <c:pt idx="3214">
                  <c:v>1.75</c:v>
                </c:pt>
                <c:pt idx="3215">
                  <c:v>1.75</c:v>
                </c:pt>
                <c:pt idx="3216">
                  <c:v>1.75</c:v>
                </c:pt>
                <c:pt idx="3217">
                  <c:v>1.75</c:v>
                </c:pt>
                <c:pt idx="3218">
                  <c:v>1.75</c:v>
                </c:pt>
                <c:pt idx="3219">
                  <c:v>1.75</c:v>
                </c:pt>
                <c:pt idx="3220">
                  <c:v>1.75</c:v>
                </c:pt>
                <c:pt idx="3221">
                  <c:v>1.75</c:v>
                </c:pt>
                <c:pt idx="3222">
                  <c:v>1.75</c:v>
                </c:pt>
                <c:pt idx="3223">
                  <c:v>1.75</c:v>
                </c:pt>
                <c:pt idx="3224">
                  <c:v>1.75</c:v>
                </c:pt>
                <c:pt idx="3225">
                  <c:v>1.75</c:v>
                </c:pt>
                <c:pt idx="3226">
                  <c:v>1.75</c:v>
                </c:pt>
                <c:pt idx="3227">
                  <c:v>1.75</c:v>
                </c:pt>
                <c:pt idx="3228">
                  <c:v>1.75</c:v>
                </c:pt>
                <c:pt idx="3229">
                  <c:v>1.75</c:v>
                </c:pt>
                <c:pt idx="3230">
                  <c:v>1.75</c:v>
                </c:pt>
                <c:pt idx="3231">
                  <c:v>1.75</c:v>
                </c:pt>
                <c:pt idx="3232">
                  <c:v>1.75</c:v>
                </c:pt>
                <c:pt idx="3233">
                  <c:v>1.75</c:v>
                </c:pt>
                <c:pt idx="3234">
                  <c:v>1.75</c:v>
                </c:pt>
                <c:pt idx="3235">
                  <c:v>1.75</c:v>
                </c:pt>
                <c:pt idx="3236">
                  <c:v>1.75</c:v>
                </c:pt>
                <c:pt idx="3237">
                  <c:v>1.75</c:v>
                </c:pt>
                <c:pt idx="3238">
                  <c:v>1.75</c:v>
                </c:pt>
                <c:pt idx="3239">
                  <c:v>1.75</c:v>
                </c:pt>
                <c:pt idx="3240">
                  <c:v>1.75</c:v>
                </c:pt>
                <c:pt idx="3241">
                  <c:v>1.75</c:v>
                </c:pt>
                <c:pt idx="3242">
                  <c:v>1.75</c:v>
                </c:pt>
                <c:pt idx="3243">
                  <c:v>1.75</c:v>
                </c:pt>
                <c:pt idx="3244">
                  <c:v>1.75</c:v>
                </c:pt>
                <c:pt idx="3245">
                  <c:v>1.75</c:v>
                </c:pt>
                <c:pt idx="3246">
                  <c:v>1.75</c:v>
                </c:pt>
                <c:pt idx="3247">
                  <c:v>1.75</c:v>
                </c:pt>
                <c:pt idx="3248">
                  <c:v>1.75</c:v>
                </c:pt>
                <c:pt idx="3249">
                  <c:v>1.75</c:v>
                </c:pt>
                <c:pt idx="3250">
                  <c:v>1.75</c:v>
                </c:pt>
                <c:pt idx="3251">
                  <c:v>1.75</c:v>
                </c:pt>
                <c:pt idx="3252">
                  <c:v>1.75</c:v>
                </c:pt>
                <c:pt idx="3253">
                  <c:v>1.75</c:v>
                </c:pt>
                <c:pt idx="3254">
                  <c:v>1.75</c:v>
                </c:pt>
                <c:pt idx="3255">
                  <c:v>1.75</c:v>
                </c:pt>
                <c:pt idx="3256">
                  <c:v>1.75</c:v>
                </c:pt>
                <c:pt idx="3257">
                  <c:v>1.75</c:v>
                </c:pt>
                <c:pt idx="3258">
                  <c:v>1.75</c:v>
                </c:pt>
                <c:pt idx="3259">
                  <c:v>1.75</c:v>
                </c:pt>
                <c:pt idx="3260">
                  <c:v>1.75</c:v>
                </c:pt>
                <c:pt idx="3261">
                  <c:v>1.75</c:v>
                </c:pt>
                <c:pt idx="3262">
                  <c:v>1.75</c:v>
                </c:pt>
                <c:pt idx="3263">
                  <c:v>1.5</c:v>
                </c:pt>
                <c:pt idx="3264">
                  <c:v>1.5</c:v>
                </c:pt>
                <c:pt idx="3265">
                  <c:v>1.5</c:v>
                </c:pt>
                <c:pt idx="3266">
                  <c:v>1.5</c:v>
                </c:pt>
                <c:pt idx="3267">
                  <c:v>1.5</c:v>
                </c:pt>
                <c:pt idx="3268">
                  <c:v>1.5</c:v>
                </c:pt>
                <c:pt idx="3269">
                  <c:v>1.5</c:v>
                </c:pt>
                <c:pt idx="3270">
                  <c:v>1.5</c:v>
                </c:pt>
                <c:pt idx="3271">
                  <c:v>1.5</c:v>
                </c:pt>
                <c:pt idx="3272">
                  <c:v>1.5</c:v>
                </c:pt>
                <c:pt idx="3273">
                  <c:v>1.5</c:v>
                </c:pt>
                <c:pt idx="3274">
                  <c:v>1.5</c:v>
                </c:pt>
                <c:pt idx="3275">
                  <c:v>1.5</c:v>
                </c:pt>
                <c:pt idx="3276">
                  <c:v>1.5</c:v>
                </c:pt>
                <c:pt idx="3277">
                  <c:v>1.5</c:v>
                </c:pt>
                <c:pt idx="3278">
                  <c:v>1.5</c:v>
                </c:pt>
                <c:pt idx="3279">
                  <c:v>1.5</c:v>
                </c:pt>
                <c:pt idx="3280">
                  <c:v>1.5</c:v>
                </c:pt>
                <c:pt idx="3281">
                  <c:v>1.5</c:v>
                </c:pt>
                <c:pt idx="3282">
                  <c:v>1.5</c:v>
                </c:pt>
                <c:pt idx="3283">
                  <c:v>1.5</c:v>
                </c:pt>
                <c:pt idx="3284">
                  <c:v>1.5</c:v>
                </c:pt>
                <c:pt idx="3285">
                  <c:v>1.5</c:v>
                </c:pt>
                <c:pt idx="3286">
                  <c:v>1.5</c:v>
                </c:pt>
                <c:pt idx="3287">
                  <c:v>1.5</c:v>
                </c:pt>
                <c:pt idx="3288">
                  <c:v>1.5</c:v>
                </c:pt>
                <c:pt idx="3289">
                  <c:v>1.5</c:v>
                </c:pt>
                <c:pt idx="3290">
                  <c:v>1.5</c:v>
                </c:pt>
                <c:pt idx="3291">
                  <c:v>1.5</c:v>
                </c:pt>
                <c:pt idx="3292">
                  <c:v>1.5</c:v>
                </c:pt>
                <c:pt idx="3293">
                  <c:v>1.5</c:v>
                </c:pt>
                <c:pt idx="3294">
                  <c:v>1.5</c:v>
                </c:pt>
                <c:pt idx="3295">
                  <c:v>1.5</c:v>
                </c:pt>
                <c:pt idx="3296">
                  <c:v>1.5</c:v>
                </c:pt>
                <c:pt idx="3297">
                  <c:v>1.5</c:v>
                </c:pt>
                <c:pt idx="3298">
                  <c:v>1.5</c:v>
                </c:pt>
                <c:pt idx="3299">
                  <c:v>1.5</c:v>
                </c:pt>
                <c:pt idx="3300">
                  <c:v>1.5</c:v>
                </c:pt>
                <c:pt idx="3301">
                  <c:v>1.5</c:v>
                </c:pt>
                <c:pt idx="3302">
                  <c:v>1.5</c:v>
                </c:pt>
                <c:pt idx="3303">
                  <c:v>1.5</c:v>
                </c:pt>
                <c:pt idx="3304">
                  <c:v>1.5</c:v>
                </c:pt>
                <c:pt idx="3305">
                  <c:v>1.5</c:v>
                </c:pt>
                <c:pt idx="3306">
                  <c:v>1.5</c:v>
                </c:pt>
                <c:pt idx="3307">
                  <c:v>1.5</c:v>
                </c:pt>
                <c:pt idx="3308">
                  <c:v>1.5</c:v>
                </c:pt>
                <c:pt idx="3309">
                  <c:v>1.5</c:v>
                </c:pt>
                <c:pt idx="3310">
                  <c:v>1.5</c:v>
                </c:pt>
                <c:pt idx="3311">
                  <c:v>1.5</c:v>
                </c:pt>
                <c:pt idx="3312">
                  <c:v>1.5</c:v>
                </c:pt>
                <c:pt idx="3313">
                  <c:v>1.5</c:v>
                </c:pt>
                <c:pt idx="3314">
                  <c:v>1.5</c:v>
                </c:pt>
                <c:pt idx="3315">
                  <c:v>1.5</c:v>
                </c:pt>
                <c:pt idx="3316">
                  <c:v>1.5</c:v>
                </c:pt>
                <c:pt idx="3317">
                  <c:v>1.5</c:v>
                </c:pt>
                <c:pt idx="3318">
                  <c:v>1.5</c:v>
                </c:pt>
                <c:pt idx="3319">
                  <c:v>1.5</c:v>
                </c:pt>
                <c:pt idx="3320">
                  <c:v>1.5</c:v>
                </c:pt>
                <c:pt idx="3321">
                  <c:v>1.5</c:v>
                </c:pt>
                <c:pt idx="3322">
                  <c:v>1.5</c:v>
                </c:pt>
                <c:pt idx="3323">
                  <c:v>1.5</c:v>
                </c:pt>
                <c:pt idx="3324">
                  <c:v>1.5</c:v>
                </c:pt>
                <c:pt idx="3325">
                  <c:v>1.5</c:v>
                </c:pt>
                <c:pt idx="3326">
                  <c:v>1.5</c:v>
                </c:pt>
                <c:pt idx="3327">
                  <c:v>1.5</c:v>
                </c:pt>
                <c:pt idx="3328">
                  <c:v>1.5</c:v>
                </c:pt>
                <c:pt idx="3329">
                  <c:v>1.5</c:v>
                </c:pt>
                <c:pt idx="3330">
                  <c:v>1.5</c:v>
                </c:pt>
                <c:pt idx="3331">
                  <c:v>1.5</c:v>
                </c:pt>
                <c:pt idx="3332">
                  <c:v>1.5</c:v>
                </c:pt>
                <c:pt idx="3333">
                  <c:v>1.5</c:v>
                </c:pt>
                <c:pt idx="3334">
                  <c:v>1.5</c:v>
                </c:pt>
                <c:pt idx="3335">
                  <c:v>1.5</c:v>
                </c:pt>
                <c:pt idx="3336">
                  <c:v>1.5</c:v>
                </c:pt>
                <c:pt idx="3337">
                  <c:v>1.5</c:v>
                </c:pt>
                <c:pt idx="3338">
                  <c:v>1.5</c:v>
                </c:pt>
                <c:pt idx="3339">
                  <c:v>1.5</c:v>
                </c:pt>
                <c:pt idx="3340">
                  <c:v>1.5</c:v>
                </c:pt>
                <c:pt idx="3341">
                  <c:v>1.5</c:v>
                </c:pt>
                <c:pt idx="3342">
                  <c:v>1.5</c:v>
                </c:pt>
                <c:pt idx="3343">
                  <c:v>1.5</c:v>
                </c:pt>
                <c:pt idx="3344">
                  <c:v>1.5</c:v>
                </c:pt>
                <c:pt idx="3345">
                  <c:v>1.5</c:v>
                </c:pt>
                <c:pt idx="3346">
                  <c:v>1.5</c:v>
                </c:pt>
                <c:pt idx="3347">
                  <c:v>1.5</c:v>
                </c:pt>
                <c:pt idx="3348">
                  <c:v>1.5</c:v>
                </c:pt>
                <c:pt idx="3349">
                  <c:v>1.5</c:v>
                </c:pt>
                <c:pt idx="3350">
                  <c:v>1.5</c:v>
                </c:pt>
                <c:pt idx="3351">
                  <c:v>1.5</c:v>
                </c:pt>
                <c:pt idx="3352">
                  <c:v>1.5</c:v>
                </c:pt>
                <c:pt idx="3353">
                  <c:v>1.5</c:v>
                </c:pt>
                <c:pt idx="3354">
                  <c:v>1.5</c:v>
                </c:pt>
                <c:pt idx="3355">
                  <c:v>1.5</c:v>
                </c:pt>
                <c:pt idx="3356">
                  <c:v>1.5</c:v>
                </c:pt>
                <c:pt idx="3357">
                  <c:v>1.5</c:v>
                </c:pt>
                <c:pt idx="3358">
                  <c:v>1.5</c:v>
                </c:pt>
                <c:pt idx="3359">
                  <c:v>1.5</c:v>
                </c:pt>
                <c:pt idx="3360">
                  <c:v>1.5</c:v>
                </c:pt>
                <c:pt idx="3361">
                  <c:v>1.5</c:v>
                </c:pt>
                <c:pt idx="3362">
                  <c:v>1.5</c:v>
                </c:pt>
                <c:pt idx="3363">
                  <c:v>1.5</c:v>
                </c:pt>
                <c:pt idx="3364">
                  <c:v>1.5</c:v>
                </c:pt>
                <c:pt idx="3365">
                  <c:v>1.5</c:v>
                </c:pt>
                <c:pt idx="3366">
                  <c:v>1.5</c:v>
                </c:pt>
                <c:pt idx="3367">
                  <c:v>1.5</c:v>
                </c:pt>
                <c:pt idx="3368">
                  <c:v>1.5</c:v>
                </c:pt>
                <c:pt idx="3369">
                  <c:v>1.5</c:v>
                </c:pt>
                <c:pt idx="3370">
                  <c:v>1.5</c:v>
                </c:pt>
                <c:pt idx="3371">
                  <c:v>1.5</c:v>
                </c:pt>
                <c:pt idx="3372">
                  <c:v>1.5</c:v>
                </c:pt>
                <c:pt idx="3373">
                  <c:v>1.5</c:v>
                </c:pt>
                <c:pt idx="3374">
                  <c:v>1.5</c:v>
                </c:pt>
                <c:pt idx="3375">
                  <c:v>1.5</c:v>
                </c:pt>
                <c:pt idx="3376">
                  <c:v>1.5</c:v>
                </c:pt>
                <c:pt idx="3377">
                  <c:v>1.5</c:v>
                </c:pt>
                <c:pt idx="3378">
                  <c:v>1.5</c:v>
                </c:pt>
                <c:pt idx="3379">
                  <c:v>1.5</c:v>
                </c:pt>
                <c:pt idx="3380">
                  <c:v>1.5</c:v>
                </c:pt>
                <c:pt idx="3381">
                  <c:v>1.5</c:v>
                </c:pt>
                <c:pt idx="3382">
                  <c:v>1.5</c:v>
                </c:pt>
                <c:pt idx="3383">
                  <c:v>1.5</c:v>
                </c:pt>
                <c:pt idx="3384">
                  <c:v>1.5</c:v>
                </c:pt>
                <c:pt idx="3385">
                  <c:v>1.5</c:v>
                </c:pt>
                <c:pt idx="3386">
                  <c:v>1.5</c:v>
                </c:pt>
                <c:pt idx="3387">
                  <c:v>1.5</c:v>
                </c:pt>
                <c:pt idx="3388">
                  <c:v>1.5</c:v>
                </c:pt>
                <c:pt idx="3389">
                  <c:v>1.5</c:v>
                </c:pt>
                <c:pt idx="3390">
                  <c:v>1.5</c:v>
                </c:pt>
                <c:pt idx="3391">
                  <c:v>1.5</c:v>
                </c:pt>
                <c:pt idx="3392">
                  <c:v>1.5</c:v>
                </c:pt>
                <c:pt idx="3393">
                  <c:v>1.5</c:v>
                </c:pt>
                <c:pt idx="3394">
                  <c:v>1.5</c:v>
                </c:pt>
                <c:pt idx="3395">
                  <c:v>1.5</c:v>
                </c:pt>
                <c:pt idx="3396">
                  <c:v>1.5</c:v>
                </c:pt>
                <c:pt idx="3397">
                  <c:v>1.5</c:v>
                </c:pt>
                <c:pt idx="3398">
                  <c:v>1.5</c:v>
                </c:pt>
                <c:pt idx="3399">
                  <c:v>1.5</c:v>
                </c:pt>
                <c:pt idx="3400">
                  <c:v>1.5</c:v>
                </c:pt>
                <c:pt idx="3401">
                  <c:v>1.5</c:v>
                </c:pt>
                <c:pt idx="3402">
                  <c:v>1.5</c:v>
                </c:pt>
                <c:pt idx="3403">
                  <c:v>1.5</c:v>
                </c:pt>
                <c:pt idx="3404">
                  <c:v>1.5</c:v>
                </c:pt>
                <c:pt idx="3405">
                  <c:v>1.5</c:v>
                </c:pt>
                <c:pt idx="3406">
                  <c:v>1.5</c:v>
                </c:pt>
                <c:pt idx="3407">
                  <c:v>1.5</c:v>
                </c:pt>
                <c:pt idx="3408">
                  <c:v>1.5</c:v>
                </c:pt>
                <c:pt idx="3409">
                  <c:v>1.5</c:v>
                </c:pt>
                <c:pt idx="3410">
                  <c:v>1.5</c:v>
                </c:pt>
                <c:pt idx="3411">
                  <c:v>1.5</c:v>
                </c:pt>
                <c:pt idx="3412">
                  <c:v>1.5</c:v>
                </c:pt>
                <c:pt idx="3413">
                  <c:v>1.5</c:v>
                </c:pt>
                <c:pt idx="3414">
                  <c:v>1.5</c:v>
                </c:pt>
                <c:pt idx="3415">
                  <c:v>1.5</c:v>
                </c:pt>
                <c:pt idx="3416">
                  <c:v>1.5</c:v>
                </c:pt>
                <c:pt idx="3417">
                  <c:v>1.5</c:v>
                </c:pt>
                <c:pt idx="3418">
                  <c:v>1.5</c:v>
                </c:pt>
                <c:pt idx="3419">
                  <c:v>1.5</c:v>
                </c:pt>
                <c:pt idx="3420">
                  <c:v>1.5</c:v>
                </c:pt>
                <c:pt idx="3421">
                  <c:v>1.5</c:v>
                </c:pt>
                <c:pt idx="3422">
                  <c:v>1.5</c:v>
                </c:pt>
                <c:pt idx="3423">
                  <c:v>1.5</c:v>
                </c:pt>
                <c:pt idx="3424">
                  <c:v>1.5</c:v>
                </c:pt>
                <c:pt idx="3425">
                  <c:v>1.5</c:v>
                </c:pt>
                <c:pt idx="3426">
                  <c:v>1.5</c:v>
                </c:pt>
                <c:pt idx="3427">
                  <c:v>1.5</c:v>
                </c:pt>
                <c:pt idx="3428">
                  <c:v>1.5</c:v>
                </c:pt>
                <c:pt idx="3429">
                  <c:v>1.5</c:v>
                </c:pt>
                <c:pt idx="3430">
                  <c:v>1.5</c:v>
                </c:pt>
                <c:pt idx="3431">
                  <c:v>1.5</c:v>
                </c:pt>
                <c:pt idx="3432">
                  <c:v>1.5</c:v>
                </c:pt>
                <c:pt idx="3433">
                  <c:v>1.5</c:v>
                </c:pt>
                <c:pt idx="3434">
                  <c:v>1.5</c:v>
                </c:pt>
                <c:pt idx="3435">
                  <c:v>1.5</c:v>
                </c:pt>
                <c:pt idx="3436">
                  <c:v>1.5</c:v>
                </c:pt>
                <c:pt idx="3437">
                  <c:v>1.5</c:v>
                </c:pt>
                <c:pt idx="3438">
                  <c:v>1.5</c:v>
                </c:pt>
                <c:pt idx="3439">
                  <c:v>1.5</c:v>
                </c:pt>
                <c:pt idx="3440">
                  <c:v>1.5</c:v>
                </c:pt>
                <c:pt idx="3441">
                  <c:v>1.5</c:v>
                </c:pt>
                <c:pt idx="3442">
                  <c:v>1.5</c:v>
                </c:pt>
                <c:pt idx="3443">
                  <c:v>1.5</c:v>
                </c:pt>
                <c:pt idx="3444">
                  <c:v>1.5</c:v>
                </c:pt>
                <c:pt idx="3445">
                  <c:v>1.5</c:v>
                </c:pt>
                <c:pt idx="3446">
                  <c:v>1.5</c:v>
                </c:pt>
                <c:pt idx="3447">
                  <c:v>1.5</c:v>
                </c:pt>
                <c:pt idx="3448">
                  <c:v>1.5</c:v>
                </c:pt>
                <c:pt idx="3449">
                  <c:v>1.5</c:v>
                </c:pt>
                <c:pt idx="3450">
                  <c:v>1.5</c:v>
                </c:pt>
                <c:pt idx="3451">
                  <c:v>1.5</c:v>
                </c:pt>
                <c:pt idx="3452">
                  <c:v>1.5</c:v>
                </c:pt>
                <c:pt idx="3453">
                  <c:v>1.5</c:v>
                </c:pt>
                <c:pt idx="3454">
                  <c:v>1.5</c:v>
                </c:pt>
                <c:pt idx="3455">
                  <c:v>1.5</c:v>
                </c:pt>
                <c:pt idx="3456">
                  <c:v>1.5</c:v>
                </c:pt>
                <c:pt idx="3457">
                  <c:v>1.5</c:v>
                </c:pt>
                <c:pt idx="3458">
                  <c:v>1.5</c:v>
                </c:pt>
                <c:pt idx="3459">
                  <c:v>1.5</c:v>
                </c:pt>
                <c:pt idx="3460">
                  <c:v>1.5</c:v>
                </c:pt>
                <c:pt idx="3461">
                  <c:v>1.5</c:v>
                </c:pt>
                <c:pt idx="3462">
                  <c:v>1.5</c:v>
                </c:pt>
                <c:pt idx="3463">
                  <c:v>1.5</c:v>
                </c:pt>
                <c:pt idx="3464">
                  <c:v>1.5</c:v>
                </c:pt>
                <c:pt idx="3465">
                  <c:v>1.5</c:v>
                </c:pt>
                <c:pt idx="3466">
                  <c:v>1.5</c:v>
                </c:pt>
                <c:pt idx="3467">
                  <c:v>1.5</c:v>
                </c:pt>
                <c:pt idx="3468">
                  <c:v>1.5</c:v>
                </c:pt>
                <c:pt idx="3469">
                  <c:v>1.5</c:v>
                </c:pt>
                <c:pt idx="3470">
                  <c:v>1.5</c:v>
                </c:pt>
                <c:pt idx="3471">
                  <c:v>1.5</c:v>
                </c:pt>
                <c:pt idx="3472">
                  <c:v>1.5</c:v>
                </c:pt>
                <c:pt idx="3473">
                  <c:v>1.5</c:v>
                </c:pt>
                <c:pt idx="3474">
                  <c:v>1.5</c:v>
                </c:pt>
                <c:pt idx="3475">
                  <c:v>1.5</c:v>
                </c:pt>
                <c:pt idx="3476">
                  <c:v>1.5</c:v>
                </c:pt>
                <c:pt idx="3477">
                  <c:v>1.5</c:v>
                </c:pt>
                <c:pt idx="3478">
                  <c:v>1</c:v>
                </c:pt>
                <c:pt idx="3479">
                  <c:v>1</c:v>
                </c:pt>
                <c:pt idx="3480">
                  <c:v>1</c:v>
                </c:pt>
                <c:pt idx="3481">
                  <c:v>1</c:v>
                </c:pt>
                <c:pt idx="3482">
                  <c:v>1</c:v>
                </c:pt>
                <c:pt idx="3483">
                  <c:v>1</c:v>
                </c:pt>
                <c:pt idx="3484">
                  <c:v>1</c:v>
                </c:pt>
                <c:pt idx="3485">
                  <c:v>1</c:v>
                </c:pt>
                <c:pt idx="3486">
                  <c:v>1</c:v>
                </c:pt>
                <c:pt idx="3487">
                  <c:v>1</c:v>
                </c:pt>
                <c:pt idx="3488">
                  <c:v>1</c:v>
                </c:pt>
                <c:pt idx="3489">
                  <c:v>1</c:v>
                </c:pt>
                <c:pt idx="3490">
                  <c:v>1</c:v>
                </c:pt>
                <c:pt idx="3491">
                  <c:v>1</c:v>
                </c:pt>
                <c:pt idx="3492">
                  <c:v>1</c:v>
                </c:pt>
                <c:pt idx="3493">
                  <c:v>1</c:v>
                </c:pt>
                <c:pt idx="3494">
                  <c:v>1</c:v>
                </c:pt>
                <c:pt idx="3495">
                  <c:v>1</c:v>
                </c:pt>
                <c:pt idx="3496">
                  <c:v>1</c:v>
                </c:pt>
                <c:pt idx="3497">
                  <c:v>1</c:v>
                </c:pt>
                <c:pt idx="3498">
                  <c:v>1</c:v>
                </c:pt>
                <c:pt idx="3499">
                  <c:v>1</c:v>
                </c:pt>
                <c:pt idx="3500">
                  <c:v>1</c:v>
                </c:pt>
                <c:pt idx="3501">
                  <c:v>1</c:v>
                </c:pt>
                <c:pt idx="3502">
                  <c:v>1</c:v>
                </c:pt>
                <c:pt idx="3503">
                  <c:v>1</c:v>
                </c:pt>
                <c:pt idx="3504">
                  <c:v>1</c:v>
                </c:pt>
                <c:pt idx="3505">
                  <c:v>1</c:v>
                </c:pt>
                <c:pt idx="3506">
                  <c:v>1</c:v>
                </c:pt>
                <c:pt idx="3507">
                  <c:v>1</c:v>
                </c:pt>
                <c:pt idx="3508">
                  <c:v>1</c:v>
                </c:pt>
                <c:pt idx="3509">
                  <c:v>1</c:v>
                </c:pt>
                <c:pt idx="3510">
                  <c:v>1</c:v>
                </c:pt>
                <c:pt idx="3511">
                  <c:v>1</c:v>
                </c:pt>
                <c:pt idx="3512">
                  <c:v>1</c:v>
                </c:pt>
                <c:pt idx="3513">
                  <c:v>1</c:v>
                </c:pt>
                <c:pt idx="3514">
                  <c:v>1</c:v>
                </c:pt>
                <c:pt idx="3515">
                  <c:v>1</c:v>
                </c:pt>
                <c:pt idx="3516">
                  <c:v>1</c:v>
                </c:pt>
                <c:pt idx="3517">
                  <c:v>1</c:v>
                </c:pt>
                <c:pt idx="3518">
                  <c:v>1</c:v>
                </c:pt>
                <c:pt idx="3519">
                  <c:v>1</c:v>
                </c:pt>
                <c:pt idx="3520">
                  <c:v>1</c:v>
                </c:pt>
                <c:pt idx="3521">
                  <c:v>1</c:v>
                </c:pt>
                <c:pt idx="3522">
                  <c:v>1</c:v>
                </c:pt>
                <c:pt idx="3523">
                  <c:v>1</c:v>
                </c:pt>
                <c:pt idx="3524">
                  <c:v>1</c:v>
                </c:pt>
                <c:pt idx="3525">
                  <c:v>1</c:v>
                </c:pt>
                <c:pt idx="3526">
                  <c:v>1</c:v>
                </c:pt>
                <c:pt idx="3527">
                  <c:v>1</c:v>
                </c:pt>
                <c:pt idx="3528">
                  <c:v>1</c:v>
                </c:pt>
                <c:pt idx="3529">
                  <c:v>1</c:v>
                </c:pt>
                <c:pt idx="3530">
                  <c:v>1</c:v>
                </c:pt>
                <c:pt idx="3531">
                  <c:v>1</c:v>
                </c:pt>
                <c:pt idx="3532">
                  <c:v>1</c:v>
                </c:pt>
                <c:pt idx="3533">
                  <c:v>1</c:v>
                </c:pt>
                <c:pt idx="3534">
                  <c:v>1</c:v>
                </c:pt>
                <c:pt idx="3535">
                  <c:v>1</c:v>
                </c:pt>
                <c:pt idx="3536">
                  <c:v>1</c:v>
                </c:pt>
                <c:pt idx="3537">
                  <c:v>1</c:v>
                </c:pt>
                <c:pt idx="3538">
                  <c:v>1</c:v>
                </c:pt>
                <c:pt idx="3539">
                  <c:v>1</c:v>
                </c:pt>
                <c:pt idx="3540">
                  <c:v>1</c:v>
                </c:pt>
                <c:pt idx="3541">
                  <c:v>1</c:v>
                </c:pt>
                <c:pt idx="3542">
                  <c:v>1</c:v>
                </c:pt>
                <c:pt idx="3543">
                  <c:v>1</c:v>
                </c:pt>
                <c:pt idx="3544">
                  <c:v>1</c:v>
                </c:pt>
                <c:pt idx="3545">
                  <c:v>1</c:v>
                </c:pt>
                <c:pt idx="3546">
                  <c:v>1</c:v>
                </c:pt>
                <c:pt idx="3547">
                  <c:v>1</c:v>
                </c:pt>
                <c:pt idx="3548">
                  <c:v>1</c:v>
                </c:pt>
                <c:pt idx="3549">
                  <c:v>1</c:v>
                </c:pt>
                <c:pt idx="3550">
                  <c:v>1</c:v>
                </c:pt>
                <c:pt idx="3551">
                  <c:v>1</c:v>
                </c:pt>
                <c:pt idx="3552">
                  <c:v>1</c:v>
                </c:pt>
                <c:pt idx="3553">
                  <c:v>1</c:v>
                </c:pt>
                <c:pt idx="3554">
                  <c:v>1</c:v>
                </c:pt>
                <c:pt idx="3555">
                  <c:v>1</c:v>
                </c:pt>
                <c:pt idx="3556">
                  <c:v>1</c:v>
                </c:pt>
                <c:pt idx="3557">
                  <c:v>1</c:v>
                </c:pt>
                <c:pt idx="3558">
                  <c:v>1</c:v>
                </c:pt>
                <c:pt idx="3559">
                  <c:v>1</c:v>
                </c:pt>
                <c:pt idx="3560">
                  <c:v>1</c:v>
                </c:pt>
                <c:pt idx="3561">
                  <c:v>1</c:v>
                </c:pt>
                <c:pt idx="3562">
                  <c:v>1</c:v>
                </c:pt>
                <c:pt idx="3563">
                  <c:v>1</c:v>
                </c:pt>
                <c:pt idx="3564">
                  <c:v>1</c:v>
                </c:pt>
                <c:pt idx="3565">
                  <c:v>1</c:v>
                </c:pt>
                <c:pt idx="3566">
                  <c:v>1</c:v>
                </c:pt>
                <c:pt idx="3567">
                  <c:v>1</c:v>
                </c:pt>
                <c:pt idx="3568">
                  <c:v>1</c:v>
                </c:pt>
                <c:pt idx="3569">
                  <c:v>1</c:v>
                </c:pt>
                <c:pt idx="3570">
                  <c:v>1</c:v>
                </c:pt>
                <c:pt idx="3571">
                  <c:v>1</c:v>
                </c:pt>
                <c:pt idx="3572">
                  <c:v>1</c:v>
                </c:pt>
                <c:pt idx="3573">
                  <c:v>1</c:v>
                </c:pt>
                <c:pt idx="3574">
                  <c:v>1</c:v>
                </c:pt>
                <c:pt idx="3575">
                  <c:v>1</c:v>
                </c:pt>
                <c:pt idx="3576">
                  <c:v>1</c:v>
                </c:pt>
                <c:pt idx="3577">
                  <c:v>1</c:v>
                </c:pt>
                <c:pt idx="3578">
                  <c:v>1</c:v>
                </c:pt>
                <c:pt idx="3579">
                  <c:v>1</c:v>
                </c:pt>
                <c:pt idx="3580">
                  <c:v>1</c:v>
                </c:pt>
                <c:pt idx="3581">
                  <c:v>1</c:v>
                </c:pt>
                <c:pt idx="3582">
                  <c:v>1</c:v>
                </c:pt>
                <c:pt idx="3583">
                  <c:v>1</c:v>
                </c:pt>
                <c:pt idx="3584">
                  <c:v>1</c:v>
                </c:pt>
                <c:pt idx="3585">
                  <c:v>1</c:v>
                </c:pt>
                <c:pt idx="3586">
                  <c:v>1</c:v>
                </c:pt>
                <c:pt idx="3587">
                  <c:v>1</c:v>
                </c:pt>
                <c:pt idx="3588">
                  <c:v>1</c:v>
                </c:pt>
                <c:pt idx="3589">
                  <c:v>1</c:v>
                </c:pt>
                <c:pt idx="3590">
                  <c:v>1</c:v>
                </c:pt>
                <c:pt idx="3591">
                  <c:v>1</c:v>
                </c:pt>
                <c:pt idx="3592">
                  <c:v>1</c:v>
                </c:pt>
                <c:pt idx="3593">
                  <c:v>1</c:v>
                </c:pt>
                <c:pt idx="3594">
                  <c:v>1</c:v>
                </c:pt>
                <c:pt idx="3595">
                  <c:v>1</c:v>
                </c:pt>
                <c:pt idx="3596">
                  <c:v>1</c:v>
                </c:pt>
                <c:pt idx="3597">
                  <c:v>1</c:v>
                </c:pt>
                <c:pt idx="3598">
                  <c:v>1</c:v>
                </c:pt>
                <c:pt idx="3599">
                  <c:v>1</c:v>
                </c:pt>
                <c:pt idx="3600">
                  <c:v>1</c:v>
                </c:pt>
                <c:pt idx="3601">
                  <c:v>1</c:v>
                </c:pt>
                <c:pt idx="3602">
                  <c:v>1</c:v>
                </c:pt>
                <c:pt idx="3603">
                  <c:v>1</c:v>
                </c:pt>
                <c:pt idx="3604">
                  <c:v>1</c:v>
                </c:pt>
                <c:pt idx="3605">
                  <c:v>1</c:v>
                </c:pt>
                <c:pt idx="3606">
                  <c:v>1</c:v>
                </c:pt>
                <c:pt idx="3607">
                  <c:v>1</c:v>
                </c:pt>
                <c:pt idx="3608">
                  <c:v>1</c:v>
                </c:pt>
                <c:pt idx="3609">
                  <c:v>1</c:v>
                </c:pt>
                <c:pt idx="3610">
                  <c:v>1</c:v>
                </c:pt>
                <c:pt idx="3611">
                  <c:v>1</c:v>
                </c:pt>
                <c:pt idx="3612">
                  <c:v>1</c:v>
                </c:pt>
                <c:pt idx="3613">
                  <c:v>0.75</c:v>
                </c:pt>
                <c:pt idx="3614">
                  <c:v>0.75</c:v>
                </c:pt>
                <c:pt idx="3615">
                  <c:v>0.75</c:v>
                </c:pt>
                <c:pt idx="3616">
                  <c:v>0.75</c:v>
                </c:pt>
                <c:pt idx="3617">
                  <c:v>0.75</c:v>
                </c:pt>
                <c:pt idx="3618">
                  <c:v>0.75</c:v>
                </c:pt>
                <c:pt idx="3619">
                  <c:v>0.75</c:v>
                </c:pt>
                <c:pt idx="3620">
                  <c:v>0.75</c:v>
                </c:pt>
                <c:pt idx="3621">
                  <c:v>0.75</c:v>
                </c:pt>
                <c:pt idx="3622">
                  <c:v>0.75</c:v>
                </c:pt>
                <c:pt idx="3623">
                  <c:v>0.75</c:v>
                </c:pt>
                <c:pt idx="3624">
                  <c:v>0.75</c:v>
                </c:pt>
                <c:pt idx="3625">
                  <c:v>0.75</c:v>
                </c:pt>
                <c:pt idx="3626">
                  <c:v>0.75</c:v>
                </c:pt>
                <c:pt idx="3627">
                  <c:v>0.75</c:v>
                </c:pt>
                <c:pt idx="3628">
                  <c:v>0.75</c:v>
                </c:pt>
                <c:pt idx="3629">
                  <c:v>0.75</c:v>
                </c:pt>
                <c:pt idx="3630">
                  <c:v>0.75</c:v>
                </c:pt>
                <c:pt idx="3631">
                  <c:v>0.75</c:v>
                </c:pt>
                <c:pt idx="3632">
                  <c:v>0.75</c:v>
                </c:pt>
                <c:pt idx="3633">
                  <c:v>0.75</c:v>
                </c:pt>
                <c:pt idx="3634">
                  <c:v>0.75</c:v>
                </c:pt>
                <c:pt idx="3635">
                  <c:v>0.75</c:v>
                </c:pt>
                <c:pt idx="3636">
                  <c:v>0.75</c:v>
                </c:pt>
                <c:pt idx="3637">
                  <c:v>0.75</c:v>
                </c:pt>
                <c:pt idx="3638">
                  <c:v>0.75</c:v>
                </c:pt>
                <c:pt idx="3639">
                  <c:v>0.75</c:v>
                </c:pt>
                <c:pt idx="3640">
                  <c:v>0.75</c:v>
                </c:pt>
                <c:pt idx="3641">
                  <c:v>0.75</c:v>
                </c:pt>
                <c:pt idx="3642">
                  <c:v>0.75</c:v>
                </c:pt>
                <c:pt idx="3643">
                  <c:v>0.75</c:v>
                </c:pt>
                <c:pt idx="3644">
                  <c:v>0.75</c:v>
                </c:pt>
                <c:pt idx="3645">
                  <c:v>0.75</c:v>
                </c:pt>
                <c:pt idx="3646">
                  <c:v>0.75</c:v>
                </c:pt>
                <c:pt idx="3647">
                  <c:v>0.75</c:v>
                </c:pt>
                <c:pt idx="3648">
                  <c:v>0.75</c:v>
                </c:pt>
                <c:pt idx="3649">
                  <c:v>0.75</c:v>
                </c:pt>
                <c:pt idx="3650">
                  <c:v>0.75</c:v>
                </c:pt>
                <c:pt idx="3651">
                  <c:v>0.75</c:v>
                </c:pt>
                <c:pt idx="3652">
                  <c:v>0.75</c:v>
                </c:pt>
                <c:pt idx="3653">
                  <c:v>0.75</c:v>
                </c:pt>
                <c:pt idx="3654">
                  <c:v>0.75</c:v>
                </c:pt>
                <c:pt idx="3655">
                  <c:v>0.75</c:v>
                </c:pt>
                <c:pt idx="3656">
                  <c:v>0.75</c:v>
                </c:pt>
                <c:pt idx="3657">
                  <c:v>0.75</c:v>
                </c:pt>
                <c:pt idx="3658">
                  <c:v>0.75</c:v>
                </c:pt>
                <c:pt idx="3659">
                  <c:v>0.75</c:v>
                </c:pt>
                <c:pt idx="3660">
                  <c:v>0.75</c:v>
                </c:pt>
                <c:pt idx="3661">
                  <c:v>0.75</c:v>
                </c:pt>
                <c:pt idx="3662">
                  <c:v>0.75</c:v>
                </c:pt>
                <c:pt idx="3663">
                  <c:v>0.75</c:v>
                </c:pt>
                <c:pt idx="3664">
                  <c:v>0.75</c:v>
                </c:pt>
                <c:pt idx="3665">
                  <c:v>0.75</c:v>
                </c:pt>
                <c:pt idx="3666">
                  <c:v>0.75</c:v>
                </c:pt>
                <c:pt idx="3667">
                  <c:v>0.75</c:v>
                </c:pt>
                <c:pt idx="3668">
                  <c:v>0.75</c:v>
                </c:pt>
                <c:pt idx="3669">
                  <c:v>0.75</c:v>
                </c:pt>
                <c:pt idx="3670">
                  <c:v>0.75</c:v>
                </c:pt>
                <c:pt idx="3671">
                  <c:v>0.75</c:v>
                </c:pt>
                <c:pt idx="3672">
                  <c:v>0.75</c:v>
                </c:pt>
                <c:pt idx="3673">
                  <c:v>0.75</c:v>
                </c:pt>
                <c:pt idx="3674">
                  <c:v>0.75</c:v>
                </c:pt>
                <c:pt idx="3675">
                  <c:v>0.75</c:v>
                </c:pt>
                <c:pt idx="3676">
                  <c:v>0.75</c:v>
                </c:pt>
                <c:pt idx="3677">
                  <c:v>0.75</c:v>
                </c:pt>
                <c:pt idx="3678">
                  <c:v>0.75</c:v>
                </c:pt>
                <c:pt idx="3679">
                  <c:v>0.75</c:v>
                </c:pt>
                <c:pt idx="3680">
                  <c:v>0.75</c:v>
                </c:pt>
                <c:pt idx="3681">
                  <c:v>0.75</c:v>
                </c:pt>
                <c:pt idx="3682">
                  <c:v>0.75</c:v>
                </c:pt>
                <c:pt idx="3683">
                  <c:v>0.75</c:v>
                </c:pt>
                <c:pt idx="3684">
                  <c:v>0.75</c:v>
                </c:pt>
                <c:pt idx="3685">
                  <c:v>0.75</c:v>
                </c:pt>
                <c:pt idx="3686">
                  <c:v>0.75</c:v>
                </c:pt>
                <c:pt idx="3687">
                  <c:v>0.75</c:v>
                </c:pt>
                <c:pt idx="3688">
                  <c:v>0.75</c:v>
                </c:pt>
                <c:pt idx="3689">
                  <c:v>0.75</c:v>
                </c:pt>
                <c:pt idx="3690">
                  <c:v>0.75</c:v>
                </c:pt>
                <c:pt idx="3691">
                  <c:v>0.75</c:v>
                </c:pt>
                <c:pt idx="3692">
                  <c:v>0.75</c:v>
                </c:pt>
                <c:pt idx="3693">
                  <c:v>0.75</c:v>
                </c:pt>
                <c:pt idx="3694">
                  <c:v>0.75</c:v>
                </c:pt>
                <c:pt idx="3695">
                  <c:v>0.75</c:v>
                </c:pt>
                <c:pt idx="3696">
                  <c:v>0.75</c:v>
                </c:pt>
                <c:pt idx="3697">
                  <c:v>0.75</c:v>
                </c:pt>
                <c:pt idx="3698">
                  <c:v>0.75</c:v>
                </c:pt>
                <c:pt idx="3699">
                  <c:v>0.75</c:v>
                </c:pt>
                <c:pt idx="3700">
                  <c:v>0.75</c:v>
                </c:pt>
                <c:pt idx="3701">
                  <c:v>0.75</c:v>
                </c:pt>
                <c:pt idx="3702">
                  <c:v>0.75</c:v>
                </c:pt>
                <c:pt idx="3703">
                  <c:v>0.75</c:v>
                </c:pt>
                <c:pt idx="3704">
                  <c:v>0.75</c:v>
                </c:pt>
                <c:pt idx="3705">
                  <c:v>0.75</c:v>
                </c:pt>
                <c:pt idx="3706">
                  <c:v>0.75</c:v>
                </c:pt>
                <c:pt idx="3707">
                  <c:v>0.75</c:v>
                </c:pt>
                <c:pt idx="3708">
                  <c:v>0.75</c:v>
                </c:pt>
                <c:pt idx="3709">
                  <c:v>0.75</c:v>
                </c:pt>
                <c:pt idx="3710">
                  <c:v>0.75</c:v>
                </c:pt>
                <c:pt idx="3711">
                  <c:v>0.75</c:v>
                </c:pt>
                <c:pt idx="3712">
                  <c:v>0.75</c:v>
                </c:pt>
                <c:pt idx="3713">
                  <c:v>0.75</c:v>
                </c:pt>
                <c:pt idx="3714">
                  <c:v>0.75</c:v>
                </c:pt>
                <c:pt idx="3715">
                  <c:v>0.75</c:v>
                </c:pt>
                <c:pt idx="3716">
                  <c:v>0.75</c:v>
                </c:pt>
                <c:pt idx="3717">
                  <c:v>0.75</c:v>
                </c:pt>
                <c:pt idx="3718">
                  <c:v>0.75</c:v>
                </c:pt>
                <c:pt idx="3719">
                  <c:v>0.75</c:v>
                </c:pt>
                <c:pt idx="3720">
                  <c:v>0.75</c:v>
                </c:pt>
                <c:pt idx="3721">
                  <c:v>0.75</c:v>
                </c:pt>
                <c:pt idx="3722">
                  <c:v>0.75</c:v>
                </c:pt>
                <c:pt idx="3723">
                  <c:v>0.75</c:v>
                </c:pt>
                <c:pt idx="3724">
                  <c:v>0.75</c:v>
                </c:pt>
                <c:pt idx="3725">
                  <c:v>0.75</c:v>
                </c:pt>
                <c:pt idx="3726">
                  <c:v>0.75</c:v>
                </c:pt>
                <c:pt idx="3727">
                  <c:v>0.75</c:v>
                </c:pt>
                <c:pt idx="3728">
                  <c:v>0.75</c:v>
                </c:pt>
                <c:pt idx="3729">
                  <c:v>0.75</c:v>
                </c:pt>
                <c:pt idx="3730">
                  <c:v>0.75</c:v>
                </c:pt>
                <c:pt idx="3731">
                  <c:v>0.75</c:v>
                </c:pt>
                <c:pt idx="3732">
                  <c:v>0.75</c:v>
                </c:pt>
                <c:pt idx="3733">
                  <c:v>0.75</c:v>
                </c:pt>
                <c:pt idx="3734">
                  <c:v>0.75</c:v>
                </c:pt>
                <c:pt idx="3735">
                  <c:v>0.75</c:v>
                </c:pt>
                <c:pt idx="3736">
                  <c:v>0.75</c:v>
                </c:pt>
                <c:pt idx="3737">
                  <c:v>0.75</c:v>
                </c:pt>
                <c:pt idx="3738">
                  <c:v>0.75</c:v>
                </c:pt>
                <c:pt idx="3739">
                  <c:v>0.75</c:v>
                </c:pt>
                <c:pt idx="3740">
                  <c:v>0.75</c:v>
                </c:pt>
                <c:pt idx="3741">
                  <c:v>0.75</c:v>
                </c:pt>
                <c:pt idx="3742">
                  <c:v>0.75</c:v>
                </c:pt>
                <c:pt idx="3743">
                  <c:v>0.75</c:v>
                </c:pt>
                <c:pt idx="3744">
                  <c:v>0.75</c:v>
                </c:pt>
                <c:pt idx="3745">
                  <c:v>0.75</c:v>
                </c:pt>
                <c:pt idx="3746">
                  <c:v>0.75</c:v>
                </c:pt>
                <c:pt idx="3747">
                  <c:v>0.75</c:v>
                </c:pt>
                <c:pt idx="3748">
                  <c:v>0.75</c:v>
                </c:pt>
                <c:pt idx="3749">
                  <c:v>0.75</c:v>
                </c:pt>
                <c:pt idx="3750">
                  <c:v>0.75</c:v>
                </c:pt>
                <c:pt idx="3751">
                  <c:v>0.75</c:v>
                </c:pt>
                <c:pt idx="3752">
                  <c:v>0.75</c:v>
                </c:pt>
                <c:pt idx="3753">
                  <c:v>0.75</c:v>
                </c:pt>
                <c:pt idx="3754">
                  <c:v>0.75</c:v>
                </c:pt>
                <c:pt idx="3755">
                  <c:v>0.75</c:v>
                </c:pt>
                <c:pt idx="3756">
                  <c:v>0.75</c:v>
                </c:pt>
                <c:pt idx="3757">
                  <c:v>0.75</c:v>
                </c:pt>
                <c:pt idx="3758">
                  <c:v>0.75</c:v>
                </c:pt>
                <c:pt idx="3759">
                  <c:v>0.75</c:v>
                </c:pt>
                <c:pt idx="3760">
                  <c:v>0.75</c:v>
                </c:pt>
                <c:pt idx="3761">
                  <c:v>0.75</c:v>
                </c:pt>
                <c:pt idx="3762">
                  <c:v>0.75</c:v>
                </c:pt>
                <c:pt idx="3763">
                  <c:v>0.4</c:v>
                </c:pt>
                <c:pt idx="3764">
                  <c:v>0.4</c:v>
                </c:pt>
                <c:pt idx="3765">
                  <c:v>0.4</c:v>
                </c:pt>
                <c:pt idx="3766">
                  <c:v>0.4</c:v>
                </c:pt>
                <c:pt idx="3767">
                  <c:v>0.4</c:v>
                </c:pt>
                <c:pt idx="3768">
                  <c:v>0.4</c:v>
                </c:pt>
                <c:pt idx="3769">
                  <c:v>0.4</c:v>
                </c:pt>
                <c:pt idx="3770">
                  <c:v>0.4</c:v>
                </c:pt>
                <c:pt idx="3771">
                  <c:v>0.4</c:v>
                </c:pt>
                <c:pt idx="3772">
                  <c:v>0.4</c:v>
                </c:pt>
                <c:pt idx="3773">
                  <c:v>0.4</c:v>
                </c:pt>
                <c:pt idx="3774">
                  <c:v>0.4</c:v>
                </c:pt>
                <c:pt idx="3775">
                  <c:v>0.4</c:v>
                </c:pt>
                <c:pt idx="3776">
                  <c:v>0.4</c:v>
                </c:pt>
                <c:pt idx="3777">
                  <c:v>0.4</c:v>
                </c:pt>
                <c:pt idx="3778">
                  <c:v>0.4</c:v>
                </c:pt>
                <c:pt idx="3779">
                  <c:v>0.4</c:v>
                </c:pt>
                <c:pt idx="3780">
                  <c:v>0.4</c:v>
                </c:pt>
                <c:pt idx="3781">
                  <c:v>0.4</c:v>
                </c:pt>
                <c:pt idx="3782">
                  <c:v>0.4</c:v>
                </c:pt>
                <c:pt idx="3783">
                  <c:v>0.4</c:v>
                </c:pt>
                <c:pt idx="3784">
                  <c:v>0.4</c:v>
                </c:pt>
                <c:pt idx="3785">
                  <c:v>0.4</c:v>
                </c:pt>
                <c:pt idx="3786">
                  <c:v>0.4</c:v>
                </c:pt>
                <c:pt idx="3787">
                  <c:v>0.4</c:v>
                </c:pt>
                <c:pt idx="3788">
                  <c:v>0.4</c:v>
                </c:pt>
                <c:pt idx="3789">
                  <c:v>0.4</c:v>
                </c:pt>
                <c:pt idx="3790">
                  <c:v>0.4</c:v>
                </c:pt>
                <c:pt idx="3791">
                  <c:v>0.4</c:v>
                </c:pt>
                <c:pt idx="3792">
                  <c:v>0.4</c:v>
                </c:pt>
                <c:pt idx="3793">
                  <c:v>0.4</c:v>
                </c:pt>
                <c:pt idx="3794">
                  <c:v>0.4</c:v>
                </c:pt>
                <c:pt idx="3795">
                  <c:v>0.4</c:v>
                </c:pt>
                <c:pt idx="3796">
                  <c:v>0.4</c:v>
                </c:pt>
                <c:pt idx="3797">
                  <c:v>0.4</c:v>
                </c:pt>
                <c:pt idx="3798">
                  <c:v>0.4</c:v>
                </c:pt>
                <c:pt idx="3799">
                  <c:v>0.4</c:v>
                </c:pt>
                <c:pt idx="3800">
                  <c:v>0.4</c:v>
                </c:pt>
                <c:pt idx="3801">
                  <c:v>0.4</c:v>
                </c:pt>
                <c:pt idx="3802">
                  <c:v>0.4</c:v>
                </c:pt>
                <c:pt idx="3803">
                  <c:v>0.4</c:v>
                </c:pt>
                <c:pt idx="3804">
                  <c:v>0.4</c:v>
                </c:pt>
                <c:pt idx="3805">
                  <c:v>0.4</c:v>
                </c:pt>
                <c:pt idx="3806">
                  <c:v>0.4</c:v>
                </c:pt>
                <c:pt idx="3807">
                  <c:v>0.4</c:v>
                </c:pt>
                <c:pt idx="3808">
                  <c:v>0.4</c:v>
                </c:pt>
                <c:pt idx="3809">
                  <c:v>0.4</c:v>
                </c:pt>
                <c:pt idx="3810">
                  <c:v>0.4</c:v>
                </c:pt>
                <c:pt idx="3811">
                  <c:v>0.4</c:v>
                </c:pt>
                <c:pt idx="3812">
                  <c:v>0.4</c:v>
                </c:pt>
                <c:pt idx="3813">
                  <c:v>0.4</c:v>
                </c:pt>
                <c:pt idx="3814">
                  <c:v>0.4</c:v>
                </c:pt>
                <c:pt idx="3815">
                  <c:v>0.4</c:v>
                </c:pt>
                <c:pt idx="3816">
                  <c:v>0.4</c:v>
                </c:pt>
                <c:pt idx="3817">
                  <c:v>0.4</c:v>
                </c:pt>
                <c:pt idx="3818">
                  <c:v>0.4</c:v>
                </c:pt>
                <c:pt idx="3819">
                  <c:v>0.4</c:v>
                </c:pt>
                <c:pt idx="3820">
                  <c:v>0.4</c:v>
                </c:pt>
                <c:pt idx="3821">
                  <c:v>0.4</c:v>
                </c:pt>
                <c:pt idx="3822">
                  <c:v>0.4</c:v>
                </c:pt>
                <c:pt idx="3823">
                  <c:v>0.4</c:v>
                </c:pt>
                <c:pt idx="3824">
                  <c:v>0.4</c:v>
                </c:pt>
                <c:pt idx="3825">
                  <c:v>0.4</c:v>
                </c:pt>
                <c:pt idx="3826">
                  <c:v>0.4</c:v>
                </c:pt>
                <c:pt idx="3827">
                  <c:v>0.4</c:v>
                </c:pt>
                <c:pt idx="3828">
                  <c:v>0.3</c:v>
                </c:pt>
                <c:pt idx="3829">
                  <c:v>0.3</c:v>
                </c:pt>
                <c:pt idx="3830">
                  <c:v>0.3</c:v>
                </c:pt>
                <c:pt idx="3831">
                  <c:v>0.3</c:v>
                </c:pt>
                <c:pt idx="3832">
                  <c:v>0.3</c:v>
                </c:pt>
                <c:pt idx="3833">
                  <c:v>0.3</c:v>
                </c:pt>
                <c:pt idx="3834">
                  <c:v>0.3</c:v>
                </c:pt>
                <c:pt idx="3835">
                  <c:v>0.3</c:v>
                </c:pt>
                <c:pt idx="3836">
                  <c:v>0.3</c:v>
                </c:pt>
                <c:pt idx="3837">
                  <c:v>0.3</c:v>
                </c:pt>
                <c:pt idx="3838">
                  <c:v>0.3</c:v>
                </c:pt>
                <c:pt idx="3839">
                  <c:v>0.3</c:v>
                </c:pt>
                <c:pt idx="3840">
                  <c:v>0.3</c:v>
                </c:pt>
                <c:pt idx="3841">
                  <c:v>0.3</c:v>
                </c:pt>
                <c:pt idx="3842">
                  <c:v>0.3</c:v>
                </c:pt>
                <c:pt idx="3843">
                  <c:v>0.3</c:v>
                </c:pt>
                <c:pt idx="3844">
                  <c:v>0.3</c:v>
                </c:pt>
                <c:pt idx="3845">
                  <c:v>0.3</c:v>
                </c:pt>
                <c:pt idx="3846">
                  <c:v>0.3</c:v>
                </c:pt>
                <c:pt idx="3847">
                  <c:v>0.3</c:v>
                </c:pt>
                <c:pt idx="3848">
                  <c:v>0.3</c:v>
                </c:pt>
                <c:pt idx="3849">
                  <c:v>0.3</c:v>
                </c:pt>
                <c:pt idx="3850">
                  <c:v>0.3</c:v>
                </c:pt>
                <c:pt idx="3851">
                  <c:v>0.3</c:v>
                </c:pt>
                <c:pt idx="3852">
                  <c:v>0.3</c:v>
                </c:pt>
                <c:pt idx="3853">
                  <c:v>0.3</c:v>
                </c:pt>
                <c:pt idx="3854">
                  <c:v>0.3</c:v>
                </c:pt>
                <c:pt idx="3855">
                  <c:v>0.3</c:v>
                </c:pt>
                <c:pt idx="3856">
                  <c:v>0.3</c:v>
                </c:pt>
                <c:pt idx="3857">
                  <c:v>0.3</c:v>
                </c:pt>
                <c:pt idx="3858">
                  <c:v>0.3</c:v>
                </c:pt>
                <c:pt idx="3859">
                  <c:v>0.3</c:v>
                </c:pt>
                <c:pt idx="3860">
                  <c:v>0.3</c:v>
                </c:pt>
                <c:pt idx="3861">
                  <c:v>0.3</c:v>
                </c:pt>
                <c:pt idx="3862">
                  <c:v>0.3</c:v>
                </c:pt>
                <c:pt idx="3863">
                  <c:v>0.3</c:v>
                </c:pt>
                <c:pt idx="3864">
                  <c:v>0.3</c:v>
                </c:pt>
                <c:pt idx="3865">
                  <c:v>0.3</c:v>
                </c:pt>
                <c:pt idx="3866">
                  <c:v>0.3</c:v>
                </c:pt>
                <c:pt idx="3867">
                  <c:v>0.3</c:v>
                </c:pt>
                <c:pt idx="3868">
                  <c:v>0.3</c:v>
                </c:pt>
                <c:pt idx="3869">
                  <c:v>0.3</c:v>
                </c:pt>
                <c:pt idx="3870">
                  <c:v>0.3</c:v>
                </c:pt>
                <c:pt idx="3871">
                  <c:v>0.3</c:v>
                </c:pt>
                <c:pt idx="3872">
                  <c:v>0.3</c:v>
                </c:pt>
                <c:pt idx="3873">
                  <c:v>0.3</c:v>
                </c:pt>
                <c:pt idx="3874">
                  <c:v>0.3</c:v>
                </c:pt>
                <c:pt idx="3875">
                  <c:v>0.3</c:v>
                </c:pt>
                <c:pt idx="3876">
                  <c:v>0.3</c:v>
                </c:pt>
                <c:pt idx="3877">
                  <c:v>0.3</c:v>
                </c:pt>
                <c:pt idx="3878">
                  <c:v>0.3</c:v>
                </c:pt>
                <c:pt idx="3879">
                  <c:v>0.3</c:v>
                </c:pt>
                <c:pt idx="3880">
                  <c:v>0.3</c:v>
                </c:pt>
                <c:pt idx="3881">
                  <c:v>0.3</c:v>
                </c:pt>
                <c:pt idx="3882">
                  <c:v>0.3</c:v>
                </c:pt>
                <c:pt idx="3883">
                  <c:v>0.3</c:v>
                </c:pt>
                <c:pt idx="3884">
                  <c:v>0.3</c:v>
                </c:pt>
                <c:pt idx="3885">
                  <c:v>0.3</c:v>
                </c:pt>
                <c:pt idx="3886">
                  <c:v>0.3</c:v>
                </c:pt>
                <c:pt idx="3887">
                  <c:v>0.3</c:v>
                </c:pt>
                <c:pt idx="3888">
                  <c:v>0.3</c:v>
                </c:pt>
                <c:pt idx="3889">
                  <c:v>0.3</c:v>
                </c:pt>
                <c:pt idx="3890">
                  <c:v>0.3</c:v>
                </c:pt>
                <c:pt idx="3891">
                  <c:v>0.3</c:v>
                </c:pt>
                <c:pt idx="3892">
                  <c:v>0.3</c:v>
                </c:pt>
                <c:pt idx="3893">
                  <c:v>0.3</c:v>
                </c:pt>
                <c:pt idx="3894">
                  <c:v>0.3</c:v>
                </c:pt>
                <c:pt idx="3895">
                  <c:v>0.3</c:v>
                </c:pt>
                <c:pt idx="3896">
                  <c:v>0.3</c:v>
                </c:pt>
                <c:pt idx="3897">
                  <c:v>0.3</c:v>
                </c:pt>
                <c:pt idx="3898">
                  <c:v>0.3</c:v>
                </c:pt>
                <c:pt idx="3899">
                  <c:v>0.3</c:v>
                </c:pt>
                <c:pt idx="3900">
                  <c:v>0.3</c:v>
                </c:pt>
                <c:pt idx="3901">
                  <c:v>0.3</c:v>
                </c:pt>
                <c:pt idx="3902">
                  <c:v>0.3</c:v>
                </c:pt>
                <c:pt idx="3903">
                  <c:v>0.3</c:v>
                </c:pt>
                <c:pt idx="3904">
                  <c:v>0.3</c:v>
                </c:pt>
                <c:pt idx="3905">
                  <c:v>0.3</c:v>
                </c:pt>
                <c:pt idx="3906">
                  <c:v>0.3</c:v>
                </c:pt>
                <c:pt idx="3907">
                  <c:v>0.3</c:v>
                </c:pt>
                <c:pt idx="3908">
                  <c:v>0.3</c:v>
                </c:pt>
                <c:pt idx="3909">
                  <c:v>0.3</c:v>
                </c:pt>
                <c:pt idx="3910">
                  <c:v>0.3</c:v>
                </c:pt>
                <c:pt idx="3911">
                  <c:v>0.3</c:v>
                </c:pt>
                <c:pt idx="3912">
                  <c:v>0.3</c:v>
                </c:pt>
                <c:pt idx="3913">
                  <c:v>0.3</c:v>
                </c:pt>
                <c:pt idx="3914">
                  <c:v>0.3</c:v>
                </c:pt>
                <c:pt idx="3915">
                  <c:v>0.3</c:v>
                </c:pt>
                <c:pt idx="3916">
                  <c:v>0.3</c:v>
                </c:pt>
                <c:pt idx="3917">
                  <c:v>0.3</c:v>
                </c:pt>
                <c:pt idx="3918">
                  <c:v>0.3</c:v>
                </c:pt>
                <c:pt idx="3919">
                  <c:v>0.3</c:v>
                </c:pt>
                <c:pt idx="3920">
                  <c:v>0.3</c:v>
                </c:pt>
                <c:pt idx="3921">
                  <c:v>0.3</c:v>
                </c:pt>
                <c:pt idx="3922">
                  <c:v>0.3</c:v>
                </c:pt>
                <c:pt idx="3923">
                  <c:v>0.3</c:v>
                </c:pt>
                <c:pt idx="3924">
                  <c:v>0.3</c:v>
                </c:pt>
                <c:pt idx="3925">
                  <c:v>0.3</c:v>
                </c:pt>
                <c:pt idx="3926">
                  <c:v>0.3</c:v>
                </c:pt>
                <c:pt idx="3927">
                  <c:v>0.3</c:v>
                </c:pt>
                <c:pt idx="3928">
                  <c:v>0.3</c:v>
                </c:pt>
                <c:pt idx="3929">
                  <c:v>0.3</c:v>
                </c:pt>
                <c:pt idx="3930">
                  <c:v>0.3</c:v>
                </c:pt>
                <c:pt idx="3931">
                  <c:v>0.3</c:v>
                </c:pt>
                <c:pt idx="3932">
                  <c:v>0.3</c:v>
                </c:pt>
                <c:pt idx="3933">
                  <c:v>0.3</c:v>
                </c:pt>
                <c:pt idx="3934">
                  <c:v>0.3</c:v>
                </c:pt>
                <c:pt idx="3935">
                  <c:v>0.3</c:v>
                </c:pt>
                <c:pt idx="3936">
                  <c:v>0.3</c:v>
                </c:pt>
                <c:pt idx="3937">
                  <c:v>0.3</c:v>
                </c:pt>
                <c:pt idx="3938">
                  <c:v>0.3</c:v>
                </c:pt>
                <c:pt idx="3939">
                  <c:v>0.3</c:v>
                </c:pt>
                <c:pt idx="3940">
                  <c:v>0.3</c:v>
                </c:pt>
                <c:pt idx="3941">
                  <c:v>0.3</c:v>
                </c:pt>
                <c:pt idx="3942">
                  <c:v>0.3</c:v>
                </c:pt>
                <c:pt idx="3943">
                  <c:v>0.3</c:v>
                </c:pt>
                <c:pt idx="3944">
                  <c:v>0.3</c:v>
                </c:pt>
                <c:pt idx="3945">
                  <c:v>0.3</c:v>
                </c:pt>
                <c:pt idx="3946">
                  <c:v>0.3</c:v>
                </c:pt>
                <c:pt idx="3947">
                  <c:v>0.3</c:v>
                </c:pt>
                <c:pt idx="3948">
                  <c:v>0.3</c:v>
                </c:pt>
                <c:pt idx="3949">
                  <c:v>0.3</c:v>
                </c:pt>
                <c:pt idx="3950">
                  <c:v>0.3</c:v>
                </c:pt>
                <c:pt idx="3951">
                  <c:v>0.3</c:v>
                </c:pt>
                <c:pt idx="3952">
                  <c:v>0.3</c:v>
                </c:pt>
                <c:pt idx="3953">
                  <c:v>0.3</c:v>
                </c:pt>
                <c:pt idx="3954">
                  <c:v>0.3</c:v>
                </c:pt>
                <c:pt idx="3955">
                  <c:v>0.3</c:v>
                </c:pt>
                <c:pt idx="3956">
                  <c:v>0.3</c:v>
                </c:pt>
                <c:pt idx="3957">
                  <c:v>0.3</c:v>
                </c:pt>
                <c:pt idx="3958">
                  <c:v>0.3</c:v>
                </c:pt>
                <c:pt idx="3959">
                  <c:v>0.3</c:v>
                </c:pt>
                <c:pt idx="3960">
                  <c:v>0.3</c:v>
                </c:pt>
                <c:pt idx="3961">
                  <c:v>0.3</c:v>
                </c:pt>
                <c:pt idx="3962">
                  <c:v>0.3</c:v>
                </c:pt>
                <c:pt idx="3963">
                  <c:v>0.3</c:v>
                </c:pt>
                <c:pt idx="3964">
                  <c:v>0.3</c:v>
                </c:pt>
                <c:pt idx="3965">
                  <c:v>0.3</c:v>
                </c:pt>
                <c:pt idx="3966">
                  <c:v>0.3</c:v>
                </c:pt>
                <c:pt idx="3967">
                  <c:v>0.3</c:v>
                </c:pt>
                <c:pt idx="3968">
                  <c:v>0.3</c:v>
                </c:pt>
                <c:pt idx="3969">
                  <c:v>0.3</c:v>
                </c:pt>
                <c:pt idx="3970">
                  <c:v>0.3</c:v>
                </c:pt>
                <c:pt idx="3971">
                  <c:v>0.3</c:v>
                </c:pt>
                <c:pt idx="3972">
                  <c:v>0.3</c:v>
                </c:pt>
                <c:pt idx="3973">
                  <c:v>0.3</c:v>
                </c:pt>
                <c:pt idx="3974">
                  <c:v>0.3</c:v>
                </c:pt>
                <c:pt idx="3975">
                  <c:v>0.3</c:v>
                </c:pt>
                <c:pt idx="3976">
                  <c:v>0.3</c:v>
                </c:pt>
                <c:pt idx="3977">
                  <c:v>0.3</c:v>
                </c:pt>
                <c:pt idx="3978">
                  <c:v>0.3</c:v>
                </c:pt>
                <c:pt idx="3979">
                  <c:v>0.3</c:v>
                </c:pt>
                <c:pt idx="3980">
                  <c:v>0.3</c:v>
                </c:pt>
                <c:pt idx="3981">
                  <c:v>0.3</c:v>
                </c:pt>
                <c:pt idx="3982">
                  <c:v>0.3</c:v>
                </c:pt>
                <c:pt idx="3983">
                  <c:v>0.3</c:v>
                </c:pt>
                <c:pt idx="3984">
                  <c:v>0.3</c:v>
                </c:pt>
                <c:pt idx="3985">
                  <c:v>0.3</c:v>
                </c:pt>
                <c:pt idx="3986">
                  <c:v>0.3</c:v>
                </c:pt>
                <c:pt idx="3987">
                  <c:v>0.3</c:v>
                </c:pt>
                <c:pt idx="3988">
                  <c:v>0.3</c:v>
                </c:pt>
                <c:pt idx="3989">
                  <c:v>0.3</c:v>
                </c:pt>
                <c:pt idx="3990">
                  <c:v>0.3</c:v>
                </c:pt>
                <c:pt idx="3991">
                  <c:v>0.3</c:v>
                </c:pt>
                <c:pt idx="3992">
                  <c:v>0.3</c:v>
                </c:pt>
                <c:pt idx="3993">
                  <c:v>0.3</c:v>
                </c:pt>
                <c:pt idx="3994">
                  <c:v>0.3</c:v>
                </c:pt>
                <c:pt idx="3995">
                  <c:v>0.3</c:v>
                </c:pt>
                <c:pt idx="3996">
                  <c:v>0.3</c:v>
                </c:pt>
                <c:pt idx="3997">
                  <c:v>0.3</c:v>
                </c:pt>
                <c:pt idx="3998">
                  <c:v>0.3</c:v>
                </c:pt>
                <c:pt idx="3999">
                  <c:v>0.3</c:v>
                </c:pt>
                <c:pt idx="4000">
                  <c:v>0.3</c:v>
                </c:pt>
                <c:pt idx="4001">
                  <c:v>0.3</c:v>
                </c:pt>
                <c:pt idx="4002">
                  <c:v>0.3</c:v>
                </c:pt>
                <c:pt idx="4003">
                  <c:v>0.3</c:v>
                </c:pt>
                <c:pt idx="4004">
                  <c:v>0.3</c:v>
                </c:pt>
                <c:pt idx="4005">
                  <c:v>0.3</c:v>
                </c:pt>
                <c:pt idx="4006">
                  <c:v>0.3</c:v>
                </c:pt>
                <c:pt idx="4007">
                  <c:v>0.3</c:v>
                </c:pt>
                <c:pt idx="4008">
                  <c:v>0.3</c:v>
                </c:pt>
                <c:pt idx="4009">
                  <c:v>0.3</c:v>
                </c:pt>
                <c:pt idx="4010">
                  <c:v>0.3</c:v>
                </c:pt>
                <c:pt idx="4011">
                  <c:v>0.3</c:v>
                </c:pt>
                <c:pt idx="4012">
                  <c:v>0.3</c:v>
                </c:pt>
                <c:pt idx="4013">
                  <c:v>0.3</c:v>
                </c:pt>
                <c:pt idx="4014">
                  <c:v>0.3</c:v>
                </c:pt>
                <c:pt idx="4015">
                  <c:v>0.3</c:v>
                </c:pt>
                <c:pt idx="4016">
                  <c:v>0.3</c:v>
                </c:pt>
                <c:pt idx="4017">
                  <c:v>0.3</c:v>
                </c:pt>
                <c:pt idx="4018">
                  <c:v>0.3</c:v>
                </c:pt>
                <c:pt idx="4019">
                  <c:v>0.3</c:v>
                </c:pt>
                <c:pt idx="4020">
                  <c:v>0.3</c:v>
                </c:pt>
                <c:pt idx="4021">
                  <c:v>0.3</c:v>
                </c:pt>
                <c:pt idx="4022">
                  <c:v>0.3</c:v>
                </c:pt>
                <c:pt idx="4023">
                  <c:v>0.3</c:v>
                </c:pt>
                <c:pt idx="4024">
                  <c:v>0.3</c:v>
                </c:pt>
                <c:pt idx="4025">
                  <c:v>0.3</c:v>
                </c:pt>
                <c:pt idx="4026">
                  <c:v>0.3</c:v>
                </c:pt>
                <c:pt idx="4027">
                  <c:v>0.3</c:v>
                </c:pt>
                <c:pt idx="4028">
                  <c:v>0.3</c:v>
                </c:pt>
                <c:pt idx="4029">
                  <c:v>0.3</c:v>
                </c:pt>
                <c:pt idx="4030">
                  <c:v>0.3</c:v>
                </c:pt>
                <c:pt idx="4031">
                  <c:v>0.3</c:v>
                </c:pt>
                <c:pt idx="4032">
                  <c:v>0.3</c:v>
                </c:pt>
                <c:pt idx="4033">
                  <c:v>0.3</c:v>
                </c:pt>
                <c:pt idx="4034">
                  <c:v>0.3</c:v>
                </c:pt>
                <c:pt idx="4035">
                  <c:v>0.3</c:v>
                </c:pt>
                <c:pt idx="4036">
                  <c:v>0.3</c:v>
                </c:pt>
                <c:pt idx="4037">
                  <c:v>0.3</c:v>
                </c:pt>
                <c:pt idx="4038">
                  <c:v>0.3</c:v>
                </c:pt>
                <c:pt idx="4039">
                  <c:v>0.3</c:v>
                </c:pt>
                <c:pt idx="4040">
                  <c:v>0.3</c:v>
                </c:pt>
                <c:pt idx="4041">
                  <c:v>0.3</c:v>
                </c:pt>
                <c:pt idx="4042">
                  <c:v>0.3</c:v>
                </c:pt>
                <c:pt idx="4043">
                  <c:v>0.3</c:v>
                </c:pt>
                <c:pt idx="4044">
                  <c:v>0.3</c:v>
                </c:pt>
                <c:pt idx="4045">
                  <c:v>0.3</c:v>
                </c:pt>
                <c:pt idx="4046">
                  <c:v>0.3</c:v>
                </c:pt>
                <c:pt idx="4047">
                  <c:v>0.3</c:v>
                </c:pt>
                <c:pt idx="4048">
                  <c:v>0.3</c:v>
                </c:pt>
                <c:pt idx="4049">
                  <c:v>0.3</c:v>
                </c:pt>
                <c:pt idx="4050">
                  <c:v>0.3</c:v>
                </c:pt>
                <c:pt idx="4051">
                  <c:v>0.3</c:v>
                </c:pt>
                <c:pt idx="4052">
                  <c:v>0.3</c:v>
                </c:pt>
                <c:pt idx="4053">
                  <c:v>0.3</c:v>
                </c:pt>
                <c:pt idx="4054">
                  <c:v>0.3</c:v>
                </c:pt>
                <c:pt idx="4055">
                  <c:v>0.3</c:v>
                </c:pt>
                <c:pt idx="4056">
                  <c:v>0.3</c:v>
                </c:pt>
                <c:pt idx="4057">
                  <c:v>0.3</c:v>
                </c:pt>
                <c:pt idx="4058">
                  <c:v>0.3</c:v>
                </c:pt>
                <c:pt idx="4059">
                  <c:v>0.3</c:v>
                </c:pt>
                <c:pt idx="4060">
                  <c:v>0.3</c:v>
                </c:pt>
                <c:pt idx="4061">
                  <c:v>0.3</c:v>
                </c:pt>
                <c:pt idx="4062">
                  <c:v>0.3</c:v>
                </c:pt>
                <c:pt idx="4063">
                  <c:v>0.3</c:v>
                </c:pt>
                <c:pt idx="4064">
                  <c:v>0.3</c:v>
                </c:pt>
                <c:pt idx="4065">
                  <c:v>0.3</c:v>
                </c:pt>
                <c:pt idx="4066">
                  <c:v>0.3</c:v>
                </c:pt>
                <c:pt idx="4067">
                  <c:v>0.3</c:v>
                </c:pt>
                <c:pt idx="4068">
                  <c:v>0.3</c:v>
                </c:pt>
                <c:pt idx="4069">
                  <c:v>0.3</c:v>
                </c:pt>
                <c:pt idx="4070">
                  <c:v>0.3</c:v>
                </c:pt>
                <c:pt idx="4071">
                  <c:v>0.3</c:v>
                </c:pt>
                <c:pt idx="4072">
                  <c:v>0.3</c:v>
                </c:pt>
                <c:pt idx="4073">
                  <c:v>0.3</c:v>
                </c:pt>
                <c:pt idx="4074">
                  <c:v>0.3</c:v>
                </c:pt>
                <c:pt idx="4075">
                  <c:v>0.3</c:v>
                </c:pt>
                <c:pt idx="4076">
                  <c:v>0.3</c:v>
                </c:pt>
                <c:pt idx="4077">
                  <c:v>0.3</c:v>
                </c:pt>
                <c:pt idx="4078">
                  <c:v>0.3</c:v>
                </c:pt>
                <c:pt idx="4079">
                  <c:v>0.3</c:v>
                </c:pt>
                <c:pt idx="4080">
                  <c:v>0.3</c:v>
                </c:pt>
                <c:pt idx="4081">
                  <c:v>0.3</c:v>
                </c:pt>
                <c:pt idx="4082">
                  <c:v>0.3</c:v>
                </c:pt>
                <c:pt idx="4083">
                  <c:v>0.3</c:v>
                </c:pt>
                <c:pt idx="4084">
                  <c:v>0.3</c:v>
                </c:pt>
                <c:pt idx="4085">
                  <c:v>0.3</c:v>
                </c:pt>
                <c:pt idx="4086">
                  <c:v>0.3</c:v>
                </c:pt>
                <c:pt idx="4087">
                  <c:v>0.3</c:v>
                </c:pt>
                <c:pt idx="4088">
                  <c:v>0.3</c:v>
                </c:pt>
                <c:pt idx="4089">
                  <c:v>0.3</c:v>
                </c:pt>
                <c:pt idx="4090">
                  <c:v>0.3</c:v>
                </c:pt>
                <c:pt idx="4091">
                  <c:v>0.3</c:v>
                </c:pt>
                <c:pt idx="4092">
                  <c:v>0.3</c:v>
                </c:pt>
                <c:pt idx="4093">
                  <c:v>0.3</c:v>
                </c:pt>
                <c:pt idx="4094">
                  <c:v>0.3</c:v>
                </c:pt>
                <c:pt idx="4095">
                  <c:v>0.3</c:v>
                </c:pt>
                <c:pt idx="4096">
                  <c:v>0.3</c:v>
                </c:pt>
                <c:pt idx="4097">
                  <c:v>0.3</c:v>
                </c:pt>
                <c:pt idx="4098">
                  <c:v>0.3</c:v>
                </c:pt>
                <c:pt idx="4099">
                  <c:v>0.3</c:v>
                </c:pt>
                <c:pt idx="4100">
                  <c:v>0.3</c:v>
                </c:pt>
                <c:pt idx="4101">
                  <c:v>0.3</c:v>
                </c:pt>
                <c:pt idx="4102">
                  <c:v>0.3</c:v>
                </c:pt>
                <c:pt idx="4103">
                  <c:v>0.3</c:v>
                </c:pt>
                <c:pt idx="4104">
                  <c:v>0.3</c:v>
                </c:pt>
                <c:pt idx="4105">
                  <c:v>0.3</c:v>
                </c:pt>
                <c:pt idx="4106">
                  <c:v>0.3</c:v>
                </c:pt>
                <c:pt idx="4107">
                  <c:v>0.3</c:v>
                </c:pt>
                <c:pt idx="4108">
                  <c:v>0.3</c:v>
                </c:pt>
                <c:pt idx="4109">
                  <c:v>0.3</c:v>
                </c:pt>
                <c:pt idx="4110">
                  <c:v>0.3</c:v>
                </c:pt>
                <c:pt idx="4111">
                  <c:v>0.3</c:v>
                </c:pt>
                <c:pt idx="4112">
                  <c:v>0.3</c:v>
                </c:pt>
                <c:pt idx="4113">
                  <c:v>0.3</c:v>
                </c:pt>
                <c:pt idx="4114">
                  <c:v>0.3</c:v>
                </c:pt>
                <c:pt idx="4115">
                  <c:v>0.3</c:v>
                </c:pt>
                <c:pt idx="4116">
                  <c:v>0.3</c:v>
                </c:pt>
                <c:pt idx="4117">
                  <c:v>0.3</c:v>
                </c:pt>
                <c:pt idx="4118">
                  <c:v>0.3</c:v>
                </c:pt>
                <c:pt idx="4119">
                  <c:v>0.3</c:v>
                </c:pt>
                <c:pt idx="4120">
                  <c:v>0.3</c:v>
                </c:pt>
                <c:pt idx="4121">
                  <c:v>0.3</c:v>
                </c:pt>
                <c:pt idx="4122">
                  <c:v>0.3</c:v>
                </c:pt>
                <c:pt idx="4123">
                  <c:v>0.3</c:v>
                </c:pt>
                <c:pt idx="4124">
                  <c:v>0.3</c:v>
                </c:pt>
                <c:pt idx="4125">
                  <c:v>0.3</c:v>
                </c:pt>
                <c:pt idx="4126">
                  <c:v>0.3</c:v>
                </c:pt>
                <c:pt idx="4127">
                  <c:v>0.3</c:v>
                </c:pt>
                <c:pt idx="4128">
                  <c:v>0.3</c:v>
                </c:pt>
                <c:pt idx="4129">
                  <c:v>0.3</c:v>
                </c:pt>
                <c:pt idx="4130">
                  <c:v>0.3</c:v>
                </c:pt>
                <c:pt idx="4131">
                  <c:v>0.3</c:v>
                </c:pt>
                <c:pt idx="4132">
                  <c:v>0.3</c:v>
                </c:pt>
                <c:pt idx="4133">
                  <c:v>0.3</c:v>
                </c:pt>
                <c:pt idx="4134">
                  <c:v>0.3</c:v>
                </c:pt>
                <c:pt idx="4135">
                  <c:v>0.3</c:v>
                </c:pt>
                <c:pt idx="4136">
                  <c:v>0.3</c:v>
                </c:pt>
                <c:pt idx="4137">
                  <c:v>0.3</c:v>
                </c:pt>
                <c:pt idx="4138">
                  <c:v>0.3</c:v>
                </c:pt>
                <c:pt idx="4139">
                  <c:v>0.3</c:v>
                </c:pt>
                <c:pt idx="4140">
                  <c:v>0.3</c:v>
                </c:pt>
                <c:pt idx="4141">
                  <c:v>0.3</c:v>
                </c:pt>
                <c:pt idx="4142">
                  <c:v>0.3</c:v>
                </c:pt>
                <c:pt idx="4143">
                  <c:v>0.3</c:v>
                </c:pt>
                <c:pt idx="4144">
                  <c:v>0.3</c:v>
                </c:pt>
                <c:pt idx="4145">
                  <c:v>0.3</c:v>
                </c:pt>
                <c:pt idx="4146">
                  <c:v>0.3</c:v>
                </c:pt>
                <c:pt idx="4147">
                  <c:v>0.3</c:v>
                </c:pt>
                <c:pt idx="4148">
                  <c:v>0.3</c:v>
                </c:pt>
                <c:pt idx="4149">
                  <c:v>0.3</c:v>
                </c:pt>
                <c:pt idx="4150">
                  <c:v>0.3</c:v>
                </c:pt>
                <c:pt idx="4151">
                  <c:v>0.3</c:v>
                </c:pt>
                <c:pt idx="4152">
                  <c:v>0.3</c:v>
                </c:pt>
                <c:pt idx="4153">
                  <c:v>0.3</c:v>
                </c:pt>
                <c:pt idx="4154">
                  <c:v>0.3</c:v>
                </c:pt>
                <c:pt idx="4155">
                  <c:v>0.3</c:v>
                </c:pt>
                <c:pt idx="4156">
                  <c:v>0.3</c:v>
                </c:pt>
                <c:pt idx="4157">
                  <c:v>0.3</c:v>
                </c:pt>
                <c:pt idx="4158">
                  <c:v>0.3</c:v>
                </c:pt>
                <c:pt idx="4159">
                  <c:v>0.3</c:v>
                </c:pt>
                <c:pt idx="4160">
                  <c:v>0.3</c:v>
                </c:pt>
                <c:pt idx="4161">
                  <c:v>0.3</c:v>
                </c:pt>
                <c:pt idx="4162">
                  <c:v>0.3</c:v>
                </c:pt>
                <c:pt idx="4163">
                  <c:v>0.3</c:v>
                </c:pt>
                <c:pt idx="4164">
                  <c:v>0.3</c:v>
                </c:pt>
                <c:pt idx="4165">
                  <c:v>0.3</c:v>
                </c:pt>
                <c:pt idx="4166">
                  <c:v>0.3</c:v>
                </c:pt>
                <c:pt idx="4167">
                  <c:v>0.3</c:v>
                </c:pt>
                <c:pt idx="4168">
                  <c:v>0.3</c:v>
                </c:pt>
                <c:pt idx="4169">
                  <c:v>0.3</c:v>
                </c:pt>
                <c:pt idx="4170">
                  <c:v>0.3</c:v>
                </c:pt>
                <c:pt idx="4171">
                  <c:v>0.3</c:v>
                </c:pt>
                <c:pt idx="4172">
                  <c:v>0.3</c:v>
                </c:pt>
                <c:pt idx="4173">
                  <c:v>0.3</c:v>
                </c:pt>
                <c:pt idx="4174">
                  <c:v>0.3</c:v>
                </c:pt>
                <c:pt idx="4175">
                  <c:v>0.3</c:v>
                </c:pt>
                <c:pt idx="4176">
                  <c:v>0.3</c:v>
                </c:pt>
                <c:pt idx="4177">
                  <c:v>0.3</c:v>
                </c:pt>
                <c:pt idx="4178">
                  <c:v>0.3</c:v>
                </c:pt>
                <c:pt idx="4179">
                  <c:v>0.3</c:v>
                </c:pt>
                <c:pt idx="4180">
                  <c:v>0.3</c:v>
                </c:pt>
                <c:pt idx="4181">
                  <c:v>0.3</c:v>
                </c:pt>
                <c:pt idx="4182">
                  <c:v>0.3</c:v>
                </c:pt>
                <c:pt idx="4183">
                  <c:v>0.3</c:v>
                </c:pt>
                <c:pt idx="4184">
                  <c:v>0.3</c:v>
                </c:pt>
                <c:pt idx="4185">
                  <c:v>0.3</c:v>
                </c:pt>
                <c:pt idx="4186">
                  <c:v>0.3</c:v>
                </c:pt>
                <c:pt idx="4187">
                  <c:v>0.3</c:v>
                </c:pt>
                <c:pt idx="4188">
                  <c:v>0.3</c:v>
                </c:pt>
                <c:pt idx="4189">
                  <c:v>0.3</c:v>
                </c:pt>
                <c:pt idx="4190">
                  <c:v>0.3</c:v>
                </c:pt>
                <c:pt idx="4191">
                  <c:v>0.3</c:v>
                </c:pt>
                <c:pt idx="4192">
                  <c:v>0.3</c:v>
                </c:pt>
                <c:pt idx="4193">
                  <c:v>0.3</c:v>
                </c:pt>
                <c:pt idx="4194">
                  <c:v>0.3</c:v>
                </c:pt>
                <c:pt idx="4195">
                  <c:v>0.3</c:v>
                </c:pt>
                <c:pt idx="4196">
                  <c:v>0.3</c:v>
                </c:pt>
                <c:pt idx="4197">
                  <c:v>0.3</c:v>
                </c:pt>
                <c:pt idx="4198">
                  <c:v>0.3</c:v>
                </c:pt>
                <c:pt idx="4199">
                  <c:v>0.3</c:v>
                </c:pt>
                <c:pt idx="4200">
                  <c:v>0.3</c:v>
                </c:pt>
                <c:pt idx="4201">
                  <c:v>0.3</c:v>
                </c:pt>
                <c:pt idx="4202">
                  <c:v>0.3</c:v>
                </c:pt>
                <c:pt idx="4203">
                  <c:v>0.3</c:v>
                </c:pt>
                <c:pt idx="4204">
                  <c:v>0.3</c:v>
                </c:pt>
                <c:pt idx="4205">
                  <c:v>0.3</c:v>
                </c:pt>
                <c:pt idx="4206">
                  <c:v>0.3</c:v>
                </c:pt>
                <c:pt idx="4207">
                  <c:v>0.3</c:v>
                </c:pt>
                <c:pt idx="4208">
                  <c:v>0.3</c:v>
                </c:pt>
                <c:pt idx="4209">
                  <c:v>0.3</c:v>
                </c:pt>
                <c:pt idx="4210">
                  <c:v>0.3</c:v>
                </c:pt>
                <c:pt idx="4211">
                  <c:v>0.3</c:v>
                </c:pt>
                <c:pt idx="4212">
                  <c:v>0.3</c:v>
                </c:pt>
                <c:pt idx="4213">
                  <c:v>0.3</c:v>
                </c:pt>
                <c:pt idx="4214">
                  <c:v>0.3</c:v>
                </c:pt>
                <c:pt idx="4215">
                  <c:v>0.3</c:v>
                </c:pt>
                <c:pt idx="4216">
                  <c:v>0.3</c:v>
                </c:pt>
                <c:pt idx="4217">
                  <c:v>0.3</c:v>
                </c:pt>
                <c:pt idx="4218">
                  <c:v>0.3</c:v>
                </c:pt>
                <c:pt idx="4219">
                  <c:v>0.3</c:v>
                </c:pt>
                <c:pt idx="4220">
                  <c:v>0.3</c:v>
                </c:pt>
                <c:pt idx="4221">
                  <c:v>0.3</c:v>
                </c:pt>
                <c:pt idx="4222">
                  <c:v>0.3</c:v>
                </c:pt>
                <c:pt idx="4223">
                  <c:v>0.25</c:v>
                </c:pt>
                <c:pt idx="4224">
                  <c:v>0.25</c:v>
                </c:pt>
                <c:pt idx="4225">
                  <c:v>0.25</c:v>
                </c:pt>
                <c:pt idx="4226">
                  <c:v>0.25</c:v>
                </c:pt>
                <c:pt idx="4227">
                  <c:v>0.25</c:v>
                </c:pt>
                <c:pt idx="4228">
                  <c:v>0.25</c:v>
                </c:pt>
                <c:pt idx="4229">
                  <c:v>0.25</c:v>
                </c:pt>
                <c:pt idx="4230">
                  <c:v>0.25</c:v>
                </c:pt>
                <c:pt idx="4231">
                  <c:v>0.25</c:v>
                </c:pt>
                <c:pt idx="4232">
                  <c:v>0.25</c:v>
                </c:pt>
                <c:pt idx="4233">
                  <c:v>0.25</c:v>
                </c:pt>
                <c:pt idx="4234">
                  <c:v>0.25</c:v>
                </c:pt>
                <c:pt idx="4235">
                  <c:v>0.25</c:v>
                </c:pt>
                <c:pt idx="4236">
                  <c:v>0.25</c:v>
                </c:pt>
                <c:pt idx="4237">
                  <c:v>0.25</c:v>
                </c:pt>
                <c:pt idx="4238">
                  <c:v>0.25</c:v>
                </c:pt>
                <c:pt idx="4239">
                  <c:v>0.25</c:v>
                </c:pt>
                <c:pt idx="4240">
                  <c:v>0.25</c:v>
                </c:pt>
                <c:pt idx="4241">
                  <c:v>0.25</c:v>
                </c:pt>
                <c:pt idx="4242">
                  <c:v>0.25</c:v>
                </c:pt>
                <c:pt idx="4243">
                  <c:v>0.25</c:v>
                </c:pt>
                <c:pt idx="4244">
                  <c:v>0.25</c:v>
                </c:pt>
                <c:pt idx="4245">
                  <c:v>0.25</c:v>
                </c:pt>
                <c:pt idx="4246">
                  <c:v>0.25</c:v>
                </c:pt>
                <c:pt idx="4247">
                  <c:v>0.25</c:v>
                </c:pt>
                <c:pt idx="4248">
                  <c:v>0.25</c:v>
                </c:pt>
                <c:pt idx="4249">
                  <c:v>0.25</c:v>
                </c:pt>
                <c:pt idx="4250">
                  <c:v>0.25</c:v>
                </c:pt>
                <c:pt idx="4251">
                  <c:v>0.25</c:v>
                </c:pt>
                <c:pt idx="4252">
                  <c:v>0.25</c:v>
                </c:pt>
                <c:pt idx="4253">
                  <c:v>0.25</c:v>
                </c:pt>
                <c:pt idx="4254">
                  <c:v>0.25</c:v>
                </c:pt>
                <c:pt idx="4255">
                  <c:v>0.25</c:v>
                </c:pt>
                <c:pt idx="4256">
                  <c:v>0.25</c:v>
                </c:pt>
                <c:pt idx="4257">
                  <c:v>0.25</c:v>
                </c:pt>
                <c:pt idx="4258">
                  <c:v>0.25</c:v>
                </c:pt>
                <c:pt idx="4259">
                  <c:v>0.25</c:v>
                </c:pt>
                <c:pt idx="4260">
                  <c:v>0.25</c:v>
                </c:pt>
                <c:pt idx="4261">
                  <c:v>0.25</c:v>
                </c:pt>
                <c:pt idx="4262">
                  <c:v>0.25</c:v>
                </c:pt>
                <c:pt idx="4263">
                  <c:v>0.25</c:v>
                </c:pt>
                <c:pt idx="4264">
                  <c:v>0.25</c:v>
                </c:pt>
                <c:pt idx="4265">
                  <c:v>0.25</c:v>
                </c:pt>
                <c:pt idx="4266">
                  <c:v>0.25</c:v>
                </c:pt>
                <c:pt idx="4267">
                  <c:v>0.25</c:v>
                </c:pt>
                <c:pt idx="4268">
                  <c:v>0.25</c:v>
                </c:pt>
                <c:pt idx="4269">
                  <c:v>0.25</c:v>
                </c:pt>
                <c:pt idx="4270">
                  <c:v>0.25</c:v>
                </c:pt>
                <c:pt idx="4271">
                  <c:v>0.25</c:v>
                </c:pt>
                <c:pt idx="4272">
                  <c:v>0.25</c:v>
                </c:pt>
                <c:pt idx="4273">
                  <c:v>0.25</c:v>
                </c:pt>
                <c:pt idx="4274">
                  <c:v>0.25</c:v>
                </c:pt>
                <c:pt idx="4275">
                  <c:v>0.25</c:v>
                </c:pt>
                <c:pt idx="4276">
                  <c:v>0.25</c:v>
                </c:pt>
                <c:pt idx="4277">
                  <c:v>0.25</c:v>
                </c:pt>
                <c:pt idx="4278">
                  <c:v>0.25</c:v>
                </c:pt>
                <c:pt idx="4279">
                  <c:v>0.25</c:v>
                </c:pt>
                <c:pt idx="4280">
                  <c:v>0.25</c:v>
                </c:pt>
                <c:pt idx="4281">
                  <c:v>0.25</c:v>
                </c:pt>
                <c:pt idx="4282">
                  <c:v>0.25</c:v>
                </c:pt>
                <c:pt idx="4283">
                  <c:v>0.25</c:v>
                </c:pt>
                <c:pt idx="4284">
                  <c:v>0.25</c:v>
                </c:pt>
                <c:pt idx="4285">
                  <c:v>0.25</c:v>
                </c:pt>
                <c:pt idx="4286">
                  <c:v>0.25</c:v>
                </c:pt>
                <c:pt idx="4287">
                  <c:v>0.25</c:v>
                </c:pt>
                <c:pt idx="4288">
                  <c:v>0.25</c:v>
                </c:pt>
                <c:pt idx="4289">
                  <c:v>0.25</c:v>
                </c:pt>
                <c:pt idx="4290">
                  <c:v>0.25</c:v>
                </c:pt>
                <c:pt idx="4291">
                  <c:v>0.25</c:v>
                </c:pt>
                <c:pt idx="4292">
                  <c:v>0.25</c:v>
                </c:pt>
                <c:pt idx="4293">
                  <c:v>0.25</c:v>
                </c:pt>
                <c:pt idx="4294">
                  <c:v>0.25</c:v>
                </c:pt>
                <c:pt idx="4295">
                  <c:v>0.25</c:v>
                </c:pt>
                <c:pt idx="4296">
                  <c:v>0.25</c:v>
                </c:pt>
                <c:pt idx="4297">
                  <c:v>0.25</c:v>
                </c:pt>
                <c:pt idx="4298">
                  <c:v>0.25</c:v>
                </c:pt>
                <c:pt idx="4299">
                  <c:v>0.25</c:v>
                </c:pt>
                <c:pt idx="4300">
                  <c:v>0.25</c:v>
                </c:pt>
                <c:pt idx="4301">
                  <c:v>0.25</c:v>
                </c:pt>
                <c:pt idx="4302">
                  <c:v>0.25</c:v>
                </c:pt>
                <c:pt idx="4303">
                  <c:v>0.25</c:v>
                </c:pt>
                <c:pt idx="4304">
                  <c:v>0.25</c:v>
                </c:pt>
                <c:pt idx="4305">
                  <c:v>0.25</c:v>
                </c:pt>
                <c:pt idx="4306">
                  <c:v>0.25</c:v>
                </c:pt>
                <c:pt idx="4307">
                  <c:v>0.25</c:v>
                </c:pt>
                <c:pt idx="4308">
                  <c:v>0.25</c:v>
                </c:pt>
                <c:pt idx="4309">
                  <c:v>0.25</c:v>
                </c:pt>
                <c:pt idx="4310">
                  <c:v>0.25</c:v>
                </c:pt>
                <c:pt idx="4311">
                  <c:v>0.25</c:v>
                </c:pt>
                <c:pt idx="4312">
                  <c:v>0.25</c:v>
                </c:pt>
                <c:pt idx="4313">
                  <c:v>0.25</c:v>
                </c:pt>
                <c:pt idx="4314">
                  <c:v>0.25</c:v>
                </c:pt>
                <c:pt idx="4315">
                  <c:v>0.25</c:v>
                </c:pt>
                <c:pt idx="4316">
                  <c:v>0.25</c:v>
                </c:pt>
                <c:pt idx="4317">
                  <c:v>0.25</c:v>
                </c:pt>
                <c:pt idx="4318">
                  <c:v>0.25</c:v>
                </c:pt>
                <c:pt idx="4319">
                  <c:v>0.25</c:v>
                </c:pt>
                <c:pt idx="4320">
                  <c:v>0.25</c:v>
                </c:pt>
                <c:pt idx="4321">
                  <c:v>0.25</c:v>
                </c:pt>
                <c:pt idx="4322">
                  <c:v>0.25</c:v>
                </c:pt>
                <c:pt idx="4323">
                  <c:v>0.25</c:v>
                </c:pt>
                <c:pt idx="4324">
                  <c:v>0.25</c:v>
                </c:pt>
                <c:pt idx="4325">
                  <c:v>0.25</c:v>
                </c:pt>
                <c:pt idx="4326">
                  <c:v>0.25</c:v>
                </c:pt>
                <c:pt idx="4327">
                  <c:v>0.25</c:v>
                </c:pt>
                <c:pt idx="4328">
                  <c:v>0.25</c:v>
                </c:pt>
                <c:pt idx="4329">
                  <c:v>0.25</c:v>
                </c:pt>
                <c:pt idx="4330">
                  <c:v>0.25</c:v>
                </c:pt>
                <c:pt idx="4331">
                  <c:v>0.25</c:v>
                </c:pt>
                <c:pt idx="4332">
                  <c:v>0.25</c:v>
                </c:pt>
                <c:pt idx="4333">
                  <c:v>0.25</c:v>
                </c:pt>
                <c:pt idx="4334">
                  <c:v>0.25</c:v>
                </c:pt>
                <c:pt idx="4335">
                  <c:v>0.25</c:v>
                </c:pt>
                <c:pt idx="4336">
                  <c:v>0.25</c:v>
                </c:pt>
                <c:pt idx="4337">
                  <c:v>0.25</c:v>
                </c:pt>
                <c:pt idx="4338">
                  <c:v>0.25</c:v>
                </c:pt>
                <c:pt idx="4339">
                  <c:v>0.25</c:v>
                </c:pt>
                <c:pt idx="4340">
                  <c:v>0.25</c:v>
                </c:pt>
                <c:pt idx="4341">
                  <c:v>0.25</c:v>
                </c:pt>
                <c:pt idx="4342">
                  <c:v>0.25</c:v>
                </c:pt>
                <c:pt idx="4343">
                  <c:v>0.25</c:v>
                </c:pt>
                <c:pt idx="4344">
                  <c:v>0.25</c:v>
                </c:pt>
                <c:pt idx="4345">
                  <c:v>0.25</c:v>
                </c:pt>
                <c:pt idx="4346">
                  <c:v>0.25</c:v>
                </c:pt>
                <c:pt idx="4347">
                  <c:v>0.25</c:v>
                </c:pt>
                <c:pt idx="4348">
                  <c:v>0.25</c:v>
                </c:pt>
                <c:pt idx="4349">
                  <c:v>0.25</c:v>
                </c:pt>
                <c:pt idx="4350">
                  <c:v>0.25</c:v>
                </c:pt>
                <c:pt idx="4351">
                  <c:v>0.25</c:v>
                </c:pt>
                <c:pt idx="4352">
                  <c:v>0.25</c:v>
                </c:pt>
                <c:pt idx="4353">
                  <c:v>0.25</c:v>
                </c:pt>
                <c:pt idx="4354">
                  <c:v>0.25</c:v>
                </c:pt>
                <c:pt idx="4355">
                  <c:v>0.25</c:v>
                </c:pt>
                <c:pt idx="4356">
                  <c:v>0.25</c:v>
                </c:pt>
                <c:pt idx="4357">
                  <c:v>0.25</c:v>
                </c:pt>
                <c:pt idx="4358">
                  <c:v>0.25</c:v>
                </c:pt>
                <c:pt idx="4359">
                  <c:v>0.25</c:v>
                </c:pt>
                <c:pt idx="4360">
                  <c:v>0.25</c:v>
                </c:pt>
                <c:pt idx="4361">
                  <c:v>0.25</c:v>
                </c:pt>
                <c:pt idx="4362">
                  <c:v>0.25</c:v>
                </c:pt>
                <c:pt idx="4363">
                  <c:v>0.25</c:v>
                </c:pt>
                <c:pt idx="4364">
                  <c:v>0.25</c:v>
                </c:pt>
                <c:pt idx="4365">
                  <c:v>0.25</c:v>
                </c:pt>
                <c:pt idx="4366">
                  <c:v>0.25</c:v>
                </c:pt>
                <c:pt idx="4367">
                  <c:v>0.25</c:v>
                </c:pt>
                <c:pt idx="4368">
                  <c:v>0.25</c:v>
                </c:pt>
                <c:pt idx="4369">
                  <c:v>0.25</c:v>
                </c:pt>
                <c:pt idx="4370">
                  <c:v>0.25</c:v>
                </c:pt>
                <c:pt idx="4371">
                  <c:v>0.25</c:v>
                </c:pt>
                <c:pt idx="4372">
                  <c:v>0.25</c:v>
                </c:pt>
                <c:pt idx="4373">
                  <c:v>0.25</c:v>
                </c:pt>
                <c:pt idx="4374">
                  <c:v>0.25</c:v>
                </c:pt>
                <c:pt idx="4375">
                  <c:v>0.25</c:v>
                </c:pt>
                <c:pt idx="4376">
                  <c:v>0.25</c:v>
                </c:pt>
                <c:pt idx="4377">
                  <c:v>0.25</c:v>
                </c:pt>
                <c:pt idx="4378">
                  <c:v>0.25</c:v>
                </c:pt>
                <c:pt idx="4379">
                  <c:v>0.25</c:v>
                </c:pt>
                <c:pt idx="4380">
                  <c:v>0.25</c:v>
                </c:pt>
                <c:pt idx="4381">
                  <c:v>0.25</c:v>
                </c:pt>
                <c:pt idx="4382">
                  <c:v>0.25</c:v>
                </c:pt>
                <c:pt idx="4383">
                  <c:v>0.25</c:v>
                </c:pt>
                <c:pt idx="4384">
                  <c:v>0.25</c:v>
                </c:pt>
                <c:pt idx="4385">
                  <c:v>0.25</c:v>
                </c:pt>
                <c:pt idx="4386">
                  <c:v>0.25</c:v>
                </c:pt>
                <c:pt idx="4387">
                  <c:v>0.25</c:v>
                </c:pt>
                <c:pt idx="4388">
                  <c:v>0.25</c:v>
                </c:pt>
                <c:pt idx="4389">
                  <c:v>0.25</c:v>
                </c:pt>
                <c:pt idx="4390">
                  <c:v>0.25</c:v>
                </c:pt>
                <c:pt idx="4391">
                  <c:v>0.25</c:v>
                </c:pt>
                <c:pt idx="4392">
                  <c:v>0.25</c:v>
                </c:pt>
                <c:pt idx="4393">
                  <c:v>0.25</c:v>
                </c:pt>
                <c:pt idx="4394">
                  <c:v>0.25</c:v>
                </c:pt>
                <c:pt idx="4395">
                  <c:v>0.25</c:v>
                </c:pt>
                <c:pt idx="4396">
                  <c:v>0.25</c:v>
                </c:pt>
                <c:pt idx="4397">
                  <c:v>0.25</c:v>
                </c:pt>
                <c:pt idx="4398">
                  <c:v>0.25</c:v>
                </c:pt>
                <c:pt idx="4399">
                  <c:v>0.25</c:v>
                </c:pt>
                <c:pt idx="4400">
                  <c:v>0.25</c:v>
                </c:pt>
                <c:pt idx="4401">
                  <c:v>0.25</c:v>
                </c:pt>
                <c:pt idx="4402">
                  <c:v>0.25</c:v>
                </c:pt>
                <c:pt idx="4403">
                  <c:v>0.25</c:v>
                </c:pt>
                <c:pt idx="4404">
                  <c:v>0.25</c:v>
                </c:pt>
                <c:pt idx="4405">
                  <c:v>0.25</c:v>
                </c:pt>
                <c:pt idx="4406">
                  <c:v>0.25</c:v>
                </c:pt>
                <c:pt idx="4407">
                  <c:v>0.25</c:v>
                </c:pt>
                <c:pt idx="4408">
                  <c:v>0.25</c:v>
                </c:pt>
                <c:pt idx="4409">
                  <c:v>0.25</c:v>
                </c:pt>
                <c:pt idx="4410">
                  <c:v>0.25</c:v>
                </c:pt>
                <c:pt idx="4411">
                  <c:v>0.25</c:v>
                </c:pt>
                <c:pt idx="4412">
                  <c:v>0.25</c:v>
                </c:pt>
                <c:pt idx="4413">
                  <c:v>0.25</c:v>
                </c:pt>
                <c:pt idx="4414">
                  <c:v>0.25</c:v>
                </c:pt>
                <c:pt idx="4415">
                  <c:v>0.25</c:v>
                </c:pt>
                <c:pt idx="4416">
                  <c:v>0.25</c:v>
                </c:pt>
                <c:pt idx="4417">
                  <c:v>0.25</c:v>
                </c:pt>
                <c:pt idx="4418">
                  <c:v>0.25</c:v>
                </c:pt>
                <c:pt idx="4419">
                  <c:v>0.25</c:v>
                </c:pt>
                <c:pt idx="4420">
                  <c:v>0.25</c:v>
                </c:pt>
                <c:pt idx="4421">
                  <c:v>0.25</c:v>
                </c:pt>
                <c:pt idx="4422">
                  <c:v>0.25</c:v>
                </c:pt>
                <c:pt idx="4423">
                  <c:v>0.25</c:v>
                </c:pt>
                <c:pt idx="4424">
                  <c:v>0.25</c:v>
                </c:pt>
                <c:pt idx="4425">
                  <c:v>0.25</c:v>
                </c:pt>
                <c:pt idx="4426">
                  <c:v>0.25</c:v>
                </c:pt>
                <c:pt idx="4427">
                  <c:v>0.25</c:v>
                </c:pt>
                <c:pt idx="4428">
                  <c:v>0.25</c:v>
                </c:pt>
                <c:pt idx="4429">
                  <c:v>0.25</c:v>
                </c:pt>
                <c:pt idx="4430">
                  <c:v>0.25</c:v>
                </c:pt>
                <c:pt idx="4431">
                  <c:v>0.25</c:v>
                </c:pt>
                <c:pt idx="4432">
                  <c:v>0.25</c:v>
                </c:pt>
                <c:pt idx="4433">
                  <c:v>0.25</c:v>
                </c:pt>
                <c:pt idx="4434">
                  <c:v>0.25</c:v>
                </c:pt>
                <c:pt idx="4435">
                  <c:v>0.25</c:v>
                </c:pt>
                <c:pt idx="4436">
                  <c:v>0.25</c:v>
                </c:pt>
                <c:pt idx="4437">
                  <c:v>0.25</c:v>
                </c:pt>
                <c:pt idx="4438">
                  <c:v>0.25</c:v>
                </c:pt>
                <c:pt idx="4439">
                  <c:v>0.25</c:v>
                </c:pt>
                <c:pt idx="4440">
                  <c:v>0.25</c:v>
                </c:pt>
                <c:pt idx="4441">
                  <c:v>0.25</c:v>
                </c:pt>
                <c:pt idx="4442">
                  <c:v>0.25</c:v>
                </c:pt>
                <c:pt idx="4443">
                  <c:v>0.25</c:v>
                </c:pt>
                <c:pt idx="4444">
                  <c:v>0.25</c:v>
                </c:pt>
                <c:pt idx="4445">
                  <c:v>0.25</c:v>
                </c:pt>
                <c:pt idx="4446">
                  <c:v>0.25</c:v>
                </c:pt>
                <c:pt idx="4447">
                  <c:v>0.25</c:v>
                </c:pt>
                <c:pt idx="4448">
                  <c:v>0.25</c:v>
                </c:pt>
                <c:pt idx="4449">
                  <c:v>0.25</c:v>
                </c:pt>
                <c:pt idx="4450">
                  <c:v>0.25</c:v>
                </c:pt>
                <c:pt idx="4451">
                  <c:v>0.25</c:v>
                </c:pt>
                <c:pt idx="4452">
                  <c:v>0.25</c:v>
                </c:pt>
                <c:pt idx="4453">
                  <c:v>0.25</c:v>
                </c:pt>
                <c:pt idx="4454">
                  <c:v>0.25</c:v>
                </c:pt>
                <c:pt idx="4455">
                  <c:v>0.25</c:v>
                </c:pt>
                <c:pt idx="4456">
                  <c:v>0.25</c:v>
                </c:pt>
                <c:pt idx="4457">
                  <c:v>0.25</c:v>
                </c:pt>
                <c:pt idx="4458">
                  <c:v>0.25</c:v>
                </c:pt>
                <c:pt idx="4459">
                  <c:v>0.25</c:v>
                </c:pt>
                <c:pt idx="4460">
                  <c:v>0.25</c:v>
                </c:pt>
                <c:pt idx="4461">
                  <c:v>0.25</c:v>
                </c:pt>
                <c:pt idx="4462">
                  <c:v>0.25</c:v>
                </c:pt>
                <c:pt idx="4463">
                  <c:v>0.25</c:v>
                </c:pt>
                <c:pt idx="4464">
                  <c:v>0.25</c:v>
                </c:pt>
                <c:pt idx="4465">
                  <c:v>0.25</c:v>
                </c:pt>
                <c:pt idx="4466">
                  <c:v>0.25</c:v>
                </c:pt>
                <c:pt idx="4467">
                  <c:v>0.25</c:v>
                </c:pt>
                <c:pt idx="4468">
                  <c:v>0.25</c:v>
                </c:pt>
                <c:pt idx="4469">
                  <c:v>0.25</c:v>
                </c:pt>
                <c:pt idx="4470">
                  <c:v>0.25</c:v>
                </c:pt>
                <c:pt idx="4471">
                  <c:v>0.25</c:v>
                </c:pt>
                <c:pt idx="4472">
                  <c:v>0.25</c:v>
                </c:pt>
                <c:pt idx="4473">
                  <c:v>0.25</c:v>
                </c:pt>
                <c:pt idx="4474">
                  <c:v>0.25</c:v>
                </c:pt>
                <c:pt idx="4475">
                  <c:v>0.25</c:v>
                </c:pt>
                <c:pt idx="4476">
                  <c:v>0.25</c:v>
                </c:pt>
                <c:pt idx="4477">
                  <c:v>0.25</c:v>
                </c:pt>
                <c:pt idx="4478">
                  <c:v>0.25</c:v>
                </c:pt>
                <c:pt idx="4479">
                  <c:v>0.25</c:v>
                </c:pt>
                <c:pt idx="4480">
                  <c:v>0.25</c:v>
                </c:pt>
                <c:pt idx="4481">
                  <c:v>0.25</c:v>
                </c:pt>
                <c:pt idx="4482">
                  <c:v>0.25</c:v>
                </c:pt>
                <c:pt idx="4483">
                  <c:v>0.25</c:v>
                </c:pt>
                <c:pt idx="4484">
                  <c:v>0.25</c:v>
                </c:pt>
                <c:pt idx="4485">
                  <c:v>0.25</c:v>
                </c:pt>
                <c:pt idx="4486">
                  <c:v>0.25</c:v>
                </c:pt>
                <c:pt idx="4487">
                  <c:v>0.25</c:v>
                </c:pt>
                <c:pt idx="4488">
                  <c:v>0.25</c:v>
                </c:pt>
                <c:pt idx="4489">
                  <c:v>0.25</c:v>
                </c:pt>
                <c:pt idx="4490">
                  <c:v>0.25</c:v>
                </c:pt>
                <c:pt idx="4491">
                  <c:v>0.25</c:v>
                </c:pt>
                <c:pt idx="4492">
                  <c:v>0.25</c:v>
                </c:pt>
                <c:pt idx="4493">
                  <c:v>0.25</c:v>
                </c:pt>
                <c:pt idx="4494">
                  <c:v>0.25</c:v>
                </c:pt>
                <c:pt idx="4495">
                  <c:v>0.25</c:v>
                </c:pt>
                <c:pt idx="4496">
                  <c:v>0.25</c:v>
                </c:pt>
                <c:pt idx="4497">
                  <c:v>0.25</c:v>
                </c:pt>
                <c:pt idx="4498">
                  <c:v>0.25</c:v>
                </c:pt>
                <c:pt idx="4499">
                  <c:v>0.25</c:v>
                </c:pt>
                <c:pt idx="4500">
                  <c:v>0.25</c:v>
                </c:pt>
                <c:pt idx="4501">
                  <c:v>0.25</c:v>
                </c:pt>
                <c:pt idx="4502">
                  <c:v>0.25</c:v>
                </c:pt>
                <c:pt idx="4503">
                  <c:v>0.25</c:v>
                </c:pt>
                <c:pt idx="4504">
                  <c:v>0.25</c:v>
                </c:pt>
                <c:pt idx="4505">
                  <c:v>0.25</c:v>
                </c:pt>
                <c:pt idx="4506">
                  <c:v>0.25</c:v>
                </c:pt>
                <c:pt idx="4507">
                  <c:v>0.25</c:v>
                </c:pt>
                <c:pt idx="4508">
                  <c:v>0.25</c:v>
                </c:pt>
                <c:pt idx="4509">
                  <c:v>0.25</c:v>
                </c:pt>
                <c:pt idx="4510">
                  <c:v>0.25</c:v>
                </c:pt>
                <c:pt idx="4511">
                  <c:v>0.25</c:v>
                </c:pt>
                <c:pt idx="4512">
                  <c:v>0.25</c:v>
                </c:pt>
                <c:pt idx="4513">
                  <c:v>0.25</c:v>
                </c:pt>
                <c:pt idx="4514">
                  <c:v>0.25</c:v>
                </c:pt>
                <c:pt idx="4515">
                  <c:v>0.25</c:v>
                </c:pt>
                <c:pt idx="4516">
                  <c:v>0.25</c:v>
                </c:pt>
                <c:pt idx="4517">
                  <c:v>0.25</c:v>
                </c:pt>
                <c:pt idx="4518">
                  <c:v>0.25</c:v>
                </c:pt>
                <c:pt idx="4519">
                  <c:v>0.25</c:v>
                </c:pt>
                <c:pt idx="4520">
                  <c:v>0.25</c:v>
                </c:pt>
                <c:pt idx="4521">
                  <c:v>0.25</c:v>
                </c:pt>
                <c:pt idx="4522">
                  <c:v>0.25</c:v>
                </c:pt>
                <c:pt idx="4523">
                  <c:v>0.25</c:v>
                </c:pt>
                <c:pt idx="4524">
                  <c:v>0.25</c:v>
                </c:pt>
                <c:pt idx="4525">
                  <c:v>0.25</c:v>
                </c:pt>
                <c:pt idx="4526">
                  <c:v>0.25</c:v>
                </c:pt>
                <c:pt idx="4527">
                  <c:v>0.25</c:v>
                </c:pt>
                <c:pt idx="4528">
                  <c:v>0.25</c:v>
                </c:pt>
                <c:pt idx="4529">
                  <c:v>0.25</c:v>
                </c:pt>
                <c:pt idx="4530">
                  <c:v>0.25</c:v>
                </c:pt>
                <c:pt idx="4531">
                  <c:v>0.25</c:v>
                </c:pt>
                <c:pt idx="4532">
                  <c:v>0.25</c:v>
                </c:pt>
                <c:pt idx="4533">
                  <c:v>0.25</c:v>
                </c:pt>
                <c:pt idx="4534">
                  <c:v>0.25</c:v>
                </c:pt>
                <c:pt idx="4535">
                  <c:v>0.25</c:v>
                </c:pt>
                <c:pt idx="4536">
                  <c:v>0.25</c:v>
                </c:pt>
                <c:pt idx="4537">
                  <c:v>0.25</c:v>
                </c:pt>
                <c:pt idx="4538">
                  <c:v>0.25</c:v>
                </c:pt>
                <c:pt idx="4539">
                  <c:v>0.25</c:v>
                </c:pt>
                <c:pt idx="4540">
                  <c:v>0.25</c:v>
                </c:pt>
                <c:pt idx="4541">
                  <c:v>0.25</c:v>
                </c:pt>
                <c:pt idx="4542">
                  <c:v>0.25</c:v>
                </c:pt>
                <c:pt idx="4543">
                  <c:v>0.25</c:v>
                </c:pt>
                <c:pt idx="4544">
                  <c:v>0.25</c:v>
                </c:pt>
                <c:pt idx="4545">
                  <c:v>0.25</c:v>
                </c:pt>
                <c:pt idx="4546">
                  <c:v>0.25</c:v>
                </c:pt>
                <c:pt idx="4547">
                  <c:v>0.25</c:v>
                </c:pt>
                <c:pt idx="4548">
                  <c:v>0.25</c:v>
                </c:pt>
                <c:pt idx="4549">
                  <c:v>0.25</c:v>
                </c:pt>
                <c:pt idx="4550">
                  <c:v>0.25</c:v>
                </c:pt>
                <c:pt idx="4551">
                  <c:v>0.25</c:v>
                </c:pt>
                <c:pt idx="4552">
                  <c:v>0.25</c:v>
                </c:pt>
                <c:pt idx="4553">
                  <c:v>0.25</c:v>
                </c:pt>
                <c:pt idx="4554">
                  <c:v>0.25</c:v>
                </c:pt>
                <c:pt idx="4555">
                  <c:v>0.25</c:v>
                </c:pt>
                <c:pt idx="4556">
                  <c:v>0.25</c:v>
                </c:pt>
                <c:pt idx="4557">
                  <c:v>0.25</c:v>
                </c:pt>
                <c:pt idx="4558">
                  <c:v>0.25</c:v>
                </c:pt>
                <c:pt idx="4559">
                  <c:v>0.25</c:v>
                </c:pt>
                <c:pt idx="4560">
                  <c:v>0.25</c:v>
                </c:pt>
                <c:pt idx="4561">
                  <c:v>0.25</c:v>
                </c:pt>
                <c:pt idx="4562">
                  <c:v>0.25</c:v>
                </c:pt>
                <c:pt idx="4563">
                  <c:v>0.25</c:v>
                </c:pt>
                <c:pt idx="4564">
                  <c:v>0.25</c:v>
                </c:pt>
                <c:pt idx="4565">
                  <c:v>0.25</c:v>
                </c:pt>
                <c:pt idx="4566">
                  <c:v>0.25</c:v>
                </c:pt>
                <c:pt idx="4567">
                  <c:v>0.25</c:v>
                </c:pt>
                <c:pt idx="4568">
                  <c:v>0.25</c:v>
                </c:pt>
                <c:pt idx="4569">
                  <c:v>0.25</c:v>
                </c:pt>
                <c:pt idx="4570">
                  <c:v>0.25</c:v>
                </c:pt>
                <c:pt idx="4571">
                  <c:v>0.25</c:v>
                </c:pt>
                <c:pt idx="4572">
                  <c:v>0.25</c:v>
                </c:pt>
                <c:pt idx="4573">
                  <c:v>0.25</c:v>
                </c:pt>
                <c:pt idx="4574">
                  <c:v>0.25</c:v>
                </c:pt>
                <c:pt idx="4575">
                  <c:v>0.25</c:v>
                </c:pt>
                <c:pt idx="4576">
                  <c:v>0.25</c:v>
                </c:pt>
                <c:pt idx="4577">
                  <c:v>0.25</c:v>
                </c:pt>
                <c:pt idx="4578">
                  <c:v>0.25</c:v>
                </c:pt>
                <c:pt idx="4579">
                  <c:v>0.25</c:v>
                </c:pt>
                <c:pt idx="4580">
                  <c:v>0.25</c:v>
                </c:pt>
                <c:pt idx="4581">
                  <c:v>0.25</c:v>
                </c:pt>
                <c:pt idx="4582">
                  <c:v>0.25</c:v>
                </c:pt>
                <c:pt idx="4583">
                  <c:v>0.25</c:v>
                </c:pt>
                <c:pt idx="4584">
                  <c:v>0.25</c:v>
                </c:pt>
                <c:pt idx="4585">
                  <c:v>0.25</c:v>
                </c:pt>
                <c:pt idx="4586">
                  <c:v>0.25</c:v>
                </c:pt>
                <c:pt idx="4587">
                  <c:v>0.25</c:v>
                </c:pt>
                <c:pt idx="4588">
                  <c:v>0.25</c:v>
                </c:pt>
                <c:pt idx="4589">
                  <c:v>0.25</c:v>
                </c:pt>
                <c:pt idx="4590">
                  <c:v>0.25</c:v>
                </c:pt>
                <c:pt idx="4591">
                  <c:v>0.25</c:v>
                </c:pt>
                <c:pt idx="4592">
                  <c:v>0.25</c:v>
                </c:pt>
                <c:pt idx="4593">
                  <c:v>0.25</c:v>
                </c:pt>
                <c:pt idx="4594">
                  <c:v>0.25</c:v>
                </c:pt>
                <c:pt idx="4595">
                  <c:v>0.25</c:v>
                </c:pt>
                <c:pt idx="4596">
                  <c:v>0.25</c:v>
                </c:pt>
                <c:pt idx="4597">
                  <c:v>0.25</c:v>
                </c:pt>
                <c:pt idx="4598">
                  <c:v>0.25</c:v>
                </c:pt>
                <c:pt idx="4599">
                  <c:v>0.25</c:v>
                </c:pt>
                <c:pt idx="4600">
                  <c:v>0.25</c:v>
                </c:pt>
                <c:pt idx="4601">
                  <c:v>0.25</c:v>
                </c:pt>
                <c:pt idx="4602">
                  <c:v>0.25</c:v>
                </c:pt>
                <c:pt idx="4603">
                  <c:v>0.25</c:v>
                </c:pt>
                <c:pt idx="4604">
                  <c:v>0.25</c:v>
                </c:pt>
                <c:pt idx="4605">
                  <c:v>0.25</c:v>
                </c:pt>
                <c:pt idx="4606">
                  <c:v>0.25</c:v>
                </c:pt>
                <c:pt idx="4607">
                  <c:v>0.25</c:v>
                </c:pt>
                <c:pt idx="4608">
                  <c:v>0.25</c:v>
                </c:pt>
                <c:pt idx="4609">
                  <c:v>0.25</c:v>
                </c:pt>
                <c:pt idx="4610">
                  <c:v>0.25</c:v>
                </c:pt>
                <c:pt idx="4611">
                  <c:v>0.25</c:v>
                </c:pt>
                <c:pt idx="4612">
                  <c:v>0.25</c:v>
                </c:pt>
                <c:pt idx="4613">
                  <c:v>0.25</c:v>
                </c:pt>
                <c:pt idx="4614">
                  <c:v>0.25</c:v>
                </c:pt>
                <c:pt idx="4615">
                  <c:v>0.25</c:v>
                </c:pt>
                <c:pt idx="4616">
                  <c:v>0.25</c:v>
                </c:pt>
                <c:pt idx="4617">
                  <c:v>0.25</c:v>
                </c:pt>
                <c:pt idx="4618">
                  <c:v>0.25</c:v>
                </c:pt>
                <c:pt idx="4619">
                  <c:v>0.25</c:v>
                </c:pt>
                <c:pt idx="4620">
                  <c:v>0.25</c:v>
                </c:pt>
                <c:pt idx="4621">
                  <c:v>0.25</c:v>
                </c:pt>
                <c:pt idx="4622">
                  <c:v>0.25</c:v>
                </c:pt>
                <c:pt idx="4623">
                  <c:v>0.25</c:v>
                </c:pt>
                <c:pt idx="4624">
                  <c:v>0.25</c:v>
                </c:pt>
                <c:pt idx="4625">
                  <c:v>0.25</c:v>
                </c:pt>
                <c:pt idx="4626">
                  <c:v>0.25</c:v>
                </c:pt>
                <c:pt idx="4627">
                  <c:v>0.25</c:v>
                </c:pt>
                <c:pt idx="4628">
                  <c:v>0.25</c:v>
                </c:pt>
                <c:pt idx="4629">
                  <c:v>0.25</c:v>
                </c:pt>
                <c:pt idx="4630">
                  <c:v>0.25</c:v>
                </c:pt>
                <c:pt idx="4631">
                  <c:v>0.25</c:v>
                </c:pt>
                <c:pt idx="4632">
                  <c:v>0.25</c:v>
                </c:pt>
                <c:pt idx="4633">
                  <c:v>0.25</c:v>
                </c:pt>
                <c:pt idx="4634">
                  <c:v>0.25</c:v>
                </c:pt>
                <c:pt idx="4635">
                  <c:v>0.25</c:v>
                </c:pt>
                <c:pt idx="4636">
                  <c:v>0.25</c:v>
                </c:pt>
                <c:pt idx="4637">
                  <c:v>0.25</c:v>
                </c:pt>
                <c:pt idx="4638">
                  <c:v>0.25</c:v>
                </c:pt>
                <c:pt idx="4639">
                  <c:v>0.25</c:v>
                </c:pt>
                <c:pt idx="4640">
                  <c:v>0.25</c:v>
                </c:pt>
                <c:pt idx="4641">
                  <c:v>0.25</c:v>
                </c:pt>
                <c:pt idx="4642">
                  <c:v>0.25</c:v>
                </c:pt>
                <c:pt idx="4643">
                  <c:v>0.25</c:v>
                </c:pt>
                <c:pt idx="4644">
                  <c:v>0.25</c:v>
                </c:pt>
                <c:pt idx="4645">
                  <c:v>0.25</c:v>
                </c:pt>
                <c:pt idx="4646">
                  <c:v>0.25</c:v>
                </c:pt>
                <c:pt idx="4647">
                  <c:v>0.25</c:v>
                </c:pt>
                <c:pt idx="4648">
                  <c:v>0.25</c:v>
                </c:pt>
                <c:pt idx="4649">
                  <c:v>0.25</c:v>
                </c:pt>
                <c:pt idx="4650">
                  <c:v>0.25</c:v>
                </c:pt>
                <c:pt idx="4651">
                  <c:v>0.25</c:v>
                </c:pt>
                <c:pt idx="4652">
                  <c:v>0.25</c:v>
                </c:pt>
                <c:pt idx="4653">
                  <c:v>0.25</c:v>
                </c:pt>
                <c:pt idx="4654">
                  <c:v>0.25</c:v>
                </c:pt>
                <c:pt idx="4655">
                  <c:v>0.25</c:v>
                </c:pt>
                <c:pt idx="4656">
                  <c:v>0.25</c:v>
                </c:pt>
                <c:pt idx="4657">
                  <c:v>0.25</c:v>
                </c:pt>
                <c:pt idx="4658">
                  <c:v>0.25</c:v>
                </c:pt>
                <c:pt idx="4659">
                  <c:v>0.25</c:v>
                </c:pt>
                <c:pt idx="4660">
                  <c:v>0.25</c:v>
                </c:pt>
                <c:pt idx="4661">
                  <c:v>0.25</c:v>
                </c:pt>
                <c:pt idx="4662">
                  <c:v>0.25</c:v>
                </c:pt>
                <c:pt idx="4663">
                  <c:v>0.25</c:v>
                </c:pt>
                <c:pt idx="4664">
                  <c:v>0.25</c:v>
                </c:pt>
                <c:pt idx="4665">
                  <c:v>0.25</c:v>
                </c:pt>
                <c:pt idx="4666">
                  <c:v>0.25</c:v>
                </c:pt>
                <c:pt idx="4667">
                  <c:v>0.25</c:v>
                </c:pt>
                <c:pt idx="4668">
                  <c:v>0.25</c:v>
                </c:pt>
                <c:pt idx="4669">
                  <c:v>0.25</c:v>
                </c:pt>
                <c:pt idx="4670">
                  <c:v>0.25</c:v>
                </c:pt>
                <c:pt idx="4671">
                  <c:v>0.25</c:v>
                </c:pt>
                <c:pt idx="4672">
                  <c:v>0.25</c:v>
                </c:pt>
                <c:pt idx="4673">
                  <c:v>0.25</c:v>
                </c:pt>
                <c:pt idx="4674">
                  <c:v>0.25</c:v>
                </c:pt>
                <c:pt idx="4675">
                  <c:v>0.25</c:v>
                </c:pt>
                <c:pt idx="4676">
                  <c:v>0.25</c:v>
                </c:pt>
                <c:pt idx="4677">
                  <c:v>0.25</c:v>
                </c:pt>
                <c:pt idx="4678">
                  <c:v>0.25</c:v>
                </c:pt>
                <c:pt idx="4679">
                  <c:v>0.25</c:v>
                </c:pt>
                <c:pt idx="4680">
                  <c:v>0.25</c:v>
                </c:pt>
                <c:pt idx="4681">
                  <c:v>0.25</c:v>
                </c:pt>
                <c:pt idx="4682">
                  <c:v>0.25</c:v>
                </c:pt>
                <c:pt idx="4683">
                  <c:v>0.25</c:v>
                </c:pt>
                <c:pt idx="4684">
                  <c:v>0.25</c:v>
                </c:pt>
                <c:pt idx="4685">
                  <c:v>0.25</c:v>
                </c:pt>
                <c:pt idx="4686">
                  <c:v>0.25</c:v>
                </c:pt>
                <c:pt idx="4687">
                  <c:v>0.25</c:v>
                </c:pt>
                <c:pt idx="4688">
                  <c:v>0.25</c:v>
                </c:pt>
                <c:pt idx="4689">
                  <c:v>0.25</c:v>
                </c:pt>
                <c:pt idx="4690">
                  <c:v>0.25</c:v>
                </c:pt>
                <c:pt idx="4691">
                  <c:v>0.25</c:v>
                </c:pt>
                <c:pt idx="4692">
                  <c:v>0.25</c:v>
                </c:pt>
                <c:pt idx="4693">
                  <c:v>0.25</c:v>
                </c:pt>
                <c:pt idx="4694">
                  <c:v>0.25</c:v>
                </c:pt>
                <c:pt idx="4695">
                  <c:v>0.25</c:v>
                </c:pt>
                <c:pt idx="4696">
                  <c:v>0.25</c:v>
                </c:pt>
                <c:pt idx="4697">
                  <c:v>0.25</c:v>
                </c:pt>
                <c:pt idx="4698">
                  <c:v>0.25</c:v>
                </c:pt>
                <c:pt idx="4699">
                  <c:v>0.25</c:v>
                </c:pt>
                <c:pt idx="4700">
                  <c:v>0.25</c:v>
                </c:pt>
                <c:pt idx="4701">
                  <c:v>0.25</c:v>
                </c:pt>
                <c:pt idx="4702">
                  <c:v>0.25</c:v>
                </c:pt>
                <c:pt idx="4703">
                  <c:v>0.25</c:v>
                </c:pt>
                <c:pt idx="4704">
                  <c:v>0.25</c:v>
                </c:pt>
                <c:pt idx="4705">
                  <c:v>0.25</c:v>
                </c:pt>
                <c:pt idx="4706">
                  <c:v>0.25</c:v>
                </c:pt>
                <c:pt idx="4707">
                  <c:v>0.25</c:v>
                </c:pt>
                <c:pt idx="4708">
                  <c:v>0.25</c:v>
                </c:pt>
                <c:pt idx="4709">
                  <c:v>0.25</c:v>
                </c:pt>
                <c:pt idx="4710">
                  <c:v>0.25</c:v>
                </c:pt>
                <c:pt idx="4711">
                  <c:v>0.25</c:v>
                </c:pt>
                <c:pt idx="4712">
                  <c:v>0.25</c:v>
                </c:pt>
                <c:pt idx="4713">
                  <c:v>0.25</c:v>
                </c:pt>
                <c:pt idx="4714">
                  <c:v>0.25</c:v>
                </c:pt>
                <c:pt idx="4715">
                  <c:v>0.25</c:v>
                </c:pt>
                <c:pt idx="4716">
                  <c:v>0.25</c:v>
                </c:pt>
                <c:pt idx="4717">
                  <c:v>0.25</c:v>
                </c:pt>
                <c:pt idx="4718">
                  <c:v>0.25</c:v>
                </c:pt>
                <c:pt idx="4719">
                  <c:v>0.25</c:v>
                </c:pt>
                <c:pt idx="4720">
                  <c:v>0.25</c:v>
                </c:pt>
                <c:pt idx="4721">
                  <c:v>0.25</c:v>
                </c:pt>
                <c:pt idx="4722">
                  <c:v>0.25</c:v>
                </c:pt>
                <c:pt idx="4723">
                  <c:v>0.25</c:v>
                </c:pt>
                <c:pt idx="4724">
                  <c:v>0.25</c:v>
                </c:pt>
                <c:pt idx="4725">
                  <c:v>0.25</c:v>
                </c:pt>
                <c:pt idx="4726">
                  <c:v>0.25</c:v>
                </c:pt>
                <c:pt idx="4727">
                  <c:v>0.25</c:v>
                </c:pt>
                <c:pt idx="4728">
                  <c:v>0.25</c:v>
                </c:pt>
                <c:pt idx="4729">
                  <c:v>0.25</c:v>
                </c:pt>
                <c:pt idx="4730">
                  <c:v>0.25</c:v>
                </c:pt>
                <c:pt idx="4731">
                  <c:v>0.25</c:v>
                </c:pt>
                <c:pt idx="4732">
                  <c:v>0.25</c:v>
                </c:pt>
                <c:pt idx="4733">
                  <c:v>0.25</c:v>
                </c:pt>
                <c:pt idx="4734">
                  <c:v>0.25</c:v>
                </c:pt>
                <c:pt idx="4735">
                  <c:v>0.25</c:v>
                </c:pt>
                <c:pt idx="4736">
                  <c:v>0.25</c:v>
                </c:pt>
                <c:pt idx="4737">
                  <c:v>0.25</c:v>
                </c:pt>
                <c:pt idx="4738">
                  <c:v>0.25</c:v>
                </c:pt>
                <c:pt idx="4739">
                  <c:v>0.25</c:v>
                </c:pt>
                <c:pt idx="4740">
                  <c:v>0.25</c:v>
                </c:pt>
                <c:pt idx="4741">
                  <c:v>0.25</c:v>
                </c:pt>
                <c:pt idx="4742">
                  <c:v>0.25</c:v>
                </c:pt>
                <c:pt idx="4743">
                  <c:v>0.25</c:v>
                </c:pt>
                <c:pt idx="4744">
                  <c:v>0.25</c:v>
                </c:pt>
                <c:pt idx="4745">
                  <c:v>0.25</c:v>
                </c:pt>
                <c:pt idx="4746">
                  <c:v>0.25</c:v>
                </c:pt>
                <c:pt idx="4747">
                  <c:v>0.25</c:v>
                </c:pt>
                <c:pt idx="4748">
                  <c:v>0.25</c:v>
                </c:pt>
                <c:pt idx="4749">
                  <c:v>0.25</c:v>
                </c:pt>
                <c:pt idx="4750">
                  <c:v>0.25</c:v>
                </c:pt>
                <c:pt idx="4751">
                  <c:v>0.25</c:v>
                </c:pt>
                <c:pt idx="4752">
                  <c:v>0.25</c:v>
                </c:pt>
                <c:pt idx="4753">
                  <c:v>0.25</c:v>
                </c:pt>
                <c:pt idx="4754">
                  <c:v>0.25</c:v>
                </c:pt>
                <c:pt idx="4755">
                  <c:v>0.25</c:v>
                </c:pt>
                <c:pt idx="4756">
                  <c:v>0.25</c:v>
                </c:pt>
                <c:pt idx="4757">
                  <c:v>0.25</c:v>
                </c:pt>
                <c:pt idx="4758">
                  <c:v>0.25</c:v>
                </c:pt>
                <c:pt idx="4759">
                  <c:v>0.25</c:v>
                </c:pt>
                <c:pt idx="4760">
                  <c:v>0.25</c:v>
                </c:pt>
                <c:pt idx="4761">
                  <c:v>0.25</c:v>
                </c:pt>
                <c:pt idx="4762">
                  <c:v>0.25</c:v>
                </c:pt>
                <c:pt idx="4763">
                  <c:v>0.25</c:v>
                </c:pt>
                <c:pt idx="4764">
                  <c:v>0.25</c:v>
                </c:pt>
                <c:pt idx="4765">
                  <c:v>0.25</c:v>
                </c:pt>
                <c:pt idx="4766">
                  <c:v>0.25</c:v>
                </c:pt>
                <c:pt idx="4767">
                  <c:v>0.25</c:v>
                </c:pt>
                <c:pt idx="4768">
                  <c:v>0.25</c:v>
                </c:pt>
                <c:pt idx="4769">
                  <c:v>0.25</c:v>
                </c:pt>
                <c:pt idx="4770">
                  <c:v>0.25</c:v>
                </c:pt>
                <c:pt idx="4771">
                  <c:v>0.25</c:v>
                </c:pt>
                <c:pt idx="4772">
                  <c:v>0.25</c:v>
                </c:pt>
                <c:pt idx="4773">
                  <c:v>0.25</c:v>
                </c:pt>
                <c:pt idx="4774">
                  <c:v>0.25</c:v>
                </c:pt>
                <c:pt idx="4775">
                  <c:v>0.25</c:v>
                </c:pt>
                <c:pt idx="4776">
                  <c:v>0.25</c:v>
                </c:pt>
                <c:pt idx="4777">
                  <c:v>0.25</c:v>
                </c:pt>
                <c:pt idx="4778">
                  <c:v>0.25</c:v>
                </c:pt>
                <c:pt idx="4779">
                  <c:v>0.25</c:v>
                </c:pt>
                <c:pt idx="4780">
                  <c:v>0.25</c:v>
                </c:pt>
                <c:pt idx="4781">
                  <c:v>0.25</c:v>
                </c:pt>
                <c:pt idx="4782">
                  <c:v>0.25</c:v>
                </c:pt>
                <c:pt idx="4783">
                  <c:v>0.25</c:v>
                </c:pt>
                <c:pt idx="4784">
                  <c:v>0.25</c:v>
                </c:pt>
                <c:pt idx="4785">
                  <c:v>0.25</c:v>
                </c:pt>
                <c:pt idx="4786">
                  <c:v>0.25</c:v>
                </c:pt>
                <c:pt idx="4787">
                  <c:v>0.25</c:v>
                </c:pt>
                <c:pt idx="4788">
                  <c:v>0.25</c:v>
                </c:pt>
                <c:pt idx="4789">
                  <c:v>0.25</c:v>
                </c:pt>
                <c:pt idx="4790">
                  <c:v>0.25</c:v>
                </c:pt>
                <c:pt idx="4791">
                  <c:v>0.25</c:v>
                </c:pt>
                <c:pt idx="4792">
                  <c:v>0.25</c:v>
                </c:pt>
                <c:pt idx="4793">
                  <c:v>0.25</c:v>
                </c:pt>
                <c:pt idx="4794">
                  <c:v>0.25</c:v>
                </c:pt>
                <c:pt idx="4795">
                  <c:v>0.25</c:v>
                </c:pt>
                <c:pt idx="4796">
                  <c:v>0.25</c:v>
                </c:pt>
                <c:pt idx="4797">
                  <c:v>0.25</c:v>
                </c:pt>
                <c:pt idx="4798">
                  <c:v>0.25</c:v>
                </c:pt>
                <c:pt idx="4799">
                  <c:v>0.25</c:v>
                </c:pt>
                <c:pt idx="4800">
                  <c:v>0.25</c:v>
                </c:pt>
                <c:pt idx="4801">
                  <c:v>0.25</c:v>
                </c:pt>
                <c:pt idx="4802">
                  <c:v>0.25</c:v>
                </c:pt>
                <c:pt idx="4803">
                  <c:v>0.25</c:v>
                </c:pt>
                <c:pt idx="4804">
                  <c:v>0.25</c:v>
                </c:pt>
                <c:pt idx="4805">
                  <c:v>0.25</c:v>
                </c:pt>
                <c:pt idx="4806">
                  <c:v>0.25</c:v>
                </c:pt>
                <c:pt idx="4807">
                  <c:v>0.25</c:v>
                </c:pt>
                <c:pt idx="4808">
                  <c:v>0.25</c:v>
                </c:pt>
                <c:pt idx="4809">
                  <c:v>0.25</c:v>
                </c:pt>
                <c:pt idx="4810">
                  <c:v>0.25</c:v>
                </c:pt>
                <c:pt idx="4811">
                  <c:v>0.25</c:v>
                </c:pt>
                <c:pt idx="4812">
                  <c:v>0.25</c:v>
                </c:pt>
                <c:pt idx="4813">
                  <c:v>0.25</c:v>
                </c:pt>
                <c:pt idx="4814">
                  <c:v>0.25</c:v>
                </c:pt>
                <c:pt idx="4815">
                  <c:v>0.25</c:v>
                </c:pt>
                <c:pt idx="4816">
                  <c:v>0.25</c:v>
                </c:pt>
                <c:pt idx="4817">
                  <c:v>0.25</c:v>
                </c:pt>
                <c:pt idx="4818">
                  <c:v>0.25</c:v>
                </c:pt>
                <c:pt idx="4819">
                  <c:v>0.25</c:v>
                </c:pt>
                <c:pt idx="4820">
                  <c:v>0.25</c:v>
                </c:pt>
                <c:pt idx="4821">
                  <c:v>0.25</c:v>
                </c:pt>
                <c:pt idx="4822">
                  <c:v>0.25</c:v>
                </c:pt>
                <c:pt idx="4823">
                  <c:v>0.25</c:v>
                </c:pt>
                <c:pt idx="4824">
                  <c:v>0.25</c:v>
                </c:pt>
                <c:pt idx="4825">
                  <c:v>0.25</c:v>
                </c:pt>
                <c:pt idx="4826">
                  <c:v>0.25</c:v>
                </c:pt>
                <c:pt idx="4827">
                  <c:v>0.25</c:v>
                </c:pt>
                <c:pt idx="4828">
                  <c:v>0.25</c:v>
                </c:pt>
                <c:pt idx="4829">
                  <c:v>0.25</c:v>
                </c:pt>
                <c:pt idx="4830">
                  <c:v>0.25</c:v>
                </c:pt>
                <c:pt idx="4831">
                  <c:v>0.25</c:v>
                </c:pt>
                <c:pt idx="4832">
                  <c:v>0.25</c:v>
                </c:pt>
                <c:pt idx="4833">
                  <c:v>0.25</c:v>
                </c:pt>
                <c:pt idx="4834">
                  <c:v>0.25</c:v>
                </c:pt>
                <c:pt idx="4835">
                  <c:v>0.25</c:v>
                </c:pt>
                <c:pt idx="4836">
                  <c:v>0.25</c:v>
                </c:pt>
                <c:pt idx="4837">
                  <c:v>0.25</c:v>
                </c:pt>
                <c:pt idx="4838">
                  <c:v>0.25</c:v>
                </c:pt>
                <c:pt idx="4839">
                  <c:v>0.25</c:v>
                </c:pt>
                <c:pt idx="4840">
                  <c:v>0.25</c:v>
                </c:pt>
                <c:pt idx="4841">
                  <c:v>0.25</c:v>
                </c:pt>
                <c:pt idx="4842">
                  <c:v>0.25</c:v>
                </c:pt>
                <c:pt idx="4843">
                  <c:v>0.25</c:v>
                </c:pt>
                <c:pt idx="4844">
                  <c:v>0.25</c:v>
                </c:pt>
                <c:pt idx="4845">
                  <c:v>0.25</c:v>
                </c:pt>
                <c:pt idx="4846">
                  <c:v>0.25</c:v>
                </c:pt>
                <c:pt idx="4847">
                  <c:v>0.25</c:v>
                </c:pt>
                <c:pt idx="4848">
                  <c:v>0.25</c:v>
                </c:pt>
                <c:pt idx="4849">
                  <c:v>0.25</c:v>
                </c:pt>
                <c:pt idx="4850">
                  <c:v>0.25</c:v>
                </c:pt>
                <c:pt idx="4851">
                  <c:v>0.25</c:v>
                </c:pt>
                <c:pt idx="4852">
                  <c:v>0.25</c:v>
                </c:pt>
                <c:pt idx="4853">
                  <c:v>0.25</c:v>
                </c:pt>
                <c:pt idx="4854">
                  <c:v>0.25</c:v>
                </c:pt>
                <c:pt idx="4855">
                  <c:v>0.25</c:v>
                </c:pt>
                <c:pt idx="4856">
                  <c:v>0.25</c:v>
                </c:pt>
                <c:pt idx="4857">
                  <c:v>0.25</c:v>
                </c:pt>
                <c:pt idx="4858">
                  <c:v>0.25</c:v>
                </c:pt>
                <c:pt idx="4859">
                  <c:v>0.25</c:v>
                </c:pt>
                <c:pt idx="4860">
                  <c:v>0.25</c:v>
                </c:pt>
                <c:pt idx="4861">
                  <c:v>0.25</c:v>
                </c:pt>
                <c:pt idx="4862">
                  <c:v>0.25</c:v>
                </c:pt>
                <c:pt idx="4863">
                  <c:v>0.25</c:v>
                </c:pt>
                <c:pt idx="4864">
                  <c:v>0.25</c:v>
                </c:pt>
                <c:pt idx="4865">
                  <c:v>0.25</c:v>
                </c:pt>
                <c:pt idx="4866">
                  <c:v>0.25</c:v>
                </c:pt>
                <c:pt idx="4867">
                  <c:v>0.25</c:v>
                </c:pt>
                <c:pt idx="4868">
                  <c:v>0.25</c:v>
                </c:pt>
                <c:pt idx="4869">
                  <c:v>0.25</c:v>
                </c:pt>
                <c:pt idx="4870">
                  <c:v>0.25</c:v>
                </c:pt>
                <c:pt idx="4871">
                  <c:v>0.25</c:v>
                </c:pt>
                <c:pt idx="4872">
                  <c:v>0.25</c:v>
                </c:pt>
                <c:pt idx="4873">
                  <c:v>0.25</c:v>
                </c:pt>
                <c:pt idx="4874">
                  <c:v>0.25</c:v>
                </c:pt>
                <c:pt idx="4875">
                  <c:v>0.25</c:v>
                </c:pt>
                <c:pt idx="4876">
                  <c:v>0.25</c:v>
                </c:pt>
                <c:pt idx="4877">
                  <c:v>0.25</c:v>
                </c:pt>
                <c:pt idx="4878">
                  <c:v>0.25</c:v>
                </c:pt>
                <c:pt idx="4879">
                  <c:v>0.25</c:v>
                </c:pt>
                <c:pt idx="4880">
                  <c:v>0.25</c:v>
                </c:pt>
                <c:pt idx="4881">
                  <c:v>0.25</c:v>
                </c:pt>
                <c:pt idx="4882">
                  <c:v>0.25</c:v>
                </c:pt>
                <c:pt idx="4883">
                  <c:v>0.25</c:v>
                </c:pt>
                <c:pt idx="4884">
                  <c:v>0.25</c:v>
                </c:pt>
                <c:pt idx="4885">
                  <c:v>0.25</c:v>
                </c:pt>
                <c:pt idx="4886">
                  <c:v>0.25</c:v>
                </c:pt>
                <c:pt idx="4887">
                  <c:v>0.25</c:v>
                </c:pt>
                <c:pt idx="4888">
                  <c:v>0.25</c:v>
                </c:pt>
                <c:pt idx="4889">
                  <c:v>0.25</c:v>
                </c:pt>
                <c:pt idx="4890">
                  <c:v>0.25</c:v>
                </c:pt>
                <c:pt idx="4891">
                  <c:v>0.25</c:v>
                </c:pt>
                <c:pt idx="4892">
                  <c:v>0.25</c:v>
                </c:pt>
                <c:pt idx="4893">
                  <c:v>0.25</c:v>
                </c:pt>
                <c:pt idx="4894">
                  <c:v>0.25</c:v>
                </c:pt>
                <c:pt idx="4895">
                  <c:v>0.25</c:v>
                </c:pt>
                <c:pt idx="4896">
                  <c:v>0.25</c:v>
                </c:pt>
                <c:pt idx="4897">
                  <c:v>0.25</c:v>
                </c:pt>
                <c:pt idx="4898">
                  <c:v>0.25</c:v>
                </c:pt>
                <c:pt idx="4899">
                  <c:v>0.25</c:v>
                </c:pt>
                <c:pt idx="4900">
                  <c:v>0.25</c:v>
                </c:pt>
                <c:pt idx="4901">
                  <c:v>0.25</c:v>
                </c:pt>
                <c:pt idx="4902">
                  <c:v>0.25</c:v>
                </c:pt>
                <c:pt idx="4903">
                  <c:v>0.25</c:v>
                </c:pt>
                <c:pt idx="4904">
                  <c:v>0.25</c:v>
                </c:pt>
                <c:pt idx="4905">
                  <c:v>0.25</c:v>
                </c:pt>
                <c:pt idx="4906">
                  <c:v>0.25</c:v>
                </c:pt>
                <c:pt idx="4907">
                  <c:v>0.25</c:v>
                </c:pt>
                <c:pt idx="4908">
                  <c:v>0.25</c:v>
                </c:pt>
                <c:pt idx="4909">
                  <c:v>0.25</c:v>
                </c:pt>
                <c:pt idx="4910">
                  <c:v>0.25</c:v>
                </c:pt>
                <c:pt idx="4911">
                  <c:v>0.25</c:v>
                </c:pt>
                <c:pt idx="4912">
                  <c:v>0.25</c:v>
                </c:pt>
                <c:pt idx="4913">
                  <c:v>0.25</c:v>
                </c:pt>
                <c:pt idx="4914">
                  <c:v>0.25</c:v>
                </c:pt>
                <c:pt idx="4915">
                  <c:v>0.25</c:v>
                </c:pt>
                <c:pt idx="4916">
                  <c:v>0.25</c:v>
                </c:pt>
                <c:pt idx="4917">
                  <c:v>0.25</c:v>
                </c:pt>
                <c:pt idx="4918">
                  <c:v>0.25</c:v>
                </c:pt>
                <c:pt idx="4919">
                  <c:v>0.25</c:v>
                </c:pt>
                <c:pt idx="4920">
                  <c:v>0.25</c:v>
                </c:pt>
                <c:pt idx="4921">
                  <c:v>0.25</c:v>
                </c:pt>
                <c:pt idx="4922">
                  <c:v>0.25</c:v>
                </c:pt>
                <c:pt idx="4923">
                  <c:v>0.25</c:v>
                </c:pt>
                <c:pt idx="4924">
                  <c:v>0.25</c:v>
                </c:pt>
                <c:pt idx="4925">
                  <c:v>0.25</c:v>
                </c:pt>
                <c:pt idx="4926">
                  <c:v>0.25</c:v>
                </c:pt>
                <c:pt idx="4927">
                  <c:v>0.25</c:v>
                </c:pt>
                <c:pt idx="4928">
                  <c:v>0.25</c:v>
                </c:pt>
                <c:pt idx="4929">
                  <c:v>0.25</c:v>
                </c:pt>
                <c:pt idx="4930">
                  <c:v>0.25</c:v>
                </c:pt>
                <c:pt idx="4931">
                  <c:v>0.25</c:v>
                </c:pt>
                <c:pt idx="4932">
                  <c:v>0.25</c:v>
                </c:pt>
                <c:pt idx="4933">
                  <c:v>0.25</c:v>
                </c:pt>
                <c:pt idx="4934">
                  <c:v>0.25</c:v>
                </c:pt>
                <c:pt idx="4935">
                  <c:v>0.25</c:v>
                </c:pt>
                <c:pt idx="4936">
                  <c:v>0.25</c:v>
                </c:pt>
                <c:pt idx="4937">
                  <c:v>0.25</c:v>
                </c:pt>
                <c:pt idx="4938">
                  <c:v>0.25</c:v>
                </c:pt>
                <c:pt idx="4939">
                  <c:v>0.25</c:v>
                </c:pt>
                <c:pt idx="4940">
                  <c:v>0.25</c:v>
                </c:pt>
                <c:pt idx="4941">
                  <c:v>0.25</c:v>
                </c:pt>
                <c:pt idx="4942">
                  <c:v>0.25</c:v>
                </c:pt>
                <c:pt idx="4943">
                  <c:v>0.25</c:v>
                </c:pt>
                <c:pt idx="4944">
                  <c:v>0.25</c:v>
                </c:pt>
                <c:pt idx="4945">
                  <c:v>0.25</c:v>
                </c:pt>
                <c:pt idx="4946">
                  <c:v>0.25</c:v>
                </c:pt>
                <c:pt idx="4947">
                  <c:v>0.25</c:v>
                </c:pt>
                <c:pt idx="4948">
                  <c:v>0.25</c:v>
                </c:pt>
                <c:pt idx="4949">
                  <c:v>0.25</c:v>
                </c:pt>
                <c:pt idx="4950">
                  <c:v>0.25</c:v>
                </c:pt>
                <c:pt idx="4951">
                  <c:v>0.25</c:v>
                </c:pt>
                <c:pt idx="4952">
                  <c:v>0.25</c:v>
                </c:pt>
                <c:pt idx="4953">
                  <c:v>0.25</c:v>
                </c:pt>
                <c:pt idx="4954">
                  <c:v>0.25</c:v>
                </c:pt>
                <c:pt idx="4955">
                  <c:v>0.25</c:v>
                </c:pt>
                <c:pt idx="4956">
                  <c:v>0.25</c:v>
                </c:pt>
                <c:pt idx="4957">
                  <c:v>0.25</c:v>
                </c:pt>
                <c:pt idx="4958">
                  <c:v>0.25</c:v>
                </c:pt>
                <c:pt idx="4959">
                  <c:v>0.25</c:v>
                </c:pt>
                <c:pt idx="4960">
                  <c:v>0.25</c:v>
                </c:pt>
                <c:pt idx="4961">
                  <c:v>0.25</c:v>
                </c:pt>
                <c:pt idx="4962">
                  <c:v>0.25</c:v>
                </c:pt>
                <c:pt idx="4963">
                  <c:v>0.25</c:v>
                </c:pt>
                <c:pt idx="4964">
                  <c:v>0.25</c:v>
                </c:pt>
                <c:pt idx="4965">
                  <c:v>0.25</c:v>
                </c:pt>
                <c:pt idx="4966">
                  <c:v>0.25</c:v>
                </c:pt>
                <c:pt idx="4967">
                  <c:v>0.25</c:v>
                </c:pt>
                <c:pt idx="4968">
                  <c:v>0.25</c:v>
                </c:pt>
                <c:pt idx="4969">
                  <c:v>0.25</c:v>
                </c:pt>
                <c:pt idx="4970">
                  <c:v>0.25</c:v>
                </c:pt>
                <c:pt idx="4971">
                  <c:v>0.25</c:v>
                </c:pt>
                <c:pt idx="4972">
                  <c:v>0.25</c:v>
                </c:pt>
                <c:pt idx="4973">
                  <c:v>0.25</c:v>
                </c:pt>
                <c:pt idx="4974">
                  <c:v>0.25</c:v>
                </c:pt>
                <c:pt idx="4975">
                  <c:v>0.25</c:v>
                </c:pt>
                <c:pt idx="4976">
                  <c:v>0.25</c:v>
                </c:pt>
                <c:pt idx="4977">
                  <c:v>0.25</c:v>
                </c:pt>
                <c:pt idx="4978">
                  <c:v>0.25</c:v>
                </c:pt>
                <c:pt idx="4979">
                  <c:v>0.25</c:v>
                </c:pt>
                <c:pt idx="4980">
                  <c:v>0.25</c:v>
                </c:pt>
                <c:pt idx="4981">
                  <c:v>0.25</c:v>
                </c:pt>
                <c:pt idx="4982">
                  <c:v>0.25</c:v>
                </c:pt>
                <c:pt idx="4983">
                  <c:v>0.25</c:v>
                </c:pt>
                <c:pt idx="4984">
                  <c:v>0.25</c:v>
                </c:pt>
                <c:pt idx="4985">
                  <c:v>0.25</c:v>
                </c:pt>
                <c:pt idx="4986">
                  <c:v>0.25</c:v>
                </c:pt>
                <c:pt idx="4987">
                  <c:v>0.25</c:v>
                </c:pt>
                <c:pt idx="4988">
                  <c:v>0.25</c:v>
                </c:pt>
                <c:pt idx="4989">
                  <c:v>0.25</c:v>
                </c:pt>
                <c:pt idx="4990">
                  <c:v>0.25</c:v>
                </c:pt>
                <c:pt idx="4991">
                  <c:v>0.25</c:v>
                </c:pt>
                <c:pt idx="4992">
                  <c:v>0.25</c:v>
                </c:pt>
                <c:pt idx="4993">
                  <c:v>0.25</c:v>
                </c:pt>
                <c:pt idx="4994">
                  <c:v>0.25</c:v>
                </c:pt>
                <c:pt idx="4995">
                  <c:v>0.25</c:v>
                </c:pt>
                <c:pt idx="4996">
                  <c:v>0.25</c:v>
                </c:pt>
                <c:pt idx="4997">
                  <c:v>0.25</c:v>
                </c:pt>
                <c:pt idx="4998">
                  <c:v>0.25</c:v>
                </c:pt>
                <c:pt idx="4999">
                  <c:v>0.25</c:v>
                </c:pt>
                <c:pt idx="5000">
                  <c:v>0.25</c:v>
                </c:pt>
                <c:pt idx="5001">
                  <c:v>0.25</c:v>
                </c:pt>
                <c:pt idx="5002">
                  <c:v>0.25</c:v>
                </c:pt>
                <c:pt idx="5003">
                  <c:v>0.25</c:v>
                </c:pt>
                <c:pt idx="5004">
                  <c:v>0.25</c:v>
                </c:pt>
                <c:pt idx="5005">
                  <c:v>0.25</c:v>
                </c:pt>
                <c:pt idx="5006">
                  <c:v>0.25</c:v>
                </c:pt>
                <c:pt idx="5007">
                  <c:v>0.25</c:v>
                </c:pt>
                <c:pt idx="5008">
                  <c:v>0.25</c:v>
                </c:pt>
                <c:pt idx="5009">
                  <c:v>0.25</c:v>
                </c:pt>
                <c:pt idx="5010">
                  <c:v>0.25</c:v>
                </c:pt>
                <c:pt idx="5011">
                  <c:v>0.25</c:v>
                </c:pt>
                <c:pt idx="5012">
                  <c:v>0.25</c:v>
                </c:pt>
                <c:pt idx="5013">
                  <c:v>0.25</c:v>
                </c:pt>
                <c:pt idx="5014">
                  <c:v>0.25</c:v>
                </c:pt>
                <c:pt idx="5015">
                  <c:v>0.25</c:v>
                </c:pt>
                <c:pt idx="5016">
                  <c:v>0.25</c:v>
                </c:pt>
                <c:pt idx="5017">
                  <c:v>0.25</c:v>
                </c:pt>
                <c:pt idx="5018">
                  <c:v>0.25</c:v>
                </c:pt>
                <c:pt idx="5019">
                  <c:v>0.25</c:v>
                </c:pt>
                <c:pt idx="5020">
                  <c:v>0.25</c:v>
                </c:pt>
                <c:pt idx="5021">
                  <c:v>0.25</c:v>
                </c:pt>
                <c:pt idx="5022">
                  <c:v>0.25</c:v>
                </c:pt>
                <c:pt idx="5023">
                  <c:v>0.25</c:v>
                </c:pt>
                <c:pt idx="5024">
                  <c:v>0.25</c:v>
                </c:pt>
                <c:pt idx="5025">
                  <c:v>0.25</c:v>
                </c:pt>
                <c:pt idx="5026">
                  <c:v>0.25</c:v>
                </c:pt>
                <c:pt idx="5027">
                  <c:v>0.25</c:v>
                </c:pt>
                <c:pt idx="5028">
                  <c:v>0.25</c:v>
                </c:pt>
                <c:pt idx="5029">
                  <c:v>0.25</c:v>
                </c:pt>
                <c:pt idx="5030">
                  <c:v>0.25</c:v>
                </c:pt>
                <c:pt idx="5031">
                  <c:v>0.25</c:v>
                </c:pt>
                <c:pt idx="5032">
                  <c:v>0.25</c:v>
                </c:pt>
                <c:pt idx="5033">
                  <c:v>0.25</c:v>
                </c:pt>
                <c:pt idx="5034">
                  <c:v>0.25</c:v>
                </c:pt>
                <c:pt idx="5035">
                  <c:v>0.25</c:v>
                </c:pt>
                <c:pt idx="5036">
                  <c:v>0.25</c:v>
                </c:pt>
                <c:pt idx="5037">
                  <c:v>0.25</c:v>
                </c:pt>
                <c:pt idx="5038">
                  <c:v>0.25</c:v>
                </c:pt>
                <c:pt idx="5039">
                  <c:v>0.25</c:v>
                </c:pt>
                <c:pt idx="5040">
                  <c:v>0.25</c:v>
                </c:pt>
                <c:pt idx="5041">
                  <c:v>0.25</c:v>
                </c:pt>
                <c:pt idx="5042">
                  <c:v>0.25</c:v>
                </c:pt>
                <c:pt idx="5043">
                  <c:v>0.25</c:v>
                </c:pt>
                <c:pt idx="5044">
                  <c:v>0.25</c:v>
                </c:pt>
                <c:pt idx="5045">
                  <c:v>0.25</c:v>
                </c:pt>
                <c:pt idx="5046">
                  <c:v>0.25</c:v>
                </c:pt>
                <c:pt idx="5047">
                  <c:v>0.25</c:v>
                </c:pt>
                <c:pt idx="5048">
                  <c:v>0.25</c:v>
                </c:pt>
                <c:pt idx="5049">
                  <c:v>0.25</c:v>
                </c:pt>
                <c:pt idx="5050">
                  <c:v>0.25</c:v>
                </c:pt>
                <c:pt idx="5051">
                  <c:v>0.25</c:v>
                </c:pt>
                <c:pt idx="5052">
                  <c:v>0.25</c:v>
                </c:pt>
                <c:pt idx="5053">
                  <c:v>0.25</c:v>
                </c:pt>
                <c:pt idx="5054">
                  <c:v>0.25</c:v>
                </c:pt>
                <c:pt idx="5055">
                  <c:v>0.25</c:v>
                </c:pt>
                <c:pt idx="5056">
                  <c:v>0.25</c:v>
                </c:pt>
                <c:pt idx="5057">
                  <c:v>0.25</c:v>
                </c:pt>
                <c:pt idx="5058">
                  <c:v>0.25</c:v>
                </c:pt>
                <c:pt idx="5059">
                  <c:v>0.25</c:v>
                </c:pt>
                <c:pt idx="5060">
                  <c:v>0.25</c:v>
                </c:pt>
                <c:pt idx="5061">
                  <c:v>0.25</c:v>
                </c:pt>
                <c:pt idx="5062">
                  <c:v>0.25</c:v>
                </c:pt>
                <c:pt idx="5063">
                  <c:v>0.25</c:v>
                </c:pt>
                <c:pt idx="5064">
                  <c:v>0.25</c:v>
                </c:pt>
                <c:pt idx="5065">
                  <c:v>0.25</c:v>
                </c:pt>
                <c:pt idx="5066">
                  <c:v>0.25</c:v>
                </c:pt>
                <c:pt idx="5067">
                  <c:v>0.25</c:v>
                </c:pt>
                <c:pt idx="5068">
                  <c:v>0.25</c:v>
                </c:pt>
                <c:pt idx="5069">
                  <c:v>0.25</c:v>
                </c:pt>
                <c:pt idx="5070">
                  <c:v>0.25</c:v>
                </c:pt>
                <c:pt idx="5071">
                  <c:v>0.25</c:v>
                </c:pt>
                <c:pt idx="5072">
                  <c:v>0.25</c:v>
                </c:pt>
                <c:pt idx="5073">
                  <c:v>0.25</c:v>
                </c:pt>
                <c:pt idx="5074">
                  <c:v>0.25</c:v>
                </c:pt>
                <c:pt idx="5075">
                  <c:v>0.25</c:v>
                </c:pt>
                <c:pt idx="5076">
                  <c:v>0.25</c:v>
                </c:pt>
                <c:pt idx="5077">
                  <c:v>0.25</c:v>
                </c:pt>
                <c:pt idx="5078">
                  <c:v>0.25</c:v>
                </c:pt>
                <c:pt idx="5079">
                  <c:v>0.25</c:v>
                </c:pt>
                <c:pt idx="5080">
                  <c:v>0.25</c:v>
                </c:pt>
                <c:pt idx="5081">
                  <c:v>0.25</c:v>
                </c:pt>
                <c:pt idx="5082">
                  <c:v>0.25</c:v>
                </c:pt>
                <c:pt idx="5083">
                  <c:v>0.25</c:v>
                </c:pt>
                <c:pt idx="5084">
                  <c:v>0.25</c:v>
                </c:pt>
                <c:pt idx="5085">
                  <c:v>0.25</c:v>
                </c:pt>
                <c:pt idx="5086">
                  <c:v>0.25</c:v>
                </c:pt>
                <c:pt idx="5087">
                  <c:v>0.25</c:v>
                </c:pt>
                <c:pt idx="5088">
                  <c:v>0.25</c:v>
                </c:pt>
                <c:pt idx="5089">
                  <c:v>0.25</c:v>
                </c:pt>
                <c:pt idx="5090">
                  <c:v>0.25</c:v>
                </c:pt>
                <c:pt idx="5091">
                  <c:v>0.25</c:v>
                </c:pt>
                <c:pt idx="5092">
                  <c:v>0.25</c:v>
                </c:pt>
                <c:pt idx="5093">
                  <c:v>0.25</c:v>
                </c:pt>
                <c:pt idx="5094">
                  <c:v>0.25</c:v>
                </c:pt>
                <c:pt idx="5095">
                  <c:v>0.25</c:v>
                </c:pt>
                <c:pt idx="5096">
                  <c:v>0.25</c:v>
                </c:pt>
                <c:pt idx="5097">
                  <c:v>0.25</c:v>
                </c:pt>
                <c:pt idx="5098">
                  <c:v>0.25</c:v>
                </c:pt>
                <c:pt idx="5099">
                  <c:v>0.25</c:v>
                </c:pt>
                <c:pt idx="5100">
                  <c:v>0.25</c:v>
                </c:pt>
                <c:pt idx="5101">
                  <c:v>0.25</c:v>
                </c:pt>
                <c:pt idx="5102">
                  <c:v>0.25</c:v>
                </c:pt>
                <c:pt idx="5103">
                  <c:v>0.25</c:v>
                </c:pt>
                <c:pt idx="5104">
                  <c:v>0.25</c:v>
                </c:pt>
                <c:pt idx="5105">
                  <c:v>0.25</c:v>
                </c:pt>
                <c:pt idx="5106">
                  <c:v>0.25</c:v>
                </c:pt>
                <c:pt idx="5107">
                  <c:v>0.25</c:v>
                </c:pt>
                <c:pt idx="5108">
                  <c:v>0.25</c:v>
                </c:pt>
                <c:pt idx="5109">
                  <c:v>0.25</c:v>
                </c:pt>
                <c:pt idx="5110">
                  <c:v>0.25</c:v>
                </c:pt>
                <c:pt idx="5111">
                  <c:v>0.25</c:v>
                </c:pt>
                <c:pt idx="5112">
                  <c:v>0.25</c:v>
                </c:pt>
                <c:pt idx="5113">
                  <c:v>0.25</c:v>
                </c:pt>
                <c:pt idx="5114">
                  <c:v>0.25</c:v>
                </c:pt>
                <c:pt idx="5115">
                  <c:v>0.25</c:v>
                </c:pt>
                <c:pt idx="5116">
                  <c:v>0.25</c:v>
                </c:pt>
                <c:pt idx="5117">
                  <c:v>0.25</c:v>
                </c:pt>
                <c:pt idx="5118">
                  <c:v>0.25</c:v>
                </c:pt>
                <c:pt idx="5119">
                  <c:v>0.25</c:v>
                </c:pt>
                <c:pt idx="5120">
                  <c:v>0.25</c:v>
                </c:pt>
                <c:pt idx="5121">
                  <c:v>0.25</c:v>
                </c:pt>
                <c:pt idx="5122">
                  <c:v>0.25</c:v>
                </c:pt>
                <c:pt idx="5123">
                  <c:v>0.25</c:v>
                </c:pt>
                <c:pt idx="5124">
                  <c:v>0.25</c:v>
                </c:pt>
                <c:pt idx="5125">
                  <c:v>0.25</c:v>
                </c:pt>
                <c:pt idx="5126">
                  <c:v>0.25</c:v>
                </c:pt>
                <c:pt idx="5127">
                  <c:v>0.25</c:v>
                </c:pt>
                <c:pt idx="5128">
                  <c:v>0.25</c:v>
                </c:pt>
                <c:pt idx="5129">
                  <c:v>0.25</c:v>
                </c:pt>
                <c:pt idx="5130">
                  <c:v>0.25</c:v>
                </c:pt>
                <c:pt idx="5131">
                  <c:v>0.25</c:v>
                </c:pt>
                <c:pt idx="5132">
                  <c:v>0.25</c:v>
                </c:pt>
                <c:pt idx="5133">
                  <c:v>0.25</c:v>
                </c:pt>
                <c:pt idx="5134">
                  <c:v>0.25</c:v>
                </c:pt>
                <c:pt idx="5135">
                  <c:v>0.25</c:v>
                </c:pt>
                <c:pt idx="5136">
                  <c:v>0.25</c:v>
                </c:pt>
                <c:pt idx="5137">
                  <c:v>0.25</c:v>
                </c:pt>
                <c:pt idx="5138">
                  <c:v>0.25</c:v>
                </c:pt>
                <c:pt idx="5139">
                  <c:v>0.25</c:v>
                </c:pt>
                <c:pt idx="5140">
                  <c:v>0.25</c:v>
                </c:pt>
                <c:pt idx="5141">
                  <c:v>0.25</c:v>
                </c:pt>
                <c:pt idx="5142">
                  <c:v>0.25</c:v>
                </c:pt>
                <c:pt idx="5143">
                  <c:v>0.25</c:v>
                </c:pt>
                <c:pt idx="5144">
                  <c:v>0.25</c:v>
                </c:pt>
                <c:pt idx="5145">
                  <c:v>0.25</c:v>
                </c:pt>
                <c:pt idx="5146">
                  <c:v>0.25</c:v>
                </c:pt>
                <c:pt idx="5147">
                  <c:v>0.25</c:v>
                </c:pt>
                <c:pt idx="5148">
                  <c:v>0.25</c:v>
                </c:pt>
                <c:pt idx="5149">
                  <c:v>0.25</c:v>
                </c:pt>
                <c:pt idx="5150">
                  <c:v>0.25</c:v>
                </c:pt>
                <c:pt idx="5151">
                  <c:v>0.25</c:v>
                </c:pt>
                <c:pt idx="5152">
                  <c:v>0.25</c:v>
                </c:pt>
                <c:pt idx="5153">
                  <c:v>0.25</c:v>
                </c:pt>
                <c:pt idx="5154">
                  <c:v>0.25</c:v>
                </c:pt>
                <c:pt idx="5155">
                  <c:v>0.25</c:v>
                </c:pt>
                <c:pt idx="5156">
                  <c:v>0.25</c:v>
                </c:pt>
                <c:pt idx="5157">
                  <c:v>0.25</c:v>
                </c:pt>
                <c:pt idx="5158">
                  <c:v>0.25</c:v>
                </c:pt>
                <c:pt idx="5159">
                  <c:v>0.25</c:v>
                </c:pt>
                <c:pt idx="5160">
                  <c:v>0.25</c:v>
                </c:pt>
                <c:pt idx="5161">
                  <c:v>0.25</c:v>
                </c:pt>
                <c:pt idx="5162">
                  <c:v>0.25</c:v>
                </c:pt>
                <c:pt idx="5163">
                  <c:v>0.25</c:v>
                </c:pt>
                <c:pt idx="5164">
                  <c:v>0.25</c:v>
                </c:pt>
                <c:pt idx="5165">
                  <c:v>0.25</c:v>
                </c:pt>
                <c:pt idx="5166">
                  <c:v>0.25</c:v>
                </c:pt>
                <c:pt idx="5167">
                  <c:v>0.25</c:v>
                </c:pt>
                <c:pt idx="5168">
                  <c:v>0.25</c:v>
                </c:pt>
                <c:pt idx="5169">
                  <c:v>0.25</c:v>
                </c:pt>
                <c:pt idx="5170">
                  <c:v>0.25</c:v>
                </c:pt>
                <c:pt idx="5171">
                  <c:v>0.25</c:v>
                </c:pt>
                <c:pt idx="5172">
                  <c:v>0.25</c:v>
                </c:pt>
                <c:pt idx="5173">
                  <c:v>0.25</c:v>
                </c:pt>
                <c:pt idx="5174">
                  <c:v>0.25</c:v>
                </c:pt>
                <c:pt idx="5175">
                  <c:v>0.25</c:v>
                </c:pt>
                <c:pt idx="5176">
                  <c:v>0.25</c:v>
                </c:pt>
                <c:pt idx="5177">
                  <c:v>0.25</c:v>
                </c:pt>
                <c:pt idx="5178">
                  <c:v>0.25</c:v>
                </c:pt>
                <c:pt idx="5179">
                  <c:v>0.25</c:v>
                </c:pt>
                <c:pt idx="5180">
                  <c:v>0.25</c:v>
                </c:pt>
                <c:pt idx="5181">
                  <c:v>0.25</c:v>
                </c:pt>
                <c:pt idx="5182">
                  <c:v>0.25</c:v>
                </c:pt>
                <c:pt idx="5183">
                  <c:v>0.25</c:v>
                </c:pt>
                <c:pt idx="5184">
                  <c:v>0.25</c:v>
                </c:pt>
                <c:pt idx="5185">
                  <c:v>0.25</c:v>
                </c:pt>
                <c:pt idx="5186">
                  <c:v>0.25</c:v>
                </c:pt>
                <c:pt idx="5187">
                  <c:v>0.25</c:v>
                </c:pt>
                <c:pt idx="5188">
                  <c:v>0.25</c:v>
                </c:pt>
                <c:pt idx="5189">
                  <c:v>0.25</c:v>
                </c:pt>
                <c:pt idx="5190">
                  <c:v>0.25</c:v>
                </c:pt>
                <c:pt idx="5191">
                  <c:v>0.25</c:v>
                </c:pt>
                <c:pt idx="5192">
                  <c:v>0.25</c:v>
                </c:pt>
                <c:pt idx="5193">
                  <c:v>0.25</c:v>
                </c:pt>
                <c:pt idx="5194">
                  <c:v>0.25</c:v>
                </c:pt>
                <c:pt idx="5195">
                  <c:v>0.25</c:v>
                </c:pt>
                <c:pt idx="5196">
                  <c:v>0.25</c:v>
                </c:pt>
                <c:pt idx="5197">
                  <c:v>0.25</c:v>
                </c:pt>
                <c:pt idx="5198">
                  <c:v>0.25</c:v>
                </c:pt>
                <c:pt idx="5199">
                  <c:v>0.25</c:v>
                </c:pt>
                <c:pt idx="5200">
                  <c:v>0.25</c:v>
                </c:pt>
                <c:pt idx="5201">
                  <c:v>0.25</c:v>
                </c:pt>
                <c:pt idx="5202">
                  <c:v>0.25</c:v>
                </c:pt>
                <c:pt idx="5203">
                  <c:v>0.25</c:v>
                </c:pt>
                <c:pt idx="5204">
                  <c:v>0.25</c:v>
                </c:pt>
                <c:pt idx="5205">
                  <c:v>0.25</c:v>
                </c:pt>
                <c:pt idx="5206">
                  <c:v>0.25</c:v>
                </c:pt>
                <c:pt idx="5207">
                  <c:v>0.25</c:v>
                </c:pt>
                <c:pt idx="5208">
                  <c:v>0.25</c:v>
                </c:pt>
                <c:pt idx="5209">
                  <c:v>0.25</c:v>
                </c:pt>
                <c:pt idx="5210">
                  <c:v>0.25</c:v>
                </c:pt>
                <c:pt idx="5211">
                  <c:v>0.25</c:v>
                </c:pt>
                <c:pt idx="5212">
                  <c:v>0.25</c:v>
                </c:pt>
                <c:pt idx="5213">
                  <c:v>0.25</c:v>
                </c:pt>
                <c:pt idx="5214">
                  <c:v>0.25</c:v>
                </c:pt>
                <c:pt idx="5215">
                  <c:v>0.25</c:v>
                </c:pt>
                <c:pt idx="5216">
                  <c:v>0.25</c:v>
                </c:pt>
                <c:pt idx="5217">
                  <c:v>0.25</c:v>
                </c:pt>
                <c:pt idx="5218">
                  <c:v>0.25</c:v>
                </c:pt>
                <c:pt idx="5219">
                  <c:v>0.25</c:v>
                </c:pt>
                <c:pt idx="5220">
                  <c:v>0.25</c:v>
                </c:pt>
                <c:pt idx="5221">
                  <c:v>0.25</c:v>
                </c:pt>
                <c:pt idx="5222">
                  <c:v>0.25</c:v>
                </c:pt>
                <c:pt idx="5223">
                  <c:v>0.25</c:v>
                </c:pt>
                <c:pt idx="5224">
                  <c:v>0.25</c:v>
                </c:pt>
                <c:pt idx="5225">
                  <c:v>0.25</c:v>
                </c:pt>
                <c:pt idx="5226">
                  <c:v>0.25</c:v>
                </c:pt>
                <c:pt idx="5227">
                  <c:v>0.25</c:v>
                </c:pt>
                <c:pt idx="5228">
                  <c:v>0.25</c:v>
                </c:pt>
                <c:pt idx="5229">
                  <c:v>0.25</c:v>
                </c:pt>
                <c:pt idx="5230">
                  <c:v>0.25</c:v>
                </c:pt>
                <c:pt idx="5231">
                  <c:v>0.25</c:v>
                </c:pt>
                <c:pt idx="5232">
                  <c:v>0.25</c:v>
                </c:pt>
                <c:pt idx="5233">
                  <c:v>0.25</c:v>
                </c:pt>
                <c:pt idx="5234">
                  <c:v>0.25</c:v>
                </c:pt>
                <c:pt idx="5235">
                  <c:v>0.25</c:v>
                </c:pt>
                <c:pt idx="5236">
                  <c:v>0.25</c:v>
                </c:pt>
                <c:pt idx="5237">
                  <c:v>0.25</c:v>
                </c:pt>
                <c:pt idx="5238">
                  <c:v>0.25</c:v>
                </c:pt>
                <c:pt idx="5239">
                  <c:v>0.25</c:v>
                </c:pt>
                <c:pt idx="5240">
                  <c:v>0.25</c:v>
                </c:pt>
                <c:pt idx="5241">
                  <c:v>0.25</c:v>
                </c:pt>
                <c:pt idx="5242">
                  <c:v>0.25</c:v>
                </c:pt>
                <c:pt idx="5243">
                  <c:v>0.25</c:v>
                </c:pt>
                <c:pt idx="5244">
                  <c:v>0.25</c:v>
                </c:pt>
                <c:pt idx="5245">
                  <c:v>0.25</c:v>
                </c:pt>
                <c:pt idx="5246">
                  <c:v>0.25</c:v>
                </c:pt>
                <c:pt idx="5247">
                  <c:v>0.25</c:v>
                </c:pt>
                <c:pt idx="5248">
                  <c:v>0.25</c:v>
                </c:pt>
                <c:pt idx="5249">
                  <c:v>0.25</c:v>
                </c:pt>
                <c:pt idx="5250">
                  <c:v>0.25</c:v>
                </c:pt>
                <c:pt idx="5251">
                  <c:v>0.25</c:v>
                </c:pt>
                <c:pt idx="5252">
                  <c:v>0.25</c:v>
                </c:pt>
                <c:pt idx="5253">
                  <c:v>0.25</c:v>
                </c:pt>
                <c:pt idx="5254">
                  <c:v>0.25</c:v>
                </c:pt>
                <c:pt idx="5255">
                  <c:v>0.25</c:v>
                </c:pt>
                <c:pt idx="5256">
                  <c:v>0.25</c:v>
                </c:pt>
                <c:pt idx="5257">
                  <c:v>0.25</c:v>
                </c:pt>
                <c:pt idx="5258">
                  <c:v>0.25</c:v>
                </c:pt>
                <c:pt idx="5259">
                  <c:v>0.25</c:v>
                </c:pt>
                <c:pt idx="5260">
                  <c:v>0.25</c:v>
                </c:pt>
                <c:pt idx="5261">
                  <c:v>0.25</c:v>
                </c:pt>
                <c:pt idx="5262">
                  <c:v>0.25</c:v>
                </c:pt>
                <c:pt idx="5263">
                  <c:v>0.25</c:v>
                </c:pt>
                <c:pt idx="5264">
                  <c:v>0.25</c:v>
                </c:pt>
                <c:pt idx="5265">
                  <c:v>0.25</c:v>
                </c:pt>
                <c:pt idx="5266">
                  <c:v>0.25</c:v>
                </c:pt>
                <c:pt idx="5267">
                  <c:v>0.25</c:v>
                </c:pt>
                <c:pt idx="5268">
                  <c:v>0.25</c:v>
                </c:pt>
                <c:pt idx="5269">
                  <c:v>0.25</c:v>
                </c:pt>
                <c:pt idx="5270">
                  <c:v>0.25</c:v>
                </c:pt>
                <c:pt idx="5271">
                  <c:v>0.25</c:v>
                </c:pt>
                <c:pt idx="5272">
                  <c:v>0.25</c:v>
                </c:pt>
                <c:pt idx="5273">
                  <c:v>0.25</c:v>
                </c:pt>
                <c:pt idx="5274">
                  <c:v>0.25</c:v>
                </c:pt>
                <c:pt idx="5275">
                  <c:v>0.25</c:v>
                </c:pt>
                <c:pt idx="5276">
                  <c:v>0.25</c:v>
                </c:pt>
                <c:pt idx="5277">
                  <c:v>0.25</c:v>
                </c:pt>
                <c:pt idx="5278">
                  <c:v>0.25</c:v>
                </c:pt>
                <c:pt idx="5279">
                  <c:v>0.25</c:v>
                </c:pt>
                <c:pt idx="5280">
                  <c:v>0.25</c:v>
                </c:pt>
                <c:pt idx="5281">
                  <c:v>0.25</c:v>
                </c:pt>
                <c:pt idx="5282">
                  <c:v>0.25</c:v>
                </c:pt>
                <c:pt idx="5283">
                  <c:v>0.25</c:v>
                </c:pt>
                <c:pt idx="5284">
                  <c:v>0.25</c:v>
                </c:pt>
                <c:pt idx="5285">
                  <c:v>0.25</c:v>
                </c:pt>
                <c:pt idx="5286">
                  <c:v>0.25</c:v>
                </c:pt>
                <c:pt idx="5287">
                  <c:v>0.25</c:v>
                </c:pt>
                <c:pt idx="5288">
                  <c:v>0.25</c:v>
                </c:pt>
                <c:pt idx="5289">
                  <c:v>0.25</c:v>
                </c:pt>
                <c:pt idx="5290">
                  <c:v>0.25</c:v>
                </c:pt>
                <c:pt idx="5291">
                  <c:v>0.25</c:v>
                </c:pt>
                <c:pt idx="5292">
                  <c:v>0.25</c:v>
                </c:pt>
                <c:pt idx="5293">
                  <c:v>0.25</c:v>
                </c:pt>
                <c:pt idx="5294">
                  <c:v>0.25</c:v>
                </c:pt>
                <c:pt idx="5295">
                  <c:v>0.25</c:v>
                </c:pt>
                <c:pt idx="5296">
                  <c:v>0.25</c:v>
                </c:pt>
                <c:pt idx="5297">
                  <c:v>0.25</c:v>
                </c:pt>
                <c:pt idx="5298">
                  <c:v>0.25</c:v>
                </c:pt>
                <c:pt idx="5299">
                  <c:v>0.25</c:v>
                </c:pt>
                <c:pt idx="5300">
                  <c:v>0.25</c:v>
                </c:pt>
                <c:pt idx="5301">
                  <c:v>0.25</c:v>
                </c:pt>
                <c:pt idx="5302">
                  <c:v>0.25</c:v>
                </c:pt>
                <c:pt idx="5303">
                  <c:v>0.25</c:v>
                </c:pt>
                <c:pt idx="5304">
                  <c:v>0.25</c:v>
                </c:pt>
                <c:pt idx="5305">
                  <c:v>0.25</c:v>
                </c:pt>
                <c:pt idx="5306">
                  <c:v>0.25</c:v>
                </c:pt>
                <c:pt idx="5307">
                  <c:v>0.25</c:v>
                </c:pt>
                <c:pt idx="5308">
                  <c:v>0.25</c:v>
                </c:pt>
                <c:pt idx="5309">
                  <c:v>0.25</c:v>
                </c:pt>
                <c:pt idx="5310">
                  <c:v>0.25</c:v>
                </c:pt>
                <c:pt idx="5311">
                  <c:v>0.25</c:v>
                </c:pt>
                <c:pt idx="5312">
                  <c:v>0.25</c:v>
                </c:pt>
                <c:pt idx="5313">
                  <c:v>0.25</c:v>
                </c:pt>
                <c:pt idx="5314">
                  <c:v>0.25</c:v>
                </c:pt>
                <c:pt idx="5315">
                  <c:v>0.25</c:v>
                </c:pt>
                <c:pt idx="5316">
                  <c:v>0.25</c:v>
                </c:pt>
                <c:pt idx="5317">
                  <c:v>0.25</c:v>
                </c:pt>
                <c:pt idx="5318">
                  <c:v>0.25</c:v>
                </c:pt>
                <c:pt idx="5319">
                  <c:v>0.25</c:v>
                </c:pt>
                <c:pt idx="5320">
                  <c:v>0.25</c:v>
                </c:pt>
                <c:pt idx="5321">
                  <c:v>0.25</c:v>
                </c:pt>
                <c:pt idx="5322">
                  <c:v>0.25</c:v>
                </c:pt>
                <c:pt idx="5323">
                  <c:v>0.25</c:v>
                </c:pt>
                <c:pt idx="5324">
                  <c:v>0.25</c:v>
                </c:pt>
                <c:pt idx="5325">
                  <c:v>0.25</c:v>
                </c:pt>
                <c:pt idx="5326">
                  <c:v>0.25</c:v>
                </c:pt>
                <c:pt idx="5327">
                  <c:v>0.25</c:v>
                </c:pt>
                <c:pt idx="5328">
                  <c:v>0.25</c:v>
                </c:pt>
                <c:pt idx="5329">
                  <c:v>0.25</c:v>
                </c:pt>
                <c:pt idx="5330">
                  <c:v>0.25</c:v>
                </c:pt>
                <c:pt idx="5331">
                  <c:v>0.25</c:v>
                </c:pt>
                <c:pt idx="5332">
                  <c:v>0.25</c:v>
                </c:pt>
                <c:pt idx="5333">
                  <c:v>0.25</c:v>
                </c:pt>
                <c:pt idx="5334">
                  <c:v>0.25</c:v>
                </c:pt>
                <c:pt idx="5335">
                  <c:v>0.25</c:v>
                </c:pt>
                <c:pt idx="5336">
                  <c:v>0.25</c:v>
                </c:pt>
                <c:pt idx="5337">
                  <c:v>0.25</c:v>
                </c:pt>
                <c:pt idx="5338">
                  <c:v>0.25</c:v>
                </c:pt>
                <c:pt idx="5339">
                  <c:v>0.25</c:v>
                </c:pt>
                <c:pt idx="5340">
                  <c:v>0.25</c:v>
                </c:pt>
                <c:pt idx="5341">
                  <c:v>0.25</c:v>
                </c:pt>
                <c:pt idx="5342">
                  <c:v>0.25</c:v>
                </c:pt>
                <c:pt idx="5343">
                  <c:v>0.25</c:v>
                </c:pt>
                <c:pt idx="5344">
                  <c:v>0.25</c:v>
                </c:pt>
                <c:pt idx="5345">
                  <c:v>0.25</c:v>
                </c:pt>
                <c:pt idx="5346">
                  <c:v>0.25</c:v>
                </c:pt>
                <c:pt idx="5347">
                  <c:v>0.25</c:v>
                </c:pt>
                <c:pt idx="5348">
                  <c:v>0.25</c:v>
                </c:pt>
                <c:pt idx="5349">
                  <c:v>0.25</c:v>
                </c:pt>
                <c:pt idx="5350">
                  <c:v>0.25</c:v>
                </c:pt>
                <c:pt idx="5351">
                  <c:v>0.25</c:v>
                </c:pt>
                <c:pt idx="5352">
                  <c:v>0.25</c:v>
                </c:pt>
                <c:pt idx="5353">
                  <c:v>0.25</c:v>
                </c:pt>
                <c:pt idx="5354">
                  <c:v>0.25</c:v>
                </c:pt>
                <c:pt idx="5355">
                  <c:v>0.25</c:v>
                </c:pt>
                <c:pt idx="5356">
                  <c:v>0.25</c:v>
                </c:pt>
                <c:pt idx="5357">
                  <c:v>0.25</c:v>
                </c:pt>
                <c:pt idx="5358">
                  <c:v>0.25</c:v>
                </c:pt>
                <c:pt idx="5359">
                  <c:v>0.25</c:v>
                </c:pt>
                <c:pt idx="5360">
                  <c:v>0.25</c:v>
                </c:pt>
                <c:pt idx="5361">
                  <c:v>0.25</c:v>
                </c:pt>
                <c:pt idx="5362">
                  <c:v>0.25</c:v>
                </c:pt>
                <c:pt idx="5363">
                  <c:v>0.25</c:v>
                </c:pt>
                <c:pt idx="5364">
                  <c:v>0.25</c:v>
                </c:pt>
                <c:pt idx="5365">
                  <c:v>0.25</c:v>
                </c:pt>
                <c:pt idx="5366">
                  <c:v>0.25</c:v>
                </c:pt>
                <c:pt idx="5367">
                  <c:v>0.25</c:v>
                </c:pt>
                <c:pt idx="5368">
                  <c:v>0.25</c:v>
                </c:pt>
                <c:pt idx="5369">
                  <c:v>0.25</c:v>
                </c:pt>
                <c:pt idx="5370">
                  <c:v>0.25</c:v>
                </c:pt>
                <c:pt idx="5371">
                  <c:v>0.25</c:v>
                </c:pt>
                <c:pt idx="5372">
                  <c:v>0.25</c:v>
                </c:pt>
                <c:pt idx="5373">
                  <c:v>0.25</c:v>
                </c:pt>
                <c:pt idx="5374">
                  <c:v>0.25</c:v>
                </c:pt>
                <c:pt idx="5375">
                  <c:v>0.25</c:v>
                </c:pt>
                <c:pt idx="5376">
                  <c:v>0.25</c:v>
                </c:pt>
                <c:pt idx="5377">
                  <c:v>0.25</c:v>
                </c:pt>
                <c:pt idx="5378">
                  <c:v>0.25</c:v>
                </c:pt>
                <c:pt idx="5379">
                  <c:v>0.25</c:v>
                </c:pt>
                <c:pt idx="5380">
                  <c:v>0.25</c:v>
                </c:pt>
                <c:pt idx="5381">
                  <c:v>0.25</c:v>
                </c:pt>
                <c:pt idx="5382">
                  <c:v>0.25</c:v>
                </c:pt>
                <c:pt idx="5383">
                  <c:v>0.25</c:v>
                </c:pt>
                <c:pt idx="5384">
                  <c:v>0.25</c:v>
                </c:pt>
                <c:pt idx="5385">
                  <c:v>0.25</c:v>
                </c:pt>
                <c:pt idx="5386">
                  <c:v>0.25</c:v>
                </c:pt>
                <c:pt idx="5387">
                  <c:v>0.25</c:v>
                </c:pt>
                <c:pt idx="5388">
                  <c:v>0.25</c:v>
                </c:pt>
                <c:pt idx="5389">
                  <c:v>0.25</c:v>
                </c:pt>
                <c:pt idx="5390">
                  <c:v>0.25</c:v>
                </c:pt>
                <c:pt idx="5391">
                  <c:v>0.25</c:v>
                </c:pt>
                <c:pt idx="5392">
                  <c:v>0.25</c:v>
                </c:pt>
                <c:pt idx="5393">
                  <c:v>0.25</c:v>
                </c:pt>
                <c:pt idx="5394">
                  <c:v>0.25</c:v>
                </c:pt>
                <c:pt idx="5395">
                  <c:v>0.25</c:v>
                </c:pt>
                <c:pt idx="5396">
                  <c:v>0.25</c:v>
                </c:pt>
                <c:pt idx="5397">
                  <c:v>0.25</c:v>
                </c:pt>
                <c:pt idx="5398">
                  <c:v>0.25</c:v>
                </c:pt>
                <c:pt idx="5399">
                  <c:v>0.25</c:v>
                </c:pt>
                <c:pt idx="5400">
                  <c:v>0.25</c:v>
                </c:pt>
                <c:pt idx="5401">
                  <c:v>0.25</c:v>
                </c:pt>
                <c:pt idx="5402">
                  <c:v>0.25</c:v>
                </c:pt>
                <c:pt idx="5403">
                  <c:v>0.25</c:v>
                </c:pt>
                <c:pt idx="5404">
                  <c:v>0.25</c:v>
                </c:pt>
                <c:pt idx="5405">
                  <c:v>0.25</c:v>
                </c:pt>
                <c:pt idx="5406">
                  <c:v>0.25</c:v>
                </c:pt>
                <c:pt idx="5407">
                  <c:v>0.25</c:v>
                </c:pt>
                <c:pt idx="5408">
                  <c:v>0.25</c:v>
                </c:pt>
                <c:pt idx="5409">
                  <c:v>0.25</c:v>
                </c:pt>
                <c:pt idx="5410">
                  <c:v>0.25</c:v>
                </c:pt>
                <c:pt idx="5411">
                  <c:v>0.25</c:v>
                </c:pt>
                <c:pt idx="5412">
                  <c:v>0.25</c:v>
                </c:pt>
                <c:pt idx="5413">
                  <c:v>0.25</c:v>
                </c:pt>
                <c:pt idx="5414">
                  <c:v>0.25</c:v>
                </c:pt>
                <c:pt idx="5415">
                  <c:v>0.25</c:v>
                </c:pt>
                <c:pt idx="5416">
                  <c:v>0.25</c:v>
                </c:pt>
                <c:pt idx="5417">
                  <c:v>0.25</c:v>
                </c:pt>
                <c:pt idx="5418">
                  <c:v>0.25</c:v>
                </c:pt>
                <c:pt idx="5419">
                  <c:v>0.25</c:v>
                </c:pt>
                <c:pt idx="5420">
                  <c:v>0.25</c:v>
                </c:pt>
                <c:pt idx="5421">
                  <c:v>0.25</c:v>
                </c:pt>
                <c:pt idx="5422">
                  <c:v>0.25</c:v>
                </c:pt>
                <c:pt idx="5423">
                  <c:v>0.25</c:v>
                </c:pt>
                <c:pt idx="5424">
                  <c:v>0.25</c:v>
                </c:pt>
                <c:pt idx="5425">
                  <c:v>0.25</c:v>
                </c:pt>
                <c:pt idx="5426">
                  <c:v>0.25</c:v>
                </c:pt>
                <c:pt idx="5427">
                  <c:v>0.25</c:v>
                </c:pt>
                <c:pt idx="5428">
                  <c:v>0.25</c:v>
                </c:pt>
                <c:pt idx="5429">
                  <c:v>0.25</c:v>
                </c:pt>
                <c:pt idx="5430">
                  <c:v>0.25</c:v>
                </c:pt>
                <c:pt idx="5431">
                  <c:v>0.25</c:v>
                </c:pt>
                <c:pt idx="5432">
                  <c:v>0.25</c:v>
                </c:pt>
                <c:pt idx="5433">
                  <c:v>0.25</c:v>
                </c:pt>
                <c:pt idx="5434">
                  <c:v>0.25</c:v>
                </c:pt>
                <c:pt idx="5435">
                  <c:v>0.25</c:v>
                </c:pt>
                <c:pt idx="5436">
                  <c:v>0.25</c:v>
                </c:pt>
                <c:pt idx="5437">
                  <c:v>0.25</c:v>
                </c:pt>
                <c:pt idx="5438">
                  <c:v>0.25</c:v>
                </c:pt>
                <c:pt idx="5439">
                  <c:v>0.25</c:v>
                </c:pt>
                <c:pt idx="5440">
                  <c:v>0.25</c:v>
                </c:pt>
                <c:pt idx="5441">
                  <c:v>0.25</c:v>
                </c:pt>
                <c:pt idx="5442">
                  <c:v>0.25</c:v>
                </c:pt>
                <c:pt idx="5443">
                  <c:v>0.25</c:v>
                </c:pt>
                <c:pt idx="5444">
                  <c:v>0.25</c:v>
                </c:pt>
                <c:pt idx="5445">
                  <c:v>0.25</c:v>
                </c:pt>
                <c:pt idx="5446">
                  <c:v>0.25</c:v>
                </c:pt>
                <c:pt idx="5447">
                  <c:v>0.25</c:v>
                </c:pt>
                <c:pt idx="5448">
                  <c:v>0.25</c:v>
                </c:pt>
                <c:pt idx="5449">
                  <c:v>0.25</c:v>
                </c:pt>
                <c:pt idx="5450">
                  <c:v>0.25</c:v>
                </c:pt>
                <c:pt idx="5451">
                  <c:v>0.25</c:v>
                </c:pt>
                <c:pt idx="5452">
                  <c:v>0.25</c:v>
                </c:pt>
                <c:pt idx="5453">
                  <c:v>0.25</c:v>
                </c:pt>
                <c:pt idx="5454">
                  <c:v>0.25</c:v>
                </c:pt>
                <c:pt idx="5455">
                  <c:v>0.25</c:v>
                </c:pt>
                <c:pt idx="5456">
                  <c:v>0.25</c:v>
                </c:pt>
                <c:pt idx="5457">
                  <c:v>0.25</c:v>
                </c:pt>
                <c:pt idx="5458">
                  <c:v>0.25</c:v>
                </c:pt>
                <c:pt idx="5459">
                  <c:v>0.25</c:v>
                </c:pt>
                <c:pt idx="5460">
                  <c:v>0.25</c:v>
                </c:pt>
                <c:pt idx="5461">
                  <c:v>0.25</c:v>
                </c:pt>
                <c:pt idx="5462">
                  <c:v>0.25</c:v>
                </c:pt>
                <c:pt idx="5463">
                  <c:v>0.25</c:v>
                </c:pt>
                <c:pt idx="5464">
                  <c:v>0.25</c:v>
                </c:pt>
                <c:pt idx="5465">
                  <c:v>0.25</c:v>
                </c:pt>
                <c:pt idx="5466">
                  <c:v>0.25</c:v>
                </c:pt>
                <c:pt idx="5467">
                  <c:v>0.25</c:v>
                </c:pt>
                <c:pt idx="5468">
                  <c:v>0.25</c:v>
                </c:pt>
                <c:pt idx="5469">
                  <c:v>0.25</c:v>
                </c:pt>
                <c:pt idx="5470">
                  <c:v>0.25</c:v>
                </c:pt>
                <c:pt idx="5471">
                  <c:v>0.25</c:v>
                </c:pt>
                <c:pt idx="5472">
                  <c:v>0.25</c:v>
                </c:pt>
                <c:pt idx="5473">
                  <c:v>0.25</c:v>
                </c:pt>
                <c:pt idx="5474">
                  <c:v>0.25</c:v>
                </c:pt>
                <c:pt idx="5475">
                  <c:v>0.25</c:v>
                </c:pt>
                <c:pt idx="5476">
                  <c:v>0.25</c:v>
                </c:pt>
                <c:pt idx="5477">
                  <c:v>0.25</c:v>
                </c:pt>
                <c:pt idx="5478">
                  <c:v>0.25</c:v>
                </c:pt>
                <c:pt idx="5479">
                  <c:v>0.25</c:v>
                </c:pt>
                <c:pt idx="5480">
                  <c:v>0.25</c:v>
                </c:pt>
                <c:pt idx="5481">
                  <c:v>0.25</c:v>
                </c:pt>
                <c:pt idx="5482">
                  <c:v>0.25</c:v>
                </c:pt>
                <c:pt idx="5483">
                  <c:v>0.25</c:v>
                </c:pt>
                <c:pt idx="5484">
                  <c:v>0.25</c:v>
                </c:pt>
                <c:pt idx="5485">
                  <c:v>0.25</c:v>
                </c:pt>
                <c:pt idx="5486">
                  <c:v>0.25</c:v>
                </c:pt>
                <c:pt idx="5487">
                  <c:v>0.25</c:v>
                </c:pt>
                <c:pt idx="5488">
                  <c:v>0.25</c:v>
                </c:pt>
                <c:pt idx="5489">
                  <c:v>0.25</c:v>
                </c:pt>
                <c:pt idx="5490">
                  <c:v>0.25</c:v>
                </c:pt>
                <c:pt idx="5491">
                  <c:v>0.25</c:v>
                </c:pt>
                <c:pt idx="5492">
                  <c:v>0.25</c:v>
                </c:pt>
                <c:pt idx="5493">
                  <c:v>0.25</c:v>
                </c:pt>
                <c:pt idx="5494">
                  <c:v>0.25</c:v>
                </c:pt>
                <c:pt idx="5495">
                  <c:v>0.25</c:v>
                </c:pt>
                <c:pt idx="5496">
                  <c:v>0.25</c:v>
                </c:pt>
                <c:pt idx="5497">
                  <c:v>0.25</c:v>
                </c:pt>
                <c:pt idx="5498">
                  <c:v>0.25</c:v>
                </c:pt>
                <c:pt idx="5499">
                  <c:v>0.25</c:v>
                </c:pt>
                <c:pt idx="5500">
                  <c:v>0.25</c:v>
                </c:pt>
                <c:pt idx="5501">
                  <c:v>0.25</c:v>
                </c:pt>
                <c:pt idx="5502">
                  <c:v>0.25</c:v>
                </c:pt>
                <c:pt idx="5503">
                  <c:v>0.25</c:v>
                </c:pt>
                <c:pt idx="5504">
                  <c:v>0.25</c:v>
                </c:pt>
                <c:pt idx="5505">
                  <c:v>0.25</c:v>
                </c:pt>
                <c:pt idx="5506">
                  <c:v>0.25</c:v>
                </c:pt>
                <c:pt idx="5507">
                  <c:v>0.25</c:v>
                </c:pt>
                <c:pt idx="5508">
                  <c:v>0.25</c:v>
                </c:pt>
                <c:pt idx="5509">
                  <c:v>0.25</c:v>
                </c:pt>
                <c:pt idx="5510">
                  <c:v>0.25</c:v>
                </c:pt>
                <c:pt idx="5511">
                  <c:v>0.25</c:v>
                </c:pt>
                <c:pt idx="5512">
                  <c:v>0.25</c:v>
                </c:pt>
                <c:pt idx="5513">
                  <c:v>0.25</c:v>
                </c:pt>
                <c:pt idx="5514">
                  <c:v>0.25</c:v>
                </c:pt>
                <c:pt idx="5515">
                  <c:v>0.25</c:v>
                </c:pt>
                <c:pt idx="5516">
                  <c:v>0.25</c:v>
                </c:pt>
                <c:pt idx="5517">
                  <c:v>0.25</c:v>
                </c:pt>
                <c:pt idx="5518">
                  <c:v>0.25</c:v>
                </c:pt>
                <c:pt idx="5519">
                  <c:v>0.25</c:v>
                </c:pt>
                <c:pt idx="5520">
                  <c:v>0.25</c:v>
                </c:pt>
                <c:pt idx="5521">
                  <c:v>0.25</c:v>
                </c:pt>
                <c:pt idx="5522">
                  <c:v>0.25</c:v>
                </c:pt>
                <c:pt idx="5523">
                  <c:v>0.25</c:v>
                </c:pt>
                <c:pt idx="5524">
                  <c:v>0.25</c:v>
                </c:pt>
                <c:pt idx="5525">
                  <c:v>0.25</c:v>
                </c:pt>
                <c:pt idx="5526">
                  <c:v>0.25</c:v>
                </c:pt>
                <c:pt idx="5527">
                  <c:v>0.25</c:v>
                </c:pt>
                <c:pt idx="5528">
                  <c:v>0.25</c:v>
                </c:pt>
                <c:pt idx="5529">
                  <c:v>0.25</c:v>
                </c:pt>
                <c:pt idx="5530">
                  <c:v>0.25</c:v>
                </c:pt>
                <c:pt idx="5531">
                  <c:v>0.25</c:v>
                </c:pt>
                <c:pt idx="5532">
                  <c:v>0.25</c:v>
                </c:pt>
                <c:pt idx="5533">
                  <c:v>0.25</c:v>
                </c:pt>
                <c:pt idx="5534">
                  <c:v>0.25</c:v>
                </c:pt>
                <c:pt idx="5535">
                  <c:v>0.25</c:v>
                </c:pt>
                <c:pt idx="5536">
                  <c:v>0.25</c:v>
                </c:pt>
                <c:pt idx="5537">
                  <c:v>0.25</c:v>
                </c:pt>
                <c:pt idx="5538">
                  <c:v>0.25</c:v>
                </c:pt>
                <c:pt idx="5539">
                  <c:v>0.25</c:v>
                </c:pt>
                <c:pt idx="5540">
                  <c:v>0.25</c:v>
                </c:pt>
                <c:pt idx="5541">
                  <c:v>0.25</c:v>
                </c:pt>
                <c:pt idx="5542">
                  <c:v>0.25</c:v>
                </c:pt>
                <c:pt idx="5543">
                  <c:v>0.25</c:v>
                </c:pt>
                <c:pt idx="5544">
                  <c:v>0.25</c:v>
                </c:pt>
                <c:pt idx="5545">
                  <c:v>0.25</c:v>
                </c:pt>
                <c:pt idx="5546">
                  <c:v>0.25</c:v>
                </c:pt>
                <c:pt idx="5547">
                  <c:v>0.25</c:v>
                </c:pt>
                <c:pt idx="5548">
                  <c:v>0.25</c:v>
                </c:pt>
                <c:pt idx="5549">
                  <c:v>0.25</c:v>
                </c:pt>
                <c:pt idx="5550">
                  <c:v>0.25</c:v>
                </c:pt>
                <c:pt idx="5551">
                  <c:v>0.25</c:v>
                </c:pt>
                <c:pt idx="5552">
                  <c:v>0.25</c:v>
                </c:pt>
                <c:pt idx="5553">
                  <c:v>0.25</c:v>
                </c:pt>
                <c:pt idx="5554">
                  <c:v>0.25</c:v>
                </c:pt>
                <c:pt idx="5555">
                  <c:v>0.25</c:v>
                </c:pt>
                <c:pt idx="5556">
                  <c:v>0.25</c:v>
                </c:pt>
                <c:pt idx="5557">
                  <c:v>0.25</c:v>
                </c:pt>
                <c:pt idx="5558">
                  <c:v>0.25</c:v>
                </c:pt>
                <c:pt idx="5559">
                  <c:v>0.25</c:v>
                </c:pt>
                <c:pt idx="5560">
                  <c:v>0.25</c:v>
                </c:pt>
                <c:pt idx="5561">
                  <c:v>0.25</c:v>
                </c:pt>
                <c:pt idx="5562">
                  <c:v>0.25</c:v>
                </c:pt>
                <c:pt idx="5563">
                  <c:v>0.25</c:v>
                </c:pt>
                <c:pt idx="5564">
                  <c:v>0.25</c:v>
                </c:pt>
                <c:pt idx="5565">
                  <c:v>0.25</c:v>
                </c:pt>
                <c:pt idx="5566">
                  <c:v>0.25</c:v>
                </c:pt>
                <c:pt idx="5567">
                  <c:v>0.25</c:v>
                </c:pt>
                <c:pt idx="5568">
                  <c:v>0.25</c:v>
                </c:pt>
                <c:pt idx="5569">
                  <c:v>0.25</c:v>
                </c:pt>
                <c:pt idx="5570">
                  <c:v>0.25</c:v>
                </c:pt>
                <c:pt idx="5571">
                  <c:v>0.25</c:v>
                </c:pt>
                <c:pt idx="5572">
                  <c:v>0.25</c:v>
                </c:pt>
                <c:pt idx="5573">
                  <c:v>0.25</c:v>
                </c:pt>
                <c:pt idx="5574">
                  <c:v>0.25</c:v>
                </c:pt>
                <c:pt idx="5575">
                  <c:v>0.25</c:v>
                </c:pt>
                <c:pt idx="5576">
                  <c:v>0.25</c:v>
                </c:pt>
                <c:pt idx="5577">
                  <c:v>0.25</c:v>
                </c:pt>
                <c:pt idx="5578">
                  <c:v>0.25</c:v>
                </c:pt>
                <c:pt idx="5579">
                  <c:v>0.25</c:v>
                </c:pt>
                <c:pt idx="5580">
                  <c:v>0.25</c:v>
                </c:pt>
                <c:pt idx="5581">
                  <c:v>0.25</c:v>
                </c:pt>
                <c:pt idx="5582">
                  <c:v>0.25</c:v>
                </c:pt>
                <c:pt idx="5583">
                  <c:v>0.25</c:v>
                </c:pt>
                <c:pt idx="5584">
                  <c:v>0.25</c:v>
                </c:pt>
                <c:pt idx="5585">
                  <c:v>0.25</c:v>
                </c:pt>
                <c:pt idx="5586">
                  <c:v>0.25</c:v>
                </c:pt>
                <c:pt idx="5587">
                  <c:v>0.25</c:v>
                </c:pt>
                <c:pt idx="5588">
                  <c:v>0.25</c:v>
                </c:pt>
                <c:pt idx="5589">
                  <c:v>0.25</c:v>
                </c:pt>
                <c:pt idx="5590">
                  <c:v>0.25</c:v>
                </c:pt>
                <c:pt idx="5591">
                  <c:v>0.25</c:v>
                </c:pt>
                <c:pt idx="5592">
                  <c:v>0.25</c:v>
                </c:pt>
                <c:pt idx="5593">
                  <c:v>0.25</c:v>
                </c:pt>
                <c:pt idx="5594">
                  <c:v>0.25</c:v>
                </c:pt>
                <c:pt idx="5595">
                  <c:v>0.25</c:v>
                </c:pt>
                <c:pt idx="5596">
                  <c:v>0.25</c:v>
                </c:pt>
                <c:pt idx="5597">
                  <c:v>0.25</c:v>
                </c:pt>
                <c:pt idx="5598">
                  <c:v>0.25</c:v>
                </c:pt>
                <c:pt idx="5599">
                  <c:v>0.25</c:v>
                </c:pt>
                <c:pt idx="5600">
                  <c:v>0.25</c:v>
                </c:pt>
                <c:pt idx="5601">
                  <c:v>0.25</c:v>
                </c:pt>
                <c:pt idx="5602">
                  <c:v>0.25</c:v>
                </c:pt>
                <c:pt idx="5603">
                  <c:v>0.25</c:v>
                </c:pt>
                <c:pt idx="5604">
                  <c:v>0.25</c:v>
                </c:pt>
                <c:pt idx="5605">
                  <c:v>0.25</c:v>
                </c:pt>
                <c:pt idx="5606">
                  <c:v>0.25</c:v>
                </c:pt>
                <c:pt idx="5607">
                  <c:v>0.25</c:v>
                </c:pt>
                <c:pt idx="5608">
                  <c:v>0.25</c:v>
                </c:pt>
                <c:pt idx="5609">
                  <c:v>0.25</c:v>
                </c:pt>
                <c:pt idx="5610">
                  <c:v>0.25</c:v>
                </c:pt>
                <c:pt idx="5611">
                  <c:v>0.25</c:v>
                </c:pt>
                <c:pt idx="5612">
                  <c:v>0.25</c:v>
                </c:pt>
                <c:pt idx="5613">
                  <c:v>0.25</c:v>
                </c:pt>
                <c:pt idx="5614">
                  <c:v>0.25</c:v>
                </c:pt>
                <c:pt idx="5615">
                  <c:v>0.25</c:v>
                </c:pt>
                <c:pt idx="5616">
                  <c:v>0.25</c:v>
                </c:pt>
                <c:pt idx="5617">
                  <c:v>0.25</c:v>
                </c:pt>
                <c:pt idx="5618">
                  <c:v>0.25</c:v>
                </c:pt>
                <c:pt idx="5619">
                  <c:v>0.25</c:v>
                </c:pt>
                <c:pt idx="5620">
                  <c:v>0.25</c:v>
                </c:pt>
                <c:pt idx="5621">
                  <c:v>0.25</c:v>
                </c:pt>
                <c:pt idx="5622">
                  <c:v>0.25</c:v>
                </c:pt>
                <c:pt idx="5623">
                  <c:v>0.25</c:v>
                </c:pt>
                <c:pt idx="5624">
                  <c:v>0.25</c:v>
                </c:pt>
                <c:pt idx="5625">
                  <c:v>0.25</c:v>
                </c:pt>
                <c:pt idx="5626">
                  <c:v>0.25</c:v>
                </c:pt>
                <c:pt idx="5627">
                  <c:v>0.25</c:v>
                </c:pt>
                <c:pt idx="5628">
                  <c:v>0.25</c:v>
                </c:pt>
                <c:pt idx="5629">
                  <c:v>0.25</c:v>
                </c:pt>
                <c:pt idx="5630">
                  <c:v>0.25</c:v>
                </c:pt>
                <c:pt idx="5631">
                  <c:v>0.25</c:v>
                </c:pt>
                <c:pt idx="5632">
                  <c:v>0.25</c:v>
                </c:pt>
                <c:pt idx="5633">
                  <c:v>0.25</c:v>
                </c:pt>
                <c:pt idx="5634">
                  <c:v>0.25</c:v>
                </c:pt>
                <c:pt idx="5635">
                  <c:v>0.25</c:v>
                </c:pt>
                <c:pt idx="5636">
                  <c:v>0.25</c:v>
                </c:pt>
                <c:pt idx="5637">
                  <c:v>0.25</c:v>
                </c:pt>
                <c:pt idx="5638">
                  <c:v>0.25</c:v>
                </c:pt>
                <c:pt idx="5639">
                  <c:v>0.25</c:v>
                </c:pt>
                <c:pt idx="5640">
                  <c:v>0.25</c:v>
                </c:pt>
                <c:pt idx="5641">
                  <c:v>0.25</c:v>
                </c:pt>
                <c:pt idx="5642">
                  <c:v>0.25</c:v>
                </c:pt>
                <c:pt idx="5643">
                  <c:v>0.25</c:v>
                </c:pt>
                <c:pt idx="5644">
                  <c:v>0.25</c:v>
                </c:pt>
                <c:pt idx="5645">
                  <c:v>0.25</c:v>
                </c:pt>
                <c:pt idx="5646">
                  <c:v>0.25</c:v>
                </c:pt>
                <c:pt idx="5647">
                  <c:v>0.25</c:v>
                </c:pt>
                <c:pt idx="5648">
                  <c:v>0.25</c:v>
                </c:pt>
                <c:pt idx="5649">
                  <c:v>0.25</c:v>
                </c:pt>
                <c:pt idx="5650">
                  <c:v>0.25</c:v>
                </c:pt>
                <c:pt idx="5651">
                  <c:v>0.25</c:v>
                </c:pt>
                <c:pt idx="5652">
                  <c:v>0.25</c:v>
                </c:pt>
                <c:pt idx="5653">
                  <c:v>0.25</c:v>
                </c:pt>
                <c:pt idx="5654">
                  <c:v>0.25</c:v>
                </c:pt>
                <c:pt idx="5655">
                  <c:v>0.25</c:v>
                </c:pt>
                <c:pt idx="5656">
                  <c:v>0.25</c:v>
                </c:pt>
                <c:pt idx="5657">
                  <c:v>0.25</c:v>
                </c:pt>
                <c:pt idx="5658">
                  <c:v>0.25</c:v>
                </c:pt>
                <c:pt idx="5659">
                  <c:v>0.25</c:v>
                </c:pt>
                <c:pt idx="5660">
                  <c:v>0.25</c:v>
                </c:pt>
                <c:pt idx="5661">
                  <c:v>0.25</c:v>
                </c:pt>
                <c:pt idx="5662">
                  <c:v>0.25</c:v>
                </c:pt>
                <c:pt idx="5663">
                  <c:v>0.25</c:v>
                </c:pt>
                <c:pt idx="5664">
                  <c:v>0.25</c:v>
                </c:pt>
                <c:pt idx="5665">
                  <c:v>0.25</c:v>
                </c:pt>
                <c:pt idx="5666">
                  <c:v>0.25</c:v>
                </c:pt>
                <c:pt idx="5667">
                  <c:v>0.25</c:v>
                </c:pt>
                <c:pt idx="5668">
                  <c:v>0.25</c:v>
                </c:pt>
                <c:pt idx="5669">
                  <c:v>0.25</c:v>
                </c:pt>
                <c:pt idx="5670">
                  <c:v>0.25</c:v>
                </c:pt>
                <c:pt idx="5671">
                  <c:v>0.25</c:v>
                </c:pt>
                <c:pt idx="5672">
                  <c:v>0.25</c:v>
                </c:pt>
                <c:pt idx="5673">
                  <c:v>0.25</c:v>
                </c:pt>
                <c:pt idx="5674">
                  <c:v>0.25</c:v>
                </c:pt>
                <c:pt idx="5675">
                  <c:v>0.25</c:v>
                </c:pt>
                <c:pt idx="5676">
                  <c:v>0.25</c:v>
                </c:pt>
                <c:pt idx="5677">
                  <c:v>0.25</c:v>
                </c:pt>
                <c:pt idx="5678">
                  <c:v>0.25</c:v>
                </c:pt>
                <c:pt idx="5679">
                  <c:v>0.25</c:v>
                </c:pt>
                <c:pt idx="5680">
                  <c:v>0.25</c:v>
                </c:pt>
                <c:pt idx="5681">
                  <c:v>0.25</c:v>
                </c:pt>
                <c:pt idx="5682">
                  <c:v>0.25</c:v>
                </c:pt>
                <c:pt idx="5683">
                  <c:v>0.25</c:v>
                </c:pt>
                <c:pt idx="5684">
                  <c:v>0.25</c:v>
                </c:pt>
                <c:pt idx="5685">
                  <c:v>0.25</c:v>
                </c:pt>
                <c:pt idx="5686">
                  <c:v>0.25</c:v>
                </c:pt>
                <c:pt idx="5687">
                  <c:v>0.25</c:v>
                </c:pt>
                <c:pt idx="5688">
                  <c:v>0.25</c:v>
                </c:pt>
                <c:pt idx="5689">
                  <c:v>0.25</c:v>
                </c:pt>
                <c:pt idx="5690">
                  <c:v>0.25</c:v>
                </c:pt>
                <c:pt idx="5691">
                  <c:v>0.25</c:v>
                </c:pt>
                <c:pt idx="5692">
                  <c:v>0.25</c:v>
                </c:pt>
                <c:pt idx="5693">
                  <c:v>0.25</c:v>
                </c:pt>
                <c:pt idx="5694">
                  <c:v>0.25</c:v>
                </c:pt>
                <c:pt idx="5695">
                  <c:v>0.25</c:v>
                </c:pt>
                <c:pt idx="5696">
                  <c:v>0.25</c:v>
                </c:pt>
                <c:pt idx="5697">
                  <c:v>0.25</c:v>
                </c:pt>
                <c:pt idx="5698">
                  <c:v>0.25</c:v>
                </c:pt>
                <c:pt idx="5699">
                  <c:v>0.25</c:v>
                </c:pt>
                <c:pt idx="5700">
                  <c:v>0.25</c:v>
                </c:pt>
                <c:pt idx="5701">
                  <c:v>0.25</c:v>
                </c:pt>
                <c:pt idx="5702">
                  <c:v>0.25</c:v>
                </c:pt>
                <c:pt idx="5703">
                  <c:v>0.25</c:v>
                </c:pt>
                <c:pt idx="5704">
                  <c:v>0.25</c:v>
                </c:pt>
                <c:pt idx="5705">
                  <c:v>0.25</c:v>
                </c:pt>
                <c:pt idx="5706">
                  <c:v>0.25</c:v>
                </c:pt>
                <c:pt idx="5707">
                  <c:v>0.25</c:v>
                </c:pt>
                <c:pt idx="5708">
                  <c:v>0.25</c:v>
                </c:pt>
                <c:pt idx="5709">
                  <c:v>0.25</c:v>
                </c:pt>
                <c:pt idx="5710">
                  <c:v>0.25</c:v>
                </c:pt>
                <c:pt idx="5711">
                  <c:v>0.25</c:v>
                </c:pt>
                <c:pt idx="5712">
                  <c:v>0.25</c:v>
                </c:pt>
                <c:pt idx="5713">
                  <c:v>0.25</c:v>
                </c:pt>
                <c:pt idx="5714">
                  <c:v>0.25</c:v>
                </c:pt>
                <c:pt idx="5715">
                  <c:v>0.25</c:v>
                </c:pt>
                <c:pt idx="5716">
                  <c:v>0.25</c:v>
                </c:pt>
                <c:pt idx="5717">
                  <c:v>0.25</c:v>
                </c:pt>
                <c:pt idx="5718">
                  <c:v>0.25</c:v>
                </c:pt>
                <c:pt idx="5719">
                  <c:v>0.25</c:v>
                </c:pt>
                <c:pt idx="5720">
                  <c:v>0.25</c:v>
                </c:pt>
                <c:pt idx="5721">
                  <c:v>0.25</c:v>
                </c:pt>
                <c:pt idx="5722">
                  <c:v>0.25</c:v>
                </c:pt>
                <c:pt idx="5723">
                  <c:v>0.25</c:v>
                </c:pt>
                <c:pt idx="5724">
                  <c:v>0.25</c:v>
                </c:pt>
                <c:pt idx="5725">
                  <c:v>0.25</c:v>
                </c:pt>
                <c:pt idx="5726">
                  <c:v>0.25</c:v>
                </c:pt>
                <c:pt idx="5727">
                  <c:v>0.25</c:v>
                </c:pt>
                <c:pt idx="5728">
                  <c:v>0.25</c:v>
                </c:pt>
                <c:pt idx="5729">
                  <c:v>0.25</c:v>
                </c:pt>
                <c:pt idx="5730">
                  <c:v>0.25</c:v>
                </c:pt>
                <c:pt idx="5731">
                  <c:v>0.25</c:v>
                </c:pt>
                <c:pt idx="5732">
                  <c:v>0.25</c:v>
                </c:pt>
                <c:pt idx="5733">
                  <c:v>0.25</c:v>
                </c:pt>
                <c:pt idx="5734">
                  <c:v>0.25</c:v>
                </c:pt>
                <c:pt idx="5735">
                  <c:v>0.25</c:v>
                </c:pt>
                <c:pt idx="5736">
                  <c:v>0.25</c:v>
                </c:pt>
                <c:pt idx="5737">
                  <c:v>0.25</c:v>
                </c:pt>
                <c:pt idx="5738">
                  <c:v>0.25</c:v>
                </c:pt>
                <c:pt idx="5739">
                  <c:v>0.25</c:v>
                </c:pt>
                <c:pt idx="5740">
                  <c:v>0.25</c:v>
                </c:pt>
                <c:pt idx="5741">
                  <c:v>0.25</c:v>
                </c:pt>
                <c:pt idx="5742">
                  <c:v>0.25</c:v>
                </c:pt>
                <c:pt idx="5743">
                  <c:v>0.25</c:v>
                </c:pt>
                <c:pt idx="5744">
                  <c:v>0.25</c:v>
                </c:pt>
                <c:pt idx="5745">
                  <c:v>0.25</c:v>
                </c:pt>
                <c:pt idx="5746">
                  <c:v>0.25</c:v>
                </c:pt>
                <c:pt idx="5747">
                  <c:v>0.25</c:v>
                </c:pt>
                <c:pt idx="5748">
                  <c:v>0.25</c:v>
                </c:pt>
                <c:pt idx="5749">
                  <c:v>0.25</c:v>
                </c:pt>
                <c:pt idx="5750">
                  <c:v>0.25</c:v>
                </c:pt>
                <c:pt idx="5751">
                  <c:v>0.25</c:v>
                </c:pt>
                <c:pt idx="5752">
                  <c:v>0.25</c:v>
                </c:pt>
                <c:pt idx="5753">
                  <c:v>0.25</c:v>
                </c:pt>
                <c:pt idx="5754">
                  <c:v>0.25</c:v>
                </c:pt>
                <c:pt idx="5755">
                  <c:v>0.25</c:v>
                </c:pt>
                <c:pt idx="5756">
                  <c:v>0.25</c:v>
                </c:pt>
                <c:pt idx="5757">
                  <c:v>0.25</c:v>
                </c:pt>
                <c:pt idx="5758">
                  <c:v>0.25</c:v>
                </c:pt>
                <c:pt idx="5759">
                  <c:v>0.25</c:v>
                </c:pt>
                <c:pt idx="5760">
                  <c:v>0.25</c:v>
                </c:pt>
                <c:pt idx="5761">
                  <c:v>0.25</c:v>
                </c:pt>
                <c:pt idx="5762">
                  <c:v>0.25</c:v>
                </c:pt>
                <c:pt idx="5763">
                  <c:v>0.25</c:v>
                </c:pt>
                <c:pt idx="5764">
                  <c:v>0.25</c:v>
                </c:pt>
                <c:pt idx="5765">
                  <c:v>0.25</c:v>
                </c:pt>
                <c:pt idx="5766">
                  <c:v>0.25</c:v>
                </c:pt>
                <c:pt idx="5767">
                  <c:v>0.25</c:v>
                </c:pt>
                <c:pt idx="5768">
                  <c:v>0.25</c:v>
                </c:pt>
                <c:pt idx="5769">
                  <c:v>0.25</c:v>
                </c:pt>
                <c:pt idx="5770">
                  <c:v>0.25</c:v>
                </c:pt>
                <c:pt idx="5771">
                  <c:v>0.25</c:v>
                </c:pt>
                <c:pt idx="5772">
                  <c:v>0.25</c:v>
                </c:pt>
                <c:pt idx="5773">
                  <c:v>0.25</c:v>
                </c:pt>
                <c:pt idx="5774">
                  <c:v>0.25</c:v>
                </c:pt>
                <c:pt idx="5775">
                  <c:v>0.25</c:v>
                </c:pt>
                <c:pt idx="5776">
                  <c:v>0.25</c:v>
                </c:pt>
                <c:pt idx="5777">
                  <c:v>0.25</c:v>
                </c:pt>
                <c:pt idx="5778">
                  <c:v>0.25</c:v>
                </c:pt>
                <c:pt idx="5779">
                  <c:v>0.25</c:v>
                </c:pt>
                <c:pt idx="5780">
                  <c:v>0.25</c:v>
                </c:pt>
                <c:pt idx="5781">
                  <c:v>0.25</c:v>
                </c:pt>
                <c:pt idx="5782">
                  <c:v>0.25</c:v>
                </c:pt>
                <c:pt idx="5783">
                  <c:v>0.25</c:v>
                </c:pt>
                <c:pt idx="5784">
                  <c:v>0.25</c:v>
                </c:pt>
                <c:pt idx="5785">
                  <c:v>0.25</c:v>
                </c:pt>
                <c:pt idx="5786">
                  <c:v>0.25</c:v>
                </c:pt>
                <c:pt idx="5787">
                  <c:v>0.25</c:v>
                </c:pt>
                <c:pt idx="5788">
                  <c:v>0.25</c:v>
                </c:pt>
                <c:pt idx="5789">
                  <c:v>0.25</c:v>
                </c:pt>
                <c:pt idx="5790">
                  <c:v>0.25</c:v>
                </c:pt>
                <c:pt idx="5791">
                  <c:v>0.25</c:v>
                </c:pt>
                <c:pt idx="5792">
                  <c:v>0.25</c:v>
                </c:pt>
                <c:pt idx="5793">
                  <c:v>0.25</c:v>
                </c:pt>
                <c:pt idx="5794">
                  <c:v>0.25</c:v>
                </c:pt>
                <c:pt idx="5795">
                  <c:v>0.25</c:v>
                </c:pt>
                <c:pt idx="5796">
                  <c:v>0.25</c:v>
                </c:pt>
                <c:pt idx="5797">
                  <c:v>0.25</c:v>
                </c:pt>
                <c:pt idx="5798">
                  <c:v>0.25</c:v>
                </c:pt>
                <c:pt idx="5799">
                  <c:v>0.25</c:v>
                </c:pt>
                <c:pt idx="5800">
                  <c:v>0.25</c:v>
                </c:pt>
                <c:pt idx="5801">
                  <c:v>0.25</c:v>
                </c:pt>
                <c:pt idx="5802">
                  <c:v>0.25</c:v>
                </c:pt>
                <c:pt idx="5803">
                  <c:v>0.25</c:v>
                </c:pt>
                <c:pt idx="5804">
                  <c:v>0.25</c:v>
                </c:pt>
                <c:pt idx="5805">
                  <c:v>0.25</c:v>
                </c:pt>
                <c:pt idx="5806">
                  <c:v>0.25</c:v>
                </c:pt>
                <c:pt idx="5807">
                  <c:v>0.25</c:v>
                </c:pt>
                <c:pt idx="5808">
                  <c:v>0.25</c:v>
                </c:pt>
                <c:pt idx="5809">
                  <c:v>0.25</c:v>
                </c:pt>
                <c:pt idx="5810">
                  <c:v>0.25</c:v>
                </c:pt>
                <c:pt idx="5811">
                  <c:v>0.25</c:v>
                </c:pt>
                <c:pt idx="5812">
                  <c:v>0.25</c:v>
                </c:pt>
                <c:pt idx="5813">
                  <c:v>0.25</c:v>
                </c:pt>
                <c:pt idx="5814">
                  <c:v>0.25</c:v>
                </c:pt>
                <c:pt idx="5815">
                  <c:v>0.25</c:v>
                </c:pt>
                <c:pt idx="5816">
                  <c:v>0.25</c:v>
                </c:pt>
                <c:pt idx="5817">
                  <c:v>0.25</c:v>
                </c:pt>
                <c:pt idx="5818">
                  <c:v>0.25</c:v>
                </c:pt>
                <c:pt idx="5819">
                  <c:v>0.25</c:v>
                </c:pt>
                <c:pt idx="5820">
                  <c:v>0.25</c:v>
                </c:pt>
                <c:pt idx="5821">
                  <c:v>0.25</c:v>
                </c:pt>
                <c:pt idx="5822">
                  <c:v>0.25</c:v>
                </c:pt>
                <c:pt idx="5823">
                  <c:v>0.25</c:v>
                </c:pt>
                <c:pt idx="5824">
                  <c:v>0.25</c:v>
                </c:pt>
                <c:pt idx="5825">
                  <c:v>0.25</c:v>
                </c:pt>
                <c:pt idx="5826">
                  <c:v>0.25</c:v>
                </c:pt>
                <c:pt idx="5827">
                  <c:v>0.25</c:v>
                </c:pt>
                <c:pt idx="5828">
                  <c:v>0.25</c:v>
                </c:pt>
                <c:pt idx="5829">
                  <c:v>0.25</c:v>
                </c:pt>
                <c:pt idx="5830">
                  <c:v>0.25</c:v>
                </c:pt>
                <c:pt idx="5831">
                  <c:v>0.25</c:v>
                </c:pt>
                <c:pt idx="5832">
                  <c:v>0.25</c:v>
                </c:pt>
                <c:pt idx="5833">
                  <c:v>0.25</c:v>
                </c:pt>
                <c:pt idx="5834">
                  <c:v>0.25</c:v>
                </c:pt>
                <c:pt idx="5835">
                  <c:v>0.25</c:v>
                </c:pt>
                <c:pt idx="5836">
                  <c:v>0.25</c:v>
                </c:pt>
                <c:pt idx="5837">
                  <c:v>0.25</c:v>
                </c:pt>
                <c:pt idx="5838">
                  <c:v>0.25</c:v>
                </c:pt>
                <c:pt idx="5839">
                  <c:v>0.25</c:v>
                </c:pt>
                <c:pt idx="5840">
                  <c:v>0.25</c:v>
                </c:pt>
                <c:pt idx="5841">
                  <c:v>0.25</c:v>
                </c:pt>
                <c:pt idx="5842">
                  <c:v>0.25</c:v>
                </c:pt>
                <c:pt idx="5843">
                  <c:v>0.25</c:v>
                </c:pt>
                <c:pt idx="5844">
                  <c:v>0.25</c:v>
                </c:pt>
                <c:pt idx="5845">
                  <c:v>0.25</c:v>
                </c:pt>
                <c:pt idx="5846">
                  <c:v>0.25</c:v>
                </c:pt>
                <c:pt idx="5847">
                  <c:v>0.25</c:v>
                </c:pt>
                <c:pt idx="5848">
                  <c:v>0.25</c:v>
                </c:pt>
                <c:pt idx="5849">
                  <c:v>0.25</c:v>
                </c:pt>
                <c:pt idx="5850">
                  <c:v>0.25</c:v>
                </c:pt>
                <c:pt idx="5851">
                  <c:v>0.25</c:v>
                </c:pt>
                <c:pt idx="5852">
                  <c:v>0.25</c:v>
                </c:pt>
                <c:pt idx="5853">
                  <c:v>0.25</c:v>
                </c:pt>
                <c:pt idx="5854">
                  <c:v>0.25</c:v>
                </c:pt>
                <c:pt idx="5855">
                  <c:v>0.25</c:v>
                </c:pt>
                <c:pt idx="5856">
                  <c:v>0.25</c:v>
                </c:pt>
                <c:pt idx="5857">
                  <c:v>0.25</c:v>
                </c:pt>
                <c:pt idx="5858">
                  <c:v>0.25</c:v>
                </c:pt>
                <c:pt idx="5859">
                  <c:v>0.25</c:v>
                </c:pt>
                <c:pt idx="5860">
                  <c:v>0.25</c:v>
                </c:pt>
                <c:pt idx="5861">
                  <c:v>0.25</c:v>
                </c:pt>
                <c:pt idx="5862">
                  <c:v>0.25</c:v>
                </c:pt>
                <c:pt idx="5863">
                  <c:v>0.25</c:v>
                </c:pt>
                <c:pt idx="5864">
                  <c:v>0.25</c:v>
                </c:pt>
                <c:pt idx="5865">
                  <c:v>0.25</c:v>
                </c:pt>
                <c:pt idx="5866">
                  <c:v>0.25</c:v>
                </c:pt>
                <c:pt idx="5867">
                  <c:v>0.25</c:v>
                </c:pt>
                <c:pt idx="5868">
                  <c:v>0.25</c:v>
                </c:pt>
                <c:pt idx="5869">
                  <c:v>0.25</c:v>
                </c:pt>
                <c:pt idx="5870">
                  <c:v>0.25</c:v>
                </c:pt>
                <c:pt idx="5871">
                  <c:v>0.25</c:v>
                </c:pt>
                <c:pt idx="5872">
                  <c:v>0.25</c:v>
                </c:pt>
                <c:pt idx="5873">
                  <c:v>0.25</c:v>
                </c:pt>
                <c:pt idx="5874">
                  <c:v>0.25</c:v>
                </c:pt>
                <c:pt idx="5875">
                  <c:v>0.25</c:v>
                </c:pt>
                <c:pt idx="5876">
                  <c:v>0.25</c:v>
                </c:pt>
                <c:pt idx="5877">
                  <c:v>0.25</c:v>
                </c:pt>
                <c:pt idx="5878">
                  <c:v>0.25</c:v>
                </c:pt>
                <c:pt idx="5879">
                  <c:v>0.25</c:v>
                </c:pt>
                <c:pt idx="5880">
                  <c:v>0.25</c:v>
                </c:pt>
                <c:pt idx="5881">
                  <c:v>0.25</c:v>
                </c:pt>
                <c:pt idx="5882">
                  <c:v>0.25</c:v>
                </c:pt>
                <c:pt idx="5883">
                  <c:v>0.75</c:v>
                </c:pt>
                <c:pt idx="5884">
                  <c:v>0.75</c:v>
                </c:pt>
                <c:pt idx="5885">
                  <c:v>0.75</c:v>
                </c:pt>
                <c:pt idx="5886">
                  <c:v>0.75</c:v>
                </c:pt>
                <c:pt idx="5887">
                  <c:v>0.75</c:v>
                </c:pt>
                <c:pt idx="5888">
                  <c:v>0.75</c:v>
                </c:pt>
                <c:pt idx="5889">
                  <c:v>0.75</c:v>
                </c:pt>
                <c:pt idx="5890">
                  <c:v>0.75</c:v>
                </c:pt>
                <c:pt idx="5891">
                  <c:v>0.75</c:v>
                </c:pt>
                <c:pt idx="5892">
                  <c:v>0.75</c:v>
                </c:pt>
                <c:pt idx="5893">
                  <c:v>0.75</c:v>
                </c:pt>
                <c:pt idx="5894">
                  <c:v>0.75</c:v>
                </c:pt>
                <c:pt idx="5895">
                  <c:v>0.75</c:v>
                </c:pt>
                <c:pt idx="5896">
                  <c:v>0.75</c:v>
                </c:pt>
                <c:pt idx="5897">
                  <c:v>0.75</c:v>
                </c:pt>
                <c:pt idx="5898">
                  <c:v>0.75</c:v>
                </c:pt>
                <c:pt idx="5899">
                  <c:v>0.75</c:v>
                </c:pt>
                <c:pt idx="5900">
                  <c:v>0.75</c:v>
                </c:pt>
                <c:pt idx="5901">
                  <c:v>0.75</c:v>
                </c:pt>
                <c:pt idx="5902">
                  <c:v>0.75</c:v>
                </c:pt>
                <c:pt idx="5903">
                  <c:v>0.75</c:v>
                </c:pt>
                <c:pt idx="5904">
                  <c:v>0.75</c:v>
                </c:pt>
                <c:pt idx="5905">
                  <c:v>0.75</c:v>
                </c:pt>
                <c:pt idx="5906">
                  <c:v>0.75</c:v>
                </c:pt>
                <c:pt idx="5907">
                  <c:v>0.75</c:v>
                </c:pt>
                <c:pt idx="5908">
                  <c:v>0.75</c:v>
                </c:pt>
                <c:pt idx="5909">
                  <c:v>0.75</c:v>
                </c:pt>
                <c:pt idx="5910">
                  <c:v>0.75</c:v>
                </c:pt>
                <c:pt idx="5911">
                  <c:v>0.75</c:v>
                </c:pt>
                <c:pt idx="5912">
                  <c:v>0.75</c:v>
                </c:pt>
                <c:pt idx="5913">
                  <c:v>0.75</c:v>
                </c:pt>
                <c:pt idx="5914">
                  <c:v>0.75</c:v>
                </c:pt>
                <c:pt idx="5915">
                  <c:v>0.75</c:v>
                </c:pt>
                <c:pt idx="5916">
                  <c:v>0.75</c:v>
                </c:pt>
                <c:pt idx="5917">
                  <c:v>0.75</c:v>
                </c:pt>
                <c:pt idx="5918">
                  <c:v>1.5</c:v>
                </c:pt>
                <c:pt idx="5919">
                  <c:v>1.5</c:v>
                </c:pt>
                <c:pt idx="5920">
                  <c:v>1.5</c:v>
                </c:pt>
                <c:pt idx="5921">
                  <c:v>1.5</c:v>
                </c:pt>
                <c:pt idx="5922">
                  <c:v>1.5</c:v>
                </c:pt>
                <c:pt idx="5923">
                  <c:v>1.5</c:v>
                </c:pt>
                <c:pt idx="5924">
                  <c:v>1.5</c:v>
                </c:pt>
                <c:pt idx="5925">
                  <c:v>1.5</c:v>
                </c:pt>
                <c:pt idx="5926">
                  <c:v>1.5</c:v>
                </c:pt>
                <c:pt idx="5927">
                  <c:v>1.5</c:v>
                </c:pt>
                <c:pt idx="5928">
                  <c:v>1.5</c:v>
                </c:pt>
                <c:pt idx="5929">
                  <c:v>1.5</c:v>
                </c:pt>
                <c:pt idx="5930">
                  <c:v>1.5</c:v>
                </c:pt>
                <c:pt idx="5931">
                  <c:v>1.5</c:v>
                </c:pt>
                <c:pt idx="5932">
                  <c:v>1.5</c:v>
                </c:pt>
                <c:pt idx="5933">
                  <c:v>1.5</c:v>
                </c:pt>
                <c:pt idx="5934">
                  <c:v>1.5</c:v>
                </c:pt>
                <c:pt idx="5935">
                  <c:v>1.5</c:v>
                </c:pt>
                <c:pt idx="5936">
                  <c:v>1.5</c:v>
                </c:pt>
                <c:pt idx="5937">
                  <c:v>1.5</c:v>
                </c:pt>
                <c:pt idx="5938">
                  <c:v>1.5</c:v>
                </c:pt>
                <c:pt idx="5939">
                  <c:v>1.5</c:v>
                </c:pt>
                <c:pt idx="5940">
                  <c:v>1.5</c:v>
                </c:pt>
                <c:pt idx="5941">
                  <c:v>1.5</c:v>
                </c:pt>
                <c:pt idx="5942">
                  <c:v>1.5</c:v>
                </c:pt>
                <c:pt idx="5943">
                  <c:v>1.5</c:v>
                </c:pt>
                <c:pt idx="5944">
                  <c:v>1.5</c:v>
                </c:pt>
                <c:pt idx="5945">
                  <c:v>1.5</c:v>
                </c:pt>
                <c:pt idx="5946">
                  <c:v>1.5</c:v>
                </c:pt>
                <c:pt idx="5947">
                  <c:v>1.5</c:v>
                </c:pt>
                <c:pt idx="5948">
                  <c:v>1.5</c:v>
                </c:pt>
                <c:pt idx="5949">
                  <c:v>1.5</c:v>
                </c:pt>
                <c:pt idx="5950">
                  <c:v>1.5</c:v>
                </c:pt>
                <c:pt idx="5951">
                  <c:v>1.5</c:v>
                </c:pt>
                <c:pt idx="5952">
                  <c:v>1.5</c:v>
                </c:pt>
                <c:pt idx="5953">
                  <c:v>2.25</c:v>
                </c:pt>
                <c:pt idx="5954">
                  <c:v>2.25</c:v>
                </c:pt>
                <c:pt idx="5955">
                  <c:v>2.25</c:v>
                </c:pt>
                <c:pt idx="5956">
                  <c:v>2.25</c:v>
                </c:pt>
                <c:pt idx="5957">
                  <c:v>2.25</c:v>
                </c:pt>
                <c:pt idx="5958">
                  <c:v>2.25</c:v>
                </c:pt>
                <c:pt idx="5959">
                  <c:v>2.25</c:v>
                </c:pt>
                <c:pt idx="5960">
                  <c:v>2.25</c:v>
                </c:pt>
                <c:pt idx="5961">
                  <c:v>2.25</c:v>
                </c:pt>
                <c:pt idx="5962">
                  <c:v>2.25</c:v>
                </c:pt>
                <c:pt idx="5963">
                  <c:v>2.25</c:v>
                </c:pt>
                <c:pt idx="5964">
                  <c:v>2.25</c:v>
                </c:pt>
                <c:pt idx="5965">
                  <c:v>2.25</c:v>
                </c:pt>
                <c:pt idx="5966">
                  <c:v>2.25</c:v>
                </c:pt>
                <c:pt idx="5967">
                  <c:v>2.25</c:v>
                </c:pt>
                <c:pt idx="5968">
                  <c:v>2.25</c:v>
                </c:pt>
                <c:pt idx="5969">
                  <c:v>2.25</c:v>
                </c:pt>
                <c:pt idx="5970">
                  <c:v>2.25</c:v>
                </c:pt>
                <c:pt idx="5971">
                  <c:v>2.25</c:v>
                </c:pt>
                <c:pt idx="5972">
                  <c:v>2.25</c:v>
                </c:pt>
                <c:pt idx="5973">
                  <c:v>2.25</c:v>
                </c:pt>
                <c:pt idx="5974">
                  <c:v>2.25</c:v>
                </c:pt>
                <c:pt idx="5975">
                  <c:v>2.25</c:v>
                </c:pt>
                <c:pt idx="5976">
                  <c:v>2.25</c:v>
                </c:pt>
                <c:pt idx="5977">
                  <c:v>2.25</c:v>
                </c:pt>
                <c:pt idx="5978">
                  <c:v>2.25</c:v>
                </c:pt>
                <c:pt idx="5979">
                  <c:v>2.25</c:v>
                </c:pt>
                <c:pt idx="5980">
                  <c:v>2.25</c:v>
                </c:pt>
                <c:pt idx="5981">
                  <c:v>2.25</c:v>
                </c:pt>
                <c:pt idx="5982">
                  <c:v>2.25</c:v>
                </c:pt>
                <c:pt idx="5983">
                  <c:v>2.25</c:v>
                </c:pt>
                <c:pt idx="5984">
                  <c:v>2.25</c:v>
                </c:pt>
                <c:pt idx="5985">
                  <c:v>2.25</c:v>
                </c:pt>
                <c:pt idx="5986">
                  <c:v>2.25</c:v>
                </c:pt>
                <c:pt idx="5987">
                  <c:v>2.25</c:v>
                </c:pt>
                <c:pt idx="5988">
                  <c:v>2.75</c:v>
                </c:pt>
                <c:pt idx="5989">
                  <c:v>2.75</c:v>
                </c:pt>
                <c:pt idx="5990">
                  <c:v>2.75</c:v>
                </c:pt>
                <c:pt idx="5991">
                  <c:v>2.75</c:v>
                </c:pt>
                <c:pt idx="5992">
                  <c:v>2.75</c:v>
                </c:pt>
                <c:pt idx="5993">
                  <c:v>2.75</c:v>
                </c:pt>
                <c:pt idx="5994">
                  <c:v>2.75</c:v>
                </c:pt>
                <c:pt idx="5995">
                  <c:v>2.75</c:v>
                </c:pt>
                <c:pt idx="5996">
                  <c:v>2.75</c:v>
                </c:pt>
                <c:pt idx="5997">
                  <c:v>2.75</c:v>
                </c:pt>
                <c:pt idx="5998">
                  <c:v>2.75</c:v>
                </c:pt>
                <c:pt idx="5999">
                  <c:v>2.75</c:v>
                </c:pt>
                <c:pt idx="6000">
                  <c:v>2.75</c:v>
                </c:pt>
                <c:pt idx="6001">
                  <c:v>2.75</c:v>
                </c:pt>
                <c:pt idx="6002">
                  <c:v>2.75</c:v>
                </c:pt>
                <c:pt idx="6003">
                  <c:v>2.75</c:v>
                </c:pt>
                <c:pt idx="6004">
                  <c:v>2.75</c:v>
                </c:pt>
                <c:pt idx="6005">
                  <c:v>2.75</c:v>
                </c:pt>
                <c:pt idx="6006">
                  <c:v>2.75</c:v>
                </c:pt>
                <c:pt idx="6007">
                  <c:v>2.75</c:v>
                </c:pt>
                <c:pt idx="6008">
                  <c:v>2.75</c:v>
                </c:pt>
                <c:pt idx="6009">
                  <c:v>2.75</c:v>
                </c:pt>
                <c:pt idx="6010">
                  <c:v>2.75</c:v>
                </c:pt>
                <c:pt idx="6011">
                  <c:v>2.75</c:v>
                </c:pt>
                <c:pt idx="6012">
                  <c:v>2.75</c:v>
                </c:pt>
                <c:pt idx="6013">
                  <c:v>2.75</c:v>
                </c:pt>
                <c:pt idx="6014">
                  <c:v>2.75</c:v>
                </c:pt>
                <c:pt idx="6015">
                  <c:v>2.75</c:v>
                </c:pt>
                <c:pt idx="6016">
                  <c:v>2.75</c:v>
                </c:pt>
                <c:pt idx="6017">
                  <c:v>2.75</c:v>
                </c:pt>
                <c:pt idx="6018">
                  <c:v>2.75</c:v>
                </c:pt>
                <c:pt idx="6019">
                  <c:v>2.75</c:v>
                </c:pt>
                <c:pt idx="6020">
                  <c:v>2.75</c:v>
                </c:pt>
                <c:pt idx="6021">
                  <c:v>2.75</c:v>
                </c:pt>
                <c:pt idx="6022">
                  <c:v>2.75</c:v>
                </c:pt>
                <c:pt idx="6023">
                  <c:v>3.25</c:v>
                </c:pt>
                <c:pt idx="6024">
                  <c:v>3.25</c:v>
                </c:pt>
                <c:pt idx="6025">
                  <c:v>3.25</c:v>
                </c:pt>
                <c:pt idx="6026">
                  <c:v>3.25</c:v>
                </c:pt>
                <c:pt idx="6027">
                  <c:v>3.25</c:v>
                </c:pt>
                <c:pt idx="6028">
                  <c:v>3.25</c:v>
                </c:pt>
                <c:pt idx="6029">
                  <c:v>3.25</c:v>
                </c:pt>
                <c:pt idx="6030">
                  <c:v>3.25</c:v>
                </c:pt>
                <c:pt idx="6031">
                  <c:v>3.25</c:v>
                </c:pt>
                <c:pt idx="6032">
                  <c:v>3.25</c:v>
                </c:pt>
                <c:pt idx="6033">
                  <c:v>3.25</c:v>
                </c:pt>
                <c:pt idx="6034">
                  <c:v>3.25</c:v>
                </c:pt>
                <c:pt idx="6035">
                  <c:v>3.25</c:v>
                </c:pt>
                <c:pt idx="6036">
                  <c:v>3.25</c:v>
                </c:pt>
                <c:pt idx="6037">
                  <c:v>3.25</c:v>
                </c:pt>
                <c:pt idx="6038">
                  <c:v>3.25</c:v>
                </c:pt>
                <c:pt idx="6039">
                  <c:v>3.25</c:v>
                </c:pt>
                <c:pt idx="6040">
                  <c:v>3.25</c:v>
                </c:pt>
                <c:pt idx="6041">
                  <c:v>3.25</c:v>
                </c:pt>
                <c:pt idx="6042">
                  <c:v>3.25</c:v>
                </c:pt>
                <c:pt idx="6043">
                  <c:v>3.25</c:v>
                </c:pt>
                <c:pt idx="6044">
                  <c:v>3.25</c:v>
                </c:pt>
                <c:pt idx="6045">
                  <c:v>3.25</c:v>
                </c:pt>
                <c:pt idx="6046">
                  <c:v>3.25</c:v>
                </c:pt>
                <c:pt idx="6047">
                  <c:v>3.25</c:v>
                </c:pt>
                <c:pt idx="6048">
                  <c:v>3.25</c:v>
                </c:pt>
                <c:pt idx="6049">
                  <c:v>3.25</c:v>
                </c:pt>
                <c:pt idx="6050">
                  <c:v>3.25</c:v>
                </c:pt>
                <c:pt idx="6051">
                  <c:v>3.25</c:v>
                </c:pt>
                <c:pt idx="6052">
                  <c:v>3.25</c:v>
                </c:pt>
                <c:pt idx="6053">
                  <c:v>3.75</c:v>
                </c:pt>
                <c:pt idx="6054">
                  <c:v>3.75</c:v>
                </c:pt>
                <c:pt idx="6055">
                  <c:v>3.75</c:v>
                </c:pt>
                <c:pt idx="6056">
                  <c:v>3.75</c:v>
                </c:pt>
                <c:pt idx="6057">
                  <c:v>3.75</c:v>
                </c:pt>
                <c:pt idx="6058">
                  <c:v>3.75</c:v>
                </c:pt>
                <c:pt idx="6059">
                  <c:v>3.75</c:v>
                </c:pt>
                <c:pt idx="6060">
                  <c:v>3.75</c:v>
                </c:pt>
                <c:pt idx="6061">
                  <c:v>3.75</c:v>
                </c:pt>
                <c:pt idx="6062">
                  <c:v>3.75</c:v>
                </c:pt>
                <c:pt idx="6063">
                  <c:v>3.75</c:v>
                </c:pt>
                <c:pt idx="6064">
                  <c:v>3.75</c:v>
                </c:pt>
                <c:pt idx="6065">
                  <c:v>3.75</c:v>
                </c:pt>
                <c:pt idx="6066">
                  <c:v>3.75</c:v>
                </c:pt>
                <c:pt idx="6067">
                  <c:v>3.75</c:v>
                </c:pt>
                <c:pt idx="6068">
                  <c:v>3.75</c:v>
                </c:pt>
                <c:pt idx="6069">
                  <c:v>3.75</c:v>
                </c:pt>
                <c:pt idx="6070">
                  <c:v>3.75</c:v>
                </c:pt>
                <c:pt idx="6071">
                  <c:v>3.75</c:v>
                </c:pt>
                <c:pt idx="6072">
                  <c:v>3.75</c:v>
                </c:pt>
                <c:pt idx="6073">
                  <c:v>3.75</c:v>
                </c:pt>
                <c:pt idx="6074">
                  <c:v>3.75</c:v>
                </c:pt>
                <c:pt idx="6075">
                  <c:v>3.75</c:v>
                </c:pt>
                <c:pt idx="6076">
                  <c:v>3.75</c:v>
                </c:pt>
                <c:pt idx="6077">
                  <c:v>3.75</c:v>
                </c:pt>
                <c:pt idx="6078">
                  <c:v>3.75</c:v>
                </c:pt>
                <c:pt idx="6079">
                  <c:v>3.75</c:v>
                </c:pt>
                <c:pt idx="6080">
                  <c:v>3.75</c:v>
                </c:pt>
                <c:pt idx="6081">
                  <c:v>3.75</c:v>
                </c:pt>
                <c:pt idx="6082">
                  <c:v>3.75</c:v>
                </c:pt>
                <c:pt idx="6083">
                  <c:v>3.75</c:v>
                </c:pt>
                <c:pt idx="6084">
                  <c:v>3.75</c:v>
                </c:pt>
                <c:pt idx="6085">
                  <c:v>3.75</c:v>
                </c:pt>
                <c:pt idx="6086">
                  <c:v>3.75</c:v>
                </c:pt>
                <c:pt idx="6087">
                  <c:v>3.75</c:v>
                </c:pt>
                <c:pt idx="6088">
                  <c:v>4</c:v>
                </c:pt>
                <c:pt idx="6089">
                  <c:v>4</c:v>
                </c:pt>
                <c:pt idx="6090">
                  <c:v>4</c:v>
                </c:pt>
                <c:pt idx="6091">
                  <c:v>4</c:v>
                </c:pt>
                <c:pt idx="6092">
                  <c:v>4</c:v>
                </c:pt>
                <c:pt idx="6093">
                  <c:v>4</c:v>
                </c:pt>
                <c:pt idx="6094">
                  <c:v>4</c:v>
                </c:pt>
                <c:pt idx="6095">
                  <c:v>4</c:v>
                </c:pt>
                <c:pt idx="6096">
                  <c:v>4</c:v>
                </c:pt>
                <c:pt idx="6097">
                  <c:v>4</c:v>
                </c:pt>
                <c:pt idx="6098">
                  <c:v>4</c:v>
                </c:pt>
                <c:pt idx="6099">
                  <c:v>4</c:v>
                </c:pt>
                <c:pt idx="6100">
                  <c:v>4</c:v>
                </c:pt>
                <c:pt idx="6101">
                  <c:v>4</c:v>
                </c:pt>
                <c:pt idx="6102">
                  <c:v>4</c:v>
                </c:pt>
                <c:pt idx="6103">
                  <c:v>4</c:v>
                </c:pt>
                <c:pt idx="6104">
                  <c:v>4</c:v>
                </c:pt>
                <c:pt idx="6105">
                  <c:v>4</c:v>
                </c:pt>
                <c:pt idx="6106">
                  <c:v>4</c:v>
                </c:pt>
                <c:pt idx="6107">
                  <c:v>4</c:v>
                </c:pt>
                <c:pt idx="6108">
                  <c:v>4</c:v>
                </c:pt>
                <c:pt idx="6109">
                  <c:v>4</c:v>
                </c:pt>
                <c:pt idx="6110">
                  <c:v>4</c:v>
                </c:pt>
                <c:pt idx="6111">
                  <c:v>4</c:v>
                </c:pt>
                <c:pt idx="6112">
                  <c:v>4</c:v>
                </c:pt>
                <c:pt idx="6113">
                  <c:v>4</c:v>
                </c:pt>
                <c:pt idx="6114">
                  <c:v>4</c:v>
                </c:pt>
                <c:pt idx="6115">
                  <c:v>4</c:v>
                </c:pt>
                <c:pt idx="6116">
                  <c:v>4</c:v>
                </c:pt>
                <c:pt idx="6117">
                  <c:v>4</c:v>
                </c:pt>
                <c:pt idx="6118">
                  <c:v>4.25</c:v>
                </c:pt>
                <c:pt idx="6119">
                  <c:v>4.25</c:v>
                </c:pt>
                <c:pt idx="6120">
                  <c:v>4.25</c:v>
                </c:pt>
                <c:pt idx="6121">
                  <c:v>4.25</c:v>
                </c:pt>
                <c:pt idx="6122">
                  <c:v>4.25</c:v>
                </c:pt>
                <c:pt idx="6123">
                  <c:v>4.25</c:v>
                </c:pt>
                <c:pt idx="6124">
                  <c:v>4.25</c:v>
                </c:pt>
                <c:pt idx="6125">
                  <c:v>4.25</c:v>
                </c:pt>
                <c:pt idx="6126">
                  <c:v>4.25</c:v>
                </c:pt>
                <c:pt idx="6127">
                  <c:v>4.25</c:v>
                </c:pt>
                <c:pt idx="6128">
                  <c:v>4.25</c:v>
                </c:pt>
                <c:pt idx="6129">
                  <c:v>4.25</c:v>
                </c:pt>
                <c:pt idx="6130">
                  <c:v>4.25</c:v>
                </c:pt>
                <c:pt idx="6131">
                  <c:v>4.25</c:v>
                </c:pt>
                <c:pt idx="6132">
                  <c:v>4.25</c:v>
                </c:pt>
                <c:pt idx="6133">
                  <c:v>4.25</c:v>
                </c:pt>
                <c:pt idx="6134">
                  <c:v>4.25</c:v>
                </c:pt>
                <c:pt idx="6135">
                  <c:v>4.25</c:v>
                </c:pt>
                <c:pt idx="6136">
                  <c:v>4.25</c:v>
                </c:pt>
                <c:pt idx="6137">
                  <c:v>4.25</c:v>
                </c:pt>
                <c:pt idx="6138">
                  <c:v>4.25</c:v>
                </c:pt>
                <c:pt idx="6139">
                  <c:v>4.25</c:v>
                </c:pt>
                <c:pt idx="6140">
                  <c:v>4.25</c:v>
                </c:pt>
                <c:pt idx="6141">
                  <c:v>4.25</c:v>
                </c:pt>
                <c:pt idx="6142">
                  <c:v>4.25</c:v>
                </c:pt>
                <c:pt idx="6143">
                  <c:v>4.25</c:v>
                </c:pt>
                <c:pt idx="6144">
                  <c:v>4.25</c:v>
                </c:pt>
                <c:pt idx="6145">
                  <c:v>4.25</c:v>
                </c:pt>
                <c:pt idx="6146">
                  <c:v>4.25</c:v>
                </c:pt>
                <c:pt idx="6147">
                  <c:v>4.25</c:v>
                </c:pt>
                <c:pt idx="6148">
                  <c:v>4.5</c:v>
                </c:pt>
                <c:pt idx="6149">
                  <c:v>4.5</c:v>
                </c:pt>
                <c:pt idx="6150">
                  <c:v>4.5</c:v>
                </c:pt>
                <c:pt idx="6151">
                  <c:v>4.5</c:v>
                </c:pt>
                <c:pt idx="6152">
                  <c:v>4.5</c:v>
                </c:pt>
                <c:pt idx="6153">
                  <c:v>4.5</c:v>
                </c:pt>
                <c:pt idx="6154">
                  <c:v>4.5</c:v>
                </c:pt>
                <c:pt idx="6155">
                  <c:v>4.5</c:v>
                </c:pt>
                <c:pt idx="6156">
                  <c:v>4.5</c:v>
                </c:pt>
                <c:pt idx="6157">
                  <c:v>4.5</c:v>
                </c:pt>
                <c:pt idx="6158">
                  <c:v>4.5</c:v>
                </c:pt>
                <c:pt idx="6159">
                  <c:v>4.5</c:v>
                </c:pt>
                <c:pt idx="6160">
                  <c:v>4.5</c:v>
                </c:pt>
                <c:pt idx="6161">
                  <c:v>4.5</c:v>
                </c:pt>
                <c:pt idx="6162">
                  <c:v>4.5</c:v>
                </c:pt>
                <c:pt idx="6163">
                  <c:v>4.5</c:v>
                </c:pt>
                <c:pt idx="6164">
                  <c:v>4.5</c:v>
                </c:pt>
                <c:pt idx="6165">
                  <c:v>4.5</c:v>
                </c:pt>
                <c:pt idx="6166">
                  <c:v>4.5</c:v>
                </c:pt>
                <c:pt idx="6167">
                  <c:v>4.5</c:v>
                </c:pt>
                <c:pt idx="6168">
                  <c:v>4.5</c:v>
                </c:pt>
                <c:pt idx="6169">
                  <c:v>4.5</c:v>
                </c:pt>
                <c:pt idx="6170">
                  <c:v>4.5</c:v>
                </c:pt>
                <c:pt idx="6171">
                  <c:v>4.5</c:v>
                </c:pt>
                <c:pt idx="6172">
                  <c:v>4.5</c:v>
                </c:pt>
                <c:pt idx="6173">
                  <c:v>4.5</c:v>
                </c:pt>
                <c:pt idx="6174">
                  <c:v>4.5</c:v>
                </c:pt>
                <c:pt idx="6175">
                  <c:v>4.5</c:v>
                </c:pt>
                <c:pt idx="6176">
                  <c:v>4.5</c:v>
                </c:pt>
                <c:pt idx="6177">
                  <c:v>4.5</c:v>
                </c:pt>
                <c:pt idx="6178">
                  <c:v>4.5</c:v>
                </c:pt>
                <c:pt idx="6179">
                  <c:v>4.5</c:v>
                </c:pt>
                <c:pt idx="6180">
                  <c:v>4.5</c:v>
                </c:pt>
                <c:pt idx="6181">
                  <c:v>4.5</c:v>
                </c:pt>
                <c:pt idx="6182">
                  <c:v>4.5</c:v>
                </c:pt>
                <c:pt idx="6183">
                  <c:v>4.75</c:v>
                </c:pt>
                <c:pt idx="6184">
                  <c:v>4.75</c:v>
                </c:pt>
                <c:pt idx="6185">
                  <c:v>4.75</c:v>
                </c:pt>
                <c:pt idx="6186">
                  <c:v>4.75</c:v>
                </c:pt>
                <c:pt idx="6187">
                  <c:v>4.75</c:v>
                </c:pt>
                <c:pt idx="6188">
                  <c:v>4.75</c:v>
                </c:pt>
                <c:pt idx="6189">
                  <c:v>4.75</c:v>
                </c:pt>
                <c:pt idx="6190">
                  <c:v>4.75</c:v>
                </c:pt>
                <c:pt idx="6191">
                  <c:v>4.75</c:v>
                </c:pt>
                <c:pt idx="6192">
                  <c:v>4.75</c:v>
                </c:pt>
                <c:pt idx="6193">
                  <c:v>4.75</c:v>
                </c:pt>
                <c:pt idx="6194">
                  <c:v>4.75</c:v>
                </c:pt>
                <c:pt idx="6195">
                  <c:v>4.75</c:v>
                </c:pt>
                <c:pt idx="6196">
                  <c:v>4.75</c:v>
                </c:pt>
                <c:pt idx="6197">
                  <c:v>4.75</c:v>
                </c:pt>
                <c:pt idx="6198">
                  <c:v>4.75</c:v>
                </c:pt>
                <c:pt idx="6199">
                  <c:v>4.75</c:v>
                </c:pt>
                <c:pt idx="6200">
                  <c:v>4.75</c:v>
                </c:pt>
                <c:pt idx="6201">
                  <c:v>4.75</c:v>
                </c:pt>
                <c:pt idx="6202">
                  <c:v>4.75</c:v>
                </c:pt>
                <c:pt idx="6203">
                  <c:v>4.75</c:v>
                </c:pt>
                <c:pt idx="6204">
                  <c:v>4.75</c:v>
                </c:pt>
                <c:pt idx="6205">
                  <c:v>4.75</c:v>
                </c:pt>
                <c:pt idx="6206">
                  <c:v>4.75</c:v>
                </c:pt>
                <c:pt idx="6207">
                  <c:v>4.75</c:v>
                </c:pt>
                <c:pt idx="6208">
                  <c:v>4.75</c:v>
                </c:pt>
                <c:pt idx="6209">
                  <c:v>4.75</c:v>
                </c:pt>
                <c:pt idx="6210">
                  <c:v>4.75</c:v>
                </c:pt>
                <c:pt idx="6211">
                  <c:v>4.75</c:v>
                </c:pt>
                <c:pt idx="6212">
                  <c:v>4.75</c:v>
                </c:pt>
                <c:pt idx="6213">
                  <c:v>4.75</c:v>
                </c:pt>
                <c:pt idx="6214">
                  <c:v>4.75</c:v>
                </c:pt>
                <c:pt idx="6215">
                  <c:v>4.75</c:v>
                </c:pt>
                <c:pt idx="6216">
                  <c:v>4.75</c:v>
                </c:pt>
                <c:pt idx="6217">
                  <c:v>4.75</c:v>
                </c:pt>
                <c:pt idx="6218">
                  <c:v>4.75</c:v>
                </c:pt>
                <c:pt idx="6219">
                  <c:v>4.75</c:v>
                </c:pt>
                <c:pt idx="6220">
                  <c:v>4.75</c:v>
                </c:pt>
                <c:pt idx="6221">
                  <c:v>4.75</c:v>
                </c:pt>
                <c:pt idx="6222">
                  <c:v>4.75</c:v>
                </c:pt>
                <c:pt idx="6223">
                  <c:v>4.75</c:v>
                </c:pt>
                <c:pt idx="6224">
                  <c:v>4.75</c:v>
                </c:pt>
                <c:pt idx="6225">
                  <c:v>4.75</c:v>
                </c:pt>
                <c:pt idx="6226">
                  <c:v>4.75</c:v>
                </c:pt>
                <c:pt idx="6227">
                  <c:v>4.75</c:v>
                </c:pt>
                <c:pt idx="6228">
                  <c:v>4.75</c:v>
                </c:pt>
                <c:pt idx="6229">
                  <c:v>4.75</c:v>
                </c:pt>
                <c:pt idx="6230">
                  <c:v>4.75</c:v>
                </c:pt>
                <c:pt idx="6231">
                  <c:v>4.75</c:v>
                </c:pt>
                <c:pt idx="6232">
                  <c:v>4.75</c:v>
                </c:pt>
                <c:pt idx="6233">
                  <c:v>4.75</c:v>
                </c:pt>
                <c:pt idx="6234">
                  <c:v>4.75</c:v>
                </c:pt>
                <c:pt idx="6235">
                  <c:v>4.75</c:v>
                </c:pt>
                <c:pt idx="6236">
                  <c:v>4.75</c:v>
                </c:pt>
                <c:pt idx="6237">
                  <c:v>4.75</c:v>
                </c:pt>
                <c:pt idx="6238">
                  <c:v>4.75</c:v>
                </c:pt>
                <c:pt idx="6239">
                  <c:v>4.75</c:v>
                </c:pt>
                <c:pt idx="6240">
                  <c:v>4.75</c:v>
                </c:pt>
                <c:pt idx="6241">
                  <c:v>4.75</c:v>
                </c:pt>
                <c:pt idx="6242">
                  <c:v>4.75</c:v>
                </c:pt>
                <c:pt idx="6243">
                  <c:v>4.75</c:v>
                </c:pt>
                <c:pt idx="6244">
                  <c:v>4.75</c:v>
                </c:pt>
                <c:pt idx="6245">
                  <c:v>4.75</c:v>
                </c:pt>
                <c:pt idx="6246">
                  <c:v>4.75</c:v>
                </c:pt>
                <c:pt idx="6247">
                  <c:v>4.75</c:v>
                </c:pt>
                <c:pt idx="6248">
                  <c:v>4.75</c:v>
                </c:pt>
                <c:pt idx="6249">
                  <c:v>4.75</c:v>
                </c:pt>
                <c:pt idx="6250">
                  <c:v>4.75</c:v>
                </c:pt>
                <c:pt idx="6251">
                  <c:v>4.75</c:v>
                </c:pt>
                <c:pt idx="6252">
                  <c:v>4.75</c:v>
                </c:pt>
                <c:pt idx="6253">
                  <c:v>4.75</c:v>
                </c:pt>
                <c:pt idx="6254">
                  <c:v>4.75</c:v>
                </c:pt>
                <c:pt idx="6255">
                  <c:v>4.75</c:v>
                </c:pt>
                <c:pt idx="6256">
                  <c:v>4.75</c:v>
                </c:pt>
                <c:pt idx="6257">
                  <c:v>4.75</c:v>
                </c:pt>
                <c:pt idx="6258">
                  <c:v>4.75</c:v>
                </c:pt>
                <c:pt idx="6259">
                  <c:v>4.75</c:v>
                </c:pt>
                <c:pt idx="6260">
                  <c:v>4.75</c:v>
                </c:pt>
                <c:pt idx="6261">
                  <c:v>4.75</c:v>
                </c:pt>
                <c:pt idx="6262">
                  <c:v>4.75</c:v>
                </c:pt>
                <c:pt idx="6263">
                  <c:v>4.75</c:v>
                </c:pt>
                <c:pt idx="6264">
                  <c:v>4.75</c:v>
                </c:pt>
                <c:pt idx="6265">
                  <c:v>4.75</c:v>
                </c:pt>
                <c:pt idx="6266">
                  <c:v>4.75</c:v>
                </c:pt>
                <c:pt idx="6267">
                  <c:v>4.75</c:v>
                </c:pt>
                <c:pt idx="6268">
                  <c:v>4.75</c:v>
                </c:pt>
                <c:pt idx="6269">
                  <c:v>4.75</c:v>
                </c:pt>
                <c:pt idx="6270">
                  <c:v>4.75</c:v>
                </c:pt>
                <c:pt idx="6271">
                  <c:v>4.75</c:v>
                </c:pt>
                <c:pt idx="6272">
                  <c:v>4.75</c:v>
                </c:pt>
                <c:pt idx="6273">
                  <c:v>4.75</c:v>
                </c:pt>
                <c:pt idx="6274">
                  <c:v>4.75</c:v>
                </c:pt>
                <c:pt idx="6275">
                  <c:v>4.75</c:v>
                </c:pt>
                <c:pt idx="6276">
                  <c:v>4.75</c:v>
                </c:pt>
                <c:pt idx="6277">
                  <c:v>4.75</c:v>
                </c:pt>
                <c:pt idx="6278">
                  <c:v>4.75</c:v>
                </c:pt>
                <c:pt idx="6279">
                  <c:v>4.75</c:v>
                </c:pt>
                <c:pt idx="6280">
                  <c:v>4.75</c:v>
                </c:pt>
                <c:pt idx="6281">
                  <c:v>4.75</c:v>
                </c:pt>
                <c:pt idx="6282">
                  <c:v>4.75</c:v>
                </c:pt>
                <c:pt idx="6283">
                  <c:v>4.75</c:v>
                </c:pt>
                <c:pt idx="6284">
                  <c:v>4.75</c:v>
                </c:pt>
                <c:pt idx="6285">
                  <c:v>4.75</c:v>
                </c:pt>
                <c:pt idx="6286">
                  <c:v>4.75</c:v>
                </c:pt>
                <c:pt idx="6287">
                  <c:v>4.75</c:v>
                </c:pt>
                <c:pt idx="6288">
                  <c:v>4.75</c:v>
                </c:pt>
                <c:pt idx="6289">
                  <c:v>4.75</c:v>
                </c:pt>
                <c:pt idx="6290">
                  <c:v>4.75</c:v>
                </c:pt>
                <c:pt idx="6291">
                  <c:v>4.75</c:v>
                </c:pt>
                <c:pt idx="6292">
                  <c:v>4.75</c:v>
                </c:pt>
                <c:pt idx="6293">
                  <c:v>4.75</c:v>
                </c:pt>
                <c:pt idx="6294">
                  <c:v>4.75</c:v>
                </c:pt>
                <c:pt idx="6295">
                  <c:v>4.75</c:v>
                </c:pt>
                <c:pt idx="6296">
                  <c:v>4.75</c:v>
                </c:pt>
                <c:pt idx="6297">
                  <c:v>4.75</c:v>
                </c:pt>
                <c:pt idx="6298">
                  <c:v>4.75</c:v>
                </c:pt>
                <c:pt idx="6299">
                  <c:v>4.75</c:v>
                </c:pt>
                <c:pt idx="6300">
                  <c:v>4.75</c:v>
                </c:pt>
                <c:pt idx="6301">
                  <c:v>4.75</c:v>
                </c:pt>
                <c:pt idx="6302">
                  <c:v>4.75</c:v>
                </c:pt>
                <c:pt idx="6303">
                  <c:v>4.75</c:v>
                </c:pt>
                <c:pt idx="6304">
                  <c:v>4.75</c:v>
                </c:pt>
                <c:pt idx="6305">
                  <c:v>4.75</c:v>
                </c:pt>
                <c:pt idx="6306">
                  <c:v>4.75</c:v>
                </c:pt>
                <c:pt idx="6307">
                  <c:v>4.75</c:v>
                </c:pt>
                <c:pt idx="6308">
                  <c:v>4.75</c:v>
                </c:pt>
                <c:pt idx="6309">
                  <c:v>4.75</c:v>
                </c:pt>
                <c:pt idx="6310">
                  <c:v>4.75</c:v>
                </c:pt>
                <c:pt idx="6311">
                  <c:v>4.75</c:v>
                </c:pt>
                <c:pt idx="6312">
                  <c:v>4.75</c:v>
                </c:pt>
                <c:pt idx="6313">
                  <c:v>4.75</c:v>
                </c:pt>
                <c:pt idx="6314">
                  <c:v>4.75</c:v>
                </c:pt>
                <c:pt idx="6315">
                  <c:v>4.75</c:v>
                </c:pt>
                <c:pt idx="6316">
                  <c:v>4.75</c:v>
                </c:pt>
                <c:pt idx="6317">
                  <c:v>4.75</c:v>
                </c:pt>
                <c:pt idx="6318">
                  <c:v>4.75</c:v>
                </c:pt>
                <c:pt idx="6319">
                  <c:v>4.75</c:v>
                </c:pt>
                <c:pt idx="6320">
                  <c:v>4.75</c:v>
                </c:pt>
                <c:pt idx="6321">
                  <c:v>4.75</c:v>
                </c:pt>
                <c:pt idx="6322">
                  <c:v>4.75</c:v>
                </c:pt>
                <c:pt idx="6323">
                  <c:v>4.75</c:v>
                </c:pt>
                <c:pt idx="6324">
                  <c:v>4.75</c:v>
                </c:pt>
                <c:pt idx="6325">
                  <c:v>4.75</c:v>
                </c:pt>
                <c:pt idx="6326">
                  <c:v>4.75</c:v>
                </c:pt>
                <c:pt idx="6327">
                  <c:v>4.75</c:v>
                </c:pt>
                <c:pt idx="6328">
                  <c:v>4.75</c:v>
                </c:pt>
                <c:pt idx="6329">
                  <c:v>4.75</c:v>
                </c:pt>
                <c:pt idx="6330">
                  <c:v>4.75</c:v>
                </c:pt>
                <c:pt idx="6331">
                  <c:v>4.75</c:v>
                </c:pt>
                <c:pt idx="6332">
                  <c:v>4.75</c:v>
                </c:pt>
                <c:pt idx="6333">
                  <c:v>4.75</c:v>
                </c:pt>
                <c:pt idx="6334">
                  <c:v>4.75</c:v>
                </c:pt>
                <c:pt idx="6335">
                  <c:v>4.75</c:v>
                </c:pt>
                <c:pt idx="6336">
                  <c:v>4.75</c:v>
                </c:pt>
                <c:pt idx="6337">
                  <c:v>4.75</c:v>
                </c:pt>
                <c:pt idx="6338">
                  <c:v>4.75</c:v>
                </c:pt>
                <c:pt idx="6339">
                  <c:v>4.75</c:v>
                </c:pt>
                <c:pt idx="6340">
                  <c:v>4.75</c:v>
                </c:pt>
                <c:pt idx="6341">
                  <c:v>4.75</c:v>
                </c:pt>
                <c:pt idx="6342">
                  <c:v>4.75</c:v>
                </c:pt>
                <c:pt idx="6343">
                  <c:v>4.75</c:v>
                </c:pt>
                <c:pt idx="6344">
                  <c:v>4.75</c:v>
                </c:pt>
                <c:pt idx="6345">
                  <c:v>4.75</c:v>
                </c:pt>
                <c:pt idx="6346">
                  <c:v>4.75</c:v>
                </c:pt>
                <c:pt idx="6347">
                  <c:v>4.75</c:v>
                </c:pt>
                <c:pt idx="6348">
                  <c:v>4.75</c:v>
                </c:pt>
                <c:pt idx="6349">
                  <c:v>4.75</c:v>
                </c:pt>
                <c:pt idx="6350">
                  <c:v>4.75</c:v>
                </c:pt>
                <c:pt idx="6351">
                  <c:v>4.75</c:v>
                </c:pt>
                <c:pt idx="6352">
                  <c:v>4.75</c:v>
                </c:pt>
                <c:pt idx="6353">
                  <c:v>4.75</c:v>
                </c:pt>
                <c:pt idx="6354">
                  <c:v>4.75</c:v>
                </c:pt>
                <c:pt idx="6355">
                  <c:v>4.75</c:v>
                </c:pt>
                <c:pt idx="6356">
                  <c:v>4.75</c:v>
                </c:pt>
                <c:pt idx="6357">
                  <c:v>4.75</c:v>
                </c:pt>
                <c:pt idx="6358">
                  <c:v>4.75</c:v>
                </c:pt>
                <c:pt idx="6359">
                  <c:v>4.75</c:v>
                </c:pt>
                <c:pt idx="6360">
                  <c:v>4.75</c:v>
                </c:pt>
                <c:pt idx="6361">
                  <c:v>4.75</c:v>
                </c:pt>
                <c:pt idx="6362">
                  <c:v>4.75</c:v>
                </c:pt>
                <c:pt idx="6363">
                  <c:v>4.75</c:v>
                </c:pt>
                <c:pt idx="6364">
                  <c:v>4.75</c:v>
                </c:pt>
                <c:pt idx="6365">
                  <c:v>4.75</c:v>
                </c:pt>
                <c:pt idx="6366">
                  <c:v>4.75</c:v>
                </c:pt>
                <c:pt idx="6367">
                  <c:v>4.75</c:v>
                </c:pt>
                <c:pt idx="6368">
                  <c:v>4.75</c:v>
                </c:pt>
                <c:pt idx="6369">
                  <c:v>4.75</c:v>
                </c:pt>
                <c:pt idx="6370">
                  <c:v>4.75</c:v>
                </c:pt>
                <c:pt idx="6371">
                  <c:v>4.75</c:v>
                </c:pt>
                <c:pt idx="6372">
                  <c:v>4.75</c:v>
                </c:pt>
                <c:pt idx="6373">
                  <c:v>4.5</c:v>
                </c:pt>
                <c:pt idx="6374">
                  <c:v>4.5</c:v>
                </c:pt>
                <c:pt idx="6375">
                  <c:v>4.5</c:v>
                </c:pt>
                <c:pt idx="6376">
                  <c:v>4.5</c:v>
                </c:pt>
                <c:pt idx="6377">
                  <c:v>4.5</c:v>
                </c:pt>
                <c:pt idx="6378">
                  <c:v>4.5</c:v>
                </c:pt>
                <c:pt idx="6379">
                  <c:v>4.5</c:v>
                </c:pt>
                <c:pt idx="6380">
                  <c:v>4.5</c:v>
                </c:pt>
                <c:pt idx="6381">
                  <c:v>4.5</c:v>
                </c:pt>
                <c:pt idx="6382">
                  <c:v>4.5</c:v>
                </c:pt>
                <c:pt idx="6383">
                  <c:v>4.5</c:v>
                </c:pt>
                <c:pt idx="6384">
                  <c:v>4.5</c:v>
                </c:pt>
                <c:pt idx="6385">
                  <c:v>4.5</c:v>
                </c:pt>
                <c:pt idx="6386">
                  <c:v>4.5</c:v>
                </c:pt>
                <c:pt idx="6387">
                  <c:v>4.5</c:v>
                </c:pt>
                <c:pt idx="6388">
                  <c:v>4.5</c:v>
                </c:pt>
                <c:pt idx="6389">
                  <c:v>4.5</c:v>
                </c:pt>
                <c:pt idx="6390">
                  <c:v>4.5</c:v>
                </c:pt>
                <c:pt idx="6391">
                  <c:v>4.5</c:v>
                </c:pt>
                <c:pt idx="6392">
                  <c:v>4.5</c:v>
                </c:pt>
                <c:pt idx="6393">
                  <c:v>4.5</c:v>
                </c:pt>
                <c:pt idx="6394">
                  <c:v>4.5</c:v>
                </c:pt>
                <c:pt idx="6395">
                  <c:v>4.5</c:v>
                </c:pt>
                <c:pt idx="6396">
                  <c:v>4.5</c:v>
                </c:pt>
                <c:pt idx="6397">
                  <c:v>4.5</c:v>
                </c:pt>
                <c:pt idx="6398">
                  <c:v>4.5</c:v>
                </c:pt>
                <c:pt idx="6399">
                  <c:v>4.5</c:v>
                </c:pt>
                <c:pt idx="6400">
                  <c:v>4.5</c:v>
                </c:pt>
                <c:pt idx="6401">
                  <c:v>4.5</c:v>
                </c:pt>
                <c:pt idx="6402">
                  <c:v>4.5</c:v>
                </c:pt>
                <c:pt idx="6403">
                  <c:v>4.5</c:v>
                </c:pt>
                <c:pt idx="6404">
                  <c:v>4.5</c:v>
                </c:pt>
                <c:pt idx="6405">
                  <c:v>4.5</c:v>
                </c:pt>
                <c:pt idx="6406">
                  <c:v>4.5</c:v>
                </c:pt>
                <c:pt idx="6407">
                  <c:v>4.5</c:v>
                </c:pt>
                <c:pt idx="6408">
                  <c:v>4.5</c:v>
                </c:pt>
                <c:pt idx="6409">
                  <c:v>4.5</c:v>
                </c:pt>
                <c:pt idx="6410">
                  <c:v>4.5</c:v>
                </c:pt>
                <c:pt idx="6411">
                  <c:v>4.5</c:v>
                </c:pt>
                <c:pt idx="6412">
                  <c:v>4.5</c:v>
                </c:pt>
                <c:pt idx="6413">
                  <c:v>4.5</c:v>
                </c:pt>
                <c:pt idx="6414">
                  <c:v>4.5</c:v>
                </c:pt>
                <c:pt idx="6415">
                  <c:v>4.5</c:v>
                </c:pt>
                <c:pt idx="6416">
                  <c:v>4.5</c:v>
                </c:pt>
                <c:pt idx="6417">
                  <c:v>4.5</c:v>
                </c:pt>
                <c:pt idx="6418">
                  <c:v>4.5</c:v>
                </c:pt>
                <c:pt idx="6419">
                  <c:v>4.5</c:v>
                </c:pt>
                <c:pt idx="6420">
                  <c:v>4.5</c:v>
                </c:pt>
                <c:pt idx="6421">
                  <c:v>4.5</c:v>
                </c:pt>
                <c:pt idx="6422">
                  <c:v>4.5</c:v>
                </c:pt>
                <c:pt idx="6423">
                  <c:v>4.5</c:v>
                </c:pt>
                <c:pt idx="6424">
                  <c:v>4.5</c:v>
                </c:pt>
                <c:pt idx="6425">
                  <c:v>4.5</c:v>
                </c:pt>
                <c:pt idx="6426">
                  <c:v>4.5</c:v>
                </c:pt>
                <c:pt idx="6427">
                  <c:v>4.5</c:v>
                </c:pt>
                <c:pt idx="6428">
                  <c:v>4.5</c:v>
                </c:pt>
                <c:pt idx="6429">
                  <c:v>4.5</c:v>
                </c:pt>
                <c:pt idx="6430">
                  <c:v>4.5</c:v>
                </c:pt>
                <c:pt idx="6431">
                  <c:v>4.5</c:v>
                </c:pt>
                <c:pt idx="6432">
                  <c:v>4.5</c:v>
                </c:pt>
                <c:pt idx="6433">
                  <c:v>4.5</c:v>
                </c:pt>
                <c:pt idx="6434">
                  <c:v>4.5</c:v>
                </c:pt>
                <c:pt idx="6435">
                  <c:v>4.5</c:v>
                </c:pt>
                <c:pt idx="6436">
                  <c:v>4.5</c:v>
                </c:pt>
                <c:pt idx="6437">
                  <c:v>4.5</c:v>
                </c:pt>
                <c:pt idx="6438">
                  <c:v>4.5</c:v>
                </c:pt>
                <c:pt idx="6439">
                  <c:v>4.5</c:v>
                </c:pt>
                <c:pt idx="6440">
                  <c:v>4.5</c:v>
                </c:pt>
                <c:pt idx="6441">
                  <c:v>4.5</c:v>
                </c:pt>
                <c:pt idx="6442">
                  <c:v>4.5</c:v>
                </c:pt>
                <c:pt idx="6443">
                  <c:v>3.9</c:v>
                </c:pt>
                <c:pt idx="6444">
                  <c:v>3.9</c:v>
                </c:pt>
                <c:pt idx="6445">
                  <c:v>3.9</c:v>
                </c:pt>
                <c:pt idx="6446">
                  <c:v>3.9</c:v>
                </c:pt>
                <c:pt idx="6447">
                  <c:v>3.9</c:v>
                </c:pt>
                <c:pt idx="6448">
                  <c:v>3.9</c:v>
                </c:pt>
                <c:pt idx="6449">
                  <c:v>3.9</c:v>
                </c:pt>
                <c:pt idx="6450">
                  <c:v>3.9</c:v>
                </c:pt>
                <c:pt idx="6451">
                  <c:v>3.9</c:v>
                </c:pt>
                <c:pt idx="6452">
                  <c:v>3.9</c:v>
                </c:pt>
                <c:pt idx="6453">
                  <c:v>3.9</c:v>
                </c:pt>
                <c:pt idx="6454">
                  <c:v>3.9</c:v>
                </c:pt>
                <c:pt idx="6455">
                  <c:v>3.9</c:v>
                </c:pt>
                <c:pt idx="6456">
                  <c:v>3.9</c:v>
                </c:pt>
                <c:pt idx="6457">
                  <c:v>3.9</c:v>
                </c:pt>
                <c:pt idx="6458">
                  <c:v>3.9</c:v>
                </c:pt>
                <c:pt idx="6459">
                  <c:v>3.9</c:v>
                </c:pt>
                <c:pt idx="6460">
                  <c:v>3.9</c:v>
                </c:pt>
                <c:pt idx="6461">
                  <c:v>3.9</c:v>
                </c:pt>
                <c:pt idx="6462">
                  <c:v>3.9</c:v>
                </c:pt>
                <c:pt idx="6463">
                  <c:v>3.9</c:v>
                </c:pt>
                <c:pt idx="6464">
                  <c:v>3.9</c:v>
                </c:pt>
                <c:pt idx="6465">
                  <c:v>3.9</c:v>
                </c:pt>
                <c:pt idx="6466">
                  <c:v>3.9</c:v>
                </c:pt>
                <c:pt idx="6467">
                  <c:v>3.9</c:v>
                </c:pt>
                <c:pt idx="6468">
                  <c:v>3.65</c:v>
                </c:pt>
                <c:pt idx="6469">
                  <c:v>3.65</c:v>
                </c:pt>
                <c:pt idx="6470">
                  <c:v>3.65</c:v>
                </c:pt>
                <c:pt idx="6471">
                  <c:v>3.65</c:v>
                </c:pt>
                <c:pt idx="6472">
                  <c:v>3.65</c:v>
                </c:pt>
                <c:pt idx="6473">
                  <c:v>3.65</c:v>
                </c:pt>
                <c:pt idx="6474">
                  <c:v>3.65</c:v>
                </c:pt>
                <c:pt idx="6475">
                  <c:v>3.65</c:v>
                </c:pt>
                <c:pt idx="6476">
                  <c:v>3.65</c:v>
                </c:pt>
                <c:pt idx="6477">
                  <c:v>3.65</c:v>
                </c:pt>
                <c:pt idx="6478">
                  <c:v>3.65</c:v>
                </c:pt>
                <c:pt idx="6479">
                  <c:v>3.65</c:v>
                </c:pt>
                <c:pt idx="6480">
                  <c:v>3.65</c:v>
                </c:pt>
                <c:pt idx="6481">
                  <c:v>3.65</c:v>
                </c:pt>
                <c:pt idx="6482">
                  <c:v>3.65</c:v>
                </c:pt>
                <c:pt idx="6483">
                  <c:v>3.65</c:v>
                </c:pt>
                <c:pt idx="6484">
                  <c:v>3.65</c:v>
                </c:pt>
                <c:pt idx="6485">
                  <c:v>3.65</c:v>
                </c:pt>
                <c:pt idx="6486">
                  <c:v>3.65</c:v>
                </c:pt>
                <c:pt idx="6487">
                  <c:v>3.65</c:v>
                </c:pt>
                <c:pt idx="6488">
                  <c:v>3.65</c:v>
                </c:pt>
                <c:pt idx="6489">
                  <c:v>3.65</c:v>
                </c:pt>
                <c:pt idx="6490">
                  <c:v>3.65</c:v>
                </c:pt>
                <c:pt idx="6491">
                  <c:v>3.65</c:v>
                </c:pt>
                <c:pt idx="6492">
                  <c:v>3.65</c:v>
                </c:pt>
                <c:pt idx="6493">
                  <c:v>3.65</c:v>
                </c:pt>
                <c:pt idx="6494">
                  <c:v>3.65</c:v>
                </c:pt>
                <c:pt idx="6495">
                  <c:v>3.65</c:v>
                </c:pt>
                <c:pt idx="6496">
                  <c:v>3.65</c:v>
                </c:pt>
                <c:pt idx="6497">
                  <c:v>3.65</c:v>
                </c:pt>
                <c:pt idx="6498">
                  <c:v>3.65</c:v>
                </c:pt>
                <c:pt idx="6499">
                  <c:v>3.65</c:v>
                </c:pt>
                <c:pt idx="6500">
                  <c:v>3.65</c:v>
                </c:pt>
                <c:pt idx="6501">
                  <c:v>3.65</c:v>
                </c:pt>
                <c:pt idx="6502">
                  <c:v>3.65</c:v>
                </c:pt>
                <c:pt idx="6503">
                  <c:v>3.65</c:v>
                </c:pt>
                <c:pt idx="6504">
                  <c:v>3.65</c:v>
                </c:pt>
                <c:pt idx="6505">
                  <c:v>3.65</c:v>
                </c:pt>
                <c:pt idx="6506">
                  <c:v>3.65</c:v>
                </c:pt>
                <c:pt idx="6507">
                  <c:v>3.65</c:v>
                </c:pt>
                <c:pt idx="6508">
                  <c:v>3.4</c:v>
                </c:pt>
                <c:pt idx="6509">
                  <c:v>3.4</c:v>
                </c:pt>
                <c:pt idx="6510">
                  <c:v>3.4</c:v>
                </c:pt>
                <c:pt idx="6511">
                  <c:v>3.4</c:v>
                </c:pt>
                <c:pt idx="6512">
                  <c:v>3.4</c:v>
                </c:pt>
                <c:pt idx="6513">
                  <c:v>3.4</c:v>
                </c:pt>
                <c:pt idx="6514">
                  <c:v>3.4</c:v>
                </c:pt>
                <c:pt idx="6515">
                  <c:v>3.4</c:v>
                </c:pt>
                <c:pt idx="6516">
                  <c:v>3.4</c:v>
                </c:pt>
                <c:pt idx="6517">
                  <c:v>3.4</c:v>
                </c:pt>
                <c:pt idx="6518">
                  <c:v>3.4</c:v>
                </c:pt>
                <c:pt idx="6519">
                  <c:v>3.4</c:v>
                </c:pt>
                <c:pt idx="6520">
                  <c:v>3.4</c:v>
                </c:pt>
                <c:pt idx="6521">
                  <c:v>3.4</c:v>
                </c:pt>
                <c:pt idx="6522">
                  <c:v>3.4</c:v>
                </c:pt>
                <c:pt idx="6523">
                  <c:v>3.4</c:v>
                </c:pt>
                <c:pt idx="6524">
                  <c:v>3.4</c:v>
                </c:pt>
                <c:pt idx="6525">
                  <c:v>3.4</c:v>
                </c:pt>
                <c:pt idx="6526">
                  <c:v>3.4</c:v>
                </c:pt>
                <c:pt idx="6527">
                  <c:v>3.4</c:v>
                </c:pt>
                <c:pt idx="6528">
                  <c:v>3.4</c:v>
                </c:pt>
                <c:pt idx="6529">
                  <c:v>3.4</c:v>
                </c:pt>
                <c:pt idx="6530">
                  <c:v>3.4</c:v>
                </c:pt>
                <c:pt idx="6531">
                  <c:v>3.4</c:v>
                </c:pt>
                <c:pt idx="6532">
                  <c:v>3.4</c:v>
                </c:pt>
                <c:pt idx="6533">
                  <c:v>3.4</c:v>
                </c:pt>
                <c:pt idx="6534">
                  <c:v>3.4</c:v>
                </c:pt>
                <c:pt idx="6535">
                  <c:v>3.4</c:v>
                </c:pt>
                <c:pt idx="6536">
                  <c:v>3.4</c:v>
                </c:pt>
                <c:pt idx="6537">
                  <c:v>3.4</c:v>
                </c:pt>
                <c:pt idx="6538">
                  <c:v>3.4</c:v>
                </c:pt>
                <c:pt idx="6539">
                  <c:v>3.4</c:v>
                </c:pt>
                <c:pt idx="6540">
                  <c:v>3.4</c:v>
                </c:pt>
                <c:pt idx="6541">
                  <c:v>3.4</c:v>
                </c:pt>
                <c:pt idx="6542">
                  <c:v>3.4</c:v>
                </c:pt>
                <c:pt idx="6543">
                  <c:v>3.15</c:v>
                </c:pt>
                <c:pt idx="6544">
                  <c:v>3.15</c:v>
                </c:pt>
                <c:pt idx="6545">
                  <c:v>3.15</c:v>
                </c:pt>
                <c:pt idx="6546">
                  <c:v>3.15</c:v>
                </c:pt>
                <c:pt idx="6547">
                  <c:v>3.15</c:v>
                </c:pt>
                <c:pt idx="6548">
                  <c:v>3.15</c:v>
                </c:pt>
                <c:pt idx="6549">
                  <c:v>3.15</c:v>
                </c:pt>
                <c:pt idx="6550">
                  <c:v>3.15</c:v>
                </c:pt>
                <c:pt idx="6551">
                  <c:v>3.15</c:v>
                </c:pt>
                <c:pt idx="6552">
                  <c:v>3.15</c:v>
                </c:pt>
                <c:pt idx="6553">
                  <c:v>3.15</c:v>
                </c:pt>
                <c:pt idx="6554">
                  <c:v>3.15</c:v>
                </c:pt>
                <c:pt idx="6555">
                  <c:v>3.15</c:v>
                </c:pt>
                <c:pt idx="6556">
                  <c:v>3.15</c:v>
                </c:pt>
                <c:pt idx="6557">
                  <c:v>3.15</c:v>
                </c:pt>
                <c:pt idx="6558">
                  <c:v>3.15</c:v>
                </c:pt>
                <c:pt idx="6559">
                  <c:v>3.15</c:v>
                </c:pt>
                <c:pt idx="6560">
                  <c:v>3.15</c:v>
                </c:pt>
                <c:pt idx="6561">
                  <c:v>3.15</c:v>
                </c:pt>
                <c:pt idx="6562">
                  <c:v>3.15</c:v>
                </c:pt>
                <c:pt idx="6563">
                  <c:v>3.15</c:v>
                </c:pt>
                <c:pt idx="6564">
                  <c:v>3.15</c:v>
                </c:pt>
                <c:pt idx="6565">
                  <c:v>3.15</c:v>
                </c:pt>
                <c:pt idx="6566">
                  <c:v>3.15</c:v>
                </c:pt>
                <c:pt idx="6567">
                  <c:v>3.15</c:v>
                </c:pt>
                <c:pt idx="6568">
                  <c:v>2.9</c:v>
                </c:pt>
                <c:pt idx="6569">
                  <c:v>2.9</c:v>
                </c:pt>
                <c:pt idx="6570">
                  <c:v>2.9</c:v>
                </c:pt>
                <c:pt idx="6571">
                  <c:v>2.9</c:v>
                </c:pt>
                <c:pt idx="6572">
                  <c:v>2.9</c:v>
                </c:pt>
                <c:pt idx="6573">
                  <c:v>2.9</c:v>
                </c:pt>
                <c:pt idx="6574">
                  <c:v>2.9</c:v>
                </c:pt>
                <c:pt idx="6575">
                  <c:v>2.9</c:v>
                </c:pt>
                <c:pt idx="6576">
                  <c:v>2.9</c:v>
                </c:pt>
                <c:pt idx="6577">
                  <c:v>2.9</c:v>
                </c:pt>
                <c:pt idx="6578">
                  <c:v>2.9</c:v>
                </c:pt>
                <c:pt idx="6579">
                  <c:v>2.9</c:v>
                </c:pt>
                <c:pt idx="6580">
                  <c:v>2.9</c:v>
                </c:pt>
                <c:pt idx="6581">
                  <c:v>2.9</c:v>
                </c:pt>
                <c:pt idx="6582">
                  <c:v>2.9</c:v>
                </c:pt>
                <c:pt idx="6583">
                  <c:v>2.9</c:v>
                </c:pt>
                <c:pt idx="6584">
                  <c:v>2.9</c:v>
                </c:pt>
                <c:pt idx="6585">
                  <c:v>2.9</c:v>
                </c:pt>
                <c:pt idx="6586">
                  <c:v>2.9</c:v>
                </c:pt>
                <c:pt idx="6587">
                  <c:v>2.9</c:v>
                </c:pt>
                <c:pt idx="6588">
                  <c:v>2.9</c:v>
                </c:pt>
                <c:pt idx="6589">
                  <c:v>2.9</c:v>
                </c:pt>
                <c:pt idx="6590">
                  <c:v>2.9</c:v>
                </c:pt>
                <c:pt idx="6591">
                  <c:v>2.9</c:v>
                </c:pt>
                <c:pt idx="6592">
                  <c:v>2.9</c:v>
                </c:pt>
                <c:pt idx="6593">
                  <c:v>2.9</c:v>
                </c:pt>
                <c:pt idx="6594">
                  <c:v>2.9</c:v>
                </c:pt>
                <c:pt idx="6595">
                  <c:v>2.9</c:v>
                </c:pt>
                <c:pt idx="6596">
                  <c:v>2.9</c:v>
                </c:pt>
                <c:pt idx="6597">
                  <c:v>2.9</c:v>
                </c:pt>
                <c:pt idx="6598">
                  <c:v>2.65</c:v>
                </c:pt>
                <c:pt idx="6599">
                  <c:v>2.65</c:v>
                </c:pt>
                <c:pt idx="6600">
                  <c:v>2.65</c:v>
                </c:pt>
                <c:pt idx="6601">
                  <c:v>2.65</c:v>
                </c:pt>
                <c:pt idx="6602">
                  <c:v>2.65</c:v>
                </c:pt>
                <c:pt idx="6603">
                  <c:v>2.65</c:v>
                </c:pt>
                <c:pt idx="6604">
                  <c:v>2.65</c:v>
                </c:pt>
                <c:pt idx="6605">
                  <c:v>2.65</c:v>
                </c:pt>
                <c:pt idx="6606">
                  <c:v>2.65</c:v>
                </c:pt>
                <c:pt idx="6607">
                  <c:v>2.65</c:v>
                </c:pt>
                <c:pt idx="6608">
                  <c:v>2.65</c:v>
                </c:pt>
                <c:pt idx="6609">
                  <c:v>2.65</c:v>
                </c:pt>
                <c:pt idx="6610">
                  <c:v>2.65</c:v>
                </c:pt>
                <c:pt idx="6611">
                  <c:v>2.65</c:v>
                </c:pt>
                <c:pt idx="6612">
                  <c:v>2.65</c:v>
                </c:pt>
                <c:pt idx="6613">
                  <c:v>2.65</c:v>
                </c:pt>
                <c:pt idx="6614">
                  <c:v>2.65</c:v>
                </c:pt>
                <c:pt idx="6615">
                  <c:v>2.65</c:v>
                </c:pt>
                <c:pt idx="6616">
                  <c:v>2.65</c:v>
                </c:pt>
                <c:pt idx="6617">
                  <c:v>2.65</c:v>
                </c:pt>
                <c:pt idx="6618">
                  <c:v>2.65</c:v>
                </c:pt>
                <c:pt idx="6619">
                  <c:v>2.65</c:v>
                </c:pt>
                <c:pt idx="6620">
                  <c:v>2.65</c:v>
                </c:pt>
                <c:pt idx="6621">
                  <c:v>2.65</c:v>
                </c:pt>
                <c:pt idx="6622">
                  <c:v>2.65</c:v>
                </c:pt>
                <c:pt idx="6623">
                  <c:v>2.65</c:v>
                </c:pt>
                <c:pt idx="6624">
                  <c:v>2.65</c:v>
                </c:pt>
                <c:pt idx="6625">
                  <c:v>2.65</c:v>
                </c:pt>
                <c:pt idx="6626">
                  <c:v>2.65</c:v>
                </c:pt>
                <c:pt idx="6627">
                  <c:v>2.65</c:v>
                </c:pt>
                <c:pt idx="6628">
                  <c:v>2.65</c:v>
                </c:pt>
                <c:pt idx="6629">
                  <c:v>2.65</c:v>
                </c:pt>
                <c:pt idx="6630">
                  <c:v>2.65</c:v>
                </c:pt>
                <c:pt idx="6631">
                  <c:v>2.65</c:v>
                </c:pt>
                <c:pt idx="6632">
                  <c:v>2.65</c:v>
                </c:pt>
                <c:pt idx="6633">
                  <c:v>2.4</c:v>
                </c:pt>
                <c:pt idx="6634">
                  <c:v>2.4</c:v>
                </c:pt>
                <c:pt idx="6635">
                  <c:v>2.4</c:v>
                </c:pt>
                <c:pt idx="6636">
                  <c:v>2.4</c:v>
                </c:pt>
                <c:pt idx="6637">
                  <c:v>2.4</c:v>
                </c:pt>
                <c:pt idx="6638">
                  <c:v>2.4</c:v>
                </c:pt>
                <c:pt idx="6639">
                  <c:v>2.4</c:v>
                </c:pt>
                <c:pt idx="6640">
                  <c:v>2.4</c:v>
                </c:pt>
                <c:pt idx="6641">
                  <c:v>2.4</c:v>
                </c:pt>
                <c:pt idx="6642">
                  <c:v>2.4</c:v>
                </c:pt>
                <c:pt idx="6643">
                  <c:v>2.4</c:v>
                </c:pt>
                <c:pt idx="6644">
                  <c:v>2.4</c:v>
                </c:pt>
                <c:pt idx="6645">
                  <c:v>2.4</c:v>
                </c:pt>
                <c:pt idx="6646">
                  <c:v>2.4</c:v>
                </c:pt>
                <c:pt idx="6647">
                  <c:v>2.4</c:v>
                </c:pt>
                <c:pt idx="6648">
                  <c:v>2.4</c:v>
                </c:pt>
                <c:pt idx="6649">
                  <c:v>2.4</c:v>
                </c:pt>
                <c:pt idx="6650">
                  <c:v>2.4</c:v>
                </c:pt>
                <c:pt idx="6651">
                  <c:v>2.4</c:v>
                </c:pt>
                <c:pt idx="6652">
                  <c:v>2.4</c:v>
                </c:pt>
                <c:pt idx="6653">
                  <c:v>2.4</c:v>
                </c:pt>
                <c:pt idx="6654">
                  <c:v>2.4</c:v>
                </c:pt>
                <c:pt idx="6655">
                  <c:v>2.4</c:v>
                </c:pt>
                <c:pt idx="6656">
                  <c:v>2.4</c:v>
                </c:pt>
                <c:pt idx="6657">
                  <c:v>2.4</c:v>
                </c:pt>
                <c:pt idx="6658">
                  <c:v>2.4</c:v>
                </c:pt>
                <c:pt idx="6659">
                  <c:v>2.4</c:v>
                </c:pt>
                <c:pt idx="6660">
                  <c:v>2.4</c:v>
                </c:pt>
                <c:pt idx="6661">
                  <c:v>2.4</c:v>
                </c:pt>
                <c:pt idx="6662">
                  <c:v>2.4</c:v>
                </c:pt>
                <c:pt idx="6663">
                  <c:v>2.4</c:v>
                </c:pt>
                <c:pt idx="6664">
                  <c:v>2.4</c:v>
                </c:pt>
                <c:pt idx="6665">
                  <c:v>2.4</c:v>
                </c:pt>
                <c:pt idx="6666">
                  <c:v>2.4</c:v>
                </c:pt>
                <c:pt idx="6667">
                  <c:v>2.4</c:v>
                </c:pt>
                <c:pt idx="6668">
                  <c:v>2.4</c:v>
                </c:pt>
                <c:pt idx="6669">
                  <c:v>2.4</c:v>
                </c:pt>
                <c:pt idx="6670">
                  <c:v>2.4</c:v>
                </c:pt>
                <c:pt idx="6671">
                  <c:v>2.4</c:v>
                </c:pt>
                <c:pt idx="6672">
                  <c:v>2.4</c:v>
                </c:pt>
                <c:pt idx="6673">
                  <c:v>2.4</c:v>
                </c:pt>
                <c:pt idx="6674">
                  <c:v>2.4</c:v>
                </c:pt>
                <c:pt idx="6675">
                  <c:v>2.4</c:v>
                </c:pt>
                <c:pt idx="6676">
                  <c:v>2.4</c:v>
                </c:pt>
                <c:pt idx="6677">
                  <c:v>2.4</c:v>
                </c:pt>
                <c:pt idx="6678">
                  <c:v>2.4</c:v>
                </c:pt>
                <c:pt idx="6679">
                  <c:v>2.4</c:v>
                </c:pt>
                <c:pt idx="6680">
                  <c:v>2.4</c:v>
                </c:pt>
                <c:pt idx="6681">
                  <c:v>2.4</c:v>
                </c:pt>
                <c:pt idx="6682">
                  <c:v>2.4</c:v>
                </c:pt>
                <c:pt idx="6683">
                  <c:v>2.4</c:v>
                </c:pt>
                <c:pt idx="6684">
                  <c:v>2.4</c:v>
                </c:pt>
                <c:pt idx="6685">
                  <c:v>2.4</c:v>
                </c:pt>
                <c:pt idx="6686">
                  <c:v>2.4</c:v>
                </c:pt>
                <c:pt idx="6687">
                  <c:v>2.4</c:v>
                </c:pt>
                <c:pt idx="6688">
                  <c:v>2.4</c:v>
                </c:pt>
                <c:pt idx="6689">
                  <c:v>2.4</c:v>
                </c:pt>
                <c:pt idx="6690">
                  <c:v>2.4</c:v>
                </c:pt>
                <c:pt idx="6691">
                  <c:v>2.4</c:v>
                </c:pt>
                <c:pt idx="6692">
                  <c:v>2.4</c:v>
                </c:pt>
                <c:pt idx="6693">
                  <c:v>2.4</c:v>
                </c:pt>
                <c:pt idx="6694">
                  <c:v>2.4</c:v>
                </c:pt>
                <c:pt idx="6695">
                  <c:v>2.4</c:v>
                </c:pt>
                <c:pt idx="6696">
                  <c:v>2.4</c:v>
                </c:pt>
                <c:pt idx="6697">
                  <c:v>2.4</c:v>
                </c:pt>
                <c:pt idx="6698">
                  <c:v>2.4</c:v>
                </c:pt>
                <c:pt idx="6699">
                  <c:v>2.4</c:v>
                </c:pt>
                <c:pt idx="6700">
                  <c:v>2.4</c:v>
                </c:pt>
                <c:pt idx="6701">
                  <c:v>2.4</c:v>
                </c:pt>
                <c:pt idx="6702">
                  <c:v>2.4</c:v>
                </c:pt>
                <c:pt idx="6703">
                  <c:v>2.4</c:v>
                </c:pt>
                <c:pt idx="6704">
                  <c:v>2.4</c:v>
                </c:pt>
                <c:pt idx="6705">
                  <c:v>2.4</c:v>
                </c:pt>
                <c:pt idx="6706">
                  <c:v>2.4</c:v>
                </c:pt>
                <c:pt idx="6707">
                  <c:v>2.4</c:v>
                </c:pt>
                <c:pt idx="6708">
                  <c:v>2.4</c:v>
                </c:pt>
                <c:pt idx="6709">
                  <c:v>2.4</c:v>
                </c:pt>
                <c:pt idx="6710">
                  <c:v>2.4</c:v>
                </c:pt>
                <c:pt idx="6711">
                  <c:v>2.4</c:v>
                </c:pt>
                <c:pt idx="6712">
                  <c:v>2.4</c:v>
                </c:pt>
                <c:pt idx="6713">
                  <c:v>2.4</c:v>
                </c:pt>
                <c:pt idx="6714">
                  <c:v>2.4</c:v>
                </c:pt>
                <c:pt idx="6715">
                  <c:v>2.4</c:v>
                </c:pt>
                <c:pt idx="6716">
                  <c:v>2.4</c:v>
                </c:pt>
                <c:pt idx="6717">
                  <c:v>2.4</c:v>
                </c:pt>
                <c:pt idx="6718">
                  <c:v>2.4</c:v>
                </c:pt>
                <c:pt idx="6719">
                  <c:v>2.4</c:v>
                </c:pt>
                <c:pt idx="6720">
                  <c:v>2.4</c:v>
                </c:pt>
                <c:pt idx="6721">
                  <c:v>2.4</c:v>
                </c:pt>
                <c:pt idx="6722">
                  <c:v>2.4</c:v>
                </c:pt>
                <c:pt idx="6723">
                  <c:v>2.4</c:v>
                </c:pt>
                <c:pt idx="6724">
                  <c:v>2.4</c:v>
                </c:pt>
                <c:pt idx="6725">
                  <c:v>2.4</c:v>
                </c:pt>
                <c:pt idx="6726">
                  <c:v>2.4</c:v>
                </c:pt>
                <c:pt idx="6727">
                  <c:v>2.4</c:v>
                </c:pt>
                <c:pt idx="6728">
                  <c:v>2.4</c:v>
                </c:pt>
                <c:pt idx="6729">
                  <c:v>2.4</c:v>
                </c:pt>
                <c:pt idx="6730">
                  <c:v>2.4</c:v>
                </c:pt>
                <c:pt idx="6731">
                  <c:v>2.4</c:v>
                </c:pt>
                <c:pt idx="6732">
                  <c:v>2.4</c:v>
                </c:pt>
                <c:pt idx="6733">
                  <c:v>2.4</c:v>
                </c:pt>
                <c:pt idx="6734">
                  <c:v>2.4</c:v>
                </c:pt>
                <c:pt idx="6735">
                  <c:v>2.4</c:v>
                </c:pt>
                <c:pt idx="6736">
                  <c:v>2.4</c:v>
                </c:pt>
                <c:pt idx="6737">
                  <c:v>2.4</c:v>
                </c:pt>
                <c:pt idx="6738">
                  <c:v>2.4</c:v>
                </c:pt>
                <c:pt idx="6739">
                  <c:v>2.4</c:v>
                </c:pt>
                <c:pt idx="6740">
                  <c:v>2.4</c:v>
                </c:pt>
                <c:pt idx="6741">
                  <c:v>2.4</c:v>
                </c:pt>
                <c:pt idx="6742">
                  <c:v>2.4</c:v>
                </c:pt>
                <c:pt idx="6743">
                  <c:v>2.4</c:v>
                </c:pt>
                <c:pt idx="6744">
                  <c:v>2.4</c:v>
                </c:pt>
                <c:pt idx="6745">
                  <c:v>2.4</c:v>
                </c:pt>
                <c:pt idx="6746">
                  <c:v>2.4</c:v>
                </c:pt>
                <c:pt idx="6747">
                  <c:v>2.4</c:v>
                </c:pt>
                <c:pt idx="6748">
                  <c:v>2.4</c:v>
                </c:pt>
                <c:pt idx="6749">
                  <c:v>2.4</c:v>
                </c:pt>
                <c:pt idx="6750">
                  <c:v>2.4</c:v>
                </c:pt>
                <c:pt idx="6751">
                  <c:v>2.4</c:v>
                </c:pt>
                <c:pt idx="6752">
                  <c:v>2.4</c:v>
                </c:pt>
                <c:pt idx="6753">
                  <c:v>2.4</c:v>
                </c:pt>
                <c:pt idx="6754">
                  <c:v>2.4</c:v>
                </c:pt>
                <c:pt idx="6755">
                  <c:v>2.4</c:v>
                </c:pt>
                <c:pt idx="6756">
                  <c:v>2.4</c:v>
                </c:pt>
                <c:pt idx="6757">
                  <c:v>2.4</c:v>
                </c:pt>
                <c:pt idx="6758">
                  <c:v>2.4</c:v>
                </c:pt>
                <c:pt idx="6759">
                  <c:v>2.4</c:v>
                </c:pt>
                <c:pt idx="6760">
                  <c:v>2.4</c:v>
                </c:pt>
                <c:pt idx="6761">
                  <c:v>2.4</c:v>
                </c:pt>
                <c:pt idx="6762">
                  <c:v>2.4</c:v>
                </c:pt>
                <c:pt idx="6763">
                  <c:v>2.4</c:v>
                </c:pt>
                <c:pt idx="6764">
                  <c:v>2.4</c:v>
                </c:pt>
                <c:pt idx="6765">
                  <c:v>2.4</c:v>
                </c:pt>
                <c:pt idx="6766">
                  <c:v>2.4</c:v>
                </c:pt>
                <c:pt idx="6767">
                  <c:v>2.4</c:v>
                </c:pt>
                <c:pt idx="6768">
                  <c:v>2.4</c:v>
                </c:pt>
                <c:pt idx="6769">
                  <c:v>2.4</c:v>
                </c:pt>
                <c:pt idx="6770">
                  <c:v>2.4</c:v>
                </c:pt>
                <c:pt idx="6771">
                  <c:v>2.4</c:v>
                </c:pt>
                <c:pt idx="6772">
                  <c:v>2.4</c:v>
                </c:pt>
                <c:pt idx="6773">
                  <c:v>2.4</c:v>
                </c:pt>
                <c:pt idx="6774">
                  <c:v>2.4</c:v>
                </c:pt>
                <c:pt idx="6775">
                  <c:v>2.4</c:v>
                </c:pt>
                <c:pt idx="6776">
                  <c:v>2.4</c:v>
                </c:pt>
                <c:pt idx="6777">
                  <c:v>2.4</c:v>
                </c:pt>
                <c:pt idx="6778">
                  <c:v>2.4</c:v>
                </c:pt>
                <c:pt idx="6779">
                  <c:v>2.4</c:v>
                </c:pt>
                <c:pt idx="6780">
                  <c:v>2.4</c:v>
                </c:pt>
                <c:pt idx="6781">
                  <c:v>2.4</c:v>
                </c:pt>
                <c:pt idx="6782">
                  <c:v>2.4</c:v>
                </c:pt>
                <c:pt idx="6783">
                  <c:v>2.4</c:v>
                </c:pt>
                <c:pt idx="6784">
                  <c:v>2.4</c:v>
                </c:pt>
                <c:pt idx="6785">
                  <c:v>2.4</c:v>
                </c:pt>
                <c:pt idx="6786">
                  <c:v>2.4</c:v>
                </c:pt>
                <c:pt idx="6787">
                  <c:v>2.4</c:v>
                </c:pt>
                <c:pt idx="6788">
                  <c:v>2.4</c:v>
                </c:pt>
                <c:pt idx="6789">
                  <c:v>2.4</c:v>
                </c:pt>
                <c:pt idx="6790">
                  <c:v>2.4</c:v>
                </c:pt>
                <c:pt idx="6791">
                  <c:v>2.4</c:v>
                </c:pt>
                <c:pt idx="6792">
                  <c:v>2.4</c:v>
                </c:pt>
                <c:pt idx="6793">
                  <c:v>2.4</c:v>
                </c:pt>
                <c:pt idx="6794">
                  <c:v>2.4</c:v>
                </c:pt>
                <c:pt idx="6795">
                  <c:v>2.4</c:v>
                </c:pt>
                <c:pt idx="6796">
                  <c:v>2.4</c:v>
                </c:pt>
                <c:pt idx="6797">
                  <c:v>2.4</c:v>
                </c:pt>
                <c:pt idx="6798">
                  <c:v>2.4</c:v>
                </c:pt>
                <c:pt idx="6799">
                  <c:v>2.4</c:v>
                </c:pt>
                <c:pt idx="6800">
                  <c:v>2.4</c:v>
                </c:pt>
                <c:pt idx="6801">
                  <c:v>2.4</c:v>
                </c:pt>
                <c:pt idx="6802">
                  <c:v>2.4</c:v>
                </c:pt>
                <c:pt idx="6803">
                  <c:v>2.4</c:v>
                </c:pt>
                <c:pt idx="6804">
                  <c:v>2.4</c:v>
                </c:pt>
                <c:pt idx="6805">
                  <c:v>2.4</c:v>
                </c:pt>
                <c:pt idx="6806">
                  <c:v>2.4</c:v>
                </c:pt>
                <c:pt idx="6807">
                  <c:v>2.4</c:v>
                </c:pt>
                <c:pt idx="6808">
                  <c:v>2.4</c:v>
                </c:pt>
                <c:pt idx="6809">
                  <c:v>2.4</c:v>
                </c:pt>
                <c:pt idx="6810">
                  <c:v>2.4</c:v>
                </c:pt>
                <c:pt idx="6811">
                  <c:v>2.4</c:v>
                </c:pt>
                <c:pt idx="6812">
                  <c:v>2.4</c:v>
                </c:pt>
                <c:pt idx="6813">
                  <c:v>2.4</c:v>
                </c:pt>
                <c:pt idx="6814">
                  <c:v>2.4</c:v>
                </c:pt>
                <c:pt idx="6815">
                  <c:v>2.4</c:v>
                </c:pt>
                <c:pt idx="6816">
                  <c:v>2.4</c:v>
                </c:pt>
                <c:pt idx="6817">
                  <c:v>2.4</c:v>
                </c:pt>
                <c:pt idx="6818">
                  <c:v>2.4</c:v>
                </c:pt>
                <c:pt idx="6819">
                  <c:v>2.4</c:v>
                </c:pt>
                <c:pt idx="6820">
                  <c:v>2.4</c:v>
                </c:pt>
                <c:pt idx="6821">
                  <c:v>2.4</c:v>
                </c:pt>
                <c:pt idx="6822">
                  <c:v>2.4</c:v>
                </c:pt>
                <c:pt idx="6823">
                  <c:v>2.4</c:v>
                </c:pt>
                <c:pt idx="6824">
                  <c:v>2.4</c:v>
                </c:pt>
                <c:pt idx="6825">
                  <c:v>2.4</c:v>
                </c:pt>
                <c:pt idx="6826">
                  <c:v>2.4</c:v>
                </c:pt>
                <c:pt idx="6827">
                  <c:v>2.4</c:v>
                </c:pt>
                <c:pt idx="6828">
                  <c:v>2.4</c:v>
                </c:pt>
                <c:pt idx="6829">
                  <c:v>2.4</c:v>
                </c:pt>
                <c:pt idx="6830">
                  <c:v>2.4</c:v>
                </c:pt>
                <c:pt idx="6831">
                  <c:v>2.4</c:v>
                </c:pt>
                <c:pt idx="6832">
                  <c:v>2.4</c:v>
                </c:pt>
                <c:pt idx="6833">
                  <c:v>2.4</c:v>
                </c:pt>
                <c:pt idx="6834">
                  <c:v>2.4</c:v>
                </c:pt>
                <c:pt idx="6835">
                  <c:v>2.4</c:v>
                </c:pt>
                <c:pt idx="6836">
                  <c:v>2.4</c:v>
                </c:pt>
                <c:pt idx="6837">
                  <c:v>2.4</c:v>
                </c:pt>
                <c:pt idx="6838">
                  <c:v>2.4</c:v>
                </c:pt>
                <c:pt idx="6839">
                  <c:v>2.4</c:v>
                </c:pt>
                <c:pt idx="6840">
                  <c:v>2.4</c:v>
                </c:pt>
                <c:pt idx="6841">
                  <c:v>2.4</c:v>
                </c:pt>
                <c:pt idx="6842">
                  <c:v>2.4</c:v>
                </c:pt>
                <c:pt idx="6843">
                  <c:v>2.4</c:v>
                </c:pt>
                <c:pt idx="6844">
                  <c:v>2.4</c:v>
                </c:pt>
                <c:pt idx="6845">
                  <c:v>2.4</c:v>
                </c:pt>
                <c:pt idx="6846">
                  <c:v>2.4</c:v>
                </c:pt>
                <c:pt idx="6847">
                  <c:v>2.4</c:v>
                </c:pt>
                <c:pt idx="6848">
                  <c:v>2.4</c:v>
                </c:pt>
                <c:pt idx="6849">
                  <c:v>2.4</c:v>
                </c:pt>
                <c:pt idx="6850">
                  <c:v>2.4</c:v>
                </c:pt>
                <c:pt idx="6851">
                  <c:v>2.4</c:v>
                </c:pt>
                <c:pt idx="6852">
                  <c:v>2.4</c:v>
                </c:pt>
                <c:pt idx="6853">
                  <c:v>2.4</c:v>
                </c:pt>
                <c:pt idx="6854">
                  <c:v>2.4</c:v>
                </c:pt>
                <c:pt idx="6855">
                  <c:v>2.4</c:v>
                </c:pt>
                <c:pt idx="6856">
                  <c:v>2.4</c:v>
                </c:pt>
                <c:pt idx="6857">
                  <c:v>2.4</c:v>
                </c:pt>
                <c:pt idx="6858">
                  <c:v>2.4</c:v>
                </c:pt>
                <c:pt idx="6859">
                  <c:v>2.4</c:v>
                </c:pt>
                <c:pt idx="6860">
                  <c:v>2.4</c:v>
                </c:pt>
                <c:pt idx="6861">
                  <c:v>2.4</c:v>
                </c:pt>
                <c:pt idx="6862">
                  <c:v>2.4</c:v>
                </c:pt>
                <c:pt idx="6863">
                  <c:v>2.4</c:v>
                </c:pt>
                <c:pt idx="6864">
                  <c:v>2.4</c:v>
                </c:pt>
                <c:pt idx="6865">
                  <c:v>2.4</c:v>
                </c:pt>
                <c:pt idx="6866">
                  <c:v>2.4</c:v>
                </c:pt>
                <c:pt idx="6867">
                  <c:v>2.4</c:v>
                </c:pt>
                <c:pt idx="6868">
                  <c:v>2.4</c:v>
                </c:pt>
                <c:pt idx="6869">
                  <c:v>2.4</c:v>
                </c:pt>
                <c:pt idx="6870">
                  <c:v>2.4</c:v>
                </c:pt>
                <c:pt idx="6871">
                  <c:v>2.4</c:v>
                </c:pt>
                <c:pt idx="6872">
                  <c:v>2.4</c:v>
                </c:pt>
                <c:pt idx="6873">
                  <c:v>2.4</c:v>
                </c:pt>
                <c:pt idx="6874">
                  <c:v>2.4</c:v>
                </c:pt>
                <c:pt idx="6875">
                  <c:v>2.4</c:v>
                </c:pt>
                <c:pt idx="6876">
                  <c:v>2.4</c:v>
                </c:pt>
                <c:pt idx="6877">
                  <c:v>2.4</c:v>
                </c:pt>
                <c:pt idx="6878">
                  <c:v>2.4</c:v>
                </c:pt>
                <c:pt idx="6879">
                  <c:v>2.4</c:v>
                </c:pt>
                <c:pt idx="6880">
                  <c:v>2.4</c:v>
                </c:pt>
                <c:pt idx="6881">
                  <c:v>2.4</c:v>
                </c:pt>
                <c:pt idx="6882">
                  <c:v>2.4</c:v>
                </c:pt>
                <c:pt idx="6883">
                  <c:v>2.4</c:v>
                </c:pt>
                <c:pt idx="6884">
                  <c:v>2.4</c:v>
                </c:pt>
                <c:pt idx="6885">
                  <c:v>2.4</c:v>
                </c:pt>
                <c:pt idx="6886">
                  <c:v>2.4</c:v>
                </c:pt>
                <c:pt idx="6887">
                  <c:v>2.4</c:v>
                </c:pt>
                <c:pt idx="6888">
                  <c:v>2.4</c:v>
                </c:pt>
                <c:pt idx="6889">
                  <c:v>2.4</c:v>
                </c:pt>
                <c:pt idx="6890">
                  <c:v>2.4</c:v>
                </c:pt>
                <c:pt idx="6891">
                  <c:v>2.4</c:v>
                </c:pt>
                <c:pt idx="6892">
                  <c:v>2.4</c:v>
                </c:pt>
                <c:pt idx="6893">
                  <c:v>2.4</c:v>
                </c:pt>
                <c:pt idx="6894">
                  <c:v>2.4</c:v>
                </c:pt>
                <c:pt idx="6895">
                  <c:v>2.4</c:v>
                </c:pt>
                <c:pt idx="6896">
                  <c:v>2.4</c:v>
                </c:pt>
                <c:pt idx="6897">
                  <c:v>2.4</c:v>
                </c:pt>
                <c:pt idx="6898">
                  <c:v>2.65</c:v>
                </c:pt>
                <c:pt idx="6899">
                  <c:v>2.65</c:v>
                </c:pt>
              </c:numCache>
            </c:numRef>
          </c:val>
          <c:smooth val="0"/>
          <c:extLst>
            <c:ext xmlns:c16="http://schemas.microsoft.com/office/drawing/2014/chart" uri="{C3380CC4-5D6E-409C-BE32-E72D297353CC}">
              <c16:uniqueId val="{00000002-DE25-4BD3-B5D0-17D142CBEE90}"/>
            </c:ext>
          </c:extLst>
        </c:ser>
        <c:dLbls>
          <c:showLegendKey val="0"/>
          <c:showVal val="0"/>
          <c:showCatName val="0"/>
          <c:showSerName val="0"/>
          <c:showPercent val="0"/>
          <c:showBubbleSize val="0"/>
        </c:dLbls>
        <c:smooth val="0"/>
        <c:axId val="316317840"/>
        <c:axId val="316319472"/>
      </c:lineChart>
      <c:dateAx>
        <c:axId val="316317840"/>
        <c:scaling>
          <c:orientation val="minMax"/>
        </c:scaling>
        <c:delete val="0"/>
        <c:axPos val="b"/>
        <c:numFmt formatCode="m/d/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316319472"/>
        <c:crosses val="autoZero"/>
        <c:auto val="1"/>
        <c:lblOffset val="100"/>
        <c:baseTimeUnit val="days"/>
      </c:dateAx>
      <c:valAx>
        <c:axId val="3163194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316317840"/>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2"/>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85914260715E-2"/>
          <c:y val="5.4187809857101206E-2"/>
          <c:w val="0.92358880139982502"/>
          <c:h val="0.74717790047048405"/>
        </c:manualLayout>
      </c:layout>
      <c:barChart>
        <c:barDir val="col"/>
        <c:grouping val="clustered"/>
        <c:varyColors val="0"/>
        <c:ser>
          <c:idx val="0"/>
          <c:order val="0"/>
          <c:tx>
            <c:strRef>
              <c:f>欧元区CPI!$F$1</c:f>
              <c:strCache>
                <c:ptCount val="1"/>
                <c:pt idx="0">
                  <c:v>欧元区CPI，同比，左轴（%）</c:v>
                </c:pt>
              </c:strCache>
            </c:strRef>
          </c:tx>
          <c:spPr>
            <a:solidFill>
              <a:sysClr val="window" lastClr="FFFFFF">
                <a:lumMod val="75000"/>
              </a:sysClr>
            </a:solidFill>
            <a:ln w="25400" cmpd="sng">
              <a:noFill/>
              <a:prstDash val="solid"/>
            </a:ln>
            <a:effectLst/>
          </c:spPr>
          <c:invertIfNegative val="0"/>
          <c:cat>
            <c:strRef>
              <c:f>欧元区CPI!$E$2:$E$19</c:f>
              <c:strCache>
                <c:ptCount val="18"/>
                <c:pt idx="0">
                  <c:v>2024 - Dec</c:v>
                </c:pt>
                <c:pt idx="1">
                  <c:v>2025 - Jan</c:v>
                </c:pt>
                <c:pt idx="2">
                  <c:v>2025 - Feb</c:v>
                </c:pt>
                <c:pt idx="3">
                  <c:v>2025 - Mar</c:v>
                </c:pt>
                <c:pt idx="4">
                  <c:v>2025 - Apr</c:v>
                </c:pt>
                <c:pt idx="5">
                  <c:v>2025 - May</c:v>
                </c:pt>
                <c:pt idx="6">
                  <c:v>2025 - Jun</c:v>
                </c:pt>
                <c:pt idx="7">
                  <c:v>2025 - Jul</c:v>
                </c:pt>
                <c:pt idx="8">
                  <c:v>2025 - Aug</c:v>
                </c:pt>
                <c:pt idx="9">
                  <c:v>2025 - Sep</c:v>
                </c:pt>
                <c:pt idx="10">
                  <c:v>2025 - Oct</c:v>
                </c:pt>
                <c:pt idx="11">
                  <c:v>2025 - Nov</c:v>
                </c:pt>
                <c:pt idx="12">
                  <c:v>2025 - Dec</c:v>
                </c:pt>
                <c:pt idx="13">
                  <c:v>2026 - Jan</c:v>
                </c:pt>
                <c:pt idx="14">
                  <c:v>2026 - Feb</c:v>
                </c:pt>
                <c:pt idx="15">
                  <c:v>2026 - Mar</c:v>
                </c:pt>
                <c:pt idx="16">
                  <c:v>2026 - Apr</c:v>
                </c:pt>
                <c:pt idx="17">
                  <c:v>2026 - May</c:v>
                </c:pt>
              </c:strCache>
            </c:strRef>
          </c:cat>
          <c:val>
            <c:numRef>
              <c:f>欧元区CPI!$F$2:$F$19</c:f>
              <c:numCache>
                <c:formatCode>General</c:formatCode>
                <c:ptCount val="18"/>
                <c:pt idx="0">
                  <c:v>2.4300000000000002</c:v>
                </c:pt>
                <c:pt idx="1">
                  <c:v>2.5299999999999998</c:v>
                </c:pt>
                <c:pt idx="2">
                  <c:v>2.34</c:v>
                </c:pt>
                <c:pt idx="3">
                  <c:v>2.19</c:v>
                </c:pt>
                <c:pt idx="4">
                  <c:v>2.17</c:v>
                </c:pt>
                <c:pt idx="5">
                  <c:v>1.9</c:v>
                </c:pt>
                <c:pt idx="6">
                  <c:v>1.98</c:v>
                </c:pt>
                <c:pt idx="7">
                  <c:v>2.0499999999999998</c:v>
                </c:pt>
                <c:pt idx="8">
                  <c:v>2.06</c:v>
                </c:pt>
                <c:pt idx="9">
                  <c:v>2.25</c:v>
                </c:pt>
                <c:pt idx="10">
                  <c:v>2.12</c:v>
                </c:pt>
                <c:pt idx="11">
                  <c:v>2.15</c:v>
                </c:pt>
                <c:pt idx="12">
                  <c:v>1.98</c:v>
                </c:pt>
                <c:pt idx="13">
                  <c:v>1.67</c:v>
                </c:pt>
                <c:pt idx="14">
                  <c:v>1.89</c:v>
                </c:pt>
                <c:pt idx="15">
                  <c:v>2.56</c:v>
                </c:pt>
                <c:pt idx="16">
                  <c:v>3.05</c:v>
                </c:pt>
                <c:pt idx="17">
                  <c:v>3.18</c:v>
                </c:pt>
              </c:numCache>
            </c:numRef>
          </c:val>
          <c:extLst>
            <c:ext xmlns:c16="http://schemas.microsoft.com/office/drawing/2014/chart" uri="{C3380CC4-5D6E-409C-BE32-E72D297353CC}">
              <c16:uniqueId val="{00000000-302B-4863-A523-47583333E643}"/>
            </c:ext>
          </c:extLst>
        </c:ser>
        <c:dLbls>
          <c:showLegendKey val="0"/>
          <c:showVal val="0"/>
          <c:showCatName val="0"/>
          <c:showSerName val="0"/>
          <c:showPercent val="0"/>
          <c:showBubbleSize val="0"/>
        </c:dLbls>
        <c:gapWidth val="150"/>
        <c:axId val="-266031584"/>
        <c:axId val="-266031040"/>
      </c:barChart>
      <c:lineChart>
        <c:grouping val="standard"/>
        <c:varyColors val="0"/>
        <c:ser>
          <c:idx val="1"/>
          <c:order val="1"/>
          <c:tx>
            <c:strRef>
              <c:f>欧元区CPI!$G$1</c:f>
              <c:strCache>
                <c:ptCount val="1"/>
                <c:pt idx="0">
                  <c:v>欧元区GDP增速，季度同比，右轴（%）</c:v>
                </c:pt>
              </c:strCache>
            </c:strRef>
          </c:tx>
          <c:spPr>
            <a:ln w="22225" cap="rnd">
              <a:solidFill>
                <a:srgbClr val="8064A2"/>
              </a:solidFill>
              <a:round/>
            </a:ln>
            <a:effectLst/>
          </c:spPr>
          <c:marker>
            <c:symbol val="none"/>
          </c:marker>
          <c:cat>
            <c:strRef>
              <c:f>欧元区CPI!$E$2:$E$19</c:f>
              <c:strCache>
                <c:ptCount val="18"/>
                <c:pt idx="0">
                  <c:v>2024 - Dec</c:v>
                </c:pt>
                <c:pt idx="1">
                  <c:v>2025 - Jan</c:v>
                </c:pt>
                <c:pt idx="2">
                  <c:v>2025 - Feb</c:v>
                </c:pt>
                <c:pt idx="3">
                  <c:v>2025 - Mar</c:v>
                </c:pt>
                <c:pt idx="4">
                  <c:v>2025 - Apr</c:v>
                </c:pt>
                <c:pt idx="5">
                  <c:v>2025 - May</c:v>
                </c:pt>
                <c:pt idx="6">
                  <c:v>2025 - Jun</c:v>
                </c:pt>
                <c:pt idx="7">
                  <c:v>2025 - Jul</c:v>
                </c:pt>
                <c:pt idx="8">
                  <c:v>2025 - Aug</c:v>
                </c:pt>
                <c:pt idx="9">
                  <c:v>2025 - Sep</c:v>
                </c:pt>
                <c:pt idx="10">
                  <c:v>2025 - Oct</c:v>
                </c:pt>
                <c:pt idx="11">
                  <c:v>2025 - Nov</c:v>
                </c:pt>
                <c:pt idx="12">
                  <c:v>2025 - Dec</c:v>
                </c:pt>
                <c:pt idx="13">
                  <c:v>2026 - Jan</c:v>
                </c:pt>
                <c:pt idx="14">
                  <c:v>2026 - Feb</c:v>
                </c:pt>
                <c:pt idx="15">
                  <c:v>2026 - Mar</c:v>
                </c:pt>
                <c:pt idx="16">
                  <c:v>2026 - Apr</c:v>
                </c:pt>
                <c:pt idx="17">
                  <c:v>2026 - May</c:v>
                </c:pt>
              </c:strCache>
            </c:strRef>
          </c:cat>
          <c:val>
            <c:numRef>
              <c:f>欧元区CPI!$G$2:$G$19</c:f>
              <c:numCache>
                <c:formatCode>General</c:formatCode>
                <c:ptCount val="18"/>
                <c:pt idx="0">
                  <c:v>0.1</c:v>
                </c:pt>
                <c:pt idx="3">
                  <c:v>0.3</c:v>
                </c:pt>
                <c:pt idx="6">
                  <c:v>0.1</c:v>
                </c:pt>
                <c:pt idx="9">
                  <c:v>0.2</c:v>
                </c:pt>
                <c:pt idx="12">
                  <c:v>0.3</c:v>
                </c:pt>
                <c:pt idx="15">
                  <c:v>0.1</c:v>
                </c:pt>
              </c:numCache>
            </c:numRef>
          </c:val>
          <c:smooth val="0"/>
          <c:extLst>
            <c:ext xmlns:c16="http://schemas.microsoft.com/office/drawing/2014/chart" uri="{C3380CC4-5D6E-409C-BE32-E72D297353CC}">
              <c16:uniqueId val="{00000001-302B-4863-A523-47583333E643}"/>
            </c:ext>
          </c:extLst>
        </c:ser>
        <c:dLbls>
          <c:showLegendKey val="0"/>
          <c:showVal val="0"/>
          <c:showCatName val="0"/>
          <c:showSerName val="0"/>
          <c:showPercent val="0"/>
          <c:showBubbleSize val="0"/>
        </c:dLbls>
        <c:marker val="1"/>
        <c:smooth val="0"/>
        <c:axId val="1757314591"/>
        <c:axId val="1757310271"/>
      </c:lineChart>
      <c:cat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2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Algn val="ctr"/>
        <c:lblOffset val="100"/>
        <c:noMultiLvlLbl val="0"/>
      </c:catAx>
      <c:valAx>
        <c:axId val="-266031040"/>
        <c:scaling>
          <c:orientation val="minMax"/>
          <c:max val="4"/>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2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valAx>
        <c:axId val="1757310271"/>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2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1757314591"/>
        <c:crosses val="max"/>
        <c:crossBetween val="between"/>
      </c:valAx>
      <c:catAx>
        <c:axId val="1757314591"/>
        <c:scaling>
          <c:orientation val="minMax"/>
        </c:scaling>
        <c:delete val="1"/>
        <c:axPos val="b"/>
        <c:numFmt formatCode="General" sourceLinked="1"/>
        <c:majorTickMark val="out"/>
        <c:minorTickMark val="none"/>
        <c:tickLblPos val="nextTo"/>
        <c:crossAx val="1757310271"/>
        <c:crosses val="autoZero"/>
        <c:auto val="1"/>
        <c:lblAlgn val="ctr"/>
        <c:lblOffset val="100"/>
        <c:noMultiLvlLbl val="0"/>
      </c:catAx>
      <c:spPr>
        <a:noFill/>
        <a:ln>
          <a:noFill/>
        </a:ln>
        <a:effectLst/>
      </c:spPr>
    </c:plotArea>
    <c:legend>
      <c:legendPos val="t"/>
      <c:legendEntry>
        <c:idx val="0"/>
        <c:txPr>
          <a:bodyPr rot="0" spcFirstLastPara="1" vertOverflow="ellipsis" vert="horz" wrap="square" anchor="ctr" anchorCtr="1"/>
          <a:lstStyle/>
          <a:p>
            <a:pPr>
              <a:defRPr lang="zh-CN" sz="12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2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ayout>
        <c:manualLayout>
          <c:xMode val="edge"/>
          <c:yMode val="edge"/>
          <c:x val="6.5166666666666664E-2"/>
          <c:y val="9.2592592592592587E-3"/>
          <c:w val="0.8696666666666667"/>
          <c:h val="6.8729585885097699E-2"/>
        </c:manualLayout>
      </c:layout>
      <c:overlay val="0"/>
      <c:spPr>
        <a:noFill/>
        <a:ln>
          <a:noFill/>
        </a:ln>
        <a:effectLst/>
      </c:spPr>
      <c:txPr>
        <a:bodyPr rot="0" spcFirstLastPara="1" vertOverflow="ellipsis" vert="horz" wrap="square" anchor="ctr" anchorCtr="1"/>
        <a:lstStyle/>
        <a:p>
          <a:pPr>
            <a:defRPr lang="zh-CN" sz="12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span"/>
    <c:showDLblsOverMax val="0"/>
    <c:extLst>
      <c:ext uri="{0b15fc19-7d7d-44ad-8c2d-2c3a37ce22c3}">
        <chartProps xmlns="https://web.wps.cn/et/2018/main" chartId="{d83da37d-f682-4ec4-8ea3-53dfa4504089}"/>
      </c:ex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lang="zh-CN" sz="12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0.13540014201755579"/>
          <c:w val="0.90128065554539027"/>
          <c:h val="0.69806962305172759"/>
        </c:manualLayout>
      </c:layout>
      <c:lineChart>
        <c:grouping val="standard"/>
        <c:varyColors val="0"/>
        <c:ser>
          <c:idx val="0"/>
          <c:order val="0"/>
          <c:tx>
            <c:strRef>
              <c:f>'worldwide policy rate'!$B$1</c:f>
              <c:strCache>
                <c:ptCount val="1"/>
                <c:pt idx="0">
                  <c:v>美国联邦基金利率上限，%</c:v>
                </c:pt>
              </c:strCache>
            </c:strRef>
          </c:tx>
          <c:spPr>
            <a:ln w="25400" cap="rnd" cmpd="sng">
              <a:solidFill>
                <a:srgbClr val="7C80C8"/>
              </a:solidFill>
              <a:prstDash val="solid"/>
              <a:round/>
            </a:ln>
            <a:effectLst/>
          </c:spPr>
          <c:marker>
            <c:symbol val="none"/>
          </c:marker>
          <c:cat>
            <c:numRef>
              <c:f>'worldwide policy rate'!$A$2612:$A$7950</c:f>
              <c:numCache>
                <c:formatCode>m/d/yyyy</c:formatCode>
                <c:ptCount val="5339"/>
                <c:pt idx="0">
                  <c:v>38719</c:v>
                </c:pt>
                <c:pt idx="1">
                  <c:v>38720</c:v>
                </c:pt>
                <c:pt idx="2">
                  <c:v>38721</c:v>
                </c:pt>
                <c:pt idx="3">
                  <c:v>38722</c:v>
                </c:pt>
                <c:pt idx="4">
                  <c:v>38723</c:v>
                </c:pt>
                <c:pt idx="5">
                  <c:v>38726</c:v>
                </c:pt>
                <c:pt idx="6">
                  <c:v>38727</c:v>
                </c:pt>
                <c:pt idx="7">
                  <c:v>38728</c:v>
                </c:pt>
                <c:pt idx="8">
                  <c:v>38729</c:v>
                </c:pt>
                <c:pt idx="9">
                  <c:v>38730</c:v>
                </c:pt>
                <c:pt idx="10">
                  <c:v>38733</c:v>
                </c:pt>
                <c:pt idx="11">
                  <c:v>38734</c:v>
                </c:pt>
                <c:pt idx="12">
                  <c:v>38735</c:v>
                </c:pt>
                <c:pt idx="13">
                  <c:v>38736</c:v>
                </c:pt>
                <c:pt idx="14">
                  <c:v>38737</c:v>
                </c:pt>
                <c:pt idx="15">
                  <c:v>38740</c:v>
                </c:pt>
                <c:pt idx="16">
                  <c:v>38741</c:v>
                </c:pt>
                <c:pt idx="17">
                  <c:v>38742</c:v>
                </c:pt>
                <c:pt idx="18">
                  <c:v>38743</c:v>
                </c:pt>
                <c:pt idx="19">
                  <c:v>38744</c:v>
                </c:pt>
                <c:pt idx="20">
                  <c:v>38747</c:v>
                </c:pt>
                <c:pt idx="21">
                  <c:v>38748</c:v>
                </c:pt>
                <c:pt idx="22">
                  <c:v>38749</c:v>
                </c:pt>
                <c:pt idx="23">
                  <c:v>38750</c:v>
                </c:pt>
                <c:pt idx="24">
                  <c:v>38751</c:v>
                </c:pt>
                <c:pt idx="25">
                  <c:v>38754</c:v>
                </c:pt>
                <c:pt idx="26">
                  <c:v>38755</c:v>
                </c:pt>
                <c:pt idx="27">
                  <c:v>38756</c:v>
                </c:pt>
                <c:pt idx="28">
                  <c:v>38757</c:v>
                </c:pt>
                <c:pt idx="29">
                  <c:v>38758</c:v>
                </c:pt>
                <c:pt idx="30">
                  <c:v>38761</c:v>
                </c:pt>
                <c:pt idx="31">
                  <c:v>38762</c:v>
                </c:pt>
                <c:pt idx="32">
                  <c:v>38763</c:v>
                </c:pt>
                <c:pt idx="33">
                  <c:v>38764</c:v>
                </c:pt>
                <c:pt idx="34">
                  <c:v>38765</c:v>
                </c:pt>
                <c:pt idx="35">
                  <c:v>38768</c:v>
                </c:pt>
                <c:pt idx="36">
                  <c:v>38769</c:v>
                </c:pt>
                <c:pt idx="37">
                  <c:v>38770</c:v>
                </c:pt>
                <c:pt idx="38">
                  <c:v>38771</c:v>
                </c:pt>
                <c:pt idx="39">
                  <c:v>38772</c:v>
                </c:pt>
                <c:pt idx="40">
                  <c:v>38775</c:v>
                </c:pt>
                <c:pt idx="41">
                  <c:v>38776</c:v>
                </c:pt>
                <c:pt idx="42">
                  <c:v>38777</c:v>
                </c:pt>
                <c:pt idx="43">
                  <c:v>38778</c:v>
                </c:pt>
                <c:pt idx="44">
                  <c:v>38779</c:v>
                </c:pt>
                <c:pt idx="45">
                  <c:v>38782</c:v>
                </c:pt>
                <c:pt idx="46">
                  <c:v>38783</c:v>
                </c:pt>
                <c:pt idx="47">
                  <c:v>38784</c:v>
                </c:pt>
                <c:pt idx="48">
                  <c:v>38785</c:v>
                </c:pt>
                <c:pt idx="49">
                  <c:v>38786</c:v>
                </c:pt>
                <c:pt idx="50">
                  <c:v>38789</c:v>
                </c:pt>
                <c:pt idx="51">
                  <c:v>38790</c:v>
                </c:pt>
                <c:pt idx="52">
                  <c:v>38791</c:v>
                </c:pt>
                <c:pt idx="53">
                  <c:v>38792</c:v>
                </c:pt>
                <c:pt idx="54">
                  <c:v>38793</c:v>
                </c:pt>
                <c:pt idx="55">
                  <c:v>38796</c:v>
                </c:pt>
                <c:pt idx="56">
                  <c:v>38797</c:v>
                </c:pt>
                <c:pt idx="57">
                  <c:v>38798</c:v>
                </c:pt>
                <c:pt idx="58">
                  <c:v>38799</c:v>
                </c:pt>
                <c:pt idx="59">
                  <c:v>38800</c:v>
                </c:pt>
                <c:pt idx="60">
                  <c:v>38803</c:v>
                </c:pt>
                <c:pt idx="61">
                  <c:v>38804</c:v>
                </c:pt>
                <c:pt idx="62">
                  <c:v>38805</c:v>
                </c:pt>
                <c:pt idx="63">
                  <c:v>38806</c:v>
                </c:pt>
                <c:pt idx="64">
                  <c:v>38807</c:v>
                </c:pt>
                <c:pt idx="65">
                  <c:v>38810</c:v>
                </c:pt>
                <c:pt idx="66">
                  <c:v>38811</c:v>
                </c:pt>
                <c:pt idx="67">
                  <c:v>38812</c:v>
                </c:pt>
                <c:pt idx="68">
                  <c:v>38813</c:v>
                </c:pt>
                <c:pt idx="69">
                  <c:v>38814</c:v>
                </c:pt>
                <c:pt idx="70">
                  <c:v>38817</c:v>
                </c:pt>
                <c:pt idx="71">
                  <c:v>38818</c:v>
                </c:pt>
                <c:pt idx="72">
                  <c:v>38819</c:v>
                </c:pt>
                <c:pt idx="73">
                  <c:v>38820</c:v>
                </c:pt>
                <c:pt idx="74">
                  <c:v>38821</c:v>
                </c:pt>
                <c:pt idx="75">
                  <c:v>38824</c:v>
                </c:pt>
                <c:pt idx="76">
                  <c:v>38825</c:v>
                </c:pt>
                <c:pt idx="77">
                  <c:v>38826</c:v>
                </c:pt>
                <c:pt idx="78">
                  <c:v>38827</c:v>
                </c:pt>
                <c:pt idx="79">
                  <c:v>38828</c:v>
                </c:pt>
                <c:pt idx="80">
                  <c:v>38831</c:v>
                </c:pt>
                <c:pt idx="81">
                  <c:v>38832</c:v>
                </c:pt>
                <c:pt idx="82">
                  <c:v>38833</c:v>
                </c:pt>
                <c:pt idx="83">
                  <c:v>38834</c:v>
                </c:pt>
                <c:pt idx="84">
                  <c:v>38835</c:v>
                </c:pt>
                <c:pt idx="85">
                  <c:v>38838</c:v>
                </c:pt>
                <c:pt idx="86">
                  <c:v>38839</c:v>
                </c:pt>
                <c:pt idx="87">
                  <c:v>38840</c:v>
                </c:pt>
                <c:pt idx="88">
                  <c:v>38841</c:v>
                </c:pt>
                <c:pt idx="89">
                  <c:v>38842</c:v>
                </c:pt>
                <c:pt idx="90">
                  <c:v>38845</c:v>
                </c:pt>
                <c:pt idx="91">
                  <c:v>38846</c:v>
                </c:pt>
                <c:pt idx="92">
                  <c:v>38847</c:v>
                </c:pt>
                <c:pt idx="93">
                  <c:v>38848</c:v>
                </c:pt>
                <c:pt idx="94">
                  <c:v>38849</c:v>
                </c:pt>
                <c:pt idx="95">
                  <c:v>38852</c:v>
                </c:pt>
                <c:pt idx="96">
                  <c:v>38853</c:v>
                </c:pt>
                <c:pt idx="97">
                  <c:v>38854</c:v>
                </c:pt>
                <c:pt idx="98">
                  <c:v>38855</c:v>
                </c:pt>
                <c:pt idx="99">
                  <c:v>38856</c:v>
                </c:pt>
                <c:pt idx="100">
                  <c:v>38859</c:v>
                </c:pt>
                <c:pt idx="101">
                  <c:v>38860</c:v>
                </c:pt>
                <c:pt idx="102">
                  <c:v>38861</c:v>
                </c:pt>
                <c:pt idx="103">
                  <c:v>38862</c:v>
                </c:pt>
                <c:pt idx="104">
                  <c:v>38863</c:v>
                </c:pt>
                <c:pt idx="105">
                  <c:v>38866</c:v>
                </c:pt>
                <c:pt idx="106">
                  <c:v>38867</c:v>
                </c:pt>
                <c:pt idx="107">
                  <c:v>38868</c:v>
                </c:pt>
                <c:pt idx="108">
                  <c:v>38869</c:v>
                </c:pt>
                <c:pt idx="109">
                  <c:v>38870</c:v>
                </c:pt>
                <c:pt idx="110">
                  <c:v>38873</c:v>
                </c:pt>
                <c:pt idx="111">
                  <c:v>38874</c:v>
                </c:pt>
                <c:pt idx="112">
                  <c:v>38875</c:v>
                </c:pt>
                <c:pt idx="113">
                  <c:v>38876</c:v>
                </c:pt>
                <c:pt idx="114">
                  <c:v>38877</c:v>
                </c:pt>
                <c:pt idx="115">
                  <c:v>38880</c:v>
                </c:pt>
                <c:pt idx="116">
                  <c:v>38881</c:v>
                </c:pt>
                <c:pt idx="117">
                  <c:v>38882</c:v>
                </c:pt>
                <c:pt idx="118">
                  <c:v>38883</c:v>
                </c:pt>
                <c:pt idx="119">
                  <c:v>38884</c:v>
                </c:pt>
                <c:pt idx="120">
                  <c:v>38887</c:v>
                </c:pt>
                <c:pt idx="121">
                  <c:v>38888</c:v>
                </c:pt>
                <c:pt idx="122">
                  <c:v>38889</c:v>
                </c:pt>
                <c:pt idx="123">
                  <c:v>38890</c:v>
                </c:pt>
                <c:pt idx="124">
                  <c:v>38891</c:v>
                </c:pt>
                <c:pt idx="125">
                  <c:v>38894</c:v>
                </c:pt>
                <c:pt idx="126">
                  <c:v>38895</c:v>
                </c:pt>
                <c:pt idx="127">
                  <c:v>38896</c:v>
                </c:pt>
                <c:pt idx="128">
                  <c:v>38897</c:v>
                </c:pt>
                <c:pt idx="129">
                  <c:v>38898</c:v>
                </c:pt>
                <c:pt idx="130">
                  <c:v>38901</c:v>
                </c:pt>
                <c:pt idx="131">
                  <c:v>38902</c:v>
                </c:pt>
                <c:pt idx="132">
                  <c:v>38903</c:v>
                </c:pt>
                <c:pt idx="133">
                  <c:v>38904</c:v>
                </c:pt>
                <c:pt idx="134">
                  <c:v>38905</c:v>
                </c:pt>
                <c:pt idx="135">
                  <c:v>38908</c:v>
                </c:pt>
                <c:pt idx="136">
                  <c:v>38909</c:v>
                </c:pt>
                <c:pt idx="137">
                  <c:v>38910</c:v>
                </c:pt>
                <c:pt idx="138">
                  <c:v>38911</c:v>
                </c:pt>
                <c:pt idx="139">
                  <c:v>38912</c:v>
                </c:pt>
                <c:pt idx="140">
                  <c:v>38915</c:v>
                </c:pt>
                <c:pt idx="141">
                  <c:v>38916</c:v>
                </c:pt>
                <c:pt idx="142">
                  <c:v>38917</c:v>
                </c:pt>
                <c:pt idx="143">
                  <c:v>38918</c:v>
                </c:pt>
                <c:pt idx="144">
                  <c:v>38919</c:v>
                </c:pt>
                <c:pt idx="145">
                  <c:v>38922</c:v>
                </c:pt>
                <c:pt idx="146">
                  <c:v>38923</c:v>
                </c:pt>
                <c:pt idx="147">
                  <c:v>38924</c:v>
                </c:pt>
                <c:pt idx="148">
                  <c:v>38925</c:v>
                </c:pt>
                <c:pt idx="149">
                  <c:v>38926</c:v>
                </c:pt>
                <c:pt idx="150">
                  <c:v>38929</c:v>
                </c:pt>
                <c:pt idx="151">
                  <c:v>38930</c:v>
                </c:pt>
                <c:pt idx="152">
                  <c:v>38931</c:v>
                </c:pt>
                <c:pt idx="153">
                  <c:v>38932</c:v>
                </c:pt>
                <c:pt idx="154">
                  <c:v>38933</c:v>
                </c:pt>
                <c:pt idx="155">
                  <c:v>38936</c:v>
                </c:pt>
                <c:pt idx="156">
                  <c:v>38937</c:v>
                </c:pt>
                <c:pt idx="157">
                  <c:v>38938</c:v>
                </c:pt>
                <c:pt idx="158">
                  <c:v>38939</c:v>
                </c:pt>
                <c:pt idx="159">
                  <c:v>38940</c:v>
                </c:pt>
                <c:pt idx="160">
                  <c:v>38943</c:v>
                </c:pt>
                <c:pt idx="161">
                  <c:v>38944</c:v>
                </c:pt>
                <c:pt idx="162">
                  <c:v>38945</c:v>
                </c:pt>
                <c:pt idx="163">
                  <c:v>38946</c:v>
                </c:pt>
                <c:pt idx="164">
                  <c:v>38947</c:v>
                </c:pt>
                <c:pt idx="165">
                  <c:v>38950</c:v>
                </c:pt>
                <c:pt idx="166">
                  <c:v>38951</c:v>
                </c:pt>
                <c:pt idx="167">
                  <c:v>38952</c:v>
                </c:pt>
                <c:pt idx="168">
                  <c:v>38953</c:v>
                </c:pt>
                <c:pt idx="169">
                  <c:v>38954</c:v>
                </c:pt>
                <c:pt idx="170">
                  <c:v>38957</c:v>
                </c:pt>
                <c:pt idx="171">
                  <c:v>38958</c:v>
                </c:pt>
                <c:pt idx="172">
                  <c:v>38959</c:v>
                </c:pt>
                <c:pt idx="173">
                  <c:v>38960</c:v>
                </c:pt>
                <c:pt idx="174">
                  <c:v>38961</c:v>
                </c:pt>
                <c:pt idx="175">
                  <c:v>38964</c:v>
                </c:pt>
                <c:pt idx="176">
                  <c:v>38965</c:v>
                </c:pt>
                <c:pt idx="177">
                  <c:v>38966</c:v>
                </c:pt>
                <c:pt idx="178">
                  <c:v>38967</c:v>
                </c:pt>
                <c:pt idx="179">
                  <c:v>38968</c:v>
                </c:pt>
                <c:pt idx="180">
                  <c:v>38971</c:v>
                </c:pt>
                <c:pt idx="181">
                  <c:v>38972</c:v>
                </c:pt>
                <c:pt idx="182">
                  <c:v>38973</c:v>
                </c:pt>
                <c:pt idx="183">
                  <c:v>38974</c:v>
                </c:pt>
                <c:pt idx="184">
                  <c:v>38975</c:v>
                </c:pt>
                <c:pt idx="185">
                  <c:v>38978</c:v>
                </c:pt>
                <c:pt idx="186">
                  <c:v>38979</c:v>
                </c:pt>
                <c:pt idx="187">
                  <c:v>38980</c:v>
                </c:pt>
                <c:pt idx="188">
                  <c:v>38981</c:v>
                </c:pt>
                <c:pt idx="189">
                  <c:v>38982</c:v>
                </c:pt>
                <c:pt idx="190">
                  <c:v>38985</c:v>
                </c:pt>
                <c:pt idx="191">
                  <c:v>38986</c:v>
                </c:pt>
                <c:pt idx="192">
                  <c:v>38987</c:v>
                </c:pt>
                <c:pt idx="193">
                  <c:v>38988</c:v>
                </c:pt>
                <c:pt idx="194">
                  <c:v>38989</c:v>
                </c:pt>
                <c:pt idx="195">
                  <c:v>38992</c:v>
                </c:pt>
                <c:pt idx="196">
                  <c:v>38993</c:v>
                </c:pt>
                <c:pt idx="197">
                  <c:v>38994</c:v>
                </c:pt>
                <c:pt idx="198">
                  <c:v>38995</c:v>
                </c:pt>
                <c:pt idx="199">
                  <c:v>38996</c:v>
                </c:pt>
                <c:pt idx="200">
                  <c:v>38999</c:v>
                </c:pt>
                <c:pt idx="201">
                  <c:v>39000</c:v>
                </c:pt>
                <c:pt idx="202">
                  <c:v>39001</c:v>
                </c:pt>
                <c:pt idx="203">
                  <c:v>39002</c:v>
                </c:pt>
                <c:pt idx="204">
                  <c:v>39003</c:v>
                </c:pt>
                <c:pt idx="205">
                  <c:v>39006</c:v>
                </c:pt>
                <c:pt idx="206">
                  <c:v>39007</c:v>
                </c:pt>
                <c:pt idx="207">
                  <c:v>39008</c:v>
                </c:pt>
                <c:pt idx="208">
                  <c:v>39009</c:v>
                </c:pt>
                <c:pt idx="209">
                  <c:v>39010</c:v>
                </c:pt>
                <c:pt idx="210">
                  <c:v>39013</c:v>
                </c:pt>
                <c:pt idx="211">
                  <c:v>39014</c:v>
                </c:pt>
                <c:pt idx="212">
                  <c:v>39015</c:v>
                </c:pt>
                <c:pt idx="213">
                  <c:v>39016</c:v>
                </c:pt>
                <c:pt idx="214">
                  <c:v>39017</c:v>
                </c:pt>
                <c:pt idx="215">
                  <c:v>39020</c:v>
                </c:pt>
                <c:pt idx="216">
                  <c:v>39021</c:v>
                </c:pt>
                <c:pt idx="217">
                  <c:v>39022</c:v>
                </c:pt>
                <c:pt idx="218">
                  <c:v>39023</c:v>
                </c:pt>
                <c:pt idx="219">
                  <c:v>39024</c:v>
                </c:pt>
                <c:pt idx="220">
                  <c:v>39027</c:v>
                </c:pt>
                <c:pt idx="221">
                  <c:v>39028</c:v>
                </c:pt>
                <c:pt idx="222">
                  <c:v>39029</c:v>
                </c:pt>
                <c:pt idx="223">
                  <c:v>39030</c:v>
                </c:pt>
                <c:pt idx="224">
                  <c:v>39031</c:v>
                </c:pt>
                <c:pt idx="225">
                  <c:v>39034</c:v>
                </c:pt>
                <c:pt idx="226">
                  <c:v>39035</c:v>
                </c:pt>
                <c:pt idx="227">
                  <c:v>39036</c:v>
                </c:pt>
                <c:pt idx="228">
                  <c:v>39037</c:v>
                </c:pt>
                <c:pt idx="229">
                  <c:v>39038</c:v>
                </c:pt>
                <c:pt idx="230">
                  <c:v>39041</c:v>
                </c:pt>
                <c:pt idx="231">
                  <c:v>39042</c:v>
                </c:pt>
                <c:pt idx="232">
                  <c:v>39043</c:v>
                </c:pt>
                <c:pt idx="233">
                  <c:v>39044</c:v>
                </c:pt>
                <c:pt idx="234">
                  <c:v>39045</c:v>
                </c:pt>
                <c:pt idx="235">
                  <c:v>39048</c:v>
                </c:pt>
                <c:pt idx="236">
                  <c:v>39049</c:v>
                </c:pt>
                <c:pt idx="237">
                  <c:v>39050</c:v>
                </c:pt>
                <c:pt idx="238">
                  <c:v>39051</c:v>
                </c:pt>
                <c:pt idx="239">
                  <c:v>39052</c:v>
                </c:pt>
                <c:pt idx="240">
                  <c:v>39055</c:v>
                </c:pt>
                <c:pt idx="241">
                  <c:v>39056</c:v>
                </c:pt>
                <c:pt idx="242">
                  <c:v>39057</c:v>
                </c:pt>
                <c:pt idx="243">
                  <c:v>39058</c:v>
                </c:pt>
                <c:pt idx="244">
                  <c:v>39059</c:v>
                </c:pt>
                <c:pt idx="245">
                  <c:v>39062</c:v>
                </c:pt>
                <c:pt idx="246">
                  <c:v>39063</c:v>
                </c:pt>
                <c:pt idx="247">
                  <c:v>39064</c:v>
                </c:pt>
                <c:pt idx="248">
                  <c:v>39065</c:v>
                </c:pt>
                <c:pt idx="249">
                  <c:v>39066</c:v>
                </c:pt>
                <c:pt idx="250">
                  <c:v>39069</c:v>
                </c:pt>
                <c:pt idx="251">
                  <c:v>39070</c:v>
                </c:pt>
                <c:pt idx="252">
                  <c:v>39071</c:v>
                </c:pt>
                <c:pt idx="253">
                  <c:v>39072</c:v>
                </c:pt>
                <c:pt idx="254">
                  <c:v>39073</c:v>
                </c:pt>
                <c:pt idx="255">
                  <c:v>39076</c:v>
                </c:pt>
                <c:pt idx="256">
                  <c:v>39077</c:v>
                </c:pt>
                <c:pt idx="257">
                  <c:v>39078</c:v>
                </c:pt>
                <c:pt idx="258">
                  <c:v>39079</c:v>
                </c:pt>
                <c:pt idx="259">
                  <c:v>39080</c:v>
                </c:pt>
                <c:pt idx="260">
                  <c:v>39083</c:v>
                </c:pt>
                <c:pt idx="261">
                  <c:v>39084</c:v>
                </c:pt>
                <c:pt idx="262">
                  <c:v>39085</c:v>
                </c:pt>
                <c:pt idx="263">
                  <c:v>39086</c:v>
                </c:pt>
                <c:pt idx="264">
                  <c:v>39087</c:v>
                </c:pt>
                <c:pt idx="265">
                  <c:v>39090</c:v>
                </c:pt>
                <c:pt idx="266">
                  <c:v>39091</c:v>
                </c:pt>
                <c:pt idx="267">
                  <c:v>39092</c:v>
                </c:pt>
                <c:pt idx="268">
                  <c:v>39093</c:v>
                </c:pt>
                <c:pt idx="269">
                  <c:v>39094</c:v>
                </c:pt>
                <c:pt idx="270">
                  <c:v>39097</c:v>
                </c:pt>
                <c:pt idx="271">
                  <c:v>39098</c:v>
                </c:pt>
                <c:pt idx="272">
                  <c:v>39099</c:v>
                </c:pt>
                <c:pt idx="273">
                  <c:v>39100</c:v>
                </c:pt>
                <c:pt idx="274">
                  <c:v>39101</c:v>
                </c:pt>
                <c:pt idx="275">
                  <c:v>39104</c:v>
                </c:pt>
                <c:pt idx="276">
                  <c:v>39105</c:v>
                </c:pt>
                <c:pt idx="277">
                  <c:v>39106</c:v>
                </c:pt>
                <c:pt idx="278">
                  <c:v>39107</c:v>
                </c:pt>
                <c:pt idx="279">
                  <c:v>39108</c:v>
                </c:pt>
                <c:pt idx="280">
                  <c:v>39111</c:v>
                </c:pt>
                <c:pt idx="281">
                  <c:v>39112</c:v>
                </c:pt>
                <c:pt idx="282">
                  <c:v>39113</c:v>
                </c:pt>
                <c:pt idx="283">
                  <c:v>39114</c:v>
                </c:pt>
                <c:pt idx="284">
                  <c:v>39115</c:v>
                </c:pt>
                <c:pt idx="285">
                  <c:v>39118</c:v>
                </c:pt>
                <c:pt idx="286">
                  <c:v>39119</c:v>
                </c:pt>
                <c:pt idx="287">
                  <c:v>39120</c:v>
                </c:pt>
                <c:pt idx="288">
                  <c:v>39121</c:v>
                </c:pt>
                <c:pt idx="289">
                  <c:v>39122</c:v>
                </c:pt>
                <c:pt idx="290">
                  <c:v>39125</c:v>
                </c:pt>
                <c:pt idx="291">
                  <c:v>39126</c:v>
                </c:pt>
                <c:pt idx="292">
                  <c:v>39127</c:v>
                </c:pt>
                <c:pt idx="293">
                  <c:v>39128</c:v>
                </c:pt>
                <c:pt idx="294">
                  <c:v>39129</c:v>
                </c:pt>
                <c:pt idx="295">
                  <c:v>39132</c:v>
                </c:pt>
                <c:pt idx="296">
                  <c:v>39133</c:v>
                </c:pt>
                <c:pt idx="297">
                  <c:v>39134</c:v>
                </c:pt>
                <c:pt idx="298">
                  <c:v>39135</c:v>
                </c:pt>
                <c:pt idx="299">
                  <c:v>39136</c:v>
                </c:pt>
                <c:pt idx="300">
                  <c:v>39139</c:v>
                </c:pt>
                <c:pt idx="301">
                  <c:v>39140</c:v>
                </c:pt>
                <c:pt idx="302">
                  <c:v>39141</c:v>
                </c:pt>
                <c:pt idx="303">
                  <c:v>39142</c:v>
                </c:pt>
                <c:pt idx="304">
                  <c:v>39143</c:v>
                </c:pt>
                <c:pt idx="305">
                  <c:v>39146</c:v>
                </c:pt>
                <c:pt idx="306">
                  <c:v>39147</c:v>
                </c:pt>
                <c:pt idx="307">
                  <c:v>39148</c:v>
                </c:pt>
                <c:pt idx="308">
                  <c:v>39149</c:v>
                </c:pt>
                <c:pt idx="309">
                  <c:v>39150</c:v>
                </c:pt>
                <c:pt idx="310">
                  <c:v>39153</c:v>
                </c:pt>
                <c:pt idx="311">
                  <c:v>39154</c:v>
                </c:pt>
                <c:pt idx="312">
                  <c:v>39155</c:v>
                </c:pt>
                <c:pt idx="313">
                  <c:v>39156</c:v>
                </c:pt>
                <c:pt idx="314">
                  <c:v>39157</c:v>
                </c:pt>
                <c:pt idx="315">
                  <c:v>39160</c:v>
                </c:pt>
                <c:pt idx="316">
                  <c:v>39161</c:v>
                </c:pt>
                <c:pt idx="317">
                  <c:v>39162</c:v>
                </c:pt>
                <c:pt idx="318">
                  <c:v>39163</c:v>
                </c:pt>
                <c:pt idx="319">
                  <c:v>39164</c:v>
                </c:pt>
                <c:pt idx="320">
                  <c:v>39167</c:v>
                </c:pt>
                <c:pt idx="321">
                  <c:v>39168</c:v>
                </c:pt>
                <c:pt idx="322">
                  <c:v>39169</c:v>
                </c:pt>
                <c:pt idx="323">
                  <c:v>39170</c:v>
                </c:pt>
                <c:pt idx="324">
                  <c:v>39171</c:v>
                </c:pt>
                <c:pt idx="325">
                  <c:v>39174</c:v>
                </c:pt>
                <c:pt idx="326">
                  <c:v>39175</c:v>
                </c:pt>
                <c:pt idx="327">
                  <c:v>39176</c:v>
                </c:pt>
                <c:pt idx="328">
                  <c:v>39177</c:v>
                </c:pt>
                <c:pt idx="329">
                  <c:v>39178</c:v>
                </c:pt>
                <c:pt idx="330">
                  <c:v>39181</c:v>
                </c:pt>
                <c:pt idx="331">
                  <c:v>39182</c:v>
                </c:pt>
                <c:pt idx="332">
                  <c:v>39183</c:v>
                </c:pt>
                <c:pt idx="333">
                  <c:v>39184</c:v>
                </c:pt>
                <c:pt idx="334">
                  <c:v>39185</c:v>
                </c:pt>
                <c:pt idx="335">
                  <c:v>39188</c:v>
                </c:pt>
                <c:pt idx="336">
                  <c:v>39189</c:v>
                </c:pt>
                <c:pt idx="337">
                  <c:v>39190</c:v>
                </c:pt>
                <c:pt idx="338">
                  <c:v>39191</c:v>
                </c:pt>
                <c:pt idx="339">
                  <c:v>39192</c:v>
                </c:pt>
                <c:pt idx="340">
                  <c:v>39195</c:v>
                </c:pt>
                <c:pt idx="341">
                  <c:v>39196</c:v>
                </c:pt>
                <c:pt idx="342">
                  <c:v>39197</c:v>
                </c:pt>
                <c:pt idx="343">
                  <c:v>39198</c:v>
                </c:pt>
                <c:pt idx="344">
                  <c:v>39199</c:v>
                </c:pt>
                <c:pt idx="345">
                  <c:v>39202</c:v>
                </c:pt>
                <c:pt idx="346">
                  <c:v>39203</c:v>
                </c:pt>
                <c:pt idx="347">
                  <c:v>39204</c:v>
                </c:pt>
                <c:pt idx="348">
                  <c:v>39205</c:v>
                </c:pt>
                <c:pt idx="349">
                  <c:v>39206</c:v>
                </c:pt>
                <c:pt idx="350">
                  <c:v>39209</c:v>
                </c:pt>
                <c:pt idx="351">
                  <c:v>39210</c:v>
                </c:pt>
                <c:pt idx="352">
                  <c:v>39211</c:v>
                </c:pt>
                <c:pt idx="353">
                  <c:v>39212</c:v>
                </c:pt>
                <c:pt idx="354">
                  <c:v>39213</c:v>
                </c:pt>
                <c:pt idx="355">
                  <c:v>39216</c:v>
                </c:pt>
                <c:pt idx="356">
                  <c:v>39217</c:v>
                </c:pt>
                <c:pt idx="357">
                  <c:v>39218</c:v>
                </c:pt>
                <c:pt idx="358">
                  <c:v>39219</c:v>
                </c:pt>
                <c:pt idx="359">
                  <c:v>39220</c:v>
                </c:pt>
                <c:pt idx="360">
                  <c:v>39223</c:v>
                </c:pt>
                <c:pt idx="361">
                  <c:v>39224</c:v>
                </c:pt>
                <c:pt idx="362">
                  <c:v>39225</c:v>
                </c:pt>
                <c:pt idx="363">
                  <c:v>39226</c:v>
                </c:pt>
                <c:pt idx="364">
                  <c:v>39227</c:v>
                </c:pt>
                <c:pt idx="365">
                  <c:v>39230</c:v>
                </c:pt>
                <c:pt idx="366">
                  <c:v>39231</c:v>
                </c:pt>
                <c:pt idx="367">
                  <c:v>39232</c:v>
                </c:pt>
                <c:pt idx="368">
                  <c:v>39233</c:v>
                </c:pt>
                <c:pt idx="369">
                  <c:v>39234</c:v>
                </c:pt>
                <c:pt idx="370">
                  <c:v>39237</c:v>
                </c:pt>
                <c:pt idx="371">
                  <c:v>39238</c:v>
                </c:pt>
                <c:pt idx="372">
                  <c:v>39239</c:v>
                </c:pt>
                <c:pt idx="373">
                  <c:v>39240</c:v>
                </c:pt>
                <c:pt idx="374">
                  <c:v>39241</c:v>
                </c:pt>
                <c:pt idx="375">
                  <c:v>39244</c:v>
                </c:pt>
                <c:pt idx="376">
                  <c:v>39245</c:v>
                </c:pt>
                <c:pt idx="377">
                  <c:v>39246</c:v>
                </c:pt>
                <c:pt idx="378">
                  <c:v>39247</c:v>
                </c:pt>
                <c:pt idx="379">
                  <c:v>39248</c:v>
                </c:pt>
                <c:pt idx="380">
                  <c:v>39251</c:v>
                </c:pt>
                <c:pt idx="381">
                  <c:v>39252</c:v>
                </c:pt>
                <c:pt idx="382">
                  <c:v>39253</c:v>
                </c:pt>
                <c:pt idx="383">
                  <c:v>39254</c:v>
                </c:pt>
                <c:pt idx="384">
                  <c:v>39255</c:v>
                </c:pt>
                <c:pt idx="385">
                  <c:v>39258</c:v>
                </c:pt>
                <c:pt idx="386">
                  <c:v>39259</c:v>
                </c:pt>
                <c:pt idx="387">
                  <c:v>39260</c:v>
                </c:pt>
                <c:pt idx="388">
                  <c:v>39261</c:v>
                </c:pt>
                <c:pt idx="389">
                  <c:v>39262</c:v>
                </c:pt>
                <c:pt idx="390">
                  <c:v>39265</c:v>
                </c:pt>
                <c:pt idx="391">
                  <c:v>39266</c:v>
                </c:pt>
                <c:pt idx="392">
                  <c:v>39267</c:v>
                </c:pt>
                <c:pt idx="393">
                  <c:v>39268</c:v>
                </c:pt>
                <c:pt idx="394">
                  <c:v>39269</c:v>
                </c:pt>
                <c:pt idx="395">
                  <c:v>39272</c:v>
                </c:pt>
                <c:pt idx="396">
                  <c:v>39273</c:v>
                </c:pt>
                <c:pt idx="397">
                  <c:v>39274</c:v>
                </c:pt>
                <c:pt idx="398">
                  <c:v>39275</c:v>
                </c:pt>
                <c:pt idx="399">
                  <c:v>39276</c:v>
                </c:pt>
                <c:pt idx="400">
                  <c:v>39279</c:v>
                </c:pt>
                <c:pt idx="401">
                  <c:v>39280</c:v>
                </c:pt>
                <c:pt idx="402">
                  <c:v>39281</c:v>
                </c:pt>
                <c:pt idx="403">
                  <c:v>39282</c:v>
                </c:pt>
                <c:pt idx="404">
                  <c:v>39283</c:v>
                </c:pt>
                <c:pt idx="405">
                  <c:v>39286</c:v>
                </c:pt>
                <c:pt idx="406">
                  <c:v>39287</c:v>
                </c:pt>
                <c:pt idx="407">
                  <c:v>39288</c:v>
                </c:pt>
                <c:pt idx="408">
                  <c:v>39289</c:v>
                </c:pt>
                <c:pt idx="409">
                  <c:v>39290</c:v>
                </c:pt>
                <c:pt idx="410">
                  <c:v>39293</c:v>
                </c:pt>
                <c:pt idx="411">
                  <c:v>39294</c:v>
                </c:pt>
                <c:pt idx="412">
                  <c:v>39295</c:v>
                </c:pt>
                <c:pt idx="413">
                  <c:v>39296</c:v>
                </c:pt>
                <c:pt idx="414">
                  <c:v>39297</c:v>
                </c:pt>
                <c:pt idx="415">
                  <c:v>39300</c:v>
                </c:pt>
                <c:pt idx="416">
                  <c:v>39301</c:v>
                </c:pt>
                <c:pt idx="417">
                  <c:v>39302</c:v>
                </c:pt>
                <c:pt idx="418">
                  <c:v>39303</c:v>
                </c:pt>
                <c:pt idx="419">
                  <c:v>39304</c:v>
                </c:pt>
                <c:pt idx="420">
                  <c:v>39307</c:v>
                </c:pt>
                <c:pt idx="421">
                  <c:v>39308</c:v>
                </c:pt>
                <c:pt idx="422">
                  <c:v>39309</c:v>
                </c:pt>
                <c:pt idx="423">
                  <c:v>39310</c:v>
                </c:pt>
                <c:pt idx="424">
                  <c:v>39311</c:v>
                </c:pt>
                <c:pt idx="425">
                  <c:v>39314</c:v>
                </c:pt>
                <c:pt idx="426">
                  <c:v>39315</c:v>
                </c:pt>
                <c:pt idx="427">
                  <c:v>39316</c:v>
                </c:pt>
                <c:pt idx="428">
                  <c:v>39317</c:v>
                </c:pt>
                <c:pt idx="429">
                  <c:v>39318</c:v>
                </c:pt>
                <c:pt idx="430">
                  <c:v>39321</c:v>
                </c:pt>
                <c:pt idx="431">
                  <c:v>39322</c:v>
                </c:pt>
                <c:pt idx="432">
                  <c:v>39323</c:v>
                </c:pt>
                <c:pt idx="433">
                  <c:v>39324</c:v>
                </c:pt>
                <c:pt idx="434">
                  <c:v>39325</c:v>
                </c:pt>
                <c:pt idx="435">
                  <c:v>39328</c:v>
                </c:pt>
                <c:pt idx="436">
                  <c:v>39329</c:v>
                </c:pt>
                <c:pt idx="437">
                  <c:v>39330</c:v>
                </c:pt>
                <c:pt idx="438">
                  <c:v>39331</c:v>
                </c:pt>
                <c:pt idx="439">
                  <c:v>39332</c:v>
                </c:pt>
                <c:pt idx="440">
                  <c:v>39335</c:v>
                </c:pt>
                <c:pt idx="441">
                  <c:v>39336</c:v>
                </c:pt>
                <c:pt idx="442">
                  <c:v>39337</c:v>
                </c:pt>
                <c:pt idx="443">
                  <c:v>39338</c:v>
                </c:pt>
                <c:pt idx="444">
                  <c:v>39339</c:v>
                </c:pt>
                <c:pt idx="445">
                  <c:v>39342</c:v>
                </c:pt>
                <c:pt idx="446">
                  <c:v>39343</c:v>
                </c:pt>
                <c:pt idx="447">
                  <c:v>39344</c:v>
                </c:pt>
                <c:pt idx="448">
                  <c:v>39345</c:v>
                </c:pt>
                <c:pt idx="449">
                  <c:v>39346</c:v>
                </c:pt>
                <c:pt idx="450">
                  <c:v>39349</c:v>
                </c:pt>
                <c:pt idx="451">
                  <c:v>39350</c:v>
                </c:pt>
                <c:pt idx="452">
                  <c:v>39351</c:v>
                </c:pt>
                <c:pt idx="453">
                  <c:v>39352</c:v>
                </c:pt>
                <c:pt idx="454">
                  <c:v>39353</c:v>
                </c:pt>
                <c:pt idx="455">
                  <c:v>39356</c:v>
                </c:pt>
                <c:pt idx="456">
                  <c:v>39357</c:v>
                </c:pt>
                <c:pt idx="457">
                  <c:v>39358</c:v>
                </c:pt>
                <c:pt idx="458">
                  <c:v>39359</c:v>
                </c:pt>
                <c:pt idx="459">
                  <c:v>39360</c:v>
                </c:pt>
                <c:pt idx="460">
                  <c:v>39363</c:v>
                </c:pt>
                <c:pt idx="461">
                  <c:v>39364</c:v>
                </c:pt>
                <c:pt idx="462">
                  <c:v>39365</c:v>
                </c:pt>
                <c:pt idx="463">
                  <c:v>39366</c:v>
                </c:pt>
                <c:pt idx="464">
                  <c:v>39367</c:v>
                </c:pt>
                <c:pt idx="465">
                  <c:v>39370</c:v>
                </c:pt>
                <c:pt idx="466">
                  <c:v>39371</c:v>
                </c:pt>
                <c:pt idx="467">
                  <c:v>39372</c:v>
                </c:pt>
                <c:pt idx="468">
                  <c:v>39373</c:v>
                </c:pt>
                <c:pt idx="469">
                  <c:v>39374</c:v>
                </c:pt>
                <c:pt idx="470">
                  <c:v>39377</c:v>
                </c:pt>
                <c:pt idx="471">
                  <c:v>39378</c:v>
                </c:pt>
                <c:pt idx="472">
                  <c:v>39379</c:v>
                </c:pt>
                <c:pt idx="473">
                  <c:v>39380</c:v>
                </c:pt>
                <c:pt idx="474">
                  <c:v>39381</c:v>
                </c:pt>
                <c:pt idx="475">
                  <c:v>39384</c:v>
                </c:pt>
                <c:pt idx="476">
                  <c:v>39385</c:v>
                </c:pt>
                <c:pt idx="477">
                  <c:v>39386</c:v>
                </c:pt>
                <c:pt idx="478">
                  <c:v>39387</c:v>
                </c:pt>
                <c:pt idx="479">
                  <c:v>39388</c:v>
                </c:pt>
                <c:pt idx="480">
                  <c:v>39391</c:v>
                </c:pt>
                <c:pt idx="481">
                  <c:v>39392</c:v>
                </c:pt>
                <c:pt idx="482">
                  <c:v>39393</c:v>
                </c:pt>
                <c:pt idx="483">
                  <c:v>39394</c:v>
                </c:pt>
                <c:pt idx="484">
                  <c:v>39395</c:v>
                </c:pt>
                <c:pt idx="485">
                  <c:v>39398</c:v>
                </c:pt>
                <c:pt idx="486">
                  <c:v>39399</c:v>
                </c:pt>
                <c:pt idx="487">
                  <c:v>39400</c:v>
                </c:pt>
                <c:pt idx="488">
                  <c:v>39401</c:v>
                </c:pt>
                <c:pt idx="489">
                  <c:v>39402</c:v>
                </c:pt>
                <c:pt idx="490">
                  <c:v>39405</c:v>
                </c:pt>
                <c:pt idx="491">
                  <c:v>39406</c:v>
                </c:pt>
                <c:pt idx="492">
                  <c:v>39407</c:v>
                </c:pt>
                <c:pt idx="493">
                  <c:v>39408</c:v>
                </c:pt>
                <c:pt idx="494">
                  <c:v>39409</c:v>
                </c:pt>
                <c:pt idx="495">
                  <c:v>39412</c:v>
                </c:pt>
                <c:pt idx="496">
                  <c:v>39413</c:v>
                </c:pt>
                <c:pt idx="497">
                  <c:v>39414</c:v>
                </c:pt>
                <c:pt idx="498">
                  <c:v>39415</c:v>
                </c:pt>
                <c:pt idx="499">
                  <c:v>39416</c:v>
                </c:pt>
                <c:pt idx="500">
                  <c:v>39419</c:v>
                </c:pt>
                <c:pt idx="501">
                  <c:v>39420</c:v>
                </c:pt>
                <c:pt idx="502">
                  <c:v>39421</c:v>
                </c:pt>
                <c:pt idx="503">
                  <c:v>39422</c:v>
                </c:pt>
                <c:pt idx="504">
                  <c:v>39423</c:v>
                </c:pt>
                <c:pt idx="505">
                  <c:v>39426</c:v>
                </c:pt>
                <c:pt idx="506">
                  <c:v>39427</c:v>
                </c:pt>
                <c:pt idx="507">
                  <c:v>39428</c:v>
                </c:pt>
                <c:pt idx="508">
                  <c:v>39429</c:v>
                </c:pt>
                <c:pt idx="509">
                  <c:v>39430</c:v>
                </c:pt>
                <c:pt idx="510">
                  <c:v>39433</c:v>
                </c:pt>
                <c:pt idx="511">
                  <c:v>39434</c:v>
                </c:pt>
                <c:pt idx="512">
                  <c:v>39435</c:v>
                </c:pt>
                <c:pt idx="513">
                  <c:v>39436</c:v>
                </c:pt>
                <c:pt idx="514">
                  <c:v>39437</c:v>
                </c:pt>
                <c:pt idx="515">
                  <c:v>39440</c:v>
                </c:pt>
                <c:pt idx="516">
                  <c:v>39441</c:v>
                </c:pt>
                <c:pt idx="517">
                  <c:v>39442</c:v>
                </c:pt>
                <c:pt idx="518">
                  <c:v>39443</c:v>
                </c:pt>
                <c:pt idx="519">
                  <c:v>39444</c:v>
                </c:pt>
                <c:pt idx="520">
                  <c:v>39447</c:v>
                </c:pt>
                <c:pt idx="521">
                  <c:v>39448</c:v>
                </c:pt>
                <c:pt idx="522">
                  <c:v>39449</c:v>
                </c:pt>
                <c:pt idx="523">
                  <c:v>39450</c:v>
                </c:pt>
                <c:pt idx="524">
                  <c:v>39451</c:v>
                </c:pt>
                <c:pt idx="525">
                  <c:v>39454</c:v>
                </c:pt>
                <c:pt idx="526">
                  <c:v>39455</c:v>
                </c:pt>
                <c:pt idx="527">
                  <c:v>39456</c:v>
                </c:pt>
                <c:pt idx="528">
                  <c:v>39457</c:v>
                </c:pt>
                <c:pt idx="529">
                  <c:v>39458</c:v>
                </c:pt>
                <c:pt idx="530">
                  <c:v>39461</c:v>
                </c:pt>
                <c:pt idx="531">
                  <c:v>39462</c:v>
                </c:pt>
                <c:pt idx="532">
                  <c:v>39463</c:v>
                </c:pt>
                <c:pt idx="533">
                  <c:v>39464</c:v>
                </c:pt>
                <c:pt idx="534">
                  <c:v>39465</c:v>
                </c:pt>
                <c:pt idx="535">
                  <c:v>39468</c:v>
                </c:pt>
                <c:pt idx="536">
                  <c:v>39469</c:v>
                </c:pt>
                <c:pt idx="537">
                  <c:v>39470</c:v>
                </c:pt>
                <c:pt idx="538">
                  <c:v>39471</c:v>
                </c:pt>
                <c:pt idx="539">
                  <c:v>39472</c:v>
                </c:pt>
                <c:pt idx="540">
                  <c:v>39475</c:v>
                </c:pt>
                <c:pt idx="541">
                  <c:v>39476</c:v>
                </c:pt>
                <c:pt idx="542">
                  <c:v>39477</c:v>
                </c:pt>
                <c:pt idx="543">
                  <c:v>39478</c:v>
                </c:pt>
                <c:pt idx="544">
                  <c:v>39479</c:v>
                </c:pt>
                <c:pt idx="545">
                  <c:v>39482</c:v>
                </c:pt>
                <c:pt idx="546">
                  <c:v>39483</c:v>
                </c:pt>
                <c:pt idx="547">
                  <c:v>39484</c:v>
                </c:pt>
                <c:pt idx="548">
                  <c:v>39485</c:v>
                </c:pt>
                <c:pt idx="549">
                  <c:v>39486</c:v>
                </c:pt>
                <c:pt idx="550">
                  <c:v>39489</c:v>
                </c:pt>
                <c:pt idx="551">
                  <c:v>39490</c:v>
                </c:pt>
                <c:pt idx="552">
                  <c:v>39491</c:v>
                </c:pt>
                <c:pt idx="553">
                  <c:v>39492</c:v>
                </c:pt>
                <c:pt idx="554">
                  <c:v>39493</c:v>
                </c:pt>
                <c:pt idx="555">
                  <c:v>39496</c:v>
                </c:pt>
                <c:pt idx="556">
                  <c:v>39497</c:v>
                </c:pt>
                <c:pt idx="557">
                  <c:v>39498</c:v>
                </c:pt>
                <c:pt idx="558">
                  <c:v>39499</c:v>
                </c:pt>
                <c:pt idx="559">
                  <c:v>39500</c:v>
                </c:pt>
                <c:pt idx="560">
                  <c:v>39503</c:v>
                </c:pt>
                <c:pt idx="561">
                  <c:v>39504</c:v>
                </c:pt>
                <c:pt idx="562">
                  <c:v>39505</c:v>
                </c:pt>
                <c:pt idx="563">
                  <c:v>39506</c:v>
                </c:pt>
                <c:pt idx="564">
                  <c:v>39507</c:v>
                </c:pt>
                <c:pt idx="565">
                  <c:v>39510</c:v>
                </c:pt>
                <c:pt idx="566">
                  <c:v>39511</c:v>
                </c:pt>
                <c:pt idx="567">
                  <c:v>39512</c:v>
                </c:pt>
                <c:pt idx="568">
                  <c:v>39513</c:v>
                </c:pt>
                <c:pt idx="569">
                  <c:v>39514</c:v>
                </c:pt>
                <c:pt idx="570">
                  <c:v>39517</c:v>
                </c:pt>
                <c:pt idx="571">
                  <c:v>39518</c:v>
                </c:pt>
                <c:pt idx="572">
                  <c:v>39519</c:v>
                </c:pt>
                <c:pt idx="573">
                  <c:v>39520</c:v>
                </c:pt>
                <c:pt idx="574">
                  <c:v>39521</c:v>
                </c:pt>
                <c:pt idx="575">
                  <c:v>39524</c:v>
                </c:pt>
                <c:pt idx="576">
                  <c:v>39525</c:v>
                </c:pt>
                <c:pt idx="577">
                  <c:v>39526</c:v>
                </c:pt>
                <c:pt idx="578">
                  <c:v>39527</c:v>
                </c:pt>
                <c:pt idx="579">
                  <c:v>39528</c:v>
                </c:pt>
                <c:pt idx="580">
                  <c:v>39531</c:v>
                </c:pt>
                <c:pt idx="581">
                  <c:v>39532</c:v>
                </c:pt>
                <c:pt idx="582">
                  <c:v>39533</c:v>
                </c:pt>
                <c:pt idx="583">
                  <c:v>39534</c:v>
                </c:pt>
                <c:pt idx="584">
                  <c:v>39535</c:v>
                </c:pt>
                <c:pt idx="585">
                  <c:v>39538</c:v>
                </c:pt>
                <c:pt idx="586">
                  <c:v>39539</c:v>
                </c:pt>
                <c:pt idx="587">
                  <c:v>39540</c:v>
                </c:pt>
                <c:pt idx="588">
                  <c:v>39541</c:v>
                </c:pt>
                <c:pt idx="589">
                  <c:v>39542</c:v>
                </c:pt>
                <c:pt idx="590">
                  <c:v>39545</c:v>
                </c:pt>
                <c:pt idx="591">
                  <c:v>39546</c:v>
                </c:pt>
                <c:pt idx="592">
                  <c:v>39547</c:v>
                </c:pt>
                <c:pt idx="593">
                  <c:v>39548</c:v>
                </c:pt>
                <c:pt idx="594">
                  <c:v>39549</c:v>
                </c:pt>
                <c:pt idx="595">
                  <c:v>39552</c:v>
                </c:pt>
                <c:pt idx="596">
                  <c:v>39553</c:v>
                </c:pt>
                <c:pt idx="597">
                  <c:v>39554</c:v>
                </c:pt>
                <c:pt idx="598">
                  <c:v>39555</c:v>
                </c:pt>
                <c:pt idx="599">
                  <c:v>39556</c:v>
                </c:pt>
                <c:pt idx="600">
                  <c:v>39559</c:v>
                </c:pt>
                <c:pt idx="601">
                  <c:v>39560</c:v>
                </c:pt>
                <c:pt idx="602">
                  <c:v>39561</c:v>
                </c:pt>
                <c:pt idx="603">
                  <c:v>39562</c:v>
                </c:pt>
                <c:pt idx="604">
                  <c:v>39563</c:v>
                </c:pt>
                <c:pt idx="605">
                  <c:v>39566</c:v>
                </c:pt>
                <c:pt idx="606">
                  <c:v>39567</c:v>
                </c:pt>
                <c:pt idx="607">
                  <c:v>39568</c:v>
                </c:pt>
                <c:pt idx="608">
                  <c:v>39569</c:v>
                </c:pt>
                <c:pt idx="609">
                  <c:v>39570</c:v>
                </c:pt>
                <c:pt idx="610">
                  <c:v>39573</c:v>
                </c:pt>
                <c:pt idx="611">
                  <c:v>39574</c:v>
                </c:pt>
                <c:pt idx="612">
                  <c:v>39575</c:v>
                </c:pt>
                <c:pt idx="613">
                  <c:v>39576</c:v>
                </c:pt>
                <c:pt idx="614">
                  <c:v>39577</c:v>
                </c:pt>
                <c:pt idx="615">
                  <c:v>39580</c:v>
                </c:pt>
                <c:pt idx="616">
                  <c:v>39581</c:v>
                </c:pt>
                <c:pt idx="617">
                  <c:v>39582</c:v>
                </c:pt>
                <c:pt idx="618">
                  <c:v>39583</c:v>
                </c:pt>
                <c:pt idx="619">
                  <c:v>39584</c:v>
                </c:pt>
                <c:pt idx="620">
                  <c:v>39587</c:v>
                </c:pt>
                <c:pt idx="621">
                  <c:v>39588</c:v>
                </c:pt>
                <c:pt idx="622">
                  <c:v>39589</c:v>
                </c:pt>
                <c:pt idx="623">
                  <c:v>39590</c:v>
                </c:pt>
                <c:pt idx="624">
                  <c:v>39591</c:v>
                </c:pt>
                <c:pt idx="625">
                  <c:v>39594</c:v>
                </c:pt>
                <c:pt idx="626">
                  <c:v>39595</c:v>
                </c:pt>
                <c:pt idx="627">
                  <c:v>39596</c:v>
                </c:pt>
                <c:pt idx="628">
                  <c:v>39597</c:v>
                </c:pt>
                <c:pt idx="629">
                  <c:v>39598</c:v>
                </c:pt>
                <c:pt idx="630">
                  <c:v>39601</c:v>
                </c:pt>
                <c:pt idx="631">
                  <c:v>39602</c:v>
                </c:pt>
                <c:pt idx="632">
                  <c:v>39603</c:v>
                </c:pt>
                <c:pt idx="633">
                  <c:v>39604</c:v>
                </c:pt>
                <c:pt idx="634">
                  <c:v>39605</c:v>
                </c:pt>
                <c:pt idx="635">
                  <c:v>39608</c:v>
                </c:pt>
                <c:pt idx="636">
                  <c:v>39609</c:v>
                </c:pt>
                <c:pt idx="637">
                  <c:v>39610</c:v>
                </c:pt>
                <c:pt idx="638">
                  <c:v>39611</c:v>
                </c:pt>
                <c:pt idx="639">
                  <c:v>39612</c:v>
                </c:pt>
                <c:pt idx="640">
                  <c:v>39615</c:v>
                </c:pt>
                <c:pt idx="641">
                  <c:v>39616</c:v>
                </c:pt>
                <c:pt idx="642">
                  <c:v>39617</c:v>
                </c:pt>
                <c:pt idx="643">
                  <c:v>39618</c:v>
                </c:pt>
                <c:pt idx="644">
                  <c:v>39619</c:v>
                </c:pt>
                <c:pt idx="645">
                  <c:v>39622</c:v>
                </c:pt>
                <c:pt idx="646">
                  <c:v>39623</c:v>
                </c:pt>
                <c:pt idx="647">
                  <c:v>39624</c:v>
                </c:pt>
                <c:pt idx="648">
                  <c:v>39625</c:v>
                </c:pt>
                <c:pt idx="649">
                  <c:v>39626</c:v>
                </c:pt>
                <c:pt idx="650">
                  <c:v>39629</c:v>
                </c:pt>
                <c:pt idx="651">
                  <c:v>39630</c:v>
                </c:pt>
                <c:pt idx="652">
                  <c:v>39631</c:v>
                </c:pt>
                <c:pt idx="653">
                  <c:v>39632</c:v>
                </c:pt>
                <c:pt idx="654">
                  <c:v>39633</c:v>
                </c:pt>
                <c:pt idx="655">
                  <c:v>39636</c:v>
                </c:pt>
                <c:pt idx="656">
                  <c:v>39637</c:v>
                </c:pt>
                <c:pt idx="657">
                  <c:v>39638</c:v>
                </c:pt>
                <c:pt idx="658">
                  <c:v>39639</c:v>
                </c:pt>
                <c:pt idx="659">
                  <c:v>39640</c:v>
                </c:pt>
                <c:pt idx="660">
                  <c:v>39643</c:v>
                </c:pt>
                <c:pt idx="661">
                  <c:v>39644</c:v>
                </c:pt>
                <c:pt idx="662">
                  <c:v>39645</c:v>
                </c:pt>
                <c:pt idx="663">
                  <c:v>39646</c:v>
                </c:pt>
                <c:pt idx="664">
                  <c:v>39647</c:v>
                </c:pt>
                <c:pt idx="665">
                  <c:v>39650</c:v>
                </c:pt>
                <c:pt idx="666">
                  <c:v>39651</c:v>
                </c:pt>
                <c:pt idx="667">
                  <c:v>39652</c:v>
                </c:pt>
                <c:pt idx="668">
                  <c:v>39653</c:v>
                </c:pt>
                <c:pt idx="669">
                  <c:v>39654</c:v>
                </c:pt>
                <c:pt idx="670">
                  <c:v>39657</c:v>
                </c:pt>
                <c:pt idx="671">
                  <c:v>39658</c:v>
                </c:pt>
                <c:pt idx="672">
                  <c:v>39659</c:v>
                </c:pt>
                <c:pt idx="673">
                  <c:v>39660</c:v>
                </c:pt>
                <c:pt idx="674">
                  <c:v>39661</c:v>
                </c:pt>
                <c:pt idx="675">
                  <c:v>39664</c:v>
                </c:pt>
                <c:pt idx="676">
                  <c:v>39665</c:v>
                </c:pt>
                <c:pt idx="677">
                  <c:v>39666</c:v>
                </c:pt>
                <c:pt idx="678">
                  <c:v>39667</c:v>
                </c:pt>
                <c:pt idx="679">
                  <c:v>39668</c:v>
                </c:pt>
                <c:pt idx="680">
                  <c:v>39671</c:v>
                </c:pt>
                <c:pt idx="681">
                  <c:v>39672</c:v>
                </c:pt>
                <c:pt idx="682">
                  <c:v>39673</c:v>
                </c:pt>
                <c:pt idx="683">
                  <c:v>39674</c:v>
                </c:pt>
                <c:pt idx="684">
                  <c:v>39675</c:v>
                </c:pt>
                <c:pt idx="685">
                  <c:v>39678</c:v>
                </c:pt>
                <c:pt idx="686">
                  <c:v>39679</c:v>
                </c:pt>
                <c:pt idx="687">
                  <c:v>39680</c:v>
                </c:pt>
                <c:pt idx="688">
                  <c:v>39681</c:v>
                </c:pt>
                <c:pt idx="689">
                  <c:v>39682</c:v>
                </c:pt>
                <c:pt idx="690">
                  <c:v>39685</c:v>
                </c:pt>
                <c:pt idx="691">
                  <c:v>39686</c:v>
                </c:pt>
                <c:pt idx="692">
                  <c:v>39687</c:v>
                </c:pt>
                <c:pt idx="693">
                  <c:v>39688</c:v>
                </c:pt>
                <c:pt idx="694">
                  <c:v>39689</c:v>
                </c:pt>
                <c:pt idx="695">
                  <c:v>39692</c:v>
                </c:pt>
                <c:pt idx="696">
                  <c:v>39693</c:v>
                </c:pt>
                <c:pt idx="697">
                  <c:v>39694</c:v>
                </c:pt>
                <c:pt idx="698">
                  <c:v>39695</c:v>
                </c:pt>
                <c:pt idx="699">
                  <c:v>39696</c:v>
                </c:pt>
                <c:pt idx="700">
                  <c:v>39699</c:v>
                </c:pt>
                <c:pt idx="701">
                  <c:v>39700</c:v>
                </c:pt>
                <c:pt idx="702">
                  <c:v>39701</c:v>
                </c:pt>
                <c:pt idx="703">
                  <c:v>39702</c:v>
                </c:pt>
                <c:pt idx="704">
                  <c:v>39703</c:v>
                </c:pt>
                <c:pt idx="705">
                  <c:v>39706</c:v>
                </c:pt>
                <c:pt idx="706">
                  <c:v>39707</c:v>
                </c:pt>
                <c:pt idx="707">
                  <c:v>39708</c:v>
                </c:pt>
                <c:pt idx="708">
                  <c:v>39709</c:v>
                </c:pt>
                <c:pt idx="709">
                  <c:v>39710</c:v>
                </c:pt>
                <c:pt idx="710">
                  <c:v>39713</c:v>
                </c:pt>
                <c:pt idx="711">
                  <c:v>39714</c:v>
                </c:pt>
                <c:pt idx="712">
                  <c:v>39715</c:v>
                </c:pt>
                <c:pt idx="713">
                  <c:v>39716</c:v>
                </c:pt>
                <c:pt idx="714">
                  <c:v>39717</c:v>
                </c:pt>
                <c:pt idx="715">
                  <c:v>39720</c:v>
                </c:pt>
                <c:pt idx="716">
                  <c:v>39721</c:v>
                </c:pt>
                <c:pt idx="717">
                  <c:v>39722</c:v>
                </c:pt>
                <c:pt idx="718">
                  <c:v>39723</c:v>
                </c:pt>
                <c:pt idx="719">
                  <c:v>39724</c:v>
                </c:pt>
                <c:pt idx="720">
                  <c:v>39727</c:v>
                </c:pt>
                <c:pt idx="721">
                  <c:v>39728</c:v>
                </c:pt>
                <c:pt idx="722">
                  <c:v>39729</c:v>
                </c:pt>
                <c:pt idx="723">
                  <c:v>39730</c:v>
                </c:pt>
                <c:pt idx="724">
                  <c:v>39731</c:v>
                </c:pt>
                <c:pt idx="725">
                  <c:v>39734</c:v>
                </c:pt>
                <c:pt idx="726">
                  <c:v>39735</c:v>
                </c:pt>
                <c:pt idx="727">
                  <c:v>39736</c:v>
                </c:pt>
                <c:pt idx="728">
                  <c:v>39737</c:v>
                </c:pt>
                <c:pt idx="729">
                  <c:v>39738</c:v>
                </c:pt>
                <c:pt idx="730">
                  <c:v>39741</c:v>
                </c:pt>
                <c:pt idx="731">
                  <c:v>39742</c:v>
                </c:pt>
                <c:pt idx="732">
                  <c:v>39743</c:v>
                </c:pt>
                <c:pt idx="733">
                  <c:v>39744</c:v>
                </c:pt>
                <c:pt idx="734">
                  <c:v>39745</c:v>
                </c:pt>
                <c:pt idx="735">
                  <c:v>39748</c:v>
                </c:pt>
                <c:pt idx="736">
                  <c:v>39749</c:v>
                </c:pt>
                <c:pt idx="737">
                  <c:v>39750</c:v>
                </c:pt>
                <c:pt idx="738">
                  <c:v>39751</c:v>
                </c:pt>
                <c:pt idx="739">
                  <c:v>39752</c:v>
                </c:pt>
                <c:pt idx="740">
                  <c:v>39755</c:v>
                </c:pt>
                <c:pt idx="741">
                  <c:v>39756</c:v>
                </c:pt>
                <c:pt idx="742">
                  <c:v>39757</c:v>
                </c:pt>
                <c:pt idx="743">
                  <c:v>39758</c:v>
                </c:pt>
                <c:pt idx="744">
                  <c:v>39759</c:v>
                </c:pt>
                <c:pt idx="745">
                  <c:v>39762</c:v>
                </c:pt>
                <c:pt idx="746">
                  <c:v>39763</c:v>
                </c:pt>
                <c:pt idx="747">
                  <c:v>39764</c:v>
                </c:pt>
                <c:pt idx="748">
                  <c:v>39765</c:v>
                </c:pt>
                <c:pt idx="749">
                  <c:v>39766</c:v>
                </c:pt>
                <c:pt idx="750">
                  <c:v>39769</c:v>
                </c:pt>
                <c:pt idx="751">
                  <c:v>39770</c:v>
                </c:pt>
                <c:pt idx="752">
                  <c:v>39771</c:v>
                </c:pt>
                <c:pt idx="753">
                  <c:v>39772</c:v>
                </c:pt>
                <c:pt idx="754">
                  <c:v>39773</c:v>
                </c:pt>
                <c:pt idx="755">
                  <c:v>39776</c:v>
                </c:pt>
                <c:pt idx="756">
                  <c:v>39777</c:v>
                </c:pt>
                <c:pt idx="757">
                  <c:v>39778</c:v>
                </c:pt>
                <c:pt idx="758">
                  <c:v>39779</c:v>
                </c:pt>
                <c:pt idx="759">
                  <c:v>39780</c:v>
                </c:pt>
                <c:pt idx="760">
                  <c:v>39783</c:v>
                </c:pt>
                <c:pt idx="761">
                  <c:v>39784</c:v>
                </c:pt>
                <c:pt idx="762">
                  <c:v>39785</c:v>
                </c:pt>
                <c:pt idx="763">
                  <c:v>39786</c:v>
                </c:pt>
                <c:pt idx="764">
                  <c:v>39787</c:v>
                </c:pt>
                <c:pt idx="765">
                  <c:v>39790</c:v>
                </c:pt>
                <c:pt idx="766">
                  <c:v>39791</c:v>
                </c:pt>
                <c:pt idx="767">
                  <c:v>39792</c:v>
                </c:pt>
                <c:pt idx="768">
                  <c:v>39793</c:v>
                </c:pt>
                <c:pt idx="769">
                  <c:v>39794</c:v>
                </c:pt>
                <c:pt idx="770">
                  <c:v>39797</c:v>
                </c:pt>
                <c:pt idx="771">
                  <c:v>39798</c:v>
                </c:pt>
                <c:pt idx="772">
                  <c:v>39799</c:v>
                </c:pt>
                <c:pt idx="773">
                  <c:v>39800</c:v>
                </c:pt>
                <c:pt idx="774">
                  <c:v>39801</c:v>
                </c:pt>
                <c:pt idx="775">
                  <c:v>39804</c:v>
                </c:pt>
                <c:pt idx="776">
                  <c:v>39805</c:v>
                </c:pt>
                <c:pt idx="777">
                  <c:v>39806</c:v>
                </c:pt>
                <c:pt idx="778">
                  <c:v>39807</c:v>
                </c:pt>
                <c:pt idx="779">
                  <c:v>39808</c:v>
                </c:pt>
                <c:pt idx="780">
                  <c:v>39811</c:v>
                </c:pt>
                <c:pt idx="781">
                  <c:v>39812</c:v>
                </c:pt>
                <c:pt idx="782">
                  <c:v>39813</c:v>
                </c:pt>
                <c:pt idx="783">
                  <c:v>39814</c:v>
                </c:pt>
                <c:pt idx="784">
                  <c:v>39815</c:v>
                </c:pt>
                <c:pt idx="785">
                  <c:v>39818</c:v>
                </c:pt>
                <c:pt idx="786">
                  <c:v>39819</c:v>
                </c:pt>
                <c:pt idx="787">
                  <c:v>39820</c:v>
                </c:pt>
                <c:pt idx="788">
                  <c:v>39821</c:v>
                </c:pt>
                <c:pt idx="789">
                  <c:v>39822</c:v>
                </c:pt>
                <c:pt idx="790">
                  <c:v>39825</c:v>
                </c:pt>
                <c:pt idx="791">
                  <c:v>39826</c:v>
                </c:pt>
                <c:pt idx="792">
                  <c:v>39827</c:v>
                </c:pt>
                <c:pt idx="793">
                  <c:v>39828</c:v>
                </c:pt>
                <c:pt idx="794">
                  <c:v>39829</c:v>
                </c:pt>
                <c:pt idx="795">
                  <c:v>39832</c:v>
                </c:pt>
                <c:pt idx="796">
                  <c:v>39833</c:v>
                </c:pt>
                <c:pt idx="797">
                  <c:v>39834</c:v>
                </c:pt>
                <c:pt idx="798">
                  <c:v>39835</c:v>
                </c:pt>
                <c:pt idx="799">
                  <c:v>39836</c:v>
                </c:pt>
                <c:pt idx="800">
                  <c:v>39839</c:v>
                </c:pt>
                <c:pt idx="801">
                  <c:v>39840</c:v>
                </c:pt>
                <c:pt idx="802">
                  <c:v>39841</c:v>
                </c:pt>
                <c:pt idx="803">
                  <c:v>39842</c:v>
                </c:pt>
                <c:pt idx="804">
                  <c:v>39843</c:v>
                </c:pt>
                <c:pt idx="805">
                  <c:v>39846</c:v>
                </c:pt>
                <c:pt idx="806">
                  <c:v>39847</c:v>
                </c:pt>
                <c:pt idx="807">
                  <c:v>39848</c:v>
                </c:pt>
                <c:pt idx="808">
                  <c:v>39849</c:v>
                </c:pt>
                <c:pt idx="809">
                  <c:v>39850</c:v>
                </c:pt>
                <c:pt idx="810">
                  <c:v>39853</c:v>
                </c:pt>
                <c:pt idx="811">
                  <c:v>39854</c:v>
                </c:pt>
                <c:pt idx="812">
                  <c:v>39855</c:v>
                </c:pt>
                <c:pt idx="813">
                  <c:v>39856</c:v>
                </c:pt>
                <c:pt idx="814">
                  <c:v>39857</c:v>
                </c:pt>
                <c:pt idx="815">
                  <c:v>39860</c:v>
                </c:pt>
                <c:pt idx="816">
                  <c:v>39861</c:v>
                </c:pt>
                <c:pt idx="817">
                  <c:v>39862</c:v>
                </c:pt>
                <c:pt idx="818">
                  <c:v>39863</c:v>
                </c:pt>
                <c:pt idx="819">
                  <c:v>39864</c:v>
                </c:pt>
                <c:pt idx="820">
                  <c:v>39867</c:v>
                </c:pt>
                <c:pt idx="821">
                  <c:v>39868</c:v>
                </c:pt>
                <c:pt idx="822">
                  <c:v>39869</c:v>
                </c:pt>
                <c:pt idx="823">
                  <c:v>39870</c:v>
                </c:pt>
                <c:pt idx="824">
                  <c:v>39871</c:v>
                </c:pt>
                <c:pt idx="825">
                  <c:v>39874</c:v>
                </c:pt>
                <c:pt idx="826">
                  <c:v>39875</c:v>
                </c:pt>
                <c:pt idx="827">
                  <c:v>39876</c:v>
                </c:pt>
                <c:pt idx="828">
                  <c:v>39877</c:v>
                </c:pt>
                <c:pt idx="829">
                  <c:v>39878</c:v>
                </c:pt>
                <c:pt idx="830">
                  <c:v>39881</c:v>
                </c:pt>
                <c:pt idx="831">
                  <c:v>39882</c:v>
                </c:pt>
                <c:pt idx="832">
                  <c:v>39883</c:v>
                </c:pt>
                <c:pt idx="833">
                  <c:v>39884</c:v>
                </c:pt>
                <c:pt idx="834">
                  <c:v>39885</c:v>
                </c:pt>
                <c:pt idx="835">
                  <c:v>39888</c:v>
                </c:pt>
                <c:pt idx="836">
                  <c:v>39889</c:v>
                </c:pt>
                <c:pt idx="837">
                  <c:v>39890</c:v>
                </c:pt>
                <c:pt idx="838">
                  <c:v>39891</c:v>
                </c:pt>
                <c:pt idx="839">
                  <c:v>39892</c:v>
                </c:pt>
                <c:pt idx="840">
                  <c:v>39895</c:v>
                </c:pt>
                <c:pt idx="841">
                  <c:v>39896</c:v>
                </c:pt>
                <c:pt idx="842">
                  <c:v>39897</c:v>
                </c:pt>
                <c:pt idx="843">
                  <c:v>39898</c:v>
                </c:pt>
                <c:pt idx="844">
                  <c:v>39899</c:v>
                </c:pt>
                <c:pt idx="845">
                  <c:v>39902</c:v>
                </c:pt>
                <c:pt idx="846">
                  <c:v>39903</c:v>
                </c:pt>
                <c:pt idx="847">
                  <c:v>39904</c:v>
                </c:pt>
                <c:pt idx="848">
                  <c:v>39905</c:v>
                </c:pt>
                <c:pt idx="849">
                  <c:v>39906</c:v>
                </c:pt>
                <c:pt idx="850">
                  <c:v>39909</c:v>
                </c:pt>
                <c:pt idx="851">
                  <c:v>39910</c:v>
                </c:pt>
                <c:pt idx="852">
                  <c:v>39911</c:v>
                </c:pt>
                <c:pt idx="853">
                  <c:v>39912</c:v>
                </c:pt>
                <c:pt idx="854">
                  <c:v>39913</c:v>
                </c:pt>
                <c:pt idx="855">
                  <c:v>39916</c:v>
                </c:pt>
                <c:pt idx="856">
                  <c:v>39917</c:v>
                </c:pt>
                <c:pt idx="857">
                  <c:v>39918</c:v>
                </c:pt>
                <c:pt idx="858">
                  <c:v>39919</c:v>
                </c:pt>
                <c:pt idx="859">
                  <c:v>39920</c:v>
                </c:pt>
                <c:pt idx="860">
                  <c:v>39923</c:v>
                </c:pt>
                <c:pt idx="861">
                  <c:v>39924</c:v>
                </c:pt>
                <c:pt idx="862">
                  <c:v>39925</c:v>
                </c:pt>
                <c:pt idx="863">
                  <c:v>39926</c:v>
                </c:pt>
                <c:pt idx="864">
                  <c:v>39927</c:v>
                </c:pt>
                <c:pt idx="865">
                  <c:v>39930</c:v>
                </c:pt>
                <c:pt idx="866">
                  <c:v>39931</c:v>
                </c:pt>
                <c:pt idx="867">
                  <c:v>39932</c:v>
                </c:pt>
                <c:pt idx="868">
                  <c:v>39933</c:v>
                </c:pt>
                <c:pt idx="869">
                  <c:v>39934</c:v>
                </c:pt>
                <c:pt idx="870">
                  <c:v>39937</c:v>
                </c:pt>
                <c:pt idx="871">
                  <c:v>39938</c:v>
                </c:pt>
                <c:pt idx="872">
                  <c:v>39939</c:v>
                </c:pt>
                <c:pt idx="873">
                  <c:v>39940</c:v>
                </c:pt>
                <c:pt idx="874">
                  <c:v>39941</c:v>
                </c:pt>
                <c:pt idx="875">
                  <c:v>39944</c:v>
                </c:pt>
                <c:pt idx="876">
                  <c:v>39945</c:v>
                </c:pt>
                <c:pt idx="877">
                  <c:v>39946</c:v>
                </c:pt>
                <c:pt idx="878">
                  <c:v>39947</c:v>
                </c:pt>
                <c:pt idx="879">
                  <c:v>39948</c:v>
                </c:pt>
                <c:pt idx="880">
                  <c:v>39951</c:v>
                </c:pt>
                <c:pt idx="881">
                  <c:v>39952</c:v>
                </c:pt>
                <c:pt idx="882">
                  <c:v>39953</c:v>
                </c:pt>
                <c:pt idx="883">
                  <c:v>39954</c:v>
                </c:pt>
                <c:pt idx="884">
                  <c:v>39955</c:v>
                </c:pt>
                <c:pt idx="885">
                  <c:v>39958</c:v>
                </c:pt>
                <c:pt idx="886">
                  <c:v>39959</c:v>
                </c:pt>
                <c:pt idx="887">
                  <c:v>39960</c:v>
                </c:pt>
                <c:pt idx="888">
                  <c:v>39961</c:v>
                </c:pt>
                <c:pt idx="889">
                  <c:v>39962</c:v>
                </c:pt>
                <c:pt idx="890">
                  <c:v>39965</c:v>
                </c:pt>
                <c:pt idx="891">
                  <c:v>39966</c:v>
                </c:pt>
                <c:pt idx="892">
                  <c:v>39967</c:v>
                </c:pt>
                <c:pt idx="893">
                  <c:v>39968</c:v>
                </c:pt>
                <c:pt idx="894">
                  <c:v>39969</c:v>
                </c:pt>
                <c:pt idx="895">
                  <c:v>39972</c:v>
                </c:pt>
                <c:pt idx="896">
                  <c:v>39973</c:v>
                </c:pt>
                <c:pt idx="897">
                  <c:v>39974</c:v>
                </c:pt>
                <c:pt idx="898">
                  <c:v>39975</c:v>
                </c:pt>
                <c:pt idx="899">
                  <c:v>39976</c:v>
                </c:pt>
                <c:pt idx="900">
                  <c:v>39979</c:v>
                </c:pt>
                <c:pt idx="901">
                  <c:v>39980</c:v>
                </c:pt>
                <c:pt idx="902">
                  <c:v>39981</c:v>
                </c:pt>
                <c:pt idx="903">
                  <c:v>39982</c:v>
                </c:pt>
                <c:pt idx="904">
                  <c:v>39983</c:v>
                </c:pt>
                <c:pt idx="905">
                  <c:v>39986</c:v>
                </c:pt>
                <c:pt idx="906">
                  <c:v>39987</c:v>
                </c:pt>
                <c:pt idx="907">
                  <c:v>39988</c:v>
                </c:pt>
                <c:pt idx="908">
                  <c:v>39989</c:v>
                </c:pt>
                <c:pt idx="909">
                  <c:v>39990</c:v>
                </c:pt>
                <c:pt idx="910">
                  <c:v>39993</c:v>
                </c:pt>
                <c:pt idx="911">
                  <c:v>39994</c:v>
                </c:pt>
                <c:pt idx="912">
                  <c:v>39995</c:v>
                </c:pt>
                <c:pt idx="913">
                  <c:v>39996</c:v>
                </c:pt>
                <c:pt idx="914">
                  <c:v>39997</c:v>
                </c:pt>
                <c:pt idx="915">
                  <c:v>40000</c:v>
                </c:pt>
                <c:pt idx="916">
                  <c:v>40001</c:v>
                </c:pt>
                <c:pt idx="917">
                  <c:v>40002</c:v>
                </c:pt>
                <c:pt idx="918">
                  <c:v>40003</c:v>
                </c:pt>
                <c:pt idx="919">
                  <c:v>40004</c:v>
                </c:pt>
                <c:pt idx="920">
                  <c:v>40007</c:v>
                </c:pt>
                <c:pt idx="921">
                  <c:v>40008</c:v>
                </c:pt>
                <c:pt idx="922">
                  <c:v>40009</c:v>
                </c:pt>
                <c:pt idx="923">
                  <c:v>40010</c:v>
                </c:pt>
                <c:pt idx="924">
                  <c:v>40011</c:v>
                </c:pt>
                <c:pt idx="925">
                  <c:v>40014</c:v>
                </c:pt>
                <c:pt idx="926">
                  <c:v>40015</c:v>
                </c:pt>
                <c:pt idx="927">
                  <c:v>40016</c:v>
                </c:pt>
                <c:pt idx="928">
                  <c:v>40017</c:v>
                </c:pt>
                <c:pt idx="929">
                  <c:v>40018</c:v>
                </c:pt>
                <c:pt idx="930">
                  <c:v>40021</c:v>
                </c:pt>
                <c:pt idx="931">
                  <c:v>40022</c:v>
                </c:pt>
                <c:pt idx="932">
                  <c:v>40023</c:v>
                </c:pt>
                <c:pt idx="933">
                  <c:v>40024</c:v>
                </c:pt>
                <c:pt idx="934">
                  <c:v>40025</c:v>
                </c:pt>
                <c:pt idx="935">
                  <c:v>40028</c:v>
                </c:pt>
                <c:pt idx="936">
                  <c:v>40029</c:v>
                </c:pt>
                <c:pt idx="937">
                  <c:v>40030</c:v>
                </c:pt>
                <c:pt idx="938">
                  <c:v>40031</c:v>
                </c:pt>
                <c:pt idx="939">
                  <c:v>40032</c:v>
                </c:pt>
                <c:pt idx="940">
                  <c:v>40035</c:v>
                </c:pt>
                <c:pt idx="941">
                  <c:v>40036</c:v>
                </c:pt>
                <c:pt idx="942">
                  <c:v>40037</c:v>
                </c:pt>
                <c:pt idx="943">
                  <c:v>40038</c:v>
                </c:pt>
                <c:pt idx="944">
                  <c:v>40039</c:v>
                </c:pt>
                <c:pt idx="945">
                  <c:v>40042</c:v>
                </c:pt>
                <c:pt idx="946">
                  <c:v>40043</c:v>
                </c:pt>
                <c:pt idx="947">
                  <c:v>40044</c:v>
                </c:pt>
                <c:pt idx="948">
                  <c:v>40045</c:v>
                </c:pt>
                <c:pt idx="949">
                  <c:v>40046</c:v>
                </c:pt>
                <c:pt idx="950">
                  <c:v>40049</c:v>
                </c:pt>
                <c:pt idx="951">
                  <c:v>40050</c:v>
                </c:pt>
                <c:pt idx="952">
                  <c:v>40051</c:v>
                </c:pt>
                <c:pt idx="953">
                  <c:v>40052</c:v>
                </c:pt>
                <c:pt idx="954">
                  <c:v>40053</c:v>
                </c:pt>
                <c:pt idx="955">
                  <c:v>40056</c:v>
                </c:pt>
                <c:pt idx="956">
                  <c:v>40057</c:v>
                </c:pt>
                <c:pt idx="957">
                  <c:v>40058</c:v>
                </c:pt>
                <c:pt idx="958">
                  <c:v>40059</c:v>
                </c:pt>
                <c:pt idx="959">
                  <c:v>40060</c:v>
                </c:pt>
                <c:pt idx="960">
                  <c:v>40063</c:v>
                </c:pt>
                <c:pt idx="961">
                  <c:v>40064</c:v>
                </c:pt>
                <c:pt idx="962">
                  <c:v>40065</c:v>
                </c:pt>
                <c:pt idx="963">
                  <c:v>40066</c:v>
                </c:pt>
                <c:pt idx="964">
                  <c:v>40067</c:v>
                </c:pt>
                <c:pt idx="965">
                  <c:v>40070</c:v>
                </c:pt>
                <c:pt idx="966">
                  <c:v>40071</c:v>
                </c:pt>
                <c:pt idx="967">
                  <c:v>40072</c:v>
                </c:pt>
                <c:pt idx="968">
                  <c:v>40073</c:v>
                </c:pt>
                <c:pt idx="969">
                  <c:v>40074</c:v>
                </c:pt>
                <c:pt idx="970">
                  <c:v>40077</c:v>
                </c:pt>
                <c:pt idx="971">
                  <c:v>40078</c:v>
                </c:pt>
                <c:pt idx="972">
                  <c:v>40079</c:v>
                </c:pt>
                <c:pt idx="973">
                  <c:v>40080</c:v>
                </c:pt>
                <c:pt idx="974">
                  <c:v>40081</c:v>
                </c:pt>
                <c:pt idx="975">
                  <c:v>40084</c:v>
                </c:pt>
                <c:pt idx="976">
                  <c:v>40085</c:v>
                </c:pt>
                <c:pt idx="977">
                  <c:v>40086</c:v>
                </c:pt>
                <c:pt idx="978">
                  <c:v>40087</c:v>
                </c:pt>
                <c:pt idx="979">
                  <c:v>40088</c:v>
                </c:pt>
                <c:pt idx="980">
                  <c:v>40091</c:v>
                </c:pt>
                <c:pt idx="981">
                  <c:v>40092</c:v>
                </c:pt>
                <c:pt idx="982">
                  <c:v>40093</c:v>
                </c:pt>
                <c:pt idx="983">
                  <c:v>40094</c:v>
                </c:pt>
                <c:pt idx="984">
                  <c:v>40095</c:v>
                </c:pt>
                <c:pt idx="985">
                  <c:v>40098</c:v>
                </c:pt>
                <c:pt idx="986">
                  <c:v>40099</c:v>
                </c:pt>
                <c:pt idx="987">
                  <c:v>40100</c:v>
                </c:pt>
                <c:pt idx="988">
                  <c:v>40101</c:v>
                </c:pt>
                <c:pt idx="989">
                  <c:v>40102</c:v>
                </c:pt>
                <c:pt idx="990">
                  <c:v>40105</c:v>
                </c:pt>
                <c:pt idx="991">
                  <c:v>40106</c:v>
                </c:pt>
                <c:pt idx="992">
                  <c:v>40107</c:v>
                </c:pt>
                <c:pt idx="993">
                  <c:v>40108</c:v>
                </c:pt>
                <c:pt idx="994">
                  <c:v>40109</c:v>
                </c:pt>
                <c:pt idx="995">
                  <c:v>40112</c:v>
                </c:pt>
                <c:pt idx="996">
                  <c:v>40113</c:v>
                </c:pt>
                <c:pt idx="997">
                  <c:v>40114</c:v>
                </c:pt>
                <c:pt idx="998">
                  <c:v>40115</c:v>
                </c:pt>
                <c:pt idx="999">
                  <c:v>40116</c:v>
                </c:pt>
                <c:pt idx="1000">
                  <c:v>40119</c:v>
                </c:pt>
                <c:pt idx="1001">
                  <c:v>40120</c:v>
                </c:pt>
                <c:pt idx="1002">
                  <c:v>40121</c:v>
                </c:pt>
                <c:pt idx="1003">
                  <c:v>40122</c:v>
                </c:pt>
                <c:pt idx="1004">
                  <c:v>40123</c:v>
                </c:pt>
                <c:pt idx="1005">
                  <c:v>40126</c:v>
                </c:pt>
                <c:pt idx="1006">
                  <c:v>40127</c:v>
                </c:pt>
                <c:pt idx="1007">
                  <c:v>40128</c:v>
                </c:pt>
                <c:pt idx="1008">
                  <c:v>40129</c:v>
                </c:pt>
                <c:pt idx="1009">
                  <c:v>40130</c:v>
                </c:pt>
                <c:pt idx="1010">
                  <c:v>40133</c:v>
                </c:pt>
                <c:pt idx="1011">
                  <c:v>40134</c:v>
                </c:pt>
                <c:pt idx="1012">
                  <c:v>40135</c:v>
                </c:pt>
                <c:pt idx="1013">
                  <c:v>40136</c:v>
                </c:pt>
                <c:pt idx="1014">
                  <c:v>40137</c:v>
                </c:pt>
                <c:pt idx="1015">
                  <c:v>40140</c:v>
                </c:pt>
                <c:pt idx="1016">
                  <c:v>40141</c:v>
                </c:pt>
                <c:pt idx="1017">
                  <c:v>40142</c:v>
                </c:pt>
                <c:pt idx="1018">
                  <c:v>40143</c:v>
                </c:pt>
                <c:pt idx="1019">
                  <c:v>40144</c:v>
                </c:pt>
                <c:pt idx="1020">
                  <c:v>40147</c:v>
                </c:pt>
                <c:pt idx="1021">
                  <c:v>40148</c:v>
                </c:pt>
                <c:pt idx="1022">
                  <c:v>40149</c:v>
                </c:pt>
                <c:pt idx="1023">
                  <c:v>40150</c:v>
                </c:pt>
                <c:pt idx="1024">
                  <c:v>40151</c:v>
                </c:pt>
                <c:pt idx="1025">
                  <c:v>40154</c:v>
                </c:pt>
                <c:pt idx="1026">
                  <c:v>40155</c:v>
                </c:pt>
                <c:pt idx="1027">
                  <c:v>40156</c:v>
                </c:pt>
                <c:pt idx="1028">
                  <c:v>40157</c:v>
                </c:pt>
                <c:pt idx="1029">
                  <c:v>40158</c:v>
                </c:pt>
                <c:pt idx="1030">
                  <c:v>40161</c:v>
                </c:pt>
                <c:pt idx="1031">
                  <c:v>40162</c:v>
                </c:pt>
                <c:pt idx="1032">
                  <c:v>40163</c:v>
                </c:pt>
                <c:pt idx="1033">
                  <c:v>40164</c:v>
                </c:pt>
                <c:pt idx="1034">
                  <c:v>40165</c:v>
                </c:pt>
                <c:pt idx="1035">
                  <c:v>40168</c:v>
                </c:pt>
                <c:pt idx="1036">
                  <c:v>40169</c:v>
                </c:pt>
                <c:pt idx="1037">
                  <c:v>40170</c:v>
                </c:pt>
                <c:pt idx="1038">
                  <c:v>40171</c:v>
                </c:pt>
                <c:pt idx="1039">
                  <c:v>40172</c:v>
                </c:pt>
                <c:pt idx="1040">
                  <c:v>40175</c:v>
                </c:pt>
                <c:pt idx="1041">
                  <c:v>40176</c:v>
                </c:pt>
                <c:pt idx="1042">
                  <c:v>40177</c:v>
                </c:pt>
                <c:pt idx="1043">
                  <c:v>40178</c:v>
                </c:pt>
                <c:pt idx="1044">
                  <c:v>40179</c:v>
                </c:pt>
                <c:pt idx="1045">
                  <c:v>40182</c:v>
                </c:pt>
                <c:pt idx="1046">
                  <c:v>40183</c:v>
                </c:pt>
                <c:pt idx="1047">
                  <c:v>40184</c:v>
                </c:pt>
                <c:pt idx="1048">
                  <c:v>40185</c:v>
                </c:pt>
                <c:pt idx="1049">
                  <c:v>40186</c:v>
                </c:pt>
                <c:pt idx="1050">
                  <c:v>40189</c:v>
                </c:pt>
                <c:pt idx="1051">
                  <c:v>40190</c:v>
                </c:pt>
                <c:pt idx="1052">
                  <c:v>40191</c:v>
                </c:pt>
                <c:pt idx="1053">
                  <c:v>40192</c:v>
                </c:pt>
                <c:pt idx="1054">
                  <c:v>40193</c:v>
                </c:pt>
                <c:pt idx="1055">
                  <c:v>40196</c:v>
                </c:pt>
                <c:pt idx="1056">
                  <c:v>40197</c:v>
                </c:pt>
                <c:pt idx="1057">
                  <c:v>40198</c:v>
                </c:pt>
                <c:pt idx="1058">
                  <c:v>40199</c:v>
                </c:pt>
                <c:pt idx="1059">
                  <c:v>40200</c:v>
                </c:pt>
                <c:pt idx="1060">
                  <c:v>40203</c:v>
                </c:pt>
                <c:pt idx="1061">
                  <c:v>40204</c:v>
                </c:pt>
                <c:pt idx="1062">
                  <c:v>40205</c:v>
                </c:pt>
                <c:pt idx="1063">
                  <c:v>40206</c:v>
                </c:pt>
                <c:pt idx="1064">
                  <c:v>40207</c:v>
                </c:pt>
                <c:pt idx="1065">
                  <c:v>40210</c:v>
                </c:pt>
                <c:pt idx="1066">
                  <c:v>40211</c:v>
                </c:pt>
                <c:pt idx="1067">
                  <c:v>40212</c:v>
                </c:pt>
                <c:pt idx="1068">
                  <c:v>40213</c:v>
                </c:pt>
                <c:pt idx="1069">
                  <c:v>40214</c:v>
                </c:pt>
                <c:pt idx="1070">
                  <c:v>40217</c:v>
                </c:pt>
                <c:pt idx="1071">
                  <c:v>40218</c:v>
                </c:pt>
                <c:pt idx="1072">
                  <c:v>40219</c:v>
                </c:pt>
                <c:pt idx="1073">
                  <c:v>40220</c:v>
                </c:pt>
                <c:pt idx="1074">
                  <c:v>40221</c:v>
                </c:pt>
                <c:pt idx="1075">
                  <c:v>40224</c:v>
                </c:pt>
                <c:pt idx="1076">
                  <c:v>40225</c:v>
                </c:pt>
                <c:pt idx="1077">
                  <c:v>40226</c:v>
                </c:pt>
                <c:pt idx="1078">
                  <c:v>40227</c:v>
                </c:pt>
                <c:pt idx="1079">
                  <c:v>40228</c:v>
                </c:pt>
                <c:pt idx="1080">
                  <c:v>40231</c:v>
                </c:pt>
                <c:pt idx="1081">
                  <c:v>40232</c:v>
                </c:pt>
                <c:pt idx="1082">
                  <c:v>40233</c:v>
                </c:pt>
                <c:pt idx="1083">
                  <c:v>40234</c:v>
                </c:pt>
                <c:pt idx="1084">
                  <c:v>40235</c:v>
                </c:pt>
                <c:pt idx="1085">
                  <c:v>40238</c:v>
                </c:pt>
                <c:pt idx="1086">
                  <c:v>40239</c:v>
                </c:pt>
                <c:pt idx="1087">
                  <c:v>40240</c:v>
                </c:pt>
                <c:pt idx="1088">
                  <c:v>40241</c:v>
                </c:pt>
                <c:pt idx="1089">
                  <c:v>40242</c:v>
                </c:pt>
                <c:pt idx="1090">
                  <c:v>40245</c:v>
                </c:pt>
                <c:pt idx="1091">
                  <c:v>40246</c:v>
                </c:pt>
                <c:pt idx="1092">
                  <c:v>40247</c:v>
                </c:pt>
                <c:pt idx="1093">
                  <c:v>40248</c:v>
                </c:pt>
                <c:pt idx="1094">
                  <c:v>40249</c:v>
                </c:pt>
                <c:pt idx="1095">
                  <c:v>40252</c:v>
                </c:pt>
                <c:pt idx="1096">
                  <c:v>40253</c:v>
                </c:pt>
                <c:pt idx="1097">
                  <c:v>40254</c:v>
                </c:pt>
                <c:pt idx="1098">
                  <c:v>40255</c:v>
                </c:pt>
                <c:pt idx="1099">
                  <c:v>40256</c:v>
                </c:pt>
                <c:pt idx="1100">
                  <c:v>40259</c:v>
                </c:pt>
                <c:pt idx="1101">
                  <c:v>40260</c:v>
                </c:pt>
                <c:pt idx="1102">
                  <c:v>40261</c:v>
                </c:pt>
                <c:pt idx="1103">
                  <c:v>40262</c:v>
                </c:pt>
                <c:pt idx="1104">
                  <c:v>40263</c:v>
                </c:pt>
                <c:pt idx="1105">
                  <c:v>40266</c:v>
                </c:pt>
                <c:pt idx="1106">
                  <c:v>40267</c:v>
                </c:pt>
                <c:pt idx="1107">
                  <c:v>40268</c:v>
                </c:pt>
                <c:pt idx="1108">
                  <c:v>40269</c:v>
                </c:pt>
                <c:pt idx="1109">
                  <c:v>40270</c:v>
                </c:pt>
                <c:pt idx="1110">
                  <c:v>40273</c:v>
                </c:pt>
                <c:pt idx="1111">
                  <c:v>40274</c:v>
                </c:pt>
                <c:pt idx="1112">
                  <c:v>40275</c:v>
                </c:pt>
                <c:pt idx="1113">
                  <c:v>40276</c:v>
                </c:pt>
                <c:pt idx="1114">
                  <c:v>40277</c:v>
                </c:pt>
                <c:pt idx="1115">
                  <c:v>40280</c:v>
                </c:pt>
                <c:pt idx="1116">
                  <c:v>40281</c:v>
                </c:pt>
                <c:pt idx="1117">
                  <c:v>40282</c:v>
                </c:pt>
                <c:pt idx="1118">
                  <c:v>40283</c:v>
                </c:pt>
                <c:pt idx="1119">
                  <c:v>40284</c:v>
                </c:pt>
                <c:pt idx="1120">
                  <c:v>40287</c:v>
                </c:pt>
                <c:pt idx="1121">
                  <c:v>40288</c:v>
                </c:pt>
                <c:pt idx="1122">
                  <c:v>40289</c:v>
                </c:pt>
                <c:pt idx="1123">
                  <c:v>40290</c:v>
                </c:pt>
                <c:pt idx="1124">
                  <c:v>40291</c:v>
                </c:pt>
                <c:pt idx="1125">
                  <c:v>40294</c:v>
                </c:pt>
                <c:pt idx="1126">
                  <c:v>40295</c:v>
                </c:pt>
                <c:pt idx="1127">
                  <c:v>40296</c:v>
                </c:pt>
                <c:pt idx="1128">
                  <c:v>40297</c:v>
                </c:pt>
                <c:pt idx="1129">
                  <c:v>40298</c:v>
                </c:pt>
                <c:pt idx="1130">
                  <c:v>40301</c:v>
                </c:pt>
                <c:pt idx="1131">
                  <c:v>40302</c:v>
                </c:pt>
                <c:pt idx="1132">
                  <c:v>40303</c:v>
                </c:pt>
                <c:pt idx="1133">
                  <c:v>40304</c:v>
                </c:pt>
                <c:pt idx="1134">
                  <c:v>40305</c:v>
                </c:pt>
                <c:pt idx="1135">
                  <c:v>40308</c:v>
                </c:pt>
                <c:pt idx="1136">
                  <c:v>40309</c:v>
                </c:pt>
                <c:pt idx="1137">
                  <c:v>40310</c:v>
                </c:pt>
                <c:pt idx="1138">
                  <c:v>40311</c:v>
                </c:pt>
                <c:pt idx="1139">
                  <c:v>40312</c:v>
                </c:pt>
                <c:pt idx="1140">
                  <c:v>40315</c:v>
                </c:pt>
                <c:pt idx="1141">
                  <c:v>40316</c:v>
                </c:pt>
                <c:pt idx="1142">
                  <c:v>40317</c:v>
                </c:pt>
                <c:pt idx="1143">
                  <c:v>40318</c:v>
                </c:pt>
                <c:pt idx="1144">
                  <c:v>40319</c:v>
                </c:pt>
                <c:pt idx="1145">
                  <c:v>40322</c:v>
                </c:pt>
                <c:pt idx="1146">
                  <c:v>40323</c:v>
                </c:pt>
                <c:pt idx="1147">
                  <c:v>40324</c:v>
                </c:pt>
                <c:pt idx="1148">
                  <c:v>40325</c:v>
                </c:pt>
                <c:pt idx="1149">
                  <c:v>40326</c:v>
                </c:pt>
                <c:pt idx="1150">
                  <c:v>40329</c:v>
                </c:pt>
                <c:pt idx="1151">
                  <c:v>40330</c:v>
                </c:pt>
                <c:pt idx="1152">
                  <c:v>40331</c:v>
                </c:pt>
                <c:pt idx="1153">
                  <c:v>40332</c:v>
                </c:pt>
                <c:pt idx="1154">
                  <c:v>40333</c:v>
                </c:pt>
                <c:pt idx="1155">
                  <c:v>40336</c:v>
                </c:pt>
                <c:pt idx="1156">
                  <c:v>40337</c:v>
                </c:pt>
                <c:pt idx="1157">
                  <c:v>40338</c:v>
                </c:pt>
                <c:pt idx="1158">
                  <c:v>40339</c:v>
                </c:pt>
                <c:pt idx="1159">
                  <c:v>40340</c:v>
                </c:pt>
                <c:pt idx="1160">
                  <c:v>40343</c:v>
                </c:pt>
                <c:pt idx="1161">
                  <c:v>40344</c:v>
                </c:pt>
                <c:pt idx="1162">
                  <c:v>40345</c:v>
                </c:pt>
                <c:pt idx="1163">
                  <c:v>40346</c:v>
                </c:pt>
                <c:pt idx="1164">
                  <c:v>40347</c:v>
                </c:pt>
                <c:pt idx="1165">
                  <c:v>40350</c:v>
                </c:pt>
                <c:pt idx="1166">
                  <c:v>40351</c:v>
                </c:pt>
                <c:pt idx="1167">
                  <c:v>40352</c:v>
                </c:pt>
                <c:pt idx="1168">
                  <c:v>40353</c:v>
                </c:pt>
                <c:pt idx="1169">
                  <c:v>40354</c:v>
                </c:pt>
                <c:pt idx="1170">
                  <c:v>40357</c:v>
                </c:pt>
                <c:pt idx="1171">
                  <c:v>40358</c:v>
                </c:pt>
                <c:pt idx="1172">
                  <c:v>40359</c:v>
                </c:pt>
                <c:pt idx="1173">
                  <c:v>40360</c:v>
                </c:pt>
                <c:pt idx="1174">
                  <c:v>40361</c:v>
                </c:pt>
                <c:pt idx="1175">
                  <c:v>40364</c:v>
                </c:pt>
                <c:pt idx="1176">
                  <c:v>40365</c:v>
                </c:pt>
                <c:pt idx="1177">
                  <c:v>40366</c:v>
                </c:pt>
                <c:pt idx="1178">
                  <c:v>40367</c:v>
                </c:pt>
                <c:pt idx="1179">
                  <c:v>40368</c:v>
                </c:pt>
                <c:pt idx="1180">
                  <c:v>40371</c:v>
                </c:pt>
                <c:pt idx="1181">
                  <c:v>40372</c:v>
                </c:pt>
                <c:pt idx="1182">
                  <c:v>40373</c:v>
                </c:pt>
                <c:pt idx="1183">
                  <c:v>40374</c:v>
                </c:pt>
                <c:pt idx="1184">
                  <c:v>40375</c:v>
                </c:pt>
                <c:pt idx="1185">
                  <c:v>40378</c:v>
                </c:pt>
                <c:pt idx="1186">
                  <c:v>40379</c:v>
                </c:pt>
                <c:pt idx="1187">
                  <c:v>40380</c:v>
                </c:pt>
                <c:pt idx="1188">
                  <c:v>40381</c:v>
                </c:pt>
                <c:pt idx="1189">
                  <c:v>40382</c:v>
                </c:pt>
                <c:pt idx="1190">
                  <c:v>40385</c:v>
                </c:pt>
                <c:pt idx="1191">
                  <c:v>40386</c:v>
                </c:pt>
                <c:pt idx="1192">
                  <c:v>40387</c:v>
                </c:pt>
                <c:pt idx="1193">
                  <c:v>40388</c:v>
                </c:pt>
                <c:pt idx="1194">
                  <c:v>40389</c:v>
                </c:pt>
                <c:pt idx="1195">
                  <c:v>40392</c:v>
                </c:pt>
                <c:pt idx="1196">
                  <c:v>40393</c:v>
                </c:pt>
                <c:pt idx="1197">
                  <c:v>40394</c:v>
                </c:pt>
                <c:pt idx="1198">
                  <c:v>40395</c:v>
                </c:pt>
                <c:pt idx="1199">
                  <c:v>40396</c:v>
                </c:pt>
                <c:pt idx="1200">
                  <c:v>40399</c:v>
                </c:pt>
                <c:pt idx="1201">
                  <c:v>40400</c:v>
                </c:pt>
                <c:pt idx="1202">
                  <c:v>40401</c:v>
                </c:pt>
                <c:pt idx="1203">
                  <c:v>40402</c:v>
                </c:pt>
                <c:pt idx="1204">
                  <c:v>40403</c:v>
                </c:pt>
                <c:pt idx="1205">
                  <c:v>40406</c:v>
                </c:pt>
                <c:pt idx="1206">
                  <c:v>40407</c:v>
                </c:pt>
                <c:pt idx="1207">
                  <c:v>40408</c:v>
                </c:pt>
                <c:pt idx="1208">
                  <c:v>40409</c:v>
                </c:pt>
                <c:pt idx="1209">
                  <c:v>40410</c:v>
                </c:pt>
                <c:pt idx="1210">
                  <c:v>40413</c:v>
                </c:pt>
                <c:pt idx="1211">
                  <c:v>40414</c:v>
                </c:pt>
                <c:pt idx="1212">
                  <c:v>40415</c:v>
                </c:pt>
                <c:pt idx="1213">
                  <c:v>40416</c:v>
                </c:pt>
                <c:pt idx="1214">
                  <c:v>40417</c:v>
                </c:pt>
                <c:pt idx="1215">
                  <c:v>40420</c:v>
                </c:pt>
                <c:pt idx="1216">
                  <c:v>40421</c:v>
                </c:pt>
                <c:pt idx="1217">
                  <c:v>40422</c:v>
                </c:pt>
                <c:pt idx="1218">
                  <c:v>40423</c:v>
                </c:pt>
                <c:pt idx="1219">
                  <c:v>40424</c:v>
                </c:pt>
                <c:pt idx="1220">
                  <c:v>40427</c:v>
                </c:pt>
                <c:pt idx="1221">
                  <c:v>40428</c:v>
                </c:pt>
                <c:pt idx="1222">
                  <c:v>40429</c:v>
                </c:pt>
                <c:pt idx="1223">
                  <c:v>40430</c:v>
                </c:pt>
                <c:pt idx="1224">
                  <c:v>40431</c:v>
                </c:pt>
                <c:pt idx="1225">
                  <c:v>40434</c:v>
                </c:pt>
                <c:pt idx="1226">
                  <c:v>40435</c:v>
                </c:pt>
                <c:pt idx="1227">
                  <c:v>40436</c:v>
                </c:pt>
                <c:pt idx="1228">
                  <c:v>40437</c:v>
                </c:pt>
                <c:pt idx="1229">
                  <c:v>40438</c:v>
                </c:pt>
                <c:pt idx="1230">
                  <c:v>40441</c:v>
                </c:pt>
                <c:pt idx="1231">
                  <c:v>40442</c:v>
                </c:pt>
                <c:pt idx="1232">
                  <c:v>40443</c:v>
                </c:pt>
                <c:pt idx="1233">
                  <c:v>40444</c:v>
                </c:pt>
                <c:pt idx="1234">
                  <c:v>40445</c:v>
                </c:pt>
                <c:pt idx="1235">
                  <c:v>40448</c:v>
                </c:pt>
                <c:pt idx="1236">
                  <c:v>40449</c:v>
                </c:pt>
                <c:pt idx="1237">
                  <c:v>40450</c:v>
                </c:pt>
                <c:pt idx="1238">
                  <c:v>40451</c:v>
                </c:pt>
                <c:pt idx="1239">
                  <c:v>40452</c:v>
                </c:pt>
                <c:pt idx="1240">
                  <c:v>40455</c:v>
                </c:pt>
                <c:pt idx="1241">
                  <c:v>40456</c:v>
                </c:pt>
                <c:pt idx="1242">
                  <c:v>40457</c:v>
                </c:pt>
                <c:pt idx="1243">
                  <c:v>40458</c:v>
                </c:pt>
                <c:pt idx="1244">
                  <c:v>40459</c:v>
                </c:pt>
                <c:pt idx="1245">
                  <c:v>40462</c:v>
                </c:pt>
                <c:pt idx="1246">
                  <c:v>40463</c:v>
                </c:pt>
                <c:pt idx="1247">
                  <c:v>40464</c:v>
                </c:pt>
                <c:pt idx="1248">
                  <c:v>40465</c:v>
                </c:pt>
                <c:pt idx="1249">
                  <c:v>40466</c:v>
                </c:pt>
                <c:pt idx="1250">
                  <c:v>40469</c:v>
                </c:pt>
                <c:pt idx="1251">
                  <c:v>40470</c:v>
                </c:pt>
                <c:pt idx="1252">
                  <c:v>40471</c:v>
                </c:pt>
                <c:pt idx="1253">
                  <c:v>40472</c:v>
                </c:pt>
                <c:pt idx="1254">
                  <c:v>40473</c:v>
                </c:pt>
                <c:pt idx="1255">
                  <c:v>40476</c:v>
                </c:pt>
                <c:pt idx="1256">
                  <c:v>40477</c:v>
                </c:pt>
                <c:pt idx="1257">
                  <c:v>40478</c:v>
                </c:pt>
                <c:pt idx="1258">
                  <c:v>40479</c:v>
                </c:pt>
                <c:pt idx="1259">
                  <c:v>40480</c:v>
                </c:pt>
                <c:pt idx="1260">
                  <c:v>40483</c:v>
                </c:pt>
                <c:pt idx="1261">
                  <c:v>40484</c:v>
                </c:pt>
                <c:pt idx="1262">
                  <c:v>40485</c:v>
                </c:pt>
                <c:pt idx="1263">
                  <c:v>40486</c:v>
                </c:pt>
                <c:pt idx="1264">
                  <c:v>40487</c:v>
                </c:pt>
                <c:pt idx="1265">
                  <c:v>40490</c:v>
                </c:pt>
                <c:pt idx="1266">
                  <c:v>40491</c:v>
                </c:pt>
                <c:pt idx="1267">
                  <c:v>40492</c:v>
                </c:pt>
                <c:pt idx="1268">
                  <c:v>40493</c:v>
                </c:pt>
                <c:pt idx="1269">
                  <c:v>40494</c:v>
                </c:pt>
                <c:pt idx="1270">
                  <c:v>40497</c:v>
                </c:pt>
                <c:pt idx="1271">
                  <c:v>40498</c:v>
                </c:pt>
                <c:pt idx="1272">
                  <c:v>40499</c:v>
                </c:pt>
                <c:pt idx="1273">
                  <c:v>40500</c:v>
                </c:pt>
                <c:pt idx="1274">
                  <c:v>40501</c:v>
                </c:pt>
                <c:pt idx="1275">
                  <c:v>40504</c:v>
                </c:pt>
                <c:pt idx="1276">
                  <c:v>40505</c:v>
                </c:pt>
                <c:pt idx="1277">
                  <c:v>40506</c:v>
                </c:pt>
                <c:pt idx="1278">
                  <c:v>40507</c:v>
                </c:pt>
                <c:pt idx="1279">
                  <c:v>40508</c:v>
                </c:pt>
                <c:pt idx="1280">
                  <c:v>40511</c:v>
                </c:pt>
                <c:pt idx="1281">
                  <c:v>40512</c:v>
                </c:pt>
                <c:pt idx="1282">
                  <c:v>40513</c:v>
                </c:pt>
                <c:pt idx="1283">
                  <c:v>40514</c:v>
                </c:pt>
                <c:pt idx="1284">
                  <c:v>40515</c:v>
                </c:pt>
                <c:pt idx="1285">
                  <c:v>40518</c:v>
                </c:pt>
                <c:pt idx="1286">
                  <c:v>40519</c:v>
                </c:pt>
                <c:pt idx="1287">
                  <c:v>40520</c:v>
                </c:pt>
                <c:pt idx="1288">
                  <c:v>40521</c:v>
                </c:pt>
                <c:pt idx="1289">
                  <c:v>40522</c:v>
                </c:pt>
                <c:pt idx="1290">
                  <c:v>40525</c:v>
                </c:pt>
                <c:pt idx="1291">
                  <c:v>40526</c:v>
                </c:pt>
                <c:pt idx="1292">
                  <c:v>40527</c:v>
                </c:pt>
                <c:pt idx="1293">
                  <c:v>40528</c:v>
                </c:pt>
                <c:pt idx="1294">
                  <c:v>40529</c:v>
                </c:pt>
                <c:pt idx="1295">
                  <c:v>40532</c:v>
                </c:pt>
                <c:pt idx="1296">
                  <c:v>40533</c:v>
                </c:pt>
                <c:pt idx="1297">
                  <c:v>40534</c:v>
                </c:pt>
                <c:pt idx="1298">
                  <c:v>40535</c:v>
                </c:pt>
                <c:pt idx="1299">
                  <c:v>40536</c:v>
                </c:pt>
                <c:pt idx="1300">
                  <c:v>40539</c:v>
                </c:pt>
                <c:pt idx="1301">
                  <c:v>40540</c:v>
                </c:pt>
                <c:pt idx="1302">
                  <c:v>40541</c:v>
                </c:pt>
                <c:pt idx="1303">
                  <c:v>40542</c:v>
                </c:pt>
                <c:pt idx="1304">
                  <c:v>40543</c:v>
                </c:pt>
                <c:pt idx="1305">
                  <c:v>40546</c:v>
                </c:pt>
                <c:pt idx="1306">
                  <c:v>40547</c:v>
                </c:pt>
                <c:pt idx="1307">
                  <c:v>40548</c:v>
                </c:pt>
                <c:pt idx="1308">
                  <c:v>40549</c:v>
                </c:pt>
                <c:pt idx="1309">
                  <c:v>40550</c:v>
                </c:pt>
                <c:pt idx="1310">
                  <c:v>40553</c:v>
                </c:pt>
                <c:pt idx="1311">
                  <c:v>40554</c:v>
                </c:pt>
                <c:pt idx="1312">
                  <c:v>40555</c:v>
                </c:pt>
                <c:pt idx="1313">
                  <c:v>40556</c:v>
                </c:pt>
                <c:pt idx="1314">
                  <c:v>40557</c:v>
                </c:pt>
                <c:pt idx="1315">
                  <c:v>40560</c:v>
                </c:pt>
                <c:pt idx="1316">
                  <c:v>40561</c:v>
                </c:pt>
                <c:pt idx="1317">
                  <c:v>40562</c:v>
                </c:pt>
                <c:pt idx="1318">
                  <c:v>40563</c:v>
                </c:pt>
                <c:pt idx="1319">
                  <c:v>40564</c:v>
                </c:pt>
                <c:pt idx="1320">
                  <c:v>40567</c:v>
                </c:pt>
                <c:pt idx="1321">
                  <c:v>40568</c:v>
                </c:pt>
                <c:pt idx="1322">
                  <c:v>40569</c:v>
                </c:pt>
                <c:pt idx="1323">
                  <c:v>40570</c:v>
                </c:pt>
                <c:pt idx="1324">
                  <c:v>40571</c:v>
                </c:pt>
                <c:pt idx="1325">
                  <c:v>40574</c:v>
                </c:pt>
                <c:pt idx="1326">
                  <c:v>40575</c:v>
                </c:pt>
                <c:pt idx="1327">
                  <c:v>40576</c:v>
                </c:pt>
                <c:pt idx="1328">
                  <c:v>40577</c:v>
                </c:pt>
                <c:pt idx="1329">
                  <c:v>40578</c:v>
                </c:pt>
                <c:pt idx="1330">
                  <c:v>40581</c:v>
                </c:pt>
                <c:pt idx="1331">
                  <c:v>40582</c:v>
                </c:pt>
                <c:pt idx="1332">
                  <c:v>40583</c:v>
                </c:pt>
                <c:pt idx="1333">
                  <c:v>40584</c:v>
                </c:pt>
                <c:pt idx="1334">
                  <c:v>40585</c:v>
                </c:pt>
                <c:pt idx="1335">
                  <c:v>40588</c:v>
                </c:pt>
                <c:pt idx="1336">
                  <c:v>40589</c:v>
                </c:pt>
                <c:pt idx="1337">
                  <c:v>40590</c:v>
                </c:pt>
                <c:pt idx="1338">
                  <c:v>40591</c:v>
                </c:pt>
                <c:pt idx="1339">
                  <c:v>40592</c:v>
                </c:pt>
                <c:pt idx="1340">
                  <c:v>40595</c:v>
                </c:pt>
                <c:pt idx="1341">
                  <c:v>40596</c:v>
                </c:pt>
                <c:pt idx="1342">
                  <c:v>40597</c:v>
                </c:pt>
                <c:pt idx="1343">
                  <c:v>40598</c:v>
                </c:pt>
                <c:pt idx="1344">
                  <c:v>40599</c:v>
                </c:pt>
                <c:pt idx="1345">
                  <c:v>40602</c:v>
                </c:pt>
                <c:pt idx="1346">
                  <c:v>40603</c:v>
                </c:pt>
                <c:pt idx="1347">
                  <c:v>40604</c:v>
                </c:pt>
                <c:pt idx="1348">
                  <c:v>40605</c:v>
                </c:pt>
                <c:pt idx="1349">
                  <c:v>40606</c:v>
                </c:pt>
                <c:pt idx="1350">
                  <c:v>40609</c:v>
                </c:pt>
                <c:pt idx="1351">
                  <c:v>40610</c:v>
                </c:pt>
                <c:pt idx="1352">
                  <c:v>40611</c:v>
                </c:pt>
                <c:pt idx="1353">
                  <c:v>40612</c:v>
                </c:pt>
                <c:pt idx="1354">
                  <c:v>40613</c:v>
                </c:pt>
                <c:pt idx="1355">
                  <c:v>40616</c:v>
                </c:pt>
                <c:pt idx="1356">
                  <c:v>40617</c:v>
                </c:pt>
                <c:pt idx="1357">
                  <c:v>40618</c:v>
                </c:pt>
                <c:pt idx="1358">
                  <c:v>40619</c:v>
                </c:pt>
                <c:pt idx="1359">
                  <c:v>40620</c:v>
                </c:pt>
                <c:pt idx="1360">
                  <c:v>40623</c:v>
                </c:pt>
                <c:pt idx="1361">
                  <c:v>40624</c:v>
                </c:pt>
                <c:pt idx="1362">
                  <c:v>40625</c:v>
                </c:pt>
                <c:pt idx="1363">
                  <c:v>40626</c:v>
                </c:pt>
                <c:pt idx="1364">
                  <c:v>40627</c:v>
                </c:pt>
                <c:pt idx="1365">
                  <c:v>40630</c:v>
                </c:pt>
                <c:pt idx="1366">
                  <c:v>40631</c:v>
                </c:pt>
                <c:pt idx="1367">
                  <c:v>40632</c:v>
                </c:pt>
                <c:pt idx="1368">
                  <c:v>40633</c:v>
                </c:pt>
                <c:pt idx="1369">
                  <c:v>40634</c:v>
                </c:pt>
                <c:pt idx="1370">
                  <c:v>40637</c:v>
                </c:pt>
                <c:pt idx="1371">
                  <c:v>40638</c:v>
                </c:pt>
                <c:pt idx="1372">
                  <c:v>40639</c:v>
                </c:pt>
                <c:pt idx="1373">
                  <c:v>40640</c:v>
                </c:pt>
                <c:pt idx="1374">
                  <c:v>40641</c:v>
                </c:pt>
                <c:pt idx="1375">
                  <c:v>40644</c:v>
                </c:pt>
                <c:pt idx="1376">
                  <c:v>40645</c:v>
                </c:pt>
                <c:pt idx="1377">
                  <c:v>40646</c:v>
                </c:pt>
                <c:pt idx="1378">
                  <c:v>40647</c:v>
                </c:pt>
                <c:pt idx="1379">
                  <c:v>40648</c:v>
                </c:pt>
                <c:pt idx="1380">
                  <c:v>40651</c:v>
                </c:pt>
                <c:pt idx="1381">
                  <c:v>40652</c:v>
                </c:pt>
                <c:pt idx="1382">
                  <c:v>40653</c:v>
                </c:pt>
                <c:pt idx="1383">
                  <c:v>40654</c:v>
                </c:pt>
                <c:pt idx="1384">
                  <c:v>40655</c:v>
                </c:pt>
                <c:pt idx="1385">
                  <c:v>40658</c:v>
                </c:pt>
                <c:pt idx="1386">
                  <c:v>40659</c:v>
                </c:pt>
                <c:pt idx="1387">
                  <c:v>40660</c:v>
                </c:pt>
                <c:pt idx="1388">
                  <c:v>40661</c:v>
                </c:pt>
                <c:pt idx="1389">
                  <c:v>40662</c:v>
                </c:pt>
                <c:pt idx="1390">
                  <c:v>40665</c:v>
                </c:pt>
                <c:pt idx="1391">
                  <c:v>40666</c:v>
                </c:pt>
                <c:pt idx="1392">
                  <c:v>40667</c:v>
                </c:pt>
                <c:pt idx="1393">
                  <c:v>40668</c:v>
                </c:pt>
                <c:pt idx="1394">
                  <c:v>40669</c:v>
                </c:pt>
                <c:pt idx="1395">
                  <c:v>40672</c:v>
                </c:pt>
                <c:pt idx="1396">
                  <c:v>40673</c:v>
                </c:pt>
                <c:pt idx="1397">
                  <c:v>40674</c:v>
                </c:pt>
                <c:pt idx="1398">
                  <c:v>40675</c:v>
                </c:pt>
                <c:pt idx="1399">
                  <c:v>40676</c:v>
                </c:pt>
                <c:pt idx="1400">
                  <c:v>40679</c:v>
                </c:pt>
                <c:pt idx="1401">
                  <c:v>40680</c:v>
                </c:pt>
                <c:pt idx="1402">
                  <c:v>40681</c:v>
                </c:pt>
                <c:pt idx="1403">
                  <c:v>40682</c:v>
                </c:pt>
                <c:pt idx="1404">
                  <c:v>40683</c:v>
                </c:pt>
                <c:pt idx="1405">
                  <c:v>40686</c:v>
                </c:pt>
                <c:pt idx="1406">
                  <c:v>40687</c:v>
                </c:pt>
                <c:pt idx="1407">
                  <c:v>40688</c:v>
                </c:pt>
                <c:pt idx="1408">
                  <c:v>40689</c:v>
                </c:pt>
                <c:pt idx="1409">
                  <c:v>40690</c:v>
                </c:pt>
                <c:pt idx="1410">
                  <c:v>40693</c:v>
                </c:pt>
                <c:pt idx="1411">
                  <c:v>40694</c:v>
                </c:pt>
                <c:pt idx="1412">
                  <c:v>40695</c:v>
                </c:pt>
                <c:pt idx="1413">
                  <c:v>40696</c:v>
                </c:pt>
                <c:pt idx="1414">
                  <c:v>40697</c:v>
                </c:pt>
                <c:pt idx="1415">
                  <c:v>40700</c:v>
                </c:pt>
                <c:pt idx="1416">
                  <c:v>40701</c:v>
                </c:pt>
                <c:pt idx="1417">
                  <c:v>40702</c:v>
                </c:pt>
                <c:pt idx="1418">
                  <c:v>40703</c:v>
                </c:pt>
                <c:pt idx="1419">
                  <c:v>40704</c:v>
                </c:pt>
                <c:pt idx="1420">
                  <c:v>40707</c:v>
                </c:pt>
                <c:pt idx="1421">
                  <c:v>40708</c:v>
                </c:pt>
                <c:pt idx="1422">
                  <c:v>40709</c:v>
                </c:pt>
                <c:pt idx="1423">
                  <c:v>40710</c:v>
                </c:pt>
                <c:pt idx="1424">
                  <c:v>40711</c:v>
                </c:pt>
                <c:pt idx="1425">
                  <c:v>40714</c:v>
                </c:pt>
                <c:pt idx="1426">
                  <c:v>40715</c:v>
                </c:pt>
                <c:pt idx="1427">
                  <c:v>40716</c:v>
                </c:pt>
                <c:pt idx="1428">
                  <c:v>40717</c:v>
                </c:pt>
                <c:pt idx="1429">
                  <c:v>40718</c:v>
                </c:pt>
                <c:pt idx="1430">
                  <c:v>40721</c:v>
                </c:pt>
                <c:pt idx="1431">
                  <c:v>40722</c:v>
                </c:pt>
                <c:pt idx="1432">
                  <c:v>40723</c:v>
                </c:pt>
                <c:pt idx="1433">
                  <c:v>40724</c:v>
                </c:pt>
                <c:pt idx="1434">
                  <c:v>40725</c:v>
                </c:pt>
                <c:pt idx="1435">
                  <c:v>40728</c:v>
                </c:pt>
                <c:pt idx="1436">
                  <c:v>40729</c:v>
                </c:pt>
                <c:pt idx="1437">
                  <c:v>40730</c:v>
                </c:pt>
                <c:pt idx="1438">
                  <c:v>40731</c:v>
                </c:pt>
                <c:pt idx="1439">
                  <c:v>40732</c:v>
                </c:pt>
                <c:pt idx="1440">
                  <c:v>40735</c:v>
                </c:pt>
                <c:pt idx="1441">
                  <c:v>40736</c:v>
                </c:pt>
                <c:pt idx="1442">
                  <c:v>40737</c:v>
                </c:pt>
                <c:pt idx="1443">
                  <c:v>40738</c:v>
                </c:pt>
                <c:pt idx="1444">
                  <c:v>40739</c:v>
                </c:pt>
                <c:pt idx="1445">
                  <c:v>40742</c:v>
                </c:pt>
                <c:pt idx="1446">
                  <c:v>40743</c:v>
                </c:pt>
                <c:pt idx="1447">
                  <c:v>40744</c:v>
                </c:pt>
                <c:pt idx="1448">
                  <c:v>40745</c:v>
                </c:pt>
                <c:pt idx="1449">
                  <c:v>40746</c:v>
                </c:pt>
                <c:pt idx="1450">
                  <c:v>40749</c:v>
                </c:pt>
                <c:pt idx="1451">
                  <c:v>40750</c:v>
                </c:pt>
                <c:pt idx="1452">
                  <c:v>40751</c:v>
                </c:pt>
                <c:pt idx="1453">
                  <c:v>40752</c:v>
                </c:pt>
                <c:pt idx="1454">
                  <c:v>40753</c:v>
                </c:pt>
                <c:pt idx="1455">
                  <c:v>40756</c:v>
                </c:pt>
                <c:pt idx="1456">
                  <c:v>40757</c:v>
                </c:pt>
                <c:pt idx="1457">
                  <c:v>40758</c:v>
                </c:pt>
                <c:pt idx="1458">
                  <c:v>40759</c:v>
                </c:pt>
                <c:pt idx="1459">
                  <c:v>40760</c:v>
                </c:pt>
                <c:pt idx="1460">
                  <c:v>40763</c:v>
                </c:pt>
                <c:pt idx="1461">
                  <c:v>40764</c:v>
                </c:pt>
                <c:pt idx="1462">
                  <c:v>40765</c:v>
                </c:pt>
                <c:pt idx="1463">
                  <c:v>40766</c:v>
                </c:pt>
                <c:pt idx="1464">
                  <c:v>40767</c:v>
                </c:pt>
                <c:pt idx="1465">
                  <c:v>40770</c:v>
                </c:pt>
                <c:pt idx="1466">
                  <c:v>40771</c:v>
                </c:pt>
                <c:pt idx="1467">
                  <c:v>40772</c:v>
                </c:pt>
                <c:pt idx="1468">
                  <c:v>40773</c:v>
                </c:pt>
                <c:pt idx="1469">
                  <c:v>40774</c:v>
                </c:pt>
                <c:pt idx="1470">
                  <c:v>40777</c:v>
                </c:pt>
                <c:pt idx="1471">
                  <c:v>40778</c:v>
                </c:pt>
                <c:pt idx="1472">
                  <c:v>40779</c:v>
                </c:pt>
                <c:pt idx="1473">
                  <c:v>40780</c:v>
                </c:pt>
                <c:pt idx="1474">
                  <c:v>40781</c:v>
                </c:pt>
                <c:pt idx="1475">
                  <c:v>40784</c:v>
                </c:pt>
                <c:pt idx="1476">
                  <c:v>40785</c:v>
                </c:pt>
                <c:pt idx="1477">
                  <c:v>40786</c:v>
                </c:pt>
                <c:pt idx="1478">
                  <c:v>40787</c:v>
                </c:pt>
                <c:pt idx="1479">
                  <c:v>40788</c:v>
                </c:pt>
                <c:pt idx="1480">
                  <c:v>40791</c:v>
                </c:pt>
                <c:pt idx="1481">
                  <c:v>40792</c:v>
                </c:pt>
                <c:pt idx="1482">
                  <c:v>40793</c:v>
                </c:pt>
                <c:pt idx="1483">
                  <c:v>40794</c:v>
                </c:pt>
                <c:pt idx="1484">
                  <c:v>40795</c:v>
                </c:pt>
                <c:pt idx="1485">
                  <c:v>40798</c:v>
                </c:pt>
                <c:pt idx="1486">
                  <c:v>40799</c:v>
                </c:pt>
                <c:pt idx="1487">
                  <c:v>40800</c:v>
                </c:pt>
                <c:pt idx="1488">
                  <c:v>40801</c:v>
                </c:pt>
                <c:pt idx="1489">
                  <c:v>40802</c:v>
                </c:pt>
                <c:pt idx="1490">
                  <c:v>40805</c:v>
                </c:pt>
                <c:pt idx="1491">
                  <c:v>40806</c:v>
                </c:pt>
                <c:pt idx="1492">
                  <c:v>40807</c:v>
                </c:pt>
                <c:pt idx="1493">
                  <c:v>40808</c:v>
                </c:pt>
                <c:pt idx="1494">
                  <c:v>40809</c:v>
                </c:pt>
                <c:pt idx="1495">
                  <c:v>40812</c:v>
                </c:pt>
                <c:pt idx="1496">
                  <c:v>40813</c:v>
                </c:pt>
                <c:pt idx="1497">
                  <c:v>40814</c:v>
                </c:pt>
                <c:pt idx="1498">
                  <c:v>40815</c:v>
                </c:pt>
                <c:pt idx="1499">
                  <c:v>40816</c:v>
                </c:pt>
                <c:pt idx="1500">
                  <c:v>40819</c:v>
                </c:pt>
                <c:pt idx="1501">
                  <c:v>40820</c:v>
                </c:pt>
                <c:pt idx="1502">
                  <c:v>40821</c:v>
                </c:pt>
                <c:pt idx="1503">
                  <c:v>40822</c:v>
                </c:pt>
                <c:pt idx="1504">
                  <c:v>40823</c:v>
                </c:pt>
                <c:pt idx="1505">
                  <c:v>40826</c:v>
                </c:pt>
                <c:pt idx="1506">
                  <c:v>40827</c:v>
                </c:pt>
                <c:pt idx="1507">
                  <c:v>40828</c:v>
                </c:pt>
                <c:pt idx="1508">
                  <c:v>40829</c:v>
                </c:pt>
                <c:pt idx="1509">
                  <c:v>40830</c:v>
                </c:pt>
                <c:pt idx="1510">
                  <c:v>40833</c:v>
                </c:pt>
                <c:pt idx="1511">
                  <c:v>40834</c:v>
                </c:pt>
                <c:pt idx="1512">
                  <c:v>40835</c:v>
                </c:pt>
                <c:pt idx="1513">
                  <c:v>40836</c:v>
                </c:pt>
                <c:pt idx="1514">
                  <c:v>40837</c:v>
                </c:pt>
                <c:pt idx="1515">
                  <c:v>40840</c:v>
                </c:pt>
                <c:pt idx="1516">
                  <c:v>40841</c:v>
                </c:pt>
                <c:pt idx="1517">
                  <c:v>40842</c:v>
                </c:pt>
                <c:pt idx="1518">
                  <c:v>40843</c:v>
                </c:pt>
                <c:pt idx="1519">
                  <c:v>40844</c:v>
                </c:pt>
                <c:pt idx="1520">
                  <c:v>40847</c:v>
                </c:pt>
                <c:pt idx="1521">
                  <c:v>40848</c:v>
                </c:pt>
                <c:pt idx="1522">
                  <c:v>40849</c:v>
                </c:pt>
                <c:pt idx="1523">
                  <c:v>40850</c:v>
                </c:pt>
                <c:pt idx="1524">
                  <c:v>40851</c:v>
                </c:pt>
                <c:pt idx="1525">
                  <c:v>40854</c:v>
                </c:pt>
                <c:pt idx="1526">
                  <c:v>40855</c:v>
                </c:pt>
                <c:pt idx="1527">
                  <c:v>40856</c:v>
                </c:pt>
                <c:pt idx="1528">
                  <c:v>40857</c:v>
                </c:pt>
                <c:pt idx="1529">
                  <c:v>40858</c:v>
                </c:pt>
                <c:pt idx="1530">
                  <c:v>40861</c:v>
                </c:pt>
                <c:pt idx="1531">
                  <c:v>40862</c:v>
                </c:pt>
                <c:pt idx="1532">
                  <c:v>40863</c:v>
                </c:pt>
                <c:pt idx="1533">
                  <c:v>40864</c:v>
                </c:pt>
                <c:pt idx="1534">
                  <c:v>40865</c:v>
                </c:pt>
                <c:pt idx="1535">
                  <c:v>40868</c:v>
                </c:pt>
                <c:pt idx="1536">
                  <c:v>40869</c:v>
                </c:pt>
                <c:pt idx="1537">
                  <c:v>40870</c:v>
                </c:pt>
                <c:pt idx="1538">
                  <c:v>40871</c:v>
                </c:pt>
                <c:pt idx="1539">
                  <c:v>40872</c:v>
                </c:pt>
                <c:pt idx="1540">
                  <c:v>40875</c:v>
                </c:pt>
                <c:pt idx="1541">
                  <c:v>40876</c:v>
                </c:pt>
                <c:pt idx="1542">
                  <c:v>40877</c:v>
                </c:pt>
                <c:pt idx="1543">
                  <c:v>40878</c:v>
                </c:pt>
                <c:pt idx="1544">
                  <c:v>40879</c:v>
                </c:pt>
                <c:pt idx="1545">
                  <c:v>40882</c:v>
                </c:pt>
                <c:pt idx="1546">
                  <c:v>40883</c:v>
                </c:pt>
                <c:pt idx="1547">
                  <c:v>40884</c:v>
                </c:pt>
                <c:pt idx="1548">
                  <c:v>40885</c:v>
                </c:pt>
                <c:pt idx="1549">
                  <c:v>40886</c:v>
                </c:pt>
                <c:pt idx="1550">
                  <c:v>40889</c:v>
                </c:pt>
                <c:pt idx="1551">
                  <c:v>40890</c:v>
                </c:pt>
                <c:pt idx="1552">
                  <c:v>40891</c:v>
                </c:pt>
                <c:pt idx="1553">
                  <c:v>40892</c:v>
                </c:pt>
                <c:pt idx="1554">
                  <c:v>40893</c:v>
                </c:pt>
                <c:pt idx="1555">
                  <c:v>40896</c:v>
                </c:pt>
                <c:pt idx="1556">
                  <c:v>40897</c:v>
                </c:pt>
                <c:pt idx="1557">
                  <c:v>40898</c:v>
                </c:pt>
                <c:pt idx="1558">
                  <c:v>40899</c:v>
                </c:pt>
                <c:pt idx="1559">
                  <c:v>40900</c:v>
                </c:pt>
                <c:pt idx="1560">
                  <c:v>40903</c:v>
                </c:pt>
                <c:pt idx="1561">
                  <c:v>40904</c:v>
                </c:pt>
                <c:pt idx="1562">
                  <c:v>40905</c:v>
                </c:pt>
                <c:pt idx="1563">
                  <c:v>40906</c:v>
                </c:pt>
                <c:pt idx="1564">
                  <c:v>40907</c:v>
                </c:pt>
                <c:pt idx="1565">
                  <c:v>40910</c:v>
                </c:pt>
                <c:pt idx="1566">
                  <c:v>40911</c:v>
                </c:pt>
                <c:pt idx="1567">
                  <c:v>40912</c:v>
                </c:pt>
                <c:pt idx="1568">
                  <c:v>40913</c:v>
                </c:pt>
                <c:pt idx="1569">
                  <c:v>40914</c:v>
                </c:pt>
                <c:pt idx="1570">
                  <c:v>40917</c:v>
                </c:pt>
                <c:pt idx="1571">
                  <c:v>40918</c:v>
                </c:pt>
                <c:pt idx="1572">
                  <c:v>40919</c:v>
                </c:pt>
                <c:pt idx="1573">
                  <c:v>40920</c:v>
                </c:pt>
                <c:pt idx="1574">
                  <c:v>40921</c:v>
                </c:pt>
                <c:pt idx="1575">
                  <c:v>40924</c:v>
                </c:pt>
                <c:pt idx="1576">
                  <c:v>40925</c:v>
                </c:pt>
                <c:pt idx="1577">
                  <c:v>40926</c:v>
                </c:pt>
                <c:pt idx="1578">
                  <c:v>40927</c:v>
                </c:pt>
                <c:pt idx="1579">
                  <c:v>40928</c:v>
                </c:pt>
                <c:pt idx="1580">
                  <c:v>40931</c:v>
                </c:pt>
                <c:pt idx="1581">
                  <c:v>40932</c:v>
                </c:pt>
                <c:pt idx="1582">
                  <c:v>40933</c:v>
                </c:pt>
                <c:pt idx="1583">
                  <c:v>40934</c:v>
                </c:pt>
                <c:pt idx="1584">
                  <c:v>40935</c:v>
                </c:pt>
                <c:pt idx="1585">
                  <c:v>40938</c:v>
                </c:pt>
                <c:pt idx="1586">
                  <c:v>40939</c:v>
                </c:pt>
                <c:pt idx="1587">
                  <c:v>40940</c:v>
                </c:pt>
                <c:pt idx="1588">
                  <c:v>40941</c:v>
                </c:pt>
                <c:pt idx="1589">
                  <c:v>40942</c:v>
                </c:pt>
                <c:pt idx="1590">
                  <c:v>40945</c:v>
                </c:pt>
                <c:pt idx="1591">
                  <c:v>40946</c:v>
                </c:pt>
                <c:pt idx="1592">
                  <c:v>40947</c:v>
                </c:pt>
                <c:pt idx="1593">
                  <c:v>40948</c:v>
                </c:pt>
                <c:pt idx="1594">
                  <c:v>40949</c:v>
                </c:pt>
                <c:pt idx="1595">
                  <c:v>40952</c:v>
                </c:pt>
                <c:pt idx="1596">
                  <c:v>40953</c:v>
                </c:pt>
                <c:pt idx="1597">
                  <c:v>40954</c:v>
                </c:pt>
                <c:pt idx="1598">
                  <c:v>40955</c:v>
                </c:pt>
                <c:pt idx="1599">
                  <c:v>40956</c:v>
                </c:pt>
                <c:pt idx="1600">
                  <c:v>40959</c:v>
                </c:pt>
                <c:pt idx="1601">
                  <c:v>40960</c:v>
                </c:pt>
                <c:pt idx="1602">
                  <c:v>40961</c:v>
                </c:pt>
                <c:pt idx="1603">
                  <c:v>40962</c:v>
                </c:pt>
                <c:pt idx="1604">
                  <c:v>40963</c:v>
                </c:pt>
                <c:pt idx="1605">
                  <c:v>40966</c:v>
                </c:pt>
                <c:pt idx="1606">
                  <c:v>40967</c:v>
                </c:pt>
                <c:pt idx="1607">
                  <c:v>40968</c:v>
                </c:pt>
                <c:pt idx="1608">
                  <c:v>40969</c:v>
                </c:pt>
                <c:pt idx="1609">
                  <c:v>40970</c:v>
                </c:pt>
                <c:pt idx="1610">
                  <c:v>40973</c:v>
                </c:pt>
                <c:pt idx="1611">
                  <c:v>40974</c:v>
                </c:pt>
                <c:pt idx="1612">
                  <c:v>40975</c:v>
                </c:pt>
                <c:pt idx="1613">
                  <c:v>40976</c:v>
                </c:pt>
                <c:pt idx="1614">
                  <c:v>40977</c:v>
                </c:pt>
                <c:pt idx="1615">
                  <c:v>40980</c:v>
                </c:pt>
                <c:pt idx="1616">
                  <c:v>40981</c:v>
                </c:pt>
                <c:pt idx="1617">
                  <c:v>40982</c:v>
                </c:pt>
                <c:pt idx="1618">
                  <c:v>40983</c:v>
                </c:pt>
                <c:pt idx="1619">
                  <c:v>40984</c:v>
                </c:pt>
                <c:pt idx="1620">
                  <c:v>40987</c:v>
                </c:pt>
                <c:pt idx="1621">
                  <c:v>40988</c:v>
                </c:pt>
                <c:pt idx="1622">
                  <c:v>40989</c:v>
                </c:pt>
                <c:pt idx="1623">
                  <c:v>40990</c:v>
                </c:pt>
                <c:pt idx="1624">
                  <c:v>40991</c:v>
                </c:pt>
                <c:pt idx="1625">
                  <c:v>40994</c:v>
                </c:pt>
                <c:pt idx="1626">
                  <c:v>40995</c:v>
                </c:pt>
                <c:pt idx="1627">
                  <c:v>40996</c:v>
                </c:pt>
                <c:pt idx="1628">
                  <c:v>40997</c:v>
                </c:pt>
                <c:pt idx="1629">
                  <c:v>40998</c:v>
                </c:pt>
                <c:pt idx="1630">
                  <c:v>41001</c:v>
                </c:pt>
                <c:pt idx="1631">
                  <c:v>41002</c:v>
                </c:pt>
                <c:pt idx="1632">
                  <c:v>41003</c:v>
                </c:pt>
                <c:pt idx="1633">
                  <c:v>41004</c:v>
                </c:pt>
                <c:pt idx="1634">
                  <c:v>41005</c:v>
                </c:pt>
                <c:pt idx="1635">
                  <c:v>41008</c:v>
                </c:pt>
                <c:pt idx="1636">
                  <c:v>41009</c:v>
                </c:pt>
                <c:pt idx="1637">
                  <c:v>41010</c:v>
                </c:pt>
                <c:pt idx="1638">
                  <c:v>41011</c:v>
                </c:pt>
                <c:pt idx="1639">
                  <c:v>41012</c:v>
                </c:pt>
                <c:pt idx="1640">
                  <c:v>41015</c:v>
                </c:pt>
                <c:pt idx="1641">
                  <c:v>41016</c:v>
                </c:pt>
                <c:pt idx="1642">
                  <c:v>41017</c:v>
                </c:pt>
                <c:pt idx="1643">
                  <c:v>41018</c:v>
                </c:pt>
                <c:pt idx="1644">
                  <c:v>41019</c:v>
                </c:pt>
                <c:pt idx="1645">
                  <c:v>41022</c:v>
                </c:pt>
                <c:pt idx="1646">
                  <c:v>41023</c:v>
                </c:pt>
                <c:pt idx="1647">
                  <c:v>41024</c:v>
                </c:pt>
                <c:pt idx="1648">
                  <c:v>41025</c:v>
                </c:pt>
                <c:pt idx="1649">
                  <c:v>41026</c:v>
                </c:pt>
                <c:pt idx="1650">
                  <c:v>41029</c:v>
                </c:pt>
                <c:pt idx="1651">
                  <c:v>41030</c:v>
                </c:pt>
                <c:pt idx="1652">
                  <c:v>41031</c:v>
                </c:pt>
                <c:pt idx="1653">
                  <c:v>41032</c:v>
                </c:pt>
                <c:pt idx="1654">
                  <c:v>41033</c:v>
                </c:pt>
                <c:pt idx="1655">
                  <c:v>41036</c:v>
                </c:pt>
                <c:pt idx="1656">
                  <c:v>41037</c:v>
                </c:pt>
                <c:pt idx="1657">
                  <c:v>41038</c:v>
                </c:pt>
                <c:pt idx="1658">
                  <c:v>41039</c:v>
                </c:pt>
                <c:pt idx="1659">
                  <c:v>41040</c:v>
                </c:pt>
                <c:pt idx="1660">
                  <c:v>41043</c:v>
                </c:pt>
                <c:pt idx="1661">
                  <c:v>41044</c:v>
                </c:pt>
                <c:pt idx="1662">
                  <c:v>41045</c:v>
                </c:pt>
                <c:pt idx="1663">
                  <c:v>41046</c:v>
                </c:pt>
                <c:pt idx="1664">
                  <c:v>41047</c:v>
                </c:pt>
                <c:pt idx="1665">
                  <c:v>41050</c:v>
                </c:pt>
                <c:pt idx="1666">
                  <c:v>41051</c:v>
                </c:pt>
                <c:pt idx="1667">
                  <c:v>41052</c:v>
                </c:pt>
                <c:pt idx="1668">
                  <c:v>41053</c:v>
                </c:pt>
                <c:pt idx="1669">
                  <c:v>41054</c:v>
                </c:pt>
                <c:pt idx="1670">
                  <c:v>41057</c:v>
                </c:pt>
                <c:pt idx="1671">
                  <c:v>41058</c:v>
                </c:pt>
                <c:pt idx="1672">
                  <c:v>41059</c:v>
                </c:pt>
                <c:pt idx="1673">
                  <c:v>41060</c:v>
                </c:pt>
                <c:pt idx="1674">
                  <c:v>41061</c:v>
                </c:pt>
                <c:pt idx="1675">
                  <c:v>41064</c:v>
                </c:pt>
                <c:pt idx="1676">
                  <c:v>41065</c:v>
                </c:pt>
                <c:pt idx="1677">
                  <c:v>41066</c:v>
                </c:pt>
                <c:pt idx="1678">
                  <c:v>41067</c:v>
                </c:pt>
                <c:pt idx="1679">
                  <c:v>41068</c:v>
                </c:pt>
                <c:pt idx="1680">
                  <c:v>41071</c:v>
                </c:pt>
                <c:pt idx="1681">
                  <c:v>41072</c:v>
                </c:pt>
                <c:pt idx="1682">
                  <c:v>41073</c:v>
                </c:pt>
                <c:pt idx="1683">
                  <c:v>41074</c:v>
                </c:pt>
                <c:pt idx="1684">
                  <c:v>41075</c:v>
                </c:pt>
                <c:pt idx="1685">
                  <c:v>41078</c:v>
                </c:pt>
                <c:pt idx="1686">
                  <c:v>41079</c:v>
                </c:pt>
                <c:pt idx="1687">
                  <c:v>41080</c:v>
                </c:pt>
                <c:pt idx="1688">
                  <c:v>41081</c:v>
                </c:pt>
                <c:pt idx="1689">
                  <c:v>41082</c:v>
                </c:pt>
                <c:pt idx="1690">
                  <c:v>41085</c:v>
                </c:pt>
                <c:pt idx="1691">
                  <c:v>41086</c:v>
                </c:pt>
                <c:pt idx="1692">
                  <c:v>41087</c:v>
                </c:pt>
                <c:pt idx="1693">
                  <c:v>41088</c:v>
                </c:pt>
                <c:pt idx="1694">
                  <c:v>41089</c:v>
                </c:pt>
                <c:pt idx="1695">
                  <c:v>41092</c:v>
                </c:pt>
                <c:pt idx="1696">
                  <c:v>41093</c:v>
                </c:pt>
                <c:pt idx="1697">
                  <c:v>41094</c:v>
                </c:pt>
                <c:pt idx="1698">
                  <c:v>41095</c:v>
                </c:pt>
                <c:pt idx="1699">
                  <c:v>41096</c:v>
                </c:pt>
                <c:pt idx="1700">
                  <c:v>41099</c:v>
                </c:pt>
                <c:pt idx="1701">
                  <c:v>41100</c:v>
                </c:pt>
                <c:pt idx="1702">
                  <c:v>41101</c:v>
                </c:pt>
                <c:pt idx="1703">
                  <c:v>41102</c:v>
                </c:pt>
                <c:pt idx="1704">
                  <c:v>41103</c:v>
                </c:pt>
                <c:pt idx="1705">
                  <c:v>41106</c:v>
                </c:pt>
                <c:pt idx="1706">
                  <c:v>41107</c:v>
                </c:pt>
                <c:pt idx="1707">
                  <c:v>41108</c:v>
                </c:pt>
                <c:pt idx="1708">
                  <c:v>41109</c:v>
                </c:pt>
                <c:pt idx="1709">
                  <c:v>41110</c:v>
                </c:pt>
                <c:pt idx="1710">
                  <c:v>41113</c:v>
                </c:pt>
                <c:pt idx="1711">
                  <c:v>41114</c:v>
                </c:pt>
                <c:pt idx="1712">
                  <c:v>41115</c:v>
                </c:pt>
                <c:pt idx="1713">
                  <c:v>41116</c:v>
                </c:pt>
                <c:pt idx="1714">
                  <c:v>41117</c:v>
                </c:pt>
                <c:pt idx="1715">
                  <c:v>41120</c:v>
                </c:pt>
                <c:pt idx="1716">
                  <c:v>41121</c:v>
                </c:pt>
                <c:pt idx="1717">
                  <c:v>41122</c:v>
                </c:pt>
                <c:pt idx="1718">
                  <c:v>41123</c:v>
                </c:pt>
                <c:pt idx="1719">
                  <c:v>41124</c:v>
                </c:pt>
                <c:pt idx="1720">
                  <c:v>41127</c:v>
                </c:pt>
                <c:pt idx="1721">
                  <c:v>41128</c:v>
                </c:pt>
                <c:pt idx="1722">
                  <c:v>41129</c:v>
                </c:pt>
                <c:pt idx="1723">
                  <c:v>41130</c:v>
                </c:pt>
                <c:pt idx="1724">
                  <c:v>41131</c:v>
                </c:pt>
                <c:pt idx="1725">
                  <c:v>41134</c:v>
                </c:pt>
                <c:pt idx="1726">
                  <c:v>41135</c:v>
                </c:pt>
                <c:pt idx="1727">
                  <c:v>41136</c:v>
                </c:pt>
                <c:pt idx="1728">
                  <c:v>41137</c:v>
                </c:pt>
                <c:pt idx="1729">
                  <c:v>41138</c:v>
                </c:pt>
                <c:pt idx="1730">
                  <c:v>41141</c:v>
                </c:pt>
                <c:pt idx="1731">
                  <c:v>41142</c:v>
                </c:pt>
                <c:pt idx="1732">
                  <c:v>41143</c:v>
                </c:pt>
                <c:pt idx="1733">
                  <c:v>41144</c:v>
                </c:pt>
                <c:pt idx="1734">
                  <c:v>41145</c:v>
                </c:pt>
                <c:pt idx="1735">
                  <c:v>41148</c:v>
                </c:pt>
                <c:pt idx="1736">
                  <c:v>41149</c:v>
                </c:pt>
                <c:pt idx="1737">
                  <c:v>41150</c:v>
                </c:pt>
                <c:pt idx="1738">
                  <c:v>41151</c:v>
                </c:pt>
                <c:pt idx="1739">
                  <c:v>41152</c:v>
                </c:pt>
                <c:pt idx="1740">
                  <c:v>41155</c:v>
                </c:pt>
                <c:pt idx="1741">
                  <c:v>41156</c:v>
                </c:pt>
                <c:pt idx="1742">
                  <c:v>41157</c:v>
                </c:pt>
                <c:pt idx="1743">
                  <c:v>41158</c:v>
                </c:pt>
                <c:pt idx="1744">
                  <c:v>41159</c:v>
                </c:pt>
                <c:pt idx="1745">
                  <c:v>41162</c:v>
                </c:pt>
                <c:pt idx="1746">
                  <c:v>41163</c:v>
                </c:pt>
                <c:pt idx="1747">
                  <c:v>41164</c:v>
                </c:pt>
                <c:pt idx="1748">
                  <c:v>41165</c:v>
                </c:pt>
                <c:pt idx="1749">
                  <c:v>41166</c:v>
                </c:pt>
                <c:pt idx="1750">
                  <c:v>41169</c:v>
                </c:pt>
                <c:pt idx="1751">
                  <c:v>41170</c:v>
                </c:pt>
                <c:pt idx="1752">
                  <c:v>41171</c:v>
                </c:pt>
                <c:pt idx="1753">
                  <c:v>41172</c:v>
                </c:pt>
                <c:pt idx="1754">
                  <c:v>41173</c:v>
                </c:pt>
                <c:pt idx="1755">
                  <c:v>41176</c:v>
                </c:pt>
                <c:pt idx="1756">
                  <c:v>41177</c:v>
                </c:pt>
                <c:pt idx="1757">
                  <c:v>41178</c:v>
                </c:pt>
                <c:pt idx="1758">
                  <c:v>41179</c:v>
                </c:pt>
                <c:pt idx="1759">
                  <c:v>41180</c:v>
                </c:pt>
                <c:pt idx="1760">
                  <c:v>41183</c:v>
                </c:pt>
                <c:pt idx="1761">
                  <c:v>41184</c:v>
                </c:pt>
                <c:pt idx="1762">
                  <c:v>41185</c:v>
                </c:pt>
                <c:pt idx="1763">
                  <c:v>41186</c:v>
                </c:pt>
                <c:pt idx="1764">
                  <c:v>41187</c:v>
                </c:pt>
                <c:pt idx="1765">
                  <c:v>41190</c:v>
                </c:pt>
                <c:pt idx="1766">
                  <c:v>41191</c:v>
                </c:pt>
                <c:pt idx="1767">
                  <c:v>41192</c:v>
                </c:pt>
                <c:pt idx="1768">
                  <c:v>41193</c:v>
                </c:pt>
                <c:pt idx="1769">
                  <c:v>41194</c:v>
                </c:pt>
                <c:pt idx="1770">
                  <c:v>41197</c:v>
                </c:pt>
                <c:pt idx="1771">
                  <c:v>41198</c:v>
                </c:pt>
                <c:pt idx="1772">
                  <c:v>41199</c:v>
                </c:pt>
                <c:pt idx="1773">
                  <c:v>41200</c:v>
                </c:pt>
                <c:pt idx="1774">
                  <c:v>41201</c:v>
                </c:pt>
                <c:pt idx="1775">
                  <c:v>41204</c:v>
                </c:pt>
                <c:pt idx="1776">
                  <c:v>41205</c:v>
                </c:pt>
                <c:pt idx="1777">
                  <c:v>41206</c:v>
                </c:pt>
                <c:pt idx="1778">
                  <c:v>41207</c:v>
                </c:pt>
                <c:pt idx="1779">
                  <c:v>41208</c:v>
                </c:pt>
                <c:pt idx="1780">
                  <c:v>41211</c:v>
                </c:pt>
                <c:pt idx="1781">
                  <c:v>41212</c:v>
                </c:pt>
                <c:pt idx="1782">
                  <c:v>41213</c:v>
                </c:pt>
                <c:pt idx="1783">
                  <c:v>41214</c:v>
                </c:pt>
                <c:pt idx="1784">
                  <c:v>41215</c:v>
                </c:pt>
                <c:pt idx="1785">
                  <c:v>41218</c:v>
                </c:pt>
                <c:pt idx="1786">
                  <c:v>41219</c:v>
                </c:pt>
                <c:pt idx="1787">
                  <c:v>41220</c:v>
                </c:pt>
                <c:pt idx="1788">
                  <c:v>41221</c:v>
                </c:pt>
                <c:pt idx="1789">
                  <c:v>41222</c:v>
                </c:pt>
                <c:pt idx="1790">
                  <c:v>41225</c:v>
                </c:pt>
                <c:pt idx="1791">
                  <c:v>41226</c:v>
                </c:pt>
                <c:pt idx="1792">
                  <c:v>41227</c:v>
                </c:pt>
                <c:pt idx="1793">
                  <c:v>41228</c:v>
                </c:pt>
                <c:pt idx="1794">
                  <c:v>41229</c:v>
                </c:pt>
                <c:pt idx="1795">
                  <c:v>41232</c:v>
                </c:pt>
                <c:pt idx="1796">
                  <c:v>41233</c:v>
                </c:pt>
                <c:pt idx="1797">
                  <c:v>41234</c:v>
                </c:pt>
                <c:pt idx="1798">
                  <c:v>41235</c:v>
                </c:pt>
                <c:pt idx="1799">
                  <c:v>41236</c:v>
                </c:pt>
                <c:pt idx="1800">
                  <c:v>41239</c:v>
                </c:pt>
                <c:pt idx="1801">
                  <c:v>41240</c:v>
                </c:pt>
                <c:pt idx="1802">
                  <c:v>41241</c:v>
                </c:pt>
                <c:pt idx="1803">
                  <c:v>41242</c:v>
                </c:pt>
                <c:pt idx="1804">
                  <c:v>41243</c:v>
                </c:pt>
                <c:pt idx="1805">
                  <c:v>41246</c:v>
                </c:pt>
                <c:pt idx="1806">
                  <c:v>41247</c:v>
                </c:pt>
                <c:pt idx="1807">
                  <c:v>41248</c:v>
                </c:pt>
                <c:pt idx="1808">
                  <c:v>41249</c:v>
                </c:pt>
                <c:pt idx="1809">
                  <c:v>41250</c:v>
                </c:pt>
                <c:pt idx="1810">
                  <c:v>41253</c:v>
                </c:pt>
                <c:pt idx="1811">
                  <c:v>41254</c:v>
                </c:pt>
                <c:pt idx="1812">
                  <c:v>41255</c:v>
                </c:pt>
                <c:pt idx="1813">
                  <c:v>41256</c:v>
                </c:pt>
                <c:pt idx="1814">
                  <c:v>41257</c:v>
                </c:pt>
                <c:pt idx="1815">
                  <c:v>41260</c:v>
                </c:pt>
                <c:pt idx="1816">
                  <c:v>41261</c:v>
                </c:pt>
                <c:pt idx="1817">
                  <c:v>41262</c:v>
                </c:pt>
                <c:pt idx="1818">
                  <c:v>41263</c:v>
                </c:pt>
                <c:pt idx="1819">
                  <c:v>41264</c:v>
                </c:pt>
                <c:pt idx="1820">
                  <c:v>41267</c:v>
                </c:pt>
                <c:pt idx="1821">
                  <c:v>41268</c:v>
                </c:pt>
                <c:pt idx="1822">
                  <c:v>41269</c:v>
                </c:pt>
                <c:pt idx="1823">
                  <c:v>41270</c:v>
                </c:pt>
                <c:pt idx="1824">
                  <c:v>41271</c:v>
                </c:pt>
                <c:pt idx="1825">
                  <c:v>41274</c:v>
                </c:pt>
                <c:pt idx="1826">
                  <c:v>41275</c:v>
                </c:pt>
                <c:pt idx="1827">
                  <c:v>41276</c:v>
                </c:pt>
                <c:pt idx="1828">
                  <c:v>41277</c:v>
                </c:pt>
                <c:pt idx="1829">
                  <c:v>41278</c:v>
                </c:pt>
                <c:pt idx="1830">
                  <c:v>41281</c:v>
                </c:pt>
                <c:pt idx="1831">
                  <c:v>41282</c:v>
                </c:pt>
                <c:pt idx="1832">
                  <c:v>41283</c:v>
                </c:pt>
                <c:pt idx="1833">
                  <c:v>41284</c:v>
                </c:pt>
                <c:pt idx="1834">
                  <c:v>41285</c:v>
                </c:pt>
                <c:pt idx="1835">
                  <c:v>41288</c:v>
                </c:pt>
                <c:pt idx="1836">
                  <c:v>41289</c:v>
                </c:pt>
                <c:pt idx="1837">
                  <c:v>41290</c:v>
                </c:pt>
                <c:pt idx="1838">
                  <c:v>41291</c:v>
                </c:pt>
                <c:pt idx="1839">
                  <c:v>41292</c:v>
                </c:pt>
                <c:pt idx="1840">
                  <c:v>41295</c:v>
                </c:pt>
                <c:pt idx="1841">
                  <c:v>41296</c:v>
                </c:pt>
                <c:pt idx="1842">
                  <c:v>41297</c:v>
                </c:pt>
                <c:pt idx="1843">
                  <c:v>41298</c:v>
                </c:pt>
                <c:pt idx="1844">
                  <c:v>41299</c:v>
                </c:pt>
                <c:pt idx="1845">
                  <c:v>41302</c:v>
                </c:pt>
                <c:pt idx="1846">
                  <c:v>41303</c:v>
                </c:pt>
                <c:pt idx="1847">
                  <c:v>41304</c:v>
                </c:pt>
                <c:pt idx="1848">
                  <c:v>41305</c:v>
                </c:pt>
                <c:pt idx="1849">
                  <c:v>41306</c:v>
                </c:pt>
                <c:pt idx="1850">
                  <c:v>41309</c:v>
                </c:pt>
                <c:pt idx="1851">
                  <c:v>41310</c:v>
                </c:pt>
                <c:pt idx="1852">
                  <c:v>41311</c:v>
                </c:pt>
                <c:pt idx="1853">
                  <c:v>41312</c:v>
                </c:pt>
                <c:pt idx="1854">
                  <c:v>41313</c:v>
                </c:pt>
                <c:pt idx="1855">
                  <c:v>41316</c:v>
                </c:pt>
                <c:pt idx="1856">
                  <c:v>41317</c:v>
                </c:pt>
                <c:pt idx="1857">
                  <c:v>41318</c:v>
                </c:pt>
                <c:pt idx="1858">
                  <c:v>41319</c:v>
                </c:pt>
                <c:pt idx="1859">
                  <c:v>41320</c:v>
                </c:pt>
                <c:pt idx="1860">
                  <c:v>41323</c:v>
                </c:pt>
                <c:pt idx="1861">
                  <c:v>41324</c:v>
                </c:pt>
                <c:pt idx="1862">
                  <c:v>41325</c:v>
                </c:pt>
                <c:pt idx="1863">
                  <c:v>41326</c:v>
                </c:pt>
                <c:pt idx="1864">
                  <c:v>41327</c:v>
                </c:pt>
                <c:pt idx="1865">
                  <c:v>41330</c:v>
                </c:pt>
                <c:pt idx="1866">
                  <c:v>41331</c:v>
                </c:pt>
                <c:pt idx="1867">
                  <c:v>41332</c:v>
                </c:pt>
                <c:pt idx="1868">
                  <c:v>41333</c:v>
                </c:pt>
                <c:pt idx="1869">
                  <c:v>41334</c:v>
                </c:pt>
                <c:pt idx="1870">
                  <c:v>41337</c:v>
                </c:pt>
                <c:pt idx="1871">
                  <c:v>41338</c:v>
                </c:pt>
                <c:pt idx="1872">
                  <c:v>41339</c:v>
                </c:pt>
                <c:pt idx="1873">
                  <c:v>41340</c:v>
                </c:pt>
                <c:pt idx="1874">
                  <c:v>41341</c:v>
                </c:pt>
                <c:pt idx="1875">
                  <c:v>41344</c:v>
                </c:pt>
                <c:pt idx="1876">
                  <c:v>41345</c:v>
                </c:pt>
                <c:pt idx="1877">
                  <c:v>41346</c:v>
                </c:pt>
                <c:pt idx="1878">
                  <c:v>41347</c:v>
                </c:pt>
                <c:pt idx="1879">
                  <c:v>41348</c:v>
                </c:pt>
                <c:pt idx="1880">
                  <c:v>41351</c:v>
                </c:pt>
                <c:pt idx="1881">
                  <c:v>41352</c:v>
                </c:pt>
                <c:pt idx="1882">
                  <c:v>41353</c:v>
                </c:pt>
                <c:pt idx="1883">
                  <c:v>41354</c:v>
                </c:pt>
                <c:pt idx="1884">
                  <c:v>41355</c:v>
                </c:pt>
                <c:pt idx="1885">
                  <c:v>41358</c:v>
                </c:pt>
                <c:pt idx="1886">
                  <c:v>41359</c:v>
                </c:pt>
                <c:pt idx="1887">
                  <c:v>41360</c:v>
                </c:pt>
                <c:pt idx="1888">
                  <c:v>41361</c:v>
                </c:pt>
                <c:pt idx="1889">
                  <c:v>41362</c:v>
                </c:pt>
                <c:pt idx="1890">
                  <c:v>41365</c:v>
                </c:pt>
                <c:pt idx="1891">
                  <c:v>41366</c:v>
                </c:pt>
                <c:pt idx="1892">
                  <c:v>41367</c:v>
                </c:pt>
                <c:pt idx="1893">
                  <c:v>41368</c:v>
                </c:pt>
                <c:pt idx="1894">
                  <c:v>41369</c:v>
                </c:pt>
                <c:pt idx="1895">
                  <c:v>41372</c:v>
                </c:pt>
                <c:pt idx="1896">
                  <c:v>41373</c:v>
                </c:pt>
                <c:pt idx="1897">
                  <c:v>41374</c:v>
                </c:pt>
                <c:pt idx="1898">
                  <c:v>41375</c:v>
                </c:pt>
                <c:pt idx="1899">
                  <c:v>41376</c:v>
                </c:pt>
                <c:pt idx="1900">
                  <c:v>41379</c:v>
                </c:pt>
                <c:pt idx="1901">
                  <c:v>41380</c:v>
                </c:pt>
                <c:pt idx="1902">
                  <c:v>41381</c:v>
                </c:pt>
                <c:pt idx="1903">
                  <c:v>41382</c:v>
                </c:pt>
                <c:pt idx="1904">
                  <c:v>41383</c:v>
                </c:pt>
                <c:pt idx="1905">
                  <c:v>41386</c:v>
                </c:pt>
                <c:pt idx="1906">
                  <c:v>41387</c:v>
                </c:pt>
                <c:pt idx="1907">
                  <c:v>41388</c:v>
                </c:pt>
                <c:pt idx="1908">
                  <c:v>41389</c:v>
                </c:pt>
                <c:pt idx="1909">
                  <c:v>41390</c:v>
                </c:pt>
                <c:pt idx="1910">
                  <c:v>41393</c:v>
                </c:pt>
                <c:pt idx="1911">
                  <c:v>41394</c:v>
                </c:pt>
                <c:pt idx="1912">
                  <c:v>41395</c:v>
                </c:pt>
                <c:pt idx="1913">
                  <c:v>41396</c:v>
                </c:pt>
                <c:pt idx="1914">
                  <c:v>41397</c:v>
                </c:pt>
                <c:pt idx="1915">
                  <c:v>41400</c:v>
                </c:pt>
                <c:pt idx="1916">
                  <c:v>41401</c:v>
                </c:pt>
                <c:pt idx="1917">
                  <c:v>41402</c:v>
                </c:pt>
                <c:pt idx="1918">
                  <c:v>41403</c:v>
                </c:pt>
                <c:pt idx="1919">
                  <c:v>41404</c:v>
                </c:pt>
                <c:pt idx="1920">
                  <c:v>41407</c:v>
                </c:pt>
                <c:pt idx="1921">
                  <c:v>41408</c:v>
                </c:pt>
                <c:pt idx="1922">
                  <c:v>41409</c:v>
                </c:pt>
                <c:pt idx="1923">
                  <c:v>41410</c:v>
                </c:pt>
                <c:pt idx="1924">
                  <c:v>41411</c:v>
                </c:pt>
                <c:pt idx="1925">
                  <c:v>41414</c:v>
                </c:pt>
                <c:pt idx="1926">
                  <c:v>41415</c:v>
                </c:pt>
                <c:pt idx="1927">
                  <c:v>41416</c:v>
                </c:pt>
                <c:pt idx="1928">
                  <c:v>41417</c:v>
                </c:pt>
                <c:pt idx="1929">
                  <c:v>41418</c:v>
                </c:pt>
                <c:pt idx="1930">
                  <c:v>41421</c:v>
                </c:pt>
                <c:pt idx="1931">
                  <c:v>41422</c:v>
                </c:pt>
                <c:pt idx="1932">
                  <c:v>41423</c:v>
                </c:pt>
                <c:pt idx="1933">
                  <c:v>41424</c:v>
                </c:pt>
                <c:pt idx="1934">
                  <c:v>41425</c:v>
                </c:pt>
                <c:pt idx="1935">
                  <c:v>41428</c:v>
                </c:pt>
                <c:pt idx="1936">
                  <c:v>41429</c:v>
                </c:pt>
                <c:pt idx="1937">
                  <c:v>41430</c:v>
                </c:pt>
                <c:pt idx="1938">
                  <c:v>41431</c:v>
                </c:pt>
                <c:pt idx="1939">
                  <c:v>41432</c:v>
                </c:pt>
                <c:pt idx="1940">
                  <c:v>41435</c:v>
                </c:pt>
                <c:pt idx="1941">
                  <c:v>41436</c:v>
                </c:pt>
                <c:pt idx="1942">
                  <c:v>41437</c:v>
                </c:pt>
                <c:pt idx="1943">
                  <c:v>41438</c:v>
                </c:pt>
                <c:pt idx="1944">
                  <c:v>41439</c:v>
                </c:pt>
                <c:pt idx="1945">
                  <c:v>41442</c:v>
                </c:pt>
                <c:pt idx="1946">
                  <c:v>41443</c:v>
                </c:pt>
                <c:pt idx="1947">
                  <c:v>41444</c:v>
                </c:pt>
                <c:pt idx="1948">
                  <c:v>41445</c:v>
                </c:pt>
                <c:pt idx="1949">
                  <c:v>41446</c:v>
                </c:pt>
                <c:pt idx="1950">
                  <c:v>41449</c:v>
                </c:pt>
                <c:pt idx="1951">
                  <c:v>41450</c:v>
                </c:pt>
                <c:pt idx="1952">
                  <c:v>41451</c:v>
                </c:pt>
                <c:pt idx="1953">
                  <c:v>41452</c:v>
                </c:pt>
                <c:pt idx="1954">
                  <c:v>41453</c:v>
                </c:pt>
                <c:pt idx="1955">
                  <c:v>41456</c:v>
                </c:pt>
                <c:pt idx="1956">
                  <c:v>41457</c:v>
                </c:pt>
                <c:pt idx="1957">
                  <c:v>41458</c:v>
                </c:pt>
                <c:pt idx="1958">
                  <c:v>41459</c:v>
                </c:pt>
                <c:pt idx="1959">
                  <c:v>41460</c:v>
                </c:pt>
                <c:pt idx="1960">
                  <c:v>41463</c:v>
                </c:pt>
                <c:pt idx="1961">
                  <c:v>41464</c:v>
                </c:pt>
                <c:pt idx="1962">
                  <c:v>41465</c:v>
                </c:pt>
                <c:pt idx="1963">
                  <c:v>41466</c:v>
                </c:pt>
                <c:pt idx="1964">
                  <c:v>41467</c:v>
                </c:pt>
                <c:pt idx="1965">
                  <c:v>41470</c:v>
                </c:pt>
                <c:pt idx="1966">
                  <c:v>41471</c:v>
                </c:pt>
                <c:pt idx="1967">
                  <c:v>41472</c:v>
                </c:pt>
                <c:pt idx="1968">
                  <c:v>41473</c:v>
                </c:pt>
                <c:pt idx="1969">
                  <c:v>41474</c:v>
                </c:pt>
                <c:pt idx="1970">
                  <c:v>41477</c:v>
                </c:pt>
                <c:pt idx="1971">
                  <c:v>41478</c:v>
                </c:pt>
                <c:pt idx="1972">
                  <c:v>41479</c:v>
                </c:pt>
                <c:pt idx="1973">
                  <c:v>41480</c:v>
                </c:pt>
                <c:pt idx="1974">
                  <c:v>41481</c:v>
                </c:pt>
                <c:pt idx="1975">
                  <c:v>41484</c:v>
                </c:pt>
                <c:pt idx="1976">
                  <c:v>41485</c:v>
                </c:pt>
                <c:pt idx="1977">
                  <c:v>41486</c:v>
                </c:pt>
                <c:pt idx="1978">
                  <c:v>41487</c:v>
                </c:pt>
                <c:pt idx="1979">
                  <c:v>41488</c:v>
                </c:pt>
                <c:pt idx="1980">
                  <c:v>41491</c:v>
                </c:pt>
                <c:pt idx="1981">
                  <c:v>41492</c:v>
                </c:pt>
                <c:pt idx="1982">
                  <c:v>41493</c:v>
                </c:pt>
                <c:pt idx="1983">
                  <c:v>41494</c:v>
                </c:pt>
                <c:pt idx="1984">
                  <c:v>41495</c:v>
                </c:pt>
                <c:pt idx="1985">
                  <c:v>41498</c:v>
                </c:pt>
                <c:pt idx="1986">
                  <c:v>41499</c:v>
                </c:pt>
                <c:pt idx="1987">
                  <c:v>41500</c:v>
                </c:pt>
                <c:pt idx="1988">
                  <c:v>41501</c:v>
                </c:pt>
                <c:pt idx="1989">
                  <c:v>41502</c:v>
                </c:pt>
                <c:pt idx="1990">
                  <c:v>41505</c:v>
                </c:pt>
                <c:pt idx="1991">
                  <c:v>41506</c:v>
                </c:pt>
                <c:pt idx="1992">
                  <c:v>41507</c:v>
                </c:pt>
                <c:pt idx="1993">
                  <c:v>41508</c:v>
                </c:pt>
                <c:pt idx="1994">
                  <c:v>41509</c:v>
                </c:pt>
                <c:pt idx="1995">
                  <c:v>41512</c:v>
                </c:pt>
                <c:pt idx="1996">
                  <c:v>41513</c:v>
                </c:pt>
                <c:pt idx="1997">
                  <c:v>41514</c:v>
                </c:pt>
                <c:pt idx="1998">
                  <c:v>41515</c:v>
                </c:pt>
                <c:pt idx="1999">
                  <c:v>41516</c:v>
                </c:pt>
                <c:pt idx="2000">
                  <c:v>41519</c:v>
                </c:pt>
                <c:pt idx="2001">
                  <c:v>41520</c:v>
                </c:pt>
                <c:pt idx="2002">
                  <c:v>41521</c:v>
                </c:pt>
                <c:pt idx="2003">
                  <c:v>41522</c:v>
                </c:pt>
                <c:pt idx="2004">
                  <c:v>41523</c:v>
                </c:pt>
                <c:pt idx="2005">
                  <c:v>41526</c:v>
                </c:pt>
                <c:pt idx="2006">
                  <c:v>41527</c:v>
                </c:pt>
                <c:pt idx="2007">
                  <c:v>41528</c:v>
                </c:pt>
                <c:pt idx="2008">
                  <c:v>41529</c:v>
                </c:pt>
                <c:pt idx="2009">
                  <c:v>41530</c:v>
                </c:pt>
                <c:pt idx="2010">
                  <c:v>41533</c:v>
                </c:pt>
                <c:pt idx="2011">
                  <c:v>41534</c:v>
                </c:pt>
                <c:pt idx="2012">
                  <c:v>41535</c:v>
                </c:pt>
                <c:pt idx="2013">
                  <c:v>41536</c:v>
                </c:pt>
                <c:pt idx="2014">
                  <c:v>41537</c:v>
                </c:pt>
                <c:pt idx="2015">
                  <c:v>41540</c:v>
                </c:pt>
                <c:pt idx="2016">
                  <c:v>41541</c:v>
                </c:pt>
                <c:pt idx="2017">
                  <c:v>41542</c:v>
                </c:pt>
                <c:pt idx="2018">
                  <c:v>41543</c:v>
                </c:pt>
                <c:pt idx="2019">
                  <c:v>41544</c:v>
                </c:pt>
                <c:pt idx="2020">
                  <c:v>41547</c:v>
                </c:pt>
                <c:pt idx="2021">
                  <c:v>41548</c:v>
                </c:pt>
                <c:pt idx="2022">
                  <c:v>41549</c:v>
                </c:pt>
                <c:pt idx="2023">
                  <c:v>41550</c:v>
                </c:pt>
                <c:pt idx="2024">
                  <c:v>41551</c:v>
                </c:pt>
                <c:pt idx="2025">
                  <c:v>41554</c:v>
                </c:pt>
                <c:pt idx="2026">
                  <c:v>41555</c:v>
                </c:pt>
                <c:pt idx="2027">
                  <c:v>41556</c:v>
                </c:pt>
                <c:pt idx="2028">
                  <c:v>41557</c:v>
                </c:pt>
                <c:pt idx="2029">
                  <c:v>41558</c:v>
                </c:pt>
                <c:pt idx="2030">
                  <c:v>41561</c:v>
                </c:pt>
                <c:pt idx="2031">
                  <c:v>41562</c:v>
                </c:pt>
                <c:pt idx="2032">
                  <c:v>41563</c:v>
                </c:pt>
                <c:pt idx="2033">
                  <c:v>41564</c:v>
                </c:pt>
                <c:pt idx="2034">
                  <c:v>41565</c:v>
                </c:pt>
                <c:pt idx="2035">
                  <c:v>41568</c:v>
                </c:pt>
                <c:pt idx="2036">
                  <c:v>41569</c:v>
                </c:pt>
                <c:pt idx="2037">
                  <c:v>41570</c:v>
                </c:pt>
                <c:pt idx="2038">
                  <c:v>41571</c:v>
                </c:pt>
                <c:pt idx="2039">
                  <c:v>41572</c:v>
                </c:pt>
                <c:pt idx="2040">
                  <c:v>41575</c:v>
                </c:pt>
                <c:pt idx="2041">
                  <c:v>41576</c:v>
                </c:pt>
                <c:pt idx="2042">
                  <c:v>41577</c:v>
                </c:pt>
                <c:pt idx="2043">
                  <c:v>41578</c:v>
                </c:pt>
                <c:pt idx="2044">
                  <c:v>41579</c:v>
                </c:pt>
                <c:pt idx="2045">
                  <c:v>41582</c:v>
                </c:pt>
                <c:pt idx="2046">
                  <c:v>41583</c:v>
                </c:pt>
                <c:pt idx="2047">
                  <c:v>41584</c:v>
                </c:pt>
                <c:pt idx="2048">
                  <c:v>41585</c:v>
                </c:pt>
                <c:pt idx="2049">
                  <c:v>41586</c:v>
                </c:pt>
                <c:pt idx="2050">
                  <c:v>41589</c:v>
                </c:pt>
                <c:pt idx="2051">
                  <c:v>41590</c:v>
                </c:pt>
                <c:pt idx="2052">
                  <c:v>41591</c:v>
                </c:pt>
                <c:pt idx="2053">
                  <c:v>41592</c:v>
                </c:pt>
                <c:pt idx="2054">
                  <c:v>41593</c:v>
                </c:pt>
                <c:pt idx="2055">
                  <c:v>41596</c:v>
                </c:pt>
                <c:pt idx="2056">
                  <c:v>41597</c:v>
                </c:pt>
                <c:pt idx="2057">
                  <c:v>41598</c:v>
                </c:pt>
                <c:pt idx="2058">
                  <c:v>41599</c:v>
                </c:pt>
                <c:pt idx="2059">
                  <c:v>41600</c:v>
                </c:pt>
                <c:pt idx="2060">
                  <c:v>41603</c:v>
                </c:pt>
                <c:pt idx="2061">
                  <c:v>41604</c:v>
                </c:pt>
                <c:pt idx="2062">
                  <c:v>41605</c:v>
                </c:pt>
                <c:pt idx="2063">
                  <c:v>41606</c:v>
                </c:pt>
                <c:pt idx="2064">
                  <c:v>41607</c:v>
                </c:pt>
                <c:pt idx="2065">
                  <c:v>41610</c:v>
                </c:pt>
                <c:pt idx="2066">
                  <c:v>41611</c:v>
                </c:pt>
                <c:pt idx="2067">
                  <c:v>41612</c:v>
                </c:pt>
                <c:pt idx="2068">
                  <c:v>41613</c:v>
                </c:pt>
                <c:pt idx="2069">
                  <c:v>41614</c:v>
                </c:pt>
                <c:pt idx="2070">
                  <c:v>41617</c:v>
                </c:pt>
                <c:pt idx="2071">
                  <c:v>41618</c:v>
                </c:pt>
                <c:pt idx="2072">
                  <c:v>41619</c:v>
                </c:pt>
                <c:pt idx="2073">
                  <c:v>41620</c:v>
                </c:pt>
                <c:pt idx="2074">
                  <c:v>41621</c:v>
                </c:pt>
                <c:pt idx="2075">
                  <c:v>41624</c:v>
                </c:pt>
                <c:pt idx="2076">
                  <c:v>41625</c:v>
                </c:pt>
                <c:pt idx="2077">
                  <c:v>41626</c:v>
                </c:pt>
                <c:pt idx="2078">
                  <c:v>41627</c:v>
                </c:pt>
                <c:pt idx="2079">
                  <c:v>41628</c:v>
                </c:pt>
                <c:pt idx="2080">
                  <c:v>41631</c:v>
                </c:pt>
                <c:pt idx="2081">
                  <c:v>41632</c:v>
                </c:pt>
                <c:pt idx="2082">
                  <c:v>41633</c:v>
                </c:pt>
                <c:pt idx="2083">
                  <c:v>41634</c:v>
                </c:pt>
                <c:pt idx="2084">
                  <c:v>41635</c:v>
                </c:pt>
                <c:pt idx="2085">
                  <c:v>41638</c:v>
                </c:pt>
                <c:pt idx="2086">
                  <c:v>41639</c:v>
                </c:pt>
                <c:pt idx="2087">
                  <c:v>41640</c:v>
                </c:pt>
                <c:pt idx="2088">
                  <c:v>41641</c:v>
                </c:pt>
                <c:pt idx="2089">
                  <c:v>41642</c:v>
                </c:pt>
                <c:pt idx="2090">
                  <c:v>41645</c:v>
                </c:pt>
                <c:pt idx="2091">
                  <c:v>41646</c:v>
                </c:pt>
                <c:pt idx="2092">
                  <c:v>41647</c:v>
                </c:pt>
                <c:pt idx="2093">
                  <c:v>41648</c:v>
                </c:pt>
                <c:pt idx="2094">
                  <c:v>41649</c:v>
                </c:pt>
                <c:pt idx="2095">
                  <c:v>41652</c:v>
                </c:pt>
                <c:pt idx="2096">
                  <c:v>41653</c:v>
                </c:pt>
                <c:pt idx="2097">
                  <c:v>41654</c:v>
                </c:pt>
                <c:pt idx="2098">
                  <c:v>41655</c:v>
                </c:pt>
                <c:pt idx="2099">
                  <c:v>41656</c:v>
                </c:pt>
                <c:pt idx="2100">
                  <c:v>41659</c:v>
                </c:pt>
                <c:pt idx="2101">
                  <c:v>41660</c:v>
                </c:pt>
                <c:pt idx="2102">
                  <c:v>41661</c:v>
                </c:pt>
                <c:pt idx="2103">
                  <c:v>41662</c:v>
                </c:pt>
                <c:pt idx="2104">
                  <c:v>41663</c:v>
                </c:pt>
                <c:pt idx="2105">
                  <c:v>41666</c:v>
                </c:pt>
                <c:pt idx="2106">
                  <c:v>41667</c:v>
                </c:pt>
                <c:pt idx="2107">
                  <c:v>41668</c:v>
                </c:pt>
                <c:pt idx="2108">
                  <c:v>41669</c:v>
                </c:pt>
                <c:pt idx="2109">
                  <c:v>41670</c:v>
                </c:pt>
                <c:pt idx="2110">
                  <c:v>41673</c:v>
                </c:pt>
                <c:pt idx="2111">
                  <c:v>41674</c:v>
                </c:pt>
                <c:pt idx="2112">
                  <c:v>41675</c:v>
                </c:pt>
                <c:pt idx="2113">
                  <c:v>41676</c:v>
                </c:pt>
                <c:pt idx="2114">
                  <c:v>41677</c:v>
                </c:pt>
                <c:pt idx="2115">
                  <c:v>41680</c:v>
                </c:pt>
                <c:pt idx="2116">
                  <c:v>41681</c:v>
                </c:pt>
                <c:pt idx="2117">
                  <c:v>41682</c:v>
                </c:pt>
                <c:pt idx="2118">
                  <c:v>41683</c:v>
                </c:pt>
                <c:pt idx="2119">
                  <c:v>41684</c:v>
                </c:pt>
                <c:pt idx="2120">
                  <c:v>41687</c:v>
                </c:pt>
                <c:pt idx="2121">
                  <c:v>41688</c:v>
                </c:pt>
                <c:pt idx="2122">
                  <c:v>41689</c:v>
                </c:pt>
                <c:pt idx="2123">
                  <c:v>41690</c:v>
                </c:pt>
                <c:pt idx="2124">
                  <c:v>41691</c:v>
                </c:pt>
                <c:pt idx="2125">
                  <c:v>41694</c:v>
                </c:pt>
                <c:pt idx="2126">
                  <c:v>41695</c:v>
                </c:pt>
                <c:pt idx="2127">
                  <c:v>41696</c:v>
                </c:pt>
                <c:pt idx="2128">
                  <c:v>41697</c:v>
                </c:pt>
                <c:pt idx="2129">
                  <c:v>41698</c:v>
                </c:pt>
                <c:pt idx="2130">
                  <c:v>41701</c:v>
                </c:pt>
                <c:pt idx="2131">
                  <c:v>41702</c:v>
                </c:pt>
                <c:pt idx="2132">
                  <c:v>41703</c:v>
                </c:pt>
                <c:pt idx="2133">
                  <c:v>41704</c:v>
                </c:pt>
                <c:pt idx="2134">
                  <c:v>41705</c:v>
                </c:pt>
                <c:pt idx="2135">
                  <c:v>41708</c:v>
                </c:pt>
                <c:pt idx="2136">
                  <c:v>41709</c:v>
                </c:pt>
                <c:pt idx="2137">
                  <c:v>41710</c:v>
                </c:pt>
                <c:pt idx="2138">
                  <c:v>41711</c:v>
                </c:pt>
                <c:pt idx="2139">
                  <c:v>41712</c:v>
                </c:pt>
                <c:pt idx="2140">
                  <c:v>41715</c:v>
                </c:pt>
                <c:pt idx="2141">
                  <c:v>41716</c:v>
                </c:pt>
                <c:pt idx="2142">
                  <c:v>41717</c:v>
                </c:pt>
                <c:pt idx="2143">
                  <c:v>41718</c:v>
                </c:pt>
                <c:pt idx="2144">
                  <c:v>41719</c:v>
                </c:pt>
                <c:pt idx="2145">
                  <c:v>41722</c:v>
                </c:pt>
                <c:pt idx="2146">
                  <c:v>41723</c:v>
                </c:pt>
                <c:pt idx="2147">
                  <c:v>41724</c:v>
                </c:pt>
                <c:pt idx="2148">
                  <c:v>41725</c:v>
                </c:pt>
                <c:pt idx="2149">
                  <c:v>41726</c:v>
                </c:pt>
                <c:pt idx="2150">
                  <c:v>41729</c:v>
                </c:pt>
                <c:pt idx="2151">
                  <c:v>41730</c:v>
                </c:pt>
                <c:pt idx="2152">
                  <c:v>41731</c:v>
                </c:pt>
                <c:pt idx="2153">
                  <c:v>41732</c:v>
                </c:pt>
                <c:pt idx="2154">
                  <c:v>41733</c:v>
                </c:pt>
                <c:pt idx="2155">
                  <c:v>41736</c:v>
                </c:pt>
                <c:pt idx="2156">
                  <c:v>41737</c:v>
                </c:pt>
                <c:pt idx="2157">
                  <c:v>41738</c:v>
                </c:pt>
                <c:pt idx="2158">
                  <c:v>41739</c:v>
                </c:pt>
                <c:pt idx="2159">
                  <c:v>41740</c:v>
                </c:pt>
                <c:pt idx="2160">
                  <c:v>41743</c:v>
                </c:pt>
                <c:pt idx="2161">
                  <c:v>41744</c:v>
                </c:pt>
                <c:pt idx="2162">
                  <c:v>41745</c:v>
                </c:pt>
                <c:pt idx="2163">
                  <c:v>41746</c:v>
                </c:pt>
                <c:pt idx="2164">
                  <c:v>41747</c:v>
                </c:pt>
                <c:pt idx="2165">
                  <c:v>41750</c:v>
                </c:pt>
                <c:pt idx="2166">
                  <c:v>41751</c:v>
                </c:pt>
                <c:pt idx="2167">
                  <c:v>41752</c:v>
                </c:pt>
                <c:pt idx="2168">
                  <c:v>41753</c:v>
                </c:pt>
                <c:pt idx="2169">
                  <c:v>41754</c:v>
                </c:pt>
                <c:pt idx="2170">
                  <c:v>41757</c:v>
                </c:pt>
                <c:pt idx="2171">
                  <c:v>41758</c:v>
                </c:pt>
                <c:pt idx="2172">
                  <c:v>41759</c:v>
                </c:pt>
                <c:pt idx="2173">
                  <c:v>41760</c:v>
                </c:pt>
                <c:pt idx="2174">
                  <c:v>41761</c:v>
                </c:pt>
                <c:pt idx="2175">
                  <c:v>41764</c:v>
                </c:pt>
                <c:pt idx="2176">
                  <c:v>41765</c:v>
                </c:pt>
                <c:pt idx="2177">
                  <c:v>41766</c:v>
                </c:pt>
                <c:pt idx="2178">
                  <c:v>41767</c:v>
                </c:pt>
                <c:pt idx="2179">
                  <c:v>41768</c:v>
                </c:pt>
                <c:pt idx="2180">
                  <c:v>41771</c:v>
                </c:pt>
                <c:pt idx="2181">
                  <c:v>41772</c:v>
                </c:pt>
                <c:pt idx="2182">
                  <c:v>41773</c:v>
                </c:pt>
                <c:pt idx="2183">
                  <c:v>41774</c:v>
                </c:pt>
                <c:pt idx="2184">
                  <c:v>41775</c:v>
                </c:pt>
                <c:pt idx="2185">
                  <c:v>41778</c:v>
                </c:pt>
                <c:pt idx="2186">
                  <c:v>41779</c:v>
                </c:pt>
                <c:pt idx="2187">
                  <c:v>41780</c:v>
                </c:pt>
                <c:pt idx="2188">
                  <c:v>41781</c:v>
                </c:pt>
                <c:pt idx="2189">
                  <c:v>41782</c:v>
                </c:pt>
                <c:pt idx="2190">
                  <c:v>41785</c:v>
                </c:pt>
                <c:pt idx="2191">
                  <c:v>41786</c:v>
                </c:pt>
                <c:pt idx="2192">
                  <c:v>41787</c:v>
                </c:pt>
                <c:pt idx="2193">
                  <c:v>41788</c:v>
                </c:pt>
                <c:pt idx="2194">
                  <c:v>41789</c:v>
                </c:pt>
                <c:pt idx="2195">
                  <c:v>41792</c:v>
                </c:pt>
                <c:pt idx="2196">
                  <c:v>41793</c:v>
                </c:pt>
                <c:pt idx="2197">
                  <c:v>41794</c:v>
                </c:pt>
                <c:pt idx="2198">
                  <c:v>41795</c:v>
                </c:pt>
                <c:pt idx="2199">
                  <c:v>41796</c:v>
                </c:pt>
                <c:pt idx="2200">
                  <c:v>41799</c:v>
                </c:pt>
                <c:pt idx="2201">
                  <c:v>41800</c:v>
                </c:pt>
                <c:pt idx="2202">
                  <c:v>41801</c:v>
                </c:pt>
                <c:pt idx="2203">
                  <c:v>41802</c:v>
                </c:pt>
                <c:pt idx="2204">
                  <c:v>41803</c:v>
                </c:pt>
                <c:pt idx="2205">
                  <c:v>41806</c:v>
                </c:pt>
                <c:pt idx="2206">
                  <c:v>41807</c:v>
                </c:pt>
                <c:pt idx="2207">
                  <c:v>41808</c:v>
                </c:pt>
                <c:pt idx="2208">
                  <c:v>41809</c:v>
                </c:pt>
                <c:pt idx="2209">
                  <c:v>41810</c:v>
                </c:pt>
                <c:pt idx="2210">
                  <c:v>41813</c:v>
                </c:pt>
                <c:pt idx="2211">
                  <c:v>41814</c:v>
                </c:pt>
                <c:pt idx="2212">
                  <c:v>41815</c:v>
                </c:pt>
                <c:pt idx="2213">
                  <c:v>41816</c:v>
                </c:pt>
                <c:pt idx="2214">
                  <c:v>41817</c:v>
                </c:pt>
                <c:pt idx="2215">
                  <c:v>41820</c:v>
                </c:pt>
                <c:pt idx="2216">
                  <c:v>41821</c:v>
                </c:pt>
                <c:pt idx="2217">
                  <c:v>41822</c:v>
                </c:pt>
                <c:pt idx="2218">
                  <c:v>41823</c:v>
                </c:pt>
                <c:pt idx="2219">
                  <c:v>41824</c:v>
                </c:pt>
                <c:pt idx="2220">
                  <c:v>41827</c:v>
                </c:pt>
                <c:pt idx="2221">
                  <c:v>41828</c:v>
                </c:pt>
                <c:pt idx="2222">
                  <c:v>41829</c:v>
                </c:pt>
                <c:pt idx="2223">
                  <c:v>41830</c:v>
                </c:pt>
                <c:pt idx="2224">
                  <c:v>41831</c:v>
                </c:pt>
                <c:pt idx="2225">
                  <c:v>41834</c:v>
                </c:pt>
                <c:pt idx="2226">
                  <c:v>41835</c:v>
                </c:pt>
                <c:pt idx="2227">
                  <c:v>41836</c:v>
                </c:pt>
                <c:pt idx="2228">
                  <c:v>41837</c:v>
                </c:pt>
                <c:pt idx="2229">
                  <c:v>41838</c:v>
                </c:pt>
                <c:pt idx="2230">
                  <c:v>41841</c:v>
                </c:pt>
                <c:pt idx="2231">
                  <c:v>41842</c:v>
                </c:pt>
                <c:pt idx="2232">
                  <c:v>41843</c:v>
                </c:pt>
                <c:pt idx="2233">
                  <c:v>41844</c:v>
                </c:pt>
                <c:pt idx="2234">
                  <c:v>41845</c:v>
                </c:pt>
                <c:pt idx="2235">
                  <c:v>41848</c:v>
                </c:pt>
                <c:pt idx="2236">
                  <c:v>41849</c:v>
                </c:pt>
                <c:pt idx="2237">
                  <c:v>41850</c:v>
                </c:pt>
                <c:pt idx="2238">
                  <c:v>41851</c:v>
                </c:pt>
                <c:pt idx="2239">
                  <c:v>41852</c:v>
                </c:pt>
                <c:pt idx="2240">
                  <c:v>41855</c:v>
                </c:pt>
                <c:pt idx="2241">
                  <c:v>41856</c:v>
                </c:pt>
                <c:pt idx="2242">
                  <c:v>41857</c:v>
                </c:pt>
                <c:pt idx="2243">
                  <c:v>41858</c:v>
                </c:pt>
                <c:pt idx="2244">
                  <c:v>41859</c:v>
                </c:pt>
                <c:pt idx="2245">
                  <c:v>41862</c:v>
                </c:pt>
                <c:pt idx="2246">
                  <c:v>41863</c:v>
                </c:pt>
                <c:pt idx="2247">
                  <c:v>41864</c:v>
                </c:pt>
                <c:pt idx="2248">
                  <c:v>41865</c:v>
                </c:pt>
                <c:pt idx="2249">
                  <c:v>41866</c:v>
                </c:pt>
                <c:pt idx="2250">
                  <c:v>41869</c:v>
                </c:pt>
                <c:pt idx="2251">
                  <c:v>41870</c:v>
                </c:pt>
                <c:pt idx="2252">
                  <c:v>41871</c:v>
                </c:pt>
                <c:pt idx="2253">
                  <c:v>41872</c:v>
                </c:pt>
                <c:pt idx="2254">
                  <c:v>41873</c:v>
                </c:pt>
                <c:pt idx="2255">
                  <c:v>41876</c:v>
                </c:pt>
                <c:pt idx="2256">
                  <c:v>41877</c:v>
                </c:pt>
                <c:pt idx="2257">
                  <c:v>41878</c:v>
                </c:pt>
                <c:pt idx="2258">
                  <c:v>41879</c:v>
                </c:pt>
                <c:pt idx="2259">
                  <c:v>41880</c:v>
                </c:pt>
                <c:pt idx="2260">
                  <c:v>41883</c:v>
                </c:pt>
                <c:pt idx="2261">
                  <c:v>41884</c:v>
                </c:pt>
                <c:pt idx="2262">
                  <c:v>41885</c:v>
                </c:pt>
                <c:pt idx="2263">
                  <c:v>41886</c:v>
                </c:pt>
                <c:pt idx="2264">
                  <c:v>41887</c:v>
                </c:pt>
                <c:pt idx="2265">
                  <c:v>41890</c:v>
                </c:pt>
                <c:pt idx="2266">
                  <c:v>41891</c:v>
                </c:pt>
                <c:pt idx="2267">
                  <c:v>41892</c:v>
                </c:pt>
                <c:pt idx="2268">
                  <c:v>41893</c:v>
                </c:pt>
                <c:pt idx="2269">
                  <c:v>41894</c:v>
                </c:pt>
                <c:pt idx="2270">
                  <c:v>41897</c:v>
                </c:pt>
                <c:pt idx="2271">
                  <c:v>41898</c:v>
                </c:pt>
                <c:pt idx="2272">
                  <c:v>41899</c:v>
                </c:pt>
                <c:pt idx="2273">
                  <c:v>41900</c:v>
                </c:pt>
                <c:pt idx="2274">
                  <c:v>41901</c:v>
                </c:pt>
                <c:pt idx="2275">
                  <c:v>41904</c:v>
                </c:pt>
                <c:pt idx="2276">
                  <c:v>41905</c:v>
                </c:pt>
                <c:pt idx="2277">
                  <c:v>41906</c:v>
                </c:pt>
                <c:pt idx="2278">
                  <c:v>41907</c:v>
                </c:pt>
                <c:pt idx="2279">
                  <c:v>41908</c:v>
                </c:pt>
                <c:pt idx="2280">
                  <c:v>41911</c:v>
                </c:pt>
                <c:pt idx="2281">
                  <c:v>41912</c:v>
                </c:pt>
                <c:pt idx="2282">
                  <c:v>41913</c:v>
                </c:pt>
                <c:pt idx="2283">
                  <c:v>41914</c:v>
                </c:pt>
                <c:pt idx="2284">
                  <c:v>41915</c:v>
                </c:pt>
                <c:pt idx="2285">
                  <c:v>41918</c:v>
                </c:pt>
                <c:pt idx="2286">
                  <c:v>41919</c:v>
                </c:pt>
                <c:pt idx="2287">
                  <c:v>41920</c:v>
                </c:pt>
                <c:pt idx="2288">
                  <c:v>41921</c:v>
                </c:pt>
                <c:pt idx="2289">
                  <c:v>41922</c:v>
                </c:pt>
                <c:pt idx="2290">
                  <c:v>41925</c:v>
                </c:pt>
                <c:pt idx="2291">
                  <c:v>41926</c:v>
                </c:pt>
                <c:pt idx="2292">
                  <c:v>41927</c:v>
                </c:pt>
                <c:pt idx="2293">
                  <c:v>41928</c:v>
                </c:pt>
                <c:pt idx="2294">
                  <c:v>41929</c:v>
                </c:pt>
                <c:pt idx="2295">
                  <c:v>41932</c:v>
                </c:pt>
                <c:pt idx="2296">
                  <c:v>41933</c:v>
                </c:pt>
                <c:pt idx="2297">
                  <c:v>41934</c:v>
                </c:pt>
                <c:pt idx="2298">
                  <c:v>41935</c:v>
                </c:pt>
                <c:pt idx="2299">
                  <c:v>41936</c:v>
                </c:pt>
                <c:pt idx="2300">
                  <c:v>41939</c:v>
                </c:pt>
                <c:pt idx="2301">
                  <c:v>41940</c:v>
                </c:pt>
                <c:pt idx="2302">
                  <c:v>41941</c:v>
                </c:pt>
                <c:pt idx="2303">
                  <c:v>41942</c:v>
                </c:pt>
                <c:pt idx="2304">
                  <c:v>41943</c:v>
                </c:pt>
                <c:pt idx="2305">
                  <c:v>41946</c:v>
                </c:pt>
                <c:pt idx="2306">
                  <c:v>41947</c:v>
                </c:pt>
                <c:pt idx="2307">
                  <c:v>41948</c:v>
                </c:pt>
                <c:pt idx="2308">
                  <c:v>41949</c:v>
                </c:pt>
                <c:pt idx="2309">
                  <c:v>41950</c:v>
                </c:pt>
                <c:pt idx="2310">
                  <c:v>41953</c:v>
                </c:pt>
                <c:pt idx="2311">
                  <c:v>41954</c:v>
                </c:pt>
                <c:pt idx="2312">
                  <c:v>41955</c:v>
                </c:pt>
                <c:pt idx="2313">
                  <c:v>41956</c:v>
                </c:pt>
                <c:pt idx="2314">
                  <c:v>41957</c:v>
                </c:pt>
                <c:pt idx="2315">
                  <c:v>41960</c:v>
                </c:pt>
                <c:pt idx="2316">
                  <c:v>41961</c:v>
                </c:pt>
                <c:pt idx="2317">
                  <c:v>41962</c:v>
                </c:pt>
                <c:pt idx="2318">
                  <c:v>41963</c:v>
                </c:pt>
                <c:pt idx="2319">
                  <c:v>41964</c:v>
                </c:pt>
                <c:pt idx="2320">
                  <c:v>41967</c:v>
                </c:pt>
                <c:pt idx="2321">
                  <c:v>41968</c:v>
                </c:pt>
                <c:pt idx="2322">
                  <c:v>41969</c:v>
                </c:pt>
                <c:pt idx="2323">
                  <c:v>41970</c:v>
                </c:pt>
                <c:pt idx="2324">
                  <c:v>41971</c:v>
                </c:pt>
                <c:pt idx="2325">
                  <c:v>41974</c:v>
                </c:pt>
                <c:pt idx="2326">
                  <c:v>41975</c:v>
                </c:pt>
                <c:pt idx="2327">
                  <c:v>41976</c:v>
                </c:pt>
                <c:pt idx="2328">
                  <c:v>41977</c:v>
                </c:pt>
                <c:pt idx="2329">
                  <c:v>41978</c:v>
                </c:pt>
                <c:pt idx="2330">
                  <c:v>41981</c:v>
                </c:pt>
                <c:pt idx="2331">
                  <c:v>41982</c:v>
                </c:pt>
                <c:pt idx="2332">
                  <c:v>41983</c:v>
                </c:pt>
                <c:pt idx="2333">
                  <c:v>41984</c:v>
                </c:pt>
                <c:pt idx="2334">
                  <c:v>41985</c:v>
                </c:pt>
                <c:pt idx="2335">
                  <c:v>41988</c:v>
                </c:pt>
                <c:pt idx="2336">
                  <c:v>41989</c:v>
                </c:pt>
                <c:pt idx="2337">
                  <c:v>41990</c:v>
                </c:pt>
                <c:pt idx="2338">
                  <c:v>41991</c:v>
                </c:pt>
                <c:pt idx="2339">
                  <c:v>41992</c:v>
                </c:pt>
                <c:pt idx="2340">
                  <c:v>41995</c:v>
                </c:pt>
                <c:pt idx="2341">
                  <c:v>41996</c:v>
                </c:pt>
                <c:pt idx="2342">
                  <c:v>41997</c:v>
                </c:pt>
                <c:pt idx="2343">
                  <c:v>41998</c:v>
                </c:pt>
                <c:pt idx="2344">
                  <c:v>41999</c:v>
                </c:pt>
                <c:pt idx="2345">
                  <c:v>42002</c:v>
                </c:pt>
                <c:pt idx="2346">
                  <c:v>42003</c:v>
                </c:pt>
                <c:pt idx="2347">
                  <c:v>42004</c:v>
                </c:pt>
                <c:pt idx="2348">
                  <c:v>42005</c:v>
                </c:pt>
                <c:pt idx="2349">
                  <c:v>42006</c:v>
                </c:pt>
                <c:pt idx="2350">
                  <c:v>42009</c:v>
                </c:pt>
                <c:pt idx="2351">
                  <c:v>42010</c:v>
                </c:pt>
                <c:pt idx="2352">
                  <c:v>42011</c:v>
                </c:pt>
                <c:pt idx="2353">
                  <c:v>42012</c:v>
                </c:pt>
                <c:pt idx="2354">
                  <c:v>42013</c:v>
                </c:pt>
                <c:pt idx="2355">
                  <c:v>42016</c:v>
                </c:pt>
                <c:pt idx="2356">
                  <c:v>42017</c:v>
                </c:pt>
                <c:pt idx="2357">
                  <c:v>42018</c:v>
                </c:pt>
                <c:pt idx="2358">
                  <c:v>42019</c:v>
                </c:pt>
                <c:pt idx="2359">
                  <c:v>42020</c:v>
                </c:pt>
                <c:pt idx="2360">
                  <c:v>42023</c:v>
                </c:pt>
                <c:pt idx="2361">
                  <c:v>42024</c:v>
                </c:pt>
                <c:pt idx="2362">
                  <c:v>42025</c:v>
                </c:pt>
                <c:pt idx="2363">
                  <c:v>42026</c:v>
                </c:pt>
                <c:pt idx="2364">
                  <c:v>42027</c:v>
                </c:pt>
                <c:pt idx="2365">
                  <c:v>42030</c:v>
                </c:pt>
                <c:pt idx="2366">
                  <c:v>42031</c:v>
                </c:pt>
                <c:pt idx="2367">
                  <c:v>42032</c:v>
                </c:pt>
                <c:pt idx="2368">
                  <c:v>42033</c:v>
                </c:pt>
                <c:pt idx="2369">
                  <c:v>42034</c:v>
                </c:pt>
                <c:pt idx="2370">
                  <c:v>42037</c:v>
                </c:pt>
                <c:pt idx="2371">
                  <c:v>42038</c:v>
                </c:pt>
                <c:pt idx="2372">
                  <c:v>42039</c:v>
                </c:pt>
                <c:pt idx="2373">
                  <c:v>42040</c:v>
                </c:pt>
                <c:pt idx="2374">
                  <c:v>42041</c:v>
                </c:pt>
                <c:pt idx="2375">
                  <c:v>42044</c:v>
                </c:pt>
                <c:pt idx="2376">
                  <c:v>42045</c:v>
                </c:pt>
                <c:pt idx="2377">
                  <c:v>42046</c:v>
                </c:pt>
                <c:pt idx="2378">
                  <c:v>42047</c:v>
                </c:pt>
                <c:pt idx="2379">
                  <c:v>42048</c:v>
                </c:pt>
                <c:pt idx="2380">
                  <c:v>42051</c:v>
                </c:pt>
                <c:pt idx="2381">
                  <c:v>42052</c:v>
                </c:pt>
                <c:pt idx="2382">
                  <c:v>42053</c:v>
                </c:pt>
                <c:pt idx="2383">
                  <c:v>42054</c:v>
                </c:pt>
                <c:pt idx="2384">
                  <c:v>42055</c:v>
                </c:pt>
                <c:pt idx="2385">
                  <c:v>42058</c:v>
                </c:pt>
                <c:pt idx="2386">
                  <c:v>42059</c:v>
                </c:pt>
                <c:pt idx="2387">
                  <c:v>42060</c:v>
                </c:pt>
                <c:pt idx="2388">
                  <c:v>42061</c:v>
                </c:pt>
                <c:pt idx="2389">
                  <c:v>42062</c:v>
                </c:pt>
                <c:pt idx="2390">
                  <c:v>42065</c:v>
                </c:pt>
                <c:pt idx="2391">
                  <c:v>42066</c:v>
                </c:pt>
                <c:pt idx="2392">
                  <c:v>42067</c:v>
                </c:pt>
                <c:pt idx="2393">
                  <c:v>42068</c:v>
                </c:pt>
                <c:pt idx="2394">
                  <c:v>42069</c:v>
                </c:pt>
                <c:pt idx="2395">
                  <c:v>42072</c:v>
                </c:pt>
                <c:pt idx="2396">
                  <c:v>42073</c:v>
                </c:pt>
                <c:pt idx="2397">
                  <c:v>42074</c:v>
                </c:pt>
                <c:pt idx="2398">
                  <c:v>42075</c:v>
                </c:pt>
                <c:pt idx="2399">
                  <c:v>42076</c:v>
                </c:pt>
                <c:pt idx="2400">
                  <c:v>42079</c:v>
                </c:pt>
                <c:pt idx="2401">
                  <c:v>42080</c:v>
                </c:pt>
                <c:pt idx="2402">
                  <c:v>42081</c:v>
                </c:pt>
                <c:pt idx="2403">
                  <c:v>42082</c:v>
                </c:pt>
                <c:pt idx="2404">
                  <c:v>42083</c:v>
                </c:pt>
                <c:pt idx="2405">
                  <c:v>42086</c:v>
                </c:pt>
                <c:pt idx="2406">
                  <c:v>42087</c:v>
                </c:pt>
                <c:pt idx="2407">
                  <c:v>42088</c:v>
                </c:pt>
                <c:pt idx="2408">
                  <c:v>42089</c:v>
                </c:pt>
                <c:pt idx="2409">
                  <c:v>42090</c:v>
                </c:pt>
                <c:pt idx="2410">
                  <c:v>42093</c:v>
                </c:pt>
                <c:pt idx="2411">
                  <c:v>42094</c:v>
                </c:pt>
                <c:pt idx="2412">
                  <c:v>42095</c:v>
                </c:pt>
                <c:pt idx="2413">
                  <c:v>42096</c:v>
                </c:pt>
                <c:pt idx="2414">
                  <c:v>42097</c:v>
                </c:pt>
                <c:pt idx="2415">
                  <c:v>42100</c:v>
                </c:pt>
                <c:pt idx="2416">
                  <c:v>42101</c:v>
                </c:pt>
                <c:pt idx="2417">
                  <c:v>42102</c:v>
                </c:pt>
                <c:pt idx="2418">
                  <c:v>42103</c:v>
                </c:pt>
                <c:pt idx="2419">
                  <c:v>42104</c:v>
                </c:pt>
                <c:pt idx="2420">
                  <c:v>42107</c:v>
                </c:pt>
                <c:pt idx="2421">
                  <c:v>42108</c:v>
                </c:pt>
                <c:pt idx="2422">
                  <c:v>42109</c:v>
                </c:pt>
                <c:pt idx="2423">
                  <c:v>42110</c:v>
                </c:pt>
                <c:pt idx="2424">
                  <c:v>42111</c:v>
                </c:pt>
                <c:pt idx="2425">
                  <c:v>42114</c:v>
                </c:pt>
                <c:pt idx="2426">
                  <c:v>42115</c:v>
                </c:pt>
                <c:pt idx="2427">
                  <c:v>42116</c:v>
                </c:pt>
                <c:pt idx="2428">
                  <c:v>42117</c:v>
                </c:pt>
                <c:pt idx="2429">
                  <c:v>42118</c:v>
                </c:pt>
                <c:pt idx="2430">
                  <c:v>42121</c:v>
                </c:pt>
                <c:pt idx="2431">
                  <c:v>42122</c:v>
                </c:pt>
                <c:pt idx="2432">
                  <c:v>42123</c:v>
                </c:pt>
                <c:pt idx="2433">
                  <c:v>42124</c:v>
                </c:pt>
                <c:pt idx="2434">
                  <c:v>42125</c:v>
                </c:pt>
                <c:pt idx="2435">
                  <c:v>42128</c:v>
                </c:pt>
                <c:pt idx="2436">
                  <c:v>42129</c:v>
                </c:pt>
                <c:pt idx="2437">
                  <c:v>42130</c:v>
                </c:pt>
                <c:pt idx="2438">
                  <c:v>42131</c:v>
                </c:pt>
                <c:pt idx="2439">
                  <c:v>42132</c:v>
                </c:pt>
                <c:pt idx="2440">
                  <c:v>42135</c:v>
                </c:pt>
                <c:pt idx="2441">
                  <c:v>42136</c:v>
                </c:pt>
                <c:pt idx="2442">
                  <c:v>42137</c:v>
                </c:pt>
                <c:pt idx="2443">
                  <c:v>42138</c:v>
                </c:pt>
                <c:pt idx="2444">
                  <c:v>42139</c:v>
                </c:pt>
                <c:pt idx="2445">
                  <c:v>42142</c:v>
                </c:pt>
                <c:pt idx="2446">
                  <c:v>42143</c:v>
                </c:pt>
                <c:pt idx="2447">
                  <c:v>42144</c:v>
                </c:pt>
                <c:pt idx="2448">
                  <c:v>42145</c:v>
                </c:pt>
                <c:pt idx="2449">
                  <c:v>42146</c:v>
                </c:pt>
                <c:pt idx="2450">
                  <c:v>42149</c:v>
                </c:pt>
                <c:pt idx="2451">
                  <c:v>42150</c:v>
                </c:pt>
                <c:pt idx="2452">
                  <c:v>42151</c:v>
                </c:pt>
                <c:pt idx="2453">
                  <c:v>42152</c:v>
                </c:pt>
                <c:pt idx="2454">
                  <c:v>42153</c:v>
                </c:pt>
                <c:pt idx="2455">
                  <c:v>42156</c:v>
                </c:pt>
                <c:pt idx="2456">
                  <c:v>42157</c:v>
                </c:pt>
                <c:pt idx="2457">
                  <c:v>42158</c:v>
                </c:pt>
                <c:pt idx="2458">
                  <c:v>42159</c:v>
                </c:pt>
                <c:pt idx="2459">
                  <c:v>42160</c:v>
                </c:pt>
                <c:pt idx="2460">
                  <c:v>42163</c:v>
                </c:pt>
                <c:pt idx="2461">
                  <c:v>42164</c:v>
                </c:pt>
                <c:pt idx="2462">
                  <c:v>42165</c:v>
                </c:pt>
                <c:pt idx="2463">
                  <c:v>42166</c:v>
                </c:pt>
                <c:pt idx="2464">
                  <c:v>42167</c:v>
                </c:pt>
                <c:pt idx="2465">
                  <c:v>42170</c:v>
                </c:pt>
                <c:pt idx="2466">
                  <c:v>42171</c:v>
                </c:pt>
                <c:pt idx="2467">
                  <c:v>42172</c:v>
                </c:pt>
                <c:pt idx="2468">
                  <c:v>42173</c:v>
                </c:pt>
                <c:pt idx="2469">
                  <c:v>42174</c:v>
                </c:pt>
                <c:pt idx="2470">
                  <c:v>42177</c:v>
                </c:pt>
                <c:pt idx="2471">
                  <c:v>42178</c:v>
                </c:pt>
                <c:pt idx="2472">
                  <c:v>42179</c:v>
                </c:pt>
                <c:pt idx="2473">
                  <c:v>42180</c:v>
                </c:pt>
                <c:pt idx="2474">
                  <c:v>42181</c:v>
                </c:pt>
                <c:pt idx="2475">
                  <c:v>42184</c:v>
                </c:pt>
                <c:pt idx="2476">
                  <c:v>42185</c:v>
                </c:pt>
                <c:pt idx="2477">
                  <c:v>42186</c:v>
                </c:pt>
                <c:pt idx="2478">
                  <c:v>42187</c:v>
                </c:pt>
                <c:pt idx="2479">
                  <c:v>42188</c:v>
                </c:pt>
                <c:pt idx="2480">
                  <c:v>42191</c:v>
                </c:pt>
                <c:pt idx="2481">
                  <c:v>42192</c:v>
                </c:pt>
                <c:pt idx="2482">
                  <c:v>42193</c:v>
                </c:pt>
                <c:pt idx="2483">
                  <c:v>42194</c:v>
                </c:pt>
                <c:pt idx="2484">
                  <c:v>42195</c:v>
                </c:pt>
                <c:pt idx="2485">
                  <c:v>42198</c:v>
                </c:pt>
                <c:pt idx="2486">
                  <c:v>42199</c:v>
                </c:pt>
                <c:pt idx="2487">
                  <c:v>42200</c:v>
                </c:pt>
                <c:pt idx="2488">
                  <c:v>42201</c:v>
                </c:pt>
                <c:pt idx="2489">
                  <c:v>42202</c:v>
                </c:pt>
                <c:pt idx="2490">
                  <c:v>42205</c:v>
                </c:pt>
                <c:pt idx="2491">
                  <c:v>42206</c:v>
                </c:pt>
                <c:pt idx="2492">
                  <c:v>42207</c:v>
                </c:pt>
                <c:pt idx="2493">
                  <c:v>42208</c:v>
                </c:pt>
                <c:pt idx="2494">
                  <c:v>42209</c:v>
                </c:pt>
                <c:pt idx="2495">
                  <c:v>42212</c:v>
                </c:pt>
                <c:pt idx="2496">
                  <c:v>42213</c:v>
                </c:pt>
                <c:pt idx="2497">
                  <c:v>42214</c:v>
                </c:pt>
                <c:pt idx="2498">
                  <c:v>42215</c:v>
                </c:pt>
                <c:pt idx="2499">
                  <c:v>42216</c:v>
                </c:pt>
                <c:pt idx="2500">
                  <c:v>42219</c:v>
                </c:pt>
                <c:pt idx="2501">
                  <c:v>42220</c:v>
                </c:pt>
                <c:pt idx="2502">
                  <c:v>42221</c:v>
                </c:pt>
                <c:pt idx="2503">
                  <c:v>42222</c:v>
                </c:pt>
                <c:pt idx="2504">
                  <c:v>42223</c:v>
                </c:pt>
                <c:pt idx="2505">
                  <c:v>42226</c:v>
                </c:pt>
                <c:pt idx="2506">
                  <c:v>42227</c:v>
                </c:pt>
                <c:pt idx="2507">
                  <c:v>42228</c:v>
                </c:pt>
                <c:pt idx="2508">
                  <c:v>42229</c:v>
                </c:pt>
                <c:pt idx="2509">
                  <c:v>42230</c:v>
                </c:pt>
                <c:pt idx="2510">
                  <c:v>42233</c:v>
                </c:pt>
                <c:pt idx="2511">
                  <c:v>42234</c:v>
                </c:pt>
                <c:pt idx="2512">
                  <c:v>42235</c:v>
                </c:pt>
                <c:pt idx="2513">
                  <c:v>42236</c:v>
                </c:pt>
                <c:pt idx="2514">
                  <c:v>42237</c:v>
                </c:pt>
                <c:pt idx="2515">
                  <c:v>42240</c:v>
                </c:pt>
                <c:pt idx="2516">
                  <c:v>42241</c:v>
                </c:pt>
                <c:pt idx="2517">
                  <c:v>42242</c:v>
                </c:pt>
                <c:pt idx="2518">
                  <c:v>42243</c:v>
                </c:pt>
                <c:pt idx="2519">
                  <c:v>42244</c:v>
                </c:pt>
                <c:pt idx="2520">
                  <c:v>42247</c:v>
                </c:pt>
                <c:pt idx="2521">
                  <c:v>42248</c:v>
                </c:pt>
                <c:pt idx="2522">
                  <c:v>42249</c:v>
                </c:pt>
                <c:pt idx="2523">
                  <c:v>42250</c:v>
                </c:pt>
                <c:pt idx="2524">
                  <c:v>42251</c:v>
                </c:pt>
                <c:pt idx="2525">
                  <c:v>42254</c:v>
                </c:pt>
                <c:pt idx="2526">
                  <c:v>42255</c:v>
                </c:pt>
                <c:pt idx="2527">
                  <c:v>42256</c:v>
                </c:pt>
                <c:pt idx="2528">
                  <c:v>42257</c:v>
                </c:pt>
                <c:pt idx="2529">
                  <c:v>42258</c:v>
                </c:pt>
                <c:pt idx="2530">
                  <c:v>42261</c:v>
                </c:pt>
                <c:pt idx="2531">
                  <c:v>42262</c:v>
                </c:pt>
                <c:pt idx="2532">
                  <c:v>42263</c:v>
                </c:pt>
                <c:pt idx="2533">
                  <c:v>42264</c:v>
                </c:pt>
                <c:pt idx="2534">
                  <c:v>42265</c:v>
                </c:pt>
                <c:pt idx="2535">
                  <c:v>42268</c:v>
                </c:pt>
                <c:pt idx="2536">
                  <c:v>42269</c:v>
                </c:pt>
                <c:pt idx="2537">
                  <c:v>42270</c:v>
                </c:pt>
                <c:pt idx="2538">
                  <c:v>42271</c:v>
                </c:pt>
                <c:pt idx="2539">
                  <c:v>42272</c:v>
                </c:pt>
                <c:pt idx="2540">
                  <c:v>42275</c:v>
                </c:pt>
                <c:pt idx="2541">
                  <c:v>42276</c:v>
                </c:pt>
                <c:pt idx="2542">
                  <c:v>42277</c:v>
                </c:pt>
                <c:pt idx="2543">
                  <c:v>42278</c:v>
                </c:pt>
                <c:pt idx="2544">
                  <c:v>42279</c:v>
                </c:pt>
                <c:pt idx="2545">
                  <c:v>42282</c:v>
                </c:pt>
                <c:pt idx="2546">
                  <c:v>42283</c:v>
                </c:pt>
                <c:pt idx="2547">
                  <c:v>42284</c:v>
                </c:pt>
                <c:pt idx="2548">
                  <c:v>42285</c:v>
                </c:pt>
                <c:pt idx="2549">
                  <c:v>42286</c:v>
                </c:pt>
                <c:pt idx="2550">
                  <c:v>42289</c:v>
                </c:pt>
                <c:pt idx="2551">
                  <c:v>42290</c:v>
                </c:pt>
                <c:pt idx="2552">
                  <c:v>42291</c:v>
                </c:pt>
                <c:pt idx="2553">
                  <c:v>42292</c:v>
                </c:pt>
                <c:pt idx="2554">
                  <c:v>42293</c:v>
                </c:pt>
                <c:pt idx="2555">
                  <c:v>42296</c:v>
                </c:pt>
                <c:pt idx="2556">
                  <c:v>42297</c:v>
                </c:pt>
                <c:pt idx="2557">
                  <c:v>42298</c:v>
                </c:pt>
                <c:pt idx="2558">
                  <c:v>42299</c:v>
                </c:pt>
                <c:pt idx="2559">
                  <c:v>42300</c:v>
                </c:pt>
                <c:pt idx="2560">
                  <c:v>42303</c:v>
                </c:pt>
                <c:pt idx="2561">
                  <c:v>42304</c:v>
                </c:pt>
                <c:pt idx="2562">
                  <c:v>42305</c:v>
                </c:pt>
                <c:pt idx="2563">
                  <c:v>42306</c:v>
                </c:pt>
                <c:pt idx="2564">
                  <c:v>42307</c:v>
                </c:pt>
                <c:pt idx="2565">
                  <c:v>42310</c:v>
                </c:pt>
                <c:pt idx="2566">
                  <c:v>42311</c:v>
                </c:pt>
                <c:pt idx="2567">
                  <c:v>42312</c:v>
                </c:pt>
                <c:pt idx="2568">
                  <c:v>42313</c:v>
                </c:pt>
                <c:pt idx="2569">
                  <c:v>42314</c:v>
                </c:pt>
                <c:pt idx="2570">
                  <c:v>42317</c:v>
                </c:pt>
                <c:pt idx="2571">
                  <c:v>42318</c:v>
                </c:pt>
                <c:pt idx="2572">
                  <c:v>42319</c:v>
                </c:pt>
                <c:pt idx="2573">
                  <c:v>42320</c:v>
                </c:pt>
                <c:pt idx="2574">
                  <c:v>42321</c:v>
                </c:pt>
                <c:pt idx="2575">
                  <c:v>42324</c:v>
                </c:pt>
                <c:pt idx="2576">
                  <c:v>42325</c:v>
                </c:pt>
                <c:pt idx="2577">
                  <c:v>42326</c:v>
                </c:pt>
                <c:pt idx="2578">
                  <c:v>42327</c:v>
                </c:pt>
                <c:pt idx="2579">
                  <c:v>42328</c:v>
                </c:pt>
                <c:pt idx="2580">
                  <c:v>42331</c:v>
                </c:pt>
                <c:pt idx="2581">
                  <c:v>42332</c:v>
                </c:pt>
                <c:pt idx="2582">
                  <c:v>42333</c:v>
                </c:pt>
                <c:pt idx="2583">
                  <c:v>42334</c:v>
                </c:pt>
                <c:pt idx="2584">
                  <c:v>42335</c:v>
                </c:pt>
                <c:pt idx="2585">
                  <c:v>42338</c:v>
                </c:pt>
                <c:pt idx="2586">
                  <c:v>42339</c:v>
                </c:pt>
                <c:pt idx="2587">
                  <c:v>42340</c:v>
                </c:pt>
                <c:pt idx="2588">
                  <c:v>42341</c:v>
                </c:pt>
                <c:pt idx="2589">
                  <c:v>42342</c:v>
                </c:pt>
                <c:pt idx="2590">
                  <c:v>42345</c:v>
                </c:pt>
                <c:pt idx="2591">
                  <c:v>42346</c:v>
                </c:pt>
                <c:pt idx="2592">
                  <c:v>42347</c:v>
                </c:pt>
                <c:pt idx="2593">
                  <c:v>42348</c:v>
                </c:pt>
                <c:pt idx="2594">
                  <c:v>42349</c:v>
                </c:pt>
                <c:pt idx="2595">
                  <c:v>42352</c:v>
                </c:pt>
                <c:pt idx="2596">
                  <c:v>42353</c:v>
                </c:pt>
                <c:pt idx="2597">
                  <c:v>42354</c:v>
                </c:pt>
                <c:pt idx="2598">
                  <c:v>42355</c:v>
                </c:pt>
                <c:pt idx="2599">
                  <c:v>42356</c:v>
                </c:pt>
                <c:pt idx="2600">
                  <c:v>42359</c:v>
                </c:pt>
                <c:pt idx="2601">
                  <c:v>42360</c:v>
                </c:pt>
                <c:pt idx="2602">
                  <c:v>42361</c:v>
                </c:pt>
                <c:pt idx="2603">
                  <c:v>42362</c:v>
                </c:pt>
                <c:pt idx="2604">
                  <c:v>42363</c:v>
                </c:pt>
                <c:pt idx="2605">
                  <c:v>42366</c:v>
                </c:pt>
                <c:pt idx="2606">
                  <c:v>42367</c:v>
                </c:pt>
                <c:pt idx="2607">
                  <c:v>42368</c:v>
                </c:pt>
                <c:pt idx="2608">
                  <c:v>42369</c:v>
                </c:pt>
                <c:pt idx="2609">
                  <c:v>42370</c:v>
                </c:pt>
                <c:pt idx="2610">
                  <c:v>42373</c:v>
                </c:pt>
                <c:pt idx="2611">
                  <c:v>42374</c:v>
                </c:pt>
                <c:pt idx="2612">
                  <c:v>42375</c:v>
                </c:pt>
                <c:pt idx="2613">
                  <c:v>42376</c:v>
                </c:pt>
                <c:pt idx="2614">
                  <c:v>42377</c:v>
                </c:pt>
                <c:pt idx="2615">
                  <c:v>42380</c:v>
                </c:pt>
                <c:pt idx="2616">
                  <c:v>42381</c:v>
                </c:pt>
                <c:pt idx="2617">
                  <c:v>42382</c:v>
                </c:pt>
                <c:pt idx="2618">
                  <c:v>42383</c:v>
                </c:pt>
                <c:pt idx="2619">
                  <c:v>42384</c:v>
                </c:pt>
                <c:pt idx="2620">
                  <c:v>42387</c:v>
                </c:pt>
                <c:pt idx="2621">
                  <c:v>42388</c:v>
                </c:pt>
                <c:pt idx="2622">
                  <c:v>42389</c:v>
                </c:pt>
                <c:pt idx="2623">
                  <c:v>42390</c:v>
                </c:pt>
                <c:pt idx="2624">
                  <c:v>42391</c:v>
                </c:pt>
                <c:pt idx="2625">
                  <c:v>42394</c:v>
                </c:pt>
                <c:pt idx="2626">
                  <c:v>42395</c:v>
                </c:pt>
                <c:pt idx="2627">
                  <c:v>42396</c:v>
                </c:pt>
                <c:pt idx="2628">
                  <c:v>42397</c:v>
                </c:pt>
                <c:pt idx="2629">
                  <c:v>42398</c:v>
                </c:pt>
                <c:pt idx="2630">
                  <c:v>42401</c:v>
                </c:pt>
                <c:pt idx="2631">
                  <c:v>42402</c:v>
                </c:pt>
                <c:pt idx="2632">
                  <c:v>42403</c:v>
                </c:pt>
                <c:pt idx="2633">
                  <c:v>42404</c:v>
                </c:pt>
                <c:pt idx="2634">
                  <c:v>42405</c:v>
                </c:pt>
                <c:pt idx="2635">
                  <c:v>42408</c:v>
                </c:pt>
                <c:pt idx="2636">
                  <c:v>42409</c:v>
                </c:pt>
                <c:pt idx="2637">
                  <c:v>42410</c:v>
                </c:pt>
                <c:pt idx="2638">
                  <c:v>42411</c:v>
                </c:pt>
                <c:pt idx="2639">
                  <c:v>42412</c:v>
                </c:pt>
                <c:pt idx="2640">
                  <c:v>42415</c:v>
                </c:pt>
                <c:pt idx="2641">
                  <c:v>42416</c:v>
                </c:pt>
                <c:pt idx="2642">
                  <c:v>42417</c:v>
                </c:pt>
                <c:pt idx="2643">
                  <c:v>42418</c:v>
                </c:pt>
                <c:pt idx="2644">
                  <c:v>42419</c:v>
                </c:pt>
                <c:pt idx="2645">
                  <c:v>42422</c:v>
                </c:pt>
                <c:pt idx="2646">
                  <c:v>42423</c:v>
                </c:pt>
                <c:pt idx="2647">
                  <c:v>42424</c:v>
                </c:pt>
                <c:pt idx="2648">
                  <c:v>42425</c:v>
                </c:pt>
                <c:pt idx="2649">
                  <c:v>42426</c:v>
                </c:pt>
                <c:pt idx="2650">
                  <c:v>42429</c:v>
                </c:pt>
                <c:pt idx="2651">
                  <c:v>42430</c:v>
                </c:pt>
                <c:pt idx="2652">
                  <c:v>42431</c:v>
                </c:pt>
                <c:pt idx="2653">
                  <c:v>42432</c:v>
                </c:pt>
                <c:pt idx="2654">
                  <c:v>42433</c:v>
                </c:pt>
                <c:pt idx="2655">
                  <c:v>42436</c:v>
                </c:pt>
                <c:pt idx="2656">
                  <c:v>42437</c:v>
                </c:pt>
                <c:pt idx="2657">
                  <c:v>42438</c:v>
                </c:pt>
                <c:pt idx="2658">
                  <c:v>42439</c:v>
                </c:pt>
                <c:pt idx="2659">
                  <c:v>42440</c:v>
                </c:pt>
                <c:pt idx="2660">
                  <c:v>42443</c:v>
                </c:pt>
                <c:pt idx="2661">
                  <c:v>42444</c:v>
                </c:pt>
                <c:pt idx="2662">
                  <c:v>42445</c:v>
                </c:pt>
                <c:pt idx="2663">
                  <c:v>42446</c:v>
                </c:pt>
                <c:pt idx="2664">
                  <c:v>42447</c:v>
                </c:pt>
                <c:pt idx="2665">
                  <c:v>42450</c:v>
                </c:pt>
                <c:pt idx="2666">
                  <c:v>42451</c:v>
                </c:pt>
                <c:pt idx="2667">
                  <c:v>42452</c:v>
                </c:pt>
                <c:pt idx="2668">
                  <c:v>42453</c:v>
                </c:pt>
                <c:pt idx="2669">
                  <c:v>42454</c:v>
                </c:pt>
                <c:pt idx="2670">
                  <c:v>42457</c:v>
                </c:pt>
                <c:pt idx="2671">
                  <c:v>42458</c:v>
                </c:pt>
                <c:pt idx="2672">
                  <c:v>42459</c:v>
                </c:pt>
                <c:pt idx="2673">
                  <c:v>42460</c:v>
                </c:pt>
                <c:pt idx="2674">
                  <c:v>42461</c:v>
                </c:pt>
                <c:pt idx="2675">
                  <c:v>42464</c:v>
                </c:pt>
                <c:pt idx="2676">
                  <c:v>42465</c:v>
                </c:pt>
                <c:pt idx="2677">
                  <c:v>42466</c:v>
                </c:pt>
                <c:pt idx="2678">
                  <c:v>42467</c:v>
                </c:pt>
                <c:pt idx="2679">
                  <c:v>42468</c:v>
                </c:pt>
                <c:pt idx="2680">
                  <c:v>42471</c:v>
                </c:pt>
                <c:pt idx="2681">
                  <c:v>42472</c:v>
                </c:pt>
                <c:pt idx="2682">
                  <c:v>42473</c:v>
                </c:pt>
                <c:pt idx="2683">
                  <c:v>42474</c:v>
                </c:pt>
                <c:pt idx="2684">
                  <c:v>42475</c:v>
                </c:pt>
                <c:pt idx="2685">
                  <c:v>42478</c:v>
                </c:pt>
                <c:pt idx="2686">
                  <c:v>42479</c:v>
                </c:pt>
                <c:pt idx="2687">
                  <c:v>42480</c:v>
                </c:pt>
                <c:pt idx="2688">
                  <c:v>42481</c:v>
                </c:pt>
                <c:pt idx="2689">
                  <c:v>42482</c:v>
                </c:pt>
                <c:pt idx="2690">
                  <c:v>42485</c:v>
                </c:pt>
                <c:pt idx="2691">
                  <c:v>42486</c:v>
                </c:pt>
                <c:pt idx="2692">
                  <c:v>42487</c:v>
                </c:pt>
                <c:pt idx="2693">
                  <c:v>42488</c:v>
                </c:pt>
                <c:pt idx="2694">
                  <c:v>42489</c:v>
                </c:pt>
                <c:pt idx="2695">
                  <c:v>42492</c:v>
                </c:pt>
                <c:pt idx="2696">
                  <c:v>42493</c:v>
                </c:pt>
                <c:pt idx="2697">
                  <c:v>42494</c:v>
                </c:pt>
                <c:pt idx="2698">
                  <c:v>42495</c:v>
                </c:pt>
                <c:pt idx="2699">
                  <c:v>42496</c:v>
                </c:pt>
                <c:pt idx="2700">
                  <c:v>42499</c:v>
                </c:pt>
                <c:pt idx="2701">
                  <c:v>42500</c:v>
                </c:pt>
                <c:pt idx="2702">
                  <c:v>42501</c:v>
                </c:pt>
                <c:pt idx="2703">
                  <c:v>42502</c:v>
                </c:pt>
                <c:pt idx="2704">
                  <c:v>42503</c:v>
                </c:pt>
                <c:pt idx="2705">
                  <c:v>42506</c:v>
                </c:pt>
                <c:pt idx="2706">
                  <c:v>42507</c:v>
                </c:pt>
                <c:pt idx="2707">
                  <c:v>42508</c:v>
                </c:pt>
                <c:pt idx="2708">
                  <c:v>42509</c:v>
                </c:pt>
                <c:pt idx="2709">
                  <c:v>42510</c:v>
                </c:pt>
                <c:pt idx="2710">
                  <c:v>42513</c:v>
                </c:pt>
                <c:pt idx="2711">
                  <c:v>42514</c:v>
                </c:pt>
                <c:pt idx="2712">
                  <c:v>42515</c:v>
                </c:pt>
                <c:pt idx="2713">
                  <c:v>42516</c:v>
                </c:pt>
                <c:pt idx="2714">
                  <c:v>42517</c:v>
                </c:pt>
                <c:pt idx="2715">
                  <c:v>42520</c:v>
                </c:pt>
                <c:pt idx="2716">
                  <c:v>42521</c:v>
                </c:pt>
                <c:pt idx="2717">
                  <c:v>42522</c:v>
                </c:pt>
                <c:pt idx="2718">
                  <c:v>42523</c:v>
                </c:pt>
                <c:pt idx="2719">
                  <c:v>42524</c:v>
                </c:pt>
                <c:pt idx="2720">
                  <c:v>42527</c:v>
                </c:pt>
                <c:pt idx="2721">
                  <c:v>42528</c:v>
                </c:pt>
                <c:pt idx="2722">
                  <c:v>42529</c:v>
                </c:pt>
                <c:pt idx="2723">
                  <c:v>42530</c:v>
                </c:pt>
                <c:pt idx="2724">
                  <c:v>42531</c:v>
                </c:pt>
                <c:pt idx="2725">
                  <c:v>42534</c:v>
                </c:pt>
                <c:pt idx="2726">
                  <c:v>42535</c:v>
                </c:pt>
                <c:pt idx="2727">
                  <c:v>42536</c:v>
                </c:pt>
                <c:pt idx="2728">
                  <c:v>42537</c:v>
                </c:pt>
                <c:pt idx="2729">
                  <c:v>42538</c:v>
                </c:pt>
                <c:pt idx="2730">
                  <c:v>42541</c:v>
                </c:pt>
                <c:pt idx="2731">
                  <c:v>42542</c:v>
                </c:pt>
                <c:pt idx="2732">
                  <c:v>42543</c:v>
                </c:pt>
                <c:pt idx="2733">
                  <c:v>42544</c:v>
                </c:pt>
                <c:pt idx="2734">
                  <c:v>42545</c:v>
                </c:pt>
                <c:pt idx="2735">
                  <c:v>42548</c:v>
                </c:pt>
                <c:pt idx="2736">
                  <c:v>42549</c:v>
                </c:pt>
                <c:pt idx="2737">
                  <c:v>42550</c:v>
                </c:pt>
                <c:pt idx="2738">
                  <c:v>42551</c:v>
                </c:pt>
                <c:pt idx="2739">
                  <c:v>42552</c:v>
                </c:pt>
                <c:pt idx="2740">
                  <c:v>42555</c:v>
                </c:pt>
                <c:pt idx="2741">
                  <c:v>42556</c:v>
                </c:pt>
                <c:pt idx="2742">
                  <c:v>42557</c:v>
                </c:pt>
                <c:pt idx="2743">
                  <c:v>42558</c:v>
                </c:pt>
                <c:pt idx="2744">
                  <c:v>42559</c:v>
                </c:pt>
                <c:pt idx="2745">
                  <c:v>42562</c:v>
                </c:pt>
                <c:pt idx="2746">
                  <c:v>42563</c:v>
                </c:pt>
                <c:pt idx="2747">
                  <c:v>42564</c:v>
                </c:pt>
                <c:pt idx="2748">
                  <c:v>42565</c:v>
                </c:pt>
                <c:pt idx="2749">
                  <c:v>42566</c:v>
                </c:pt>
                <c:pt idx="2750">
                  <c:v>42569</c:v>
                </c:pt>
                <c:pt idx="2751">
                  <c:v>42570</c:v>
                </c:pt>
                <c:pt idx="2752">
                  <c:v>42571</c:v>
                </c:pt>
                <c:pt idx="2753">
                  <c:v>42572</c:v>
                </c:pt>
                <c:pt idx="2754">
                  <c:v>42573</c:v>
                </c:pt>
                <c:pt idx="2755">
                  <c:v>42576</c:v>
                </c:pt>
                <c:pt idx="2756">
                  <c:v>42577</c:v>
                </c:pt>
                <c:pt idx="2757">
                  <c:v>42578</c:v>
                </c:pt>
                <c:pt idx="2758">
                  <c:v>42579</c:v>
                </c:pt>
                <c:pt idx="2759">
                  <c:v>42580</c:v>
                </c:pt>
                <c:pt idx="2760">
                  <c:v>42583</c:v>
                </c:pt>
                <c:pt idx="2761">
                  <c:v>42584</c:v>
                </c:pt>
                <c:pt idx="2762">
                  <c:v>42585</c:v>
                </c:pt>
                <c:pt idx="2763">
                  <c:v>42586</c:v>
                </c:pt>
                <c:pt idx="2764">
                  <c:v>42587</c:v>
                </c:pt>
                <c:pt idx="2765">
                  <c:v>42590</c:v>
                </c:pt>
                <c:pt idx="2766">
                  <c:v>42591</c:v>
                </c:pt>
                <c:pt idx="2767">
                  <c:v>42592</c:v>
                </c:pt>
                <c:pt idx="2768">
                  <c:v>42593</c:v>
                </c:pt>
                <c:pt idx="2769">
                  <c:v>42594</c:v>
                </c:pt>
                <c:pt idx="2770">
                  <c:v>42597</c:v>
                </c:pt>
                <c:pt idx="2771">
                  <c:v>42598</c:v>
                </c:pt>
                <c:pt idx="2772">
                  <c:v>42599</c:v>
                </c:pt>
                <c:pt idx="2773">
                  <c:v>42600</c:v>
                </c:pt>
                <c:pt idx="2774">
                  <c:v>42601</c:v>
                </c:pt>
                <c:pt idx="2775">
                  <c:v>42604</c:v>
                </c:pt>
                <c:pt idx="2776">
                  <c:v>42605</c:v>
                </c:pt>
                <c:pt idx="2777">
                  <c:v>42606</c:v>
                </c:pt>
                <c:pt idx="2778">
                  <c:v>42607</c:v>
                </c:pt>
                <c:pt idx="2779">
                  <c:v>42608</c:v>
                </c:pt>
                <c:pt idx="2780">
                  <c:v>42611</c:v>
                </c:pt>
                <c:pt idx="2781">
                  <c:v>42612</c:v>
                </c:pt>
                <c:pt idx="2782">
                  <c:v>42613</c:v>
                </c:pt>
                <c:pt idx="2783">
                  <c:v>42614</c:v>
                </c:pt>
                <c:pt idx="2784">
                  <c:v>42615</c:v>
                </c:pt>
                <c:pt idx="2785">
                  <c:v>42618</c:v>
                </c:pt>
                <c:pt idx="2786">
                  <c:v>42619</c:v>
                </c:pt>
                <c:pt idx="2787">
                  <c:v>42620</c:v>
                </c:pt>
                <c:pt idx="2788">
                  <c:v>42621</c:v>
                </c:pt>
                <c:pt idx="2789">
                  <c:v>42622</c:v>
                </c:pt>
                <c:pt idx="2790">
                  <c:v>42625</c:v>
                </c:pt>
                <c:pt idx="2791">
                  <c:v>42626</c:v>
                </c:pt>
                <c:pt idx="2792">
                  <c:v>42627</c:v>
                </c:pt>
                <c:pt idx="2793">
                  <c:v>42628</c:v>
                </c:pt>
                <c:pt idx="2794">
                  <c:v>42629</c:v>
                </c:pt>
                <c:pt idx="2795">
                  <c:v>42632</c:v>
                </c:pt>
                <c:pt idx="2796">
                  <c:v>42633</c:v>
                </c:pt>
                <c:pt idx="2797">
                  <c:v>42634</c:v>
                </c:pt>
                <c:pt idx="2798">
                  <c:v>42635</c:v>
                </c:pt>
                <c:pt idx="2799">
                  <c:v>42636</c:v>
                </c:pt>
                <c:pt idx="2800">
                  <c:v>42639</c:v>
                </c:pt>
                <c:pt idx="2801">
                  <c:v>42640</c:v>
                </c:pt>
                <c:pt idx="2802">
                  <c:v>42641</c:v>
                </c:pt>
                <c:pt idx="2803">
                  <c:v>42642</c:v>
                </c:pt>
                <c:pt idx="2804">
                  <c:v>42643</c:v>
                </c:pt>
                <c:pt idx="2805">
                  <c:v>42646</c:v>
                </c:pt>
                <c:pt idx="2806">
                  <c:v>42647</c:v>
                </c:pt>
                <c:pt idx="2807">
                  <c:v>42648</c:v>
                </c:pt>
                <c:pt idx="2808">
                  <c:v>42649</c:v>
                </c:pt>
                <c:pt idx="2809">
                  <c:v>42650</c:v>
                </c:pt>
                <c:pt idx="2810">
                  <c:v>42653</c:v>
                </c:pt>
                <c:pt idx="2811">
                  <c:v>42654</c:v>
                </c:pt>
                <c:pt idx="2812">
                  <c:v>42655</c:v>
                </c:pt>
                <c:pt idx="2813">
                  <c:v>42656</c:v>
                </c:pt>
                <c:pt idx="2814">
                  <c:v>42657</c:v>
                </c:pt>
                <c:pt idx="2815">
                  <c:v>42660</c:v>
                </c:pt>
                <c:pt idx="2816">
                  <c:v>42661</c:v>
                </c:pt>
                <c:pt idx="2817">
                  <c:v>42662</c:v>
                </c:pt>
                <c:pt idx="2818">
                  <c:v>42663</c:v>
                </c:pt>
                <c:pt idx="2819">
                  <c:v>42664</c:v>
                </c:pt>
                <c:pt idx="2820">
                  <c:v>42667</c:v>
                </c:pt>
                <c:pt idx="2821">
                  <c:v>42668</c:v>
                </c:pt>
                <c:pt idx="2822">
                  <c:v>42669</c:v>
                </c:pt>
                <c:pt idx="2823">
                  <c:v>42670</c:v>
                </c:pt>
                <c:pt idx="2824">
                  <c:v>42671</c:v>
                </c:pt>
                <c:pt idx="2825">
                  <c:v>42674</c:v>
                </c:pt>
                <c:pt idx="2826">
                  <c:v>42675</c:v>
                </c:pt>
                <c:pt idx="2827">
                  <c:v>42676</c:v>
                </c:pt>
                <c:pt idx="2828">
                  <c:v>42677</c:v>
                </c:pt>
                <c:pt idx="2829">
                  <c:v>42678</c:v>
                </c:pt>
                <c:pt idx="2830">
                  <c:v>42681</c:v>
                </c:pt>
                <c:pt idx="2831">
                  <c:v>42682</c:v>
                </c:pt>
                <c:pt idx="2832">
                  <c:v>42683</c:v>
                </c:pt>
                <c:pt idx="2833">
                  <c:v>42684</c:v>
                </c:pt>
                <c:pt idx="2834">
                  <c:v>42685</c:v>
                </c:pt>
                <c:pt idx="2835">
                  <c:v>42688</c:v>
                </c:pt>
                <c:pt idx="2836">
                  <c:v>42689</c:v>
                </c:pt>
                <c:pt idx="2837">
                  <c:v>42690</c:v>
                </c:pt>
                <c:pt idx="2838">
                  <c:v>42691</c:v>
                </c:pt>
                <c:pt idx="2839">
                  <c:v>42692</c:v>
                </c:pt>
                <c:pt idx="2840">
                  <c:v>42695</c:v>
                </c:pt>
                <c:pt idx="2841">
                  <c:v>42696</c:v>
                </c:pt>
                <c:pt idx="2842">
                  <c:v>42697</c:v>
                </c:pt>
                <c:pt idx="2843">
                  <c:v>42698</c:v>
                </c:pt>
                <c:pt idx="2844">
                  <c:v>42699</c:v>
                </c:pt>
                <c:pt idx="2845">
                  <c:v>42702</c:v>
                </c:pt>
                <c:pt idx="2846">
                  <c:v>42703</c:v>
                </c:pt>
                <c:pt idx="2847">
                  <c:v>42704</c:v>
                </c:pt>
                <c:pt idx="2848">
                  <c:v>42705</c:v>
                </c:pt>
                <c:pt idx="2849">
                  <c:v>42706</c:v>
                </c:pt>
                <c:pt idx="2850">
                  <c:v>42709</c:v>
                </c:pt>
                <c:pt idx="2851">
                  <c:v>42710</c:v>
                </c:pt>
                <c:pt idx="2852">
                  <c:v>42711</c:v>
                </c:pt>
                <c:pt idx="2853">
                  <c:v>42712</c:v>
                </c:pt>
                <c:pt idx="2854">
                  <c:v>42713</c:v>
                </c:pt>
                <c:pt idx="2855">
                  <c:v>42716</c:v>
                </c:pt>
                <c:pt idx="2856">
                  <c:v>42717</c:v>
                </c:pt>
                <c:pt idx="2857">
                  <c:v>42718</c:v>
                </c:pt>
                <c:pt idx="2858">
                  <c:v>42719</c:v>
                </c:pt>
                <c:pt idx="2859">
                  <c:v>42720</c:v>
                </c:pt>
                <c:pt idx="2860">
                  <c:v>42723</c:v>
                </c:pt>
                <c:pt idx="2861">
                  <c:v>42724</c:v>
                </c:pt>
                <c:pt idx="2862">
                  <c:v>42725</c:v>
                </c:pt>
                <c:pt idx="2863">
                  <c:v>42726</c:v>
                </c:pt>
                <c:pt idx="2864">
                  <c:v>42727</c:v>
                </c:pt>
                <c:pt idx="2865">
                  <c:v>42730</c:v>
                </c:pt>
                <c:pt idx="2866">
                  <c:v>42731</c:v>
                </c:pt>
                <c:pt idx="2867">
                  <c:v>42732</c:v>
                </c:pt>
                <c:pt idx="2868">
                  <c:v>42733</c:v>
                </c:pt>
                <c:pt idx="2869">
                  <c:v>42734</c:v>
                </c:pt>
                <c:pt idx="2870">
                  <c:v>42737</c:v>
                </c:pt>
                <c:pt idx="2871">
                  <c:v>42738</c:v>
                </c:pt>
                <c:pt idx="2872">
                  <c:v>42739</c:v>
                </c:pt>
                <c:pt idx="2873">
                  <c:v>42740</c:v>
                </c:pt>
                <c:pt idx="2874">
                  <c:v>42741</c:v>
                </c:pt>
                <c:pt idx="2875">
                  <c:v>42744</c:v>
                </c:pt>
                <c:pt idx="2876">
                  <c:v>42745</c:v>
                </c:pt>
                <c:pt idx="2877">
                  <c:v>42746</c:v>
                </c:pt>
                <c:pt idx="2878">
                  <c:v>42747</c:v>
                </c:pt>
                <c:pt idx="2879">
                  <c:v>42748</c:v>
                </c:pt>
                <c:pt idx="2880">
                  <c:v>42751</c:v>
                </c:pt>
                <c:pt idx="2881">
                  <c:v>42752</c:v>
                </c:pt>
                <c:pt idx="2882">
                  <c:v>42753</c:v>
                </c:pt>
                <c:pt idx="2883">
                  <c:v>42754</c:v>
                </c:pt>
                <c:pt idx="2884">
                  <c:v>42755</c:v>
                </c:pt>
                <c:pt idx="2885">
                  <c:v>42758</c:v>
                </c:pt>
                <c:pt idx="2886">
                  <c:v>42759</c:v>
                </c:pt>
                <c:pt idx="2887">
                  <c:v>42760</c:v>
                </c:pt>
                <c:pt idx="2888">
                  <c:v>42761</c:v>
                </c:pt>
                <c:pt idx="2889">
                  <c:v>42762</c:v>
                </c:pt>
                <c:pt idx="2890">
                  <c:v>42765</c:v>
                </c:pt>
                <c:pt idx="2891">
                  <c:v>42766</c:v>
                </c:pt>
                <c:pt idx="2892">
                  <c:v>42767</c:v>
                </c:pt>
                <c:pt idx="2893">
                  <c:v>42768</c:v>
                </c:pt>
                <c:pt idx="2894">
                  <c:v>42769</c:v>
                </c:pt>
                <c:pt idx="2895">
                  <c:v>42772</c:v>
                </c:pt>
                <c:pt idx="2896">
                  <c:v>42773</c:v>
                </c:pt>
                <c:pt idx="2897">
                  <c:v>42774</c:v>
                </c:pt>
                <c:pt idx="2898">
                  <c:v>42775</c:v>
                </c:pt>
                <c:pt idx="2899">
                  <c:v>42776</c:v>
                </c:pt>
                <c:pt idx="2900">
                  <c:v>42779</c:v>
                </c:pt>
                <c:pt idx="2901">
                  <c:v>42780</c:v>
                </c:pt>
                <c:pt idx="2902">
                  <c:v>42781</c:v>
                </c:pt>
                <c:pt idx="2903">
                  <c:v>42782</c:v>
                </c:pt>
                <c:pt idx="2904">
                  <c:v>42783</c:v>
                </c:pt>
                <c:pt idx="2905">
                  <c:v>42786</c:v>
                </c:pt>
                <c:pt idx="2906">
                  <c:v>42787</c:v>
                </c:pt>
                <c:pt idx="2907">
                  <c:v>42788</c:v>
                </c:pt>
                <c:pt idx="2908">
                  <c:v>42789</c:v>
                </c:pt>
                <c:pt idx="2909">
                  <c:v>42790</c:v>
                </c:pt>
                <c:pt idx="2910">
                  <c:v>42793</c:v>
                </c:pt>
                <c:pt idx="2911">
                  <c:v>42794</c:v>
                </c:pt>
                <c:pt idx="2912">
                  <c:v>42795</c:v>
                </c:pt>
                <c:pt idx="2913">
                  <c:v>42796</c:v>
                </c:pt>
                <c:pt idx="2914">
                  <c:v>42797</c:v>
                </c:pt>
                <c:pt idx="2915">
                  <c:v>42800</c:v>
                </c:pt>
                <c:pt idx="2916">
                  <c:v>42801</c:v>
                </c:pt>
                <c:pt idx="2917">
                  <c:v>42802</c:v>
                </c:pt>
                <c:pt idx="2918">
                  <c:v>42803</c:v>
                </c:pt>
                <c:pt idx="2919">
                  <c:v>42804</c:v>
                </c:pt>
                <c:pt idx="2920">
                  <c:v>42807</c:v>
                </c:pt>
                <c:pt idx="2921">
                  <c:v>42808</c:v>
                </c:pt>
                <c:pt idx="2922">
                  <c:v>42809</c:v>
                </c:pt>
                <c:pt idx="2923">
                  <c:v>42810</c:v>
                </c:pt>
                <c:pt idx="2924">
                  <c:v>42811</c:v>
                </c:pt>
                <c:pt idx="2925">
                  <c:v>42814</c:v>
                </c:pt>
                <c:pt idx="2926">
                  <c:v>42815</c:v>
                </c:pt>
                <c:pt idx="2927">
                  <c:v>42816</c:v>
                </c:pt>
                <c:pt idx="2928">
                  <c:v>42817</c:v>
                </c:pt>
                <c:pt idx="2929">
                  <c:v>42818</c:v>
                </c:pt>
                <c:pt idx="2930">
                  <c:v>42821</c:v>
                </c:pt>
                <c:pt idx="2931">
                  <c:v>42822</c:v>
                </c:pt>
                <c:pt idx="2932">
                  <c:v>42823</c:v>
                </c:pt>
                <c:pt idx="2933">
                  <c:v>42824</c:v>
                </c:pt>
                <c:pt idx="2934">
                  <c:v>42825</c:v>
                </c:pt>
                <c:pt idx="2935">
                  <c:v>42828</c:v>
                </c:pt>
                <c:pt idx="2936">
                  <c:v>42829</c:v>
                </c:pt>
                <c:pt idx="2937">
                  <c:v>42830</c:v>
                </c:pt>
                <c:pt idx="2938">
                  <c:v>42831</c:v>
                </c:pt>
                <c:pt idx="2939">
                  <c:v>42832</c:v>
                </c:pt>
                <c:pt idx="2940">
                  <c:v>42835</c:v>
                </c:pt>
                <c:pt idx="2941">
                  <c:v>42836</c:v>
                </c:pt>
                <c:pt idx="2942">
                  <c:v>42837</c:v>
                </c:pt>
                <c:pt idx="2943">
                  <c:v>42838</c:v>
                </c:pt>
                <c:pt idx="2944">
                  <c:v>42839</c:v>
                </c:pt>
                <c:pt idx="2945">
                  <c:v>42842</c:v>
                </c:pt>
                <c:pt idx="2946">
                  <c:v>42843</c:v>
                </c:pt>
                <c:pt idx="2947">
                  <c:v>42844</c:v>
                </c:pt>
                <c:pt idx="2948">
                  <c:v>42845</c:v>
                </c:pt>
                <c:pt idx="2949">
                  <c:v>42846</c:v>
                </c:pt>
                <c:pt idx="2950">
                  <c:v>42849</c:v>
                </c:pt>
                <c:pt idx="2951">
                  <c:v>42850</c:v>
                </c:pt>
                <c:pt idx="2952">
                  <c:v>42851</c:v>
                </c:pt>
                <c:pt idx="2953">
                  <c:v>42852</c:v>
                </c:pt>
                <c:pt idx="2954">
                  <c:v>42853</c:v>
                </c:pt>
                <c:pt idx="2955">
                  <c:v>42856</c:v>
                </c:pt>
                <c:pt idx="2956">
                  <c:v>42857</c:v>
                </c:pt>
                <c:pt idx="2957">
                  <c:v>42858</c:v>
                </c:pt>
                <c:pt idx="2958">
                  <c:v>42859</c:v>
                </c:pt>
                <c:pt idx="2959">
                  <c:v>42860</c:v>
                </c:pt>
                <c:pt idx="2960">
                  <c:v>42863</c:v>
                </c:pt>
                <c:pt idx="2961">
                  <c:v>42864</c:v>
                </c:pt>
                <c:pt idx="2962">
                  <c:v>42865</c:v>
                </c:pt>
                <c:pt idx="2963">
                  <c:v>42866</c:v>
                </c:pt>
                <c:pt idx="2964">
                  <c:v>42867</c:v>
                </c:pt>
                <c:pt idx="2965">
                  <c:v>42870</c:v>
                </c:pt>
                <c:pt idx="2966">
                  <c:v>42871</c:v>
                </c:pt>
                <c:pt idx="2967">
                  <c:v>42872</c:v>
                </c:pt>
                <c:pt idx="2968">
                  <c:v>42873</c:v>
                </c:pt>
                <c:pt idx="2969">
                  <c:v>42874</c:v>
                </c:pt>
                <c:pt idx="2970">
                  <c:v>42877</c:v>
                </c:pt>
                <c:pt idx="2971">
                  <c:v>42878</c:v>
                </c:pt>
                <c:pt idx="2972">
                  <c:v>42879</c:v>
                </c:pt>
                <c:pt idx="2973">
                  <c:v>42880</c:v>
                </c:pt>
                <c:pt idx="2974">
                  <c:v>42881</c:v>
                </c:pt>
                <c:pt idx="2975">
                  <c:v>42884</c:v>
                </c:pt>
                <c:pt idx="2976">
                  <c:v>42885</c:v>
                </c:pt>
                <c:pt idx="2977">
                  <c:v>42886</c:v>
                </c:pt>
                <c:pt idx="2978">
                  <c:v>42887</c:v>
                </c:pt>
                <c:pt idx="2979">
                  <c:v>42888</c:v>
                </c:pt>
                <c:pt idx="2980">
                  <c:v>42891</c:v>
                </c:pt>
                <c:pt idx="2981">
                  <c:v>42892</c:v>
                </c:pt>
                <c:pt idx="2982">
                  <c:v>42893</c:v>
                </c:pt>
                <c:pt idx="2983">
                  <c:v>42894</c:v>
                </c:pt>
                <c:pt idx="2984">
                  <c:v>42895</c:v>
                </c:pt>
                <c:pt idx="2985">
                  <c:v>42898</c:v>
                </c:pt>
                <c:pt idx="2986">
                  <c:v>42899</c:v>
                </c:pt>
                <c:pt idx="2987">
                  <c:v>42900</c:v>
                </c:pt>
                <c:pt idx="2988">
                  <c:v>42901</c:v>
                </c:pt>
                <c:pt idx="2989">
                  <c:v>42902</c:v>
                </c:pt>
                <c:pt idx="2990">
                  <c:v>42905</c:v>
                </c:pt>
                <c:pt idx="2991">
                  <c:v>42906</c:v>
                </c:pt>
                <c:pt idx="2992">
                  <c:v>42907</c:v>
                </c:pt>
                <c:pt idx="2993">
                  <c:v>42908</c:v>
                </c:pt>
                <c:pt idx="2994">
                  <c:v>42909</c:v>
                </c:pt>
                <c:pt idx="2995">
                  <c:v>42912</c:v>
                </c:pt>
                <c:pt idx="2996">
                  <c:v>42913</c:v>
                </c:pt>
                <c:pt idx="2997">
                  <c:v>42914</c:v>
                </c:pt>
                <c:pt idx="2998">
                  <c:v>42915</c:v>
                </c:pt>
                <c:pt idx="2999">
                  <c:v>42916</c:v>
                </c:pt>
                <c:pt idx="3000">
                  <c:v>42919</c:v>
                </c:pt>
                <c:pt idx="3001">
                  <c:v>42920</c:v>
                </c:pt>
                <c:pt idx="3002">
                  <c:v>42921</c:v>
                </c:pt>
                <c:pt idx="3003">
                  <c:v>42922</c:v>
                </c:pt>
                <c:pt idx="3004">
                  <c:v>42923</c:v>
                </c:pt>
                <c:pt idx="3005">
                  <c:v>42926</c:v>
                </c:pt>
                <c:pt idx="3006">
                  <c:v>42927</c:v>
                </c:pt>
                <c:pt idx="3007">
                  <c:v>42928</c:v>
                </c:pt>
                <c:pt idx="3008">
                  <c:v>42929</c:v>
                </c:pt>
                <c:pt idx="3009">
                  <c:v>42930</c:v>
                </c:pt>
                <c:pt idx="3010">
                  <c:v>42933</c:v>
                </c:pt>
                <c:pt idx="3011">
                  <c:v>42934</c:v>
                </c:pt>
                <c:pt idx="3012">
                  <c:v>42935</c:v>
                </c:pt>
                <c:pt idx="3013">
                  <c:v>42936</c:v>
                </c:pt>
                <c:pt idx="3014">
                  <c:v>42937</c:v>
                </c:pt>
                <c:pt idx="3015">
                  <c:v>42940</c:v>
                </c:pt>
                <c:pt idx="3016">
                  <c:v>42941</c:v>
                </c:pt>
                <c:pt idx="3017">
                  <c:v>42942</c:v>
                </c:pt>
                <c:pt idx="3018">
                  <c:v>42943</c:v>
                </c:pt>
                <c:pt idx="3019">
                  <c:v>42944</c:v>
                </c:pt>
                <c:pt idx="3020">
                  <c:v>42947</c:v>
                </c:pt>
                <c:pt idx="3021">
                  <c:v>42948</c:v>
                </c:pt>
                <c:pt idx="3022">
                  <c:v>42949</c:v>
                </c:pt>
                <c:pt idx="3023">
                  <c:v>42950</c:v>
                </c:pt>
                <c:pt idx="3024">
                  <c:v>42951</c:v>
                </c:pt>
                <c:pt idx="3025">
                  <c:v>42954</c:v>
                </c:pt>
                <c:pt idx="3026">
                  <c:v>42955</c:v>
                </c:pt>
                <c:pt idx="3027">
                  <c:v>42956</c:v>
                </c:pt>
                <c:pt idx="3028">
                  <c:v>42957</c:v>
                </c:pt>
                <c:pt idx="3029">
                  <c:v>42958</c:v>
                </c:pt>
                <c:pt idx="3030">
                  <c:v>42961</c:v>
                </c:pt>
                <c:pt idx="3031">
                  <c:v>42962</c:v>
                </c:pt>
                <c:pt idx="3032">
                  <c:v>42963</c:v>
                </c:pt>
                <c:pt idx="3033">
                  <c:v>42964</c:v>
                </c:pt>
                <c:pt idx="3034">
                  <c:v>42965</c:v>
                </c:pt>
                <c:pt idx="3035">
                  <c:v>42968</c:v>
                </c:pt>
                <c:pt idx="3036">
                  <c:v>42969</c:v>
                </c:pt>
                <c:pt idx="3037">
                  <c:v>42970</c:v>
                </c:pt>
                <c:pt idx="3038">
                  <c:v>42971</c:v>
                </c:pt>
                <c:pt idx="3039">
                  <c:v>42972</c:v>
                </c:pt>
                <c:pt idx="3040">
                  <c:v>42975</c:v>
                </c:pt>
                <c:pt idx="3041">
                  <c:v>42976</c:v>
                </c:pt>
                <c:pt idx="3042">
                  <c:v>42977</c:v>
                </c:pt>
                <c:pt idx="3043">
                  <c:v>42978</c:v>
                </c:pt>
                <c:pt idx="3044">
                  <c:v>42979</c:v>
                </c:pt>
                <c:pt idx="3045">
                  <c:v>42982</c:v>
                </c:pt>
                <c:pt idx="3046">
                  <c:v>42983</c:v>
                </c:pt>
                <c:pt idx="3047">
                  <c:v>42984</c:v>
                </c:pt>
                <c:pt idx="3048">
                  <c:v>42985</c:v>
                </c:pt>
                <c:pt idx="3049">
                  <c:v>42986</c:v>
                </c:pt>
                <c:pt idx="3050">
                  <c:v>42989</c:v>
                </c:pt>
                <c:pt idx="3051">
                  <c:v>42990</c:v>
                </c:pt>
                <c:pt idx="3052">
                  <c:v>42991</c:v>
                </c:pt>
                <c:pt idx="3053">
                  <c:v>42992</c:v>
                </c:pt>
                <c:pt idx="3054">
                  <c:v>42993</c:v>
                </c:pt>
                <c:pt idx="3055">
                  <c:v>42996</c:v>
                </c:pt>
                <c:pt idx="3056">
                  <c:v>42997</c:v>
                </c:pt>
                <c:pt idx="3057">
                  <c:v>42998</c:v>
                </c:pt>
                <c:pt idx="3058">
                  <c:v>42999</c:v>
                </c:pt>
                <c:pt idx="3059">
                  <c:v>43000</c:v>
                </c:pt>
                <c:pt idx="3060">
                  <c:v>43003</c:v>
                </c:pt>
                <c:pt idx="3061">
                  <c:v>43004</c:v>
                </c:pt>
                <c:pt idx="3062">
                  <c:v>43005</c:v>
                </c:pt>
                <c:pt idx="3063">
                  <c:v>43006</c:v>
                </c:pt>
                <c:pt idx="3064">
                  <c:v>43007</c:v>
                </c:pt>
                <c:pt idx="3065">
                  <c:v>43010</c:v>
                </c:pt>
                <c:pt idx="3066">
                  <c:v>43011</c:v>
                </c:pt>
                <c:pt idx="3067">
                  <c:v>43012</c:v>
                </c:pt>
                <c:pt idx="3068">
                  <c:v>43013</c:v>
                </c:pt>
                <c:pt idx="3069">
                  <c:v>43014</c:v>
                </c:pt>
                <c:pt idx="3070">
                  <c:v>43017</c:v>
                </c:pt>
                <c:pt idx="3071">
                  <c:v>43018</c:v>
                </c:pt>
                <c:pt idx="3072">
                  <c:v>43019</c:v>
                </c:pt>
                <c:pt idx="3073">
                  <c:v>43020</c:v>
                </c:pt>
                <c:pt idx="3074">
                  <c:v>43021</c:v>
                </c:pt>
                <c:pt idx="3075">
                  <c:v>43024</c:v>
                </c:pt>
                <c:pt idx="3076">
                  <c:v>43025</c:v>
                </c:pt>
                <c:pt idx="3077">
                  <c:v>43026</c:v>
                </c:pt>
                <c:pt idx="3078">
                  <c:v>43027</c:v>
                </c:pt>
                <c:pt idx="3079">
                  <c:v>43028</c:v>
                </c:pt>
                <c:pt idx="3080">
                  <c:v>43031</c:v>
                </c:pt>
                <c:pt idx="3081">
                  <c:v>43032</c:v>
                </c:pt>
                <c:pt idx="3082">
                  <c:v>43033</c:v>
                </c:pt>
                <c:pt idx="3083">
                  <c:v>43034</c:v>
                </c:pt>
                <c:pt idx="3084">
                  <c:v>43035</c:v>
                </c:pt>
                <c:pt idx="3085">
                  <c:v>43038</c:v>
                </c:pt>
                <c:pt idx="3086">
                  <c:v>43039</c:v>
                </c:pt>
                <c:pt idx="3087">
                  <c:v>43040</c:v>
                </c:pt>
                <c:pt idx="3088">
                  <c:v>43041</c:v>
                </c:pt>
                <c:pt idx="3089">
                  <c:v>43042</c:v>
                </c:pt>
                <c:pt idx="3090">
                  <c:v>43045</c:v>
                </c:pt>
                <c:pt idx="3091">
                  <c:v>43046</c:v>
                </c:pt>
                <c:pt idx="3092">
                  <c:v>43047</c:v>
                </c:pt>
                <c:pt idx="3093">
                  <c:v>43048</c:v>
                </c:pt>
                <c:pt idx="3094">
                  <c:v>43049</c:v>
                </c:pt>
                <c:pt idx="3095">
                  <c:v>43052</c:v>
                </c:pt>
                <c:pt idx="3096">
                  <c:v>43053</c:v>
                </c:pt>
                <c:pt idx="3097">
                  <c:v>43054</c:v>
                </c:pt>
                <c:pt idx="3098">
                  <c:v>43055</c:v>
                </c:pt>
                <c:pt idx="3099">
                  <c:v>43056</c:v>
                </c:pt>
                <c:pt idx="3100">
                  <c:v>43059</c:v>
                </c:pt>
                <c:pt idx="3101">
                  <c:v>43060</c:v>
                </c:pt>
                <c:pt idx="3102">
                  <c:v>43061</c:v>
                </c:pt>
                <c:pt idx="3103">
                  <c:v>43062</c:v>
                </c:pt>
                <c:pt idx="3104">
                  <c:v>43063</c:v>
                </c:pt>
                <c:pt idx="3105">
                  <c:v>43066</c:v>
                </c:pt>
                <c:pt idx="3106">
                  <c:v>43067</c:v>
                </c:pt>
                <c:pt idx="3107">
                  <c:v>43068</c:v>
                </c:pt>
                <c:pt idx="3108">
                  <c:v>43069</c:v>
                </c:pt>
                <c:pt idx="3109">
                  <c:v>43070</c:v>
                </c:pt>
                <c:pt idx="3110">
                  <c:v>43073</c:v>
                </c:pt>
                <c:pt idx="3111">
                  <c:v>43074</c:v>
                </c:pt>
                <c:pt idx="3112">
                  <c:v>43075</c:v>
                </c:pt>
                <c:pt idx="3113">
                  <c:v>43076</c:v>
                </c:pt>
                <c:pt idx="3114">
                  <c:v>43077</c:v>
                </c:pt>
                <c:pt idx="3115">
                  <c:v>43080</c:v>
                </c:pt>
                <c:pt idx="3116">
                  <c:v>43081</c:v>
                </c:pt>
                <c:pt idx="3117">
                  <c:v>43082</c:v>
                </c:pt>
                <c:pt idx="3118">
                  <c:v>43083</c:v>
                </c:pt>
                <c:pt idx="3119">
                  <c:v>43084</c:v>
                </c:pt>
                <c:pt idx="3120">
                  <c:v>43087</c:v>
                </c:pt>
                <c:pt idx="3121">
                  <c:v>43088</c:v>
                </c:pt>
                <c:pt idx="3122">
                  <c:v>43089</c:v>
                </c:pt>
                <c:pt idx="3123">
                  <c:v>43090</c:v>
                </c:pt>
                <c:pt idx="3124">
                  <c:v>43091</c:v>
                </c:pt>
                <c:pt idx="3125">
                  <c:v>43094</c:v>
                </c:pt>
                <c:pt idx="3126">
                  <c:v>43095</c:v>
                </c:pt>
                <c:pt idx="3127">
                  <c:v>43096</c:v>
                </c:pt>
                <c:pt idx="3128">
                  <c:v>43097</c:v>
                </c:pt>
                <c:pt idx="3129">
                  <c:v>43098</c:v>
                </c:pt>
                <c:pt idx="3130">
                  <c:v>43101</c:v>
                </c:pt>
                <c:pt idx="3131">
                  <c:v>43102</c:v>
                </c:pt>
                <c:pt idx="3132">
                  <c:v>43103</c:v>
                </c:pt>
                <c:pt idx="3133">
                  <c:v>43104</c:v>
                </c:pt>
                <c:pt idx="3134">
                  <c:v>43105</c:v>
                </c:pt>
                <c:pt idx="3135">
                  <c:v>43108</c:v>
                </c:pt>
                <c:pt idx="3136">
                  <c:v>43109</c:v>
                </c:pt>
                <c:pt idx="3137">
                  <c:v>43110</c:v>
                </c:pt>
                <c:pt idx="3138">
                  <c:v>43111</c:v>
                </c:pt>
                <c:pt idx="3139">
                  <c:v>43112</c:v>
                </c:pt>
                <c:pt idx="3140">
                  <c:v>43115</c:v>
                </c:pt>
                <c:pt idx="3141">
                  <c:v>43116</c:v>
                </c:pt>
                <c:pt idx="3142">
                  <c:v>43117</c:v>
                </c:pt>
                <c:pt idx="3143">
                  <c:v>43118</c:v>
                </c:pt>
                <c:pt idx="3144">
                  <c:v>43119</c:v>
                </c:pt>
                <c:pt idx="3145">
                  <c:v>43122</c:v>
                </c:pt>
                <c:pt idx="3146">
                  <c:v>43123</c:v>
                </c:pt>
                <c:pt idx="3147">
                  <c:v>43124</c:v>
                </c:pt>
                <c:pt idx="3148">
                  <c:v>43125</c:v>
                </c:pt>
                <c:pt idx="3149">
                  <c:v>43126</c:v>
                </c:pt>
                <c:pt idx="3150">
                  <c:v>43129</c:v>
                </c:pt>
                <c:pt idx="3151">
                  <c:v>43130</c:v>
                </c:pt>
                <c:pt idx="3152">
                  <c:v>43131</c:v>
                </c:pt>
                <c:pt idx="3153">
                  <c:v>43132</c:v>
                </c:pt>
                <c:pt idx="3154">
                  <c:v>43133</c:v>
                </c:pt>
                <c:pt idx="3155">
                  <c:v>43136</c:v>
                </c:pt>
                <c:pt idx="3156">
                  <c:v>43137</c:v>
                </c:pt>
                <c:pt idx="3157">
                  <c:v>43138</c:v>
                </c:pt>
                <c:pt idx="3158">
                  <c:v>43139</c:v>
                </c:pt>
                <c:pt idx="3159">
                  <c:v>43140</c:v>
                </c:pt>
                <c:pt idx="3160">
                  <c:v>43143</c:v>
                </c:pt>
                <c:pt idx="3161">
                  <c:v>43144</c:v>
                </c:pt>
                <c:pt idx="3162">
                  <c:v>43145</c:v>
                </c:pt>
                <c:pt idx="3163">
                  <c:v>43146</c:v>
                </c:pt>
                <c:pt idx="3164">
                  <c:v>43147</c:v>
                </c:pt>
                <c:pt idx="3165">
                  <c:v>43150</c:v>
                </c:pt>
                <c:pt idx="3166">
                  <c:v>43151</c:v>
                </c:pt>
                <c:pt idx="3167">
                  <c:v>43152</c:v>
                </c:pt>
                <c:pt idx="3168">
                  <c:v>43153</c:v>
                </c:pt>
                <c:pt idx="3169">
                  <c:v>43154</c:v>
                </c:pt>
                <c:pt idx="3170">
                  <c:v>43157</c:v>
                </c:pt>
                <c:pt idx="3171">
                  <c:v>43158</c:v>
                </c:pt>
                <c:pt idx="3172">
                  <c:v>43159</c:v>
                </c:pt>
                <c:pt idx="3173">
                  <c:v>43160</c:v>
                </c:pt>
                <c:pt idx="3174">
                  <c:v>43161</c:v>
                </c:pt>
                <c:pt idx="3175">
                  <c:v>43164</c:v>
                </c:pt>
                <c:pt idx="3176">
                  <c:v>43165</c:v>
                </c:pt>
                <c:pt idx="3177">
                  <c:v>43166</c:v>
                </c:pt>
                <c:pt idx="3178">
                  <c:v>43167</c:v>
                </c:pt>
                <c:pt idx="3179">
                  <c:v>43168</c:v>
                </c:pt>
                <c:pt idx="3180">
                  <c:v>43171</c:v>
                </c:pt>
                <c:pt idx="3181">
                  <c:v>43172</c:v>
                </c:pt>
                <c:pt idx="3182">
                  <c:v>43173</c:v>
                </c:pt>
                <c:pt idx="3183">
                  <c:v>43174</c:v>
                </c:pt>
                <c:pt idx="3184">
                  <c:v>43175</c:v>
                </c:pt>
                <c:pt idx="3185">
                  <c:v>43178</c:v>
                </c:pt>
                <c:pt idx="3186">
                  <c:v>43179</c:v>
                </c:pt>
                <c:pt idx="3187">
                  <c:v>43180</c:v>
                </c:pt>
                <c:pt idx="3188">
                  <c:v>43181</c:v>
                </c:pt>
                <c:pt idx="3189">
                  <c:v>43182</c:v>
                </c:pt>
                <c:pt idx="3190">
                  <c:v>43185</c:v>
                </c:pt>
                <c:pt idx="3191">
                  <c:v>43186</c:v>
                </c:pt>
                <c:pt idx="3192">
                  <c:v>43187</c:v>
                </c:pt>
                <c:pt idx="3193">
                  <c:v>43188</c:v>
                </c:pt>
                <c:pt idx="3194">
                  <c:v>43189</c:v>
                </c:pt>
                <c:pt idx="3195">
                  <c:v>43192</c:v>
                </c:pt>
                <c:pt idx="3196">
                  <c:v>43193</c:v>
                </c:pt>
                <c:pt idx="3197">
                  <c:v>43194</c:v>
                </c:pt>
                <c:pt idx="3198">
                  <c:v>43195</c:v>
                </c:pt>
                <c:pt idx="3199">
                  <c:v>43196</c:v>
                </c:pt>
                <c:pt idx="3200">
                  <c:v>43199</c:v>
                </c:pt>
                <c:pt idx="3201">
                  <c:v>43200</c:v>
                </c:pt>
                <c:pt idx="3202">
                  <c:v>43201</c:v>
                </c:pt>
                <c:pt idx="3203">
                  <c:v>43202</c:v>
                </c:pt>
                <c:pt idx="3204">
                  <c:v>43203</c:v>
                </c:pt>
                <c:pt idx="3205">
                  <c:v>43206</c:v>
                </c:pt>
                <c:pt idx="3206">
                  <c:v>43207</c:v>
                </c:pt>
                <c:pt idx="3207">
                  <c:v>43208</c:v>
                </c:pt>
                <c:pt idx="3208">
                  <c:v>43209</c:v>
                </c:pt>
                <c:pt idx="3209">
                  <c:v>43210</c:v>
                </c:pt>
                <c:pt idx="3210">
                  <c:v>43213</c:v>
                </c:pt>
                <c:pt idx="3211">
                  <c:v>43214</c:v>
                </c:pt>
                <c:pt idx="3212">
                  <c:v>43215</c:v>
                </c:pt>
                <c:pt idx="3213">
                  <c:v>43216</c:v>
                </c:pt>
                <c:pt idx="3214">
                  <c:v>43217</c:v>
                </c:pt>
                <c:pt idx="3215">
                  <c:v>43220</c:v>
                </c:pt>
                <c:pt idx="3216">
                  <c:v>43221</c:v>
                </c:pt>
                <c:pt idx="3217">
                  <c:v>43222</c:v>
                </c:pt>
                <c:pt idx="3218">
                  <c:v>43223</c:v>
                </c:pt>
                <c:pt idx="3219">
                  <c:v>43224</c:v>
                </c:pt>
                <c:pt idx="3220">
                  <c:v>43227</c:v>
                </c:pt>
                <c:pt idx="3221">
                  <c:v>43228</c:v>
                </c:pt>
                <c:pt idx="3222">
                  <c:v>43229</c:v>
                </c:pt>
                <c:pt idx="3223">
                  <c:v>43230</c:v>
                </c:pt>
                <c:pt idx="3224">
                  <c:v>43231</c:v>
                </c:pt>
                <c:pt idx="3225">
                  <c:v>43234</c:v>
                </c:pt>
                <c:pt idx="3226">
                  <c:v>43235</c:v>
                </c:pt>
                <c:pt idx="3227">
                  <c:v>43236</c:v>
                </c:pt>
                <c:pt idx="3228">
                  <c:v>43237</c:v>
                </c:pt>
                <c:pt idx="3229">
                  <c:v>43238</c:v>
                </c:pt>
                <c:pt idx="3230">
                  <c:v>43241</c:v>
                </c:pt>
                <c:pt idx="3231">
                  <c:v>43242</c:v>
                </c:pt>
                <c:pt idx="3232">
                  <c:v>43243</c:v>
                </c:pt>
                <c:pt idx="3233">
                  <c:v>43244</c:v>
                </c:pt>
                <c:pt idx="3234">
                  <c:v>43245</c:v>
                </c:pt>
                <c:pt idx="3235">
                  <c:v>43248</c:v>
                </c:pt>
                <c:pt idx="3236">
                  <c:v>43249</c:v>
                </c:pt>
                <c:pt idx="3237">
                  <c:v>43250</c:v>
                </c:pt>
                <c:pt idx="3238">
                  <c:v>43251</c:v>
                </c:pt>
                <c:pt idx="3239">
                  <c:v>43252</c:v>
                </c:pt>
                <c:pt idx="3240">
                  <c:v>43255</c:v>
                </c:pt>
                <c:pt idx="3241">
                  <c:v>43256</c:v>
                </c:pt>
                <c:pt idx="3242">
                  <c:v>43257</c:v>
                </c:pt>
                <c:pt idx="3243">
                  <c:v>43258</c:v>
                </c:pt>
                <c:pt idx="3244">
                  <c:v>43259</c:v>
                </c:pt>
                <c:pt idx="3245">
                  <c:v>43262</c:v>
                </c:pt>
                <c:pt idx="3246">
                  <c:v>43263</c:v>
                </c:pt>
                <c:pt idx="3247">
                  <c:v>43264</c:v>
                </c:pt>
                <c:pt idx="3248">
                  <c:v>43265</c:v>
                </c:pt>
                <c:pt idx="3249">
                  <c:v>43266</c:v>
                </c:pt>
                <c:pt idx="3250">
                  <c:v>43269</c:v>
                </c:pt>
                <c:pt idx="3251">
                  <c:v>43270</c:v>
                </c:pt>
                <c:pt idx="3252">
                  <c:v>43271</c:v>
                </c:pt>
                <c:pt idx="3253">
                  <c:v>43272</c:v>
                </c:pt>
                <c:pt idx="3254">
                  <c:v>43273</c:v>
                </c:pt>
                <c:pt idx="3255">
                  <c:v>43276</c:v>
                </c:pt>
                <c:pt idx="3256">
                  <c:v>43277</c:v>
                </c:pt>
                <c:pt idx="3257">
                  <c:v>43278</c:v>
                </c:pt>
                <c:pt idx="3258">
                  <c:v>43279</c:v>
                </c:pt>
                <c:pt idx="3259">
                  <c:v>43280</c:v>
                </c:pt>
                <c:pt idx="3260">
                  <c:v>43283</c:v>
                </c:pt>
                <c:pt idx="3261">
                  <c:v>43284</c:v>
                </c:pt>
                <c:pt idx="3262">
                  <c:v>43285</c:v>
                </c:pt>
                <c:pt idx="3263">
                  <c:v>43286</c:v>
                </c:pt>
                <c:pt idx="3264">
                  <c:v>43287</c:v>
                </c:pt>
                <c:pt idx="3265">
                  <c:v>43290</c:v>
                </c:pt>
                <c:pt idx="3266">
                  <c:v>43291</c:v>
                </c:pt>
                <c:pt idx="3267">
                  <c:v>43292</c:v>
                </c:pt>
                <c:pt idx="3268">
                  <c:v>43293</c:v>
                </c:pt>
                <c:pt idx="3269">
                  <c:v>43294</c:v>
                </c:pt>
                <c:pt idx="3270">
                  <c:v>43297</c:v>
                </c:pt>
                <c:pt idx="3271">
                  <c:v>43298</c:v>
                </c:pt>
                <c:pt idx="3272">
                  <c:v>43299</c:v>
                </c:pt>
                <c:pt idx="3273">
                  <c:v>43300</c:v>
                </c:pt>
                <c:pt idx="3274">
                  <c:v>43301</c:v>
                </c:pt>
                <c:pt idx="3275">
                  <c:v>43304</c:v>
                </c:pt>
                <c:pt idx="3276">
                  <c:v>43305</c:v>
                </c:pt>
                <c:pt idx="3277">
                  <c:v>43306</c:v>
                </c:pt>
                <c:pt idx="3278">
                  <c:v>43307</c:v>
                </c:pt>
                <c:pt idx="3279">
                  <c:v>43308</c:v>
                </c:pt>
                <c:pt idx="3280">
                  <c:v>43311</c:v>
                </c:pt>
                <c:pt idx="3281">
                  <c:v>43312</c:v>
                </c:pt>
                <c:pt idx="3282">
                  <c:v>43313</c:v>
                </c:pt>
                <c:pt idx="3283">
                  <c:v>43314</c:v>
                </c:pt>
                <c:pt idx="3284">
                  <c:v>43315</c:v>
                </c:pt>
                <c:pt idx="3285">
                  <c:v>43318</c:v>
                </c:pt>
                <c:pt idx="3286">
                  <c:v>43319</c:v>
                </c:pt>
                <c:pt idx="3287">
                  <c:v>43320</c:v>
                </c:pt>
                <c:pt idx="3288">
                  <c:v>43321</c:v>
                </c:pt>
                <c:pt idx="3289">
                  <c:v>43322</c:v>
                </c:pt>
                <c:pt idx="3290">
                  <c:v>43325</c:v>
                </c:pt>
                <c:pt idx="3291">
                  <c:v>43326</c:v>
                </c:pt>
                <c:pt idx="3292">
                  <c:v>43327</c:v>
                </c:pt>
                <c:pt idx="3293">
                  <c:v>43328</c:v>
                </c:pt>
                <c:pt idx="3294">
                  <c:v>43329</c:v>
                </c:pt>
                <c:pt idx="3295">
                  <c:v>43332</c:v>
                </c:pt>
                <c:pt idx="3296">
                  <c:v>43333</c:v>
                </c:pt>
                <c:pt idx="3297">
                  <c:v>43334</c:v>
                </c:pt>
                <c:pt idx="3298">
                  <c:v>43335</c:v>
                </c:pt>
                <c:pt idx="3299">
                  <c:v>43336</c:v>
                </c:pt>
                <c:pt idx="3300">
                  <c:v>43339</c:v>
                </c:pt>
                <c:pt idx="3301">
                  <c:v>43340</c:v>
                </c:pt>
                <c:pt idx="3302">
                  <c:v>43341</c:v>
                </c:pt>
                <c:pt idx="3303">
                  <c:v>43342</c:v>
                </c:pt>
                <c:pt idx="3304">
                  <c:v>43343</c:v>
                </c:pt>
                <c:pt idx="3305">
                  <c:v>43346</c:v>
                </c:pt>
                <c:pt idx="3306">
                  <c:v>43347</c:v>
                </c:pt>
                <c:pt idx="3307">
                  <c:v>43348</c:v>
                </c:pt>
                <c:pt idx="3308">
                  <c:v>43349</c:v>
                </c:pt>
                <c:pt idx="3309">
                  <c:v>43350</c:v>
                </c:pt>
                <c:pt idx="3310">
                  <c:v>43353</c:v>
                </c:pt>
                <c:pt idx="3311">
                  <c:v>43354</c:v>
                </c:pt>
                <c:pt idx="3312">
                  <c:v>43355</c:v>
                </c:pt>
                <c:pt idx="3313">
                  <c:v>43356</c:v>
                </c:pt>
                <c:pt idx="3314">
                  <c:v>43357</c:v>
                </c:pt>
                <c:pt idx="3315">
                  <c:v>43360</c:v>
                </c:pt>
                <c:pt idx="3316">
                  <c:v>43361</c:v>
                </c:pt>
                <c:pt idx="3317">
                  <c:v>43362</c:v>
                </c:pt>
                <c:pt idx="3318">
                  <c:v>43363</c:v>
                </c:pt>
                <c:pt idx="3319">
                  <c:v>43364</c:v>
                </c:pt>
                <c:pt idx="3320">
                  <c:v>43367</c:v>
                </c:pt>
                <c:pt idx="3321">
                  <c:v>43368</c:v>
                </c:pt>
                <c:pt idx="3322">
                  <c:v>43369</c:v>
                </c:pt>
                <c:pt idx="3323">
                  <c:v>43370</c:v>
                </c:pt>
                <c:pt idx="3324">
                  <c:v>43371</c:v>
                </c:pt>
                <c:pt idx="3325">
                  <c:v>43374</c:v>
                </c:pt>
                <c:pt idx="3326">
                  <c:v>43375</c:v>
                </c:pt>
                <c:pt idx="3327">
                  <c:v>43376</c:v>
                </c:pt>
                <c:pt idx="3328">
                  <c:v>43377</c:v>
                </c:pt>
                <c:pt idx="3329">
                  <c:v>43378</c:v>
                </c:pt>
                <c:pt idx="3330">
                  <c:v>43381</c:v>
                </c:pt>
                <c:pt idx="3331">
                  <c:v>43382</c:v>
                </c:pt>
                <c:pt idx="3332">
                  <c:v>43383</c:v>
                </c:pt>
                <c:pt idx="3333">
                  <c:v>43384</c:v>
                </c:pt>
                <c:pt idx="3334">
                  <c:v>43385</c:v>
                </c:pt>
                <c:pt idx="3335">
                  <c:v>43388</c:v>
                </c:pt>
                <c:pt idx="3336">
                  <c:v>43389</c:v>
                </c:pt>
                <c:pt idx="3337">
                  <c:v>43390</c:v>
                </c:pt>
                <c:pt idx="3338">
                  <c:v>43391</c:v>
                </c:pt>
                <c:pt idx="3339">
                  <c:v>43392</c:v>
                </c:pt>
                <c:pt idx="3340">
                  <c:v>43395</c:v>
                </c:pt>
                <c:pt idx="3341">
                  <c:v>43396</c:v>
                </c:pt>
                <c:pt idx="3342">
                  <c:v>43397</c:v>
                </c:pt>
                <c:pt idx="3343">
                  <c:v>43398</c:v>
                </c:pt>
                <c:pt idx="3344">
                  <c:v>43399</c:v>
                </c:pt>
                <c:pt idx="3345">
                  <c:v>43402</c:v>
                </c:pt>
                <c:pt idx="3346">
                  <c:v>43403</c:v>
                </c:pt>
                <c:pt idx="3347">
                  <c:v>43404</c:v>
                </c:pt>
                <c:pt idx="3348">
                  <c:v>43405</c:v>
                </c:pt>
                <c:pt idx="3349">
                  <c:v>43406</c:v>
                </c:pt>
                <c:pt idx="3350">
                  <c:v>43409</c:v>
                </c:pt>
                <c:pt idx="3351">
                  <c:v>43410</c:v>
                </c:pt>
                <c:pt idx="3352">
                  <c:v>43411</c:v>
                </c:pt>
                <c:pt idx="3353">
                  <c:v>43412</c:v>
                </c:pt>
                <c:pt idx="3354">
                  <c:v>43413</c:v>
                </c:pt>
                <c:pt idx="3355">
                  <c:v>43416</c:v>
                </c:pt>
                <c:pt idx="3356">
                  <c:v>43417</c:v>
                </c:pt>
                <c:pt idx="3357">
                  <c:v>43418</c:v>
                </c:pt>
                <c:pt idx="3358">
                  <c:v>43419</c:v>
                </c:pt>
                <c:pt idx="3359">
                  <c:v>43420</c:v>
                </c:pt>
                <c:pt idx="3360">
                  <c:v>43423</c:v>
                </c:pt>
                <c:pt idx="3361">
                  <c:v>43424</c:v>
                </c:pt>
                <c:pt idx="3362">
                  <c:v>43425</c:v>
                </c:pt>
                <c:pt idx="3363">
                  <c:v>43426</c:v>
                </c:pt>
                <c:pt idx="3364">
                  <c:v>43427</c:v>
                </c:pt>
                <c:pt idx="3365">
                  <c:v>43430</c:v>
                </c:pt>
                <c:pt idx="3366">
                  <c:v>43431</c:v>
                </c:pt>
                <c:pt idx="3367">
                  <c:v>43432</c:v>
                </c:pt>
                <c:pt idx="3368">
                  <c:v>43433</c:v>
                </c:pt>
                <c:pt idx="3369">
                  <c:v>43434</c:v>
                </c:pt>
                <c:pt idx="3370">
                  <c:v>43437</c:v>
                </c:pt>
                <c:pt idx="3371">
                  <c:v>43438</c:v>
                </c:pt>
                <c:pt idx="3372">
                  <c:v>43439</c:v>
                </c:pt>
                <c:pt idx="3373">
                  <c:v>43440</c:v>
                </c:pt>
                <c:pt idx="3374">
                  <c:v>43441</c:v>
                </c:pt>
                <c:pt idx="3375">
                  <c:v>43444</c:v>
                </c:pt>
                <c:pt idx="3376">
                  <c:v>43445</c:v>
                </c:pt>
                <c:pt idx="3377">
                  <c:v>43446</c:v>
                </c:pt>
                <c:pt idx="3378">
                  <c:v>43447</c:v>
                </c:pt>
                <c:pt idx="3379">
                  <c:v>43448</c:v>
                </c:pt>
                <c:pt idx="3380">
                  <c:v>43451</c:v>
                </c:pt>
                <c:pt idx="3381">
                  <c:v>43452</c:v>
                </c:pt>
                <c:pt idx="3382">
                  <c:v>43453</c:v>
                </c:pt>
                <c:pt idx="3383">
                  <c:v>43454</c:v>
                </c:pt>
                <c:pt idx="3384">
                  <c:v>43455</c:v>
                </c:pt>
                <c:pt idx="3385">
                  <c:v>43458</c:v>
                </c:pt>
                <c:pt idx="3386">
                  <c:v>43459</c:v>
                </c:pt>
                <c:pt idx="3387">
                  <c:v>43460</c:v>
                </c:pt>
                <c:pt idx="3388">
                  <c:v>43461</c:v>
                </c:pt>
                <c:pt idx="3389">
                  <c:v>43462</c:v>
                </c:pt>
                <c:pt idx="3390">
                  <c:v>43465</c:v>
                </c:pt>
                <c:pt idx="3391">
                  <c:v>43466</c:v>
                </c:pt>
                <c:pt idx="3392">
                  <c:v>43467</c:v>
                </c:pt>
                <c:pt idx="3393">
                  <c:v>43468</c:v>
                </c:pt>
                <c:pt idx="3394">
                  <c:v>43469</c:v>
                </c:pt>
                <c:pt idx="3395">
                  <c:v>43472</c:v>
                </c:pt>
                <c:pt idx="3396">
                  <c:v>43473</c:v>
                </c:pt>
                <c:pt idx="3397">
                  <c:v>43474</c:v>
                </c:pt>
                <c:pt idx="3398">
                  <c:v>43475</c:v>
                </c:pt>
                <c:pt idx="3399">
                  <c:v>43476</c:v>
                </c:pt>
                <c:pt idx="3400">
                  <c:v>43479</c:v>
                </c:pt>
                <c:pt idx="3401">
                  <c:v>43480</c:v>
                </c:pt>
                <c:pt idx="3402">
                  <c:v>43481</c:v>
                </c:pt>
                <c:pt idx="3403">
                  <c:v>43482</c:v>
                </c:pt>
                <c:pt idx="3404">
                  <c:v>43483</c:v>
                </c:pt>
                <c:pt idx="3405">
                  <c:v>43486</c:v>
                </c:pt>
                <c:pt idx="3406">
                  <c:v>43487</c:v>
                </c:pt>
                <c:pt idx="3407">
                  <c:v>43488</c:v>
                </c:pt>
                <c:pt idx="3408">
                  <c:v>43489</c:v>
                </c:pt>
                <c:pt idx="3409">
                  <c:v>43490</c:v>
                </c:pt>
                <c:pt idx="3410">
                  <c:v>43493</c:v>
                </c:pt>
                <c:pt idx="3411">
                  <c:v>43494</c:v>
                </c:pt>
                <c:pt idx="3412">
                  <c:v>43495</c:v>
                </c:pt>
                <c:pt idx="3413">
                  <c:v>43496</c:v>
                </c:pt>
                <c:pt idx="3414">
                  <c:v>43497</c:v>
                </c:pt>
                <c:pt idx="3415">
                  <c:v>43500</c:v>
                </c:pt>
                <c:pt idx="3416">
                  <c:v>43501</c:v>
                </c:pt>
                <c:pt idx="3417">
                  <c:v>43502</c:v>
                </c:pt>
                <c:pt idx="3418">
                  <c:v>43503</c:v>
                </c:pt>
                <c:pt idx="3419">
                  <c:v>43504</c:v>
                </c:pt>
                <c:pt idx="3420">
                  <c:v>43507</c:v>
                </c:pt>
                <c:pt idx="3421">
                  <c:v>43508</c:v>
                </c:pt>
                <c:pt idx="3422">
                  <c:v>43509</c:v>
                </c:pt>
                <c:pt idx="3423">
                  <c:v>43510</c:v>
                </c:pt>
                <c:pt idx="3424">
                  <c:v>43511</c:v>
                </c:pt>
                <c:pt idx="3425">
                  <c:v>43514</c:v>
                </c:pt>
                <c:pt idx="3426">
                  <c:v>43515</c:v>
                </c:pt>
                <c:pt idx="3427">
                  <c:v>43516</c:v>
                </c:pt>
                <c:pt idx="3428">
                  <c:v>43517</c:v>
                </c:pt>
                <c:pt idx="3429">
                  <c:v>43518</c:v>
                </c:pt>
                <c:pt idx="3430">
                  <c:v>43521</c:v>
                </c:pt>
                <c:pt idx="3431">
                  <c:v>43522</c:v>
                </c:pt>
                <c:pt idx="3432">
                  <c:v>43523</c:v>
                </c:pt>
                <c:pt idx="3433">
                  <c:v>43524</c:v>
                </c:pt>
                <c:pt idx="3434">
                  <c:v>43525</c:v>
                </c:pt>
                <c:pt idx="3435">
                  <c:v>43528</c:v>
                </c:pt>
                <c:pt idx="3436">
                  <c:v>43529</c:v>
                </c:pt>
                <c:pt idx="3437">
                  <c:v>43530</c:v>
                </c:pt>
                <c:pt idx="3438">
                  <c:v>43531</c:v>
                </c:pt>
                <c:pt idx="3439">
                  <c:v>43532</c:v>
                </c:pt>
                <c:pt idx="3440">
                  <c:v>43535</c:v>
                </c:pt>
                <c:pt idx="3441">
                  <c:v>43536</c:v>
                </c:pt>
                <c:pt idx="3442">
                  <c:v>43537</c:v>
                </c:pt>
                <c:pt idx="3443">
                  <c:v>43538</c:v>
                </c:pt>
                <c:pt idx="3444">
                  <c:v>43539</c:v>
                </c:pt>
                <c:pt idx="3445">
                  <c:v>43542</c:v>
                </c:pt>
                <c:pt idx="3446">
                  <c:v>43543</c:v>
                </c:pt>
                <c:pt idx="3447">
                  <c:v>43544</c:v>
                </c:pt>
                <c:pt idx="3448">
                  <c:v>43545</c:v>
                </c:pt>
                <c:pt idx="3449">
                  <c:v>43546</c:v>
                </c:pt>
                <c:pt idx="3450">
                  <c:v>43549</c:v>
                </c:pt>
                <c:pt idx="3451">
                  <c:v>43550</c:v>
                </c:pt>
                <c:pt idx="3452">
                  <c:v>43551</c:v>
                </c:pt>
                <c:pt idx="3453">
                  <c:v>43552</c:v>
                </c:pt>
                <c:pt idx="3454">
                  <c:v>43553</c:v>
                </c:pt>
                <c:pt idx="3455">
                  <c:v>43556</c:v>
                </c:pt>
                <c:pt idx="3456">
                  <c:v>43557</c:v>
                </c:pt>
                <c:pt idx="3457">
                  <c:v>43558</c:v>
                </c:pt>
                <c:pt idx="3458">
                  <c:v>43559</c:v>
                </c:pt>
                <c:pt idx="3459">
                  <c:v>43560</c:v>
                </c:pt>
                <c:pt idx="3460">
                  <c:v>43563</c:v>
                </c:pt>
                <c:pt idx="3461">
                  <c:v>43564</c:v>
                </c:pt>
                <c:pt idx="3462">
                  <c:v>43565</c:v>
                </c:pt>
                <c:pt idx="3463">
                  <c:v>43566</c:v>
                </c:pt>
                <c:pt idx="3464">
                  <c:v>43567</c:v>
                </c:pt>
                <c:pt idx="3465">
                  <c:v>43570</c:v>
                </c:pt>
                <c:pt idx="3466">
                  <c:v>43571</c:v>
                </c:pt>
                <c:pt idx="3467">
                  <c:v>43572</c:v>
                </c:pt>
                <c:pt idx="3468">
                  <c:v>43573</c:v>
                </c:pt>
                <c:pt idx="3469">
                  <c:v>43574</c:v>
                </c:pt>
                <c:pt idx="3470">
                  <c:v>43577</c:v>
                </c:pt>
                <c:pt idx="3471">
                  <c:v>43578</c:v>
                </c:pt>
                <c:pt idx="3472">
                  <c:v>43579</c:v>
                </c:pt>
                <c:pt idx="3473">
                  <c:v>43580</c:v>
                </c:pt>
                <c:pt idx="3474">
                  <c:v>43581</c:v>
                </c:pt>
                <c:pt idx="3475">
                  <c:v>43584</c:v>
                </c:pt>
                <c:pt idx="3476">
                  <c:v>43585</c:v>
                </c:pt>
                <c:pt idx="3477">
                  <c:v>43586</c:v>
                </c:pt>
                <c:pt idx="3478">
                  <c:v>43587</c:v>
                </c:pt>
                <c:pt idx="3479">
                  <c:v>43588</c:v>
                </c:pt>
                <c:pt idx="3480">
                  <c:v>43591</c:v>
                </c:pt>
                <c:pt idx="3481">
                  <c:v>43592</c:v>
                </c:pt>
                <c:pt idx="3482">
                  <c:v>43593</c:v>
                </c:pt>
                <c:pt idx="3483">
                  <c:v>43594</c:v>
                </c:pt>
                <c:pt idx="3484">
                  <c:v>43595</c:v>
                </c:pt>
                <c:pt idx="3485">
                  <c:v>43598</c:v>
                </c:pt>
                <c:pt idx="3486">
                  <c:v>43599</c:v>
                </c:pt>
                <c:pt idx="3487">
                  <c:v>43600</c:v>
                </c:pt>
                <c:pt idx="3488">
                  <c:v>43601</c:v>
                </c:pt>
                <c:pt idx="3489">
                  <c:v>43602</c:v>
                </c:pt>
                <c:pt idx="3490">
                  <c:v>43605</c:v>
                </c:pt>
                <c:pt idx="3491">
                  <c:v>43606</c:v>
                </c:pt>
                <c:pt idx="3492">
                  <c:v>43607</c:v>
                </c:pt>
                <c:pt idx="3493">
                  <c:v>43608</c:v>
                </c:pt>
                <c:pt idx="3494">
                  <c:v>43609</c:v>
                </c:pt>
                <c:pt idx="3495">
                  <c:v>43612</c:v>
                </c:pt>
                <c:pt idx="3496">
                  <c:v>43613</c:v>
                </c:pt>
                <c:pt idx="3497">
                  <c:v>43614</c:v>
                </c:pt>
                <c:pt idx="3498">
                  <c:v>43615</c:v>
                </c:pt>
                <c:pt idx="3499">
                  <c:v>43616</c:v>
                </c:pt>
                <c:pt idx="3500">
                  <c:v>43619</c:v>
                </c:pt>
                <c:pt idx="3501">
                  <c:v>43620</c:v>
                </c:pt>
                <c:pt idx="3502">
                  <c:v>43621</c:v>
                </c:pt>
                <c:pt idx="3503">
                  <c:v>43622</c:v>
                </c:pt>
                <c:pt idx="3504">
                  <c:v>43623</c:v>
                </c:pt>
                <c:pt idx="3505">
                  <c:v>43626</c:v>
                </c:pt>
                <c:pt idx="3506">
                  <c:v>43627</c:v>
                </c:pt>
                <c:pt idx="3507">
                  <c:v>43628</c:v>
                </c:pt>
                <c:pt idx="3508">
                  <c:v>43629</c:v>
                </c:pt>
                <c:pt idx="3509">
                  <c:v>43630</c:v>
                </c:pt>
                <c:pt idx="3510">
                  <c:v>43633</c:v>
                </c:pt>
                <c:pt idx="3511">
                  <c:v>43634</c:v>
                </c:pt>
                <c:pt idx="3512">
                  <c:v>43635</c:v>
                </c:pt>
                <c:pt idx="3513">
                  <c:v>43636</c:v>
                </c:pt>
                <c:pt idx="3514">
                  <c:v>43637</c:v>
                </c:pt>
                <c:pt idx="3515">
                  <c:v>43640</c:v>
                </c:pt>
                <c:pt idx="3516">
                  <c:v>43641</c:v>
                </c:pt>
                <c:pt idx="3517">
                  <c:v>43642</c:v>
                </c:pt>
                <c:pt idx="3518">
                  <c:v>43643</c:v>
                </c:pt>
                <c:pt idx="3519">
                  <c:v>43644</c:v>
                </c:pt>
                <c:pt idx="3520">
                  <c:v>43647</c:v>
                </c:pt>
                <c:pt idx="3521">
                  <c:v>43648</c:v>
                </c:pt>
                <c:pt idx="3522">
                  <c:v>43649</c:v>
                </c:pt>
                <c:pt idx="3523">
                  <c:v>43650</c:v>
                </c:pt>
                <c:pt idx="3524">
                  <c:v>43651</c:v>
                </c:pt>
                <c:pt idx="3525">
                  <c:v>43654</c:v>
                </c:pt>
                <c:pt idx="3526">
                  <c:v>43655</c:v>
                </c:pt>
                <c:pt idx="3527">
                  <c:v>43656</c:v>
                </c:pt>
                <c:pt idx="3528">
                  <c:v>43657</c:v>
                </c:pt>
                <c:pt idx="3529">
                  <c:v>43658</c:v>
                </c:pt>
                <c:pt idx="3530">
                  <c:v>43661</c:v>
                </c:pt>
                <c:pt idx="3531">
                  <c:v>43662</c:v>
                </c:pt>
                <c:pt idx="3532">
                  <c:v>43663</c:v>
                </c:pt>
                <c:pt idx="3533">
                  <c:v>43664</c:v>
                </c:pt>
                <c:pt idx="3534">
                  <c:v>43665</c:v>
                </c:pt>
                <c:pt idx="3535">
                  <c:v>43668</c:v>
                </c:pt>
                <c:pt idx="3536">
                  <c:v>43669</c:v>
                </c:pt>
                <c:pt idx="3537">
                  <c:v>43670</c:v>
                </c:pt>
                <c:pt idx="3538">
                  <c:v>43671</c:v>
                </c:pt>
                <c:pt idx="3539">
                  <c:v>43672</c:v>
                </c:pt>
                <c:pt idx="3540">
                  <c:v>43675</c:v>
                </c:pt>
                <c:pt idx="3541">
                  <c:v>43676</c:v>
                </c:pt>
                <c:pt idx="3542">
                  <c:v>43677</c:v>
                </c:pt>
                <c:pt idx="3543">
                  <c:v>43678</c:v>
                </c:pt>
                <c:pt idx="3544">
                  <c:v>43679</c:v>
                </c:pt>
                <c:pt idx="3545">
                  <c:v>43682</c:v>
                </c:pt>
                <c:pt idx="3546">
                  <c:v>43683</c:v>
                </c:pt>
                <c:pt idx="3547">
                  <c:v>43684</c:v>
                </c:pt>
                <c:pt idx="3548">
                  <c:v>43685</c:v>
                </c:pt>
                <c:pt idx="3549">
                  <c:v>43686</c:v>
                </c:pt>
                <c:pt idx="3550">
                  <c:v>43689</c:v>
                </c:pt>
                <c:pt idx="3551">
                  <c:v>43690</c:v>
                </c:pt>
                <c:pt idx="3552">
                  <c:v>43691</c:v>
                </c:pt>
                <c:pt idx="3553">
                  <c:v>43692</c:v>
                </c:pt>
                <c:pt idx="3554">
                  <c:v>43693</c:v>
                </c:pt>
                <c:pt idx="3555">
                  <c:v>43696</c:v>
                </c:pt>
                <c:pt idx="3556">
                  <c:v>43697</c:v>
                </c:pt>
                <c:pt idx="3557">
                  <c:v>43698</c:v>
                </c:pt>
                <c:pt idx="3558">
                  <c:v>43699</c:v>
                </c:pt>
                <c:pt idx="3559">
                  <c:v>43700</c:v>
                </c:pt>
                <c:pt idx="3560">
                  <c:v>43703</c:v>
                </c:pt>
                <c:pt idx="3561">
                  <c:v>43704</c:v>
                </c:pt>
                <c:pt idx="3562">
                  <c:v>43705</c:v>
                </c:pt>
                <c:pt idx="3563">
                  <c:v>43706</c:v>
                </c:pt>
                <c:pt idx="3564">
                  <c:v>43707</c:v>
                </c:pt>
                <c:pt idx="3565">
                  <c:v>43710</c:v>
                </c:pt>
                <c:pt idx="3566">
                  <c:v>43711</c:v>
                </c:pt>
                <c:pt idx="3567">
                  <c:v>43712</c:v>
                </c:pt>
                <c:pt idx="3568">
                  <c:v>43713</c:v>
                </c:pt>
                <c:pt idx="3569">
                  <c:v>43714</c:v>
                </c:pt>
                <c:pt idx="3570">
                  <c:v>43717</c:v>
                </c:pt>
                <c:pt idx="3571">
                  <c:v>43718</c:v>
                </c:pt>
                <c:pt idx="3572">
                  <c:v>43719</c:v>
                </c:pt>
                <c:pt idx="3573">
                  <c:v>43720</c:v>
                </c:pt>
                <c:pt idx="3574">
                  <c:v>43721</c:v>
                </c:pt>
                <c:pt idx="3575">
                  <c:v>43724</c:v>
                </c:pt>
                <c:pt idx="3576">
                  <c:v>43725</c:v>
                </c:pt>
                <c:pt idx="3577">
                  <c:v>43726</c:v>
                </c:pt>
                <c:pt idx="3578">
                  <c:v>43727</c:v>
                </c:pt>
                <c:pt idx="3579">
                  <c:v>43728</c:v>
                </c:pt>
                <c:pt idx="3580">
                  <c:v>43731</c:v>
                </c:pt>
                <c:pt idx="3581">
                  <c:v>43732</c:v>
                </c:pt>
                <c:pt idx="3582">
                  <c:v>43733</c:v>
                </c:pt>
                <c:pt idx="3583">
                  <c:v>43734</c:v>
                </c:pt>
                <c:pt idx="3584">
                  <c:v>43735</c:v>
                </c:pt>
                <c:pt idx="3585">
                  <c:v>43738</c:v>
                </c:pt>
                <c:pt idx="3586">
                  <c:v>43739</c:v>
                </c:pt>
                <c:pt idx="3587">
                  <c:v>43740</c:v>
                </c:pt>
                <c:pt idx="3588">
                  <c:v>43741</c:v>
                </c:pt>
                <c:pt idx="3589">
                  <c:v>43742</c:v>
                </c:pt>
                <c:pt idx="3590">
                  <c:v>43745</c:v>
                </c:pt>
                <c:pt idx="3591">
                  <c:v>43746</c:v>
                </c:pt>
                <c:pt idx="3592">
                  <c:v>43747</c:v>
                </c:pt>
                <c:pt idx="3593">
                  <c:v>43748</c:v>
                </c:pt>
                <c:pt idx="3594">
                  <c:v>43749</c:v>
                </c:pt>
                <c:pt idx="3595">
                  <c:v>43752</c:v>
                </c:pt>
                <c:pt idx="3596">
                  <c:v>43753</c:v>
                </c:pt>
                <c:pt idx="3597">
                  <c:v>43754</c:v>
                </c:pt>
                <c:pt idx="3598">
                  <c:v>43755</c:v>
                </c:pt>
                <c:pt idx="3599">
                  <c:v>43756</c:v>
                </c:pt>
                <c:pt idx="3600">
                  <c:v>43759</c:v>
                </c:pt>
                <c:pt idx="3601">
                  <c:v>43760</c:v>
                </c:pt>
                <c:pt idx="3602">
                  <c:v>43761</c:v>
                </c:pt>
                <c:pt idx="3603">
                  <c:v>43762</c:v>
                </c:pt>
                <c:pt idx="3604">
                  <c:v>43763</c:v>
                </c:pt>
                <c:pt idx="3605">
                  <c:v>43766</c:v>
                </c:pt>
                <c:pt idx="3606">
                  <c:v>43767</c:v>
                </c:pt>
                <c:pt idx="3607">
                  <c:v>43768</c:v>
                </c:pt>
                <c:pt idx="3608">
                  <c:v>43769</c:v>
                </c:pt>
                <c:pt idx="3609">
                  <c:v>43770</c:v>
                </c:pt>
                <c:pt idx="3610">
                  <c:v>43773</c:v>
                </c:pt>
                <c:pt idx="3611">
                  <c:v>43774</c:v>
                </c:pt>
                <c:pt idx="3612">
                  <c:v>43775</c:v>
                </c:pt>
                <c:pt idx="3613">
                  <c:v>43776</c:v>
                </c:pt>
                <c:pt idx="3614">
                  <c:v>43777</c:v>
                </c:pt>
                <c:pt idx="3615">
                  <c:v>43780</c:v>
                </c:pt>
                <c:pt idx="3616">
                  <c:v>43781</c:v>
                </c:pt>
                <c:pt idx="3617">
                  <c:v>43782</c:v>
                </c:pt>
                <c:pt idx="3618">
                  <c:v>43783</c:v>
                </c:pt>
                <c:pt idx="3619">
                  <c:v>43784</c:v>
                </c:pt>
                <c:pt idx="3620">
                  <c:v>43787</c:v>
                </c:pt>
                <c:pt idx="3621">
                  <c:v>43788</c:v>
                </c:pt>
                <c:pt idx="3622">
                  <c:v>43789</c:v>
                </c:pt>
                <c:pt idx="3623">
                  <c:v>43790</c:v>
                </c:pt>
                <c:pt idx="3624">
                  <c:v>43791</c:v>
                </c:pt>
                <c:pt idx="3625">
                  <c:v>43794</c:v>
                </c:pt>
                <c:pt idx="3626">
                  <c:v>43795</c:v>
                </c:pt>
                <c:pt idx="3627">
                  <c:v>43796</c:v>
                </c:pt>
                <c:pt idx="3628">
                  <c:v>43797</c:v>
                </c:pt>
                <c:pt idx="3629">
                  <c:v>43798</c:v>
                </c:pt>
                <c:pt idx="3630">
                  <c:v>43801</c:v>
                </c:pt>
                <c:pt idx="3631">
                  <c:v>43802</c:v>
                </c:pt>
                <c:pt idx="3632">
                  <c:v>43803</c:v>
                </c:pt>
                <c:pt idx="3633">
                  <c:v>43804</c:v>
                </c:pt>
                <c:pt idx="3634">
                  <c:v>43805</c:v>
                </c:pt>
                <c:pt idx="3635">
                  <c:v>43808</c:v>
                </c:pt>
                <c:pt idx="3636">
                  <c:v>43809</c:v>
                </c:pt>
                <c:pt idx="3637">
                  <c:v>43810</c:v>
                </c:pt>
                <c:pt idx="3638">
                  <c:v>43811</c:v>
                </c:pt>
                <c:pt idx="3639">
                  <c:v>43812</c:v>
                </c:pt>
                <c:pt idx="3640">
                  <c:v>43815</c:v>
                </c:pt>
                <c:pt idx="3641">
                  <c:v>43816</c:v>
                </c:pt>
                <c:pt idx="3642">
                  <c:v>43817</c:v>
                </c:pt>
                <c:pt idx="3643">
                  <c:v>43818</c:v>
                </c:pt>
                <c:pt idx="3644">
                  <c:v>43819</c:v>
                </c:pt>
                <c:pt idx="3645">
                  <c:v>43822</c:v>
                </c:pt>
                <c:pt idx="3646">
                  <c:v>43823</c:v>
                </c:pt>
                <c:pt idx="3647">
                  <c:v>43824</c:v>
                </c:pt>
                <c:pt idx="3648">
                  <c:v>43825</c:v>
                </c:pt>
                <c:pt idx="3649">
                  <c:v>43826</c:v>
                </c:pt>
                <c:pt idx="3650">
                  <c:v>43829</c:v>
                </c:pt>
                <c:pt idx="3651">
                  <c:v>43830</c:v>
                </c:pt>
                <c:pt idx="3652">
                  <c:v>43831</c:v>
                </c:pt>
                <c:pt idx="3653">
                  <c:v>43832</c:v>
                </c:pt>
                <c:pt idx="3654">
                  <c:v>43833</c:v>
                </c:pt>
                <c:pt idx="3655">
                  <c:v>43836</c:v>
                </c:pt>
                <c:pt idx="3656">
                  <c:v>43837</c:v>
                </c:pt>
                <c:pt idx="3657">
                  <c:v>43838</c:v>
                </c:pt>
                <c:pt idx="3658">
                  <c:v>43839</c:v>
                </c:pt>
                <c:pt idx="3659">
                  <c:v>43840</c:v>
                </c:pt>
                <c:pt idx="3660">
                  <c:v>43843</c:v>
                </c:pt>
                <c:pt idx="3661">
                  <c:v>43844</c:v>
                </c:pt>
                <c:pt idx="3662">
                  <c:v>43845</c:v>
                </c:pt>
                <c:pt idx="3663">
                  <c:v>43846</c:v>
                </c:pt>
                <c:pt idx="3664">
                  <c:v>43847</c:v>
                </c:pt>
                <c:pt idx="3665">
                  <c:v>43850</c:v>
                </c:pt>
                <c:pt idx="3666">
                  <c:v>43851</c:v>
                </c:pt>
                <c:pt idx="3667">
                  <c:v>43852</c:v>
                </c:pt>
                <c:pt idx="3668">
                  <c:v>43853</c:v>
                </c:pt>
                <c:pt idx="3669">
                  <c:v>43854</c:v>
                </c:pt>
                <c:pt idx="3670">
                  <c:v>43857</c:v>
                </c:pt>
                <c:pt idx="3671">
                  <c:v>43858</c:v>
                </c:pt>
                <c:pt idx="3672">
                  <c:v>43859</c:v>
                </c:pt>
                <c:pt idx="3673">
                  <c:v>43860</c:v>
                </c:pt>
                <c:pt idx="3674">
                  <c:v>43861</c:v>
                </c:pt>
                <c:pt idx="3675">
                  <c:v>43864</c:v>
                </c:pt>
                <c:pt idx="3676">
                  <c:v>43865</c:v>
                </c:pt>
                <c:pt idx="3677">
                  <c:v>43866</c:v>
                </c:pt>
                <c:pt idx="3678">
                  <c:v>43867</c:v>
                </c:pt>
                <c:pt idx="3679">
                  <c:v>43868</c:v>
                </c:pt>
                <c:pt idx="3680">
                  <c:v>43871</c:v>
                </c:pt>
                <c:pt idx="3681">
                  <c:v>43872</c:v>
                </c:pt>
                <c:pt idx="3682">
                  <c:v>43873</c:v>
                </c:pt>
                <c:pt idx="3683">
                  <c:v>43874</c:v>
                </c:pt>
                <c:pt idx="3684">
                  <c:v>43875</c:v>
                </c:pt>
                <c:pt idx="3685">
                  <c:v>43878</c:v>
                </c:pt>
                <c:pt idx="3686">
                  <c:v>43879</c:v>
                </c:pt>
                <c:pt idx="3687">
                  <c:v>43880</c:v>
                </c:pt>
                <c:pt idx="3688">
                  <c:v>43881</c:v>
                </c:pt>
                <c:pt idx="3689">
                  <c:v>43882</c:v>
                </c:pt>
                <c:pt idx="3690">
                  <c:v>43885</c:v>
                </c:pt>
                <c:pt idx="3691">
                  <c:v>43886</c:v>
                </c:pt>
                <c:pt idx="3692">
                  <c:v>43887</c:v>
                </c:pt>
                <c:pt idx="3693">
                  <c:v>43888</c:v>
                </c:pt>
                <c:pt idx="3694">
                  <c:v>43889</c:v>
                </c:pt>
                <c:pt idx="3695">
                  <c:v>43892</c:v>
                </c:pt>
                <c:pt idx="3696">
                  <c:v>43893</c:v>
                </c:pt>
                <c:pt idx="3697">
                  <c:v>43894</c:v>
                </c:pt>
                <c:pt idx="3698">
                  <c:v>43895</c:v>
                </c:pt>
                <c:pt idx="3699">
                  <c:v>43896</c:v>
                </c:pt>
                <c:pt idx="3700">
                  <c:v>43899</c:v>
                </c:pt>
                <c:pt idx="3701">
                  <c:v>43900</c:v>
                </c:pt>
                <c:pt idx="3702">
                  <c:v>43901</c:v>
                </c:pt>
                <c:pt idx="3703">
                  <c:v>43902</c:v>
                </c:pt>
                <c:pt idx="3704">
                  <c:v>43903</c:v>
                </c:pt>
                <c:pt idx="3705">
                  <c:v>43906</c:v>
                </c:pt>
                <c:pt idx="3706">
                  <c:v>43907</c:v>
                </c:pt>
                <c:pt idx="3707">
                  <c:v>43908</c:v>
                </c:pt>
                <c:pt idx="3708">
                  <c:v>43909</c:v>
                </c:pt>
                <c:pt idx="3709">
                  <c:v>43910</c:v>
                </c:pt>
                <c:pt idx="3710">
                  <c:v>43913</c:v>
                </c:pt>
                <c:pt idx="3711">
                  <c:v>43914</c:v>
                </c:pt>
                <c:pt idx="3712">
                  <c:v>43915</c:v>
                </c:pt>
                <c:pt idx="3713">
                  <c:v>43916</c:v>
                </c:pt>
                <c:pt idx="3714">
                  <c:v>43917</c:v>
                </c:pt>
                <c:pt idx="3715">
                  <c:v>43920</c:v>
                </c:pt>
                <c:pt idx="3716">
                  <c:v>43921</c:v>
                </c:pt>
                <c:pt idx="3717">
                  <c:v>43922</c:v>
                </c:pt>
                <c:pt idx="3718">
                  <c:v>43923</c:v>
                </c:pt>
                <c:pt idx="3719">
                  <c:v>43924</c:v>
                </c:pt>
                <c:pt idx="3720">
                  <c:v>43927</c:v>
                </c:pt>
                <c:pt idx="3721">
                  <c:v>43928</c:v>
                </c:pt>
                <c:pt idx="3722">
                  <c:v>43929</c:v>
                </c:pt>
                <c:pt idx="3723">
                  <c:v>43930</c:v>
                </c:pt>
                <c:pt idx="3724">
                  <c:v>43931</c:v>
                </c:pt>
                <c:pt idx="3725">
                  <c:v>43934</c:v>
                </c:pt>
                <c:pt idx="3726">
                  <c:v>43935</c:v>
                </c:pt>
                <c:pt idx="3727">
                  <c:v>43936</c:v>
                </c:pt>
                <c:pt idx="3728">
                  <c:v>43937</c:v>
                </c:pt>
                <c:pt idx="3729">
                  <c:v>43938</c:v>
                </c:pt>
                <c:pt idx="3730">
                  <c:v>43941</c:v>
                </c:pt>
                <c:pt idx="3731">
                  <c:v>43942</c:v>
                </c:pt>
                <c:pt idx="3732">
                  <c:v>43943</c:v>
                </c:pt>
                <c:pt idx="3733">
                  <c:v>43944</c:v>
                </c:pt>
                <c:pt idx="3734">
                  <c:v>43945</c:v>
                </c:pt>
                <c:pt idx="3735">
                  <c:v>43948</c:v>
                </c:pt>
                <c:pt idx="3736">
                  <c:v>43949</c:v>
                </c:pt>
                <c:pt idx="3737">
                  <c:v>43950</c:v>
                </c:pt>
                <c:pt idx="3738">
                  <c:v>43951</c:v>
                </c:pt>
                <c:pt idx="3739">
                  <c:v>43952</c:v>
                </c:pt>
                <c:pt idx="3740">
                  <c:v>43955</c:v>
                </c:pt>
                <c:pt idx="3741">
                  <c:v>43956</c:v>
                </c:pt>
                <c:pt idx="3742">
                  <c:v>43957</c:v>
                </c:pt>
                <c:pt idx="3743">
                  <c:v>43958</c:v>
                </c:pt>
                <c:pt idx="3744">
                  <c:v>43959</c:v>
                </c:pt>
                <c:pt idx="3745">
                  <c:v>43962</c:v>
                </c:pt>
                <c:pt idx="3746">
                  <c:v>43963</c:v>
                </c:pt>
                <c:pt idx="3747">
                  <c:v>43964</c:v>
                </c:pt>
                <c:pt idx="3748">
                  <c:v>43965</c:v>
                </c:pt>
                <c:pt idx="3749">
                  <c:v>43966</c:v>
                </c:pt>
                <c:pt idx="3750">
                  <c:v>43969</c:v>
                </c:pt>
                <c:pt idx="3751">
                  <c:v>43970</c:v>
                </c:pt>
                <c:pt idx="3752">
                  <c:v>43971</c:v>
                </c:pt>
                <c:pt idx="3753">
                  <c:v>43972</c:v>
                </c:pt>
                <c:pt idx="3754">
                  <c:v>43973</c:v>
                </c:pt>
                <c:pt idx="3755">
                  <c:v>43976</c:v>
                </c:pt>
                <c:pt idx="3756">
                  <c:v>43977</c:v>
                </c:pt>
                <c:pt idx="3757">
                  <c:v>43978</c:v>
                </c:pt>
                <c:pt idx="3758">
                  <c:v>43979</c:v>
                </c:pt>
                <c:pt idx="3759">
                  <c:v>43980</c:v>
                </c:pt>
                <c:pt idx="3760">
                  <c:v>43983</c:v>
                </c:pt>
                <c:pt idx="3761">
                  <c:v>43984</c:v>
                </c:pt>
                <c:pt idx="3762">
                  <c:v>43985</c:v>
                </c:pt>
                <c:pt idx="3763">
                  <c:v>43986</c:v>
                </c:pt>
                <c:pt idx="3764">
                  <c:v>43987</c:v>
                </c:pt>
                <c:pt idx="3765">
                  <c:v>43990</c:v>
                </c:pt>
                <c:pt idx="3766">
                  <c:v>43991</c:v>
                </c:pt>
                <c:pt idx="3767">
                  <c:v>43992</c:v>
                </c:pt>
                <c:pt idx="3768">
                  <c:v>43993</c:v>
                </c:pt>
                <c:pt idx="3769">
                  <c:v>43994</c:v>
                </c:pt>
                <c:pt idx="3770">
                  <c:v>43997</c:v>
                </c:pt>
                <c:pt idx="3771">
                  <c:v>43998</c:v>
                </c:pt>
                <c:pt idx="3772">
                  <c:v>43999</c:v>
                </c:pt>
                <c:pt idx="3773">
                  <c:v>44000</c:v>
                </c:pt>
                <c:pt idx="3774">
                  <c:v>44001</c:v>
                </c:pt>
                <c:pt idx="3775">
                  <c:v>44004</c:v>
                </c:pt>
                <c:pt idx="3776">
                  <c:v>44005</c:v>
                </c:pt>
                <c:pt idx="3777">
                  <c:v>44006</c:v>
                </c:pt>
                <c:pt idx="3778">
                  <c:v>44007</c:v>
                </c:pt>
                <c:pt idx="3779">
                  <c:v>44008</c:v>
                </c:pt>
                <c:pt idx="3780">
                  <c:v>44011</c:v>
                </c:pt>
                <c:pt idx="3781">
                  <c:v>44012</c:v>
                </c:pt>
                <c:pt idx="3782">
                  <c:v>44013</c:v>
                </c:pt>
                <c:pt idx="3783">
                  <c:v>44014</c:v>
                </c:pt>
                <c:pt idx="3784">
                  <c:v>44015</c:v>
                </c:pt>
                <c:pt idx="3785">
                  <c:v>44018</c:v>
                </c:pt>
                <c:pt idx="3786">
                  <c:v>44019</c:v>
                </c:pt>
                <c:pt idx="3787">
                  <c:v>44020</c:v>
                </c:pt>
                <c:pt idx="3788">
                  <c:v>44021</c:v>
                </c:pt>
                <c:pt idx="3789">
                  <c:v>44022</c:v>
                </c:pt>
                <c:pt idx="3790">
                  <c:v>44025</c:v>
                </c:pt>
                <c:pt idx="3791">
                  <c:v>44026</c:v>
                </c:pt>
                <c:pt idx="3792">
                  <c:v>44027</c:v>
                </c:pt>
                <c:pt idx="3793">
                  <c:v>44028</c:v>
                </c:pt>
                <c:pt idx="3794">
                  <c:v>44029</c:v>
                </c:pt>
                <c:pt idx="3795">
                  <c:v>44032</c:v>
                </c:pt>
                <c:pt idx="3796">
                  <c:v>44033</c:v>
                </c:pt>
                <c:pt idx="3797">
                  <c:v>44034</c:v>
                </c:pt>
                <c:pt idx="3798">
                  <c:v>44035</c:v>
                </c:pt>
                <c:pt idx="3799">
                  <c:v>44036</c:v>
                </c:pt>
                <c:pt idx="3800">
                  <c:v>44039</c:v>
                </c:pt>
                <c:pt idx="3801">
                  <c:v>44040</c:v>
                </c:pt>
                <c:pt idx="3802">
                  <c:v>44041</c:v>
                </c:pt>
                <c:pt idx="3803">
                  <c:v>44042</c:v>
                </c:pt>
                <c:pt idx="3804">
                  <c:v>44043</c:v>
                </c:pt>
                <c:pt idx="3805">
                  <c:v>44046</c:v>
                </c:pt>
                <c:pt idx="3806">
                  <c:v>44047</c:v>
                </c:pt>
                <c:pt idx="3807">
                  <c:v>44048</c:v>
                </c:pt>
                <c:pt idx="3808">
                  <c:v>44049</c:v>
                </c:pt>
                <c:pt idx="3809">
                  <c:v>44050</c:v>
                </c:pt>
                <c:pt idx="3810">
                  <c:v>44053</c:v>
                </c:pt>
                <c:pt idx="3811">
                  <c:v>44054</c:v>
                </c:pt>
                <c:pt idx="3812">
                  <c:v>44055</c:v>
                </c:pt>
                <c:pt idx="3813">
                  <c:v>44056</c:v>
                </c:pt>
                <c:pt idx="3814">
                  <c:v>44057</c:v>
                </c:pt>
                <c:pt idx="3815">
                  <c:v>44060</c:v>
                </c:pt>
                <c:pt idx="3816">
                  <c:v>44061</c:v>
                </c:pt>
                <c:pt idx="3817">
                  <c:v>44062</c:v>
                </c:pt>
                <c:pt idx="3818">
                  <c:v>44063</c:v>
                </c:pt>
                <c:pt idx="3819">
                  <c:v>44064</c:v>
                </c:pt>
                <c:pt idx="3820">
                  <c:v>44067</c:v>
                </c:pt>
                <c:pt idx="3821">
                  <c:v>44068</c:v>
                </c:pt>
                <c:pt idx="3822">
                  <c:v>44069</c:v>
                </c:pt>
                <c:pt idx="3823">
                  <c:v>44070</c:v>
                </c:pt>
                <c:pt idx="3824">
                  <c:v>44071</c:v>
                </c:pt>
                <c:pt idx="3825">
                  <c:v>44074</c:v>
                </c:pt>
                <c:pt idx="3826">
                  <c:v>44075</c:v>
                </c:pt>
                <c:pt idx="3827">
                  <c:v>44076</c:v>
                </c:pt>
                <c:pt idx="3828">
                  <c:v>44077</c:v>
                </c:pt>
                <c:pt idx="3829">
                  <c:v>44078</c:v>
                </c:pt>
                <c:pt idx="3830">
                  <c:v>44081</c:v>
                </c:pt>
                <c:pt idx="3831">
                  <c:v>44082</c:v>
                </c:pt>
                <c:pt idx="3832">
                  <c:v>44083</c:v>
                </c:pt>
                <c:pt idx="3833">
                  <c:v>44084</c:v>
                </c:pt>
                <c:pt idx="3834">
                  <c:v>44085</c:v>
                </c:pt>
                <c:pt idx="3835">
                  <c:v>44088</c:v>
                </c:pt>
                <c:pt idx="3836">
                  <c:v>44089</c:v>
                </c:pt>
                <c:pt idx="3837">
                  <c:v>44090</c:v>
                </c:pt>
                <c:pt idx="3838">
                  <c:v>44091</c:v>
                </c:pt>
                <c:pt idx="3839">
                  <c:v>44092</c:v>
                </c:pt>
                <c:pt idx="3840">
                  <c:v>44095</c:v>
                </c:pt>
                <c:pt idx="3841">
                  <c:v>44096</c:v>
                </c:pt>
                <c:pt idx="3842">
                  <c:v>44097</c:v>
                </c:pt>
                <c:pt idx="3843">
                  <c:v>44098</c:v>
                </c:pt>
                <c:pt idx="3844">
                  <c:v>44099</c:v>
                </c:pt>
                <c:pt idx="3845">
                  <c:v>44102</c:v>
                </c:pt>
                <c:pt idx="3846">
                  <c:v>44103</c:v>
                </c:pt>
                <c:pt idx="3847">
                  <c:v>44104</c:v>
                </c:pt>
                <c:pt idx="3848">
                  <c:v>44105</c:v>
                </c:pt>
                <c:pt idx="3849">
                  <c:v>44106</c:v>
                </c:pt>
                <c:pt idx="3850">
                  <c:v>44109</c:v>
                </c:pt>
                <c:pt idx="3851">
                  <c:v>44110</c:v>
                </c:pt>
                <c:pt idx="3852">
                  <c:v>44111</c:v>
                </c:pt>
                <c:pt idx="3853">
                  <c:v>44112</c:v>
                </c:pt>
                <c:pt idx="3854">
                  <c:v>44113</c:v>
                </c:pt>
                <c:pt idx="3855">
                  <c:v>44116</c:v>
                </c:pt>
                <c:pt idx="3856">
                  <c:v>44117</c:v>
                </c:pt>
                <c:pt idx="3857">
                  <c:v>44118</c:v>
                </c:pt>
                <c:pt idx="3858">
                  <c:v>44119</c:v>
                </c:pt>
                <c:pt idx="3859">
                  <c:v>44120</c:v>
                </c:pt>
                <c:pt idx="3860">
                  <c:v>44123</c:v>
                </c:pt>
                <c:pt idx="3861">
                  <c:v>44124</c:v>
                </c:pt>
                <c:pt idx="3862">
                  <c:v>44125</c:v>
                </c:pt>
                <c:pt idx="3863">
                  <c:v>44126</c:v>
                </c:pt>
                <c:pt idx="3864">
                  <c:v>44127</c:v>
                </c:pt>
                <c:pt idx="3865">
                  <c:v>44130</c:v>
                </c:pt>
                <c:pt idx="3866">
                  <c:v>44131</c:v>
                </c:pt>
                <c:pt idx="3867">
                  <c:v>44132</c:v>
                </c:pt>
                <c:pt idx="3868">
                  <c:v>44133</c:v>
                </c:pt>
                <c:pt idx="3869">
                  <c:v>44134</c:v>
                </c:pt>
                <c:pt idx="3870">
                  <c:v>44137</c:v>
                </c:pt>
                <c:pt idx="3871">
                  <c:v>44138</c:v>
                </c:pt>
                <c:pt idx="3872">
                  <c:v>44139</c:v>
                </c:pt>
                <c:pt idx="3873">
                  <c:v>44140</c:v>
                </c:pt>
                <c:pt idx="3874">
                  <c:v>44141</c:v>
                </c:pt>
                <c:pt idx="3875">
                  <c:v>44144</c:v>
                </c:pt>
                <c:pt idx="3876">
                  <c:v>44145</c:v>
                </c:pt>
                <c:pt idx="3877">
                  <c:v>44146</c:v>
                </c:pt>
                <c:pt idx="3878">
                  <c:v>44147</c:v>
                </c:pt>
                <c:pt idx="3879">
                  <c:v>44148</c:v>
                </c:pt>
                <c:pt idx="3880">
                  <c:v>44151</c:v>
                </c:pt>
                <c:pt idx="3881">
                  <c:v>44152</c:v>
                </c:pt>
                <c:pt idx="3882">
                  <c:v>44153</c:v>
                </c:pt>
                <c:pt idx="3883">
                  <c:v>44154</c:v>
                </c:pt>
                <c:pt idx="3884">
                  <c:v>44155</c:v>
                </c:pt>
                <c:pt idx="3885">
                  <c:v>44158</c:v>
                </c:pt>
                <c:pt idx="3886">
                  <c:v>44159</c:v>
                </c:pt>
                <c:pt idx="3887">
                  <c:v>44160</c:v>
                </c:pt>
                <c:pt idx="3888">
                  <c:v>44161</c:v>
                </c:pt>
                <c:pt idx="3889">
                  <c:v>44162</c:v>
                </c:pt>
                <c:pt idx="3890">
                  <c:v>44165</c:v>
                </c:pt>
                <c:pt idx="3891">
                  <c:v>44166</c:v>
                </c:pt>
                <c:pt idx="3892">
                  <c:v>44167</c:v>
                </c:pt>
                <c:pt idx="3893">
                  <c:v>44168</c:v>
                </c:pt>
                <c:pt idx="3894">
                  <c:v>44169</c:v>
                </c:pt>
                <c:pt idx="3895">
                  <c:v>44172</c:v>
                </c:pt>
                <c:pt idx="3896">
                  <c:v>44173</c:v>
                </c:pt>
                <c:pt idx="3897">
                  <c:v>44174</c:v>
                </c:pt>
                <c:pt idx="3898">
                  <c:v>44175</c:v>
                </c:pt>
                <c:pt idx="3899">
                  <c:v>44176</c:v>
                </c:pt>
                <c:pt idx="3900">
                  <c:v>44179</c:v>
                </c:pt>
                <c:pt idx="3901">
                  <c:v>44180</c:v>
                </c:pt>
                <c:pt idx="3902">
                  <c:v>44181</c:v>
                </c:pt>
                <c:pt idx="3903">
                  <c:v>44182</c:v>
                </c:pt>
                <c:pt idx="3904">
                  <c:v>44183</c:v>
                </c:pt>
                <c:pt idx="3905">
                  <c:v>44186</c:v>
                </c:pt>
                <c:pt idx="3906">
                  <c:v>44187</c:v>
                </c:pt>
                <c:pt idx="3907">
                  <c:v>44188</c:v>
                </c:pt>
                <c:pt idx="3908">
                  <c:v>44189</c:v>
                </c:pt>
                <c:pt idx="3909">
                  <c:v>44190</c:v>
                </c:pt>
                <c:pt idx="3910">
                  <c:v>44193</c:v>
                </c:pt>
                <c:pt idx="3911">
                  <c:v>44194</c:v>
                </c:pt>
                <c:pt idx="3912">
                  <c:v>44195</c:v>
                </c:pt>
                <c:pt idx="3913">
                  <c:v>44196</c:v>
                </c:pt>
                <c:pt idx="3914">
                  <c:v>44197</c:v>
                </c:pt>
                <c:pt idx="3915">
                  <c:v>44200</c:v>
                </c:pt>
                <c:pt idx="3916">
                  <c:v>44201</c:v>
                </c:pt>
                <c:pt idx="3917">
                  <c:v>44202</c:v>
                </c:pt>
                <c:pt idx="3918">
                  <c:v>44203</c:v>
                </c:pt>
                <c:pt idx="3919">
                  <c:v>44204</c:v>
                </c:pt>
                <c:pt idx="3920">
                  <c:v>44207</c:v>
                </c:pt>
                <c:pt idx="3921">
                  <c:v>44208</c:v>
                </c:pt>
                <c:pt idx="3922">
                  <c:v>44209</c:v>
                </c:pt>
                <c:pt idx="3923">
                  <c:v>44210</c:v>
                </c:pt>
                <c:pt idx="3924">
                  <c:v>44211</c:v>
                </c:pt>
                <c:pt idx="3925">
                  <c:v>44214</c:v>
                </c:pt>
                <c:pt idx="3926">
                  <c:v>44215</c:v>
                </c:pt>
                <c:pt idx="3927">
                  <c:v>44216</c:v>
                </c:pt>
                <c:pt idx="3928">
                  <c:v>44217</c:v>
                </c:pt>
                <c:pt idx="3929">
                  <c:v>44218</c:v>
                </c:pt>
                <c:pt idx="3930">
                  <c:v>44221</c:v>
                </c:pt>
                <c:pt idx="3931">
                  <c:v>44222</c:v>
                </c:pt>
                <c:pt idx="3932">
                  <c:v>44223</c:v>
                </c:pt>
                <c:pt idx="3933">
                  <c:v>44224</c:v>
                </c:pt>
                <c:pt idx="3934">
                  <c:v>44225</c:v>
                </c:pt>
                <c:pt idx="3935">
                  <c:v>44228</c:v>
                </c:pt>
                <c:pt idx="3936">
                  <c:v>44229</c:v>
                </c:pt>
                <c:pt idx="3937">
                  <c:v>44230</c:v>
                </c:pt>
                <c:pt idx="3938">
                  <c:v>44231</c:v>
                </c:pt>
                <c:pt idx="3939">
                  <c:v>44232</c:v>
                </c:pt>
                <c:pt idx="3940">
                  <c:v>44235</c:v>
                </c:pt>
                <c:pt idx="3941">
                  <c:v>44236</c:v>
                </c:pt>
                <c:pt idx="3942">
                  <c:v>44237</c:v>
                </c:pt>
                <c:pt idx="3943">
                  <c:v>44238</c:v>
                </c:pt>
                <c:pt idx="3944">
                  <c:v>44239</c:v>
                </c:pt>
                <c:pt idx="3945">
                  <c:v>44242</c:v>
                </c:pt>
                <c:pt idx="3946">
                  <c:v>44243</c:v>
                </c:pt>
                <c:pt idx="3947">
                  <c:v>44244</c:v>
                </c:pt>
                <c:pt idx="3948">
                  <c:v>44245</c:v>
                </c:pt>
                <c:pt idx="3949">
                  <c:v>44246</c:v>
                </c:pt>
                <c:pt idx="3950">
                  <c:v>44249</c:v>
                </c:pt>
                <c:pt idx="3951">
                  <c:v>44250</c:v>
                </c:pt>
                <c:pt idx="3952">
                  <c:v>44251</c:v>
                </c:pt>
                <c:pt idx="3953">
                  <c:v>44252</c:v>
                </c:pt>
                <c:pt idx="3954">
                  <c:v>44253</c:v>
                </c:pt>
                <c:pt idx="3955">
                  <c:v>44256</c:v>
                </c:pt>
                <c:pt idx="3956">
                  <c:v>44257</c:v>
                </c:pt>
                <c:pt idx="3957">
                  <c:v>44258</c:v>
                </c:pt>
                <c:pt idx="3958">
                  <c:v>44259</c:v>
                </c:pt>
                <c:pt idx="3959">
                  <c:v>44260</c:v>
                </c:pt>
                <c:pt idx="3960">
                  <c:v>44263</c:v>
                </c:pt>
                <c:pt idx="3961">
                  <c:v>44264</c:v>
                </c:pt>
                <c:pt idx="3962">
                  <c:v>44265</c:v>
                </c:pt>
                <c:pt idx="3963">
                  <c:v>44266</c:v>
                </c:pt>
                <c:pt idx="3964">
                  <c:v>44267</c:v>
                </c:pt>
                <c:pt idx="3965">
                  <c:v>44270</c:v>
                </c:pt>
                <c:pt idx="3966">
                  <c:v>44271</c:v>
                </c:pt>
                <c:pt idx="3967">
                  <c:v>44272</c:v>
                </c:pt>
                <c:pt idx="3968">
                  <c:v>44273</c:v>
                </c:pt>
                <c:pt idx="3969">
                  <c:v>44274</c:v>
                </c:pt>
                <c:pt idx="3970">
                  <c:v>44277</c:v>
                </c:pt>
                <c:pt idx="3971">
                  <c:v>44278</c:v>
                </c:pt>
                <c:pt idx="3972">
                  <c:v>44279</c:v>
                </c:pt>
                <c:pt idx="3973">
                  <c:v>44280</c:v>
                </c:pt>
                <c:pt idx="3974">
                  <c:v>44281</c:v>
                </c:pt>
                <c:pt idx="3975">
                  <c:v>44284</c:v>
                </c:pt>
                <c:pt idx="3976">
                  <c:v>44285</c:v>
                </c:pt>
                <c:pt idx="3977">
                  <c:v>44286</c:v>
                </c:pt>
                <c:pt idx="3978">
                  <c:v>44287</c:v>
                </c:pt>
                <c:pt idx="3979">
                  <c:v>44288</c:v>
                </c:pt>
                <c:pt idx="3980">
                  <c:v>44291</c:v>
                </c:pt>
                <c:pt idx="3981">
                  <c:v>44292</c:v>
                </c:pt>
                <c:pt idx="3982">
                  <c:v>44293</c:v>
                </c:pt>
                <c:pt idx="3983">
                  <c:v>44294</c:v>
                </c:pt>
                <c:pt idx="3984">
                  <c:v>44295</c:v>
                </c:pt>
                <c:pt idx="3985">
                  <c:v>44298</c:v>
                </c:pt>
                <c:pt idx="3986">
                  <c:v>44299</c:v>
                </c:pt>
                <c:pt idx="3987">
                  <c:v>44300</c:v>
                </c:pt>
                <c:pt idx="3988">
                  <c:v>44301</c:v>
                </c:pt>
                <c:pt idx="3989">
                  <c:v>44302</c:v>
                </c:pt>
                <c:pt idx="3990">
                  <c:v>44305</c:v>
                </c:pt>
                <c:pt idx="3991">
                  <c:v>44306</c:v>
                </c:pt>
                <c:pt idx="3992">
                  <c:v>44307</c:v>
                </c:pt>
                <c:pt idx="3993">
                  <c:v>44308</c:v>
                </c:pt>
                <c:pt idx="3994">
                  <c:v>44309</c:v>
                </c:pt>
                <c:pt idx="3995">
                  <c:v>44312</c:v>
                </c:pt>
                <c:pt idx="3996">
                  <c:v>44313</c:v>
                </c:pt>
                <c:pt idx="3997">
                  <c:v>44314</c:v>
                </c:pt>
                <c:pt idx="3998">
                  <c:v>44315</c:v>
                </c:pt>
                <c:pt idx="3999">
                  <c:v>44316</c:v>
                </c:pt>
                <c:pt idx="4000">
                  <c:v>44319</c:v>
                </c:pt>
                <c:pt idx="4001">
                  <c:v>44320</c:v>
                </c:pt>
                <c:pt idx="4002">
                  <c:v>44321</c:v>
                </c:pt>
                <c:pt idx="4003">
                  <c:v>44322</c:v>
                </c:pt>
                <c:pt idx="4004">
                  <c:v>44323</c:v>
                </c:pt>
                <c:pt idx="4005">
                  <c:v>44326</c:v>
                </c:pt>
                <c:pt idx="4006">
                  <c:v>44327</c:v>
                </c:pt>
                <c:pt idx="4007">
                  <c:v>44328</c:v>
                </c:pt>
                <c:pt idx="4008">
                  <c:v>44329</c:v>
                </c:pt>
                <c:pt idx="4009">
                  <c:v>44330</c:v>
                </c:pt>
                <c:pt idx="4010">
                  <c:v>44333</c:v>
                </c:pt>
                <c:pt idx="4011">
                  <c:v>44334</c:v>
                </c:pt>
                <c:pt idx="4012">
                  <c:v>44335</c:v>
                </c:pt>
                <c:pt idx="4013">
                  <c:v>44336</c:v>
                </c:pt>
                <c:pt idx="4014">
                  <c:v>44337</c:v>
                </c:pt>
                <c:pt idx="4015">
                  <c:v>44340</c:v>
                </c:pt>
                <c:pt idx="4016">
                  <c:v>44341</c:v>
                </c:pt>
                <c:pt idx="4017">
                  <c:v>44342</c:v>
                </c:pt>
                <c:pt idx="4018">
                  <c:v>44343</c:v>
                </c:pt>
                <c:pt idx="4019">
                  <c:v>44344</c:v>
                </c:pt>
                <c:pt idx="4020">
                  <c:v>44347</c:v>
                </c:pt>
                <c:pt idx="4021">
                  <c:v>44348</c:v>
                </c:pt>
                <c:pt idx="4022">
                  <c:v>44349</c:v>
                </c:pt>
                <c:pt idx="4023">
                  <c:v>44350</c:v>
                </c:pt>
                <c:pt idx="4024">
                  <c:v>44351</c:v>
                </c:pt>
                <c:pt idx="4025">
                  <c:v>44354</c:v>
                </c:pt>
                <c:pt idx="4026">
                  <c:v>44355</c:v>
                </c:pt>
                <c:pt idx="4027">
                  <c:v>44356</c:v>
                </c:pt>
                <c:pt idx="4028">
                  <c:v>44357</c:v>
                </c:pt>
                <c:pt idx="4029">
                  <c:v>44358</c:v>
                </c:pt>
                <c:pt idx="4030">
                  <c:v>44361</c:v>
                </c:pt>
                <c:pt idx="4031">
                  <c:v>44362</c:v>
                </c:pt>
                <c:pt idx="4032">
                  <c:v>44363</c:v>
                </c:pt>
                <c:pt idx="4033">
                  <c:v>44364</c:v>
                </c:pt>
                <c:pt idx="4034">
                  <c:v>44365</c:v>
                </c:pt>
                <c:pt idx="4035">
                  <c:v>44368</c:v>
                </c:pt>
                <c:pt idx="4036">
                  <c:v>44369</c:v>
                </c:pt>
                <c:pt idx="4037">
                  <c:v>44370</c:v>
                </c:pt>
                <c:pt idx="4038">
                  <c:v>44371</c:v>
                </c:pt>
                <c:pt idx="4039">
                  <c:v>44372</c:v>
                </c:pt>
                <c:pt idx="4040">
                  <c:v>44375</c:v>
                </c:pt>
                <c:pt idx="4041">
                  <c:v>44376</c:v>
                </c:pt>
                <c:pt idx="4042">
                  <c:v>44377</c:v>
                </c:pt>
                <c:pt idx="4043">
                  <c:v>44378</c:v>
                </c:pt>
                <c:pt idx="4044">
                  <c:v>44379</c:v>
                </c:pt>
                <c:pt idx="4045">
                  <c:v>44382</c:v>
                </c:pt>
                <c:pt idx="4046">
                  <c:v>44383</c:v>
                </c:pt>
                <c:pt idx="4047">
                  <c:v>44384</c:v>
                </c:pt>
                <c:pt idx="4048">
                  <c:v>44385</c:v>
                </c:pt>
                <c:pt idx="4049">
                  <c:v>44386</c:v>
                </c:pt>
                <c:pt idx="4050">
                  <c:v>44389</c:v>
                </c:pt>
                <c:pt idx="4051">
                  <c:v>44390</c:v>
                </c:pt>
                <c:pt idx="4052">
                  <c:v>44391</c:v>
                </c:pt>
                <c:pt idx="4053">
                  <c:v>44392</c:v>
                </c:pt>
                <c:pt idx="4054">
                  <c:v>44393</c:v>
                </c:pt>
                <c:pt idx="4055">
                  <c:v>44396</c:v>
                </c:pt>
                <c:pt idx="4056">
                  <c:v>44397</c:v>
                </c:pt>
                <c:pt idx="4057">
                  <c:v>44398</c:v>
                </c:pt>
                <c:pt idx="4058">
                  <c:v>44399</c:v>
                </c:pt>
                <c:pt idx="4059">
                  <c:v>44400</c:v>
                </c:pt>
                <c:pt idx="4060">
                  <c:v>44403</c:v>
                </c:pt>
                <c:pt idx="4061">
                  <c:v>44404</c:v>
                </c:pt>
                <c:pt idx="4062">
                  <c:v>44405</c:v>
                </c:pt>
                <c:pt idx="4063">
                  <c:v>44406</c:v>
                </c:pt>
                <c:pt idx="4064">
                  <c:v>44407</c:v>
                </c:pt>
                <c:pt idx="4065">
                  <c:v>44410</c:v>
                </c:pt>
                <c:pt idx="4066">
                  <c:v>44411</c:v>
                </c:pt>
                <c:pt idx="4067">
                  <c:v>44412</c:v>
                </c:pt>
                <c:pt idx="4068">
                  <c:v>44413</c:v>
                </c:pt>
                <c:pt idx="4069">
                  <c:v>44414</c:v>
                </c:pt>
                <c:pt idx="4070">
                  <c:v>44417</c:v>
                </c:pt>
                <c:pt idx="4071">
                  <c:v>44418</c:v>
                </c:pt>
                <c:pt idx="4072">
                  <c:v>44419</c:v>
                </c:pt>
                <c:pt idx="4073">
                  <c:v>44420</c:v>
                </c:pt>
                <c:pt idx="4074">
                  <c:v>44421</c:v>
                </c:pt>
                <c:pt idx="4075">
                  <c:v>44424</c:v>
                </c:pt>
                <c:pt idx="4076">
                  <c:v>44425</c:v>
                </c:pt>
                <c:pt idx="4077">
                  <c:v>44426</c:v>
                </c:pt>
                <c:pt idx="4078">
                  <c:v>44427</c:v>
                </c:pt>
                <c:pt idx="4079">
                  <c:v>44428</c:v>
                </c:pt>
                <c:pt idx="4080">
                  <c:v>44431</c:v>
                </c:pt>
                <c:pt idx="4081">
                  <c:v>44432</c:v>
                </c:pt>
                <c:pt idx="4082">
                  <c:v>44433</c:v>
                </c:pt>
                <c:pt idx="4083">
                  <c:v>44434</c:v>
                </c:pt>
                <c:pt idx="4084">
                  <c:v>44435</c:v>
                </c:pt>
                <c:pt idx="4085">
                  <c:v>44438</c:v>
                </c:pt>
                <c:pt idx="4086">
                  <c:v>44439</c:v>
                </c:pt>
                <c:pt idx="4087">
                  <c:v>44440</c:v>
                </c:pt>
                <c:pt idx="4088">
                  <c:v>44441</c:v>
                </c:pt>
                <c:pt idx="4089">
                  <c:v>44442</c:v>
                </c:pt>
                <c:pt idx="4090">
                  <c:v>44445</c:v>
                </c:pt>
                <c:pt idx="4091">
                  <c:v>44446</c:v>
                </c:pt>
                <c:pt idx="4092">
                  <c:v>44447</c:v>
                </c:pt>
                <c:pt idx="4093">
                  <c:v>44448</c:v>
                </c:pt>
                <c:pt idx="4094">
                  <c:v>44449</c:v>
                </c:pt>
                <c:pt idx="4095">
                  <c:v>44452</c:v>
                </c:pt>
                <c:pt idx="4096">
                  <c:v>44453</c:v>
                </c:pt>
                <c:pt idx="4097">
                  <c:v>44454</c:v>
                </c:pt>
                <c:pt idx="4098">
                  <c:v>44455</c:v>
                </c:pt>
                <c:pt idx="4099">
                  <c:v>44456</c:v>
                </c:pt>
                <c:pt idx="4100">
                  <c:v>44459</c:v>
                </c:pt>
                <c:pt idx="4101">
                  <c:v>44460</c:v>
                </c:pt>
                <c:pt idx="4102">
                  <c:v>44461</c:v>
                </c:pt>
                <c:pt idx="4103">
                  <c:v>44462</c:v>
                </c:pt>
                <c:pt idx="4104">
                  <c:v>44463</c:v>
                </c:pt>
                <c:pt idx="4105">
                  <c:v>44466</c:v>
                </c:pt>
                <c:pt idx="4106">
                  <c:v>44467</c:v>
                </c:pt>
                <c:pt idx="4107">
                  <c:v>44468</c:v>
                </c:pt>
                <c:pt idx="4108">
                  <c:v>44469</c:v>
                </c:pt>
                <c:pt idx="4109">
                  <c:v>44470</c:v>
                </c:pt>
                <c:pt idx="4110">
                  <c:v>44473</c:v>
                </c:pt>
                <c:pt idx="4111">
                  <c:v>44474</c:v>
                </c:pt>
                <c:pt idx="4112">
                  <c:v>44475</c:v>
                </c:pt>
                <c:pt idx="4113">
                  <c:v>44476</c:v>
                </c:pt>
                <c:pt idx="4114">
                  <c:v>44477</c:v>
                </c:pt>
                <c:pt idx="4115">
                  <c:v>44480</c:v>
                </c:pt>
                <c:pt idx="4116">
                  <c:v>44481</c:v>
                </c:pt>
                <c:pt idx="4117">
                  <c:v>44482</c:v>
                </c:pt>
                <c:pt idx="4118">
                  <c:v>44483</c:v>
                </c:pt>
                <c:pt idx="4119">
                  <c:v>44484</c:v>
                </c:pt>
                <c:pt idx="4120">
                  <c:v>44487</c:v>
                </c:pt>
                <c:pt idx="4121">
                  <c:v>44488</c:v>
                </c:pt>
                <c:pt idx="4122">
                  <c:v>44489</c:v>
                </c:pt>
                <c:pt idx="4123">
                  <c:v>44490</c:v>
                </c:pt>
                <c:pt idx="4124">
                  <c:v>44491</c:v>
                </c:pt>
                <c:pt idx="4125">
                  <c:v>44494</c:v>
                </c:pt>
                <c:pt idx="4126">
                  <c:v>44495</c:v>
                </c:pt>
                <c:pt idx="4127">
                  <c:v>44496</c:v>
                </c:pt>
                <c:pt idx="4128">
                  <c:v>44497</c:v>
                </c:pt>
                <c:pt idx="4129">
                  <c:v>44498</c:v>
                </c:pt>
                <c:pt idx="4130">
                  <c:v>44501</c:v>
                </c:pt>
                <c:pt idx="4131">
                  <c:v>44502</c:v>
                </c:pt>
                <c:pt idx="4132">
                  <c:v>44503</c:v>
                </c:pt>
                <c:pt idx="4133">
                  <c:v>44504</c:v>
                </c:pt>
                <c:pt idx="4134">
                  <c:v>44505</c:v>
                </c:pt>
                <c:pt idx="4135">
                  <c:v>44508</c:v>
                </c:pt>
                <c:pt idx="4136">
                  <c:v>44509</c:v>
                </c:pt>
                <c:pt idx="4137">
                  <c:v>44510</c:v>
                </c:pt>
                <c:pt idx="4138">
                  <c:v>44511</c:v>
                </c:pt>
                <c:pt idx="4139">
                  <c:v>44512</c:v>
                </c:pt>
                <c:pt idx="4140">
                  <c:v>44515</c:v>
                </c:pt>
                <c:pt idx="4141">
                  <c:v>44516</c:v>
                </c:pt>
                <c:pt idx="4142">
                  <c:v>44517</c:v>
                </c:pt>
                <c:pt idx="4143">
                  <c:v>44518</c:v>
                </c:pt>
                <c:pt idx="4144">
                  <c:v>44519</c:v>
                </c:pt>
                <c:pt idx="4145">
                  <c:v>44522</c:v>
                </c:pt>
                <c:pt idx="4146">
                  <c:v>44523</c:v>
                </c:pt>
                <c:pt idx="4147">
                  <c:v>44524</c:v>
                </c:pt>
                <c:pt idx="4148">
                  <c:v>44525</c:v>
                </c:pt>
                <c:pt idx="4149">
                  <c:v>44526</c:v>
                </c:pt>
                <c:pt idx="4150">
                  <c:v>44529</c:v>
                </c:pt>
                <c:pt idx="4151">
                  <c:v>44530</c:v>
                </c:pt>
                <c:pt idx="4152">
                  <c:v>44531</c:v>
                </c:pt>
                <c:pt idx="4153">
                  <c:v>44532</c:v>
                </c:pt>
                <c:pt idx="4154">
                  <c:v>44533</c:v>
                </c:pt>
                <c:pt idx="4155">
                  <c:v>44536</c:v>
                </c:pt>
                <c:pt idx="4156">
                  <c:v>44537</c:v>
                </c:pt>
                <c:pt idx="4157">
                  <c:v>44538</c:v>
                </c:pt>
                <c:pt idx="4158">
                  <c:v>44539</c:v>
                </c:pt>
                <c:pt idx="4159">
                  <c:v>44540</c:v>
                </c:pt>
                <c:pt idx="4160">
                  <c:v>44543</c:v>
                </c:pt>
                <c:pt idx="4161">
                  <c:v>44544</c:v>
                </c:pt>
                <c:pt idx="4162">
                  <c:v>44545</c:v>
                </c:pt>
                <c:pt idx="4163">
                  <c:v>44546</c:v>
                </c:pt>
                <c:pt idx="4164">
                  <c:v>44547</c:v>
                </c:pt>
                <c:pt idx="4165">
                  <c:v>44550</c:v>
                </c:pt>
                <c:pt idx="4166">
                  <c:v>44551</c:v>
                </c:pt>
                <c:pt idx="4167">
                  <c:v>44552</c:v>
                </c:pt>
                <c:pt idx="4168">
                  <c:v>44553</c:v>
                </c:pt>
                <c:pt idx="4169">
                  <c:v>44554</c:v>
                </c:pt>
                <c:pt idx="4170">
                  <c:v>44557</c:v>
                </c:pt>
                <c:pt idx="4171">
                  <c:v>44558</c:v>
                </c:pt>
                <c:pt idx="4172">
                  <c:v>44559</c:v>
                </c:pt>
                <c:pt idx="4173">
                  <c:v>44560</c:v>
                </c:pt>
                <c:pt idx="4174">
                  <c:v>44561</c:v>
                </c:pt>
                <c:pt idx="4175">
                  <c:v>44564</c:v>
                </c:pt>
                <c:pt idx="4176">
                  <c:v>44565</c:v>
                </c:pt>
                <c:pt idx="4177">
                  <c:v>44566</c:v>
                </c:pt>
                <c:pt idx="4178">
                  <c:v>44567</c:v>
                </c:pt>
                <c:pt idx="4179">
                  <c:v>44568</c:v>
                </c:pt>
                <c:pt idx="4180">
                  <c:v>44571</c:v>
                </c:pt>
                <c:pt idx="4181">
                  <c:v>44572</c:v>
                </c:pt>
                <c:pt idx="4182">
                  <c:v>44573</c:v>
                </c:pt>
                <c:pt idx="4183">
                  <c:v>44574</c:v>
                </c:pt>
                <c:pt idx="4184">
                  <c:v>44575</c:v>
                </c:pt>
                <c:pt idx="4185">
                  <c:v>44578</c:v>
                </c:pt>
                <c:pt idx="4186">
                  <c:v>44579</c:v>
                </c:pt>
                <c:pt idx="4187">
                  <c:v>44580</c:v>
                </c:pt>
                <c:pt idx="4188">
                  <c:v>44581</c:v>
                </c:pt>
                <c:pt idx="4189">
                  <c:v>44582</c:v>
                </c:pt>
                <c:pt idx="4190">
                  <c:v>44585</c:v>
                </c:pt>
                <c:pt idx="4191">
                  <c:v>44586</c:v>
                </c:pt>
                <c:pt idx="4192">
                  <c:v>44587</c:v>
                </c:pt>
                <c:pt idx="4193">
                  <c:v>44588</c:v>
                </c:pt>
                <c:pt idx="4194">
                  <c:v>44589</c:v>
                </c:pt>
                <c:pt idx="4195">
                  <c:v>44592</c:v>
                </c:pt>
                <c:pt idx="4196">
                  <c:v>44593</c:v>
                </c:pt>
                <c:pt idx="4197">
                  <c:v>44594</c:v>
                </c:pt>
                <c:pt idx="4198">
                  <c:v>44595</c:v>
                </c:pt>
                <c:pt idx="4199">
                  <c:v>44596</c:v>
                </c:pt>
                <c:pt idx="4200">
                  <c:v>44599</c:v>
                </c:pt>
                <c:pt idx="4201">
                  <c:v>44600</c:v>
                </c:pt>
                <c:pt idx="4202">
                  <c:v>44601</c:v>
                </c:pt>
                <c:pt idx="4203">
                  <c:v>44602</c:v>
                </c:pt>
                <c:pt idx="4204">
                  <c:v>44603</c:v>
                </c:pt>
                <c:pt idx="4205">
                  <c:v>44606</c:v>
                </c:pt>
                <c:pt idx="4206">
                  <c:v>44607</c:v>
                </c:pt>
                <c:pt idx="4207">
                  <c:v>44608</c:v>
                </c:pt>
                <c:pt idx="4208">
                  <c:v>44609</c:v>
                </c:pt>
                <c:pt idx="4209">
                  <c:v>44610</c:v>
                </c:pt>
                <c:pt idx="4210">
                  <c:v>44613</c:v>
                </c:pt>
                <c:pt idx="4211">
                  <c:v>44614</c:v>
                </c:pt>
                <c:pt idx="4212">
                  <c:v>44615</c:v>
                </c:pt>
                <c:pt idx="4213">
                  <c:v>44616</c:v>
                </c:pt>
                <c:pt idx="4214">
                  <c:v>44617</c:v>
                </c:pt>
                <c:pt idx="4215">
                  <c:v>44620</c:v>
                </c:pt>
                <c:pt idx="4216">
                  <c:v>44621</c:v>
                </c:pt>
                <c:pt idx="4217">
                  <c:v>44622</c:v>
                </c:pt>
                <c:pt idx="4218">
                  <c:v>44623</c:v>
                </c:pt>
                <c:pt idx="4219">
                  <c:v>44624</c:v>
                </c:pt>
                <c:pt idx="4220">
                  <c:v>44627</c:v>
                </c:pt>
                <c:pt idx="4221">
                  <c:v>44628</c:v>
                </c:pt>
                <c:pt idx="4222">
                  <c:v>44629</c:v>
                </c:pt>
                <c:pt idx="4223">
                  <c:v>44630</c:v>
                </c:pt>
                <c:pt idx="4224">
                  <c:v>44631</c:v>
                </c:pt>
                <c:pt idx="4225">
                  <c:v>44634</c:v>
                </c:pt>
                <c:pt idx="4226">
                  <c:v>44635</c:v>
                </c:pt>
                <c:pt idx="4227">
                  <c:v>44636</c:v>
                </c:pt>
                <c:pt idx="4228">
                  <c:v>44637</c:v>
                </c:pt>
                <c:pt idx="4229">
                  <c:v>44638</c:v>
                </c:pt>
                <c:pt idx="4230">
                  <c:v>44641</c:v>
                </c:pt>
                <c:pt idx="4231">
                  <c:v>44642</c:v>
                </c:pt>
                <c:pt idx="4232">
                  <c:v>44643</c:v>
                </c:pt>
                <c:pt idx="4233">
                  <c:v>44644</c:v>
                </c:pt>
                <c:pt idx="4234">
                  <c:v>44645</c:v>
                </c:pt>
                <c:pt idx="4235">
                  <c:v>44648</c:v>
                </c:pt>
                <c:pt idx="4236">
                  <c:v>44649</c:v>
                </c:pt>
                <c:pt idx="4237">
                  <c:v>44650</c:v>
                </c:pt>
                <c:pt idx="4238">
                  <c:v>44651</c:v>
                </c:pt>
                <c:pt idx="4239">
                  <c:v>44652</c:v>
                </c:pt>
                <c:pt idx="4240">
                  <c:v>44655</c:v>
                </c:pt>
                <c:pt idx="4241">
                  <c:v>44656</c:v>
                </c:pt>
                <c:pt idx="4242">
                  <c:v>44657</c:v>
                </c:pt>
                <c:pt idx="4243">
                  <c:v>44658</c:v>
                </c:pt>
                <c:pt idx="4244">
                  <c:v>44659</c:v>
                </c:pt>
                <c:pt idx="4245">
                  <c:v>44662</c:v>
                </c:pt>
                <c:pt idx="4246">
                  <c:v>44663</c:v>
                </c:pt>
                <c:pt idx="4247">
                  <c:v>44664</c:v>
                </c:pt>
                <c:pt idx="4248">
                  <c:v>44665</c:v>
                </c:pt>
                <c:pt idx="4249">
                  <c:v>44666</c:v>
                </c:pt>
                <c:pt idx="4250">
                  <c:v>44669</c:v>
                </c:pt>
                <c:pt idx="4251">
                  <c:v>44670</c:v>
                </c:pt>
                <c:pt idx="4252">
                  <c:v>44671</c:v>
                </c:pt>
                <c:pt idx="4253">
                  <c:v>44672</c:v>
                </c:pt>
                <c:pt idx="4254">
                  <c:v>44673</c:v>
                </c:pt>
                <c:pt idx="4255">
                  <c:v>44676</c:v>
                </c:pt>
                <c:pt idx="4256">
                  <c:v>44677</c:v>
                </c:pt>
                <c:pt idx="4257">
                  <c:v>44678</c:v>
                </c:pt>
                <c:pt idx="4258">
                  <c:v>44679</c:v>
                </c:pt>
                <c:pt idx="4259">
                  <c:v>44680</c:v>
                </c:pt>
                <c:pt idx="4260">
                  <c:v>44683</c:v>
                </c:pt>
                <c:pt idx="4261">
                  <c:v>44684</c:v>
                </c:pt>
                <c:pt idx="4262">
                  <c:v>44685</c:v>
                </c:pt>
                <c:pt idx="4263">
                  <c:v>44686</c:v>
                </c:pt>
                <c:pt idx="4264">
                  <c:v>44687</c:v>
                </c:pt>
                <c:pt idx="4265">
                  <c:v>44690</c:v>
                </c:pt>
                <c:pt idx="4266">
                  <c:v>44691</c:v>
                </c:pt>
                <c:pt idx="4267">
                  <c:v>44692</c:v>
                </c:pt>
                <c:pt idx="4268">
                  <c:v>44693</c:v>
                </c:pt>
                <c:pt idx="4269">
                  <c:v>44694</c:v>
                </c:pt>
                <c:pt idx="4270">
                  <c:v>44697</c:v>
                </c:pt>
                <c:pt idx="4271">
                  <c:v>44698</c:v>
                </c:pt>
                <c:pt idx="4272">
                  <c:v>44699</c:v>
                </c:pt>
                <c:pt idx="4273">
                  <c:v>44700</c:v>
                </c:pt>
                <c:pt idx="4274">
                  <c:v>44701</c:v>
                </c:pt>
                <c:pt idx="4275">
                  <c:v>44704</c:v>
                </c:pt>
                <c:pt idx="4276">
                  <c:v>44705</c:v>
                </c:pt>
                <c:pt idx="4277">
                  <c:v>44706</c:v>
                </c:pt>
                <c:pt idx="4278">
                  <c:v>44707</c:v>
                </c:pt>
                <c:pt idx="4279">
                  <c:v>44708</c:v>
                </c:pt>
                <c:pt idx="4280">
                  <c:v>44711</c:v>
                </c:pt>
                <c:pt idx="4281">
                  <c:v>44712</c:v>
                </c:pt>
                <c:pt idx="4282">
                  <c:v>44713</c:v>
                </c:pt>
                <c:pt idx="4283">
                  <c:v>44714</c:v>
                </c:pt>
                <c:pt idx="4284">
                  <c:v>44715</c:v>
                </c:pt>
                <c:pt idx="4285">
                  <c:v>44718</c:v>
                </c:pt>
                <c:pt idx="4286">
                  <c:v>44719</c:v>
                </c:pt>
                <c:pt idx="4287">
                  <c:v>44720</c:v>
                </c:pt>
                <c:pt idx="4288">
                  <c:v>44721</c:v>
                </c:pt>
                <c:pt idx="4289">
                  <c:v>44722</c:v>
                </c:pt>
                <c:pt idx="4290">
                  <c:v>44725</c:v>
                </c:pt>
                <c:pt idx="4291">
                  <c:v>44726</c:v>
                </c:pt>
                <c:pt idx="4292">
                  <c:v>44727</c:v>
                </c:pt>
                <c:pt idx="4293">
                  <c:v>44728</c:v>
                </c:pt>
                <c:pt idx="4294">
                  <c:v>44729</c:v>
                </c:pt>
                <c:pt idx="4295">
                  <c:v>44732</c:v>
                </c:pt>
                <c:pt idx="4296">
                  <c:v>44733</c:v>
                </c:pt>
                <c:pt idx="4297">
                  <c:v>44734</c:v>
                </c:pt>
                <c:pt idx="4298">
                  <c:v>44735</c:v>
                </c:pt>
                <c:pt idx="4299">
                  <c:v>44736</c:v>
                </c:pt>
                <c:pt idx="4300">
                  <c:v>44739</c:v>
                </c:pt>
                <c:pt idx="4301">
                  <c:v>44740</c:v>
                </c:pt>
                <c:pt idx="4302">
                  <c:v>44741</c:v>
                </c:pt>
                <c:pt idx="4303">
                  <c:v>44742</c:v>
                </c:pt>
                <c:pt idx="4304">
                  <c:v>44743</c:v>
                </c:pt>
                <c:pt idx="4305">
                  <c:v>44746</c:v>
                </c:pt>
                <c:pt idx="4306">
                  <c:v>44747</c:v>
                </c:pt>
                <c:pt idx="4307">
                  <c:v>44748</c:v>
                </c:pt>
                <c:pt idx="4308">
                  <c:v>44749</c:v>
                </c:pt>
                <c:pt idx="4309">
                  <c:v>44750</c:v>
                </c:pt>
                <c:pt idx="4310">
                  <c:v>44753</c:v>
                </c:pt>
                <c:pt idx="4311">
                  <c:v>44754</c:v>
                </c:pt>
                <c:pt idx="4312">
                  <c:v>44755</c:v>
                </c:pt>
                <c:pt idx="4313">
                  <c:v>44756</c:v>
                </c:pt>
                <c:pt idx="4314">
                  <c:v>44757</c:v>
                </c:pt>
                <c:pt idx="4315">
                  <c:v>44760</c:v>
                </c:pt>
                <c:pt idx="4316">
                  <c:v>44761</c:v>
                </c:pt>
                <c:pt idx="4317">
                  <c:v>44762</c:v>
                </c:pt>
                <c:pt idx="4318">
                  <c:v>44763</c:v>
                </c:pt>
                <c:pt idx="4319">
                  <c:v>44764</c:v>
                </c:pt>
                <c:pt idx="4320">
                  <c:v>44767</c:v>
                </c:pt>
                <c:pt idx="4321">
                  <c:v>44768</c:v>
                </c:pt>
                <c:pt idx="4322">
                  <c:v>44769</c:v>
                </c:pt>
                <c:pt idx="4323">
                  <c:v>44770</c:v>
                </c:pt>
                <c:pt idx="4324">
                  <c:v>44771</c:v>
                </c:pt>
                <c:pt idx="4325">
                  <c:v>44774</c:v>
                </c:pt>
                <c:pt idx="4326">
                  <c:v>44775</c:v>
                </c:pt>
                <c:pt idx="4327">
                  <c:v>44776</c:v>
                </c:pt>
                <c:pt idx="4328">
                  <c:v>44777</c:v>
                </c:pt>
                <c:pt idx="4329">
                  <c:v>44778</c:v>
                </c:pt>
                <c:pt idx="4330">
                  <c:v>44781</c:v>
                </c:pt>
                <c:pt idx="4331">
                  <c:v>44782</c:v>
                </c:pt>
                <c:pt idx="4332">
                  <c:v>44783</c:v>
                </c:pt>
                <c:pt idx="4333">
                  <c:v>44784</c:v>
                </c:pt>
                <c:pt idx="4334">
                  <c:v>44785</c:v>
                </c:pt>
                <c:pt idx="4335">
                  <c:v>44788</c:v>
                </c:pt>
                <c:pt idx="4336">
                  <c:v>44789</c:v>
                </c:pt>
                <c:pt idx="4337">
                  <c:v>44790</c:v>
                </c:pt>
                <c:pt idx="4338">
                  <c:v>44791</c:v>
                </c:pt>
                <c:pt idx="4339">
                  <c:v>44792</c:v>
                </c:pt>
                <c:pt idx="4340">
                  <c:v>44795</c:v>
                </c:pt>
                <c:pt idx="4341">
                  <c:v>44796</c:v>
                </c:pt>
                <c:pt idx="4342">
                  <c:v>44797</c:v>
                </c:pt>
                <c:pt idx="4343">
                  <c:v>44798</c:v>
                </c:pt>
                <c:pt idx="4344">
                  <c:v>44799</c:v>
                </c:pt>
                <c:pt idx="4345">
                  <c:v>44802</c:v>
                </c:pt>
                <c:pt idx="4346">
                  <c:v>44803</c:v>
                </c:pt>
                <c:pt idx="4347">
                  <c:v>44804</c:v>
                </c:pt>
                <c:pt idx="4348">
                  <c:v>44805</c:v>
                </c:pt>
                <c:pt idx="4349">
                  <c:v>44806</c:v>
                </c:pt>
                <c:pt idx="4350">
                  <c:v>44809</c:v>
                </c:pt>
                <c:pt idx="4351">
                  <c:v>44810</c:v>
                </c:pt>
                <c:pt idx="4352">
                  <c:v>44811</c:v>
                </c:pt>
                <c:pt idx="4353">
                  <c:v>44812</c:v>
                </c:pt>
                <c:pt idx="4354">
                  <c:v>44813</c:v>
                </c:pt>
                <c:pt idx="4355">
                  <c:v>44816</c:v>
                </c:pt>
                <c:pt idx="4356">
                  <c:v>44817</c:v>
                </c:pt>
                <c:pt idx="4357">
                  <c:v>44818</c:v>
                </c:pt>
                <c:pt idx="4358">
                  <c:v>44819</c:v>
                </c:pt>
                <c:pt idx="4359">
                  <c:v>44820</c:v>
                </c:pt>
                <c:pt idx="4360">
                  <c:v>44823</c:v>
                </c:pt>
                <c:pt idx="4361">
                  <c:v>44824</c:v>
                </c:pt>
                <c:pt idx="4362">
                  <c:v>44825</c:v>
                </c:pt>
                <c:pt idx="4363">
                  <c:v>44826</c:v>
                </c:pt>
                <c:pt idx="4364">
                  <c:v>44827</c:v>
                </c:pt>
                <c:pt idx="4365">
                  <c:v>44830</c:v>
                </c:pt>
                <c:pt idx="4366">
                  <c:v>44831</c:v>
                </c:pt>
                <c:pt idx="4367">
                  <c:v>44832</c:v>
                </c:pt>
                <c:pt idx="4368">
                  <c:v>44833</c:v>
                </c:pt>
                <c:pt idx="4369">
                  <c:v>44834</c:v>
                </c:pt>
                <c:pt idx="4370">
                  <c:v>44837</c:v>
                </c:pt>
                <c:pt idx="4371">
                  <c:v>44838</c:v>
                </c:pt>
                <c:pt idx="4372">
                  <c:v>44839</c:v>
                </c:pt>
                <c:pt idx="4373">
                  <c:v>44840</c:v>
                </c:pt>
                <c:pt idx="4374">
                  <c:v>44841</c:v>
                </c:pt>
                <c:pt idx="4375">
                  <c:v>44844</c:v>
                </c:pt>
                <c:pt idx="4376">
                  <c:v>44845</c:v>
                </c:pt>
                <c:pt idx="4377">
                  <c:v>44846</c:v>
                </c:pt>
                <c:pt idx="4378">
                  <c:v>44847</c:v>
                </c:pt>
                <c:pt idx="4379">
                  <c:v>44848</c:v>
                </c:pt>
                <c:pt idx="4380">
                  <c:v>44851</c:v>
                </c:pt>
                <c:pt idx="4381">
                  <c:v>44852</c:v>
                </c:pt>
                <c:pt idx="4382">
                  <c:v>44853</c:v>
                </c:pt>
                <c:pt idx="4383">
                  <c:v>44854</c:v>
                </c:pt>
                <c:pt idx="4384">
                  <c:v>44855</c:v>
                </c:pt>
                <c:pt idx="4385">
                  <c:v>44858</c:v>
                </c:pt>
                <c:pt idx="4386">
                  <c:v>44859</c:v>
                </c:pt>
                <c:pt idx="4387">
                  <c:v>44860</c:v>
                </c:pt>
                <c:pt idx="4388">
                  <c:v>44861</c:v>
                </c:pt>
                <c:pt idx="4389">
                  <c:v>44862</c:v>
                </c:pt>
                <c:pt idx="4390">
                  <c:v>44865</c:v>
                </c:pt>
                <c:pt idx="4391">
                  <c:v>44866</c:v>
                </c:pt>
                <c:pt idx="4392">
                  <c:v>44867</c:v>
                </c:pt>
                <c:pt idx="4393">
                  <c:v>44868</c:v>
                </c:pt>
                <c:pt idx="4394">
                  <c:v>44869</c:v>
                </c:pt>
                <c:pt idx="4395">
                  <c:v>44872</c:v>
                </c:pt>
                <c:pt idx="4396">
                  <c:v>44873</c:v>
                </c:pt>
                <c:pt idx="4397">
                  <c:v>44874</c:v>
                </c:pt>
                <c:pt idx="4398">
                  <c:v>44875</c:v>
                </c:pt>
                <c:pt idx="4399">
                  <c:v>44876</c:v>
                </c:pt>
                <c:pt idx="4400">
                  <c:v>44879</c:v>
                </c:pt>
                <c:pt idx="4401">
                  <c:v>44880</c:v>
                </c:pt>
                <c:pt idx="4402">
                  <c:v>44881</c:v>
                </c:pt>
                <c:pt idx="4403">
                  <c:v>44882</c:v>
                </c:pt>
                <c:pt idx="4404">
                  <c:v>44883</c:v>
                </c:pt>
                <c:pt idx="4405">
                  <c:v>44886</c:v>
                </c:pt>
                <c:pt idx="4406">
                  <c:v>44887</c:v>
                </c:pt>
                <c:pt idx="4407">
                  <c:v>44888</c:v>
                </c:pt>
                <c:pt idx="4408">
                  <c:v>44889</c:v>
                </c:pt>
                <c:pt idx="4409">
                  <c:v>44890</c:v>
                </c:pt>
                <c:pt idx="4410">
                  <c:v>44893</c:v>
                </c:pt>
                <c:pt idx="4411">
                  <c:v>44894</c:v>
                </c:pt>
                <c:pt idx="4412">
                  <c:v>44895</c:v>
                </c:pt>
                <c:pt idx="4413">
                  <c:v>44896</c:v>
                </c:pt>
                <c:pt idx="4414">
                  <c:v>44897</c:v>
                </c:pt>
                <c:pt idx="4415">
                  <c:v>44900</c:v>
                </c:pt>
                <c:pt idx="4416">
                  <c:v>44901</c:v>
                </c:pt>
                <c:pt idx="4417">
                  <c:v>44902</c:v>
                </c:pt>
                <c:pt idx="4418">
                  <c:v>44903</c:v>
                </c:pt>
                <c:pt idx="4419">
                  <c:v>44904</c:v>
                </c:pt>
                <c:pt idx="4420">
                  <c:v>44907</c:v>
                </c:pt>
                <c:pt idx="4421">
                  <c:v>44908</c:v>
                </c:pt>
                <c:pt idx="4422">
                  <c:v>44909</c:v>
                </c:pt>
                <c:pt idx="4423">
                  <c:v>44910</c:v>
                </c:pt>
                <c:pt idx="4424">
                  <c:v>44911</c:v>
                </c:pt>
                <c:pt idx="4425">
                  <c:v>44914</c:v>
                </c:pt>
                <c:pt idx="4426">
                  <c:v>44915</c:v>
                </c:pt>
                <c:pt idx="4427">
                  <c:v>44916</c:v>
                </c:pt>
                <c:pt idx="4428">
                  <c:v>44917</c:v>
                </c:pt>
                <c:pt idx="4429">
                  <c:v>44918</c:v>
                </c:pt>
                <c:pt idx="4430">
                  <c:v>44921</c:v>
                </c:pt>
                <c:pt idx="4431">
                  <c:v>44922</c:v>
                </c:pt>
                <c:pt idx="4432">
                  <c:v>44923</c:v>
                </c:pt>
                <c:pt idx="4433">
                  <c:v>44924</c:v>
                </c:pt>
                <c:pt idx="4434">
                  <c:v>44925</c:v>
                </c:pt>
                <c:pt idx="4435">
                  <c:v>44928</c:v>
                </c:pt>
                <c:pt idx="4436">
                  <c:v>44929</c:v>
                </c:pt>
                <c:pt idx="4437">
                  <c:v>44930</c:v>
                </c:pt>
                <c:pt idx="4438">
                  <c:v>44931</c:v>
                </c:pt>
                <c:pt idx="4439">
                  <c:v>44932</c:v>
                </c:pt>
                <c:pt idx="4440">
                  <c:v>44935</c:v>
                </c:pt>
                <c:pt idx="4441">
                  <c:v>44936</c:v>
                </c:pt>
                <c:pt idx="4442">
                  <c:v>44937</c:v>
                </c:pt>
                <c:pt idx="4443">
                  <c:v>44938</c:v>
                </c:pt>
                <c:pt idx="4444">
                  <c:v>44939</c:v>
                </c:pt>
                <c:pt idx="4445">
                  <c:v>44942</c:v>
                </c:pt>
                <c:pt idx="4446">
                  <c:v>44943</c:v>
                </c:pt>
                <c:pt idx="4447">
                  <c:v>44944</c:v>
                </c:pt>
                <c:pt idx="4448">
                  <c:v>44945</c:v>
                </c:pt>
                <c:pt idx="4449">
                  <c:v>44946</c:v>
                </c:pt>
                <c:pt idx="4450">
                  <c:v>44949</c:v>
                </c:pt>
                <c:pt idx="4451">
                  <c:v>44950</c:v>
                </c:pt>
                <c:pt idx="4452">
                  <c:v>44951</c:v>
                </c:pt>
                <c:pt idx="4453">
                  <c:v>44952</c:v>
                </c:pt>
                <c:pt idx="4454">
                  <c:v>44953</c:v>
                </c:pt>
                <c:pt idx="4455">
                  <c:v>44956</c:v>
                </c:pt>
                <c:pt idx="4456">
                  <c:v>44957</c:v>
                </c:pt>
                <c:pt idx="4457">
                  <c:v>44958</c:v>
                </c:pt>
                <c:pt idx="4458">
                  <c:v>44959</c:v>
                </c:pt>
                <c:pt idx="4459">
                  <c:v>44960</c:v>
                </c:pt>
                <c:pt idx="4460">
                  <c:v>44963</c:v>
                </c:pt>
                <c:pt idx="4461">
                  <c:v>44964</c:v>
                </c:pt>
                <c:pt idx="4462">
                  <c:v>44965</c:v>
                </c:pt>
                <c:pt idx="4463">
                  <c:v>44966</c:v>
                </c:pt>
                <c:pt idx="4464">
                  <c:v>44967</c:v>
                </c:pt>
                <c:pt idx="4465">
                  <c:v>44970</c:v>
                </c:pt>
                <c:pt idx="4466">
                  <c:v>44971</c:v>
                </c:pt>
                <c:pt idx="4467">
                  <c:v>44972</c:v>
                </c:pt>
                <c:pt idx="4468">
                  <c:v>44973</c:v>
                </c:pt>
                <c:pt idx="4469">
                  <c:v>44974</c:v>
                </c:pt>
                <c:pt idx="4470">
                  <c:v>44977</c:v>
                </c:pt>
                <c:pt idx="4471">
                  <c:v>44978</c:v>
                </c:pt>
                <c:pt idx="4472">
                  <c:v>44979</c:v>
                </c:pt>
                <c:pt idx="4473">
                  <c:v>44980</c:v>
                </c:pt>
                <c:pt idx="4474">
                  <c:v>44981</c:v>
                </c:pt>
                <c:pt idx="4475">
                  <c:v>44984</c:v>
                </c:pt>
                <c:pt idx="4476">
                  <c:v>44985</c:v>
                </c:pt>
                <c:pt idx="4477">
                  <c:v>44986</c:v>
                </c:pt>
                <c:pt idx="4478">
                  <c:v>44987</c:v>
                </c:pt>
                <c:pt idx="4479">
                  <c:v>44988</c:v>
                </c:pt>
                <c:pt idx="4480">
                  <c:v>44991</c:v>
                </c:pt>
                <c:pt idx="4481">
                  <c:v>44992</c:v>
                </c:pt>
                <c:pt idx="4482">
                  <c:v>44993</c:v>
                </c:pt>
                <c:pt idx="4483">
                  <c:v>44994</c:v>
                </c:pt>
                <c:pt idx="4484">
                  <c:v>44995</c:v>
                </c:pt>
                <c:pt idx="4485">
                  <c:v>44998</c:v>
                </c:pt>
                <c:pt idx="4486">
                  <c:v>44999</c:v>
                </c:pt>
                <c:pt idx="4487">
                  <c:v>45000</c:v>
                </c:pt>
                <c:pt idx="4488">
                  <c:v>45001</c:v>
                </c:pt>
                <c:pt idx="4489">
                  <c:v>45002</c:v>
                </c:pt>
                <c:pt idx="4490">
                  <c:v>45005</c:v>
                </c:pt>
                <c:pt idx="4491">
                  <c:v>45006</c:v>
                </c:pt>
                <c:pt idx="4492">
                  <c:v>45007</c:v>
                </c:pt>
                <c:pt idx="4493">
                  <c:v>45008</c:v>
                </c:pt>
                <c:pt idx="4494">
                  <c:v>45009</c:v>
                </c:pt>
                <c:pt idx="4495">
                  <c:v>45012</c:v>
                </c:pt>
                <c:pt idx="4496">
                  <c:v>45013</c:v>
                </c:pt>
                <c:pt idx="4497">
                  <c:v>45014</c:v>
                </c:pt>
                <c:pt idx="4498">
                  <c:v>45015</c:v>
                </c:pt>
                <c:pt idx="4499">
                  <c:v>45016</c:v>
                </c:pt>
                <c:pt idx="4500">
                  <c:v>45019</c:v>
                </c:pt>
                <c:pt idx="4501">
                  <c:v>45020</c:v>
                </c:pt>
                <c:pt idx="4502">
                  <c:v>45021</c:v>
                </c:pt>
                <c:pt idx="4503">
                  <c:v>45022</c:v>
                </c:pt>
                <c:pt idx="4504">
                  <c:v>45023</c:v>
                </c:pt>
                <c:pt idx="4505">
                  <c:v>45026</c:v>
                </c:pt>
                <c:pt idx="4506">
                  <c:v>45027</c:v>
                </c:pt>
                <c:pt idx="4507">
                  <c:v>45028</c:v>
                </c:pt>
                <c:pt idx="4508">
                  <c:v>45029</c:v>
                </c:pt>
                <c:pt idx="4509">
                  <c:v>45030</c:v>
                </c:pt>
                <c:pt idx="4510">
                  <c:v>45033</c:v>
                </c:pt>
                <c:pt idx="4511">
                  <c:v>45034</c:v>
                </c:pt>
                <c:pt idx="4512">
                  <c:v>45035</c:v>
                </c:pt>
                <c:pt idx="4513">
                  <c:v>45036</c:v>
                </c:pt>
                <c:pt idx="4514">
                  <c:v>45037</c:v>
                </c:pt>
                <c:pt idx="4515">
                  <c:v>45040</c:v>
                </c:pt>
                <c:pt idx="4516">
                  <c:v>45041</c:v>
                </c:pt>
                <c:pt idx="4517">
                  <c:v>45042</c:v>
                </c:pt>
                <c:pt idx="4518">
                  <c:v>45043</c:v>
                </c:pt>
                <c:pt idx="4519">
                  <c:v>45044</c:v>
                </c:pt>
                <c:pt idx="4520">
                  <c:v>45047</c:v>
                </c:pt>
                <c:pt idx="4521">
                  <c:v>45048</c:v>
                </c:pt>
                <c:pt idx="4522">
                  <c:v>45049</c:v>
                </c:pt>
                <c:pt idx="4523">
                  <c:v>45050</c:v>
                </c:pt>
                <c:pt idx="4524">
                  <c:v>45051</c:v>
                </c:pt>
                <c:pt idx="4525">
                  <c:v>45054</c:v>
                </c:pt>
                <c:pt idx="4526">
                  <c:v>45055</c:v>
                </c:pt>
                <c:pt idx="4527">
                  <c:v>45056</c:v>
                </c:pt>
                <c:pt idx="4528">
                  <c:v>45057</c:v>
                </c:pt>
                <c:pt idx="4529">
                  <c:v>45058</c:v>
                </c:pt>
                <c:pt idx="4530">
                  <c:v>45061</c:v>
                </c:pt>
                <c:pt idx="4531">
                  <c:v>45062</c:v>
                </c:pt>
                <c:pt idx="4532">
                  <c:v>45063</c:v>
                </c:pt>
                <c:pt idx="4533">
                  <c:v>45064</c:v>
                </c:pt>
                <c:pt idx="4534">
                  <c:v>45065</c:v>
                </c:pt>
                <c:pt idx="4535">
                  <c:v>45068</c:v>
                </c:pt>
                <c:pt idx="4536">
                  <c:v>45069</c:v>
                </c:pt>
                <c:pt idx="4537">
                  <c:v>45070</c:v>
                </c:pt>
                <c:pt idx="4538">
                  <c:v>45071</c:v>
                </c:pt>
                <c:pt idx="4539">
                  <c:v>45072</c:v>
                </c:pt>
                <c:pt idx="4540">
                  <c:v>45075</c:v>
                </c:pt>
                <c:pt idx="4541">
                  <c:v>45076</c:v>
                </c:pt>
                <c:pt idx="4542">
                  <c:v>45077</c:v>
                </c:pt>
                <c:pt idx="4543">
                  <c:v>45078</c:v>
                </c:pt>
                <c:pt idx="4544">
                  <c:v>45079</c:v>
                </c:pt>
                <c:pt idx="4545">
                  <c:v>45082</c:v>
                </c:pt>
                <c:pt idx="4546">
                  <c:v>45083</c:v>
                </c:pt>
                <c:pt idx="4547">
                  <c:v>45084</c:v>
                </c:pt>
                <c:pt idx="4548">
                  <c:v>45085</c:v>
                </c:pt>
                <c:pt idx="4549">
                  <c:v>45086</c:v>
                </c:pt>
                <c:pt idx="4550">
                  <c:v>45089</c:v>
                </c:pt>
                <c:pt idx="4551">
                  <c:v>45090</c:v>
                </c:pt>
                <c:pt idx="4552">
                  <c:v>45091</c:v>
                </c:pt>
                <c:pt idx="4553">
                  <c:v>45092</c:v>
                </c:pt>
                <c:pt idx="4554">
                  <c:v>45093</c:v>
                </c:pt>
                <c:pt idx="4555">
                  <c:v>45096</c:v>
                </c:pt>
                <c:pt idx="4556">
                  <c:v>45097</c:v>
                </c:pt>
                <c:pt idx="4557">
                  <c:v>45098</c:v>
                </c:pt>
                <c:pt idx="4558">
                  <c:v>45099</c:v>
                </c:pt>
                <c:pt idx="4559">
                  <c:v>45100</c:v>
                </c:pt>
                <c:pt idx="4560">
                  <c:v>45103</c:v>
                </c:pt>
                <c:pt idx="4561">
                  <c:v>45104</c:v>
                </c:pt>
                <c:pt idx="4562">
                  <c:v>45105</c:v>
                </c:pt>
                <c:pt idx="4563">
                  <c:v>45106</c:v>
                </c:pt>
                <c:pt idx="4564">
                  <c:v>45107</c:v>
                </c:pt>
                <c:pt idx="4565">
                  <c:v>45110</c:v>
                </c:pt>
                <c:pt idx="4566">
                  <c:v>45111</c:v>
                </c:pt>
                <c:pt idx="4567">
                  <c:v>45112</c:v>
                </c:pt>
                <c:pt idx="4568">
                  <c:v>45113</c:v>
                </c:pt>
                <c:pt idx="4569">
                  <c:v>45114</c:v>
                </c:pt>
                <c:pt idx="4570">
                  <c:v>45117</c:v>
                </c:pt>
                <c:pt idx="4571">
                  <c:v>45118</c:v>
                </c:pt>
                <c:pt idx="4572">
                  <c:v>45119</c:v>
                </c:pt>
                <c:pt idx="4573">
                  <c:v>45120</c:v>
                </c:pt>
                <c:pt idx="4574">
                  <c:v>45121</c:v>
                </c:pt>
                <c:pt idx="4575">
                  <c:v>45124</c:v>
                </c:pt>
                <c:pt idx="4576">
                  <c:v>45125</c:v>
                </c:pt>
                <c:pt idx="4577">
                  <c:v>45126</c:v>
                </c:pt>
                <c:pt idx="4578">
                  <c:v>45127</c:v>
                </c:pt>
                <c:pt idx="4579">
                  <c:v>45128</c:v>
                </c:pt>
                <c:pt idx="4580">
                  <c:v>45131</c:v>
                </c:pt>
                <c:pt idx="4581">
                  <c:v>45132</c:v>
                </c:pt>
                <c:pt idx="4582">
                  <c:v>45133</c:v>
                </c:pt>
                <c:pt idx="4583">
                  <c:v>45134</c:v>
                </c:pt>
                <c:pt idx="4584">
                  <c:v>45135</c:v>
                </c:pt>
                <c:pt idx="4585">
                  <c:v>45138</c:v>
                </c:pt>
                <c:pt idx="4586">
                  <c:v>45139</c:v>
                </c:pt>
                <c:pt idx="4587">
                  <c:v>45140</c:v>
                </c:pt>
                <c:pt idx="4588">
                  <c:v>45141</c:v>
                </c:pt>
                <c:pt idx="4589">
                  <c:v>45142</c:v>
                </c:pt>
                <c:pt idx="4590">
                  <c:v>45145</c:v>
                </c:pt>
                <c:pt idx="4591">
                  <c:v>45146</c:v>
                </c:pt>
                <c:pt idx="4592">
                  <c:v>45147</c:v>
                </c:pt>
                <c:pt idx="4593">
                  <c:v>45148</c:v>
                </c:pt>
                <c:pt idx="4594">
                  <c:v>45149</c:v>
                </c:pt>
                <c:pt idx="4595">
                  <c:v>45152</c:v>
                </c:pt>
                <c:pt idx="4596">
                  <c:v>45153</c:v>
                </c:pt>
                <c:pt idx="4597">
                  <c:v>45154</c:v>
                </c:pt>
                <c:pt idx="4598">
                  <c:v>45155</c:v>
                </c:pt>
                <c:pt idx="4599">
                  <c:v>45156</c:v>
                </c:pt>
                <c:pt idx="4600">
                  <c:v>45159</c:v>
                </c:pt>
                <c:pt idx="4601">
                  <c:v>45160</c:v>
                </c:pt>
                <c:pt idx="4602">
                  <c:v>45161</c:v>
                </c:pt>
                <c:pt idx="4603">
                  <c:v>45162</c:v>
                </c:pt>
                <c:pt idx="4604">
                  <c:v>45163</c:v>
                </c:pt>
                <c:pt idx="4605">
                  <c:v>45166</c:v>
                </c:pt>
                <c:pt idx="4606">
                  <c:v>45167</c:v>
                </c:pt>
                <c:pt idx="4607">
                  <c:v>45168</c:v>
                </c:pt>
                <c:pt idx="4608">
                  <c:v>45169</c:v>
                </c:pt>
                <c:pt idx="4609">
                  <c:v>45170</c:v>
                </c:pt>
                <c:pt idx="4610">
                  <c:v>45173</c:v>
                </c:pt>
                <c:pt idx="4611">
                  <c:v>45174</c:v>
                </c:pt>
                <c:pt idx="4612">
                  <c:v>45175</c:v>
                </c:pt>
                <c:pt idx="4613">
                  <c:v>45176</c:v>
                </c:pt>
                <c:pt idx="4614">
                  <c:v>45177</c:v>
                </c:pt>
                <c:pt idx="4615">
                  <c:v>45180</c:v>
                </c:pt>
                <c:pt idx="4616">
                  <c:v>45181</c:v>
                </c:pt>
                <c:pt idx="4617">
                  <c:v>45182</c:v>
                </c:pt>
                <c:pt idx="4618">
                  <c:v>45183</c:v>
                </c:pt>
                <c:pt idx="4619">
                  <c:v>45184</c:v>
                </c:pt>
                <c:pt idx="4620">
                  <c:v>45187</c:v>
                </c:pt>
                <c:pt idx="4621">
                  <c:v>45188</c:v>
                </c:pt>
                <c:pt idx="4622">
                  <c:v>45189</c:v>
                </c:pt>
                <c:pt idx="4623">
                  <c:v>45190</c:v>
                </c:pt>
                <c:pt idx="4624">
                  <c:v>45191</c:v>
                </c:pt>
                <c:pt idx="4625">
                  <c:v>45194</c:v>
                </c:pt>
                <c:pt idx="4626">
                  <c:v>45195</c:v>
                </c:pt>
                <c:pt idx="4627">
                  <c:v>45196</c:v>
                </c:pt>
                <c:pt idx="4628">
                  <c:v>45197</c:v>
                </c:pt>
                <c:pt idx="4629">
                  <c:v>45198</c:v>
                </c:pt>
                <c:pt idx="4630">
                  <c:v>45201</c:v>
                </c:pt>
                <c:pt idx="4631">
                  <c:v>45202</c:v>
                </c:pt>
                <c:pt idx="4632">
                  <c:v>45203</c:v>
                </c:pt>
                <c:pt idx="4633">
                  <c:v>45204</c:v>
                </c:pt>
                <c:pt idx="4634">
                  <c:v>45205</c:v>
                </c:pt>
                <c:pt idx="4635">
                  <c:v>45208</c:v>
                </c:pt>
                <c:pt idx="4636">
                  <c:v>45209</c:v>
                </c:pt>
                <c:pt idx="4637">
                  <c:v>45210</c:v>
                </c:pt>
                <c:pt idx="4638">
                  <c:v>45211</c:v>
                </c:pt>
                <c:pt idx="4639">
                  <c:v>45212</c:v>
                </c:pt>
                <c:pt idx="4640">
                  <c:v>45215</c:v>
                </c:pt>
                <c:pt idx="4641">
                  <c:v>45216</c:v>
                </c:pt>
                <c:pt idx="4642">
                  <c:v>45217</c:v>
                </c:pt>
                <c:pt idx="4643">
                  <c:v>45218</c:v>
                </c:pt>
                <c:pt idx="4644">
                  <c:v>45219</c:v>
                </c:pt>
                <c:pt idx="4645">
                  <c:v>45222</c:v>
                </c:pt>
                <c:pt idx="4646">
                  <c:v>45223</c:v>
                </c:pt>
                <c:pt idx="4647">
                  <c:v>45224</c:v>
                </c:pt>
                <c:pt idx="4648">
                  <c:v>45225</c:v>
                </c:pt>
                <c:pt idx="4649">
                  <c:v>45226</c:v>
                </c:pt>
                <c:pt idx="4650">
                  <c:v>45229</c:v>
                </c:pt>
                <c:pt idx="4651">
                  <c:v>45230</c:v>
                </c:pt>
                <c:pt idx="4652">
                  <c:v>45231</c:v>
                </c:pt>
                <c:pt idx="4653">
                  <c:v>45232</c:v>
                </c:pt>
                <c:pt idx="4654">
                  <c:v>45233</c:v>
                </c:pt>
                <c:pt idx="4655">
                  <c:v>45236</c:v>
                </c:pt>
                <c:pt idx="4656">
                  <c:v>45237</c:v>
                </c:pt>
                <c:pt idx="4657">
                  <c:v>45238</c:v>
                </c:pt>
                <c:pt idx="4658">
                  <c:v>45239</c:v>
                </c:pt>
                <c:pt idx="4659">
                  <c:v>45240</c:v>
                </c:pt>
                <c:pt idx="4660">
                  <c:v>45243</c:v>
                </c:pt>
                <c:pt idx="4661">
                  <c:v>45244</c:v>
                </c:pt>
                <c:pt idx="4662">
                  <c:v>45245</c:v>
                </c:pt>
                <c:pt idx="4663">
                  <c:v>45246</c:v>
                </c:pt>
                <c:pt idx="4664">
                  <c:v>45247</c:v>
                </c:pt>
                <c:pt idx="4665">
                  <c:v>45250</c:v>
                </c:pt>
                <c:pt idx="4666">
                  <c:v>45251</c:v>
                </c:pt>
                <c:pt idx="4667">
                  <c:v>45252</c:v>
                </c:pt>
                <c:pt idx="4668">
                  <c:v>45253</c:v>
                </c:pt>
                <c:pt idx="4669">
                  <c:v>45254</c:v>
                </c:pt>
                <c:pt idx="4670">
                  <c:v>45257</c:v>
                </c:pt>
                <c:pt idx="4671">
                  <c:v>45258</c:v>
                </c:pt>
                <c:pt idx="4672">
                  <c:v>45259</c:v>
                </c:pt>
                <c:pt idx="4673">
                  <c:v>45260</c:v>
                </c:pt>
                <c:pt idx="4674">
                  <c:v>45261</c:v>
                </c:pt>
                <c:pt idx="4675">
                  <c:v>45264</c:v>
                </c:pt>
                <c:pt idx="4676">
                  <c:v>45265</c:v>
                </c:pt>
                <c:pt idx="4677">
                  <c:v>45266</c:v>
                </c:pt>
                <c:pt idx="4678">
                  <c:v>45267</c:v>
                </c:pt>
                <c:pt idx="4679">
                  <c:v>45268</c:v>
                </c:pt>
                <c:pt idx="4680">
                  <c:v>45271</c:v>
                </c:pt>
                <c:pt idx="4681">
                  <c:v>45272</c:v>
                </c:pt>
                <c:pt idx="4682">
                  <c:v>45273</c:v>
                </c:pt>
                <c:pt idx="4683">
                  <c:v>45274</c:v>
                </c:pt>
                <c:pt idx="4684">
                  <c:v>45275</c:v>
                </c:pt>
                <c:pt idx="4685">
                  <c:v>45278</c:v>
                </c:pt>
                <c:pt idx="4686">
                  <c:v>45279</c:v>
                </c:pt>
                <c:pt idx="4687">
                  <c:v>45280</c:v>
                </c:pt>
                <c:pt idx="4688">
                  <c:v>45281</c:v>
                </c:pt>
                <c:pt idx="4689">
                  <c:v>45282</c:v>
                </c:pt>
                <c:pt idx="4690">
                  <c:v>45285</c:v>
                </c:pt>
                <c:pt idx="4691">
                  <c:v>45286</c:v>
                </c:pt>
                <c:pt idx="4692">
                  <c:v>45287</c:v>
                </c:pt>
                <c:pt idx="4693">
                  <c:v>45288</c:v>
                </c:pt>
                <c:pt idx="4694">
                  <c:v>45289</c:v>
                </c:pt>
                <c:pt idx="4695">
                  <c:v>45292</c:v>
                </c:pt>
                <c:pt idx="4696">
                  <c:v>45293</c:v>
                </c:pt>
                <c:pt idx="4697">
                  <c:v>45294</c:v>
                </c:pt>
                <c:pt idx="4698">
                  <c:v>45295</c:v>
                </c:pt>
                <c:pt idx="4699">
                  <c:v>45296</c:v>
                </c:pt>
                <c:pt idx="4700">
                  <c:v>45299</c:v>
                </c:pt>
                <c:pt idx="4701">
                  <c:v>45300</c:v>
                </c:pt>
                <c:pt idx="4702">
                  <c:v>45301</c:v>
                </c:pt>
                <c:pt idx="4703">
                  <c:v>45302</c:v>
                </c:pt>
                <c:pt idx="4704">
                  <c:v>45303</c:v>
                </c:pt>
                <c:pt idx="4705">
                  <c:v>45306</c:v>
                </c:pt>
                <c:pt idx="4706">
                  <c:v>45307</c:v>
                </c:pt>
                <c:pt idx="4707">
                  <c:v>45308</c:v>
                </c:pt>
                <c:pt idx="4708">
                  <c:v>45309</c:v>
                </c:pt>
                <c:pt idx="4709">
                  <c:v>45310</c:v>
                </c:pt>
                <c:pt idx="4710">
                  <c:v>45313</c:v>
                </c:pt>
                <c:pt idx="4711">
                  <c:v>45314</c:v>
                </c:pt>
                <c:pt idx="4712">
                  <c:v>45315</c:v>
                </c:pt>
                <c:pt idx="4713">
                  <c:v>45316</c:v>
                </c:pt>
                <c:pt idx="4714">
                  <c:v>45317</c:v>
                </c:pt>
                <c:pt idx="4715">
                  <c:v>45320</c:v>
                </c:pt>
                <c:pt idx="4716">
                  <c:v>45321</c:v>
                </c:pt>
                <c:pt idx="4717">
                  <c:v>45322</c:v>
                </c:pt>
                <c:pt idx="4718">
                  <c:v>45323</c:v>
                </c:pt>
                <c:pt idx="4719">
                  <c:v>45324</c:v>
                </c:pt>
                <c:pt idx="4720">
                  <c:v>45327</c:v>
                </c:pt>
                <c:pt idx="4721">
                  <c:v>45328</c:v>
                </c:pt>
                <c:pt idx="4722">
                  <c:v>45329</c:v>
                </c:pt>
                <c:pt idx="4723">
                  <c:v>45330</c:v>
                </c:pt>
                <c:pt idx="4724">
                  <c:v>45331</c:v>
                </c:pt>
                <c:pt idx="4725">
                  <c:v>45334</c:v>
                </c:pt>
                <c:pt idx="4726">
                  <c:v>45335</c:v>
                </c:pt>
                <c:pt idx="4727">
                  <c:v>45336</c:v>
                </c:pt>
                <c:pt idx="4728">
                  <c:v>45337</c:v>
                </c:pt>
                <c:pt idx="4729">
                  <c:v>45338</c:v>
                </c:pt>
                <c:pt idx="4730">
                  <c:v>45341</c:v>
                </c:pt>
                <c:pt idx="4731">
                  <c:v>45342</c:v>
                </c:pt>
                <c:pt idx="4732">
                  <c:v>45343</c:v>
                </c:pt>
                <c:pt idx="4733">
                  <c:v>45344</c:v>
                </c:pt>
                <c:pt idx="4734">
                  <c:v>45345</c:v>
                </c:pt>
                <c:pt idx="4735">
                  <c:v>45348</c:v>
                </c:pt>
                <c:pt idx="4736">
                  <c:v>45349</c:v>
                </c:pt>
                <c:pt idx="4737">
                  <c:v>45350</c:v>
                </c:pt>
                <c:pt idx="4738">
                  <c:v>45351</c:v>
                </c:pt>
                <c:pt idx="4739">
                  <c:v>45352</c:v>
                </c:pt>
                <c:pt idx="4740">
                  <c:v>45355</c:v>
                </c:pt>
                <c:pt idx="4741">
                  <c:v>45356</c:v>
                </c:pt>
                <c:pt idx="4742">
                  <c:v>45357</c:v>
                </c:pt>
                <c:pt idx="4743">
                  <c:v>45358</c:v>
                </c:pt>
                <c:pt idx="4744">
                  <c:v>45359</c:v>
                </c:pt>
                <c:pt idx="4745">
                  <c:v>45362</c:v>
                </c:pt>
                <c:pt idx="4746">
                  <c:v>45363</c:v>
                </c:pt>
                <c:pt idx="4747">
                  <c:v>45364</c:v>
                </c:pt>
                <c:pt idx="4748">
                  <c:v>45365</c:v>
                </c:pt>
                <c:pt idx="4749">
                  <c:v>45366</c:v>
                </c:pt>
                <c:pt idx="4750">
                  <c:v>45369</c:v>
                </c:pt>
                <c:pt idx="4751">
                  <c:v>45370</c:v>
                </c:pt>
                <c:pt idx="4752">
                  <c:v>45371</c:v>
                </c:pt>
                <c:pt idx="4753">
                  <c:v>45372</c:v>
                </c:pt>
                <c:pt idx="4754">
                  <c:v>45373</c:v>
                </c:pt>
                <c:pt idx="4755">
                  <c:v>45376</c:v>
                </c:pt>
                <c:pt idx="4756">
                  <c:v>45377</c:v>
                </c:pt>
                <c:pt idx="4757">
                  <c:v>45378</c:v>
                </c:pt>
                <c:pt idx="4758">
                  <c:v>45379</c:v>
                </c:pt>
                <c:pt idx="4759">
                  <c:v>45380</c:v>
                </c:pt>
                <c:pt idx="4760">
                  <c:v>45383</c:v>
                </c:pt>
                <c:pt idx="4761">
                  <c:v>45384</c:v>
                </c:pt>
                <c:pt idx="4762">
                  <c:v>45385</c:v>
                </c:pt>
                <c:pt idx="4763">
                  <c:v>45386</c:v>
                </c:pt>
                <c:pt idx="4764">
                  <c:v>45387</c:v>
                </c:pt>
                <c:pt idx="4765">
                  <c:v>45390</c:v>
                </c:pt>
                <c:pt idx="4766">
                  <c:v>45391</c:v>
                </c:pt>
                <c:pt idx="4767">
                  <c:v>45392</c:v>
                </c:pt>
                <c:pt idx="4768">
                  <c:v>45393</c:v>
                </c:pt>
                <c:pt idx="4769">
                  <c:v>45394</c:v>
                </c:pt>
                <c:pt idx="4770">
                  <c:v>45397</c:v>
                </c:pt>
                <c:pt idx="4771">
                  <c:v>45398</c:v>
                </c:pt>
                <c:pt idx="4772">
                  <c:v>45399</c:v>
                </c:pt>
                <c:pt idx="4773">
                  <c:v>45400</c:v>
                </c:pt>
                <c:pt idx="4774">
                  <c:v>45401</c:v>
                </c:pt>
                <c:pt idx="4775">
                  <c:v>45404</c:v>
                </c:pt>
                <c:pt idx="4776">
                  <c:v>45405</c:v>
                </c:pt>
                <c:pt idx="4777">
                  <c:v>45406</c:v>
                </c:pt>
                <c:pt idx="4778">
                  <c:v>45407</c:v>
                </c:pt>
                <c:pt idx="4779">
                  <c:v>45408</c:v>
                </c:pt>
                <c:pt idx="4780">
                  <c:v>45411</c:v>
                </c:pt>
                <c:pt idx="4781">
                  <c:v>45412</c:v>
                </c:pt>
                <c:pt idx="4782">
                  <c:v>45413</c:v>
                </c:pt>
                <c:pt idx="4783">
                  <c:v>45414</c:v>
                </c:pt>
                <c:pt idx="4784">
                  <c:v>45415</c:v>
                </c:pt>
                <c:pt idx="4785">
                  <c:v>45418</c:v>
                </c:pt>
                <c:pt idx="4786">
                  <c:v>45419</c:v>
                </c:pt>
                <c:pt idx="4787">
                  <c:v>45420</c:v>
                </c:pt>
                <c:pt idx="4788">
                  <c:v>45421</c:v>
                </c:pt>
                <c:pt idx="4789">
                  <c:v>45422</c:v>
                </c:pt>
                <c:pt idx="4790">
                  <c:v>45425</c:v>
                </c:pt>
                <c:pt idx="4791">
                  <c:v>45426</c:v>
                </c:pt>
                <c:pt idx="4792">
                  <c:v>45427</c:v>
                </c:pt>
                <c:pt idx="4793">
                  <c:v>45428</c:v>
                </c:pt>
                <c:pt idx="4794">
                  <c:v>45429</c:v>
                </c:pt>
                <c:pt idx="4795">
                  <c:v>45432</c:v>
                </c:pt>
                <c:pt idx="4796">
                  <c:v>45433</c:v>
                </c:pt>
                <c:pt idx="4797">
                  <c:v>45434</c:v>
                </c:pt>
                <c:pt idx="4798">
                  <c:v>45435</c:v>
                </c:pt>
                <c:pt idx="4799">
                  <c:v>45436</c:v>
                </c:pt>
                <c:pt idx="4800">
                  <c:v>45439</c:v>
                </c:pt>
                <c:pt idx="4801">
                  <c:v>45440</c:v>
                </c:pt>
                <c:pt idx="4802">
                  <c:v>45441</c:v>
                </c:pt>
                <c:pt idx="4803">
                  <c:v>45442</c:v>
                </c:pt>
                <c:pt idx="4804">
                  <c:v>45443</c:v>
                </c:pt>
                <c:pt idx="4805">
                  <c:v>45446</c:v>
                </c:pt>
                <c:pt idx="4806">
                  <c:v>45447</c:v>
                </c:pt>
                <c:pt idx="4807">
                  <c:v>45448</c:v>
                </c:pt>
                <c:pt idx="4808">
                  <c:v>45449</c:v>
                </c:pt>
                <c:pt idx="4809">
                  <c:v>45450</c:v>
                </c:pt>
                <c:pt idx="4810">
                  <c:v>45453</c:v>
                </c:pt>
                <c:pt idx="4811">
                  <c:v>45454</c:v>
                </c:pt>
                <c:pt idx="4812">
                  <c:v>45455</c:v>
                </c:pt>
                <c:pt idx="4813">
                  <c:v>45456</c:v>
                </c:pt>
                <c:pt idx="4814">
                  <c:v>45457</c:v>
                </c:pt>
                <c:pt idx="4815">
                  <c:v>45460</c:v>
                </c:pt>
                <c:pt idx="4816">
                  <c:v>45461</c:v>
                </c:pt>
                <c:pt idx="4817">
                  <c:v>45462</c:v>
                </c:pt>
                <c:pt idx="4818">
                  <c:v>45463</c:v>
                </c:pt>
                <c:pt idx="4819">
                  <c:v>45464</c:v>
                </c:pt>
                <c:pt idx="4820">
                  <c:v>45467</c:v>
                </c:pt>
                <c:pt idx="4821">
                  <c:v>45468</c:v>
                </c:pt>
                <c:pt idx="4822">
                  <c:v>45469</c:v>
                </c:pt>
                <c:pt idx="4823">
                  <c:v>45470</c:v>
                </c:pt>
                <c:pt idx="4824">
                  <c:v>45471</c:v>
                </c:pt>
                <c:pt idx="4825">
                  <c:v>45474</c:v>
                </c:pt>
                <c:pt idx="4826">
                  <c:v>45475</c:v>
                </c:pt>
                <c:pt idx="4827">
                  <c:v>45476</c:v>
                </c:pt>
                <c:pt idx="4828">
                  <c:v>45477</c:v>
                </c:pt>
                <c:pt idx="4829">
                  <c:v>45478</c:v>
                </c:pt>
                <c:pt idx="4830">
                  <c:v>45481</c:v>
                </c:pt>
                <c:pt idx="4831">
                  <c:v>45482</c:v>
                </c:pt>
                <c:pt idx="4832">
                  <c:v>45483</c:v>
                </c:pt>
                <c:pt idx="4833">
                  <c:v>45484</c:v>
                </c:pt>
                <c:pt idx="4834">
                  <c:v>45485</c:v>
                </c:pt>
                <c:pt idx="4835">
                  <c:v>45488</c:v>
                </c:pt>
                <c:pt idx="4836">
                  <c:v>45489</c:v>
                </c:pt>
                <c:pt idx="4837">
                  <c:v>45490</c:v>
                </c:pt>
                <c:pt idx="4838">
                  <c:v>45491</c:v>
                </c:pt>
                <c:pt idx="4839">
                  <c:v>45492</c:v>
                </c:pt>
                <c:pt idx="4840">
                  <c:v>45495</c:v>
                </c:pt>
                <c:pt idx="4841">
                  <c:v>45496</c:v>
                </c:pt>
                <c:pt idx="4842">
                  <c:v>45497</c:v>
                </c:pt>
                <c:pt idx="4843">
                  <c:v>45498</c:v>
                </c:pt>
                <c:pt idx="4844">
                  <c:v>45499</c:v>
                </c:pt>
                <c:pt idx="4845">
                  <c:v>45502</c:v>
                </c:pt>
                <c:pt idx="4846">
                  <c:v>45503</c:v>
                </c:pt>
                <c:pt idx="4847">
                  <c:v>45504</c:v>
                </c:pt>
                <c:pt idx="4848">
                  <c:v>45505</c:v>
                </c:pt>
                <c:pt idx="4849">
                  <c:v>45506</c:v>
                </c:pt>
                <c:pt idx="4850">
                  <c:v>45509</c:v>
                </c:pt>
                <c:pt idx="4851">
                  <c:v>45510</c:v>
                </c:pt>
                <c:pt idx="4852">
                  <c:v>45511</c:v>
                </c:pt>
                <c:pt idx="4853">
                  <c:v>45512</c:v>
                </c:pt>
                <c:pt idx="4854">
                  <c:v>45513</c:v>
                </c:pt>
                <c:pt idx="4855">
                  <c:v>45516</c:v>
                </c:pt>
                <c:pt idx="4856">
                  <c:v>45517</c:v>
                </c:pt>
                <c:pt idx="4857">
                  <c:v>45518</c:v>
                </c:pt>
                <c:pt idx="4858">
                  <c:v>45519</c:v>
                </c:pt>
                <c:pt idx="4859">
                  <c:v>45520</c:v>
                </c:pt>
                <c:pt idx="4860">
                  <c:v>45523</c:v>
                </c:pt>
                <c:pt idx="4861">
                  <c:v>45524</c:v>
                </c:pt>
                <c:pt idx="4862">
                  <c:v>45525</c:v>
                </c:pt>
                <c:pt idx="4863">
                  <c:v>45526</c:v>
                </c:pt>
                <c:pt idx="4864">
                  <c:v>45527</c:v>
                </c:pt>
                <c:pt idx="4865">
                  <c:v>45530</c:v>
                </c:pt>
                <c:pt idx="4866">
                  <c:v>45531</c:v>
                </c:pt>
                <c:pt idx="4867">
                  <c:v>45532</c:v>
                </c:pt>
                <c:pt idx="4868">
                  <c:v>45533</c:v>
                </c:pt>
                <c:pt idx="4869">
                  <c:v>45534</c:v>
                </c:pt>
                <c:pt idx="4870">
                  <c:v>45537</c:v>
                </c:pt>
                <c:pt idx="4871">
                  <c:v>45538</c:v>
                </c:pt>
                <c:pt idx="4872">
                  <c:v>45539</c:v>
                </c:pt>
                <c:pt idx="4873">
                  <c:v>45540</c:v>
                </c:pt>
                <c:pt idx="4874">
                  <c:v>45541</c:v>
                </c:pt>
                <c:pt idx="4875">
                  <c:v>45544</c:v>
                </c:pt>
                <c:pt idx="4876">
                  <c:v>45545</c:v>
                </c:pt>
                <c:pt idx="4877">
                  <c:v>45546</c:v>
                </c:pt>
                <c:pt idx="4878">
                  <c:v>45547</c:v>
                </c:pt>
                <c:pt idx="4879">
                  <c:v>45548</c:v>
                </c:pt>
                <c:pt idx="4880">
                  <c:v>45551</c:v>
                </c:pt>
                <c:pt idx="4881">
                  <c:v>45552</c:v>
                </c:pt>
                <c:pt idx="4882">
                  <c:v>45553</c:v>
                </c:pt>
                <c:pt idx="4883">
                  <c:v>45554</c:v>
                </c:pt>
                <c:pt idx="4884">
                  <c:v>45555</c:v>
                </c:pt>
                <c:pt idx="4885">
                  <c:v>45558</c:v>
                </c:pt>
                <c:pt idx="4886">
                  <c:v>45559</c:v>
                </c:pt>
                <c:pt idx="4887">
                  <c:v>45560</c:v>
                </c:pt>
                <c:pt idx="4888">
                  <c:v>45561</c:v>
                </c:pt>
                <c:pt idx="4889">
                  <c:v>45562</c:v>
                </c:pt>
                <c:pt idx="4890">
                  <c:v>45565</c:v>
                </c:pt>
                <c:pt idx="4891">
                  <c:v>45566</c:v>
                </c:pt>
                <c:pt idx="4892">
                  <c:v>45567</c:v>
                </c:pt>
                <c:pt idx="4893">
                  <c:v>45568</c:v>
                </c:pt>
                <c:pt idx="4894">
                  <c:v>45569</c:v>
                </c:pt>
                <c:pt idx="4895">
                  <c:v>45572</c:v>
                </c:pt>
                <c:pt idx="4896">
                  <c:v>45573</c:v>
                </c:pt>
                <c:pt idx="4897">
                  <c:v>45574</c:v>
                </c:pt>
                <c:pt idx="4898">
                  <c:v>45575</c:v>
                </c:pt>
                <c:pt idx="4899">
                  <c:v>45576</c:v>
                </c:pt>
                <c:pt idx="4900">
                  <c:v>45579</c:v>
                </c:pt>
                <c:pt idx="4901">
                  <c:v>45580</c:v>
                </c:pt>
                <c:pt idx="4902">
                  <c:v>45581</c:v>
                </c:pt>
                <c:pt idx="4903">
                  <c:v>45582</c:v>
                </c:pt>
                <c:pt idx="4904">
                  <c:v>45583</c:v>
                </c:pt>
                <c:pt idx="4905">
                  <c:v>45586</c:v>
                </c:pt>
                <c:pt idx="4906">
                  <c:v>45587</c:v>
                </c:pt>
                <c:pt idx="4907">
                  <c:v>45588</c:v>
                </c:pt>
                <c:pt idx="4908">
                  <c:v>45589</c:v>
                </c:pt>
                <c:pt idx="4909">
                  <c:v>45590</c:v>
                </c:pt>
                <c:pt idx="4910">
                  <c:v>45593</c:v>
                </c:pt>
                <c:pt idx="4911">
                  <c:v>45594</c:v>
                </c:pt>
                <c:pt idx="4912">
                  <c:v>45595</c:v>
                </c:pt>
                <c:pt idx="4913">
                  <c:v>45596</c:v>
                </c:pt>
                <c:pt idx="4914">
                  <c:v>45597</c:v>
                </c:pt>
                <c:pt idx="4915">
                  <c:v>45600</c:v>
                </c:pt>
                <c:pt idx="4916">
                  <c:v>45601</c:v>
                </c:pt>
                <c:pt idx="4917">
                  <c:v>45602</c:v>
                </c:pt>
                <c:pt idx="4918">
                  <c:v>45603</c:v>
                </c:pt>
                <c:pt idx="4919">
                  <c:v>45604</c:v>
                </c:pt>
                <c:pt idx="4920">
                  <c:v>45607</c:v>
                </c:pt>
                <c:pt idx="4921">
                  <c:v>45608</c:v>
                </c:pt>
                <c:pt idx="4922">
                  <c:v>45609</c:v>
                </c:pt>
                <c:pt idx="4923">
                  <c:v>45610</c:v>
                </c:pt>
                <c:pt idx="4924">
                  <c:v>45611</c:v>
                </c:pt>
                <c:pt idx="4925">
                  <c:v>45614</c:v>
                </c:pt>
                <c:pt idx="4926">
                  <c:v>45615</c:v>
                </c:pt>
                <c:pt idx="4927">
                  <c:v>45616</c:v>
                </c:pt>
                <c:pt idx="4928">
                  <c:v>45617</c:v>
                </c:pt>
                <c:pt idx="4929">
                  <c:v>45618</c:v>
                </c:pt>
                <c:pt idx="4930">
                  <c:v>45621</c:v>
                </c:pt>
                <c:pt idx="4931">
                  <c:v>45622</c:v>
                </c:pt>
                <c:pt idx="4932">
                  <c:v>45623</c:v>
                </c:pt>
                <c:pt idx="4933">
                  <c:v>45624</c:v>
                </c:pt>
                <c:pt idx="4934">
                  <c:v>45625</c:v>
                </c:pt>
                <c:pt idx="4935">
                  <c:v>45628</c:v>
                </c:pt>
                <c:pt idx="4936">
                  <c:v>45629</c:v>
                </c:pt>
                <c:pt idx="4937">
                  <c:v>45630</c:v>
                </c:pt>
                <c:pt idx="4938">
                  <c:v>45631</c:v>
                </c:pt>
                <c:pt idx="4939">
                  <c:v>45632</c:v>
                </c:pt>
                <c:pt idx="4940">
                  <c:v>45635</c:v>
                </c:pt>
                <c:pt idx="4941">
                  <c:v>45636</c:v>
                </c:pt>
                <c:pt idx="4942">
                  <c:v>45637</c:v>
                </c:pt>
                <c:pt idx="4943">
                  <c:v>45638</c:v>
                </c:pt>
                <c:pt idx="4944">
                  <c:v>45639</c:v>
                </c:pt>
                <c:pt idx="4945">
                  <c:v>45642</c:v>
                </c:pt>
                <c:pt idx="4946">
                  <c:v>45643</c:v>
                </c:pt>
                <c:pt idx="4947">
                  <c:v>45644</c:v>
                </c:pt>
                <c:pt idx="4948">
                  <c:v>45645</c:v>
                </c:pt>
                <c:pt idx="4949">
                  <c:v>45646</c:v>
                </c:pt>
                <c:pt idx="4950">
                  <c:v>45649</c:v>
                </c:pt>
                <c:pt idx="4951">
                  <c:v>45650</c:v>
                </c:pt>
                <c:pt idx="4952">
                  <c:v>45651</c:v>
                </c:pt>
                <c:pt idx="4953">
                  <c:v>45652</c:v>
                </c:pt>
                <c:pt idx="4954">
                  <c:v>45653</c:v>
                </c:pt>
                <c:pt idx="4955">
                  <c:v>45656</c:v>
                </c:pt>
                <c:pt idx="4956">
                  <c:v>45657</c:v>
                </c:pt>
                <c:pt idx="4957">
                  <c:v>45658</c:v>
                </c:pt>
                <c:pt idx="4958">
                  <c:v>45659</c:v>
                </c:pt>
                <c:pt idx="4959">
                  <c:v>45660</c:v>
                </c:pt>
                <c:pt idx="4960">
                  <c:v>45663</c:v>
                </c:pt>
                <c:pt idx="4961">
                  <c:v>45664</c:v>
                </c:pt>
                <c:pt idx="4962">
                  <c:v>45665</c:v>
                </c:pt>
                <c:pt idx="4963">
                  <c:v>45666</c:v>
                </c:pt>
                <c:pt idx="4964">
                  <c:v>45667</c:v>
                </c:pt>
                <c:pt idx="4965">
                  <c:v>45670</c:v>
                </c:pt>
                <c:pt idx="4966">
                  <c:v>45671</c:v>
                </c:pt>
                <c:pt idx="4967">
                  <c:v>45672</c:v>
                </c:pt>
                <c:pt idx="4968">
                  <c:v>45673</c:v>
                </c:pt>
                <c:pt idx="4969">
                  <c:v>45674</c:v>
                </c:pt>
                <c:pt idx="4970">
                  <c:v>45677</c:v>
                </c:pt>
                <c:pt idx="4971">
                  <c:v>45678</c:v>
                </c:pt>
                <c:pt idx="4972">
                  <c:v>45679</c:v>
                </c:pt>
                <c:pt idx="4973">
                  <c:v>45680</c:v>
                </c:pt>
                <c:pt idx="4974">
                  <c:v>45681</c:v>
                </c:pt>
                <c:pt idx="4975">
                  <c:v>45684</c:v>
                </c:pt>
                <c:pt idx="4976">
                  <c:v>45685</c:v>
                </c:pt>
                <c:pt idx="4977">
                  <c:v>45686</c:v>
                </c:pt>
                <c:pt idx="4978">
                  <c:v>45687</c:v>
                </c:pt>
                <c:pt idx="4979">
                  <c:v>45688</c:v>
                </c:pt>
                <c:pt idx="4980">
                  <c:v>45691</c:v>
                </c:pt>
                <c:pt idx="4981">
                  <c:v>45692</c:v>
                </c:pt>
                <c:pt idx="4982">
                  <c:v>45693</c:v>
                </c:pt>
                <c:pt idx="4983">
                  <c:v>45694</c:v>
                </c:pt>
                <c:pt idx="4984">
                  <c:v>45695</c:v>
                </c:pt>
                <c:pt idx="4985">
                  <c:v>45698</c:v>
                </c:pt>
                <c:pt idx="4986">
                  <c:v>45699</c:v>
                </c:pt>
                <c:pt idx="4987">
                  <c:v>45700</c:v>
                </c:pt>
                <c:pt idx="4988">
                  <c:v>45701</c:v>
                </c:pt>
                <c:pt idx="4989">
                  <c:v>45702</c:v>
                </c:pt>
                <c:pt idx="4990">
                  <c:v>45705</c:v>
                </c:pt>
                <c:pt idx="4991">
                  <c:v>45706</c:v>
                </c:pt>
                <c:pt idx="4992">
                  <c:v>45707</c:v>
                </c:pt>
                <c:pt idx="4993">
                  <c:v>45708</c:v>
                </c:pt>
                <c:pt idx="4994">
                  <c:v>45709</c:v>
                </c:pt>
                <c:pt idx="4995">
                  <c:v>45712</c:v>
                </c:pt>
                <c:pt idx="4996">
                  <c:v>45713</c:v>
                </c:pt>
                <c:pt idx="4997">
                  <c:v>45714</c:v>
                </c:pt>
                <c:pt idx="4998">
                  <c:v>45715</c:v>
                </c:pt>
                <c:pt idx="4999">
                  <c:v>45716</c:v>
                </c:pt>
                <c:pt idx="5000">
                  <c:v>45719</c:v>
                </c:pt>
                <c:pt idx="5001">
                  <c:v>45720</c:v>
                </c:pt>
                <c:pt idx="5002">
                  <c:v>45721</c:v>
                </c:pt>
                <c:pt idx="5003">
                  <c:v>45722</c:v>
                </c:pt>
                <c:pt idx="5004">
                  <c:v>45723</c:v>
                </c:pt>
                <c:pt idx="5005">
                  <c:v>45726</c:v>
                </c:pt>
                <c:pt idx="5006">
                  <c:v>45727</c:v>
                </c:pt>
                <c:pt idx="5007">
                  <c:v>45728</c:v>
                </c:pt>
                <c:pt idx="5008">
                  <c:v>45729</c:v>
                </c:pt>
                <c:pt idx="5009">
                  <c:v>45730</c:v>
                </c:pt>
                <c:pt idx="5010">
                  <c:v>45733</c:v>
                </c:pt>
                <c:pt idx="5011">
                  <c:v>45734</c:v>
                </c:pt>
                <c:pt idx="5012">
                  <c:v>45735</c:v>
                </c:pt>
                <c:pt idx="5013">
                  <c:v>45736</c:v>
                </c:pt>
                <c:pt idx="5014">
                  <c:v>45737</c:v>
                </c:pt>
                <c:pt idx="5015">
                  <c:v>45740</c:v>
                </c:pt>
                <c:pt idx="5016">
                  <c:v>45741</c:v>
                </c:pt>
                <c:pt idx="5017">
                  <c:v>45742</c:v>
                </c:pt>
                <c:pt idx="5018">
                  <c:v>45743</c:v>
                </c:pt>
                <c:pt idx="5019">
                  <c:v>45744</c:v>
                </c:pt>
                <c:pt idx="5020">
                  <c:v>45747</c:v>
                </c:pt>
                <c:pt idx="5021">
                  <c:v>45748</c:v>
                </c:pt>
                <c:pt idx="5022">
                  <c:v>45749</c:v>
                </c:pt>
                <c:pt idx="5023">
                  <c:v>45750</c:v>
                </c:pt>
                <c:pt idx="5024">
                  <c:v>45751</c:v>
                </c:pt>
                <c:pt idx="5025">
                  <c:v>45754</c:v>
                </c:pt>
                <c:pt idx="5026">
                  <c:v>45755</c:v>
                </c:pt>
                <c:pt idx="5027">
                  <c:v>45756</c:v>
                </c:pt>
                <c:pt idx="5028">
                  <c:v>45757</c:v>
                </c:pt>
                <c:pt idx="5029">
                  <c:v>45758</c:v>
                </c:pt>
                <c:pt idx="5030">
                  <c:v>45761</c:v>
                </c:pt>
                <c:pt idx="5031">
                  <c:v>45762</c:v>
                </c:pt>
                <c:pt idx="5032">
                  <c:v>45763</c:v>
                </c:pt>
                <c:pt idx="5033">
                  <c:v>45764</c:v>
                </c:pt>
                <c:pt idx="5034">
                  <c:v>45765</c:v>
                </c:pt>
                <c:pt idx="5035">
                  <c:v>45768</c:v>
                </c:pt>
                <c:pt idx="5036">
                  <c:v>45769</c:v>
                </c:pt>
                <c:pt idx="5037">
                  <c:v>45770</c:v>
                </c:pt>
                <c:pt idx="5038">
                  <c:v>45771</c:v>
                </c:pt>
                <c:pt idx="5039">
                  <c:v>45772</c:v>
                </c:pt>
                <c:pt idx="5040">
                  <c:v>45775</c:v>
                </c:pt>
                <c:pt idx="5041">
                  <c:v>45776</c:v>
                </c:pt>
                <c:pt idx="5042">
                  <c:v>45777</c:v>
                </c:pt>
                <c:pt idx="5043">
                  <c:v>45778</c:v>
                </c:pt>
                <c:pt idx="5044">
                  <c:v>45779</c:v>
                </c:pt>
                <c:pt idx="5045">
                  <c:v>45782</c:v>
                </c:pt>
                <c:pt idx="5046">
                  <c:v>45783</c:v>
                </c:pt>
                <c:pt idx="5047">
                  <c:v>45784</c:v>
                </c:pt>
                <c:pt idx="5048">
                  <c:v>45785</c:v>
                </c:pt>
                <c:pt idx="5049">
                  <c:v>45786</c:v>
                </c:pt>
                <c:pt idx="5050">
                  <c:v>45789</c:v>
                </c:pt>
                <c:pt idx="5051">
                  <c:v>45790</c:v>
                </c:pt>
                <c:pt idx="5052">
                  <c:v>45791</c:v>
                </c:pt>
                <c:pt idx="5053">
                  <c:v>45792</c:v>
                </c:pt>
                <c:pt idx="5054">
                  <c:v>45793</c:v>
                </c:pt>
                <c:pt idx="5055">
                  <c:v>45796</c:v>
                </c:pt>
                <c:pt idx="5056">
                  <c:v>45797</c:v>
                </c:pt>
                <c:pt idx="5057">
                  <c:v>45798</c:v>
                </c:pt>
                <c:pt idx="5058">
                  <c:v>45799</c:v>
                </c:pt>
                <c:pt idx="5059">
                  <c:v>45800</c:v>
                </c:pt>
                <c:pt idx="5060">
                  <c:v>45803</c:v>
                </c:pt>
                <c:pt idx="5061">
                  <c:v>45804</c:v>
                </c:pt>
                <c:pt idx="5062">
                  <c:v>45805</c:v>
                </c:pt>
                <c:pt idx="5063">
                  <c:v>45806</c:v>
                </c:pt>
                <c:pt idx="5064">
                  <c:v>45807</c:v>
                </c:pt>
                <c:pt idx="5065">
                  <c:v>45810</c:v>
                </c:pt>
                <c:pt idx="5066">
                  <c:v>45811</c:v>
                </c:pt>
                <c:pt idx="5067">
                  <c:v>45812</c:v>
                </c:pt>
                <c:pt idx="5068">
                  <c:v>45813</c:v>
                </c:pt>
                <c:pt idx="5069">
                  <c:v>45814</c:v>
                </c:pt>
                <c:pt idx="5070">
                  <c:v>45817</c:v>
                </c:pt>
                <c:pt idx="5071">
                  <c:v>45818</c:v>
                </c:pt>
                <c:pt idx="5072">
                  <c:v>45819</c:v>
                </c:pt>
                <c:pt idx="5073">
                  <c:v>45820</c:v>
                </c:pt>
                <c:pt idx="5074">
                  <c:v>45821</c:v>
                </c:pt>
                <c:pt idx="5075">
                  <c:v>45824</c:v>
                </c:pt>
                <c:pt idx="5076">
                  <c:v>45825</c:v>
                </c:pt>
                <c:pt idx="5077">
                  <c:v>45826</c:v>
                </c:pt>
                <c:pt idx="5078">
                  <c:v>45827</c:v>
                </c:pt>
                <c:pt idx="5079">
                  <c:v>45828</c:v>
                </c:pt>
                <c:pt idx="5080">
                  <c:v>45831</c:v>
                </c:pt>
                <c:pt idx="5081">
                  <c:v>45832</c:v>
                </c:pt>
                <c:pt idx="5082">
                  <c:v>45833</c:v>
                </c:pt>
                <c:pt idx="5083">
                  <c:v>45834</c:v>
                </c:pt>
                <c:pt idx="5084">
                  <c:v>45835</c:v>
                </c:pt>
                <c:pt idx="5085">
                  <c:v>45838</c:v>
                </c:pt>
                <c:pt idx="5086">
                  <c:v>45839</c:v>
                </c:pt>
                <c:pt idx="5087">
                  <c:v>45840</c:v>
                </c:pt>
                <c:pt idx="5088">
                  <c:v>45841</c:v>
                </c:pt>
                <c:pt idx="5089">
                  <c:v>45842</c:v>
                </c:pt>
                <c:pt idx="5090">
                  <c:v>45845</c:v>
                </c:pt>
                <c:pt idx="5091">
                  <c:v>45846</c:v>
                </c:pt>
                <c:pt idx="5092">
                  <c:v>45847</c:v>
                </c:pt>
                <c:pt idx="5093">
                  <c:v>45848</c:v>
                </c:pt>
                <c:pt idx="5094">
                  <c:v>45849</c:v>
                </c:pt>
                <c:pt idx="5095">
                  <c:v>45852</c:v>
                </c:pt>
                <c:pt idx="5096">
                  <c:v>45853</c:v>
                </c:pt>
                <c:pt idx="5097">
                  <c:v>45854</c:v>
                </c:pt>
                <c:pt idx="5098">
                  <c:v>45855</c:v>
                </c:pt>
                <c:pt idx="5099">
                  <c:v>45856</c:v>
                </c:pt>
                <c:pt idx="5100">
                  <c:v>45859</c:v>
                </c:pt>
                <c:pt idx="5101">
                  <c:v>45860</c:v>
                </c:pt>
                <c:pt idx="5102">
                  <c:v>45861</c:v>
                </c:pt>
                <c:pt idx="5103">
                  <c:v>45862</c:v>
                </c:pt>
                <c:pt idx="5104">
                  <c:v>45863</c:v>
                </c:pt>
                <c:pt idx="5105">
                  <c:v>45866</c:v>
                </c:pt>
                <c:pt idx="5106">
                  <c:v>45867</c:v>
                </c:pt>
                <c:pt idx="5107">
                  <c:v>45868</c:v>
                </c:pt>
                <c:pt idx="5108">
                  <c:v>45869</c:v>
                </c:pt>
                <c:pt idx="5109">
                  <c:v>45870</c:v>
                </c:pt>
                <c:pt idx="5110">
                  <c:v>45873</c:v>
                </c:pt>
                <c:pt idx="5111">
                  <c:v>45874</c:v>
                </c:pt>
                <c:pt idx="5112">
                  <c:v>45875</c:v>
                </c:pt>
                <c:pt idx="5113">
                  <c:v>45876</c:v>
                </c:pt>
                <c:pt idx="5114">
                  <c:v>45877</c:v>
                </c:pt>
                <c:pt idx="5115">
                  <c:v>45880</c:v>
                </c:pt>
                <c:pt idx="5116">
                  <c:v>45881</c:v>
                </c:pt>
                <c:pt idx="5117">
                  <c:v>45882</c:v>
                </c:pt>
                <c:pt idx="5118">
                  <c:v>45883</c:v>
                </c:pt>
                <c:pt idx="5119">
                  <c:v>45884</c:v>
                </c:pt>
                <c:pt idx="5120">
                  <c:v>45887</c:v>
                </c:pt>
                <c:pt idx="5121">
                  <c:v>45888</c:v>
                </c:pt>
                <c:pt idx="5122">
                  <c:v>45889</c:v>
                </c:pt>
                <c:pt idx="5123">
                  <c:v>45890</c:v>
                </c:pt>
                <c:pt idx="5124">
                  <c:v>45891</c:v>
                </c:pt>
                <c:pt idx="5125">
                  <c:v>45894</c:v>
                </c:pt>
                <c:pt idx="5126">
                  <c:v>45895</c:v>
                </c:pt>
                <c:pt idx="5127">
                  <c:v>45896</c:v>
                </c:pt>
                <c:pt idx="5128">
                  <c:v>45897</c:v>
                </c:pt>
                <c:pt idx="5129">
                  <c:v>45898</c:v>
                </c:pt>
                <c:pt idx="5130">
                  <c:v>45901</c:v>
                </c:pt>
                <c:pt idx="5131">
                  <c:v>45902</c:v>
                </c:pt>
                <c:pt idx="5132">
                  <c:v>45903</c:v>
                </c:pt>
                <c:pt idx="5133">
                  <c:v>45904</c:v>
                </c:pt>
                <c:pt idx="5134">
                  <c:v>45905</c:v>
                </c:pt>
                <c:pt idx="5135">
                  <c:v>45908</c:v>
                </c:pt>
                <c:pt idx="5136">
                  <c:v>45909</c:v>
                </c:pt>
                <c:pt idx="5137">
                  <c:v>45910</c:v>
                </c:pt>
                <c:pt idx="5138">
                  <c:v>45911</c:v>
                </c:pt>
                <c:pt idx="5139">
                  <c:v>45912</c:v>
                </c:pt>
                <c:pt idx="5140">
                  <c:v>45915</c:v>
                </c:pt>
                <c:pt idx="5141">
                  <c:v>45916</c:v>
                </c:pt>
                <c:pt idx="5142">
                  <c:v>45917</c:v>
                </c:pt>
                <c:pt idx="5143">
                  <c:v>45918</c:v>
                </c:pt>
                <c:pt idx="5144">
                  <c:v>45919</c:v>
                </c:pt>
                <c:pt idx="5145">
                  <c:v>45922</c:v>
                </c:pt>
                <c:pt idx="5146">
                  <c:v>45923</c:v>
                </c:pt>
                <c:pt idx="5147">
                  <c:v>45924</c:v>
                </c:pt>
                <c:pt idx="5148">
                  <c:v>45925</c:v>
                </c:pt>
                <c:pt idx="5149">
                  <c:v>45926</c:v>
                </c:pt>
                <c:pt idx="5150">
                  <c:v>45929</c:v>
                </c:pt>
                <c:pt idx="5151">
                  <c:v>45930</c:v>
                </c:pt>
                <c:pt idx="5152">
                  <c:v>45931</c:v>
                </c:pt>
                <c:pt idx="5153">
                  <c:v>45932</c:v>
                </c:pt>
                <c:pt idx="5154">
                  <c:v>45933</c:v>
                </c:pt>
                <c:pt idx="5155">
                  <c:v>45936</c:v>
                </c:pt>
                <c:pt idx="5156">
                  <c:v>45937</c:v>
                </c:pt>
                <c:pt idx="5157">
                  <c:v>45938</c:v>
                </c:pt>
                <c:pt idx="5158">
                  <c:v>45939</c:v>
                </c:pt>
                <c:pt idx="5159">
                  <c:v>45940</c:v>
                </c:pt>
                <c:pt idx="5160">
                  <c:v>45943</c:v>
                </c:pt>
                <c:pt idx="5161">
                  <c:v>45944</c:v>
                </c:pt>
                <c:pt idx="5162">
                  <c:v>45945</c:v>
                </c:pt>
                <c:pt idx="5163">
                  <c:v>45946</c:v>
                </c:pt>
                <c:pt idx="5164">
                  <c:v>45947</c:v>
                </c:pt>
                <c:pt idx="5165">
                  <c:v>45950</c:v>
                </c:pt>
                <c:pt idx="5166">
                  <c:v>45951</c:v>
                </c:pt>
                <c:pt idx="5167">
                  <c:v>45952</c:v>
                </c:pt>
                <c:pt idx="5168">
                  <c:v>45953</c:v>
                </c:pt>
                <c:pt idx="5169">
                  <c:v>45954</c:v>
                </c:pt>
                <c:pt idx="5170">
                  <c:v>45957</c:v>
                </c:pt>
                <c:pt idx="5171">
                  <c:v>45958</c:v>
                </c:pt>
                <c:pt idx="5172">
                  <c:v>45959</c:v>
                </c:pt>
                <c:pt idx="5173">
                  <c:v>45960</c:v>
                </c:pt>
                <c:pt idx="5174">
                  <c:v>45961</c:v>
                </c:pt>
                <c:pt idx="5175">
                  <c:v>45964</c:v>
                </c:pt>
                <c:pt idx="5176">
                  <c:v>45965</c:v>
                </c:pt>
                <c:pt idx="5177">
                  <c:v>45966</c:v>
                </c:pt>
                <c:pt idx="5178">
                  <c:v>45967</c:v>
                </c:pt>
                <c:pt idx="5179">
                  <c:v>45968</c:v>
                </c:pt>
                <c:pt idx="5180">
                  <c:v>45971</c:v>
                </c:pt>
                <c:pt idx="5181">
                  <c:v>45972</c:v>
                </c:pt>
                <c:pt idx="5182">
                  <c:v>45973</c:v>
                </c:pt>
                <c:pt idx="5183">
                  <c:v>45974</c:v>
                </c:pt>
                <c:pt idx="5184">
                  <c:v>45975</c:v>
                </c:pt>
                <c:pt idx="5185">
                  <c:v>45978</c:v>
                </c:pt>
                <c:pt idx="5186">
                  <c:v>45979</c:v>
                </c:pt>
                <c:pt idx="5187">
                  <c:v>45980</c:v>
                </c:pt>
                <c:pt idx="5188">
                  <c:v>45981</c:v>
                </c:pt>
                <c:pt idx="5189">
                  <c:v>45982</c:v>
                </c:pt>
                <c:pt idx="5190">
                  <c:v>45985</c:v>
                </c:pt>
                <c:pt idx="5191">
                  <c:v>45986</c:v>
                </c:pt>
                <c:pt idx="5192">
                  <c:v>45987</c:v>
                </c:pt>
                <c:pt idx="5193">
                  <c:v>45988</c:v>
                </c:pt>
                <c:pt idx="5194">
                  <c:v>45989</c:v>
                </c:pt>
                <c:pt idx="5195">
                  <c:v>45992</c:v>
                </c:pt>
                <c:pt idx="5196">
                  <c:v>45993</c:v>
                </c:pt>
                <c:pt idx="5197">
                  <c:v>45994</c:v>
                </c:pt>
                <c:pt idx="5198">
                  <c:v>45995</c:v>
                </c:pt>
                <c:pt idx="5199">
                  <c:v>45996</c:v>
                </c:pt>
                <c:pt idx="5200">
                  <c:v>45999</c:v>
                </c:pt>
                <c:pt idx="5201">
                  <c:v>46000</c:v>
                </c:pt>
                <c:pt idx="5202">
                  <c:v>46001</c:v>
                </c:pt>
                <c:pt idx="5203">
                  <c:v>46002</c:v>
                </c:pt>
                <c:pt idx="5204">
                  <c:v>46003</c:v>
                </c:pt>
                <c:pt idx="5205">
                  <c:v>46006</c:v>
                </c:pt>
                <c:pt idx="5206">
                  <c:v>46007</c:v>
                </c:pt>
                <c:pt idx="5207">
                  <c:v>46008</c:v>
                </c:pt>
                <c:pt idx="5208">
                  <c:v>46009</c:v>
                </c:pt>
                <c:pt idx="5209">
                  <c:v>46010</c:v>
                </c:pt>
                <c:pt idx="5210">
                  <c:v>46013</c:v>
                </c:pt>
                <c:pt idx="5211">
                  <c:v>46014</c:v>
                </c:pt>
                <c:pt idx="5212">
                  <c:v>46015</c:v>
                </c:pt>
                <c:pt idx="5213">
                  <c:v>46016</c:v>
                </c:pt>
                <c:pt idx="5214">
                  <c:v>46017</c:v>
                </c:pt>
                <c:pt idx="5215">
                  <c:v>46020</c:v>
                </c:pt>
                <c:pt idx="5216">
                  <c:v>46021</c:v>
                </c:pt>
                <c:pt idx="5217">
                  <c:v>46022</c:v>
                </c:pt>
                <c:pt idx="5218">
                  <c:v>46023</c:v>
                </c:pt>
                <c:pt idx="5219">
                  <c:v>46024</c:v>
                </c:pt>
                <c:pt idx="5220">
                  <c:v>46027</c:v>
                </c:pt>
                <c:pt idx="5221">
                  <c:v>46028</c:v>
                </c:pt>
                <c:pt idx="5222">
                  <c:v>46029</c:v>
                </c:pt>
                <c:pt idx="5223">
                  <c:v>46030</c:v>
                </c:pt>
                <c:pt idx="5224">
                  <c:v>46031</c:v>
                </c:pt>
                <c:pt idx="5225">
                  <c:v>46034</c:v>
                </c:pt>
                <c:pt idx="5226">
                  <c:v>46035</c:v>
                </c:pt>
                <c:pt idx="5227">
                  <c:v>46036</c:v>
                </c:pt>
                <c:pt idx="5228">
                  <c:v>46037</c:v>
                </c:pt>
                <c:pt idx="5229">
                  <c:v>46038</c:v>
                </c:pt>
                <c:pt idx="5230">
                  <c:v>46041</c:v>
                </c:pt>
                <c:pt idx="5231">
                  <c:v>46042</c:v>
                </c:pt>
                <c:pt idx="5232">
                  <c:v>46043</c:v>
                </c:pt>
                <c:pt idx="5233">
                  <c:v>46044</c:v>
                </c:pt>
                <c:pt idx="5234">
                  <c:v>46045</c:v>
                </c:pt>
                <c:pt idx="5235">
                  <c:v>46048</c:v>
                </c:pt>
                <c:pt idx="5236">
                  <c:v>46049</c:v>
                </c:pt>
                <c:pt idx="5237">
                  <c:v>46050</c:v>
                </c:pt>
                <c:pt idx="5238">
                  <c:v>46051</c:v>
                </c:pt>
                <c:pt idx="5239">
                  <c:v>46052</c:v>
                </c:pt>
                <c:pt idx="5240">
                  <c:v>46055</c:v>
                </c:pt>
                <c:pt idx="5241">
                  <c:v>46056</c:v>
                </c:pt>
                <c:pt idx="5242">
                  <c:v>46057</c:v>
                </c:pt>
                <c:pt idx="5243">
                  <c:v>46058</c:v>
                </c:pt>
                <c:pt idx="5244">
                  <c:v>46059</c:v>
                </c:pt>
                <c:pt idx="5245">
                  <c:v>46062</c:v>
                </c:pt>
                <c:pt idx="5246">
                  <c:v>46063</c:v>
                </c:pt>
                <c:pt idx="5247">
                  <c:v>46064</c:v>
                </c:pt>
                <c:pt idx="5248">
                  <c:v>46065</c:v>
                </c:pt>
                <c:pt idx="5249">
                  <c:v>46066</c:v>
                </c:pt>
                <c:pt idx="5250">
                  <c:v>46069</c:v>
                </c:pt>
                <c:pt idx="5251">
                  <c:v>46070</c:v>
                </c:pt>
                <c:pt idx="5252">
                  <c:v>46071</c:v>
                </c:pt>
                <c:pt idx="5253">
                  <c:v>46072</c:v>
                </c:pt>
                <c:pt idx="5254">
                  <c:v>46073</c:v>
                </c:pt>
                <c:pt idx="5255">
                  <c:v>46076</c:v>
                </c:pt>
                <c:pt idx="5256">
                  <c:v>46077</c:v>
                </c:pt>
                <c:pt idx="5257">
                  <c:v>46078</c:v>
                </c:pt>
                <c:pt idx="5258">
                  <c:v>46079</c:v>
                </c:pt>
                <c:pt idx="5259">
                  <c:v>46080</c:v>
                </c:pt>
                <c:pt idx="5260">
                  <c:v>46083</c:v>
                </c:pt>
                <c:pt idx="5261">
                  <c:v>46084</c:v>
                </c:pt>
                <c:pt idx="5262">
                  <c:v>46085</c:v>
                </c:pt>
                <c:pt idx="5263">
                  <c:v>46086</c:v>
                </c:pt>
                <c:pt idx="5264">
                  <c:v>46087</c:v>
                </c:pt>
                <c:pt idx="5265">
                  <c:v>46090</c:v>
                </c:pt>
                <c:pt idx="5266">
                  <c:v>46091</c:v>
                </c:pt>
                <c:pt idx="5267">
                  <c:v>46092</c:v>
                </c:pt>
                <c:pt idx="5268">
                  <c:v>46093</c:v>
                </c:pt>
                <c:pt idx="5269">
                  <c:v>46094</c:v>
                </c:pt>
                <c:pt idx="5270">
                  <c:v>46097</c:v>
                </c:pt>
                <c:pt idx="5271">
                  <c:v>46098</c:v>
                </c:pt>
                <c:pt idx="5272">
                  <c:v>46099</c:v>
                </c:pt>
                <c:pt idx="5273">
                  <c:v>46100</c:v>
                </c:pt>
                <c:pt idx="5274">
                  <c:v>46101</c:v>
                </c:pt>
                <c:pt idx="5275">
                  <c:v>46104</c:v>
                </c:pt>
                <c:pt idx="5276">
                  <c:v>46105</c:v>
                </c:pt>
                <c:pt idx="5277">
                  <c:v>46106</c:v>
                </c:pt>
                <c:pt idx="5278">
                  <c:v>46107</c:v>
                </c:pt>
                <c:pt idx="5279">
                  <c:v>46108</c:v>
                </c:pt>
                <c:pt idx="5280">
                  <c:v>46111</c:v>
                </c:pt>
                <c:pt idx="5281">
                  <c:v>46112</c:v>
                </c:pt>
                <c:pt idx="5282">
                  <c:v>46113</c:v>
                </c:pt>
                <c:pt idx="5283">
                  <c:v>46114</c:v>
                </c:pt>
                <c:pt idx="5284">
                  <c:v>46115</c:v>
                </c:pt>
                <c:pt idx="5285">
                  <c:v>46118</c:v>
                </c:pt>
                <c:pt idx="5286">
                  <c:v>46119</c:v>
                </c:pt>
                <c:pt idx="5287">
                  <c:v>46120</c:v>
                </c:pt>
                <c:pt idx="5288">
                  <c:v>46121</c:v>
                </c:pt>
                <c:pt idx="5289">
                  <c:v>46122</c:v>
                </c:pt>
                <c:pt idx="5290">
                  <c:v>46125</c:v>
                </c:pt>
                <c:pt idx="5291">
                  <c:v>46126</c:v>
                </c:pt>
                <c:pt idx="5292">
                  <c:v>46127</c:v>
                </c:pt>
                <c:pt idx="5293">
                  <c:v>46128</c:v>
                </c:pt>
                <c:pt idx="5294">
                  <c:v>46129</c:v>
                </c:pt>
                <c:pt idx="5295">
                  <c:v>46132</c:v>
                </c:pt>
                <c:pt idx="5296">
                  <c:v>46133</c:v>
                </c:pt>
                <c:pt idx="5297">
                  <c:v>46134</c:v>
                </c:pt>
                <c:pt idx="5298">
                  <c:v>46135</c:v>
                </c:pt>
                <c:pt idx="5299">
                  <c:v>46136</c:v>
                </c:pt>
                <c:pt idx="5300">
                  <c:v>46139</c:v>
                </c:pt>
                <c:pt idx="5301">
                  <c:v>46140</c:v>
                </c:pt>
                <c:pt idx="5302">
                  <c:v>46141</c:v>
                </c:pt>
                <c:pt idx="5303">
                  <c:v>46142</c:v>
                </c:pt>
                <c:pt idx="5304">
                  <c:v>46143</c:v>
                </c:pt>
                <c:pt idx="5305">
                  <c:v>46146</c:v>
                </c:pt>
                <c:pt idx="5306">
                  <c:v>46147</c:v>
                </c:pt>
                <c:pt idx="5307">
                  <c:v>46148</c:v>
                </c:pt>
                <c:pt idx="5308">
                  <c:v>46149</c:v>
                </c:pt>
                <c:pt idx="5309">
                  <c:v>46150</c:v>
                </c:pt>
                <c:pt idx="5310">
                  <c:v>46153</c:v>
                </c:pt>
                <c:pt idx="5311">
                  <c:v>46154</c:v>
                </c:pt>
                <c:pt idx="5312">
                  <c:v>46155</c:v>
                </c:pt>
                <c:pt idx="5313">
                  <c:v>46156</c:v>
                </c:pt>
                <c:pt idx="5314">
                  <c:v>46157</c:v>
                </c:pt>
                <c:pt idx="5315">
                  <c:v>46160</c:v>
                </c:pt>
                <c:pt idx="5316">
                  <c:v>46161</c:v>
                </c:pt>
                <c:pt idx="5317">
                  <c:v>46162</c:v>
                </c:pt>
                <c:pt idx="5318">
                  <c:v>46163</c:v>
                </c:pt>
                <c:pt idx="5319">
                  <c:v>46164</c:v>
                </c:pt>
                <c:pt idx="5320">
                  <c:v>46167</c:v>
                </c:pt>
                <c:pt idx="5321">
                  <c:v>46168</c:v>
                </c:pt>
                <c:pt idx="5322">
                  <c:v>46169</c:v>
                </c:pt>
                <c:pt idx="5323">
                  <c:v>46170</c:v>
                </c:pt>
                <c:pt idx="5324">
                  <c:v>46171</c:v>
                </c:pt>
                <c:pt idx="5325">
                  <c:v>46174</c:v>
                </c:pt>
                <c:pt idx="5326">
                  <c:v>46175</c:v>
                </c:pt>
                <c:pt idx="5327">
                  <c:v>46176</c:v>
                </c:pt>
                <c:pt idx="5328">
                  <c:v>46177</c:v>
                </c:pt>
                <c:pt idx="5329">
                  <c:v>46178</c:v>
                </c:pt>
                <c:pt idx="5330">
                  <c:v>46181</c:v>
                </c:pt>
                <c:pt idx="5331">
                  <c:v>46182</c:v>
                </c:pt>
                <c:pt idx="5332">
                  <c:v>46183</c:v>
                </c:pt>
                <c:pt idx="5333">
                  <c:v>46184</c:v>
                </c:pt>
                <c:pt idx="5334">
                  <c:v>46185</c:v>
                </c:pt>
                <c:pt idx="5335">
                  <c:v>46188</c:v>
                </c:pt>
                <c:pt idx="5336">
                  <c:v>46189</c:v>
                </c:pt>
                <c:pt idx="5337">
                  <c:v>46190</c:v>
                </c:pt>
                <c:pt idx="5338">
                  <c:v>46191</c:v>
                </c:pt>
              </c:numCache>
            </c:numRef>
          </c:cat>
          <c:val>
            <c:numRef>
              <c:f>'worldwide policy rate'!$B$2612:$B$7950</c:f>
              <c:numCache>
                <c:formatCode>General</c:formatCode>
                <c:ptCount val="5339"/>
                <c:pt idx="0">
                  <c:v>4.25</c:v>
                </c:pt>
                <c:pt idx="1">
                  <c:v>4.25</c:v>
                </c:pt>
                <c:pt idx="2">
                  <c:v>4.25</c:v>
                </c:pt>
                <c:pt idx="3">
                  <c:v>4.25</c:v>
                </c:pt>
                <c:pt idx="4">
                  <c:v>4.25</c:v>
                </c:pt>
                <c:pt idx="5">
                  <c:v>4.25</c:v>
                </c:pt>
                <c:pt idx="6">
                  <c:v>4.25</c:v>
                </c:pt>
                <c:pt idx="7">
                  <c:v>4.25</c:v>
                </c:pt>
                <c:pt idx="8">
                  <c:v>4.25</c:v>
                </c:pt>
                <c:pt idx="9">
                  <c:v>4.25</c:v>
                </c:pt>
                <c:pt idx="10">
                  <c:v>4.25</c:v>
                </c:pt>
                <c:pt idx="11">
                  <c:v>4.25</c:v>
                </c:pt>
                <c:pt idx="12">
                  <c:v>4.25</c:v>
                </c:pt>
                <c:pt idx="13">
                  <c:v>4.25</c:v>
                </c:pt>
                <c:pt idx="14">
                  <c:v>4.25</c:v>
                </c:pt>
                <c:pt idx="15">
                  <c:v>4.25</c:v>
                </c:pt>
                <c:pt idx="16">
                  <c:v>4.25</c:v>
                </c:pt>
                <c:pt idx="17">
                  <c:v>4.25</c:v>
                </c:pt>
                <c:pt idx="18">
                  <c:v>4.25</c:v>
                </c:pt>
                <c:pt idx="19">
                  <c:v>4.25</c:v>
                </c:pt>
                <c:pt idx="20">
                  <c:v>4.25</c:v>
                </c:pt>
                <c:pt idx="21">
                  <c:v>4.5</c:v>
                </c:pt>
                <c:pt idx="22">
                  <c:v>4.5</c:v>
                </c:pt>
                <c:pt idx="23">
                  <c:v>4.5</c:v>
                </c:pt>
                <c:pt idx="24">
                  <c:v>4.5</c:v>
                </c:pt>
                <c:pt idx="25">
                  <c:v>4.5</c:v>
                </c:pt>
                <c:pt idx="26">
                  <c:v>4.5</c:v>
                </c:pt>
                <c:pt idx="27">
                  <c:v>4.5</c:v>
                </c:pt>
                <c:pt idx="28">
                  <c:v>4.5</c:v>
                </c:pt>
                <c:pt idx="29">
                  <c:v>4.5</c:v>
                </c:pt>
                <c:pt idx="30">
                  <c:v>4.5</c:v>
                </c:pt>
                <c:pt idx="31">
                  <c:v>4.5</c:v>
                </c:pt>
                <c:pt idx="32">
                  <c:v>4.5</c:v>
                </c:pt>
                <c:pt idx="33">
                  <c:v>4.5</c:v>
                </c:pt>
                <c:pt idx="34">
                  <c:v>4.5</c:v>
                </c:pt>
                <c:pt idx="35">
                  <c:v>4.5</c:v>
                </c:pt>
                <c:pt idx="36">
                  <c:v>4.5</c:v>
                </c:pt>
                <c:pt idx="37">
                  <c:v>4.5</c:v>
                </c:pt>
                <c:pt idx="38">
                  <c:v>4.5</c:v>
                </c:pt>
                <c:pt idx="39">
                  <c:v>4.5</c:v>
                </c:pt>
                <c:pt idx="40">
                  <c:v>4.5</c:v>
                </c:pt>
                <c:pt idx="41">
                  <c:v>4.5</c:v>
                </c:pt>
                <c:pt idx="42">
                  <c:v>4.5</c:v>
                </c:pt>
                <c:pt idx="43">
                  <c:v>4.5</c:v>
                </c:pt>
                <c:pt idx="44">
                  <c:v>4.5</c:v>
                </c:pt>
                <c:pt idx="45">
                  <c:v>4.5</c:v>
                </c:pt>
                <c:pt idx="46">
                  <c:v>4.5</c:v>
                </c:pt>
                <c:pt idx="47">
                  <c:v>4.5</c:v>
                </c:pt>
                <c:pt idx="48">
                  <c:v>4.5</c:v>
                </c:pt>
                <c:pt idx="49">
                  <c:v>4.5</c:v>
                </c:pt>
                <c:pt idx="50">
                  <c:v>4.5</c:v>
                </c:pt>
                <c:pt idx="51">
                  <c:v>4.5</c:v>
                </c:pt>
                <c:pt idx="52">
                  <c:v>4.5</c:v>
                </c:pt>
                <c:pt idx="53">
                  <c:v>4.5</c:v>
                </c:pt>
                <c:pt idx="54">
                  <c:v>4.5</c:v>
                </c:pt>
                <c:pt idx="55">
                  <c:v>4.5</c:v>
                </c:pt>
                <c:pt idx="56">
                  <c:v>4.5</c:v>
                </c:pt>
                <c:pt idx="57">
                  <c:v>4.5</c:v>
                </c:pt>
                <c:pt idx="58">
                  <c:v>4.5</c:v>
                </c:pt>
                <c:pt idx="59">
                  <c:v>4.5</c:v>
                </c:pt>
                <c:pt idx="60">
                  <c:v>4.5</c:v>
                </c:pt>
                <c:pt idx="61">
                  <c:v>4.75</c:v>
                </c:pt>
                <c:pt idx="62">
                  <c:v>4.75</c:v>
                </c:pt>
                <c:pt idx="63">
                  <c:v>4.75</c:v>
                </c:pt>
                <c:pt idx="64">
                  <c:v>4.75</c:v>
                </c:pt>
                <c:pt idx="65">
                  <c:v>4.75</c:v>
                </c:pt>
                <c:pt idx="66">
                  <c:v>4.75</c:v>
                </c:pt>
                <c:pt idx="67">
                  <c:v>4.75</c:v>
                </c:pt>
                <c:pt idx="68">
                  <c:v>4.75</c:v>
                </c:pt>
                <c:pt idx="69">
                  <c:v>4.75</c:v>
                </c:pt>
                <c:pt idx="70">
                  <c:v>4.75</c:v>
                </c:pt>
                <c:pt idx="71">
                  <c:v>4.75</c:v>
                </c:pt>
                <c:pt idx="72">
                  <c:v>4.75</c:v>
                </c:pt>
                <c:pt idx="73">
                  <c:v>4.75</c:v>
                </c:pt>
                <c:pt idx="74">
                  <c:v>4.75</c:v>
                </c:pt>
                <c:pt idx="75">
                  <c:v>4.75</c:v>
                </c:pt>
                <c:pt idx="76">
                  <c:v>4.75</c:v>
                </c:pt>
                <c:pt idx="77">
                  <c:v>4.75</c:v>
                </c:pt>
                <c:pt idx="78">
                  <c:v>4.75</c:v>
                </c:pt>
                <c:pt idx="79">
                  <c:v>4.75</c:v>
                </c:pt>
                <c:pt idx="80">
                  <c:v>4.75</c:v>
                </c:pt>
                <c:pt idx="81">
                  <c:v>4.75</c:v>
                </c:pt>
                <c:pt idx="82">
                  <c:v>4.75</c:v>
                </c:pt>
                <c:pt idx="83">
                  <c:v>4.75</c:v>
                </c:pt>
                <c:pt idx="84">
                  <c:v>4.75</c:v>
                </c:pt>
                <c:pt idx="85">
                  <c:v>4.75</c:v>
                </c:pt>
                <c:pt idx="86">
                  <c:v>4.75</c:v>
                </c:pt>
                <c:pt idx="87">
                  <c:v>4.75</c:v>
                </c:pt>
                <c:pt idx="88">
                  <c:v>4.75</c:v>
                </c:pt>
                <c:pt idx="89">
                  <c:v>4.75</c:v>
                </c:pt>
                <c:pt idx="90">
                  <c:v>4.75</c:v>
                </c:pt>
                <c:pt idx="91">
                  <c:v>4.75</c:v>
                </c:pt>
                <c:pt idx="92">
                  <c:v>5</c:v>
                </c:pt>
                <c:pt idx="93">
                  <c:v>5</c:v>
                </c:pt>
                <c:pt idx="94">
                  <c:v>5</c:v>
                </c:pt>
                <c:pt idx="95">
                  <c:v>5</c:v>
                </c:pt>
                <c:pt idx="96">
                  <c:v>5</c:v>
                </c:pt>
                <c:pt idx="97">
                  <c:v>5</c:v>
                </c:pt>
                <c:pt idx="98">
                  <c:v>5</c:v>
                </c:pt>
                <c:pt idx="99">
                  <c:v>5</c:v>
                </c:pt>
                <c:pt idx="100">
                  <c:v>5</c:v>
                </c:pt>
                <c:pt idx="101">
                  <c:v>5</c:v>
                </c:pt>
                <c:pt idx="102">
                  <c:v>5</c:v>
                </c:pt>
                <c:pt idx="103">
                  <c:v>5</c:v>
                </c:pt>
                <c:pt idx="104">
                  <c:v>5</c:v>
                </c:pt>
                <c:pt idx="105">
                  <c:v>5</c:v>
                </c:pt>
                <c:pt idx="106">
                  <c:v>5</c:v>
                </c:pt>
                <c:pt idx="107">
                  <c:v>5</c:v>
                </c:pt>
                <c:pt idx="108">
                  <c:v>5</c:v>
                </c:pt>
                <c:pt idx="109">
                  <c:v>5</c:v>
                </c:pt>
                <c:pt idx="110">
                  <c:v>5</c:v>
                </c:pt>
                <c:pt idx="111">
                  <c:v>5</c:v>
                </c:pt>
                <c:pt idx="112">
                  <c:v>5</c:v>
                </c:pt>
                <c:pt idx="113">
                  <c:v>5</c:v>
                </c:pt>
                <c:pt idx="114">
                  <c:v>5</c:v>
                </c:pt>
                <c:pt idx="115">
                  <c:v>5</c:v>
                </c:pt>
                <c:pt idx="116">
                  <c:v>5</c:v>
                </c:pt>
                <c:pt idx="117">
                  <c:v>5</c:v>
                </c:pt>
                <c:pt idx="118">
                  <c:v>5</c:v>
                </c:pt>
                <c:pt idx="119">
                  <c:v>5</c:v>
                </c:pt>
                <c:pt idx="120">
                  <c:v>5</c:v>
                </c:pt>
                <c:pt idx="121">
                  <c:v>5</c:v>
                </c:pt>
                <c:pt idx="122">
                  <c:v>5</c:v>
                </c:pt>
                <c:pt idx="123">
                  <c:v>5</c:v>
                </c:pt>
                <c:pt idx="124">
                  <c:v>5</c:v>
                </c:pt>
                <c:pt idx="125">
                  <c:v>5</c:v>
                </c:pt>
                <c:pt idx="126">
                  <c:v>5</c:v>
                </c:pt>
                <c:pt idx="127">
                  <c:v>5</c:v>
                </c:pt>
                <c:pt idx="128">
                  <c:v>5.25</c:v>
                </c:pt>
                <c:pt idx="129">
                  <c:v>5.25</c:v>
                </c:pt>
                <c:pt idx="130">
                  <c:v>5.25</c:v>
                </c:pt>
                <c:pt idx="131">
                  <c:v>5.25</c:v>
                </c:pt>
                <c:pt idx="132">
                  <c:v>5.25</c:v>
                </c:pt>
                <c:pt idx="133">
                  <c:v>5.25</c:v>
                </c:pt>
                <c:pt idx="134">
                  <c:v>5.25</c:v>
                </c:pt>
                <c:pt idx="135">
                  <c:v>5.25</c:v>
                </c:pt>
                <c:pt idx="136">
                  <c:v>5.25</c:v>
                </c:pt>
                <c:pt idx="137">
                  <c:v>5.25</c:v>
                </c:pt>
                <c:pt idx="138">
                  <c:v>5.25</c:v>
                </c:pt>
                <c:pt idx="139">
                  <c:v>5.25</c:v>
                </c:pt>
                <c:pt idx="140">
                  <c:v>5.25</c:v>
                </c:pt>
                <c:pt idx="141">
                  <c:v>5.25</c:v>
                </c:pt>
                <c:pt idx="142">
                  <c:v>5.25</c:v>
                </c:pt>
                <c:pt idx="143">
                  <c:v>5.25</c:v>
                </c:pt>
                <c:pt idx="144">
                  <c:v>5.25</c:v>
                </c:pt>
                <c:pt idx="145">
                  <c:v>5.25</c:v>
                </c:pt>
                <c:pt idx="146">
                  <c:v>5.25</c:v>
                </c:pt>
                <c:pt idx="147">
                  <c:v>5.25</c:v>
                </c:pt>
                <c:pt idx="148">
                  <c:v>5.25</c:v>
                </c:pt>
                <c:pt idx="149">
                  <c:v>5.25</c:v>
                </c:pt>
                <c:pt idx="150">
                  <c:v>5.25</c:v>
                </c:pt>
                <c:pt idx="151">
                  <c:v>5.25</c:v>
                </c:pt>
                <c:pt idx="152">
                  <c:v>5.25</c:v>
                </c:pt>
                <c:pt idx="153">
                  <c:v>5.25</c:v>
                </c:pt>
                <c:pt idx="154">
                  <c:v>5.25</c:v>
                </c:pt>
                <c:pt idx="155">
                  <c:v>5.25</c:v>
                </c:pt>
                <c:pt idx="156">
                  <c:v>5.25</c:v>
                </c:pt>
                <c:pt idx="157">
                  <c:v>5.25</c:v>
                </c:pt>
                <c:pt idx="158">
                  <c:v>5.25</c:v>
                </c:pt>
                <c:pt idx="159">
                  <c:v>5.25</c:v>
                </c:pt>
                <c:pt idx="160">
                  <c:v>5.25</c:v>
                </c:pt>
                <c:pt idx="161">
                  <c:v>5.25</c:v>
                </c:pt>
                <c:pt idx="162">
                  <c:v>5.25</c:v>
                </c:pt>
                <c:pt idx="163">
                  <c:v>5.25</c:v>
                </c:pt>
                <c:pt idx="164">
                  <c:v>5.25</c:v>
                </c:pt>
                <c:pt idx="165">
                  <c:v>5.25</c:v>
                </c:pt>
                <c:pt idx="166">
                  <c:v>5.25</c:v>
                </c:pt>
                <c:pt idx="167">
                  <c:v>5.25</c:v>
                </c:pt>
                <c:pt idx="168">
                  <c:v>5.25</c:v>
                </c:pt>
                <c:pt idx="169">
                  <c:v>5.25</c:v>
                </c:pt>
                <c:pt idx="170">
                  <c:v>5.25</c:v>
                </c:pt>
                <c:pt idx="171">
                  <c:v>5.25</c:v>
                </c:pt>
                <c:pt idx="172">
                  <c:v>5.25</c:v>
                </c:pt>
                <c:pt idx="173">
                  <c:v>5.25</c:v>
                </c:pt>
                <c:pt idx="174">
                  <c:v>5.25</c:v>
                </c:pt>
                <c:pt idx="175">
                  <c:v>5.25</c:v>
                </c:pt>
                <c:pt idx="176">
                  <c:v>5.25</c:v>
                </c:pt>
                <c:pt idx="177">
                  <c:v>5.25</c:v>
                </c:pt>
                <c:pt idx="178">
                  <c:v>5.25</c:v>
                </c:pt>
                <c:pt idx="179">
                  <c:v>5.25</c:v>
                </c:pt>
                <c:pt idx="180">
                  <c:v>5.25</c:v>
                </c:pt>
                <c:pt idx="181">
                  <c:v>5.25</c:v>
                </c:pt>
                <c:pt idx="182">
                  <c:v>5.25</c:v>
                </c:pt>
                <c:pt idx="183">
                  <c:v>5.25</c:v>
                </c:pt>
                <c:pt idx="184">
                  <c:v>5.25</c:v>
                </c:pt>
                <c:pt idx="185">
                  <c:v>5.25</c:v>
                </c:pt>
                <c:pt idx="186">
                  <c:v>5.25</c:v>
                </c:pt>
                <c:pt idx="187">
                  <c:v>5.25</c:v>
                </c:pt>
                <c:pt idx="188">
                  <c:v>5.25</c:v>
                </c:pt>
                <c:pt idx="189">
                  <c:v>5.25</c:v>
                </c:pt>
                <c:pt idx="190">
                  <c:v>5.25</c:v>
                </c:pt>
                <c:pt idx="191">
                  <c:v>5.25</c:v>
                </c:pt>
                <c:pt idx="192">
                  <c:v>5.25</c:v>
                </c:pt>
                <c:pt idx="193">
                  <c:v>5.25</c:v>
                </c:pt>
                <c:pt idx="194">
                  <c:v>5.25</c:v>
                </c:pt>
                <c:pt idx="195">
                  <c:v>5.25</c:v>
                </c:pt>
                <c:pt idx="196">
                  <c:v>5.25</c:v>
                </c:pt>
                <c:pt idx="197">
                  <c:v>5.25</c:v>
                </c:pt>
                <c:pt idx="198">
                  <c:v>5.25</c:v>
                </c:pt>
                <c:pt idx="199">
                  <c:v>5.25</c:v>
                </c:pt>
                <c:pt idx="200">
                  <c:v>5.25</c:v>
                </c:pt>
                <c:pt idx="201">
                  <c:v>5.25</c:v>
                </c:pt>
                <c:pt idx="202">
                  <c:v>5.25</c:v>
                </c:pt>
                <c:pt idx="203">
                  <c:v>5.25</c:v>
                </c:pt>
                <c:pt idx="204">
                  <c:v>5.25</c:v>
                </c:pt>
                <c:pt idx="205">
                  <c:v>5.25</c:v>
                </c:pt>
                <c:pt idx="206">
                  <c:v>5.25</c:v>
                </c:pt>
                <c:pt idx="207">
                  <c:v>5.25</c:v>
                </c:pt>
                <c:pt idx="208">
                  <c:v>5.25</c:v>
                </c:pt>
                <c:pt idx="209">
                  <c:v>5.25</c:v>
                </c:pt>
                <c:pt idx="210">
                  <c:v>5.25</c:v>
                </c:pt>
                <c:pt idx="211">
                  <c:v>5.25</c:v>
                </c:pt>
                <c:pt idx="212">
                  <c:v>5.25</c:v>
                </c:pt>
                <c:pt idx="213">
                  <c:v>5.25</c:v>
                </c:pt>
                <c:pt idx="214">
                  <c:v>5.25</c:v>
                </c:pt>
                <c:pt idx="215">
                  <c:v>5.25</c:v>
                </c:pt>
                <c:pt idx="216">
                  <c:v>5.25</c:v>
                </c:pt>
                <c:pt idx="217">
                  <c:v>5.25</c:v>
                </c:pt>
                <c:pt idx="218">
                  <c:v>5.25</c:v>
                </c:pt>
                <c:pt idx="219">
                  <c:v>5.25</c:v>
                </c:pt>
                <c:pt idx="220">
                  <c:v>5.25</c:v>
                </c:pt>
                <c:pt idx="221">
                  <c:v>5.25</c:v>
                </c:pt>
                <c:pt idx="222">
                  <c:v>5.25</c:v>
                </c:pt>
                <c:pt idx="223">
                  <c:v>5.25</c:v>
                </c:pt>
                <c:pt idx="224">
                  <c:v>5.25</c:v>
                </c:pt>
                <c:pt idx="225">
                  <c:v>5.25</c:v>
                </c:pt>
                <c:pt idx="226">
                  <c:v>5.25</c:v>
                </c:pt>
                <c:pt idx="227">
                  <c:v>5.25</c:v>
                </c:pt>
                <c:pt idx="228">
                  <c:v>5.25</c:v>
                </c:pt>
                <c:pt idx="229">
                  <c:v>5.25</c:v>
                </c:pt>
                <c:pt idx="230">
                  <c:v>5.25</c:v>
                </c:pt>
                <c:pt idx="231">
                  <c:v>5.25</c:v>
                </c:pt>
                <c:pt idx="232">
                  <c:v>5.25</c:v>
                </c:pt>
                <c:pt idx="233">
                  <c:v>5.25</c:v>
                </c:pt>
                <c:pt idx="234">
                  <c:v>5.25</c:v>
                </c:pt>
                <c:pt idx="235">
                  <c:v>5.25</c:v>
                </c:pt>
                <c:pt idx="236">
                  <c:v>5.25</c:v>
                </c:pt>
                <c:pt idx="237">
                  <c:v>5.25</c:v>
                </c:pt>
                <c:pt idx="238">
                  <c:v>5.25</c:v>
                </c:pt>
                <c:pt idx="239">
                  <c:v>5.25</c:v>
                </c:pt>
                <c:pt idx="240">
                  <c:v>5.25</c:v>
                </c:pt>
                <c:pt idx="241">
                  <c:v>5.25</c:v>
                </c:pt>
                <c:pt idx="242">
                  <c:v>5.25</c:v>
                </c:pt>
                <c:pt idx="243">
                  <c:v>5.25</c:v>
                </c:pt>
                <c:pt idx="244">
                  <c:v>5.25</c:v>
                </c:pt>
                <c:pt idx="245">
                  <c:v>5.25</c:v>
                </c:pt>
                <c:pt idx="246">
                  <c:v>5.25</c:v>
                </c:pt>
                <c:pt idx="247">
                  <c:v>5.25</c:v>
                </c:pt>
                <c:pt idx="248">
                  <c:v>5.25</c:v>
                </c:pt>
                <c:pt idx="249">
                  <c:v>5.25</c:v>
                </c:pt>
                <c:pt idx="250">
                  <c:v>5.25</c:v>
                </c:pt>
                <c:pt idx="251">
                  <c:v>5.25</c:v>
                </c:pt>
                <c:pt idx="252">
                  <c:v>5.25</c:v>
                </c:pt>
                <c:pt idx="253">
                  <c:v>5.25</c:v>
                </c:pt>
                <c:pt idx="254">
                  <c:v>5.25</c:v>
                </c:pt>
                <c:pt idx="255">
                  <c:v>5.25</c:v>
                </c:pt>
                <c:pt idx="256">
                  <c:v>5.25</c:v>
                </c:pt>
                <c:pt idx="257">
                  <c:v>5.25</c:v>
                </c:pt>
                <c:pt idx="258">
                  <c:v>5.25</c:v>
                </c:pt>
                <c:pt idx="259">
                  <c:v>5.25</c:v>
                </c:pt>
                <c:pt idx="260">
                  <c:v>5.25</c:v>
                </c:pt>
                <c:pt idx="261">
                  <c:v>5.25</c:v>
                </c:pt>
                <c:pt idx="262">
                  <c:v>5.25</c:v>
                </c:pt>
                <c:pt idx="263">
                  <c:v>5.25</c:v>
                </c:pt>
                <c:pt idx="264">
                  <c:v>5.25</c:v>
                </c:pt>
                <c:pt idx="265">
                  <c:v>5.25</c:v>
                </c:pt>
                <c:pt idx="266">
                  <c:v>5.25</c:v>
                </c:pt>
                <c:pt idx="267">
                  <c:v>5.25</c:v>
                </c:pt>
                <c:pt idx="268">
                  <c:v>5.25</c:v>
                </c:pt>
                <c:pt idx="269">
                  <c:v>5.25</c:v>
                </c:pt>
                <c:pt idx="270">
                  <c:v>5.25</c:v>
                </c:pt>
                <c:pt idx="271">
                  <c:v>5.25</c:v>
                </c:pt>
                <c:pt idx="272">
                  <c:v>5.25</c:v>
                </c:pt>
                <c:pt idx="273">
                  <c:v>5.25</c:v>
                </c:pt>
                <c:pt idx="274">
                  <c:v>5.25</c:v>
                </c:pt>
                <c:pt idx="275">
                  <c:v>5.25</c:v>
                </c:pt>
                <c:pt idx="276">
                  <c:v>5.25</c:v>
                </c:pt>
                <c:pt idx="277">
                  <c:v>5.25</c:v>
                </c:pt>
                <c:pt idx="278">
                  <c:v>5.25</c:v>
                </c:pt>
                <c:pt idx="279">
                  <c:v>5.25</c:v>
                </c:pt>
                <c:pt idx="280">
                  <c:v>5.25</c:v>
                </c:pt>
                <c:pt idx="281">
                  <c:v>5.25</c:v>
                </c:pt>
                <c:pt idx="282">
                  <c:v>5.25</c:v>
                </c:pt>
                <c:pt idx="283">
                  <c:v>5.25</c:v>
                </c:pt>
                <c:pt idx="284">
                  <c:v>5.25</c:v>
                </c:pt>
                <c:pt idx="285">
                  <c:v>5.25</c:v>
                </c:pt>
                <c:pt idx="286">
                  <c:v>5.25</c:v>
                </c:pt>
                <c:pt idx="287">
                  <c:v>5.25</c:v>
                </c:pt>
                <c:pt idx="288">
                  <c:v>5.25</c:v>
                </c:pt>
                <c:pt idx="289">
                  <c:v>5.25</c:v>
                </c:pt>
                <c:pt idx="290">
                  <c:v>5.25</c:v>
                </c:pt>
                <c:pt idx="291">
                  <c:v>5.25</c:v>
                </c:pt>
                <c:pt idx="292">
                  <c:v>5.25</c:v>
                </c:pt>
                <c:pt idx="293">
                  <c:v>5.25</c:v>
                </c:pt>
                <c:pt idx="294">
                  <c:v>5.25</c:v>
                </c:pt>
                <c:pt idx="295">
                  <c:v>5.25</c:v>
                </c:pt>
                <c:pt idx="296">
                  <c:v>5.25</c:v>
                </c:pt>
                <c:pt idx="297">
                  <c:v>5.25</c:v>
                </c:pt>
                <c:pt idx="298">
                  <c:v>5.25</c:v>
                </c:pt>
                <c:pt idx="299">
                  <c:v>5.25</c:v>
                </c:pt>
                <c:pt idx="300">
                  <c:v>5.25</c:v>
                </c:pt>
                <c:pt idx="301">
                  <c:v>5.25</c:v>
                </c:pt>
                <c:pt idx="302">
                  <c:v>5.25</c:v>
                </c:pt>
                <c:pt idx="303">
                  <c:v>5.25</c:v>
                </c:pt>
                <c:pt idx="304">
                  <c:v>5.25</c:v>
                </c:pt>
                <c:pt idx="305">
                  <c:v>5.25</c:v>
                </c:pt>
                <c:pt idx="306">
                  <c:v>5.25</c:v>
                </c:pt>
                <c:pt idx="307">
                  <c:v>5.25</c:v>
                </c:pt>
                <c:pt idx="308">
                  <c:v>5.25</c:v>
                </c:pt>
                <c:pt idx="309">
                  <c:v>5.25</c:v>
                </c:pt>
                <c:pt idx="310">
                  <c:v>5.25</c:v>
                </c:pt>
                <c:pt idx="311">
                  <c:v>5.25</c:v>
                </c:pt>
                <c:pt idx="312">
                  <c:v>5.25</c:v>
                </c:pt>
                <c:pt idx="313">
                  <c:v>5.25</c:v>
                </c:pt>
                <c:pt idx="314">
                  <c:v>5.25</c:v>
                </c:pt>
                <c:pt idx="315">
                  <c:v>5.25</c:v>
                </c:pt>
                <c:pt idx="316">
                  <c:v>5.25</c:v>
                </c:pt>
                <c:pt idx="317">
                  <c:v>5.25</c:v>
                </c:pt>
                <c:pt idx="318">
                  <c:v>5.25</c:v>
                </c:pt>
                <c:pt idx="319">
                  <c:v>5.25</c:v>
                </c:pt>
                <c:pt idx="320">
                  <c:v>5.25</c:v>
                </c:pt>
                <c:pt idx="321">
                  <c:v>5.25</c:v>
                </c:pt>
                <c:pt idx="322">
                  <c:v>5.25</c:v>
                </c:pt>
                <c:pt idx="323">
                  <c:v>5.25</c:v>
                </c:pt>
                <c:pt idx="324">
                  <c:v>5.25</c:v>
                </c:pt>
                <c:pt idx="325">
                  <c:v>5.25</c:v>
                </c:pt>
                <c:pt idx="326">
                  <c:v>5.25</c:v>
                </c:pt>
                <c:pt idx="327">
                  <c:v>5.25</c:v>
                </c:pt>
                <c:pt idx="328">
                  <c:v>5.25</c:v>
                </c:pt>
                <c:pt idx="329">
                  <c:v>5.25</c:v>
                </c:pt>
                <c:pt idx="330">
                  <c:v>5.25</c:v>
                </c:pt>
                <c:pt idx="331">
                  <c:v>5.25</c:v>
                </c:pt>
                <c:pt idx="332">
                  <c:v>5.25</c:v>
                </c:pt>
                <c:pt idx="333">
                  <c:v>5.25</c:v>
                </c:pt>
                <c:pt idx="334">
                  <c:v>5.25</c:v>
                </c:pt>
                <c:pt idx="335">
                  <c:v>5.25</c:v>
                </c:pt>
                <c:pt idx="336">
                  <c:v>5.25</c:v>
                </c:pt>
                <c:pt idx="337">
                  <c:v>5.25</c:v>
                </c:pt>
                <c:pt idx="338">
                  <c:v>5.25</c:v>
                </c:pt>
                <c:pt idx="339">
                  <c:v>5.25</c:v>
                </c:pt>
                <c:pt idx="340">
                  <c:v>5.25</c:v>
                </c:pt>
                <c:pt idx="341">
                  <c:v>5.25</c:v>
                </c:pt>
                <c:pt idx="342">
                  <c:v>5.25</c:v>
                </c:pt>
                <c:pt idx="343">
                  <c:v>5.25</c:v>
                </c:pt>
                <c:pt idx="344">
                  <c:v>5.25</c:v>
                </c:pt>
                <c:pt idx="345">
                  <c:v>5.25</c:v>
                </c:pt>
                <c:pt idx="346">
                  <c:v>5.25</c:v>
                </c:pt>
                <c:pt idx="347">
                  <c:v>5.25</c:v>
                </c:pt>
                <c:pt idx="348">
                  <c:v>5.25</c:v>
                </c:pt>
                <c:pt idx="349">
                  <c:v>5.25</c:v>
                </c:pt>
                <c:pt idx="350">
                  <c:v>5.25</c:v>
                </c:pt>
                <c:pt idx="351">
                  <c:v>5.25</c:v>
                </c:pt>
                <c:pt idx="352">
                  <c:v>5.25</c:v>
                </c:pt>
                <c:pt idx="353">
                  <c:v>5.25</c:v>
                </c:pt>
                <c:pt idx="354">
                  <c:v>5.25</c:v>
                </c:pt>
                <c:pt idx="355">
                  <c:v>5.25</c:v>
                </c:pt>
                <c:pt idx="356">
                  <c:v>5.25</c:v>
                </c:pt>
                <c:pt idx="357">
                  <c:v>5.25</c:v>
                </c:pt>
                <c:pt idx="358">
                  <c:v>5.25</c:v>
                </c:pt>
                <c:pt idx="359">
                  <c:v>5.25</c:v>
                </c:pt>
                <c:pt idx="360">
                  <c:v>5.25</c:v>
                </c:pt>
                <c:pt idx="361">
                  <c:v>5.25</c:v>
                </c:pt>
                <c:pt idx="362">
                  <c:v>5.25</c:v>
                </c:pt>
                <c:pt idx="363">
                  <c:v>5.25</c:v>
                </c:pt>
                <c:pt idx="364">
                  <c:v>5.25</c:v>
                </c:pt>
                <c:pt idx="365">
                  <c:v>5.25</c:v>
                </c:pt>
                <c:pt idx="366">
                  <c:v>5.25</c:v>
                </c:pt>
                <c:pt idx="367">
                  <c:v>5.25</c:v>
                </c:pt>
                <c:pt idx="368">
                  <c:v>5.25</c:v>
                </c:pt>
                <c:pt idx="369">
                  <c:v>5.25</c:v>
                </c:pt>
                <c:pt idx="370">
                  <c:v>5.25</c:v>
                </c:pt>
                <c:pt idx="371">
                  <c:v>5.25</c:v>
                </c:pt>
                <c:pt idx="372">
                  <c:v>5.25</c:v>
                </c:pt>
                <c:pt idx="373">
                  <c:v>5.25</c:v>
                </c:pt>
                <c:pt idx="374">
                  <c:v>5.25</c:v>
                </c:pt>
                <c:pt idx="375">
                  <c:v>5.25</c:v>
                </c:pt>
                <c:pt idx="376">
                  <c:v>5.25</c:v>
                </c:pt>
                <c:pt idx="377">
                  <c:v>5.25</c:v>
                </c:pt>
                <c:pt idx="378">
                  <c:v>5.25</c:v>
                </c:pt>
                <c:pt idx="379">
                  <c:v>5.25</c:v>
                </c:pt>
                <c:pt idx="380">
                  <c:v>5.25</c:v>
                </c:pt>
                <c:pt idx="381">
                  <c:v>5.25</c:v>
                </c:pt>
                <c:pt idx="382">
                  <c:v>5.25</c:v>
                </c:pt>
                <c:pt idx="383">
                  <c:v>5.25</c:v>
                </c:pt>
                <c:pt idx="384">
                  <c:v>5.25</c:v>
                </c:pt>
                <c:pt idx="385">
                  <c:v>5.25</c:v>
                </c:pt>
                <c:pt idx="386">
                  <c:v>5.25</c:v>
                </c:pt>
                <c:pt idx="387">
                  <c:v>5.25</c:v>
                </c:pt>
                <c:pt idx="388">
                  <c:v>5.25</c:v>
                </c:pt>
                <c:pt idx="389">
                  <c:v>5.25</c:v>
                </c:pt>
                <c:pt idx="390">
                  <c:v>5.25</c:v>
                </c:pt>
                <c:pt idx="391">
                  <c:v>5.25</c:v>
                </c:pt>
                <c:pt idx="392">
                  <c:v>5.25</c:v>
                </c:pt>
                <c:pt idx="393">
                  <c:v>5.25</c:v>
                </c:pt>
                <c:pt idx="394">
                  <c:v>5.25</c:v>
                </c:pt>
                <c:pt idx="395">
                  <c:v>5.25</c:v>
                </c:pt>
                <c:pt idx="396">
                  <c:v>5.25</c:v>
                </c:pt>
                <c:pt idx="397">
                  <c:v>5.25</c:v>
                </c:pt>
                <c:pt idx="398">
                  <c:v>5.25</c:v>
                </c:pt>
                <c:pt idx="399">
                  <c:v>5.25</c:v>
                </c:pt>
                <c:pt idx="400">
                  <c:v>5.25</c:v>
                </c:pt>
                <c:pt idx="401">
                  <c:v>5.25</c:v>
                </c:pt>
                <c:pt idx="402">
                  <c:v>5.25</c:v>
                </c:pt>
                <c:pt idx="403">
                  <c:v>5.25</c:v>
                </c:pt>
                <c:pt idx="404">
                  <c:v>5.25</c:v>
                </c:pt>
                <c:pt idx="405">
                  <c:v>5.25</c:v>
                </c:pt>
                <c:pt idx="406">
                  <c:v>5.25</c:v>
                </c:pt>
                <c:pt idx="407">
                  <c:v>5.25</c:v>
                </c:pt>
                <c:pt idx="408">
                  <c:v>5.25</c:v>
                </c:pt>
                <c:pt idx="409">
                  <c:v>5.25</c:v>
                </c:pt>
                <c:pt idx="410">
                  <c:v>5.25</c:v>
                </c:pt>
                <c:pt idx="411">
                  <c:v>5.25</c:v>
                </c:pt>
                <c:pt idx="412">
                  <c:v>5.25</c:v>
                </c:pt>
                <c:pt idx="413">
                  <c:v>5.25</c:v>
                </c:pt>
                <c:pt idx="414">
                  <c:v>5.25</c:v>
                </c:pt>
                <c:pt idx="415">
                  <c:v>5.25</c:v>
                </c:pt>
                <c:pt idx="416">
                  <c:v>5.25</c:v>
                </c:pt>
                <c:pt idx="417">
                  <c:v>5.25</c:v>
                </c:pt>
                <c:pt idx="418">
                  <c:v>5.25</c:v>
                </c:pt>
                <c:pt idx="419">
                  <c:v>5.25</c:v>
                </c:pt>
                <c:pt idx="420">
                  <c:v>5.25</c:v>
                </c:pt>
                <c:pt idx="421">
                  <c:v>5.25</c:v>
                </c:pt>
                <c:pt idx="422">
                  <c:v>5.25</c:v>
                </c:pt>
                <c:pt idx="423">
                  <c:v>5.25</c:v>
                </c:pt>
                <c:pt idx="424">
                  <c:v>5.25</c:v>
                </c:pt>
                <c:pt idx="425">
                  <c:v>5.25</c:v>
                </c:pt>
                <c:pt idx="426">
                  <c:v>5.25</c:v>
                </c:pt>
                <c:pt idx="427">
                  <c:v>5.25</c:v>
                </c:pt>
                <c:pt idx="428">
                  <c:v>5.25</c:v>
                </c:pt>
                <c:pt idx="429">
                  <c:v>5.25</c:v>
                </c:pt>
                <c:pt idx="430">
                  <c:v>5.25</c:v>
                </c:pt>
                <c:pt idx="431">
                  <c:v>5.25</c:v>
                </c:pt>
                <c:pt idx="432">
                  <c:v>5.25</c:v>
                </c:pt>
                <c:pt idx="433">
                  <c:v>5.25</c:v>
                </c:pt>
                <c:pt idx="434">
                  <c:v>5.25</c:v>
                </c:pt>
                <c:pt idx="435">
                  <c:v>5.25</c:v>
                </c:pt>
                <c:pt idx="436">
                  <c:v>5.25</c:v>
                </c:pt>
                <c:pt idx="437">
                  <c:v>5.25</c:v>
                </c:pt>
                <c:pt idx="438">
                  <c:v>5.25</c:v>
                </c:pt>
                <c:pt idx="439">
                  <c:v>5.25</c:v>
                </c:pt>
                <c:pt idx="440">
                  <c:v>5.25</c:v>
                </c:pt>
                <c:pt idx="441">
                  <c:v>5.25</c:v>
                </c:pt>
                <c:pt idx="442">
                  <c:v>5.25</c:v>
                </c:pt>
                <c:pt idx="443">
                  <c:v>5.25</c:v>
                </c:pt>
                <c:pt idx="444">
                  <c:v>5.25</c:v>
                </c:pt>
                <c:pt idx="445">
                  <c:v>5.25</c:v>
                </c:pt>
                <c:pt idx="446">
                  <c:v>4.75</c:v>
                </c:pt>
                <c:pt idx="447">
                  <c:v>4.75</c:v>
                </c:pt>
                <c:pt idx="448">
                  <c:v>4.75</c:v>
                </c:pt>
                <c:pt idx="449">
                  <c:v>4.75</c:v>
                </c:pt>
                <c:pt idx="450">
                  <c:v>4.75</c:v>
                </c:pt>
                <c:pt idx="451">
                  <c:v>4.75</c:v>
                </c:pt>
                <c:pt idx="452">
                  <c:v>4.75</c:v>
                </c:pt>
                <c:pt idx="453">
                  <c:v>4.75</c:v>
                </c:pt>
                <c:pt idx="454">
                  <c:v>4.75</c:v>
                </c:pt>
                <c:pt idx="455">
                  <c:v>4.75</c:v>
                </c:pt>
                <c:pt idx="456">
                  <c:v>4.75</c:v>
                </c:pt>
                <c:pt idx="457">
                  <c:v>4.75</c:v>
                </c:pt>
                <c:pt idx="458">
                  <c:v>4.75</c:v>
                </c:pt>
                <c:pt idx="459">
                  <c:v>4.75</c:v>
                </c:pt>
                <c:pt idx="460">
                  <c:v>4.75</c:v>
                </c:pt>
                <c:pt idx="461">
                  <c:v>4.75</c:v>
                </c:pt>
                <c:pt idx="462">
                  <c:v>4.75</c:v>
                </c:pt>
                <c:pt idx="463">
                  <c:v>4.75</c:v>
                </c:pt>
                <c:pt idx="464">
                  <c:v>4.75</c:v>
                </c:pt>
                <c:pt idx="465">
                  <c:v>4.75</c:v>
                </c:pt>
                <c:pt idx="466">
                  <c:v>4.75</c:v>
                </c:pt>
                <c:pt idx="467">
                  <c:v>4.75</c:v>
                </c:pt>
                <c:pt idx="468">
                  <c:v>4.75</c:v>
                </c:pt>
                <c:pt idx="469">
                  <c:v>4.75</c:v>
                </c:pt>
                <c:pt idx="470">
                  <c:v>4.75</c:v>
                </c:pt>
                <c:pt idx="471">
                  <c:v>4.75</c:v>
                </c:pt>
                <c:pt idx="472">
                  <c:v>4.75</c:v>
                </c:pt>
                <c:pt idx="473">
                  <c:v>4.75</c:v>
                </c:pt>
                <c:pt idx="474">
                  <c:v>4.75</c:v>
                </c:pt>
                <c:pt idx="475">
                  <c:v>4.75</c:v>
                </c:pt>
                <c:pt idx="476">
                  <c:v>4.75</c:v>
                </c:pt>
                <c:pt idx="477">
                  <c:v>4.5</c:v>
                </c:pt>
                <c:pt idx="478">
                  <c:v>4.5</c:v>
                </c:pt>
                <c:pt idx="479">
                  <c:v>4.5</c:v>
                </c:pt>
                <c:pt idx="480">
                  <c:v>4.5</c:v>
                </c:pt>
                <c:pt idx="481">
                  <c:v>4.5</c:v>
                </c:pt>
                <c:pt idx="482">
                  <c:v>4.5</c:v>
                </c:pt>
                <c:pt idx="483">
                  <c:v>4.5</c:v>
                </c:pt>
                <c:pt idx="484">
                  <c:v>4.5</c:v>
                </c:pt>
                <c:pt idx="485">
                  <c:v>4.5</c:v>
                </c:pt>
                <c:pt idx="486">
                  <c:v>4.5</c:v>
                </c:pt>
                <c:pt idx="487">
                  <c:v>4.5</c:v>
                </c:pt>
                <c:pt idx="488">
                  <c:v>4.5</c:v>
                </c:pt>
                <c:pt idx="489">
                  <c:v>4.5</c:v>
                </c:pt>
                <c:pt idx="490">
                  <c:v>4.5</c:v>
                </c:pt>
                <c:pt idx="491">
                  <c:v>4.5</c:v>
                </c:pt>
                <c:pt idx="492">
                  <c:v>4.5</c:v>
                </c:pt>
                <c:pt idx="493">
                  <c:v>4.5</c:v>
                </c:pt>
                <c:pt idx="494">
                  <c:v>4.5</c:v>
                </c:pt>
                <c:pt idx="495">
                  <c:v>4.5</c:v>
                </c:pt>
                <c:pt idx="496">
                  <c:v>4.5</c:v>
                </c:pt>
                <c:pt idx="497">
                  <c:v>4.5</c:v>
                </c:pt>
                <c:pt idx="498">
                  <c:v>4.5</c:v>
                </c:pt>
                <c:pt idx="499">
                  <c:v>4.5</c:v>
                </c:pt>
                <c:pt idx="500">
                  <c:v>4.5</c:v>
                </c:pt>
                <c:pt idx="501">
                  <c:v>4.5</c:v>
                </c:pt>
                <c:pt idx="502">
                  <c:v>4.5</c:v>
                </c:pt>
                <c:pt idx="503">
                  <c:v>4.5</c:v>
                </c:pt>
                <c:pt idx="504">
                  <c:v>4.5</c:v>
                </c:pt>
                <c:pt idx="505">
                  <c:v>4.5</c:v>
                </c:pt>
                <c:pt idx="506">
                  <c:v>4.25</c:v>
                </c:pt>
                <c:pt idx="507">
                  <c:v>4.25</c:v>
                </c:pt>
                <c:pt idx="508">
                  <c:v>4.25</c:v>
                </c:pt>
                <c:pt idx="509">
                  <c:v>4.25</c:v>
                </c:pt>
                <c:pt idx="510">
                  <c:v>4.25</c:v>
                </c:pt>
                <c:pt idx="511">
                  <c:v>4.25</c:v>
                </c:pt>
                <c:pt idx="512">
                  <c:v>4.25</c:v>
                </c:pt>
                <c:pt idx="513">
                  <c:v>4.25</c:v>
                </c:pt>
                <c:pt idx="514">
                  <c:v>4.25</c:v>
                </c:pt>
                <c:pt idx="515">
                  <c:v>4.25</c:v>
                </c:pt>
                <c:pt idx="516">
                  <c:v>4.25</c:v>
                </c:pt>
                <c:pt idx="517">
                  <c:v>4.25</c:v>
                </c:pt>
                <c:pt idx="518">
                  <c:v>4.25</c:v>
                </c:pt>
                <c:pt idx="519">
                  <c:v>4.25</c:v>
                </c:pt>
                <c:pt idx="520">
                  <c:v>4.25</c:v>
                </c:pt>
                <c:pt idx="521">
                  <c:v>4.25</c:v>
                </c:pt>
                <c:pt idx="522">
                  <c:v>4.25</c:v>
                </c:pt>
                <c:pt idx="523">
                  <c:v>4.25</c:v>
                </c:pt>
                <c:pt idx="524">
                  <c:v>4.25</c:v>
                </c:pt>
                <c:pt idx="525">
                  <c:v>4.25</c:v>
                </c:pt>
                <c:pt idx="526">
                  <c:v>4.25</c:v>
                </c:pt>
                <c:pt idx="527">
                  <c:v>4.25</c:v>
                </c:pt>
                <c:pt idx="528">
                  <c:v>4.25</c:v>
                </c:pt>
                <c:pt idx="529">
                  <c:v>4.25</c:v>
                </c:pt>
                <c:pt idx="530">
                  <c:v>4.25</c:v>
                </c:pt>
                <c:pt idx="531">
                  <c:v>4.25</c:v>
                </c:pt>
                <c:pt idx="532">
                  <c:v>4.25</c:v>
                </c:pt>
                <c:pt idx="533">
                  <c:v>4.25</c:v>
                </c:pt>
                <c:pt idx="534">
                  <c:v>4.25</c:v>
                </c:pt>
                <c:pt idx="535">
                  <c:v>4.25</c:v>
                </c:pt>
                <c:pt idx="536">
                  <c:v>3.5</c:v>
                </c:pt>
                <c:pt idx="537">
                  <c:v>3.5</c:v>
                </c:pt>
                <c:pt idx="538">
                  <c:v>3.5</c:v>
                </c:pt>
                <c:pt idx="539">
                  <c:v>3.5</c:v>
                </c:pt>
                <c:pt idx="540">
                  <c:v>3.5</c:v>
                </c:pt>
                <c:pt idx="541">
                  <c:v>3.5</c:v>
                </c:pt>
                <c:pt idx="542">
                  <c:v>3</c:v>
                </c:pt>
                <c:pt idx="543">
                  <c:v>3</c:v>
                </c:pt>
                <c:pt idx="544">
                  <c:v>3</c:v>
                </c:pt>
                <c:pt idx="545">
                  <c:v>3</c:v>
                </c:pt>
                <c:pt idx="546">
                  <c:v>3</c:v>
                </c:pt>
                <c:pt idx="547">
                  <c:v>3</c:v>
                </c:pt>
                <c:pt idx="548">
                  <c:v>3</c:v>
                </c:pt>
                <c:pt idx="549">
                  <c:v>3</c:v>
                </c:pt>
                <c:pt idx="550">
                  <c:v>3</c:v>
                </c:pt>
                <c:pt idx="551">
                  <c:v>3</c:v>
                </c:pt>
                <c:pt idx="552">
                  <c:v>3</c:v>
                </c:pt>
                <c:pt idx="553">
                  <c:v>3</c:v>
                </c:pt>
                <c:pt idx="554">
                  <c:v>3</c:v>
                </c:pt>
                <c:pt idx="555">
                  <c:v>3</c:v>
                </c:pt>
                <c:pt idx="556">
                  <c:v>3</c:v>
                </c:pt>
                <c:pt idx="557">
                  <c:v>3</c:v>
                </c:pt>
                <c:pt idx="558">
                  <c:v>3</c:v>
                </c:pt>
                <c:pt idx="559">
                  <c:v>3</c:v>
                </c:pt>
                <c:pt idx="560">
                  <c:v>3</c:v>
                </c:pt>
                <c:pt idx="561">
                  <c:v>3</c:v>
                </c:pt>
                <c:pt idx="562">
                  <c:v>3</c:v>
                </c:pt>
                <c:pt idx="563">
                  <c:v>3</c:v>
                </c:pt>
                <c:pt idx="564">
                  <c:v>3</c:v>
                </c:pt>
                <c:pt idx="565">
                  <c:v>3</c:v>
                </c:pt>
                <c:pt idx="566">
                  <c:v>3</c:v>
                </c:pt>
                <c:pt idx="567">
                  <c:v>3</c:v>
                </c:pt>
                <c:pt idx="568">
                  <c:v>3</c:v>
                </c:pt>
                <c:pt idx="569">
                  <c:v>3</c:v>
                </c:pt>
                <c:pt idx="570">
                  <c:v>3</c:v>
                </c:pt>
                <c:pt idx="571">
                  <c:v>3</c:v>
                </c:pt>
                <c:pt idx="572">
                  <c:v>3</c:v>
                </c:pt>
                <c:pt idx="573">
                  <c:v>3</c:v>
                </c:pt>
                <c:pt idx="574">
                  <c:v>3</c:v>
                </c:pt>
                <c:pt idx="575">
                  <c:v>3</c:v>
                </c:pt>
                <c:pt idx="576">
                  <c:v>2.25</c:v>
                </c:pt>
                <c:pt idx="577">
                  <c:v>2.25</c:v>
                </c:pt>
                <c:pt idx="578">
                  <c:v>2.25</c:v>
                </c:pt>
                <c:pt idx="579">
                  <c:v>2.25</c:v>
                </c:pt>
                <c:pt idx="580">
                  <c:v>2.25</c:v>
                </c:pt>
                <c:pt idx="581">
                  <c:v>2.25</c:v>
                </c:pt>
                <c:pt idx="582">
                  <c:v>2.25</c:v>
                </c:pt>
                <c:pt idx="583">
                  <c:v>2.25</c:v>
                </c:pt>
                <c:pt idx="584">
                  <c:v>2.25</c:v>
                </c:pt>
                <c:pt idx="585">
                  <c:v>2.25</c:v>
                </c:pt>
                <c:pt idx="586">
                  <c:v>2.25</c:v>
                </c:pt>
                <c:pt idx="587">
                  <c:v>2.25</c:v>
                </c:pt>
                <c:pt idx="588">
                  <c:v>2.25</c:v>
                </c:pt>
                <c:pt idx="589">
                  <c:v>2.25</c:v>
                </c:pt>
                <c:pt idx="590">
                  <c:v>2.25</c:v>
                </c:pt>
                <c:pt idx="591">
                  <c:v>2.25</c:v>
                </c:pt>
                <c:pt idx="592">
                  <c:v>2.25</c:v>
                </c:pt>
                <c:pt idx="593">
                  <c:v>2.25</c:v>
                </c:pt>
                <c:pt idx="594">
                  <c:v>2.25</c:v>
                </c:pt>
                <c:pt idx="595">
                  <c:v>2.25</c:v>
                </c:pt>
                <c:pt idx="596">
                  <c:v>2.25</c:v>
                </c:pt>
                <c:pt idx="597">
                  <c:v>2.25</c:v>
                </c:pt>
                <c:pt idx="598">
                  <c:v>2.25</c:v>
                </c:pt>
                <c:pt idx="599">
                  <c:v>2.25</c:v>
                </c:pt>
                <c:pt idx="600">
                  <c:v>2.25</c:v>
                </c:pt>
                <c:pt idx="601">
                  <c:v>2.25</c:v>
                </c:pt>
                <c:pt idx="602">
                  <c:v>2.25</c:v>
                </c:pt>
                <c:pt idx="603">
                  <c:v>2.25</c:v>
                </c:pt>
                <c:pt idx="604">
                  <c:v>2.25</c:v>
                </c:pt>
                <c:pt idx="605">
                  <c:v>2.25</c:v>
                </c:pt>
                <c:pt idx="606">
                  <c:v>2.25</c:v>
                </c:pt>
                <c:pt idx="607">
                  <c:v>2</c:v>
                </c:pt>
                <c:pt idx="608">
                  <c:v>2</c:v>
                </c:pt>
                <c:pt idx="609">
                  <c:v>2</c:v>
                </c:pt>
                <c:pt idx="610">
                  <c:v>2</c:v>
                </c:pt>
                <c:pt idx="611">
                  <c:v>2</c:v>
                </c:pt>
                <c:pt idx="612">
                  <c:v>2</c:v>
                </c:pt>
                <c:pt idx="613">
                  <c:v>2</c:v>
                </c:pt>
                <c:pt idx="614">
                  <c:v>2</c:v>
                </c:pt>
                <c:pt idx="615">
                  <c:v>2</c:v>
                </c:pt>
                <c:pt idx="616">
                  <c:v>2</c:v>
                </c:pt>
                <c:pt idx="617">
                  <c:v>2</c:v>
                </c:pt>
                <c:pt idx="618">
                  <c:v>2</c:v>
                </c:pt>
                <c:pt idx="619">
                  <c:v>2</c:v>
                </c:pt>
                <c:pt idx="620">
                  <c:v>2</c:v>
                </c:pt>
                <c:pt idx="621">
                  <c:v>2</c:v>
                </c:pt>
                <c:pt idx="622">
                  <c:v>2</c:v>
                </c:pt>
                <c:pt idx="623">
                  <c:v>2</c:v>
                </c:pt>
                <c:pt idx="624">
                  <c:v>2</c:v>
                </c:pt>
                <c:pt idx="625">
                  <c:v>2</c:v>
                </c:pt>
                <c:pt idx="626">
                  <c:v>2</c:v>
                </c:pt>
                <c:pt idx="627">
                  <c:v>2</c:v>
                </c:pt>
                <c:pt idx="628">
                  <c:v>2</c:v>
                </c:pt>
                <c:pt idx="629">
                  <c:v>2</c:v>
                </c:pt>
                <c:pt idx="630">
                  <c:v>2</c:v>
                </c:pt>
                <c:pt idx="631">
                  <c:v>2</c:v>
                </c:pt>
                <c:pt idx="632">
                  <c:v>2</c:v>
                </c:pt>
                <c:pt idx="633">
                  <c:v>2</c:v>
                </c:pt>
                <c:pt idx="634">
                  <c:v>2</c:v>
                </c:pt>
                <c:pt idx="635">
                  <c:v>2</c:v>
                </c:pt>
                <c:pt idx="636">
                  <c:v>2</c:v>
                </c:pt>
                <c:pt idx="637">
                  <c:v>2</c:v>
                </c:pt>
                <c:pt idx="638">
                  <c:v>2</c:v>
                </c:pt>
                <c:pt idx="639">
                  <c:v>2</c:v>
                </c:pt>
                <c:pt idx="640">
                  <c:v>2</c:v>
                </c:pt>
                <c:pt idx="641">
                  <c:v>2</c:v>
                </c:pt>
                <c:pt idx="642">
                  <c:v>2</c:v>
                </c:pt>
                <c:pt idx="643">
                  <c:v>2</c:v>
                </c:pt>
                <c:pt idx="644">
                  <c:v>2</c:v>
                </c:pt>
                <c:pt idx="645">
                  <c:v>2</c:v>
                </c:pt>
                <c:pt idx="646">
                  <c:v>2</c:v>
                </c:pt>
                <c:pt idx="647">
                  <c:v>2</c:v>
                </c:pt>
                <c:pt idx="648">
                  <c:v>2</c:v>
                </c:pt>
                <c:pt idx="649">
                  <c:v>2</c:v>
                </c:pt>
                <c:pt idx="650">
                  <c:v>2</c:v>
                </c:pt>
                <c:pt idx="651">
                  <c:v>2</c:v>
                </c:pt>
                <c:pt idx="652">
                  <c:v>2</c:v>
                </c:pt>
                <c:pt idx="653">
                  <c:v>2</c:v>
                </c:pt>
                <c:pt idx="654">
                  <c:v>2</c:v>
                </c:pt>
                <c:pt idx="655">
                  <c:v>2</c:v>
                </c:pt>
                <c:pt idx="656">
                  <c:v>2</c:v>
                </c:pt>
                <c:pt idx="657">
                  <c:v>2</c:v>
                </c:pt>
                <c:pt idx="658">
                  <c:v>2</c:v>
                </c:pt>
                <c:pt idx="659">
                  <c:v>2</c:v>
                </c:pt>
                <c:pt idx="660">
                  <c:v>2</c:v>
                </c:pt>
                <c:pt idx="661">
                  <c:v>2</c:v>
                </c:pt>
                <c:pt idx="662">
                  <c:v>2</c:v>
                </c:pt>
                <c:pt idx="663">
                  <c:v>2</c:v>
                </c:pt>
                <c:pt idx="664">
                  <c:v>2</c:v>
                </c:pt>
                <c:pt idx="665">
                  <c:v>2</c:v>
                </c:pt>
                <c:pt idx="666">
                  <c:v>2</c:v>
                </c:pt>
                <c:pt idx="667">
                  <c:v>2</c:v>
                </c:pt>
                <c:pt idx="668">
                  <c:v>2</c:v>
                </c:pt>
                <c:pt idx="669">
                  <c:v>2</c:v>
                </c:pt>
                <c:pt idx="670">
                  <c:v>2</c:v>
                </c:pt>
                <c:pt idx="671">
                  <c:v>2</c:v>
                </c:pt>
                <c:pt idx="672">
                  <c:v>2</c:v>
                </c:pt>
                <c:pt idx="673">
                  <c:v>2</c:v>
                </c:pt>
                <c:pt idx="674">
                  <c:v>2</c:v>
                </c:pt>
                <c:pt idx="675">
                  <c:v>2</c:v>
                </c:pt>
                <c:pt idx="676">
                  <c:v>2</c:v>
                </c:pt>
                <c:pt idx="677">
                  <c:v>2</c:v>
                </c:pt>
                <c:pt idx="678">
                  <c:v>2</c:v>
                </c:pt>
                <c:pt idx="679">
                  <c:v>2</c:v>
                </c:pt>
                <c:pt idx="680">
                  <c:v>2</c:v>
                </c:pt>
                <c:pt idx="681">
                  <c:v>2</c:v>
                </c:pt>
                <c:pt idx="682">
                  <c:v>2</c:v>
                </c:pt>
                <c:pt idx="683">
                  <c:v>2</c:v>
                </c:pt>
                <c:pt idx="684">
                  <c:v>2</c:v>
                </c:pt>
                <c:pt idx="685">
                  <c:v>2</c:v>
                </c:pt>
                <c:pt idx="686">
                  <c:v>2</c:v>
                </c:pt>
                <c:pt idx="687">
                  <c:v>2</c:v>
                </c:pt>
                <c:pt idx="688">
                  <c:v>2</c:v>
                </c:pt>
                <c:pt idx="689">
                  <c:v>2</c:v>
                </c:pt>
                <c:pt idx="690">
                  <c:v>2</c:v>
                </c:pt>
                <c:pt idx="691">
                  <c:v>2</c:v>
                </c:pt>
                <c:pt idx="692">
                  <c:v>2</c:v>
                </c:pt>
                <c:pt idx="693">
                  <c:v>2</c:v>
                </c:pt>
                <c:pt idx="694">
                  <c:v>2</c:v>
                </c:pt>
                <c:pt idx="695">
                  <c:v>2</c:v>
                </c:pt>
                <c:pt idx="696">
                  <c:v>2</c:v>
                </c:pt>
                <c:pt idx="697">
                  <c:v>2</c:v>
                </c:pt>
                <c:pt idx="698">
                  <c:v>2</c:v>
                </c:pt>
                <c:pt idx="699">
                  <c:v>2</c:v>
                </c:pt>
                <c:pt idx="700">
                  <c:v>2</c:v>
                </c:pt>
                <c:pt idx="701">
                  <c:v>2</c:v>
                </c:pt>
                <c:pt idx="702">
                  <c:v>2</c:v>
                </c:pt>
                <c:pt idx="703">
                  <c:v>2</c:v>
                </c:pt>
                <c:pt idx="704">
                  <c:v>2</c:v>
                </c:pt>
                <c:pt idx="705">
                  <c:v>2</c:v>
                </c:pt>
                <c:pt idx="706">
                  <c:v>2</c:v>
                </c:pt>
                <c:pt idx="707">
                  <c:v>2</c:v>
                </c:pt>
                <c:pt idx="708">
                  <c:v>2</c:v>
                </c:pt>
                <c:pt idx="709">
                  <c:v>2</c:v>
                </c:pt>
                <c:pt idx="710">
                  <c:v>2</c:v>
                </c:pt>
                <c:pt idx="711">
                  <c:v>2</c:v>
                </c:pt>
                <c:pt idx="712">
                  <c:v>2</c:v>
                </c:pt>
                <c:pt idx="713">
                  <c:v>2</c:v>
                </c:pt>
                <c:pt idx="714">
                  <c:v>2</c:v>
                </c:pt>
                <c:pt idx="715">
                  <c:v>2</c:v>
                </c:pt>
                <c:pt idx="716">
                  <c:v>2</c:v>
                </c:pt>
                <c:pt idx="717">
                  <c:v>2</c:v>
                </c:pt>
                <c:pt idx="718">
                  <c:v>2</c:v>
                </c:pt>
                <c:pt idx="719">
                  <c:v>2</c:v>
                </c:pt>
                <c:pt idx="720">
                  <c:v>2</c:v>
                </c:pt>
                <c:pt idx="721">
                  <c:v>2</c:v>
                </c:pt>
                <c:pt idx="722">
                  <c:v>1.5</c:v>
                </c:pt>
                <c:pt idx="723">
                  <c:v>1.5</c:v>
                </c:pt>
                <c:pt idx="724">
                  <c:v>1.5</c:v>
                </c:pt>
                <c:pt idx="725">
                  <c:v>1.5</c:v>
                </c:pt>
                <c:pt idx="726">
                  <c:v>1.5</c:v>
                </c:pt>
                <c:pt idx="727">
                  <c:v>1.5</c:v>
                </c:pt>
                <c:pt idx="728">
                  <c:v>1.5</c:v>
                </c:pt>
                <c:pt idx="729">
                  <c:v>1.5</c:v>
                </c:pt>
                <c:pt idx="730">
                  <c:v>1.5</c:v>
                </c:pt>
                <c:pt idx="731">
                  <c:v>1.5</c:v>
                </c:pt>
                <c:pt idx="732">
                  <c:v>1.5</c:v>
                </c:pt>
                <c:pt idx="733">
                  <c:v>1.5</c:v>
                </c:pt>
                <c:pt idx="734">
                  <c:v>1.5</c:v>
                </c:pt>
                <c:pt idx="735">
                  <c:v>1.5</c:v>
                </c:pt>
                <c:pt idx="736">
                  <c:v>1.5</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1</c:v>
                </c:pt>
                <c:pt idx="755">
                  <c:v>1</c:v>
                </c:pt>
                <c:pt idx="756">
                  <c:v>1</c:v>
                </c:pt>
                <c:pt idx="757">
                  <c:v>1</c:v>
                </c:pt>
                <c:pt idx="758">
                  <c:v>1</c:v>
                </c:pt>
                <c:pt idx="759">
                  <c:v>1</c:v>
                </c:pt>
                <c:pt idx="760">
                  <c:v>1</c:v>
                </c:pt>
                <c:pt idx="761">
                  <c:v>1</c:v>
                </c:pt>
                <c:pt idx="762">
                  <c:v>1</c:v>
                </c:pt>
                <c:pt idx="763">
                  <c:v>1</c:v>
                </c:pt>
                <c:pt idx="764">
                  <c:v>1</c:v>
                </c:pt>
                <c:pt idx="765">
                  <c:v>1</c:v>
                </c:pt>
                <c:pt idx="766">
                  <c:v>1</c:v>
                </c:pt>
                <c:pt idx="767">
                  <c:v>1</c:v>
                </c:pt>
                <c:pt idx="768">
                  <c:v>1</c:v>
                </c:pt>
                <c:pt idx="769">
                  <c:v>1</c:v>
                </c:pt>
                <c:pt idx="770">
                  <c:v>1</c:v>
                </c:pt>
                <c:pt idx="771">
                  <c:v>0.25</c:v>
                </c:pt>
                <c:pt idx="772">
                  <c:v>0.25</c:v>
                </c:pt>
                <c:pt idx="773">
                  <c:v>0.25</c:v>
                </c:pt>
                <c:pt idx="774">
                  <c:v>0.25</c:v>
                </c:pt>
                <c:pt idx="775">
                  <c:v>0.25</c:v>
                </c:pt>
                <c:pt idx="776">
                  <c:v>0.25</c:v>
                </c:pt>
                <c:pt idx="777">
                  <c:v>0.25</c:v>
                </c:pt>
                <c:pt idx="778">
                  <c:v>0.25</c:v>
                </c:pt>
                <c:pt idx="779">
                  <c:v>0.25</c:v>
                </c:pt>
                <c:pt idx="780">
                  <c:v>0.25</c:v>
                </c:pt>
                <c:pt idx="781">
                  <c:v>0.25</c:v>
                </c:pt>
                <c:pt idx="782">
                  <c:v>0.25</c:v>
                </c:pt>
                <c:pt idx="783">
                  <c:v>0.25</c:v>
                </c:pt>
                <c:pt idx="784">
                  <c:v>0.25</c:v>
                </c:pt>
                <c:pt idx="785">
                  <c:v>0.25</c:v>
                </c:pt>
                <c:pt idx="786">
                  <c:v>0.25</c:v>
                </c:pt>
                <c:pt idx="787">
                  <c:v>0.25</c:v>
                </c:pt>
                <c:pt idx="788">
                  <c:v>0.25</c:v>
                </c:pt>
                <c:pt idx="789">
                  <c:v>0.25</c:v>
                </c:pt>
                <c:pt idx="790">
                  <c:v>0.25</c:v>
                </c:pt>
                <c:pt idx="791">
                  <c:v>0.25</c:v>
                </c:pt>
                <c:pt idx="792">
                  <c:v>0.25</c:v>
                </c:pt>
                <c:pt idx="793">
                  <c:v>0.25</c:v>
                </c:pt>
                <c:pt idx="794">
                  <c:v>0.25</c:v>
                </c:pt>
                <c:pt idx="795">
                  <c:v>0.25</c:v>
                </c:pt>
                <c:pt idx="796">
                  <c:v>0.25</c:v>
                </c:pt>
                <c:pt idx="797">
                  <c:v>0.25</c:v>
                </c:pt>
                <c:pt idx="798">
                  <c:v>0.25</c:v>
                </c:pt>
                <c:pt idx="799">
                  <c:v>0.25</c:v>
                </c:pt>
                <c:pt idx="800">
                  <c:v>0.25</c:v>
                </c:pt>
                <c:pt idx="801">
                  <c:v>0.25</c:v>
                </c:pt>
                <c:pt idx="802">
                  <c:v>0.25</c:v>
                </c:pt>
                <c:pt idx="803">
                  <c:v>0.25</c:v>
                </c:pt>
                <c:pt idx="804">
                  <c:v>0.25</c:v>
                </c:pt>
                <c:pt idx="805">
                  <c:v>0.25</c:v>
                </c:pt>
                <c:pt idx="806">
                  <c:v>0.25</c:v>
                </c:pt>
                <c:pt idx="807">
                  <c:v>0.25</c:v>
                </c:pt>
                <c:pt idx="808">
                  <c:v>0.25</c:v>
                </c:pt>
                <c:pt idx="809">
                  <c:v>0.25</c:v>
                </c:pt>
                <c:pt idx="810">
                  <c:v>0.25</c:v>
                </c:pt>
                <c:pt idx="811">
                  <c:v>0.25</c:v>
                </c:pt>
                <c:pt idx="812">
                  <c:v>0.25</c:v>
                </c:pt>
                <c:pt idx="813">
                  <c:v>0.25</c:v>
                </c:pt>
                <c:pt idx="814">
                  <c:v>0.25</c:v>
                </c:pt>
                <c:pt idx="815">
                  <c:v>0.25</c:v>
                </c:pt>
                <c:pt idx="816">
                  <c:v>0.25</c:v>
                </c:pt>
                <c:pt idx="817">
                  <c:v>0.25</c:v>
                </c:pt>
                <c:pt idx="818">
                  <c:v>0.25</c:v>
                </c:pt>
                <c:pt idx="819">
                  <c:v>0.25</c:v>
                </c:pt>
                <c:pt idx="820">
                  <c:v>0.25</c:v>
                </c:pt>
                <c:pt idx="821">
                  <c:v>0.25</c:v>
                </c:pt>
                <c:pt idx="822">
                  <c:v>0.25</c:v>
                </c:pt>
                <c:pt idx="823">
                  <c:v>0.25</c:v>
                </c:pt>
                <c:pt idx="824">
                  <c:v>0.25</c:v>
                </c:pt>
                <c:pt idx="825">
                  <c:v>0.25</c:v>
                </c:pt>
                <c:pt idx="826">
                  <c:v>0.25</c:v>
                </c:pt>
                <c:pt idx="827">
                  <c:v>0.25</c:v>
                </c:pt>
                <c:pt idx="828">
                  <c:v>0.25</c:v>
                </c:pt>
                <c:pt idx="829">
                  <c:v>0.25</c:v>
                </c:pt>
                <c:pt idx="830">
                  <c:v>0.25</c:v>
                </c:pt>
                <c:pt idx="831">
                  <c:v>0.25</c:v>
                </c:pt>
                <c:pt idx="832">
                  <c:v>0.25</c:v>
                </c:pt>
                <c:pt idx="833">
                  <c:v>0.25</c:v>
                </c:pt>
                <c:pt idx="834">
                  <c:v>0.25</c:v>
                </c:pt>
                <c:pt idx="835">
                  <c:v>0.25</c:v>
                </c:pt>
                <c:pt idx="836">
                  <c:v>0.25</c:v>
                </c:pt>
                <c:pt idx="837">
                  <c:v>0.25</c:v>
                </c:pt>
                <c:pt idx="838">
                  <c:v>0.25</c:v>
                </c:pt>
                <c:pt idx="839">
                  <c:v>0.25</c:v>
                </c:pt>
                <c:pt idx="840">
                  <c:v>0.25</c:v>
                </c:pt>
                <c:pt idx="841">
                  <c:v>0.25</c:v>
                </c:pt>
                <c:pt idx="842">
                  <c:v>0.25</c:v>
                </c:pt>
                <c:pt idx="843">
                  <c:v>0.25</c:v>
                </c:pt>
                <c:pt idx="844">
                  <c:v>0.25</c:v>
                </c:pt>
                <c:pt idx="845">
                  <c:v>0.25</c:v>
                </c:pt>
                <c:pt idx="846">
                  <c:v>0.25</c:v>
                </c:pt>
                <c:pt idx="847">
                  <c:v>0.25</c:v>
                </c:pt>
                <c:pt idx="848">
                  <c:v>0.25</c:v>
                </c:pt>
                <c:pt idx="849">
                  <c:v>0.25</c:v>
                </c:pt>
                <c:pt idx="850">
                  <c:v>0.25</c:v>
                </c:pt>
                <c:pt idx="851">
                  <c:v>0.25</c:v>
                </c:pt>
                <c:pt idx="852">
                  <c:v>0.25</c:v>
                </c:pt>
                <c:pt idx="853">
                  <c:v>0.25</c:v>
                </c:pt>
                <c:pt idx="854">
                  <c:v>0.25</c:v>
                </c:pt>
                <c:pt idx="855">
                  <c:v>0.25</c:v>
                </c:pt>
                <c:pt idx="856">
                  <c:v>0.25</c:v>
                </c:pt>
                <c:pt idx="857">
                  <c:v>0.25</c:v>
                </c:pt>
                <c:pt idx="858">
                  <c:v>0.25</c:v>
                </c:pt>
                <c:pt idx="859">
                  <c:v>0.25</c:v>
                </c:pt>
                <c:pt idx="860">
                  <c:v>0.25</c:v>
                </c:pt>
                <c:pt idx="861">
                  <c:v>0.25</c:v>
                </c:pt>
                <c:pt idx="862">
                  <c:v>0.25</c:v>
                </c:pt>
                <c:pt idx="863">
                  <c:v>0.25</c:v>
                </c:pt>
                <c:pt idx="864">
                  <c:v>0.25</c:v>
                </c:pt>
                <c:pt idx="865">
                  <c:v>0.25</c:v>
                </c:pt>
                <c:pt idx="866">
                  <c:v>0.25</c:v>
                </c:pt>
                <c:pt idx="867">
                  <c:v>0.25</c:v>
                </c:pt>
                <c:pt idx="868">
                  <c:v>0.25</c:v>
                </c:pt>
                <c:pt idx="869">
                  <c:v>0.25</c:v>
                </c:pt>
                <c:pt idx="870">
                  <c:v>0.25</c:v>
                </c:pt>
                <c:pt idx="871">
                  <c:v>0.25</c:v>
                </c:pt>
                <c:pt idx="872">
                  <c:v>0.25</c:v>
                </c:pt>
                <c:pt idx="873">
                  <c:v>0.25</c:v>
                </c:pt>
                <c:pt idx="874">
                  <c:v>0.25</c:v>
                </c:pt>
                <c:pt idx="875">
                  <c:v>0.25</c:v>
                </c:pt>
                <c:pt idx="876">
                  <c:v>0.25</c:v>
                </c:pt>
                <c:pt idx="877">
                  <c:v>0.25</c:v>
                </c:pt>
                <c:pt idx="878">
                  <c:v>0.25</c:v>
                </c:pt>
                <c:pt idx="879">
                  <c:v>0.25</c:v>
                </c:pt>
                <c:pt idx="880">
                  <c:v>0.25</c:v>
                </c:pt>
                <c:pt idx="881">
                  <c:v>0.25</c:v>
                </c:pt>
                <c:pt idx="882">
                  <c:v>0.25</c:v>
                </c:pt>
                <c:pt idx="883">
                  <c:v>0.25</c:v>
                </c:pt>
                <c:pt idx="884">
                  <c:v>0.25</c:v>
                </c:pt>
                <c:pt idx="885">
                  <c:v>0.25</c:v>
                </c:pt>
                <c:pt idx="886">
                  <c:v>0.25</c:v>
                </c:pt>
                <c:pt idx="887">
                  <c:v>0.25</c:v>
                </c:pt>
                <c:pt idx="888">
                  <c:v>0.25</c:v>
                </c:pt>
                <c:pt idx="889">
                  <c:v>0.25</c:v>
                </c:pt>
                <c:pt idx="890">
                  <c:v>0.25</c:v>
                </c:pt>
                <c:pt idx="891">
                  <c:v>0.25</c:v>
                </c:pt>
                <c:pt idx="892">
                  <c:v>0.25</c:v>
                </c:pt>
                <c:pt idx="893">
                  <c:v>0.25</c:v>
                </c:pt>
                <c:pt idx="894">
                  <c:v>0.25</c:v>
                </c:pt>
                <c:pt idx="895">
                  <c:v>0.25</c:v>
                </c:pt>
                <c:pt idx="896">
                  <c:v>0.25</c:v>
                </c:pt>
                <c:pt idx="897">
                  <c:v>0.25</c:v>
                </c:pt>
                <c:pt idx="898">
                  <c:v>0.25</c:v>
                </c:pt>
                <c:pt idx="899">
                  <c:v>0.25</c:v>
                </c:pt>
                <c:pt idx="900">
                  <c:v>0.25</c:v>
                </c:pt>
                <c:pt idx="901">
                  <c:v>0.25</c:v>
                </c:pt>
                <c:pt idx="902">
                  <c:v>0.25</c:v>
                </c:pt>
                <c:pt idx="903">
                  <c:v>0.25</c:v>
                </c:pt>
                <c:pt idx="904">
                  <c:v>0.25</c:v>
                </c:pt>
                <c:pt idx="905">
                  <c:v>0.25</c:v>
                </c:pt>
                <c:pt idx="906">
                  <c:v>0.25</c:v>
                </c:pt>
                <c:pt idx="907">
                  <c:v>0.25</c:v>
                </c:pt>
                <c:pt idx="908">
                  <c:v>0.25</c:v>
                </c:pt>
                <c:pt idx="909">
                  <c:v>0.25</c:v>
                </c:pt>
                <c:pt idx="910">
                  <c:v>0.25</c:v>
                </c:pt>
                <c:pt idx="911">
                  <c:v>0.25</c:v>
                </c:pt>
                <c:pt idx="912">
                  <c:v>0.25</c:v>
                </c:pt>
                <c:pt idx="913">
                  <c:v>0.25</c:v>
                </c:pt>
                <c:pt idx="914">
                  <c:v>0.25</c:v>
                </c:pt>
                <c:pt idx="915">
                  <c:v>0.25</c:v>
                </c:pt>
                <c:pt idx="916">
                  <c:v>0.25</c:v>
                </c:pt>
                <c:pt idx="917">
                  <c:v>0.25</c:v>
                </c:pt>
                <c:pt idx="918">
                  <c:v>0.25</c:v>
                </c:pt>
                <c:pt idx="919">
                  <c:v>0.25</c:v>
                </c:pt>
                <c:pt idx="920">
                  <c:v>0.25</c:v>
                </c:pt>
                <c:pt idx="921">
                  <c:v>0.25</c:v>
                </c:pt>
                <c:pt idx="922">
                  <c:v>0.25</c:v>
                </c:pt>
                <c:pt idx="923">
                  <c:v>0.25</c:v>
                </c:pt>
                <c:pt idx="924">
                  <c:v>0.25</c:v>
                </c:pt>
                <c:pt idx="925">
                  <c:v>0.25</c:v>
                </c:pt>
                <c:pt idx="926">
                  <c:v>0.25</c:v>
                </c:pt>
                <c:pt idx="927">
                  <c:v>0.25</c:v>
                </c:pt>
                <c:pt idx="928">
                  <c:v>0.25</c:v>
                </c:pt>
                <c:pt idx="929">
                  <c:v>0.25</c:v>
                </c:pt>
                <c:pt idx="930">
                  <c:v>0.25</c:v>
                </c:pt>
                <c:pt idx="931">
                  <c:v>0.25</c:v>
                </c:pt>
                <c:pt idx="932">
                  <c:v>0.25</c:v>
                </c:pt>
                <c:pt idx="933">
                  <c:v>0.25</c:v>
                </c:pt>
                <c:pt idx="934">
                  <c:v>0.25</c:v>
                </c:pt>
                <c:pt idx="935">
                  <c:v>0.25</c:v>
                </c:pt>
                <c:pt idx="936">
                  <c:v>0.25</c:v>
                </c:pt>
                <c:pt idx="937">
                  <c:v>0.25</c:v>
                </c:pt>
                <c:pt idx="938">
                  <c:v>0.25</c:v>
                </c:pt>
                <c:pt idx="939">
                  <c:v>0.25</c:v>
                </c:pt>
                <c:pt idx="940">
                  <c:v>0.25</c:v>
                </c:pt>
                <c:pt idx="941">
                  <c:v>0.25</c:v>
                </c:pt>
                <c:pt idx="942">
                  <c:v>0.25</c:v>
                </c:pt>
                <c:pt idx="943">
                  <c:v>0.25</c:v>
                </c:pt>
                <c:pt idx="944">
                  <c:v>0.25</c:v>
                </c:pt>
                <c:pt idx="945">
                  <c:v>0.25</c:v>
                </c:pt>
                <c:pt idx="946">
                  <c:v>0.25</c:v>
                </c:pt>
                <c:pt idx="947">
                  <c:v>0.25</c:v>
                </c:pt>
                <c:pt idx="948">
                  <c:v>0.25</c:v>
                </c:pt>
                <c:pt idx="949">
                  <c:v>0.25</c:v>
                </c:pt>
                <c:pt idx="950">
                  <c:v>0.25</c:v>
                </c:pt>
                <c:pt idx="951">
                  <c:v>0.25</c:v>
                </c:pt>
                <c:pt idx="952">
                  <c:v>0.25</c:v>
                </c:pt>
                <c:pt idx="953">
                  <c:v>0.25</c:v>
                </c:pt>
                <c:pt idx="954">
                  <c:v>0.25</c:v>
                </c:pt>
                <c:pt idx="955">
                  <c:v>0.25</c:v>
                </c:pt>
                <c:pt idx="956">
                  <c:v>0.25</c:v>
                </c:pt>
                <c:pt idx="957">
                  <c:v>0.25</c:v>
                </c:pt>
                <c:pt idx="958">
                  <c:v>0.25</c:v>
                </c:pt>
                <c:pt idx="959">
                  <c:v>0.25</c:v>
                </c:pt>
                <c:pt idx="960">
                  <c:v>0.25</c:v>
                </c:pt>
                <c:pt idx="961">
                  <c:v>0.25</c:v>
                </c:pt>
                <c:pt idx="962">
                  <c:v>0.25</c:v>
                </c:pt>
                <c:pt idx="963">
                  <c:v>0.25</c:v>
                </c:pt>
                <c:pt idx="964">
                  <c:v>0.25</c:v>
                </c:pt>
                <c:pt idx="965">
                  <c:v>0.25</c:v>
                </c:pt>
                <c:pt idx="966">
                  <c:v>0.25</c:v>
                </c:pt>
                <c:pt idx="967">
                  <c:v>0.25</c:v>
                </c:pt>
                <c:pt idx="968">
                  <c:v>0.25</c:v>
                </c:pt>
                <c:pt idx="969">
                  <c:v>0.25</c:v>
                </c:pt>
                <c:pt idx="970">
                  <c:v>0.25</c:v>
                </c:pt>
                <c:pt idx="971">
                  <c:v>0.25</c:v>
                </c:pt>
                <c:pt idx="972">
                  <c:v>0.25</c:v>
                </c:pt>
                <c:pt idx="973">
                  <c:v>0.25</c:v>
                </c:pt>
                <c:pt idx="974">
                  <c:v>0.25</c:v>
                </c:pt>
                <c:pt idx="975">
                  <c:v>0.25</c:v>
                </c:pt>
                <c:pt idx="976">
                  <c:v>0.25</c:v>
                </c:pt>
                <c:pt idx="977">
                  <c:v>0.25</c:v>
                </c:pt>
                <c:pt idx="978">
                  <c:v>0.25</c:v>
                </c:pt>
                <c:pt idx="979">
                  <c:v>0.25</c:v>
                </c:pt>
                <c:pt idx="980">
                  <c:v>0.25</c:v>
                </c:pt>
                <c:pt idx="981">
                  <c:v>0.25</c:v>
                </c:pt>
                <c:pt idx="982">
                  <c:v>0.25</c:v>
                </c:pt>
                <c:pt idx="983">
                  <c:v>0.25</c:v>
                </c:pt>
                <c:pt idx="984">
                  <c:v>0.25</c:v>
                </c:pt>
                <c:pt idx="985">
                  <c:v>0.25</c:v>
                </c:pt>
                <c:pt idx="986">
                  <c:v>0.25</c:v>
                </c:pt>
                <c:pt idx="987">
                  <c:v>0.25</c:v>
                </c:pt>
                <c:pt idx="988">
                  <c:v>0.25</c:v>
                </c:pt>
                <c:pt idx="989">
                  <c:v>0.25</c:v>
                </c:pt>
                <c:pt idx="990">
                  <c:v>0.25</c:v>
                </c:pt>
                <c:pt idx="991">
                  <c:v>0.25</c:v>
                </c:pt>
                <c:pt idx="992">
                  <c:v>0.25</c:v>
                </c:pt>
                <c:pt idx="993">
                  <c:v>0.25</c:v>
                </c:pt>
                <c:pt idx="994">
                  <c:v>0.25</c:v>
                </c:pt>
                <c:pt idx="995">
                  <c:v>0.25</c:v>
                </c:pt>
                <c:pt idx="996">
                  <c:v>0.25</c:v>
                </c:pt>
                <c:pt idx="997">
                  <c:v>0.25</c:v>
                </c:pt>
                <c:pt idx="998">
                  <c:v>0.25</c:v>
                </c:pt>
                <c:pt idx="999">
                  <c:v>0.25</c:v>
                </c:pt>
                <c:pt idx="1000">
                  <c:v>0.25</c:v>
                </c:pt>
                <c:pt idx="1001">
                  <c:v>0.25</c:v>
                </c:pt>
                <c:pt idx="1002">
                  <c:v>0.25</c:v>
                </c:pt>
                <c:pt idx="1003">
                  <c:v>0.25</c:v>
                </c:pt>
                <c:pt idx="1004">
                  <c:v>0.25</c:v>
                </c:pt>
                <c:pt idx="1005">
                  <c:v>0.25</c:v>
                </c:pt>
                <c:pt idx="1006">
                  <c:v>0.25</c:v>
                </c:pt>
                <c:pt idx="1007">
                  <c:v>0.25</c:v>
                </c:pt>
                <c:pt idx="1008">
                  <c:v>0.25</c:v>
                </c:pt>
                <c:pt idx="1009">
                  <c:v>0.25</c:v>
                </c:pt>
                <c:pt idx="1010">
                  <c:v>0.25</c:v>
                </c:pt>
                <c:pt idx="1011">
                  <c:v>0.25</c:v>
                </c:pt>
                <c:pt idx="1012">
                  <c:v>0.25</c:v>
                </c:pt>
                <c:pt idx="1013">
                  <c:v>0.25</c:v>
                </c:pt>
                <c:pt idx="1014">
                  <c:v>0.25</c:v>
                </c:pt>
                <c:pt idx="1015">
                  <c:v>0.25</c:v>
                </c:pt>
                <c:pt idx="1016">
                  <c:v>0.25</c:v>
                </c:pt>
                <c:pt idx="1017">
                  <c:v>0.25</c:v>
                </c:pt>
                <c:pt idx="1018">
                  <c:v>0.25</c:v>
                </c:pt>
                <c:pt idx="1019">
                  <c:v>0.25</c:v>
                </c:pt>
                <c:pt idx="1020">
                  <c:v>0.25</c:v>
                </c:pt>
                <c:pt idx="1021">
                  <c:v>0.25</c:v>
                </c:pt>
                <c:pt idx="1022">
                  <c:v>0.25</c:v>
                </c:pt>
                <c:pt idx="1023">
                  <c:v>0.25</c:v>
                </c:pt>
                <c:pt idx="1024">
                  <c:v>0.25</c:v>
                </c:pt>
                <c:pt idx="1025">
                  <c:v>0.25</c:v>
                </c:pt>
                <c:pt idx="1026">
                  <c:v>0.25</c:v>
                </c:pt>
                <c:pt idx="1027">
                  <c:v>0.25</c:v>
                </c:pt>
                <c:pt idx="1028">
                  <c:v>0.25</c:v>
                </c:pt>
                <c:pt idx="1029">
                  <c:v>0.25</c:v>
                </c:pt>
                <c:pt idx="1030">
                  <c:v>0.25</c:v>
                </c:pt>
                <c:pt idx="1031">
                  <c:v>0.25</c:v>
                </c:pt>
                <c:pt idx="1032">
                  <c:v>0.25</c:v>
                </c:pt>
                <c:pt idx="1033">
                  <c:v>0.25</c:v>
                </c:pt>
                <c:pt idx="1034">
                  <c:v>0.25</c:v>
                </c:pt>
                <c:pt idx="1035">
                  <c:v>0.25</c:v>
                </c:pt>
                <c:pt idx="1036">
                  <c:v>0.25</c:v>
                </c:pt>
                <c:pt idx="1037">
                  <c:v>0.25</c:v>
                </c:pt>
                <c:pt idx="1038">
                  <c:v>0.25</c:v>
                </c:pt>
                <c:pt idx="1039">
                  <c:v>0.25</c:v>
                </c:pt>
                <c:pt idx="1040">
                  <c:v>0.25</c:v>
                </c:pt>
                <c:pt idx="1041">
                  <c:v>0.25</c:v>
                </c:pt>
                <c:pt idx="1042">
                  <c:v>0.25</c:v>
                </c:pt>
                <c:pt idx="1043">
                  <c:v>0.25</c:v>
                </c:pt>
                <c:pt idx="1044">
                  <c:v>0.25</c:v>
                </c:pt>
                <c:pt idx="1045">
                  <c:v>0.25</c:v>
                </c:pt>
                <c:pt idx="1046">
                  <c:v>0.25</c:v>
                </c:pt>
                <c:pt idx="1047">
                  <c:v>0.25</c:v>
                </c:pt>
                <c:pt idx="1048">
                  <c:v>0.25</c:v>
                </c:pt>
                <c:pt idx="1049">
                  <c:v>0.25</c:v>
                </c:pt>
                <c:pt idx="1050">
                  <c:v>0.25</c:v>
                </c:pt>
                <c:pt idx="1051">
                  <c:v>0.25</c:v>
                </c:pt>
                <c:pt idx="1052">
                  <c:v>0.25</c:v>
                </c:pt>
                <c:pt idx="1053">
                  <c:v>0.25</c:v>
                </c:pt>
                <c:pt idx="1054">
                  <c:v>0.25</c:v>
                </c:pt>
                <c:pt idx="1055">
                  <c:v>0.25</c:v>
                </c:pt>
                <c:pt idx="1056">
                  <c:v>0.25</c:v>
                </c:pt>
                <c:pt idx="1057">
                  <c:v>0.25</c:v>
                </c:pt>
                <c:pt idx="1058">
                  <c:v>0.25</c:v>
                </c:pt>
                <c:pt idx="1059">
                  <c:v>0.25</c:v>
                </c:pt>
                <c:pt idx="1060">
                  <c:v>0.25</c:v>
                </c:pt>
                <c:pt idx="1061">
                  <c:v>0.25</c:v>
                </c:pt>
                <c:pt idx="1062">
                  <c:v>0.25</c:v>
                </c:pt>
                <c:pt idx="1063">
                  <c:v>0.25</c:v>
                </c:pt>
                <c:pt idx="1064">
                  <c:v>0.25</c:v>
                </c:pt>
                <c:pt idx="1065">
                  <c:v>0.25</c:v>
                </c:pt>
                <c:pt idx="1066">
                  <c:v>0.25</c:v>
                </c:pt>
                <c:pt idx="1067">
                  <c:v>0.25</c:v>
                </c:pt>
                <c:pt idx="1068">
                  <c:v>0.25</c:v>
                </c:pt>
                <c:pt idx="1069">
                  <c:v>0.25</c:v>
                </c:pt>
                <c:pt idx="1070">
                  <c:v>0.25</c:v>
                </c:pt>
                <c:pt idx="1071">
                  <c:v>0.25</c:v>
                </c:pt>
                <c:pt idx="1072">
                  <c:v>0.25</c:v>
                </c:pt>
                <c:pt idx="1073">
                  <c:v>0.25</c:v>
                </c:pt>
                <c:pt idx="1074">
                  <c:v>0.25</c:v>
                </c:pt>
                <c:pt idx="1075">
                  <c:v>0.25</c:v>
                </c:pt>
                <c:pt idx="1076">
                  <c:v>0.25</c:v>
                </c:pt>
                <c:pt idx="1077">
                  <c:v>0.25</c:v>
                </c:pt>
                <c:pt idx="1078">
                  <c:v>0.25</c:v>
                </c:pt>
                <c:pt idx="1079">
                  <c:v>0.25</c:v>
                </c:pt>
                <c:pt idx="1080">
                  <c:v>0.25</c:v>
                </c:pt>
                <c:pt idx="1081">
                  <c:v>0.25</c:v>
                </c:pt>
                <c:pt idx="1082">
                  <c:v>0.25</c:v>
                </c:pt>
                <c:pt idx="1083">
                  <c:v>0.25</c:v>
                </c:pt>
                <c:pt idx="1084">
                  <c:v>0.25</c:v>
                </c:pt>
                <c:pt idx="1085">
                  <c:v>0.25</c:v>
                </c:pt>
                <c:pt idx="1086">
                  <c:v>0.25</c:v>
                </c:pt>
                <c:pt idx="1087">
                  <c:v>0.25</c:v>
                </c:pt>
                <c:pt idx="1088">
                  <c:v>0.25</c:v>
                </c:pt>
                <c:pt idx="1089">
                  <c:v>0.25</c:v>
                </c:pt>
                <c:pt idx="1090">
                  <c:v>0.25</c:v>
                </c:pt>
                <c:pt idx="1091">
                  <c:v>0.25</c:v>
                </c:pt>
                <c:pt idx="1092">
                  <c:v>0.25</c:v>
                </c:pt>
                <c:pt idx="1093">
                  <c:v>0.25</c:v>
                </c:pt>
                <c:pt idx="1094">
                  <c:v>0.25</c:v>
                </c:pt>
                <c:pt idx="1095">
                  <c:v>0.25</c:v>
                </c:pt>
                <c:pt idx="1096">
                  <c:v>0.25</c:v>
                </c:pt>
                <c:pt idx="1097">
                  <c:v>0.25</c:v>
                </c:pt>
                <c:pt idx="1098">
                  <c:v>0.25</c:v>
                </c:pt>
                <c:pt idx="1099">
                  <c:v>0.25</c:v>
                </c:pt>
                <c:pt idx="1100">
                  <c:v>0.25</c:v>
                </c:pt>
                <c:pt idx="1101">
                  <c:v>0.25</c:v>
                </c:pt>
                <c:pt idx="1102">
                  <c:v>0.25</c:v>
                </c:pt>
                <c:pt idx="1103">
                  <c:v>0.25</c:v>
                </c:pt>
                <c:pt idx="1104">
                  <c:v>0.25</c:v>
                </c:pt>
                <c:pt idx="1105">
                  <c:v>0.25</c:v>
                </c:pt>
                <c:pt idx="1106">
                  <c:v>0.25</c:v>
                </c:pt>
                <c:pt idx="1107">
                  <c:v>0.25</c:v>
                </c:pt>
                <c:pt idx="1108">
                  <c:v>0.25</c:v>
                </c:pt>
                <c:pt idx="1109">
                  <c:v>0.25</c:v>
                </c:pt>
                <c:pt idx="1110">
                  <c:v>0.25</c:v>
                </c:pt>
                <c:pt idx="1111">
                  <c:v>0.25</c:v>
                </c:pt>
                <c:pt idx="1112">
                  <c:v>0.25</c:v>
                </c:pt>
                <c:pt idx="1113">
                  <c:v>0.25</c:v>
                </c:pt>
                <c:pt idx="1114">
                  <c:v>0.25</c:v>
                </c:pt>
                <c:pt idx="1115">
                  <c:v>0.25</c:v>
                </c:pt>
                <c:pt idx="1116">
                  <c:v>0.25</c:v>
                </c:pt>
                <c:pt idx="1117">
                  <c:v>0.25</c:v>
                </c:pt>
                <c:pt idx="1118">
                  <c:v>0.25</c:v>
                </c:pt>
                <c:pt idx="1119">
                  <c:v>0.25</c:v>
                </c:pt>
                <c:pt idx="1120">
                  <c:v>0.25</c:v>
                </c:pt>
                <c:pt idx="1121">
                  <c:v>0.25</c:v>
                </c:pt>
                <c:pt idx="1122">
                  <c:v>0.25</c:v>
                </c:pt>
                <c:pt idx="1123">
                  <c:v>0.25</c:v>
                </c:pt>
                <c:pt idx="1124">
                  <c:v>0.25</c:v>
                </c:pt>
                <c:pt idx="1125">
                  <c:v>0.25</c:v>
                </c:pt>
                <c:pt idx="1126">
                  <c:v>0.25</c:v>
                </c:pt>
                <c:pt idx="1127">
                  <c:v>0.25</c:v>
                </c:pt>
                <c:pt idx="1128">
                  <c:v>0.25</c:v>
                </c:pt>
                <c:pt idx="1129">
                  <c:v>0.25</c:v>
                </c:pt>
                <c:pt idx="1130">
                  <c:v>0.25</c:v>
                </c:pt>
                <c:pt idx="1131">
                  <c:v>0.25</c:v>
                </c:pt>
                <c:pt idx="1132">
                  <c:v>0.25</c:v>
                </c:pt>
                <c:pt idx="1133">
                  <c:v>0.25</c:v>
                </c:pt>
                <c:pt idx="1134">
                  <c:v>0.25</c:v>
                </c:pt>
                <c:pt idx="1135">
                  <c:v>0.25</c:v>
                </c:pt>
                <c:pt idx="1136">
                  <c:v>0.25</c:v>
                </c:pt>
                <c:pt idx="1137">
                  <c:v>0.25</c:v>
                </c:pt>
                <c:pt idx="1138">
                  <c:v>0.25</c:v>
                </c:pt>
                <c:pt idx="1139">
                  <c:v>0.25</c:v>
                </c:pt>
                <c:pt idx="1140">
                  <c:v>0.25</c:v>
                </c:pt>
                <c:pt idx="1141">
                  <c:v>0.25</c:v>
                </c:pt>
                <c:pt idx="1142">
                  <c:v>0.25</c:v>
                </c:pt>
                <c:pt idx="1143">
                  <c:v>0.25</c:v>
                </c:pt>
                <c:pt idx="1144">
                  <c:v>0.25</c:v>
                </c:pt>
                <c:pt idx="1145">
                  <c:v>0.25</c:v>
                </c:pt>
                <c:pt idx="1146">
                  <c:v>0.25</c:v>
                </c:pt>
                <c:pt idx="1147">
                  <c:v>0.25</c:v>
                </c:pt>
                <c:pt idx="1148">
                  <c:v>0.25</c:v>
                </c:pt>
                <c:pt idx="1149">
                  <c:v>0.25</c:v>
                </c:pt>
                <c:pt idx="1150">
                  <c:v>0.25</c:v>
                </c:pt>
                <c:pt idx="1151">
                  <c:v>0.25</c:v>
                </c:pt>
                <c:pt idx="1152">
                  <c:v>0.25</c:v>
                </c:pt>
                <c:pt idx="1153">
                  <c:v>0.25</c:v>
                </c:pt>
                <c:pt idx="1154">
                  <c:v>0.25</c:v>
                </c:pt>
                <c:pt idx="1155">
                  <c:v>0.25</c:v>
                </c:pt>
                <c:pt idx="1156">
                  <c:v>0.25</c:v>
                </c:pt>
                <c:pt idx="1157">
                  <c:v>0.25</c:v>
                </c:pt>
                <c:pt idx="1158">
                  <c:v>0.25</c:v>
                </c:pt>
                <c:pt idx="1159">
                  <c:v>0.25</c:v>
                </c:pt>
                <c:pt idx="1160">
                  <c:v>0.25</c:v>
                </c:pt>
                <c:pt idx="1161">
                  <c:v>0.25</c:v>
                </c:pt>
                <c:pt idx="1162">
                  <c:v>0.25</c:v>
                </c:pt>
                <c:pt idx="1163">
                  <c:v>0.25</c:v>
                </c:pt>
                <c:pt idx="1164">
                  <c:v>0.25</c:v>
                </c:pt>
                <c:pt idx="1165">
                  <c:v>0.25</c:v>
                </c:pt>
                <c:pt idx="1166">
                  <c:v>0.25</c:v>
                </c:pt>
                <c:pt idx="1167">
                  <c:v>0.25</c:v>
                </c:pt>
                <c:pt idx="1168">
                  <c:v>0.25</c:v>
                </c:pt>
                <c:pt idx="1169">
                  <c:v>0.25</c:v>
                </c:pt>
                <c:pt idx="1170">
                  <c:v>0.25</c:v>
                </c:pt>
                <c:pt idx="1171">
                  <c:v>0.25</c:v>
                </c:pt>
                <c:pt idx="1172">
                  <c:v>0.25</c:v>
                </c:pt>
                <c:pt idx="1173">
                  <c:v>0.25</c:v>
                </c:pt>
                <c:pt idx="1174">
                  <c:v>0.25</c:v>
                </c:pt>
                <c:pt idx="1175">
                  <c:v>0.25</c:v>
                </c:pt>
                <c:pt idx="1176">
                  <c:v>0.25</c:v>
                </c:pt>
                <c:pt idx="1177">
                  <c:v>0.25</c:v>
                </c:pt>
                <c:pt idx="1178">
                  <c:v>0.25</c:v>
                </c:pt>
                <c:pt idx="1179">
                  <c:v>0.25</c:v>
                </c:pt>
                <c:pt idx="1180">
                  <c:v>0.25</c:v>
                </c:pt>
                <c:pt idx="1181">
                  <c:v>0.25</c:v>
                </c:pt>
                <c:pt idx="1182">
                  <c:v>0.25</c:v>
                </c:pt>
                <c:pt idx="1183">
                  <c:v>0.25</c:v>
                </c:pt>
                <c:pt idx="1184">
                  <c:v>0.25</c:v>
                </c:pt>
                <c:pt idx="1185">
                  <c:v>0.25</c:v>
                </c:pt>
                <c:pt idx="1186">
                  <c:v>0.25</c:v>
                </c:pt>
                <c:pt idx="1187">
                  <c:v>0.25</c:v>
                </c:pt>
                <c:pt idx="1188">
                  <c:v>0.25</c:v>
                </c:pt>
                <c:pt idx="1189">
                  <c:v>0.25</c:v>
                </c:pt>
                <c:pt idx="1190">
                  <c:v>0.25</c:v>
                </c:pt>
                <c:pt idx="1191">
                  <c:v>0.25</c:v>
                </c:pt>
                <c:pt idx="1192">
                  <c:v>0.25</c:v>
                </c:pt>
                <c:pt idx="1193">
                  <c:v>0.25</c:v>
                </c:pt>
                <c:pt idx="1194">
                  <c:v>0.25</c:v>
                </c:pt>
                <c:pt idx="1195">
                  <c:v>0.25</c:v>
                </c:pt>
                <c:pt idx="1196">
                  <c:v>0.25</c:v>
                </c:pt>
                <c:pt idx="1197">
                  <c:v>0.25</c:v>
                </c:pt>
                <c:pt idx="1198">
                  <c:v>0.25</c:v>
                </c:pt>
                <c:pt idx="1199">
                  <c:v>0.25</c:v>
                </c:pt>
                <c:pt idx="1200">
                  <c:v>0.25</c:v>
                </c:pt>
                <c:pt idx="1201">
                  <c:v>0.25</c:v>
                </c:pt>
                <c:pt idx="1202">
                  <c:v>0.25</c:v>
                </c:pt>
                <c:pt idx="1203">
                  <c:v>0.25</c:v>
                </c:pt>
                <c:pt idx="1204">
                  <c:v>0.25</c:v>
                </c:pt>
                <c:pt idx="1205">
                  <c:v>0.25</c:v>
                </c:pt>
                <c:pt idx="1206">
                  <c:v>0.25</c:v>
                </c:pt>
                <c:pt idx="1207">
                  <c:v>0.25</c:v>
                </c:pt>
                <c:pt idx="1208">
                  <c:v>0.25</c:v>
                </c:pt>
                <c:pt idx="1209">
                  <c:v>0.25</c:v>
                </c:pt>
                <c:pt idx="1210">
                  <c:v>0.25</c:v>
                </c:pt>
                <c:pt idx="1211">
                  <c:v>0.25</c:v>
                </c:pt>
                <c:pt idx="1212">
                  <c:v>0.25</c:v>
                </c:pt>
                <c:pt idx="1213">
                  <c:v>0.25</c:v>
                </c:pt>
                <c:pt idx="1214">
                  <c:v>0.25</c:v>
                </c:pt>
                <c:pt idx="1215">
                  <c:v>0.25</c:v>
                </c:pt>
                <c:pt idx="1216">
                  <c:v>0.25</c:v>
                </c:pt>
                <c:pt idx="1217">
                  <c:v>0.25</c:v>
                </c:pt>
                <c:pt idx="1218">
                  <c:v>0.25</c:v>
                </c:pt>
                <c:pt idx="1219">
                  <c:v>0.25</c:v>
                </c:pt>
                <c:pt idx="1220">
                  <c:v>0.25</c:v>
                </c:pt>
                <c:pt idx="1221">
                  <c:v>0.25</c:v>
                </c:pt>
                <c:pt idx="1222">
                  <c:v>0.25</c:v>
                </c:pt>
                <c:pt idx="1223">
                  <c:v>0.25</c:v>
                </c:pt>
                <c:pt idx="1224">
                  <c:v>0.25</c:v>
                </c:pt>
                <c:pt idx="1225">
                  <c:v>0.25</c:v>
                </c:pt>
                <c:pt idx="1226">
                  <c:v>0.25</c:v>
                </c:pt>
                <c:pt idx="1227">
                  <c:v>0.25</c:v>
                </c:pt>
                <c:pt idx="1228">
                  <c:v>0.25</c:v>
                </c:pt>
                <c:pt idx="1229">
                  <c:v>0.25</c:v>
                </c:pt>
                <c:pt idx="1230">
                  <c:v>0.25</c:v>
                </c:pt>
                <c:pt idx="1231">
                  <c:v>0.25</c:v>
                </c:pt>
                <c:pt idx="1232">
                  <c:v>0.25</c:v>
                </c:pt>
                <c:pt idx="1233">
                  <c:v>0.25</c:v>
                </c:pt>
                <c:pt idx="1234">
                  <c:v>0.25</c:v>
                </c:pt>
                <c:pt idx="1235">
                  <c:v>0.25</c:v>
                </c:pt>
                <c:pt idx="1236">
                  <c:v>0.25</c:v>
                </c:pt>
                <c:pt idx="1237">
                  <c:v>0.25</c:v>
                </c:pt>
                <c:pt idx="1238">
                  <c:v>0.25</c:v>
                </c:pt>
                <c:pt idx="1239">
                  <c:v>0.25</c:v>
                </c:pt>
                <c:pt idx="1240">
                  <c:v>0.25</c:v>
                </c:pt>
                <c:pt idx="1241">
                  <c:v>0.25</c:v>
                </c:pt>
                <c:pt idx="1242">
                  <c:v>0.25</c:v>
                </c:pt>
                <c:pt idx="1243">
                  <c:v>0.25</c:v>
                </c:pt>
                <c:pt idx="1244">
                  <c:v>0.25</c:v>
                </c:pt>
                <c:pt idx="1245">
                  <c:v>0.25</c:v>
                </c:pt>
                <c:pt idx="1246">
                  <c:v>0.25</c:v>
                </c:pt>
                <c:pt idx="1247">
                  <c:v>0.25</c:v>
                </c:pt>
                <c:pt idx="1248">
                  <c:v>0.25</c:v>
                </c:pt>
                <c:pt idx="1249">
                  <c:v>0.25</c:v>
                </c:pt>
                <c:pt idx="1250">
                  <c:v>0.25</c:v>
                </c:pt>
                <c:pt idx="1251">
                  <c:v>0.25</c:v>
                </c:pt>
                <c:pt idx="1252">
                  <c:v>0.25</c:v>
                </c:pt>
                <c:pt idx="1253">
                  <c:v>0.25</c:v>
                </c:pt>
                <c:pt idx="1254">
                  <c:v>0.25</c:v>
                </c:pt>
                <c:pt idx="1255">
                  <c:v>0.25</c:v>
                </c:pt>
                <c:pt idx="1256">
                  <c:v>0.25</c:v>
                </c:pt>
                <c:pt idx="1257">
                  <c:v>0.25</c:v>
                </c:pt>
                <c:pt idx="1258">
                  <c:v>0.25</c:v>
                </c:pt>
                <c:pt idx="1259">
                  <c:v>0.25</c:v>
                </c:pt>
                <c:pt idx="1260">
                  <c:v>0.25</c:v>
                </c:pt>
                <c:pt idx="1261">
                  <c:v>0.25</c:v>
                </c:pt>
                <c:pt idx="1262">
                  <c:v>0.25</c:v>
                </c:pt>
                <c:pt idx="1263">
                  <c:v>0.25</c:v>
                </c:pt>
                <c:pt idx="1264">
                  <c:v>0.25</c:v>
                </c:pt>
                <c:pt idx="1265">
                  <c:v>0.25</c:v>
                </c:pt>
                <c:pt idx="1266">
                  <c:v>0.25</c:v>
                </c:pt>
                <c:pt idx="1267">
                  <c:v>0.25</c:v>
                </c:pt>
                <c:pt idx="1268">
                  <c:v>0.25</c:v>
                </c:pt>
                <c:pt idx="1269">
                  <c:v>0.25</c:v>
                </c:pt>
                <c:pt idx="1270">
                  <c:v>0.25</c:v>
                </c:pt>
                <c:pt idx="1271">
                  <c:v>0.25</c:v>
                </c:pt>
                <c:pt idx="1272">
                  <c:v>0.25</c:v>
                </c:pt>
                <c:pt idx="1273">
                  <c:v>0.25</c:v>
                </c:pt>
                <c:pt idx="1274">
                  <c:v>0.25</c:v>
                </c:pt>
                <c:pt idx="1275">
                  <c:v>0.25</c:v>
                </c:pt>
                <c:pt idx="1276">
                  <c:v>0.25</c:v>
                </c:pt>
                <c:pt idx="1277">
                  <c:v>0.25</c:v>
                </c:pt>
                <c:pt idx="1278">
                  <c:v>0.25</c:v>
                </c:pt>
                <c:pt idx="1279">
                  <c:v>0.25</c:v>
                </c:pt>
                <c:pt idx="1280">
                  <c:v>0.25</c:v>
                </c:pt>
                <c:pt idx="1281">
                  <c:v>0.25</c:v>
                </c:pt>
                <c:pt idx="1282">
                  <c:v>0.25</c:v>
                </c:pt>
                <c:pt idx="1283">
                  <c:v>0.25</c:v>
                </c:pt>
                <c:pt idx="1284">
                  <c:v>0.25</c:v>
                </c:pt>
                <c:pt idx="1285">
                  <c:v>0.25</c:v>
                </c:pt>
                <c:pt idx="1286">
                  <c:v>0.25</c:v>
                </c:pt>
                <c:pt idx="1287">
                  <c:v>0.25</c:v>
                </c:pt>
                <c:pt idx="1288">
                  <c:v>0.25</c:v>
                </c:pt>
                <c:pt idx="1289">
                  <c:v>0.25</c:v>
                </c:pt>
                <c:pt idx="1290">
                  <c:v>0.25</c:v>
                </c:pt>
                <c:pt idx="1291">
                  <c:v>0.25</c:v>
                </c:pt>
                <c:pt idx="1292">
                  <c:v>0.25</c:v>
                </c:pt>
                <c:pt idx="1293">
                  <c:v>0.25</c:v>
                </c:pt>
                <c:pt idx="1294">
                  <c:v>0.25</c:v>
                </c:pt>
                <c:pt idx="1295">
                  <c:v>0.25</c:v>
                </c:pt>
                <c:pt idx="1296">
                  <c:v>0.25</c:v>
                </c:pt>
                <c:pt idx="1297">
                  <c:v>0.25</c:v>
                </c:pt>
                <c:pt idx="1298">
                  <c:v>0.25</c:v>
                </c:pt>
                <c:pt idx="1299">
                  <c:v>0.25</c:v>
                </c:pt>
                <c:pt idx="1300">
                  <c:v>0.25</c:v>
                </c:pt>
                <c:pt idx="1301">
                  <c:v>0.25</c:v>
                </c:pt>
                <c:pt idx="1302">
                  <c:v>0.25</c:v>
                </c:pt>
                <c:pt idx="1303">
                  <c:v>0.25</c:v>
                </c:pt>
                <c:pt idx="1304">
                  <c:v>0.25</c:v>
                </c:pt>
                <c:pt idx="1305">
                  <c:v>0.25</c:v>
                </c:pt>
                <c:pt idx="1306">
                  <c:v>0.25</c:v>
                </c:pt>
                <c:pt idx="1307">
                  <c:v>0.25</c:v>
                </c:pt>
                <c:pt idx="1308">
                  <c:v>0.25</c:v>
                </c:pt>
                <c:pt idx="1309">
                  <c:v>0.25</c:v>
                </c:pt>
                <c:pt idx="1310">
                  <c:v>0.25</c:v>
                </c:pt>
                <c:pt idx="1311">
                  <c:v>0.25</c:v>
                </c:pt>
                <c:pt idx="1312">
                  <c:v>0.25</c:v>
                </c:pt>
                <c:pt idx="1313">
                  <c:v>0.25</c:v>
                </c:pt>
                <c:pt idx="1314">
                  <c:v>0.25</c:v>
                </c:pt>
                <c:pt idx="1315">
                  <c:v>0.25</c:v>
                </c:pt>
                <c:pt idx="1316">
                  <c:v>0.25</c:v>
                </c:pt>
                <c:pt idx="1317">
                  <c:v>0.25</c:v>
                </c:pt>
                <c:pt idx="1318">
                  <c:v>0.25</c:v>
                </c:pt>
                <c:pt idx="1319">
                  <c:v>0.25</c:v>
                </c:pt>
                <c:pt idx="1320">
                  <c:v>0.25</c:v>
                </c:pt>
                <c:pt idx="1321">
                  <c:v>0.25</c:v>
                </c:pt>
                <c:pt idx="1322">
                  <c:v>0.25</c:v>
                </c:pt>
                <c:pt idx="1323">
                  <c:v>0.25</c:v>
                </c:pt>
                <c:pt idx="1324">
                  <c:v>0.25</c:v>
                </c:pt>
                <c:pt idx="1325">
                  <c:v>0.25</c:v>
                </c:pt>
                <c:pt idx="1326">
                  <c:v>0.25</c:v>
                </c:pt>
                <c:pt idx="1327">
                  <c:v>0.25</c:v>
                </c:pt>
                <c:pt idx="1328">
                  <c:v>0.25</c:v>
                </c:pt>
                <c:pt idx="1329">
                  <c:v>0.25</c:v>
                </c:pt>
                <c:pt idx="1330">
                  <c:v>0.25</c:v>
                </c:pt>
                <c:pt idx="1331">
                  <c:v>0.25</c:v>
                </c:pt>
                <c:pt idx="1332">
                  <c:v>0.25</c:v>
                </c:pt>
                <c:pt idx="1333">
                  <c:v>0.25</c:v>
                </c:pt>
                <c:pt idx="1334">
                  <c:v>0.25</c:v>
                </c:pt>
                <c:pt idx="1335">
                  <c:v>0.25</c:v>
                </c:pt>
                <c:pt idx="1336">
                  <c:v>0.25</c:v>
                </c:pt>
                <c:pt idx="1337">
                  <c:v>0.25</c:v>
                </c:pt>
                <c:pt idx="1338">
                  <c:v>0.25</c:v>
                </c:pt>
                <c:pt idx="1339">
                  <c:v>0.25</c:v>
                </c:pt>
                <c:pt idx="1340">
                  <c:v>0.25</c:v>
                </c:pt>
                <c:pt idx="1341">
                  <c:v>0.25</c:v>
                </c:pt>
                <c:pt idx="1342">
                  <c:v>0.25</c:v>
                </c:pt>
                <c:pt idx="1343">
                  <c:v>0.25</c:v>
                </c:pt>
                <c:pt idx="1344">
                  <c:v>0.25</c:v>
                </c:pt>
                <c:pt idx="1345">
                  <c:v>0.25</c:v>
                </c:pt>
                <c:pt idx="1346">
                  <c:v>0.25</c:v>
                </c:pt>
                <c:pt idx="1347">
                  <c:v>0.25</c:v>
                </c:pt>
                <c:pt idx="1348">
                  <c:v>0.25</c:v>
                </c:pt>
                <c:pt idx="1349">
                  <c:v>0.25</c:v>
                </c:pt>
                <c:pt idx="1350">
                  <c:v>0.25</c:v>
                </c:pt>
                <c:pt idx="1351">
                  <c:v>0.25</c:v>
                </c:pt>
                <c:pt idx="1352">
                  <c:v>0.25</c:v>
                </c:pt>
                <c:pt idx="1353">
                  <c:v>0.25</c:v>
                </c:pt>
                <c:pt idx="1354">
                  <c:v>0.25</c:v>
                </c:pt>
                <c:pt idx="1355">
                  <c:v>0.25</c:v>
                </c:pt>
                <c:pt idx="1356">
                  <c:v>0.25</c:v>
                </c:pt>
                <c:pt idx="1357">
                  <c:v>0.25</c:v>
                </c:pt>
                <c:pt idx="1358">
                  <c:v>0.25</c:v>
                </c:pt>
                <c:pt idx="1359">
                  <c:v>0.25</c:v>
                </c:pt>
                <c:pt idx="1360">
                  <c:v>0.25</c:v>
                </c:pt>
                <c:pt idx="1361">
                  <c:v>0.25</c:v>
                </c:pt>
                <c:pt idx="1362">
                  <c:v>0.25</c:v>
                </c:pt>
                <c:pt idx="1363">
                  <c:v>0.25</c:v>
                </c:pt>
                <c:pt idx="1364">
                  <c:v>0.25</c:v>
                </c:pt>
                <c:pt idx="1365">
                  <c:v>0.25</c:v>
                </c:pt>
                <c:pt idx="1366">
                  <c:v>0.25</c:v>
                </c:pt>
                <c:pt idx="1367">
                  <c:v>0.25</c:v>
                </c:pt>
                <c:pt idx="1368">
                  <c:v>0.25</c:v>
                </c:pt>
                <c:pt idx="1369">
                  <c:v>0.25</c:v>
                </c:pt>
                <c:pt idx="1370">
                  <c:v>0.25</c:v>
                </c:pt>
                <c:pt idx="1371">
                  <c:v>0.25</c:v>
                </c:pt>
                <c:pt idx="1372">
                  <c:v>0.25</c:v>
                </c:pt>
                <c:pt idx="1373">
                  <c:v>0.25</c:v>
                </c:pt>
                <c:pt idx="1374">
                  <c:v>0.25</c:v>
                </c:pt>
                <c:pt idx="1375">
                  <c:v>0.25</c:v>
                </c:pt>
                <c:pt idx="1376">
                  <c:v>0.25</c:v>
                </c:pt>
                <c:pt idx="1377">
                  <c:v>0.25</c:v>
                </c:pt>
                <c:pt idx="1378">
                  <c:v>0.25</c:v>
                </c:pt>
                <c:pt idx="1379">
                  <c:v>0.25</c:v>
                </c:pt>
                <c:pt idx="1380">
                  <c:v>0.25</c:v>
                </c:pt>
                <c:pt idx="1381">
                  <c:v>0.25</c:v>
                </c:pt>
                <c:pt idx="1382">
                  <c:v>0.25</c:v>
                </c:pt>
                <c:pt idx="1383">
                  <c:v>0.25</c:v>
                </c:pt>
                <c:pt idx="1384">
                  <c:v>0.25</c:v>
                </c:pt>
                <c:pt idx="1385">
                  <c:v>0.25</c:v>
                </c:pt>
                <c:pt idx="1386">
                  <c:v>0.25</c:v>
                </c:pt>
                <c:pt idx="1387">
                  <c:v>0.25</c:v>
                </c:pt>
                <c:pt idx="1388">
                  <c:v>0.25</c:v>
                </c:pt>
                <c:pt idx="1389">
                  <c:v>0.25</c:v>
                </c:pt>
                <c:pt idx="1390">
                  <c:v>0.25</c:v>
                </c:pt>
                <c:pt idx="1391">
                  <c:v>0.25</c:v>
                </c:pt>
                <c:pt idx="1392">
                  <c:v>0.25</c:v>
                </c:pt>
                <c:pt idx="1393">
                  <c:v>0.25</c:v>
                </c:pt>
                <c:pt idx="1394">
                  <c:v>0.25</c:v>
                </c:pt>
                <c:pt idx="1395">
                  <c:v>0.25</c:v>
                </c:pt>
                <c:pt idx="1396">
                  <c:v>0.25</c:v>
                </c:pt>
                <c:pt idx="1397">
                  <c:v>0.25</c:v>
                </c:pt>
                <c:pt idx="1398">
                  <c:v>0.25</c:v>
                </c:pt>
                <c:pt idx="1399">
                  <c:v>0.25</c:v>
                </c:pt>
                <c:pt idx="1400">
                  <c:v>0.25</c:v>
                </c:pt>
                <c:pt idx="1401">
                  <c:v>0.25</c:v>
                </c:pt>
                <c:pt idx="1402">
                  <c:v>0.25</c:v>
                </c:pt>
                <c:pt idx="1403">
                  <c:v>0.25</c:v>
                </c:pt>
                <c:pt idx="1404">
                  <c:v>0.25</c:v>
                </c:pt>
                <c:pt idx="1405">
                  <c:v>0.25</c:v>
                </c:pt>
                <c:pt idx="1406">
                  <c:v>0.25</c:v>
                </c:pt>
                <c:pt idx="1407">
                  <c:v>0.25</c:v>
                </c:pt>
                <c:pt idx="1408">
                  <c:v>0.25</c:v>
                </c:pt>
                <c:pt idx="1409">
                  <c:v>0.25</c:v>
                </c:pt>
                <c:pt idx="1410">
                  <c:v>0.25</c:v>
                </c:pt>
                <c:pt idx="1411">
                  <c:v>0.25</c:v>
                </c:pt>
                <c:pt idx="1412">
                  <c:v>0.25</c:v>
                </c:pt>
                <c:pt idx="1413">
                  <c:v>0.25</c:v>
                </c:pt>
                <c:pt idx="1414">
                  <c:v>0.25</c:v>
                </c:pt>
                <c:pt idx="1415">
                  <c:v>0.25</c:v>
                </c:pt>
                <c:pt idx="1416">
                  <c:v>0.25</c:v>
                </c:pt>
                <c:pt idx="1417">
                  <c:v>0.25</c:v>
                </c:pt>
                <c:pt idx="1418">
                  <c:v>0.25</c:v>
                </c:pt>
                <c:pt idx="1419">
                  <c:v>0.25</c:v>
                </c:pt>
                <c:pt idx="1420">
                  <c:v>0.25</c:v>
                </c:pt>
                <c:pt idx="1421">
                  <c:v>0.25</c:v>
                </c:pt>
                <c:pt idx="1422">
                  <c:v>0.25</c:v>
                </c:pt>
                <c:pt idx="1423">
                  <c:v>0.25</c:v>
                </c:pt>
                <c:pt idx="1424">
                  <c:v>0.25</c:v>
                </c:pt>
                <c:pt idx="1425">
                  <c:v>0.25</c:v>
                </c:pt>
                <c:pt idx="1426">
                  <c:v>0.25</c:v>
                </c:pt>
                <c:pt idx="1427">
                  <c:v>0.25</c:v>
                </c:pt>
                <c:pt idx="1428">
                  <c:v>0.25</c:v>
                </c:pt>
                <c:pt idx="1429">
                  <c:v>0.25</c:v>
                </c:pt>
                <c:pt idx="1430">
                  <c:v>0.25</c:v>
                </c:pt>
                <c:pt idx="1431">
                  <c:v>0.25</c:v>
                </c:pt>
                <c:pt idx="1432">
                  <c:v>0.25</c:v>
                </c:pt>
                <c:pt idx="1433">
                  <c:v>0.25</c:v>
                </c:pt>
                <c:pt idx="1434">
                  <c:v>0.25</c:v>
                </c:pt>
                <c:pt idx="1435">
                  <c:v>0.25</c:v>
                </c:pt>
                <c:pt idx="1436">
                  <c:v>0.25</c:v>
                </c:pt>
                <c:pt idx="1437">
                  <c:v>0.25</c:v>
                </c:pt>
                <c:pt idx="1438">
                  <c:v>0.25</c:v>
                </c:pt>
                <c:pt idx="1439">
                  <c:v>0.25</c:v>
                </c:pt>
                <c:pt idx="1440">
                  <c:v>0.25</c:v>
                </c:pt>
                <c:pt idx="1441">
                  <c:v>0.25</c:v>
                </c:pt>
                <c:pt idx="1442">
                  <c:v>0.25</c:v>
                </c:pt>
                <c:pt idx="1443">
                  <c:v>0.25</c:v>
                </c:pt>
                <c:pt idx="1444">
                  <c:v>0.25</c:v>
                </c:pt>
                <c:pt idx="1445">
                  <c:v>0.25</c:v>
                </c:pt>
                <c:pt idx="1446">
                  <c:v>0.25</c:v>
                </c:pt>
                <c:pt idx="1447">
                  <c:v>0.25</c:v>
                </c:pt>
                <c:pt idx="1448">
                  <c:v>0.25</c:v>
                </c:pt>
                <c:pt idx="1449">
                  <c:v>0.25</c:v>
                </c:pt>
                <c:pt idx="1450">
                  <c:v>0.25</c:v>
                </c:pt>
                <c:pt idx="1451">
                  <c:v>0.25</c:v>
                </c:pt>
                <c:pt idx="1452">
                  <c:v>0.25</c:v>
                </c:pt>
                <c:pt idx="1453">
                  <c:v>0.25</c:v>
                </c:pt>
                <c:pt idx="1454">
                  <c:v>0.25</c:v>
                </c:pt>
                <c:pt idx="1455">
                  <c:v>0.25</c:v>
                </c:pt>
                <c:pt idx="1456">
                  <c:v>0.25</c:v>
                </c:pt>
                <c:pt idx="1457">
                  <c:v>0.25</c:v>
                </c:pt>
                <c:pt idx="1458">
                  <c:v>0.25</c:v>
                </c:pt>
                <c:pt idx="1459">
                  <c:v>0.25</c:v>
                </c:pt>
                <c:pt idx="1460">
                  <c:v>0.25</c:v>
                </c:pt>
                <c:pt idx="1461">
                  <c:v>0.25</c:v>
                </c:pt>
                <c:pt idx="1462">
                  <c:v>0.25</c:v>
                </c:pt>
                <c:pt idx="1463">
                  <c:v>0.25</c:v>
                </c:pt>
                <c:pt idx="1464">
                  <c:v>0.25</c:v>
                </c:pt>
                <c:pt idx="1465">
                  <c:v>0.25</c:v>
                </c:pt>
                <c:pt idx="1466">
                  <c:v>0.25</c:v>
                </c:pt>
                <c:pt idx="1467">
                  <c:v>0.25</c:v>
                </c:pt>
                <c:pt idx="1468">
                  <c:v>0.25</c:v>
                </c:pt>
                <c:pt idx="1469">
                  <c:v>0.25</c:v>
                </c:pt>
                <c:pt idx="1470">
                  <c:v>0.25</c:v>
                </c:pt>
                <c:pt idx="1471">
                  <c:v>0.25</c:v>
                </c:pt>
                <c:pt idx="1472">
                  <c:v>0.25</c:v>
                </c:pt>
                <c:pt idx="1473">
                  <c:v>0.25</c:v>
                </c:pt>
                <c:pt idx="1474">
                  <c:v>0.25</c:v>
                </c:pt>
                <c:pt idx="1475">
                  <c:v>0.25</c:v>
                </c:pt>
                <c:pt idx="1476">
                  <c:v>0.25</c:v>
                </c:pt>
                <c:pt idx="1477">
                  <c:v>0.25</c:v>
                </c:pt>
                <c:pt idx="1478">
                  <c:v>0.25</c:v>
                </c:pt>
                <c:pt idx="1479">
                  <c:v>0.25</c:v>
                </c:pt>
                <c:pt idx="1480">
                  <c:v>0.25</c:v>
                </c:pt>
                <c:pt idx="1481">
                  <c:v>0.25</c:v>
                </c:pt>
                <c:pt idx="1482">
                  <c:v>0.25</c:v>
                </c:pt>
                <c:pt idx="1483">
                  <c:v>0.25</c:v>
                </c:pt>
                <c:pt idx="1484">
                  <c:v>0.25</c:v>
                </c:pt>
                <c:pt idx="1485">
                  <c:v>0.25</c:v>
                </c:pt>
                <c:pt idx="1486">
                  <c:v>0.25</c:v>
                </c:pt>
                <c:pt idx="1487">
                  <c:v>0.25</c:v>
                </c:pt>
                <c:pt idx="1488">
                  <c:v>0.25</c:v>
                </c:pt>
                <c:pt idx="1489">
                  <c:v>0.25</c:v>
                </c:pt>
                <c:pt idx="1490">
                  <c:v>0.25</c:v>
                </c:pt>
                <c:pt idx="1491">
                  <c:v>0.25</c:v>
                </c:pt>
                <c:pt idx="1492">
                  <c:v>0.25</c:v>
                </c:pt>
                <c:pt idx="1493">
                  <c:v>0.25</c:v>
                </c:pt>
                <c:pt idx="1494">
                  <c:v>0.25</c:v>
                </c:pt>
                <c:pt idx="1495">
                  <c:v>0.25</c:v>
                </c:pt>
                <c:pt idx="1496">
                  <c:v>0.25</c:v>
                </c:pt>
                <c:pt idx="1497">
                  <c:v>0.25</c:v>
                </c:pt>
                <c:pt idx="1498">
                  <c:v>0.25</c:v>
                </c:pt>
                <c:pt idx="1499">
                  <c:v>0.25</c:v>
                </c:pt>
                <c:pt idx="1500">
                  <c:v>0.25</c:v>
                </c:pt>
                <c:pt idx="1501">
                  <c:v>0.25</c:v>
                </c:pt>
                <c:pt idx="1502">
                  <c:v>0.25</c:v>
                </c:pt>
                <c:pt idx="1503">
                  <c:v>0.25</c:v>
                </c:pt>
                <c:pt idx="1504">
                  <c:v>0.25</c:v>
                </c:pt>
                <c:pt idx="1505">
                  <c:v>0.25</c:v>
                </c:pt>
                <c:pt idx="1506">
                  <c:v>0.25</c:v>
                </c:pt>
                <c:pt idx="1507">
                  <c:v>0.25</c:v>
                </c:pt>
                <c:pt idx="1508">
                  <c:v>0.25</c:v>
                </c:pt>
                <c:pt idx="1509">
                  <c:v>0.25</c:v>
                </c:pt>
                <c:pt idx="1510">
                  <c:v>0.25</c:v>
                </c:pt>
                <c:pt idx="1511">
                  <c:v>0.25</c:v>
                </c:pt>
                <c:pt idx="1512">
                  <c:v>0.25</c:v>
                </c:pt>
                <c:pt idx="1513">
                  <c:v>0.25</c:v>
                </c:pt>
                <c:pt idx="1514">
                  <c:v>0.25</c:v>
                </c:pt>
                <c:pt idx="1515">
                  <c:v>0.25</c:v>
                </c:pt>
                <c:pt idx="1516">
                  <c:v>0.25</c:v>
                </c:pt>
                <c:pt idx="1517">
                  <c:v>0.25</c:v>
                </c:pt>
                <c:pt idx="1518">
                  <c:v>0.25</c:v>
                </c:pt>
                <c:pt idx="1519">
                  <c:v>0.25</c:v>
                </c:pt>
                <c:pt idx="1520">
                  <c:v>0.25</c:v>
                </c:pt>
                <c:pt idx="1521">
                  <c:v>0.25</c:v>
                </c:pt>
                <c:pt idx="1522">
                  <c:v>0.25</c:v>
                </c:pt>
                <c:pt idx="1523">
                  <c:v>0.25</c:v>
                </c:pt>
                <c:pt idx="1524">
                  <c:v>0.25</c:v>
                </c:pt>
                <c:pt idx="1525">
                  <c:v>0.25</c:v>
                </c:pt>
                <c:pt idx="1526">
                  <c:v>0.25</c:v>
                </c:pt>
                <c:pt idx="1527">
                  <c:v>0.25</c:v>
                </c:pt>
                <c:pt idx="1528">
                  <c:v>0.25</c:v>
                </c:pt>
                <c:pt idx="1529">
                  <c:v>0.25</c:v>
                </c:pt>
                <c:pt idx="1530">
                  <c:v>0.25</c:v>
                </c:pt>
                <c:pt idx="1531">
                  <c:v>0.25</c:v>
                </c:pt>
                <c:pt idx="1532">
                  <c:v>0.25</c:v>
                </c:pt>
                <c:pt idx="1533">
                  <c:v>0.25</c:v>
                </c:pt>
                <c:pt idx="1534">
                  <c:v>0.25</c:v>
                </c:pt>
                <c:pt idx="1535">
                  <c:v>0.25</c:v>
                </c:pt>
                <c:pt idx="1536">
                  <c:v>0.25</c:v>
                </c:pt>
                <c:pt idx="1537">
                  <c:v>0.25</c:v>
                </c:pt>
                <c:pt idx="1538">
                  <c:v>0.25</c:v>
                </c:pt>
                <c:pt idx="1539">
                  <c:v>0.25</c:v>
                </c:pt>
                <c:pt idx="1540">
                  <c:v>0.25</c:v>
                </c:pt>
                <c:pt idx="1541">
                  <c:v>0.25</c:v>
                </c:pt>
                <c:pt idx="1542">
                  <c:v>0.25</c:v>
                </c:pt>
                <c:pt idx="1543">
                  <c:v>0.25</c:v>
                </c:pt>
                <c:pt idx="1544">
                  <c:v>0.25</c:v>
                </c:pt>
                <c:pt idx="1545">
                  <c:v>0.25</c:v>
                </c:pt>
                <c:pt idx="1546">
                  <c:v>0.25</c:v>
                </c:pt>
                <c:pt idx="1547">
                  <c:v>0.25</c:v>
                </c:pt>
                <c:pt idx="1548">
                  <c:v>0.25</c:v>
                </c:pt>
                <c:pt idx="1549">
                  <c:v>0.25</c:v>
                </c:pt>
                <c:pt idx="1550">
                  <c:v>0.25</c:v>
                </c:pt>
                <c:pt idx="1551">
                  <c:v>0.25</c:v>
                </c:pt>
                <c:pt idx="1552">
                  <c:v>0.25</c:v>
                </c:pt>
                <c:pt idx="1553">
                  <c:v>0.25</c:v>
                </c:pt>
                <c:pt idx="1554">
                  <c:v>0.25</c:v>
                </c:pt>
                <c:pt idx="1555">
                  <c:v>0.25</c:v>
                </c:pt>
                <c:pt idx="1556">
                  <c:v>0.25</c:v>
                </c:pt>
                <c:pt idx="1557">
                  <c:v>0.25</c:v>
                </c:pt>
                <c:pt idx="1558">
                  <c:v>0.25</c:v>
                </c:pt>
                <c:pt idx="1559">
                  <c:v>0.25</c:v>
                </c:pt>
                <c:pt idx="1560">
                  <c:v>0.25</c:v>
                </c:pt>
                <c:pt idx="1561">
                  <c:v>0.25</c:v>
                </c:pt>
                <c:pt idx="1562">
                  <c:v>0.25</c:v>
                </c:pt>
                <c:pt idx="1563">
                  <c:v>0.25</c:v>
                </c:pt>
                <c:pt idx="1564">
                  <c:v>0.25</c:v>
                </c:pt>
                <c:pt idx="1565">
                  <c:v>0.25</c:v>
                </c:pt>
                <c:pt idx="1566">
                  <c:v>0.25</c:v>
                </c:pt>
                <c:pt idx="1567">
                  <c:v>0.25</c:v>
                </c:pt>
                <c:pt idx="1568">
                  <c:v>0.25</c:v>
                </c:pt>
                <c:pt idx="1569">
                  <c:v>0.25</c:v>
                </c:pt>
                <c:pt idx="1570">
                  <c:v>0.25</c:v>
                </c:pt>
                <c:pt idx="1571">
                  <c:v>0.25</c:v>
                </c:pt>
                <c:pt idx="1572">
                  <c:v>0.25</c:v>
                </c:pt>
                <c:pt idx="1573">
                  <c:v>0.25</c:v>
                </c:pt>
                <c:pt idx="1574">
                  <c:v>0.25</c:v>
                </c:pt>
                <c:pt idx="1575">
                  <c:v>0.25</c:v>
                </c:pt>
                <c:pt idx="1576">
                  <c:v>0.25</c:v>
                </c:pt>
                <c:pt idx="1577">
                  <c:v>0.25</c:v>
                </c:pt>
                <c:pt idx="1578">
                  <c:v>0.25</c:v>
                </c:pt>
                <c:pt idx="1579">
                  <c:v>0.25</c:v>
                </c:pt>
                <c:pt idx="1580">
                  <c:v>0.25</c:v>
                </c:pt>
                <c:pt idx="1581">
                  <c:v>0.25</c:v>
                </c:pt>
                <c:pt idx="1582">
                  <c:v>0.25</c:v>
                </c:pt>
                <c:pt idx="1583">
                  <c:v>0.25</c:v>
                </c:pt>
                <c:pt idx="1584">
                  <c:v>0.25</c:v>
                </c:pt>
                <c:pt idx="1585">
                  <c:v>0.25</c:v>
                </c:pt>
                <c:pt idx="1586">
                  <c:v>0.25</c:v>
                </c:pt>
                <c:pt idx="1587">
                  <c:v>0.25</c:v>
                </c:pt>
                <c:pt idx="1588">
                  <c:v>0.25</c:v>
                </c:pt>
                <c:pt idx="1589">
                  <c:v>0.25</c:v>
                </c:pt>
                <c:pt idx="1590">
                  <c:v>0.25</c:v>
                </c:pt>
                <c:pt idx="1591">
                  <c:v>0.25</c:v>
                </c:pt>
                <c:pt idx="1592">
                  <c:v>0.25</c:v>
                </c:pt>
                <c:pt idx="1593">
                  <c:v>0.25</c:v>
                </c:pt>
                <c:pt idx="1594">
                  <c:v>0.25</c:v>
                </c:pt>
                <c:pt idx="1595">
                  <c:v>0.25</c:v>
                </c:pt>
                <c:pt idx="1596">
                  <c:v>0.25</c:v>
                </c:pt>
                <c:pt idx="1597">
                  <c:v>0.25</c:v>
                </c:pt>
                <c:pt idx="1598">
                  <c:v>0.25</c:v>
                </c:pt>
                <c:pt idx="1599">
                  <c:v>0.25</c:v>
                </c:pt>
                <c:pt idx="1600">
                  <c:v>0.25</c:v>
                </c:pt>
                <c:pt idx="1601">
                  <c:v>0.25</c:v>
                </c:pt>
                <c:pt idx="1602">
                  <c:v>0.25</c:v>
                </c:pt>
                <c:pt idx="1603">
                  <c:v>0.25</c:v>
                </c:pt>
                <c:pt idx="1604">
                  <c:v>0.25</c:v>
                </c:pt>
                <c:pt idx="1605">
                  <c:v>0.25</c:v>
                </c:pt>
                <c:pt idx="1606">
                  <c:v>0.25</c:v>
                </c:pt>
                <c:pt idx="1607">
                  <c:v>0.25</c:v>
                </c:pt>
                <c:pt idx="1608">
                  <c:v>0.25</c:v>
                </c:pt>
                <c:pt idx="1609">
                  <c:v>0.25</c:v>
                </c:pt>
                <c:pt idx="1610">
                  <c:v>0.25</c:v>
                </c:pt>
                <c:pt idx="1611">
                  <c:v>0.25</c:v>
                </c:pt>
                <c:pt idx="1612">
                  <c:v>0.25</c:v>
                </c:pt>
                <c:pt idx="1613">
                  <c:v>0.25</c:v>
                </c:pt>
                <c:pt idx="1614">
                  <c:v>0.25</c:v>
                </c:pt>
                <c:pt idx="1615">
                  <c:v>0.25</c:v>
                </c:pt>
                <c:pt idx="1616">
                  <c:v>0.25</c:v>
                </c:pt>
                <c:pt idx="1617">
                  <c:v>0.25</c:v>
                </c:pt>
                <c:pt idx="1618">
                  <c:v>0.25</c:v>
                </c:pt>
                <c:pt idx="1619">
                  <c:v>0.25</c:v>
                </c:pt>
                <c:pt idx="1620">
                  <c:v>0.25</c:v>
                </c:pt>
                <c:pt idx="1621">
                  <c:v>0.25</c:v>
                </c:pt>
                <c:pt idx="1622">
                  <c:v>0.25</c:v>
                </c:pt>
                <c:pt idx="1623">
                  <c:v>0.25</c:v>
                </c:pt>
                <c:pt idx="1624">
                  <c:v>0.25</c:v>
                </c:pt>
                <c:pt idx="1625">
                  <c:v>0.25</c:v>
                </c:pt>
                <c:pt idx="1626">
                  <c:v>0.25</c:v>
                </c:pt>
                <c:pt idx="1627">
                  <c:v>0.25</c:v>
                </c:pt>
                <c:pt idx="1628">
                  <c:v>0.25</c:v>
                </c:pt>
                <c:pt idx="1629">
                  <c:v>0.25</c:v>
                </c:pt>
                <c:pt idx="1630">
                  <c:v>0.25</c:v>
                </c:pt>
                <c:pt idx="1631">
                  <c:v>0.25</c:v>
                </c:pt>
                <c:pt idx="1632">
                  <c:v>0.25</c:v>
                </c:pt>
                <c:pt idx="1633">
                  <c:v>0.25</c:v>
                </c:pt>
                <c:pt idx="1634">
                  <c:v>0.25</c:v>
                </c:pt>
                <c:pt idx="1635">
                  <c:v>0.25</c:v>
                </c:pt>
                <c:pt idx="1636">
                  <c:v>0.25</c:v>
                </c:pt>
                <c:pt idx="1637">
                  <c:v>0.25</c:v>
                </c:pt>
                <c:pt idx="1638">
                  <c:v>0.25</c:v>
                </c:pt>
                <c:pt idx="1639">
                  <c:v>0.25</c:v>
                </c:pt>
                <c:pt idx="1640">
                  <c:v>0.25</c:v>
                </c:pt>
                <c:pt idx="1641">
                  <c:v>0.25</c:v>
                </c:pt>
                <c:pt idx="1642">
                  <c:v>0.25</c:v>
                </c:pt>
                <c:pt idx="1643">
                  <c:v>0.25</c:v>
                </c:pt>
                <c:pt idx="1644">
                  <c:v>0.25</c:v>
                </c:pt>
                <c:pt idx="1645">
                  <c:v>0.25</c:v>
                </c:pt>
                <c:pt idx="1646">
                  <c:v>0.25</c:v>
                </c:pt>
                <c:pt idx="1647">
                  <c:v>0.25</c:v>
                </c:pt>
                <c:pt idx="1648">
                  <c:v>0.25</c:v>
                </c:pt>
                <c:pt idx="1649">
                  <c:v>0.25</c:v>
                </c:pt>
                <c:pt idx="1650">
                  <c:v>0.25</c:v>
                </c:pt>
                <c:pt idx="1651">
                  <c:v>0.25</c:v>
                </c:pt>
                <c:pt idx="1652">
                  <c:v>0.25</c:v>
                </c:pt>
                <c:pt idx="1653">
                  <c:v>0.25</c:v>
                </c:pt>
                <c:pt idx="1654">
                  <c:v>0.25</c:v>
                </c:pt>
                <c:pt idx="1655">
                  <c:v>0.25</c:v>
                </c:pt>
                <c:pt idx="1656">
                  <c:v>0.25</c:v>
                </c:pt>
                <c:pt idx="1657">
                  <c:v>0.25</c:v>
                </c:pt>
                <c:pt idx="1658">
                  <c:v>0.25</c:v>
                </c:pt>
                <c:pt idx="1659">
                  <c:v>0.25</c:v>
                </c:pt>
                <c:pt idx="1660">
                  <c:v>0.25</c:v>
                </c:pt>
                <c:pt idx="1661">
                  <c:v>0.25</c:v>
                </c:pt>
                <c:pt idx="1662">
                  <c:v>0.25</c:v>
                </c:pt>
                <c:pt idx="1663">
                  <c:v>0.25</c:v>
                </c:pt>
                <c:pt idx="1664">
                  <c:v>0.25</c:v>
                </c:pt>
                <c:pt idx="1665">
                  <c:v>0.25</c:v>
                </c:pt>
                <c:pt idx="1666">
                  <c:v>0.25</c:v>
                </c:pt>
                <c:pt idx="1667">
                  <c:v>0.25</c:v>
                </c:pt>
                <c:pt idx="1668">
                  <c:v>0.25</c:v>
                </c:pt>
                <c:pt idx="1669">
                  <c:v>0.25</c:v>
                </c:pt>
                <c:pt idx="1670">
                  <c:v>0.25</c:v>
                </c:pt>
                <c:pt idx="1671">
                  <c:v>0.25</c:v>
                </c:pt>
                <c:pt idx="1672">
                  <c:v>0.25</c:v>
                </c:pt>
                <c:pt idx="1673">
                  <c:v>0.25</c:v>
                </c:pt>
                <c:pt idx="1674">
                  <c:v>0.25</c:v>
                </c:pt>
                <c:pt idx="1675">
                  <c:v>0.25</c:v>
                </c:pt>
                <c:pt idx="1676">
                  <c:v>0.25</c:v>
                </c:pt>
                <c:pt idx="1677">
                  <c:v>0.25</c:v>
                </c:pt>
                <c:pt idx="1678">
                  <c:v>0.25</c:v>
                </c:pt>
                <c:pt idx="1679">
                  <c:v>0.25</c:v>
                </c:pt>
                <c:pt idx="1680">
                  <c:v>0.25</c:v>
                </c:pt>
                <c:pt idx="1681">
                  <c:v>0.25</c:v>
                </c:pt>
                <c:pt idx="1682">
                  <c:v>0.25</c:v>
                </c:pt>
                <c:pt idx="1683">
                  <c:v>0.25</c:v>
                </c:pt>
                <c:pt idx="1684">
                  <c:v>0.25</c:v>
                </c:pt>
                <c:pt idx="1685">
                  <c:v>0.25</c:v>
                </c:pt>
                <c:pt idx="1686">
                  <c:v>0.25</c:v>
                </c:pt>
                <c:pt idx="1687">
                  <c:v>0.25</c:v>
                </c:pt>
                <c:pt idx="1688">
                  <c:v>0.25</c:v>
                </c:pt>
                <c:pt idx="1689">
                  <c:v>0.25</c:v>
                </c:pt>
                <c:pt idx="1690">
                  <c:v>0.25</c:v>
                </c:pt>
                <c:pt idx="1691">
                  <c:v>0.25</c:v>
                </c:pt>
                <c:pt idx="1692">
                  <c:v>0.25</c:v>
                </c:pt>
                <c:pt idx="1693">
                  <c:v>0.25</c:v>
                </c:pt>
                <c:pt idx="1694">
                  <c:v>0.25</c:v>
                </c:pt>
                <c:pt idx="1695">
                  <c:v>0.25</c:v>
                </c:pt>
                <c:pt idx="1696">
                  <c:v>0.25</c:v>
                </c:pt>
                <c:pt idx="1697">
                  <c:v>0.25</c:v>
                </c:pt>
                <c:pt idx="1698">
                  <c:v>0.25</c:v>
                </c:pt>
                <c:pt idx="1699">
                  <c:v>0.25</c:v>
                </c:pt>
                <c:pt idx="1700">
                  <c:v>0.25</c:v>
                </c:pt>
                <c:pt idx="1701">
                  <c:v>0.25</c:v>
                </c:pt>
                <c:pt idx="1702">
                  <c:v>0.25</c:v>
                </c:pt>
                <c:pt idx="1703">
                  <c:v>0.25</c:v>
                </c:pt>
                <c:pt idx="1704">
                  <c:v>0.25</c:v>
                </c:pt>
                <c:pt idx="1705">
                  <c:v>0.25</c:v>
                </c:pt>
                <c:pt idx="1706">
                  <c:v>0.25</c:v>
                </c:pt>
                <c:pt idx="1707">
                  <c:v>0.25</c:v>
                </c:pt>
                <c:pt idx="1708">
                  <c:v>0.25</c:v>
                </c:pt>
                <c:pt idx="1709">
                  <c:v>0.25</c:v>
                </c:pt>
                <c:pt idx="1710">
                  <c:v>0.25</c:v>
                </c:pt>
                <c:pt idx="1711">
                  <c:v>0.25</c:v>
                </c:pt>
                <c:pt idx="1712">
                  <c:v>0.25</c:v>
                </c:pt>
                <c:pt idx="1713">
                  <c:v>0.25</c:v>
                </c:pt>
                <c:pt idx="1714">
                  <c:v>0.25</c:v>
                </c:pt>
                <c:pt idx="1715">
                  <c:v>0.25</c:v>
                </c:pt>
                <c:pt idx="1716">
                  <c:v>0.25</c:v>
                </c:pt>
                <c:pt idx="1717">
                  <c:v>0.25</c:v>
                </c:pt>
                <c:pt idx="1718">
                  <c:v>0.25</c:v>
                </c:pt>
                <c:pt idx="1719">
                  <c:v>0.25</c:v>
                </c:pt>
                <c:pt idx="1720">
                  <c:v>0.25</c:v>
                </c:pt>
                <c:pt idx="1721">
                  <c:v>0.25</c:v>
                </c:pt>
                <c:pt idx="1722">
                  <c:v>0.25</c:v>
                </c:pt>
                <c:pt idx="1723">
                  <c:v>0.25</c:v>
                </c:pt>
                <c:pt idx="1724">
                  <c:v>0.25</c:v>
                </c:pt>
                <c:pt idx="1725">
                  <c:v>0.25</c:v>
                </c:pt>
                <c:pt idx="1726">
                  <c:v>0.25</c:v>
                </c:pt>
                <c:pt idx="1727">
                  <c:v>0.25</c:v>
                </c:pt>
                <c:pt idx="1728">
                  <c:v>0.25</c:v>
                </c:pt>
                <c:pt idx="1729">
                  <c:v>0.25</c:v>
                </c:pt>
                <c:pt idx="1730">
                  <c:v>0.25</c:v>
                </c:pt>
                <c:pt idx="1731">
                  <c:v>0.25</c:v>
                </c:pt>
                <c:pt idx="1732">
                  <c:v>0.25</c:v>
                </c:pt>
                <c:pt idx="1733">
                  <c:v>0.25</c:v>
                </c:pt>
                <c:pt idx="1734">
                  <c:v>0.25</c:v>
                </c:pt>
                <c:pt idx="1735">
                  <c:v>0.25</c:v>
                </c:pt>
                <c:pt idx="1736">
                  <c:v>0.25</c:v>
                </c:pt>
                <c:pt idx="1737">
                  <c:v>0.25</c:v>
                </c:pt>
                <c:pt idx="1738">
                  <c:v>0.25</c:v>
                </c:pt>
                <c:pt idx="1739">
                  <c:v>0.25</c:v>
                </c:pt>
                <c:pt idx="1740">
                  <c:v>0.25</c:v>
                </c:pt>
                <c:pt idx="1741">
                  <c:v>0.25</c:v>
                </c:pt>
                <c:pt idx="1742">
                  <c:v>0.25</c:v>
                </c:pt>
                <c:pt idx="1743">
                  <c:v>0.25</c:v>
                </c:pt>
                <c:pt idx="1744">
                  <c:v>0.25</c:v>
                </c:pt>
                <c:pt idx="1745">
                  <c:v>0.25</c:v>
                </c:pt>
                <c:pt idx="1746">
                  <c:v>0.25</c:v>
                </c:pt>
                <c:pt idx="1747">
                  <c:v>0.25</c:v>
                </c:pt>
                <c:pt idx="1748">
                  <c:v>0.25</c:v>
                </c:pt>
                <c:pt idx="1749">
                  <c:v>0.25</c:v>
                </c:pt>
                <c:pt idx="1750">
                  <c:v>0.25</c:v>
                </c:pt>
                <c:pt idx="1751">
                  <c:v>0.25</c:v>
                </c:pt>
                <c:pt idx="1752">
                  <c:v>0.25</c:v>
                </c:pt>
                <c:pt idx="1753">
                  <c:v>0.25</c:v>
                </c:pt>
                <c:pt idx="1754">
                  <c:v>0.25</c:v>
                </c:pt>
                <c:pt idx="1755">
                  <c:v>0.25</c:v>
                </c:pt>
                <c:pt idx="1756">
                  <c:v>0.25</c:v>
                </c:pt>
                <c:pt idx="1757">
                  <c:v>0.25</c:v>
                </c:pt>
                <c:pt idx="1758">
                  <c:v>0.25</c:v>
                </c:pt>
                <c:pt idx="1759">
                  <c:v>0.25</c:v>
                </c:pt>
                <c:pt idx="1760">
                  <c:v>0.25</c:v>
                </c:pt>
                <c:pt idx="1761">
                  <c:v>0.25</c:v>
                </c:pt>
                <c:pt idx="1762">
                  <c:v>0.25</c:v>
                </c:pt>
                <c:pt idx="1763">
                  <c:v>0.25</c:v>
                </c:pt>
                <c:pt idx="1764">
                  <c:v>0.25</c:v>
                </c:pt>
                <c:pt idx="1765">
                  <c:v>0.25</c:v>
                </c:pt>
                <c:pt idx="1766">
                  <c:v>0.25</c:v>
                </c:pt>
                <c:pt idx="1767">
                  <c:v>0.25</c:v>
                </c:pt>
                <c:pt idx="1768">
                  <c:v>0.25</c:v>
                </c:pt>
                <c:pt idx="1769">
                  <c:v>0.25</c:v>
                </c:pt>
                <c:pt idx="1770">
                  <c:v>0.25</c:v>
                </c:pt>
                <c:pt idx="1771">
                  <c:v>0.25</c:v>
                </c:pt>
                <c:pt idx="1772">
                  <c:v>0.25</c:v>
                </c:pt>
                <c:pt idx="1773">
                  <c:v>0.25</c:v>
                </c:pt>
                <c:pt idx="1774">
                  <c:v>0.25</c:v>
                </c:pt>
                <c:pt idx="1775">
                  <c:v>0.25</c:v>
                </c:pt>
                <c:pt idx="1776">
                  <c:v>0.25</c:v>
                </c:pt>
                <c:pt idx="1777">
                  <c:v>0.25</c:v>
                </c:pt>
                <c:pt idx="1778">
                  <c:v>0.25</c:v>
                </c:pt>
                <c:pt idx="1779">
                  <c:v>0.25</c:v>
                </c:pt>
                <c:pt idx="1780">
                  <c:v>0.25</c:v>
                </c:pt>
                <c:pt idx="1781">
                  <c:v>0.25</c:v>
                </c:pt>
                <c:pt idx="1782">
                  <c:v>0.25</c:v>
                </c:pt>
                <c:pt idx="1783">
                  <c:v>0.25</c:v>
                </c:pt>
                <c:pt idx="1784">
                  <c:v>0.25</c:v>
                </c:pt>
                <c:pt idx="1785">
                  <c:v>0.25</c:v>
                </c:pt>
                <c:pt idx="1786">
                  <c:v>0.25</c:v>
                </c:pt>
                <c:pt idx="1787">
                  <c:v>0.25</c:v>
                </c:pt>
                <c:pt idx="1788">
                  <c:v>0.25</c:v>
                </c:pt>
                <c:pt idx="1789">
                  <c:v>0.25</c:v>
                </c:pt>
                <c:pt idx="1790">
                  <c:v>0.25</c:v>
                </c:pt>
                <c:pt idx="1791">
                  <c:v>0.25</c:v>
                </c:pt>
                <c:pt idx="1792">
                  <c:v>0.25</c:v>
                </c:pt>
                <c:pt idx="1793">
                  <c:v>0.25</c:v>
                </c:pt>
                <c:pt idx="1794">
                  <c:v>0.25</c:v>
                </c:pt>
                <c:pt idx="1795">
                  <c:v>0.25</c:v>
                </c:pt>
                <c:pt idx="1796">
                  <c:v>0.25</c:v>
                </c:pt>
                <c:pt idx="1797">
                  <c:v>0.25</c:v>
                </c:pt>
                <c:pt idx="1798">
                  <c:v>0.25</c:v>
                </c:pt>
                <c:pt idx="1799">
                  <c:v>0.25</c:v>
                </c:pt>
                <c:pt idx="1800">
                  <c:v>0.25</c:v>
                </c:pt>
                <c:pt idx="1801">
                  <c:v>0.25</c:v>
                </c:pt>
                <c:pt idx="1802">
                  <c:v>0.25</c:v>
                </c:pt>
                <c:pt idx="1803">
                  <c:v>0.25</c:v>
                </c:pt>
                <c:pt idx="1804">
                  <c:v>0.25</c:v>
                </c:pt>
                <c:pt idx="1805">
                  <c:v>0.25</c:v>
                </c:pt>
                <c:pt idx="1806">
                  <c:v>0.25</c:v>
                </c:pt>
                <c:pt idx="1807">
                  <c:v>0.25</c:v>
                </c:pt>
                <c:pt idx="1808">
                  <c:v>0.25</c:v>
                </c:pt>
                <c:pt idx="1809">
                  <c:v>0.25</c:v>
                </c:pt>
                <c:pt idx="1810">
                  <c:v>0.25</c:v>
                </c:pt>
                <c:pt idx="1811">
                  <c:v>0.25</c:v>
                </c:pt>
                <c:pt idx="1812">
                  <c:v>0.25</c:v>
                </c:pt>
                <c:pt idx="1813">
                  <c:v>0.25</c:v>
                </c:pt>
                <c:pt idx="1814">
                  <c:v>0.25</c:v>
                </c:pt>
                <c:pt idx="1815">
                  <c:v>0.25</c:v>
                </c:pt>
                <c:pt idx="1816">
                  <c:v>0.25</c:v>
                </c:pt>
                <c:pt idx="1817">
                  <c:v>0.25</c:v>
                </c:pt>
                <c:pt idx="1818">
                  <c:v>0.25</c:v>
                </c:pt>
                <c:pt idx="1819">
                  <c:v>0.25</c:v>
                </c:pt>
                <c:pt idx="1820">
                  <c:v>0.25</c:v>
                </c:pt>
                <c:pt idx="1821">
                  <c:v>0.25</c:v>
                </c:pt>
                <c:pt idx="1822">
                  <c:v>0.25</c:v>
                </c:pt>
                <c:pt idx="1823">
                  <c:v>0.25</c:v>
                </c:pt>
                <c:pt idx="1824">
                  <c:v>0.25</c:v>
                </c:pt>
                <c:pt idx="1825">
                  <c:v>0.25</c:v>
                </c:pt>
                <c:pt idx="1826">
                  <c:v>0.25</c:v>
                </c:pt>
                <c:pt idx="1827">
                  <c:v>0.25</c:v>
                </c:pt>
                <c:pt idx="1828">
                  <c:v>0.25</c:v>
                </c:pt>
                <c:pt idx="1829">
                  <c:v>0.25</c:v>
                </c:pt>
                <c:pt idx="1830">
                  <c:v>0.25</c:v>
                </c:pt>
                <c:pt idx="1831">
                  <c:v>0.25</c:v>
                </c:pt>
                <c:pt idx="1832">
                  <c:v>0.25</c:v>
                </c:pt>
                <c:pt idx="1833">
                  <c:v>0.25</c:v>
                </c:pt>
                <c:pt idx="1834">
                  <c:v>0.25</c:v>
                </c:pt>
                <c:pt idx="1835">
                  <c:v>0.25</c:v>
                </c:pt>
                <c:pt idx="1836">
                  <c:v>0.25</c:v>
                </c:pt>
                <c:pt idx="1837">
                  <c:v>0.25</c:v>
                </c:pt>
                <c:pt idx="1838">
                  <c:v>0.25</c:v>
                </c:pt>
                <c:pt idx="1839">
                  <c:v>0.25</c:v>
                </c:pt>
                <c:pt idx="1840">
                  <c:v>0.25</c:v>
                </c:pt>
                <c:pt idx="1841">
                  <c:v>0.25</c:v>
                </c:pt>
                <c:pt idx="1842">
                  <c:v>0.25</c:v>
                </c:pt>
                <c:pt idx="1843">
                  <c:v>0.25</c:v>
                </c:pt>
                <c:pt idx="1844">
                  <c:v>0.25</c:v>
                </c:pt>
                <c:pt idx="1845">
                  <c:v>0.25</c:v>
                </c:pt>
                <c:pt idx="1846">
                  <c:v>0.25</c:v>
                </c:pt>
                <c:pt idx="1847">
                  <c:v>0.25</c:v>
                </c:pt>
                <c:pt idx="1848">
                  <c:v>0.25</c:v>
                </c:pt>
                <c:pt idx="1849">
                  <c:v>0.25</c:v>
                </c:pt>
                <c:pt idx="1850">
                  <c:v>0.25</c:v>
                </c:pt>
                <c:pt idx="1851">
                  <c:v>0.25</c:v>
                </c:pt>
                <c:pt idx="1852">
                  <c:v>0.25</c:v>
                </c:pt>
                <c:pt idx="1853">
                  <c:v>0.25</c:v>
                </c:pt>
                <c:pt idx="1854">
                  <c:v>0.25</c:v>
                </c:pt>
                <c:pt idx="1855">
                  <c:v>0.25</c:v>
                </c:pt>
                <c:pt idx="1856">
                  <c:v>0.25</c:v>
                </c:pt>
                <c:pt idx="1857">
                  <c:v>0.25</c:v>
                </c:pt>
                <c:pt idx="1858">
                  <c:v>0.25</c:v>
                </c:pt>
                <c:pt idx="1859">
                  <c:v>0.25</c:v>
                </c:pt>
                <c:pt idx="1860">
                  <c:v>0.25</c:v>
                </c:pt>
                <c:pt idx="1861">
                  <c:v>0.25</c:v>
                </c:pt>
                <c:pt idx="1862">
                  <c:v>0.25</c:v>
                </c:pt>
                <c:pt idx="1863">
                  <c:v>0.25</c:v>
                </c:pt>
                <c:pt idx="1864">
                  <c:v>0.25</c:v>
                </c:pt>
                <c:pt idx="1865">
                  <c:v>0.25</c:v>
                </c:pt>
                <c:pt idx="1866">
                  <c:v>0.25</c:v>
                </c:pt>
                <c:pt idx="1867">
                  <c:v>0.25</c:v>
                </c:pt>
                <c:pt idx="1868">
                  <c:v>0.25</c:v>
                </c:pt>
                <c:pt idx="1869">
                  <c:v>0.25</c:v>
                </c:pt>
                <c:pt idx="1870">
                  <c:v>0.25</c:v>
                </c:pt>
                <c:pt idx="1871">
                  <c:v>0.25</c:v>
                </c:pt>
                <c:pt idx="1872">
                  <c:v>0.25</c:v>
                </c:pt>
                <c:pt idx="1873">
                  <c:v>0.25</c:v>
                </c:pt>
                <c:pt idx="1874">
                  <c:v>0.25</c:v>
                </c:pt>
                <c:pt idx="1875">
                  <c:v>0.25</c:v>
                </c:pt>
                <c:pt idx="1876">
                  <c:v>0.25</c:v>
                </c:pt>
                <c:pt idx="1877">
                  <c:v>0.25</c:v>
                </c:pt>
                <c:pt idx="1878">
                  <c:v>0.25</c:v>
                </c:pt>
                <c:pt idx="1879">
                  <c:v>0.25</c:v>
                </c:pt>
                <c:pt idx="1880">
                  <c:v>0.25</c:v>
                </c:pt>
                <c:pt idx="1881">
                  <c:v>0.25</c:v>
                </c:pt>
                <c:pt idx="1882">
                  <c:v>0.25</c:v>
                </c:pt>
                <c:pt idx="1883">
                  <c:v>0.25</c:v>
                </c:pt>
                <c:pt idx="1884">
                  <c:v>0.25</c:v>
                </c:pt>
                <c:pt idx="1885">
                  <c:v>0.25</c:v>
                </c:pt>
                <c:pt idx="1886">
                  <c:v>0.25</c:v>
                </c:pt>
                <c:pt idx="1887">
                  <c:v>0.25</c:v>
                </c:pt>
                <c:pt idx="1888">
                  <c:v>0.25</c:v>
                </c:pt>
                <c:pt idx="1889">
                  <c:v>0.25</c:v>
                </c:pt>
                <c:pt idx="1890">
                  <c:v>0.25</c:v>
                </c:pt>
                <c:pt idx="1891">
                  <c:v>0.25</c:v>
                </c:pt>
                <c:pt idx="1892">
                  <c:v>0.25</c:v>
                </c:pt>
                <c:pt idx="1893">
                  <c:v>0.25</c:v>
                </c:pt>
                <c:pt idx="1894">
                  <c:v>0.25</c:v>
                </c:pt>
                <c:pt idx="1895">
                  <c:v>0.25</c:v>
                </c:pt>
                <c:pt idx="1896">
                  <c:v>0.25</c:v>
                </c:pt>
                <c:pt idx="1897">
                  <c:v>0.25</c:v>
                </c:pt>
                <c:pt idx="1898">
                  <c:v>0.25</c:v>
                </c:pt>
                <c:pt idx="1899">
                  <c:v>0.25</c:v>
                </c:pt>
                <c:pt idx="1900">
                  <c:v>0.25</c:v>
                </c:pt>
                <c:pt idx="1901">
                  <c:v>0.25</c:v>
                </c:pt>
                <c:pt idx="1902">
                  <c:v>0.25</c:v>
                </c:pt>
                <c:pt idx="1903">
                  <c:v>0.25</c:v>
                </c:pt>
                <c:pt idx="1904">
                  <c:v>0.25</c:v>
                </c:pt>
                <c:pt idx="1905">
                  <c:v>0.25</c:v>
                </c:pt>
                <c:pt idx="1906">
                  <c:v>0.25</c:v>
                </c:pt>
                <c:pt idx="1907">
                  <c:v>0.25</c:v>
                </c:pt>
                <c:pt idx="1908">
                  <c:v>0.25</c:v>
                </c:pt>
                <c:pt idx="1909">
                  <c:v>0.25</c:v>
                </c:pt>
                <c:pt idx="1910">
                  <c:v>0.25</c:v>
                </c:pt>
                <c:pt idx="1911">
                  <c:v>0.25</c:v>
                </c:pt>
                <c:pt idx="1912">
                  <c:v>0.25</c:v>
                </c:pt>
                <c:pt idx="1913">
                  <c:v>0.25</c:v>
                </c:pt>
                <c:pt idx="1914">
                  <c:v>0.25</c:v>
                </c:pt>
                <c:pt idx="1915">
                  <c:v>0.25</c:v>
                </c:pt>
                <c:pt idx="1916">
                  <c:v>0.25</c:v>
                </c:pt>
                <c:pt idx="1917">
                  <c:v>0.25</c:v>
                </c:pt>
                <c:pt idx="1918">
                  <c:v>0.25</c:v>
                </c:pt>
                <c:pt idx="1919">
                  <c:v>0.25</c:v>
                </c:pt>
                <c:pt idx="1920">
                  <c:v>0.25</c:v>
                </c:pt>
                <c:pt idx="1921">
                  <c:v>0.25</c:v>
                </c:pt>
                <c:pt idx="1922">
                  <c:v>0.25</c:v>
                </c:pt>
                <c:pt idx="1923">
                  <c:v>0.25</c:v>
                </c:pt>
                <c:pt idx="1924">
                  <c:v>0.25</c:v>
                </c:pt>
                <c:pt idx="1925">
                  <c:v>0.25</c:v>
                </c:pt>
                <c:pt idx="1926">
                  <c:v>0.25</c:v>
                </c:pt>
                <c:pt idx="1927">
                  <c:v>0.25</c:v>
                </c:pt>
                <c:pt idx="1928">
                  <c:v>0.25</c:v>
                </c:pt>
                <c:pt idx="1929">
                  <c:v>0.25</c:v>
                </c:pt>
                <c:pt idx="1930">
                  <c:v>0.25</c:v>
                </c:pt>
                <c:pt idx="1931">
                  <c:v>0.25</c:v>
                </c:pt>
                <c:pt idx="1932">
                  <c:v>0.25</c:v>
                </c:pt>
                <c:pt idx="1933">
                  <c:v>0.25</c:v>
                </c:pt>
                <c:pt idx="1934">
                  <c:v>0.25</c:v>
                </c:pt>
                <c:pt idx="1935">
                  <c:v>0.25</c:v>
                </c:pt>
                <c:pt idx="1936">
                  <c:v>0.25</c:v>
                </c:pt>
                <c:pt idx="1937">
                  <c:v>0.25</c:v>
                </c:pt>
                <c:pt idx="1938">
                  <c:v>0.25</c:v>
                </c:pt>
                <c:pt idx="1939">
                  <c:v>0.25</c:v>
                </c:pt>
                <c:pt idx="1940">
                  <c:v>0.25</c:v>
                </c:pt>
                <c:pt idx="1941">
                  <c:v>0.25</c:v>
                </c:pt>
                <c:pt idx="1942">
                  <c:v>0.25</c:v>
                </c:pt>
                <c:pt idx="1943">
                  <c:v>0.25</c:v>
                </c:pt>
                <c:pt idx="1944">
                  <c:v>0.25</c:v>
                </c:pt>
                <c:pt idx="1945">
                  <c:v>0.25</c:v>
                </c:pt>
                <c:pt idx="1946">
                  <c:v>0.25</c:v>
                </c:pt>
                <c:pt idx="1947">
                  <c:v>0.25</c:v>
                </c:pt>
                <c:pt idx="1948">
                  <c:v>0.25</c:v>
                </c:pt>
                <c:pt idx="1949">
                  <c:v>0.25</c:v>
                </c:pt>
                <c:pt idx="1950">
                  <c:v>0.25</c:v>
                </c:pt>
                <c:pt idx="1951">
                  <c:v>0.25</c:v>
                </c:pt>
                <c:pt idx="1952">
                  <c:v>0.25</c:v>
                </c:pt>
                <c:pt idx="1953">
                  <c:v>0.25</c:v>
                </c:pt>
                <c:pt idx="1954">
                  <c:v>0.25</c:v>
                </c:pt>
                <c:pt idx="1955">
                  <c:v>0.25</c:v>
                </c:pt>
                <c:pt idx="1956">
                  <c:v>0.25</c:v>
                </c:pt>
                <c:pt idx="1957">
                  <c:v>0.25</c:v>
                </c:pt>
                <c:pt idx="1958">
                  <c:v>0.25</c:v>
                </c:pt>
                <c:pt idx="1959">
                  <c:v>0.25</c:v>
                </c:pt>
                <c:pt idx="1960">
                  <c:v>0.25</c:v>
                </c:pt>
                <c:pt idx="1961">
                  <c:v>0.25</c:v>
                </c:pt>
                <c:pt idx="1962">
                  <c:v>0.25</c:v>
                </c:pt>
                <c:pt idx="1963">
                  <c:v>0.25</c:v>
                </c:pt>
                <c:pt idx="1964">
                  <c:v>0.25</c:v>
                </c:pt>
                <c:pt idx="1965">
                  <c:v>0.25</c:v>
                </c:pt>
                <c:pt idx="1966">
                  <c:v>0.25</c:v>
                </c:pt>
                <c:pt idx="1967">
                  <c:v>0.25</c:v>
                </c:pt>
                <c:pt idx="1968">
                  <c:v>0.25</c:v>
                </c:pt>
                <c:pt idx="1969">
                  <c:v>0.25</c:v>
                </c:pt>
                <c:pt idx="1970">
                  <c:v>0.25</c:v>
                </c:pt>
                <c:pt idx="1971">
                  <c:v>0.25</c:v>
                </c:pt>
                <c:pt idx="1972">
                  <c:v>0.25</c:v>
                </c:pt>
                <c:pt idx="1973">
                  <c:v>0.25</c:v>
                </c:pt>
                <c:pt idx="1974">
                  <c:v>0.25</c:v>
                </c:pt>
                <c:pt idx="1975">
                  <c:v>0.25</c:v>
                </c:pt>
                <c:pt idx="1976">
                  <c:v>0.25</c:v>
                </c:pt>
                <c:pt idx="1977">
                  <c:v>0.25</c:v>
                </c:pt>
                <c:pt idx="1978">
                  <c:v>0.25</c:v>
                </c:pt>
                <c:pt idx="1979">
                  <c:v>0.25</c:v>
                </c:pt>
                <c:pt idx="1980">
                  <c:v>0.25</c:v>
                </c:pt>
                <c:pt idx="1981">
                  <c:v>0.25</c:v>
                </c:pt>
                <c:pt idx="1982">
                  <c:v>0.25</c:v>
                </c:pt>
                <c:pt idx="1983">
                  <c:v>0.25</c:v>
                </c:pt>
                <c:pt idx="1984">
                  <c:v>0.25</c:v>
                </c:pt>
                <c:pt idx="1985">
                  <c:v>0.25</c:v>
                </c:pt>
                <c:pt idx="1986">
                  <c:v>0.25</c:v>
                </c:pt>
                <c:pt idx="1987">
                  <c:v>0.25</c:v>
                </c:pt>
                <c:pt idx="1988">
                  <c:v>0.25</c:v>
                </c:pt>
                <c:pt idx="1989">
                  <c:v>0.25</c:v>
                </c:pt>
                <c:pt idx="1990">
                  <c:v>0.25</c:v>
                </c:pt>
                <c:pt idx="1991">
                  <c:v>0.25</c:v>
                </c:pt>
                <c:pt idx="1992">
                  <c:v>0.25</c:v>
                </c:pt>
                <c:pt idx="1993">
                  <c:v>0.25</c:v>
                </c:pt>
                <c:pt idx="1994">
                  <c:v>0.25</c:v>
                </c:pt>
                <c:pt idx="1995">
                  <c:v>0.25</c:v>
                </c:pt>
                <c:pt idx="1996">
                  <c:v>0.25</c:v>
                </c:pt>
                <c:pt idx="1997">
                  <c:v>0.25</c:v>
                </c:pt>
                <c:pt idx="1998">
                  <c:v>0.25</c:v>
                </c:pt>
                <c:pt idx="1999">
                  <c:v>0.25</c:v>
                </c:pt>
                <c:pt idx="2000">
                  <c:v>0.25</c:v>
                </c:pt>
                <c:pt idx="2001">
                  <c:v>0.25</c:v>
                </c:pt>
                <c:pt idx="2002">
                  <c:v>0.25</c:v>
                </c:pt>
                <c:pt idx="2003">
                  <c:v>0.25</c:v>
                </c:pt>
                <c:pt idx="2004">
                  <c:v>0.25</c:v>
                </c:pt>
                <c:pt idx="2005">
                  <c:v>0.25</c:v>
                </c:pt>
                <c:pt idx="2006">
                  <c:v>0.25</c:v>
                </c:pt>
                <c:pt idx="2007">
                  <c:v>0.25</c:v>
                </c:pt>
                <c:pt idx="2008">
                  <c:v>0.25</c:v>
                </c:pt>
                <c:pt idx="2009">
                  <c:v>0.25</c:v>
                </c:pt>
                <c:pt idx="2010">
                  <c:v>0.25</c:v>
                </c:pt>
                <c:pt idx="2011">
                  <c:v>0.25</c:v>
                </c:pt>
                <c:pt idx="2012">
                  <c:v>0.25</c:v>
                </c:pt>
                <c:pt idx="2013">
                  <c:v>0.25</c:v>
                </c:pt>
                <c:pt idx="2014">
                  <c:v>0.25</c:v>
                </c:pt>
                <c:pt idx="2015">
                  <c:v>0.25</c:v>
                </c:pt>
                <c:pt idx="2016">
                  <c:v>0.25</c:v>
                </c:pt>
                <c:pt idx="2017">
                  <c:v>0.25</c:v>
                </c:pt>
                <c:pt idx="2018">
                  <c:v>0.25</c:v>
                </c:pt>
                <c:pt idx="2019">
                  <c:v>0.25</c:v>
                </c:pt>
                <c:pt idx="2020">
                  <c:v>0.25</c:v>
                </c:pt>
                <c:pt idx="2021">
                  <c:v>0.25</c:v>
                </c:pt>
                <c:pt idx="2022">
                  <c:v>0.25</c:v>
                </c:pt>
                <c:pt idx="2023">
                  <c:v>0.25</c:v>
                </c:pt>
                <c:pt idx="2024">
                  <c:v>0.25</c:v>
                </c:pt>
                <c:pt idx="2025">
                  <c:v>0.25</c:v>
                </c:pt>
                <c:pt idx="2026">
                  <c:v>0.25</c:v>
                </c:pt>
                <c:pt idx="2027">
                  <c:v>0.25</c:v>
                </c:pt>
                <c:pt idx="2028">
                  <c:v>0.25</c:v>
                </c:pt>
                <c:pt idx="2029">
                  <c:v>0.25</c:v>
                </c:pt>
                <c:pt idx="2030">
                  <c:v>0.25</c:v>
                </c:pt>
                <c:pt idx="2031">
                  <c:v>0.25</c:v>
                </c:pt>
                <c:pt idx="2032">
                  <c:v>0.25</c:v>
                </c:pt>
                <c:pt idx="2033">
                  <c:v>0.25</c:v>
                </c:pt>
                <c:pt idx="2034">
                  <c:v>0.25</c:v>
                </c:pt>
                <c:pt idx="2035">
                  <c:v>0.25</c:v>
                </c:pt>
                <c:pt idx="2036">
                  <c:v>0.25</c:v>
                </c:pt>
                <c:pt idx="2037">
                  <c:v>0.25</c:v>
                </c:pt>
                <c:pt idx="2038">
                  <c:v>0.25</c:v>
                </c:pt>
                <c:pt idx="2039">
                  <c:v>0.25</c:v>
                </c:pt>
                <c:pt idx="2040">
                  <c:v>0.25</c:v>
                </c:pt>
                <c:pt idx="2041">
                  <c:v>0.25</c:v>
                </c:pt>
                <c:pt idx="2042">
                  <c:v>0.25</c:v>
                </c:pt>
                <c:pt idx="2043">
                  <c:v>0.25</c:v>
                </c:pt>
                <c:pt idx="2044">
                  <c:v>0.25</c:v>
                </c:pt>
                <c:pt idx="2045">
                  <c:v>0.25</c:v>
                </c:pt>
                <c:pt idx="2046">
                  <c:v>0.25</c:v>
                </c:pt>
                <c:pt idx="2047">
                  <c:v>0.25</c:v>
                </c:pt>
                <c:pt idx="2048">
                  <c:v>0.25</c:v>
                </c:pt>
                <c:pt idx="2049">
                  <c:v>0.25</c:v>
                </c:pt>
                <c:pt idx="2050">
                  <c:v>0.25</c:v>
                </c:pt>
                <c:pt idx="2051">
                  <c:v>0.25</c:v>
                </c:pt>
                <c:pt idx="2052">
                  <c:v>0.25</c:v>
                </c:pt>
                <c:pt idx="2053">
                  <c:v>0.25</c:v>
                </c:pt>
                <c:pt idx="2054">
                  <c:v>0.25</c:v>
                </c:pt>
                <c:pt idx="2055">
                  <c:v>0.25</c:v>
                </c:pt>
                <c:pt idx="2056">
                  <c:v>0.25</c:v>
                </c:pt>
                <c:pt idx="2057">
                  <c:v>0.25</c:v>
                </c:pt>
                <c:pt idx="2058">
                  <c:v>0.25</c:v>
                </c:pt>
                <c:pt idx="2059">
                  <c:v>0.25</c:v>
                </c:pt>
                <c:pt idx="2060">
                  <c:v>0.25</c:v>
                </c:pt>
                <c:pt idx="2061">
                  <c:v>0.25</c:v>
                </c:pt>
                <c:pt idx="2062">
                  <c:v>0.25</c:v>
                </c:pt>
                <c:pt idx="2063">
                  <c:v>0.25</c:v>
                </c:pt>
                <c:pt idx="2064">
                  <c:v>0.25</c:v>
                </c:pt>
                <c:pt idx="2065">
                  <c:v>0.25</c:v>
                </c:pt>
                <c:pt idx="2066">
                  <c:v>0.25</c:v>
                </c:pt>
                <c:pt idx="2067">
                  <c:v>0.25</c:v>
                </c:pt>
                <c:pt idx="2068">
                  <c:v>0.25</c:v>
                </c:pt>
                <c:pt idx="2069">
                  <c:v>0.25</c:v>
                </c:pt>
                <c:pt idx="2070">
                  <c:v>0.25</c:v>
                </c:pt>
                <c:pt idx="2071">
                  <c:v>0.25</c:v>
                </c:pt>
                <c:pt idx="2072">
                  <c:v>0.25</c:v>
                </c:pt>
                <c:pt idx="2073">
                  <c:v>0.25</c:v>
                </c:pt>
                <c:pt idx="2074">
                  <c:v>0.25</c:v>
                </c:pt>
                <c:pt idx="2075">
                  <c:v>0.25</c:v>
                </c:pt>
                <c:pt idx="2076">
                  <c:v>0.25</c:v>
                </c:pt>
                <c:pt idx="2077">
                  <c:v>0.25</c:v>
                </c:pt>
                <c:pt idx="2078">
                  <c:v>0.25</c:v>
                </c:pt>
                <c:pt idx="2079">
                  <c:v>0.25</c:v>
                </c:pt>
                <c:pt idx="2080">
                  <c:v>0.25</c:v>
                </c:pt>
                <c:pt idx="2081">
                  <c:v>0.25</c:v>
                </c:pt>
                <c:pt idx="2082">
                  <c:v>0.25</c:v>
                </c:pt>
                <c:pt idx="2083">
                  <c:v>0.25</c:v>
                </c:pt>
                <c:pt idx="2084">
                  <c:v>0.25</c:v>
                </c:pt>
                <c:pt idx="2085">
                  <c:v>0.25</c:v>
                </c:pt>
                <c:pt idx="2086">
                  <c:v>0.25</c:v>
                </c:pt>
                <c:pt idx="2087">
                  <c:v>0.25</c:v>
                </c:pt>
                <c:pt idx="2088">
                  <c:v>0.25</c:v>
                </c:pt>
                <c:pt idx="2089">
                  <c:v>0.25</c:v>
                </c:pt>
                <c:pt idx="2090">
                  <c:v>0.25</c:v>
                </c:pt>
                <c:pt idx="2091">
                  <c:v>0.25</c:v>
                </c:pt>
                <c:pt idx="2092">
                  <c:v>0.25</c:v>
                </c:pt>
                <c:pt idx="2093">
                  <c:v>0.25</c:v>
                </c:pt>
                <c:pt idx="2094">
                  <c:v>0.25</c:v>
                </c:pt>
                <c:pt idx="2095">
                  <c:v>0.25</c:v>
                </c:pt>
                <c:pt idx="2096">
                  <c:v>0.25</c:v>
                </c:pt>
                <c:pt idx="2097">
                  <c:v>0.25</c:v>
                </c:pt>
                <c:pt idx="2098">
                  <c:v>0.25</c:v>
                </c:pt>
                <c:pt idx="2099">
                  <c:v>0.25</c:v>
                </c:pt>
                <c:pt idx="2100">
                  <c:v>0.25</c:v>
                </c:pt>
                <c:pt idx="2101">
                  <c:v>0.25</c:v>
                </c:pt>
                <c:pt idx="2102">
                  <c:v>0.25</c:v>
                </c:pt>
                <c:pt idx="2103">
                  <c:v>0.25</c:v>
                </c:pt>
                <c:pt idx="2104">
                  <c:v>0.25</c:v>
                </c:pt>
                <c:pt idx="2105">
                  <c:v>0.25</c:v>
                </c:pt>
                <c:pt idx="2106">
                  <c:v>0.25</c:v>
                </c:pt>
                <c:pt idx="2107">
                  <c:v>0.25</c:v>
                </c:pt>
                <c:pt idx="2108">
                  <c:v>0.25</c:v>
                </c:pt>
                <c:pt idx="2109">
                  <c:v>0.25</c:v>
                </c:pt>
                <c:pt idx="2110">
                  <c:v>0.25</c:v>
                </c:pt>
                <c:pt idx="2111">
                  <c:v>0.25</c:v>
                </c:pt>
                <c:pt idx="2112">
                  <c:v>0.25</c:v>
                </c:pt>
                <c:pt idx="2113">
                  <c:v>0.25</c:v>
                </c:pt>
                <c:pt idx="2114">
                  <c:v>0.25</c:v>
                </c:pt>
                <c:pt idx="2115">
                  <c:v>0.25</c:v>
                </c:pt>
                <c:pt idx="2116">
                  <c:v>0.25</c:v>
                </c:pt>
                <c:pt idx="2117">
                  <c:v>0.25</c:v>
                </c:pt>
                <c:pt idx="2118">
                  <c:v>0.25</c:v>
                </c:pt>
                <c:pt idx="2119">
                  <c:v>0.25</c:v>
                </c:pt>
                <c:pt idx="2120">
                  <c:v>0.25</c:v>
                </c:pt>
                <c:pt idx="2121">
                  <c:v>0.25</c:v>
                </c:pt>
                <c:pt idx="2122">
                  <c:v>0.25</c:v>
                </c:pt>
                <c:pt idx="2123">
                  <c:v>0.25</c:v>
                </c:pt>
                <c:pt idx="2124">
                  <c:v>0.25</c:v>
                </c:pt>
                <c:pt idx="2125">
                  <c:v>0.25</c:v>
                </c:pt>
                <c:pt idx="2126">
                  <c:v>0.25</c:v>
                </c:pt>
                <c:pt idx="2127">
                  <c:v>0.25</c:v>
                </c:pt>
                <c:pt idx="2128">
                  <c:v>0.25</c:v>
                </c:pt>
                <c:pt idx="2129">
                  <c:v>0.25</c:v>
                </c:pt>
                <c:pt idx="2130">
                  <c:v>0.25</c:v>
                </c:pt>
                <c:pt idx="2131">
                  <c:v>0.25</c:v>
                </c:pt>
                <c:pt idx="2132">
                  <c:v>0.25</c:v>
                </c:pt>
                <c:pt idx="2133">
                  <c:v>0.25</c:v>
                </c:pt>
                <c:pt idx="2134">
                  <c:v>0.25</c:v>
                </c:pt>
                <c:pt idx="2135">
                  <c:v>0.25</c:v>
                </c:pt>
                <c:pt idx="2136">
                  <c:v>0.25</c:v>
                </c:pt>
                <c:pt idx="2137">
                  <c:v>0.25</c:v>
                </c:pt>
                <c:pt idx="2138">
                  <c:v>0.25</c:v>
                </c:pt>
                <c:pt idx="2139">
                  <c:v>0.25</c:v>
                </c:pt>
                <c:pt idx="2140">
                  <c:v>0.25</c:v>
                </c:pt>
                <c:pt idx="2141">
                  <c:v>0.25</c:v>
                </c:pt>
                <c:pt idx="2142">
                  <c:v>0.25</c:v>
                </c:pt>
                <c:pt idx="2143">
                  <c:v>0.25</c:v>
                </c:pt>
                <c:pt idx="2144">
                  <c:v>0.25</c:v>
                </c:pt>
                <c:pt idx="2145">
                  <c:v>0.25</c:v>
                </c:pt>
                <c:pt idx="2146">
                  <c:v>0.25</c:v>
                </c:pt>
                <c:pt idx="2147">
                  <c:v>0.25</c:v>
                </c:pt>
                <c:pt idx="2148">
                  <c:v>0.25</c:v>
                </c:pt>
                <c:pt idx="2149">
                  <c:v>0.25</c:v>
                </c:pt>
                <c:pt idx="2150">
                  <c:v>0.25</c:v>
                </c:pt>
                <c:pt idx="2151">
                  <c:v>0.25</c:v>
                </c:pt>
                <c:pt idx="2152">
                  <c:v>0.25</c:v>
                </c:pt>
                <c:pt idx="2153">
                  <c:v>0.25</c:v>
                </c:pt>
                <c:pt idx="2154">
                  <c:v>0.25</c:v>
                </c:pt>
                <c:pt idx="2155">
                  <c:v>0.25</c:v>
                </c:pt>
                <c:pt idx="2156">
                  <c:v>0.25</c:v>
                </c:pt>
                <c:pt idx="2157">
                  <c:v>0.25</c:v>
                </c:pt>
                <c:pt idx="2158">
                  <c:v>0.25</c:v>
                </c:pt>
                <c:pt idx="2159">
                  <c:v>0.25</c:v>
                </c:pt>
                <c:pt idx="2160">
                  <c:v>0.25</c:v>
                </c:pt>
                <c:pt idx="2161">
                  <c:v>0.25</c:v>
                </c:pt>
                <c:pt idx="2162">
                  <c:v>0.25</c:v>
                </c:pt>
                <c:pt idx="2163">
                  <c:v>0.25</c:v>
                </c:pt>
                <c:pt idx="2164">
                  <c:v>0.25</c:v>
                </c:pt>
                <c:pt idx="2165">
                  <c:v>0.25</c:v>
                </c:pt>
                <c:pt idx="2166">
                  <c:v>0.25</c:v>
                </c:pt>
                <c:pt idx="2167">
                  <c:v>0.25</c:v>
                </c:pt>
                <c:pt idx="2168">
                  <c:v>0.25</c:v>
                </c:pt>
                <c:pt idx="2169">
                  <c:v>0.25</c:v>
                </c:pt>
                <c:pt idx="2170">
                  <c:v>0.25</c:v>
                </c:pt>
                <c:pt idx="2171">
                  <c:v>0.25</c:v>
                </c:pt>
                <c:pt idx="2172">
                  <c:v>0.25</c:v>
                </c:pt>
                <c:pt idx="2173">
                  <c:v>0.25</c:v>
                </c:pt>
                <c:pt idx="2174">
                  <c:v>0.25</c:v>
                </c:pt>
                <c:pt idx="2175">
                  <c:v>0.25</c:v>
                </c:pt>
                <c:pt idx="2176">
                  <c:v>0.25</c:v>
                </c:pt>
                <c:pt idx="2177">
                  <c:v>0.25</c:v>
                </c:pt>
                <c:pt idx="2178">
                  <c:v>0.25</c:v>
                </c:pt>
                <c:pt idx="2179">
                  <c:v>0.25</c:v>
                </c:pt>
                <c:pt idx="2180">
                  <c:v>0.25</c:v>
                </c:pt>
                <c:pt idx="2181">
                  <c:v>0.25</c:v>
                </c:pt>
                <c:pt idx="2182">
                  <c:v>0.25</c:v>
                </c:pt>
                <c:pt idx="2183">
                  <c:v>0.25</c:v>
                </c:pt>
                <c:pt idx="2184">
                  <c:v>0.25</c:v>
                </c:pt>
                <c:pt idx="2185">
                  <c:v>0.25</c:v>
                </c:pt>
                <c:pt idx="2186">
                  <c:v>0.25</c:v>
                </c:pt>
                <c:pt idx="2187">
                  <c:v>0.25</c:v>
                </c:pt>
                <c:pt idx="2188">
                  <c:v>0.25</c:v>
                </c:pt>
                <c:pt idx="2189">
                  <c:v>0.25</c:v>
                </c:pt>
                <c:pt idx="2190">
                  <c:v>0.25</c:v>
                </c:pt>
                <c:pt idx="2191">
                  <c:v>0.25</c:v>
                </c:pt>
                <c:pt idx="2192">
                  <c:v>0.25</c:v>
                </c:pt>
                <c:pt idx="2193">
                  <c:v>0.25</c:v>
                </c:pt>
                <c:pt idx="2194">
                  <c:v>0.25</c:v>
                </c:pt>
                <c:pt idx="2195">
                  <c:v>0.25</c:v>
                </c:pt>
                <c:pt idx="2196">
                  <c:v>0.25</c:v>
                </c:pt>
                <c:pt idx="2197">
                  <c:v>0.25</c:v>
                </c:pt>
                <c:pt idx="2198">
                  <c:v>0.25</c:v>
                </c:pt>
                <c:pt idx="2199">
                  <c:v>0.25</c:v>
                </c:pt>
                <c:pt idx="2200">
                  <c:v>0.25</c:v>
                </c:pt>
                <c:pt idx="2201">
                  <c:v>0.25</c:v>
                </c:pt>
                <c:pt idx="2202">
                  <c:v>0.25</c:v>
                </c:pt>
                <c:pt idx="2203">
                  <c:v>0.25</c:v>
                </c:pt>
                <c:pt idx="2204">
                  <c:v>0.25</c:v>
                </c:pt>
                <c:pt idx="2205">
                  <c:v>0.25</c:v>
                </c:pt>
                <c:pt idx="2206">
                  <c:v>0.25</c:v>
                </c:pt>
                <c:pt idx="2207">
                  <c:v>0.25</c:v>
                </c:pt>
                <c:pt idx="2208">
                  <c:v>0.25</c:v>
                </c:pt>
                <c:pt idx="2209">
                  <c:v>0.25</c:v>
                </c:pt>
                <c:pt idx="2210">
                  <c:v>0.25</c:v>
                </c:pt>
                <c:pt idx="2211">
                  <c:v>0.25</c:v>
                </c:pt>
                <c:pt idx="2212">
                  <c:v>0.25</c:v>
                </c:pt>
                <c:pt idx="2213">
                  <c:v>0.25</c:v>
                </c:pt>
                <c:pt idx="2214">
                  <c:v>0.25</c:v>
                </c:pt>
                <c:pt idx="2215">
                  <c:v>0.25</c:v>
                </c:pt>
                <c:pt idx="2216">
                  <c:v>0.25</c:v>
                </c:pt>
                <c:pt idx="2217">
                  <c:v>0.25</c:v>
                </c:pt>
                <c:pt idx="2218">
                  <c:v>0.25</c:v>
                </c:pt>
                <c:pt idx="2219">
                  <c:v>0.25</c:v>
                </c:pt>
                <c:pt idx="2220">
                  <c:v>0.25</c:v>
                </c:pt>
                <c:pt idx="2221">
                  <c:v>0.25</c:v>
                </c:pt>
                <c:pt idx="2222">
                  <c:v>0.25</c:v>
                </c:pt>
                <c:pt idx="2223">
                  <c:v>0.25</c:v>
                </c:pt>
                <c:pt idx="2224">
                  <c:v>0.25</c:v>
                </c:pt>
                <c:pt idx="2225">
                  <c:v>0.25</c:v>
                </c:pt>
                <c:pt idx="2226">
                  <c:v>0.25</c:v>
                </c:pt>
                <c:pt idx="2227">
                  <c:v>0.25</c:v>
                </c:pt>
                <c:pt idx="2228">
                  <c:v>0.25</c:v>
                </c:pt>
                <c:pt idx="2229">
                  <c:v>0.25</c:v>
                </c:pt>
                <c:pt idx="2230">
                  <c:v>0.25</c:v>
                </c:pt>
                <c:pt idx="2231">
                  <c:v>0.25</c:v>
                </c:pt>
                <c:pt idx="2232">
                  <c:v>0.25</c:v>
                </c:pt>
                <c:pt idx="2233">
                  <c:v>0.25</c:v>
                </c:pt>
                <c:pt idx="2234">
                  <c:v>0.25</c:v>
                </c:pt>
                <c:pt idx="2235">
                  <c:v>0.25</c:v>
                </c:pt>
                <c:pt idx="2236">
                  <c:v>0.25</c:v>
                </c:pt>
                <c:pt idx="2237">
                  <c:v>0.25</c:v>
                </c:pt>
                <c:pt idx="2238">
                  <c:v>0.25</c:v>
                </c:pt>
                <c:pt idx="2239">
                  <c:v>0.25</c:v>
                </c:pt>
                <c:pt idx="2240">
                  <c:v>0.25</c:v>
                </c:pt>
                <c:pt idx="2241">
                  <c:v>0.25</c:v>
                </c:pt>
                <c:pt idx="2242">
                  <c:v>0.25</c:v>
                </c:pt>
                <c:pt idx="2243">
                  <c:v>0.25</c:v>
                </c:pt>
                <c:pt idx="2244">
                  <c:v>0.25</c:v>
                </c:pt>
                <c:pt idx="2245">
                  <c:v>0.25</c:v>
                </c:pt>
                <c:pt idx="2246">
                  <c:v>0.25</c:v>
                </c:pt>
                <c:pt idx="2247">
                  <c:v>0.25</c:v>
                </c:pt>
                <c:pt idx="2248">
                  <c:v>0.25</c:v>
                </c:pt>
                <c:pt idx="2249">
                  <c:v>0.25</c:v>
                </c:pt>
                <c:pt idx="2250">
                  <c:v>0.25</c:v>
                </c:pt>
                <c:pt idx="2251">
                  <c:v>0.25</c:v>
                </c:pt>
                <c:pt idx="2252">
                  <c:v>0.25</c:v>
                </c:pt>
                <c:pt idx="2253">
                  <c:v>0.25</c:v>
                </c:pt>
                <c:pt idx="2254">
                  <c:v>0.25</c:v>
                </c:pt>
                <c:pt idx="2255">
                  <c:v>0.25</c:v>
                </c:pt>
                <c:pt idx="2256">
                  <c:v>0.25</c:v>
                </c:pt>
                <c:pt idx="2257">
                  <c:v>0.25</c:v>
                </c:pt>
                <c:pt idx="2258">
                  <c:v>0.25</c:v>
                </c:pt>
                <c:pt idx="2259">
                  <c:v>0.25</c:v>
                </c:pt>
                <c:pt idx="2260">
                  <c:v>0.25</c:v>
                </c:pt>
                <c:pt idx="2261">
                  <c:v>0.25</c:v>
                </c:pt>
                <c:pt idx="2262">
                  <c:v>0.25</c:v>
                </c:pt>
                <c:pt idx="2263">
                  <c:v>0.25</c:v>
                </c:pt>
                <c:pt idx="2264">
                  <c:v>0.25</c:v>
                </c:pt>
                <c:pt idx="2265">
                  <c:v>0.25</c:v>
                </c:pt>
                <c:pt idx="2266">
                  <c:v>0.25</c:v>
                </c:pt>
                <c:pt idx="2267">
                  <c:v>0.25</c:v>
                </c:pt>
                <c:pt idx="2268">
                  <c:v>0.25</c:v>
                </c:pt>
                <c:pt idx="2269">
                  <c:v>0.25</c:v>
                </c:pt>
                <c:pt idx="2270">
                  <c:v>0.25</c:v>
                </c:pt>
                <c:pt idx="2271">
                  <c:v>0.25</c:v>
                </c:pt>
                <c:pt idx="2272">
                  <c:v>0.25</c:v>
                </c:pt>
                <c:pt idx="2273">
                  <c:v>0.25</c:v>
                </c:pt>
                <c:pt idx="2274">
                  <c:v>0.25</c:v>
                </c:pt>
                <c:pt idx="2275">
                  <c:v>0.25</c:v>
                </c:pt>
                <c:pt idx="2276">
                  <c:v>0.25</c:v>
                </c:pt>
                <c:pt idx="2277">
                  <c:v>0.25</c:v>
                </c:pt>
                <c:pt idx="2278">
                  <c:v>0.25</c:v>
                </c:pt>
                <c:pt idx="2279">
                  <c:v>0.25</c:v>
                </c:pt>
                <c:pt idx="2280">
                  <c:v>0.25</c:v>
                </c:pt>
                <c:pt idx="2281">
                  <c:v>0.25</c:v>
                </c:pt>
                <c:pt idx="2282">
                  <c:v>0.25</c:v>
                </c:pt>
                <c:pt idx="2283">
                  <c:v>0.25</c:v>
                </c:pt>
                <c:pt idx="2284">
                  <c:v>0.25</c:v>
                </c:pt>
                <c:pt idx="2285">
                  <c:v>0.25</c:v>
                </c:pt>
                <c:pt idx="2286">
                  <c:v>0.25</c:v>
                </c:pt>
                <c:pt idx="2287">
                  <c:v>0.25</c:v>
                </c:pt>
                <c:pt idx="2288">
                  <c:v>0.25</c:v>
                </c:pt>
                <c:pt idx="2289">
                  <c:v>0.25</c:v>
                </c:pt>
                <c:pt idx="2290">
                  <c:v>0.25</c:v>
                </c:pt>
                <c:pt idx="2291">
                  <c:v>0.25</c:v>
                </c:pt>
                <c:pt idx="2292">
                  <c:v>0.25</c:v>
                </c:pt>
                <c:pt idx="2293">
                  <c:v>0.25</c:v>
                </c:pt>
                <c:pt idx="2294">
                  <c:v>0.25</c:v>
                </c:pt>
                <c:pt idx="2295">
                  <c:v>0.25</c:v>
                </c:pt>
                <c:pt idx="2296">
                  <c:v>0.25</c:v>
                </c:pt>
                <c:pt idx="2297">
                  <c:v>0.25</c:v>
                </c:pt>
                <c:pt idx="2298">
                  <c:v>0.25</c:v>
                </c:pt>
                <c:pt idx="2299">
                  <c:v>0.25</c:v>
                </c:pt>
                <c:pt idx="2300">
                  <c:v>0.25</c:v>
                </c:pt>
                <c:pt idx="2301">
                  <c:v>0.25</c:v>
                </c:pt>
                <c:pt idx="2302">
                  <c:v>0.25</c:v>
                </c:pt>
                <c:pt idx="2303">
                  <c:v>0.25</c:v>
                </c:pt>
                <c:pt idx="2304">
                  <c:v>0.25</c:v>
                </c:pt>
                <c:pt idx="2305">
                  <c:v>0.25</c:v>
                </c:pt>
                <c:pt idx="2306">
                  <c:v>0.25</c:v>
                </c:pt>
                <c:pt idx="2307">
                  <c:v>0.25</c:v>
                </c:pt>
                <c:pt idx="2308">
                  <c:v>0.25</c:v>
                </c:pt>
                <c:pt idx="2309">
                  <c:v>0.25</c:v>
                </c:pt>
                <c:pt idx="2310">
                  <c:v>0.25</c:v>
                </c:pt>
                <c:pt idx="2311">
                  <c:v>0.25</c:v>
                </c:pt>
                <c:pt idx="2312">
                  <c:v>0.25</c:v>
                </c:pt>
                <c:pt idx="2313">
                  <c:v>0.25</c:v>
                </c:pt>
                <c:pt idx="2314">
                  <c:v>0.25</c:v>
                </c:pt>
                <c:pt idx="2315">
                  <c:v>0.25</c:v>
                </c:pt>
                <c:pt idx="2316">
                  <c:v>0.25</c:v>
                </c:pt>
                <c:pt idx="2317">
                  <c:v>0.25</c:v>
                </c:pt>
                <c:pt idx="2318">
                  <c:v>0.25</c:v>
                </c:pt>
                <c:pt idx="2319">
                  <c:v>0.25</c:v>
                </c:pt>
                <c:pt idx="2320">
                  <c:v>0.25</c:v>
                </c:pt>
                <c:pt idx="2321">
                  <c:v>0.25</c:v>
                </c:pt>
                <c:pt idx="2322">
                  <c:v>0.25</c:v>
                </c:pt>
                <c:pt idx="2323">
                  <c:v>0.25</c:v>
                </c:pt>
                <c:pt idx="2324">
                  <c:v>0.25</c:v>
                </c:pt>
                <c:pt idx="2325">
                  <c:v>0.25</c:v>
                </c:pt>
                <c:pt idx="2326">
                  <c:v>0.25</c:v>
                </c:pt>
                <c:pt idx="2327">
                  <c:v>0.25</c:v>
                </c:pt>
                <c:pt idx="2328">
                  <c:v>0.25</c:v>
                </c:pt>
                <c:pt idx="2329">
                  <c:v>0.25</c:v>
                </c:pt>
                <c:pt idx="2330">
                  <c:v>0.25</c:v>
                </c:pt>
                <c:pt idx="2331">
                  <c:v>0.25</c:v>
                </c:pt>
                <c:pt idx="2332">
                  <c:v>0.25</c:v>
                </c:pt>
                <c:pt idx="2333">
                  <c:v>0.25</c:v>
                </c:pt>
                <c:pt idx="2334">
                  <c:v>0.25</c:v>
                </c:pt>
                <c:pt idx="2335">
                  <c:v>0.25</c:v>
                </c:pt>
                <c:pt idx="2336">
                  <c:v>0.25</c:v>
                </c:pt>
                <c:pt idx="2337">
                  <c:v>0.25</c:v>
                </c:pt>
                <c:pt idx="2338">
                  <c:v>0.25</c:v>
                </c:pt>
                <c:pt idx="2339">
                  <c:v>0.25</c:v>
                </c:pt>
                <c:pt idx="2340">
                  <c:v>0.25</c:v>
                </c:pt>
                <c:pt idx="2341">
                  <c:v>0.25</c:v>
                </c:pt>
                <c:pt idx="2342">
                  <c:v>0.25</c:v>
                </c:pt>
                <c:pt idx="2343">
                  <c:v>0.25</c:v>
                </c:pt>
                <c:pt idx="2344">
                  <c:v>0.25</c:v>
                </c:pt>
                <c:pt idx="2345">
                  <c:v>0.25</c:v>
                </c:pt>
                <c:pt idx="2346">
                  <c:v>0.25</c:v>
                </c:pt>
                <c:pt idx="2347">
                  <c:v>0.25</c:v>
                </c:pt>
                <c:pt idx="2348">
                  <c:v>0.25</c:v>
                </c:pt>
                <c:pt idx="2349">
                  <c:v>0.25</c:v>
                </c:pt>
                <c:pt idx="2350">
                  <c:v>0.25</c:v>
                </c:pt>
                <c:pt idx="2351">
                  <c:v>0.25</c:v>
                </c:pt>
                <c:pt idx="2352">
                  <c:v>0.25</c:v>
                </c:pt>
                <c:pt idx="2353">
                  <c:v>0.25</c:v>
                </c:pt>
                <c:pt idx="2354">
                  <c:v>0.25</c:v>
                </c:pt>
                <c:pt idx="2355">
                  <c:v>0.25</c:v>
                </c:pt>
                <c:pt idx="2356">
                  <c:v>0.25</c:v>
                </c:pt>
                <c:pt idx="2357">
                  <c:v>0.25</c:v>
                </c:pt>
                <c:pt idx="2358">
                  <c:v>0.25</c:v>
                </c:pt>
                <c:pt idx="2359">
                  <c:v>0.25</c:v>
                </c:pt>
                <c:pt idx="2360">
                  <c:v>0.25</c:v>
                </c:pt>
                <c:pt idx="2361">
                  <c:v>0.25</c:v>
                </c:pt>
                <c:pt idx="2362">
                  <c:v>0.25</c:v>
                </c:pt>
                <c:pt idx="2363">
                  <c:v>0.25</c:v>
                </c:pt>
                <c:pt idx="2364">
                  <c:v>0.25</c:v>
                </c:pt>
                <c:pt idx="2365">
                  <c:v>0.25</c:v>
                </c:pt>
                <c:pt idx="2366">
                  <c:v>0.25</c:v>
                </c:pt>
                <c:pt idx="2367">
                  <c:v>0.25</c:v>
                </c:pt>
                <c:pt idx="2368">
                  <c:v>0.25</c:v>
                </c:pt>
                <c:pt idx="2369">
                  <c:v>0.25</c:v>
                </c:pt>
                <c:pt idx="2370">
                  <c:v>0.25</c:v>
                </c:pt>
                <c:pt idx="2371">
                  <c:v>0.25</c:v>
                </c:pt>
                <c:pt idx="2372">
                  <c:v>0.25</c:v>
                </c:pt>
                <c:pt idx="2373">
                  <c:v>0.25</c:v>
                </c:pt>
                <c:pt idx="2374">
                  <c:v>0.25</c:v>
                </c:pt>
                <c:pt idx="2375">
                  <c:v>0.25</c:v>
                </c:pt>
                <c:pt idx="2376">
                  <c:v>0.25</c:v>
                </c:pt>
                <c:pt idx="2377">
                  <c:v>0.25</c:v>
                </c:pt>
                <c:pt idx="2378">
                  <c:v>0.25</c:v>
                </c:pt>
                <c:pt idx="2379">
                  <c:v>0.25</c:v>
                </c:pt>
                <c:pt idx="2380">
                  <c:v>0.25</c:v>
                </c:pt>
                <c:pt idx="2381">
                  <c:v>0.25</c:v>
                </c:pt>
                <c:pt idx="2382">
                  <c:v>0.25</c:v>
                </c:pt>
                <c:pt idx="2383">
                  <c:v>0.25</c:v>
                </c:pt>
                <c:pt idx="2384">
                  <c:v>0.25</c:v>
                </c:pt>
                <c:pt idx="2385">
                  <c:v>0.25</c:v>
                </c:pt>
                <c:pt idx="2386">
                  <c:v>0.25</c:v>
                </c:pt>
                <c:pt idx="2387">
                  <c:v>0.25</c:v>
                </c:pt>
                <c:pt idx="2388">
                  <c:v>0.25</c:v>
                </c:pt>
                <c:pt idx="2389">
                  <c:v>0.25</c:v>
                </c:pt>
                <c:pt idx="2390">
                  <c:v>0.25</c:v>
                </c:pt>
                <c:pt idx="2391">
                  <c:v>0.25</c:v>
                </c:pt>
                <c:pt idx="2392">
                  <c:v>0.25</c:v>
                </c:pt>
                <c:pt idx="2393">
                  <c:v>0.25</c:v>
                </c:pt>
                <c:pt idx="2394">
                  <c:v>0.25</c:v>
                </c:pt>
                <c:pt idx="2395">
                  <c:v>0.25</c:v>
                </c:pt>
                <c:pt idx="2396">
                  <c:v>0.25</c:v>
                </c:pt>
                <c:pt idx="2397">
                  <c:v>0.25</c:v>
                </c:pt>
                <c:pt idx="2398">
                  <c:v>0.25</c:v>
                </c:pt>
                <c:pt idx="2399">
                  <c:v>0.25</c:v>
                </c:pt>
                <c:pt idx="2400">
                  <c:v>0.25</c:v>
                </c:pt>
                <c:pt idx="2401">
                  <c:v>0.25</c:v>
                </c:pt>
                <c:pt idx="2402">
                  <c:v>0.25</c:v>
                </c:pt>
                <c:pt idx="2403">
                  <c:v>0.25</c:v>
                </c:pt>
                <c:pt idx="2404">
                  <c:v>0.25</c:v>
                </c:pt>
                <c:pt idx="2405">
                  <c:v>0.25</c:v>
                </c:pt>
                <c:pt idx="2406">
                  <c:v>0.25</c:v>
                </c:pt>
                <c:pt idx="2407">
                  <c:v>0.25</c:v>
                </c:pt>
                <c:pt idx="2408">
                  <c:v>0.25</c:v>
                </c:pt>
                <c:pt idx="2409">
                  <c:v>0.25</c:v>
                </c:pt>
                <c:pt idx="2410">
                  <c:v>0.25</c:v>
                </c:pt>
                <c:pt idx="2411">
                  <c:v>0.25</c:v>
                </c:pt>
                <c:pt idx="2412">
                  <c:v>0.25</c:v>
                </c:pt>
                <c:pt idx="2413">
                  <c:v>0.25</c:v>
                </c:pt>
                <c:pt idx="2414">
                  <c:v>0.25</c:v>
                </c:pt>
                <c:pt idx="2415">
                  <c:v>0.25</c:v>
                </c:pt>
                <c:pt idx="2416">
                  <c:v>0.25</c:v>
                </c:pt>
                <c:pt idx="2417">
                  <c:v>0.25</c:v>
                </c:pt>
                <c:pt idx="2418">
                  <c:v>0.25</c:v>
                </c:pt>
                <c:pt idx="2419">
                  <c:v>0.25</c:v>
                </c:pt>
                <c:pt idx="2420">
                  <c:v>0.25</c:v>
                </c:pt>
                <c:pt idx="2421">
                  <c:v>0.25</c:v>
                </c:pt>
                <c:pt idx="2422">
                  <c:v>0.25</c:v>
                </c:pt>
                <c:pt idx="2423">
                  <c:v>0.25</c:v>
                </c:pt>
                <c:pt idx="2424">
                  <c:v>0.25</c:v>
                </c:pt>
                <c:pt idx="2425">
                  <c:v>0.25</c:v>
                </c:pt>
                <c:pt idx="2426">
                  <c:v>0.25</c:v>
                </c:pt>
                <c:pt idx="2427">
                  <c:v>0.25</c:v>
                </c:pt>
                <c:pt idx="2428">
                  <c:v>0.25</c:v>
                </c:pt>
                <c:pt idx="2429">
                  <c:v>0.25</c:v>
                </c:pt>
                <c:pt idx="2430">
                  <c:v>0.25</c:v>
                </c:pt>
                <c:pt idx="2431">
                  <c:v>0.25</c:v>
                </c:pt>
                <c:pt idx="2432">
                  <c:v>0.25</c:v>
                </c:pt>
                <c:pt idx="2433">
                  <c:v>0.25</c:v>
                </c:pt>
                <c:pt idx="2434">
                  <c:v>0.25</c:v>
                </c:pt>
                <c:pt idx="2435">
                  <c:v>0.25</c:v>
                </c:pt>
                <c:pt idx="2436">
                  <c:v>0.25</c:v>
                </c:pt>
                <c:pt idx="2437">
                  <c:v>0.25</c:v>
                </c:pt>
                <c:pt idx="2438">
                  <c:v>0.25</c:v>
                </c:pt>
                <c:pt idx="2439">
                  <c:v>0.25</c:v>
                </c:pt>
                <c:pt idx="2440">
                  <c:v>0.25</c:v>
                </c:pt>
                <c:pt idx="2441">
                  <c:v>0.25</c:v>
                </c:pt>
                <c:pt idx="2442">
                  <c:v>0.25</c:v>
                </c:pt>
                <c:pt idx="2443">
                  <c:v>0.25</c:v>
                </c:pt>
                <c:pt idx="2444">
                  <c:v>0.25</c:v>
                </c:pt>
                <c:pt idx="2445">
                  <c:v>0.25</c:v>
                </c:pt>
                <c:pt idx="2446">
                  <c:v>0.25</c:v>
                </c:pt>
                <c:pt idx="2447">
                  <c:v>0.25</c:v>
                </c:pt>
                <c:pt idx="2448">
                  <c:v>0.25</c:v>
                </c:pt>
                <c:pt idx="2449">
                  <c:v>0.25</c:v>
                </c:pt>
                <c:pt idx="2450">
                  <c:v>0.25</c:v>
                </c:pt>
                <c:pt idx="2451">
                  <c:v>0.25</c:v>
                </c:pt>
                <c:pt idx="2452">
                  <c:v>0.25</c:v>
                </c:pt>
                <c:pt idx="2453">
                  <c:v>0.25</c:v>
                </c:pt>
                <c:pt idx="2454">
                  <c:v>0.25</c:v>
                </c:pt>
                <c:pt idx="2455">
                  <c:v>0.25</c:v>
                </c:pt>
                <c:pt idx="2456">
                  <c:v>0.25</c:v>
                </c:pt>
                <c:pt idx="2457">
                  <c:v>0.25</c:v>
                </c:pt>
                <c:pt idx="2458">
                  <c:v>0.25</c:v>
                </c:pt>
                <c:pt idx="2459">
                  <c:v>0.25</c:v>
                </c:pt>
                <c:pt idx="2460">
                  <c:v>0.25</c:v>
                </c:pt>
                <c:pt idx="2461">
                  <c:v>0.25</c:v>
                </c:pt>
                <c:pt idx="2462">
                  <c:v>0.25</c:v>
                </c:pt>
                <c:pt idx="2463">
                  <c:v>0.25</c:v>
                </c:pt>
                <c:pt idx="2464">
                  <c:v>0.25</c:v>
                </c:pt>
                <c:pt idx="2465">
                  <c:v>0.25</c:v>
                </c:pt>
                <c:pt idx="2466">
                  <c:v>0.25</c:v>
                </c:pt>
                <c:pt idx="2467">
                  <c:v>0.25</c:v>
                </c:pt>
                <c:pt idx="2468">
                  <c:v>0.25</c:v>
                </c:pt>
                <c:pt idx="2469">
                  <c:v>0.25</c:v>
                </c:pt>
                <c:pt idx="2470">
                  <c:v>0.25</c:v>
                </c:pt>
                <c:pt idx="2471">
                  <c:v>0.25</c:v>
                </c:pt>
                <c:pt idx="2472">
                  <c:v>0.25</c:v>
                </c:pt>
                <c:pt idx="2473">
                  <c:v>0.25</c:v>
                </c:pt>
                <c:pt idx="2474">
                  <c:v>0.25</c:v>
                </c:pt>
                <c:pt idx="2475">
                  <c:v>0.25</c:v>
                </c:pt>
                <c:pt idx="2476">
                  <c:v>0.25</c:v>
                </c:pt>
                <c:pt idx="2477">
                  <c:v>0.25</c:v>
                </c:pt>
                <c:pt idx="2478">
                  <c:v>0.25</c:v>
                </c:pt>
                <c:pt idx="2479">
                  <c:v>0.25</c:v>
                </c:pt>
                <c:pt idx="2480">
                  <c:v>0.25</c:v>
                </c:pt>
                <c:pt idx="2481">
                  <c:v>0.25</c:v>
                </c:pt>
                <c:pt idx="2482">
                  <c:v>0.25</c:v>
                </c:pt>
                <c:pt idx="2483">
                  <c:v>0.25</c:v>
                </c:pt>
                <c:pt idx="2484">
                  <c:v>0.25</c:v>
                </c:pt>
                <c:pt idx="2485">
                  <c:v>0.25</c:v>
                </c:pt>
                <c:pt idx="2486">
                  <c:v>0.25</c:v>
                </c:pt>
                <c:pt idx="2487">
                  <c:v>0.25</c:v>
                </c:pt>
                <c:pt idx="2488">
                  <c:v>0.25</c:v>
                </c:pt>
                <c:pt idx="2489">
                  <c:v>0.25</c:v>
                </c:pt>
                <c:pt idx="2490">
                  <c:v>0.25</c:v>
                </c:pt>
                <c:pt idx="2491">
                  <c:v>0.25</c:v>
                </c:pt>
                <c:pt idx="2492">
                  <c:v>0.25</c:v>
                </c:pt>
                <c:pt idx="2493">
                  <c:v>0.25</c:v>
                </c:pt>
                <c:pt idx="2494">
                  <c:v>0.25</c:v>
                </c:pt>
                <c:pt idx="2495">
                  <c:v>0.25</c:v>
                </c:pt>
                <c:pt idx="2496">
                  <c:v>0.25</c:v>
                </c:pt>
                <c:pt idx="2497">
                  <c:v>0.25</c:v>
                </c:pt>
                <c:pt idx="2498">
                  <c:v>0.25</c:v>
                </c:pt>
                <c:pt idx="2499">
                  <c:v>0.25</c:v>
                </c:pt>
                <c:pt idx="2500">
                  <c:v>0.25</c:v>
                </c:pt>
                <c:pt idx="2501">
                  <c:v>0.25</c:v>
                </c:pt>
                <c:pt idx="2502">
                  <c:v>0.25</c:v>
                </c:pt>
                <c:pt idx="2503">
                  <c:v>0.25</c:v>
                </c:pt>
                <c:pt idx="2504">
                  <c:v>0.25</c:v>
                </c:pt>
                <c:pt idx="2505">
                  <c:v>0.25</c:v>
                </c:pt>
                <c:pt idx="2506">
                  <c:v>0.25</c:v>
                </c:pt>
                <c:pt idx="2507">
                  <c:v>0.25</c:v>
                </c:pt>
                <c:pt idx="2508">
                  <c:v>0.25</c:v>
                </c:pt>
                <c:pt idx="2509">
                  <c:v>0.25</c:v>
                </c:pt>
                <c:pt idx="2510">
                  <c:v>0.25</c:v>
                </c:pt>
                <c:pt idx="2511">
                  <c:v>0.25</c:v>
                </c:pt>
                <c:pt idx="2512">
                  <c:v>0.25</c:v>
                </c:pt>
                <c:pt idx="2513">
                  <c:v>0.25</c:v>
                </c:pt>
                <c:pt idx="2514">
                  <c:v>0.25</c:v>
                </c:pt>
                <c:pt idx="2515">
                  <c:v>0.25</c:v>
                </c:pt>
                <c:pt idx="2516">
                  <c:v>0.25</c:v>
                </c:pt>
                <c:pt idx="2517">
                  <c:v>0.25</c:v>
                </c:pt>
                <c:pt idx="2518">
                  <c:v>0.25</c:v>
                </c:pt>
                <c:pt idx="2519">
                  <c:v>0.25</c:v>
                </c:pt>
                <c:pt idx="2520">
                  <c:v>0.25</c:v>
                </c:pt>
                <c:pt idx="2521">
                  <c:v>0.25</c:v>
                </c:pt>
                <c:pt idx="2522">
                  <c:v>0.25</c:v>
                </c:pt>
                <c:pt idx="2523">
                  <c:v>0.25</c:v>
                </c:pt>
                <c:pt idx="2524">
                  <c:v>0.25</c:v>
                </c:pt>
                <c:pt idx="2525">
                  <c:v>0.25</c:v>
                </c:pt>
                <c:pt idx="2526">
                  <c:v>0.25</c:v>
                </c:pt>
                <c:pt idx="2527">
                  <c:v>0.25</c:v>
                </c:pt>
                <c:pt idx="2528">
                  <c:v>0.25</c:v>
                </c:pt>
                <c:pt idx="2529">
                  <c:v>0.25</c:v>
                </c:pt>
                <c:pt idx="2530">
                  <c:v>0.25</c:v>
                </c:pt>
                <c:pt idx="2531">
                  <c:v>0.25</c:v>
                </c:pt>
                <c:pt idx="2532">
                  <c:v>0.25</c:v>
                </c:pt>
                <c:pt idx="2533">
                  <c:v>0.25</c:v>
                </c:pt>
                <c:pt idx="2534">
                  <c:v>0.25</c:v>
                </c:pt>
                <c:pt idx="2535">
                  <c:v>0.25</c:v>
                </c:pt>
                <c:pt idx="2536">
                  <c:v>0.25</c:v>
                </c:pt>
                <c:pt idx="2537">
                  <c:v>0.25</c:v>
                </c:pt>
                <c:pt idx="2538">
                  <c:v>0.25</c:v>
                </c:pt>
                <c:pt idx="2539">
                  <c:v>0.25</c:v>
                </c:pt>
                <c:pt idx="2540">
                  <c:v>0.25</c:v>
                </c:pt>
                <c:pt idx="2541">
                  <c:v>0.25</c:v>
                </c:pt>
                <c:pt idx="2542">
                  <c:v>0.25</c:v>
                </c:pt>
                <c:pt idx="2543">
                  <c:v>0.25</c:v>
                </c:pt>
                <c:pt idx="2544">
                  <c:v>0.25</c:v>
                </c:pt>
                <c:pt idx="2545">
                  <c:v>0.25</c:v>
                </c:pt>
                <c:pt idx="2546">
                  <c:v>0.25</c:v>
                </c:pt>
                <c:pt idx="2547">
                  <c:v>0.25</c:v>
                </c:pt>
                <c:pt idx="2548">
                  <c:v>0.25</c:v>
                </c:pt>
                <c:pt idx="2549">
                  <c:v>0.25</c:v>
                </c:pt>
                <c:pt idx="2550">
                  <c:v>0.25</c:v>
                </c:pt>
                <c:pt idx="2551">
                  <c:v>0.25</c:v>
                </c:pt>
                <c:pt idx="2552">
                  <c:v>0.25</c:v>
                </c:pt>
                <c:pt idx="2553">
                  <c:v>0.25</c:v>
                </c:pt>
                <c:pt idx="2554">
                  <c:v>0.25</c:v>
                </c:pt>
                <c:pt idx="2555">
                  <c:v>0.25</c:v>
                </c:pt>
                <c:pt idx="2556">
                  <c:v>0.25</c:v>
                </c:pt>
                <c:pt idx="2557">
                  <c:v>0.25</c:v>
                </c:pt>
                <c:pt idx="2558">
                  <c:v>0.25</c:v>
                </c:pt>
                <c:pt idx="2559">
                  <c:v>0.25</c:v>
                </c:pt>
                <c:pt idx="2560">
                  <c:v>0.25</c:v>
                </c:pt>
                <c:pt idx="2561">
                  <c:v>0.25</c:v>
                </c:pt>
                <c:pt idx="2562">
                  <c:v>0.25</c:v>
                </c:pt>
                <c:pt idx="2563">
                  <c:v>0.25</c:v>
                </c:pt>
                <c:pt idx="2564">
                  <c:v>0.25</c:v>
                </c:pt>
                <c:pt idx="2565">
                  <c:v>0.25</c:v>
                </c:pt>
                <c:pt idx="2566">
                  <c:v>0.25</c:v>
                </c:pt>
                <c:pt idx="2567">
                  <c:v>0.25</c:v>
                </c:pt>
                <c:pt idx="2568">
                  <c:v>0.25</c:v>
                </c:pt>
                <c:pt idx="2569">
                  <c:v>0.25</c:v>
                </c:pt>
                <c:pt idx="2570">
                  <c:v>0.25</c:v>
                </c:pt>
                <c:pt idx="2571">
                  <c:v>0.25</c:v>
                </c:pt>
                <c:pt idx="2572">
                  <c:v>0.25</c:v>
                </c:pt>
                <c:pt idx="2573">
                  <c:v>0.25</c:v>
                </c:pt>
                <c:pt idx="2574">
                  <c:v>0.25</c:v>
                </c:pt>
                <c:pt idx="2575">
                  <c:v>0.25</c:v>
                </c:pt>
                <c:pt idx="2576">
                  <c:v>0.25</c:v>
                </c:pt>
                <c:pt idx="2577">
                  <c:v>0.25</c:v>
                </c:pt>
                <c:pt idx="2578">
                  <c:v>0.25</c:v>
                </c:pt>
                <c:pt idx="2579">
                  <c:v>0.25</c:v>
                </c:pt>
                <c:pt idx="2580">
                  <c:v>0.25</c:v>
                </c:pt>
                <c:pt idx="2581">
                  <c:v>0.25</c:v>
                </c:pt>
                <c:pt idx="2582">
                  <c:v>0.25</c:v>
                </c:pt>
                <c:pt idx="2583">
                  <c:v>0.25</c:v>
                </c:pt>
                <c:pt idx="2584">
                  <c:v>0.25</c:v>
                </c:pt>
                <c:pt idx="2585">
                  <c:v>0.25</c:v>
                </c:pt>
                <c:pt idx="2586">
                  <c:v>0.25</c:v>
                </c:pt>
                <c:pt idx="2587">
                  <c:v>0.25</c:v>
                </c:pt>
                <c:pt idx="2588">
                  <c:v>0.25</c:v>
                </c:pt>
                <c:pt idx="2589">
                  <c:v>0.25</c:v>
                </c:pt>
                <c:pt idx="2590">
                  <c:v>0.25</c:v>
                </c:pt>
                <c:pt idx="2591">
                  <c:v>0.25</c:v>
                </c:pt>
                <c:pt idx="2592">
                  <c:v>0.25</c:v>
                </c:pt>
                <c:pt idx="2593">
                  <c:v>0.25</c:v>
                </c:pt>
                <c:pt idx="2594">
                  <c:v>0.25</c:v>
                </c:pt>
                <c:pt idx="2595">
                  <c:v>0.25</c:v>
                </c:pt>
                <c:pt idx="2596">
                  <c:v>0.25</c:v>
                </c:pt>
                <c:pt idx="2597">
                  <c:v>0.5</c:v>
                </c:pt>
                <c:pt idx="2598">
                  <c:v>0.5</c:v>
                </c:pt>
                <c:pt idx="2599">
                  <c:v>0.5</c:v>
                </c:pt>
                <c:pt idx="2600">
                  <c:v>0.5</c:v>
                </c:pt>
                <c:pt idx="2601">
                  <c:v>0.5</c:v>
                </c:pt>
                <c:pt idx="2602">
                  <c:v>0.5</c:v>
                </c:pt>
                <c:pt idx="2603">
                  <c:v>0.5</c:v>
                </c:pt>
                <c:pt idx="2604">
                  <c:v>0.5</c:v>
                </c:pt>
                <c:pt idx="2605">
                  <c:v>0.5</c:v>
                </c:pt>
                <c:pt idx="2606">
                  <c:v>0.5</c:v>
                </c:pt>
                <c:pt idx="2607">
                  <c:v>0.5</c:v>
                </c:pt>
                <c:pt idx="2608">
                  <c:v>0.5</c:v>
                </c:pt>
                <c:pt idx="2609">
                  <c:v>0.5</c:v>
                </c:pt>
                <c:pt idx="2610">
                  <c:v>0.5</c:v>
                </c:pt>
                <c:pt idx="2611">
                  <c:v>0.5</c:v>
                </c:pt>
                <c:pt idx="2612">
                  <c:v>0.5</c:v>
                </c:pt>
                <c:pt idx="2613">
                  <c:v>0.5</c:v>
                </c:pt>
                <c:pt idx="2614">
                  <c:v>0.5</c:v>
                </c:pt>
                <c:pt idx="2615">
                  <c:v>0.5</c:v>
                </c:pt>
                <c:pt idx="2616">
                  <c:v>0.5</c:v>
                </c:pt>
                <c:pt idx="2617">
                  <c:v>0.5</c:v>
                </c:pt>
                <c:pt idx="2618">
                  <c:v>0.5</c:v>
                </c:pt>
                <c:pt idx="2619">
                  <c:v>0.5</c:v>
                </c:pt>
                <c:pt idx="2620">
                  <c:v>0.5</c:v>
                </c:pt>
                <c:pt idx="2621">
                  <c:v>0.5</c:v>
                </c:pt>
                <c:pt idx="2622">
                  <c:v>0.5</c:v>
                </c:pt>
                <c:pt idx="2623">
                  <c:v>0.5</c:v>
                </c:pt>
                <c:pt idx="2624">
                  <c:v>0.5</c:v>
                </c:pt>
                <c:pt idx="2625">
                  <c:v>0.5</c:v>
                </c:pt>
                <c:pt idx="2626">
                  <c:v>0.5</c:v>
                </c:pt>
                <c:pt idx="2627">
                  <c:v>0.5</c:v>
                </c:pt>
                <c:pt idx="2628">
                  <c:v>0.5</c:v>
                </c:pt>
                <c:pt idx="2629">
                  <c:v>0.5</c:v>
                </c:pt>
                <c:pt idx="2630">
                  <c:v>0.5</c:v>
                </c:pt>
                <c:pt idx="2631">
                  <c:v>0.5</c:v>
                </c:pt>
                <c:pt idx="2632">
                  <c:v>0.5</c:v>
                </c:pt>
                <c:pt idx="2633">
                  <c:v>0.5</c:v>
                </c:pt>
                <c:pt idx="2634">
                  <c:v>0.5</c:v>
                </c:pt>
                <c:pt idx="2635">
                  <c:v>0.5</c:v>
                </c:pt>
                <c:pt idx="2636">
                  <c:v>0.5</c:v>
                </c:pt>
                <c:pt idx="2637">
                  <c:v>0.5</c:v>
                </c:pt>
                <c:pt idx="2638">
                  <c:v>0.5</c:v>
                </c:pt>
                <c:pt idx="2639">
                  <c:v>0.5</c:v>
                </c:pt>
                <c:pt idx="2640">
                  <c:v>0.5</c:v>
                </c:pt>
                <c:pt idx="2641">
                  <c:v>0.5</c:v>
                </c:pt>
                <c:pt idx="2642">
                  <c:v>0.5</c:v>
                </c:pt>
                <c:pt idx="2643">
                  <c:v>0.5</c:v>
                </c:pt>
                <c:pt idx="2644">
                  <c:v>0.5</c:v>
                </c:pt>
                <c:pt idx="2645">
                  <c:v>0.5</c:v>
                </c:pt>
                <c:pt idx="2646">
                  <c:v>0.5</c:v>
                </c:pt>
                <c:pt idx="2647">
                  <c:v>0.5</c:v>
                </c:pt>
                <c:pt idx="2648">
                  <c:v>0.5</c:v>
                </c:pt>
                <c:pt idx="2649">
                  <c:v>0.5</c:v>
                </c:pt>
                <c:pt idx="2650">
                  <c:v>0.5</c:v>
                </c:pt>
                <c:pt idx="2651">
                  <c:v>0.5</c:v>
                </c:pt>
                <c:pt idx="2652">
                  <c:v>0.5</c:v>
                </c:pt>
                <c:pt idx="2653">
                  <c:v>0.5</c:v>
                </c:pt>
                <c:pt idx="2654">
                  <c:v>0.5</c:v>
                </c:pt>
                <c:pt idx="2655">
                  <c:v>0.5</c:v>
                </c:pt>
                <c:pt idx="2656">
                  <c:v>0.5</c:v>
                </c:pt>
                <c:pt idx="2657">
                  <c:v>0.5</c:v>
                </c:pt>
                <c:pt idx="2658">
                  <c:v>0.5</c:v>
                </c:pt>
                <c:pt idx="2659">
                  <c:v>0.5</c:v>
                </c:pt>
                <c:pt idx="2660">
                  <c:v>0.5</c:v>
                </c:pt>
                <c:pt idx="2661">
                  <c:v>0.5</c:v>
                </c:pt>
                <c:pt idx="2662">
                  <c:v>0.5</c:v>
                </c:pt>
                <c:pt idx="2663">
                  <c:v>0.5</c:v>
                </c:pt>
                <c:pt idx="2664">
                  <c:v>0.5</c:v>
                </c:pt>
                <c:pt idx="2665">
                  <c:v>0.5</c:v>
                </c:pt>
                <c:pt idx="2666">
                  <c:v>0.5</c:v>
                </c:pt>
                <c:pt idx="2667">
                  <c:v>0.5</c:v>
                </c:pt>
                <c:pt idx="2668">
                  <c:v>0.5</c:v>
                </c:pt>
                <c:pt idx="2669">
                  <c:v>0.5</c:v>
                </c:pt>
                <c:pt idx="2670">
                  <c:v>0.5</c:v>
                </c:pt>
                <c:pt idx="2671">
                  <c:v>0.5</c:v>
                </c:pt>
                <c:pt idx="2672">
                  <c:v>0.5</c:v>
                </c:pt>
                <c:pt idx="2673">
                  <c:v>0.5</c:v>
                </c:pt>
                <c:pt idx="2674">
                  <c:v>0.5</c:v>
                </c:pt>
                <c:pt idx="2675">
                  <c:v>0.5</c:v>
                </c:pt>
                <c:pt idx="2676">
                  <c:v>0.5</c:v>
                </c:pt>
                <c:pt idx="2677">
                  <c:v>0.5</c:v>
                </c:pt>
                <c:pt idx="2678">
                  <c:v>0.5</c:v>
                </c:pt>
                <c:pt idx="2679">
                  <c:v>0.5</c:v>
                </c:pt>
                <c:pt idx="2680">
                  <c:v>0.5</c:v>
                </c:pt>
                <c:pt idx="2681">
                  <c:v>0.5</c:v>
                </c:pt>
                <c:pt idx="2682">
                  <c:v>0.5</c:v>
                </c:pt>
                <c:pt idx="2683">
                  <c:v>0.5</c:v>
                </c:pt>
                <c:pt idx="2684">
                  <c:v>0.5</c:v>
                </c:pt>
                <c:pt idx="2685">
                  <c:v>0.5</c:v>
                </c:pt>
                <c:pt idx="2686">
                  <c:v>0.5</c:v>
                </c:pt>
                <c:pt idx="2687">
                  <c:v>0.5</c:v>
                </c:pt>
                <c:pt idx="2688">
                  <c:v>0.5</c:v>
                </c:pt>
                <c:pt idx="2689">
                  <c:v>0.5</c:v>
                </c:pt>
                <c:pt idx="2690">
                  <c:v>0.5</c:v>
                </c:pt>
                <c:pt idx="2691">
                  <c:v>0.5</c:v>
                </c:pt>
                <c:pt idx="2692">
                  <c:v>0.5</c:v>
                </c:pt>
                <c:pt idx="2693">
                  <c:v>0.5</c:v>
                </c:pt>
                <c:pt idx="2694">
                  <c:v>0.5</c:v>
                </c:pt>
                <c:pt idx="2695">
                  <c:v>0.5</c:v>
                </c:pt>
                <c:pt idx="2696">
                  <c:v>0.5</c:v>
                </c:pt>
                <c:pt idx="2697">
                  <c:v>0.5</c:v>
                </c:pt>
                <c:pt idx="2698">
                  <c:v>0.5</c:v>
                </c:pt>
                <c:pt idx="2699">
                  <c:v>0.5</c:v>
                </c:pt>
                <c:pt idx="2700">
                  <c:v>0.5</c:v>
                </c:pt>
                <c:pt idx="2701">
                  <c:v>0.5</c:v>
                </c:pt>
                <c:pt idx="2702">
                  <c:v>0.5</c:v>
                </c:pt>
                <c:pt idx="2703">
                  <c:v>0.5</c:v>
                </c:pt>
                <c:pt idx="2704">
                  <c:v>0.5</c:v>
                </c:pt>
                <c:pt idx="2705">
                  <c:v>0.5</c:v>
                </c:pt>
                <c:pt idx="2706">
                  <c:v>0.5</c:v>
                </c:pt>
                <c:pt idx="2707">
                  <c:v>0.5</c:v>
                </c:pt>
                <c:pt idx="2708">
                  <c:v>0.5</c:v>
                </c:pt>
                <c:pt idx="2709">
                  <c:v>0.5</c:v>
                </c:pt>
                <c:pt idx="2710">
                  <c:v>0.5</c:v>
                </c:pt>
                <c:pt idx="2711">
                  <c:v>0.5</c:v>
                </c:pt>
                <c:pt idx="2712">
                  <c:v>0.5</c:v>
                </c:pt>
                <c:pt idx="2713">
                  <c:v>0.5</c:v>
                </c:pt>
                <c:pt idx="2714">
                  <c:v>0.5</c:v>
                </c:pt>
                <c:pt idx="2715">
                  <c:v>0.5</c:v>
                </c:pt>
                <c:pt idx="2716">
                  <c:v>0.5</c:v>
                </c:pt>
                <c:pt idx="2717">
                  <c:v>0.5</c:v>
                </c:pt>
                <c:pt idx="2718">
                  <c:v>0.5</c:v>
                </c:pt>
                <c:pt idx="2719">
                  <c:v>0.5</c:v>
                </c:pt>
                <c:pt idx="2720">
                  <c:v>0.5</c:v>
                </c:pt>
                <c:pt idx="2721">
                  <c:v>0.5</c:v>
                </c:pt>
                <c:pt idx="2722">
                  <c:v>0.5</c:v>
                </c:pt>
                <c:pt idx="2723">
                  <c:v>0.5</c:v>
                </c:pt>
                <c:pt idx="2724">
                  <c:v>0.5</c:v>
                </c:pt>
                <c:pt idx="2725">
                  <c:v>0.5</c:v>
                </c:pt>
                <c:pt idx="2726">
                  <c:v>0.5</c:v>
                </c:pt>
                <c:pt idx="2727">
                  <c:v>0.5</c:v>
                </c:pt>
                <c:pt idx="2728">
                  <c:v>0.5</c:v>
                </c:pt>
                <c:pt idx="2729">
                  <c:v>0.5</c:v>
                </c:pt>
                <c:pt idx="2730">
                  <c:v>0.5</c:v>
                </c:pt>
                <c:pt idx="2731">
                  <c:v>0.5</c:v>
                </c:pt>
                <c:pt idx="2732">
                  <c:v>0.5</c:v>
                </c:pt>
                <c:pt idx="2733">
                  <c:v>0.5</c:v>
                </c:pt>
                <c:pt idx="2734">
                  <c:v>0.5</c:v>
                </c:pt>
                <c:pt idx="2735">
                  <c:v>0.5</c:v>
                </c:pt>
                <c:pt idx="2736">
                  <c:v>0.5</c:v>
                </c:pt>
                <c:pt idx="2737">
                  <c:v>0.5</c:v>
                </c:pt>
                <c:pt idx="2738">
                  <c:v>0.5</c:v>
                </c:pt>
                <c:pt idx="2739">
                  <c:v>0.5</c:v>
                </c:pt>
                <c:pt idx="2740">
                  <c:v>0.5</c:v>
                </c:pt>
                <c:pt idx="2741">
                  <c:v>0.5</c:v>
                </c:pt>
                <c:pt idx="2742">
                  <c:v>0.5</c:v>
                </c:pt>
                <c:pt idx="2743">
                  <c:v>0.5</c:v>
                </c:pt>
                <c:pt idx="2744">
                  <c:v>0.5</c:v>
                </c:pt>
                <c:pt idx="2745">
                  <c:v>0.5</c:v>
                </c:pt>
                <c:pt idx="2746">
                  <c:v>0.5</c:v>
                </c:pt>
                <c:pt idx="2747">
                  <c:v>0.5</c:v>
                </c:pt>
                <c:pt idx="2748">
                  <c:v>0.5</c:v>
                </c:pt>
                <c:pt idx="2749">
                  <c:v>0.5</c:v>
                </c:pt>
                <c:pt idx="2750">
                  <c:v>0.5</c:v>
                </c:pt>
                <c:pt idx="2751">
                  <c:v>0.5</c:v>
                </c:pt>
                <c:pt idx="2752">
                  <c:v>0.5</c:v>
                </c:pt>
                <c:pt idx="2753">
                  <c:v>0.5</c:v>
                </c:pt>
                <c:pt idx="2754">
                  <c:v>0.5</c:v>
                </c:pt>
                <c:pt idx="2755">
                  <c:v>0.5</c:v>
                </c:pt>
                <c:pt idx="2756">
                  <c:v>0.5</c:v>
                </c:pt>
                <c:pt idx="2757">
                  <c:v>0.5</c:v>
                </c:pt>
                <c:pt idx="2758">
                  <c:v>0.5</c:v>
                </c:pt>
                <c:pt idx="2759">
                  <c:v>0.5</c:v>
                </c:pt>
                <c:pt idx="2760">
                  <c:v>0.5</c:v>
                </c:pt>
                <c:pt idx="2761">
                  <c:v>0.5</c:v>
                </c:pt>
                <c:pt idx="2762">
                  <c:v>0.5</c:v>
                </c:pt>
                <c:pt idx="2763">
                  <c:v>0.5</c:v>
                </c:pt>
                <c:pt idx="2764">
                  <c:v>0.5</c:v>
                </c:pt>
                <c:pt idx="2765">
                  <c:v>0.5</c:v>
                </c:pt>
                <c:pt idx="2766">
                  <c:v>0.5</c:v>
                </c:pt>
                <c:pt idx="2767">
                  <c:v>0.5</c:v>
                </c:pt>
                <c:pt idx="2768">
                  <c:v>0.5</c:v>
                </c:pt>
                <c:pt idx="2769">
                  <c:v>0.5</c:v>
                </c:pt>
                <c:pt idx="2770">
                  <c:v>0.5</c:v>
                </c:pt>
                <c:pt idx="2771">
                  <c:v>0.5</c:v>
                </c:pt>
                <c:pt idx="2772">
                  <c:v>0.5</c:v>
                </c:pt>
                <c:pt idx="2773">
                  <c:v>0.5</c:v>
                </c:pt>
                <c:pt idx="2774">
                  <c:v>0.5</c:v>
                </c:pt>
                <c:pt idx="2775">
                  <c:v>0.5</c:v>
                </c:pt>
                <c:pt idx="2776">
                  <c:v>0.5</c:v>
                </c:pt>
                <c:pt idx="2777">
                  <c:v>0.5</c:v>
                </c:pt>
                <c:pt idx="2778">
                  <c:v>0.5</c:v>
                </c:pt>
                <c:pt idx="2779">
                  <c:v>0.5</c:v>
                </c:pt>
                <c:pt idx="2780">
                  <c:v>0.5</c:v>
                </c:pt>
                <c:pt idx="2781">
                  <c:v>0.5</c:v>
                </c:pt>
                <c:pt idx="2782">
                  <c:v>0.5</c:v>
                </c:pt>
                <c:pt idx="2783">
                  <c:v>0.5</c:v>
                </c:pt>
                <c:pt idx="2784">
                  <c:v>0.5</c:v>
                </c:pt>
                <c:pt idx="2785">
                  <c:v>0.5</c:v>
                </c:pt>
                <c:pt idx="2786">
                  <c:v>0.5</c:v>
                </c:pt>
                <c:pt idx="2787">
                  <c:v>0.5</c:v>
                </c:pt>
                <c:pt idx="2788">
                  <c:v>0.5</c:v>
                </c:pt>
                <c:pt idx="2789">
                  <c:v>0.5</c:v>
                </c:pt>
                <c:pt idx="2790">
                  <c:v>0.5</c:v>
                </c:pt>
                <c:pt idx="2791">
                  <c:v>0.5</c:v>
                </c:pt>
                <c:pt idx="2792">
                  <c:v>0.5</c:v>
                </c:pt>
                <c:pt idx="2793">
                  <c:v>0.5</c:v>
                </c:pt>
                <c:pt idx="2794">
                  <c:v>0.5</c:v>
                </c:pt>
                <c:pt idx="2795">
                  <c:v>0.5</c:v>
                </c:pt>
                <c:pt idx="2796">
                  <c:v>0.5</c:v>
                </c:pt>
                <c:pt idx="2797">
                  <c:v>0.5</c:v>
                </c:pt>
                <c:pt idx="2798">
                  <c:v>0.5</c:v>
                </c:pt>
                <c:pt idx="2799">
                  <c:v>0.5</c:v>
                </c:pt>
                <c:pt idx="2800">
                  <c:v>0.5</c:v>
                </c:pt>
                <c:pt idx="2801">
                  <c:v>0.5</c:v>
                </c:pt>
                <c:pt idx="2802">
                  <c:v>0.5</c:v>
                </c:pt>
                <c:pt idx="2803">
                  <c:v>0.5</c:v>
                </c:pt>
                <c:pt idx="2804">
                  <c:v>0.5</c:v>
                </c:pt>
                <c:pt idx="2805">
                  <c:v>0.5</c:v>
                </c:pt>
                <c:pt idx="2806">
                  <c:v>0.5</c:v>
                </c:pt>
                <c:pt idx="2807">
                  <c:v>0.5</c:v>
                </c:pt>
                <c:pt idx="2808">
                  <c:v>0.5</c:v>
                </c:pt>
                <c:pt idx="2809">
                  <c:v>0.5</c:v>
                </c:pt>
                <c:pt idx="2810">
                  <c:v>0.5</c:v>
                </c:pt>
                <c:pt idx="2811">
                  <c:v>0.5</c:v>
                </c:pt>
                <c:pt idx="2812">
                  <c:v>0.5</c:v>
                </c:pt>
                <c:pt idx="2813">
                  <c:v>0.5</c:v>
                </c:pt>
                <c:pt idx="2814">
                  <c:v>0.5</c:v>
                </c:pt>
                <c:pt idx="2815">
                  <c:v>0.5</c:v>
                </c:pt>
                <c:pt idx="2816">
                  <c:v>0.5</c:v>
                </c:pt>
                <c:pt idx="2817">
                  <c:v>0.5</c:v>
                </c:pt>
                <c:pt idx="2818">
                  <c:v>0.5</c:v>
                </c:pt>
                <c:pt idx="2819">
                  <c:v>0.5</c:v>
                </c:pt>
                <c:pt idx="2820">
                  <c:v>0.5</c:v>
                </c:pt>
                <c:pt idx="2821">
                  <c:v>0.5</c:v>
                </c:pt>
                <c:pt idx="2822">
                  <c:v>0.5</c:v>
                </c:pt>
                <c:pt idx="2823">
                  <c:v>0.5</c:v>
                </c:pt>
                <c:pt idx="2824">
                  <c:v>0.5</c:v>
                </c:pt>
                <c:pt idx="2825">
                  <c:v>0.5</c:v>
                </c:pt>
                <c:pt idx="2826">
                  <c:v>0.5</c:v>
                </c:pt>
                <c:pt idx="2827">
                  <c:v>0.5</c:v>
                </c:pt>
                <c:pt idx="2828">
                  <c:v>0.5</c:v>
                </c:pt>
                <c:pt idx="2829">
                  <c:v>0.5</c:v>
                </c:pt>
                <c:pt idx="2830">
                  <c:v>0.5</c:v>
                </c:pt>
                <c:pt idx="2831">
                  <c:v>0.5</c:v>
                </c:pt>
                <c:pt idx="2832">
                  <c:v>0.5</c:v>
                </c:pt>
                <c:pt idx="2833">
                  <c:v>0.5</c:v>
                </c:pt>
                <c:pt idx="2834">
                  <c:v>0.5</c:v>
                </c:pt>
                <c:pt idx="2835">
                  <c:v>0.5</c:v>
                </c:pt>
                <c:pt idx="2836">
                  <c:v>0.5</c:v>
                </c:pt>
                <c:pt idx="2837">
                  <c:v>0.5</c:v>
                </c:pt>
                <c:pt idx="2838">
                  <c:v>0.5</c:v>
                </c:pt>
                <c:pt idx="2839">
                  <c:v>0.5</c:v>
                </c:pt>
                <c:pt idx="2840">
                  <c:v>0.5</c:v>
                </c:pt>
                <c:pt idx="2841">
                  <c:v>0.5</c:v>
                </c:pt>
                <c:pt idx="2842">
                  <c:v>0.5</c:v>
                </c:pt>
                <c:pt idx="2843">
                  <c:v>0.5</c:v>
                </c:pt>
                <c:pt idx="2844">
                  <c:v>0.5</c:v>
                </c:pt>
                <c:pt idx="2845">
                  <c:v>0.5</c:v>
                </c:pt>
                <c:pt idx="2846">
                  <c:v>0.5</c:v>
                </c:pt>
                <c:pt idx="2847">
                  <c:v>0.5</c:v>
                </c:pt>
                <c:pt idx="2848">
                  <c:v>0.5</c:v>
                </c:pt>
                <c:pt idx="2849">
                  <c:v>0.5</c:v>
                </c:pt>
                <c:pt idx="2850">
                  <c:v>0.5</c:v>
                </c:pt>
                <c:pt idx="2851">
                  <c:v>0.5</c:v>
                </c:pt>
                <c:pt idx="2852">
                  <c:v>0.5</c:v>
                </c:pt>
                <c:pt idx="2853">
                  <c:v>0.5</c:v>
                </c:pt>
                <c:pt idx="2854">
                  <c:v>0.5</c:v>
                </c:pt>
                <c:pt idx="2855">
                  <c:v>0.5</c:v>
                </c:pt>
                <c:pt idx="2856">
                  <c:v>0.5</c:v>
                </c:pt>
                <c:pt idx="2857">
                  <c:v>0.75</c:v>
                </c:pt>
                <c:pt idx="2858">
                  <c:v>0.75</c:v>
                </c:pt>
                <c:pt idx="2859">
                  <c:v>0.75</c:v>
                </c:pt>
                <c:pt idx="2860">
                  <c:v>0.75</c:v>
                </c:pt>
                <c:pt idx="2861">
                  <c:v>0.75</c:v>
                </c:pt>
                <c:pt idx="2862">
                  <c:v>0.75</c:v>
                </c:pt>
                <c:pt idx="2863">
                  <c:v>0.75</c:v>
                </c:pt>
                <c:pt idx="2864">
                  <c:v>0.75</c:v>
                </c:pt>
                <c:pt idx="2865">
                  <c:v>0.75</c:v>
                </c:pt>
                <c:pt idx="2866">
                  <c:v>0.75</c:v>
                </c:pt>
                <c:pt idx="2867">
                  <c:v>0.75</c:v>
                </c:pt>
                <c:pt idx="2868">
                  <c:v>0.75</c:v>
                </c:pt>
                <c:pt idx="2869">
                  <c:v>0.75</c:v>
                </c:pt>
                <c:pt idx="2870">
                  <c:v>0.75</c:v>
                </c:pt>
                <c:pt idx="2871">
                  <c:v>0.75</c:v>
                </c:pt>
                <c:pt idx="2872">
                  <c:v>0.75</c:v>
                </c:pt>
                <c:pt idx="2873">
                  <c:v>0.75</c:v>
                </c:pt>
                <c:pt idx="2874">
                  <c:v>0.75</c:v>
                </c:pt>
                <c:pt idx="2875">
                  <c:v>0.75</c:v>
                </c:pt>
                <c:pt idx="2876">
                  <c:v>0.75</c:v>
                </c:pt>
                <c:pt idx="2877">
                  <c:v>0.75</c:v>
                </c:pt>
                <c:pt idx="2878">
                  <c:v>0.75</c:v>
                </c:pt>
                <c:pt idx="2879">
                  <c:v>0.75</c:v>
                </c:pt>
                <c:pt idx="2880">
                  <c:v>0.75</c:v>
                </c:pt>
                <c:pt idx="2881">
                  <c:v>0.75</c:v>
                </c:pt>
                <c:pt idx="2882">
                  <c:v>0.75</c:v>
                </c:pt>
                <c:pt idx="2883">
                  <c:v>0.75</c:v>
                </c:pt>
                <c:pt idx="2884">
                  <c:v>0.75</c:v>
                </c:pt>
                <c:pt idx="2885">
                  <c:v>0.75</c:v>
                </c:pt>
                <c:pt idx="2886">
                  <c:v>0.75</c:v>
                </c:pt>
                <c:pt idx="2887">
                  <c:v>0.75</c:v>
                </c:pt>
                <c:pt idx="2888">
                  <c:v>0.75</c:v>
                </c:pt>
                <c:pt idx="2889">
                  <c:v>0.75</c:v>
                </c:pt>
                <c:pt idx="2890">
                  <c:v>0.75</c:v>
                </c:pt>
                <c:pt idx="2891">
                  <c:v>0.75</c:v>
                </c:pt>
                <c:pt idx="2892">
                  <c:v>0.75</c:v>
                </c:pt>
                <c:pt idx="2893">
                  <c:v>0.75</c:v>
                </c:pt>
                <c:pt idx="2894">
                  <c:v>0.75</c:v>
                </c:pt>
                <c:pt idx="2895">
                  <c:v>0.75</c:v>
                </c:pt>
                <c:pt idx="2896">
                  <c:v>0.75</c:v>
                </c:pt>
                <c:pt idx="2897">
                  <c:v>0.75</c:v>
                </c:pt>
                <c:pt idx="2898">
                  <c:v>0.75</c:v>
                </c:pt>
                <c:pt idx="2899">
                  <c:v>0.75</c:v>
                </c:pt>
                <c:pt idx="2900">
                  <c:v>0.75</c:v>
                </c:pt>
                <c:pt idx="2901">
                  <c:v>0.75</c:v>
                </c:pt>
                <c:pt idx="2902">
                  <c:v>0.75</c:v>
                </c:pt>
                <c:pt idx="2903">
                  <c:v>0.75</c:v>
                </c:pt>
                <c:pt idx="2904">
                  <c:v>0.75</c:v>
                </c:pt>
                <c:pt idx="2905">
                  <c:v>0.75</c:v>
                </c:pt>
                <c:pt idx="2906">
                  <c:v>0.75</c:v>
                </c:pt>
                <c:pt idx="2907">
                  <c:v>0.75</c:v>
                </c:pt>
                <c:pt idx="2908">
                  <c:v>0.75</c:v>
                </c:pt>
                <c:pt idx="2909">
                  <c:v>0.75</c:v>
                </c:pt>
                <c:pt idx="2910">
                  <c:v>0.75</c:v>
                </c:pt>
                <c:pt idx="2911">
                  <c:v>0.75</c:v>
                </c:pt>
                <c:pt idx="2912">
                  <c:v>0.75</c:v>
                </c:pt>
                <c:pt idx="2913">
                  <c:v>0.75</c:v>
                </c:pt>
                <c:pt idx="2914">
                  <c:v>0.75</c:v>
                </c:pt>
                <c:pt idx="2915">
                  <c:v>0.75</c:v>
                </c:pt>
                <c:pt idx="2916">
                  <c:v>0.75</c:v>
                </c:pt>
                <c:pt idx="2917">
                  <c:v>0.75</c:v>
                </c:pt>
                <c:pt idx="2918">
                  <c:v>0.75</c:v>
                </c:pt>
                <c:pt idx="2919">
                  <c:v>0.75</c:v>
                </c:pt>
                <c:pt idx="2920">
                  <c:v>0.75</c:v>
                </c:pt>
                <c:pt idx="2921">
                  <c:v>0.75</c:v>
                </c:pt>
                <c:pt idx="2922">
                  <c:v>1</c:v>
                </c:pt>
                <c:pt idx="2923">
                  <c:v>1</c:v>
                </c:pt>
                <c:pt idx="2924">
                  <c:v>1</c:v>
                </c:pt>
                <c:pt idx="2925">
                  <c:v>1</c:v>
                </c:pt>
                <c:pt idx="2926">
                  <c:v>1</c:v>
                </c:pt>
                <c:pt idx="2927">
                  <c:v>1</c:v>
                </c:pt>
                <c:pt idx="2928">
                  <c:v>1</c:v>
                </c:pt>
                <c:pt idx="2929">
                  <c:v>1</c:v>
                </c:pt>
                <c:pt idx="2930">
                  <c:v>1</c:v>
                </c:pt>
                <c:pt idx="2931">
                  <c:v>1</c:v>
                </c:pt>
                <c:pt idx="2932">
                  <c:v>1</c:v>
                </c:pt>
                <c:pt idx="2933">
                  <c:v>1</c:v>
                </c:pt>
                <c:pt idx="2934">
                  <c:v>1</c:v>
                </c:pt>
                <c:pt idx="2935">
                  <c:v>1</c:v>
                </c:pt>
                <c:pt idx="2936">
                  <c:v>1</c:v>
                </c:pt>
                <c:pt idx="2937">
                  <c:v>1</c:v>
                </c:pt>
                <c:pt idx="2938">
                  <c:v>1</c:v>
                </c:pt>
                <c:pt idx="2939">
                  <c:v>1</c:v>
                </c:pt>
                <c:pt idx="2940">
                  <c:v>1</c:v>
                </c:pt>
                <c:pt idx="2941">
                  <c:v>1</c:v>
                </c:pt>
                <c:pt idx="2942">
                  <c:v>1</c:v>
                </c:pt>
                <c:pt idx="2943">
                  <c:v>1</c:v>
                </c:pt>
                <c:pt idx="2944">
                  <c:v>1</c:v>
                </c:pt>
                <c:pt idx="2945">
                  <c:v>1</c:v>
                </c:pt>
                <c:pt idx="2946">
                  <c:v>1</c:v>
                </c:pt>
                <c:pt idx="2947">
                  <c:v>1</c:v>
                </c:pt>
                <c:pt idx="2948">
                  <c:v>1</c:v>
                </c:pt>
                <c:pt idx="2949">
                  <c:v>1</c:v>
                </c:pt>
                <c:pt idx="2950">
                  <c:v>1</c:v>
                </c:pt>
                <c:pt idx="2951">
                  <c:v>1</c:v>
                </c:pt>
                <c:pt idx="2952">
                  <c:v>1</c:v>
                </c:pt>
                <c:pt idx="2953">
                  <c:v>1</c:v>
                </c:pt>
                <c:pt idx="2954">
                  <c:v>1</c:v>
                </c:pt>
                <c:pt idx="2955">
                  <c:v>1</c:v>
                </c:pt>
                <c:pt idx="2956">
                  <c:v>1</c:v>
                </c:pt>
                <c:pt idx="2957">
                  <c:v>1</c:v>
                </c:pt>
                <c:pt idx="2958">
                  <c:v>1</c:v>
                </c:pt>
                <c:pt idx="2959">
                  <c:v>1</c:v>
                </c:pt>
                <c:pt idx="2960">
                  <c:v>1</c:v>
                </c:pt>
                <c:pt idx="2961">
                  <c:v>1</c:v>
                </c:pt>
                <c:pt idx="2962">
                  <c:v>1</c:v>
                </c:pt>
                <c:pt idx="2963">
                  <c:v>1</c:v>
                </c:pt>
                <c:pt idx="2964">
                  <c:v>1</c:v>
                </c:pt>
                <c:pt idx="2965">
                  <c:v>1</c:v>
                </c:pt>
                <c:pt idx="2966">
                  <c:v>1</c:v>
                </c:pt>
                <c:pt idx="2967">
                  <c:v>1</c:v>
                </c:pt>
                <c:pt idx="2968">
                  <c:v>1</c:v>
                </c:pt>
                <c:pt idx="2969">
                  <c:v>1</c:v>
                </c:pt>
                <c:pt idx="2970">
                  <c:v>1</c:v>
                </c:pt>
                <c:pt idx="2971">
                  <c:v>1</c:v>
                </c:pt>
                <c:pt idx="2972">
                  <c:v>1</c:v>
                </c:pt>
                <c:pt idx="2973">
                  <c:v>1</c:v>
                </c:pt>
                <c:pt idx="2974">
                  <c:v>1</c:v>
                </c:pt>
                <c:pt idx="2975">
                  <c:v>1</c:v>
                </c:pt>
                <c:pt idx="2976">
                  <c:v>1</c:v>
                </c:pt>
                <c:pt idx="2977">
                  <c:v>1</c:v>
                </c:pt>
                <c:pt idx="2978">
                  <c:v>1</c:v>
                </c:pt>
                <c:pt idx="2979">
                  <c:v>1</c:v>
                </c:pt>
                <c:pt idx="2980">
                  <c:v>1</c:v>
                </c:pt>
                <c:pt idx="2981">
                  <c:v>1</c:v>
                </c:pt>
                <c:pt idx="2982">
                  <c:v>1</c:v>
                </c:pt>
                <c:pt idx="2983">
                  <c:v>1</c:v>
                </c:pt>
                <c:pt idx="2984">
                  <c:v>1</c:v>
                </c:pt>
                <c:pt idx="2985">
                  <c:v>1</c:v>
                </c:pt>
                <c:pt idx="2986">
                  <c:v>1</c:v>
                </c:pt>
                <c:pt idx="2987">
                  <c:v>1.25</c:v>
                </c:pt>
                <c:pt idx="2988">
                  <c:v>1.25</c:v>
                </c:pt>
                <c:pt idx="2989">
                  <c:v>1.25</c:v>
                </c:pt>
                <c:pt idx="2990">
                  <c:v>1.25</c:v>
                </c:pt>
                <c:pt idx="2991">
                  <c:v>1.25</c:v>
                </c:pt>
                <c:pt idx="2992">
                  <c:v>1.25</c:v>
                </c:pt>
                <c:pt idx="2993">
                  <c:v>1.25</c:v>
                </c:pt>
                <c:pt idx="2994">
                  <c:v>1.25</c:v>
                </c:pt>
                <c:pt idx="2995">
                  <c:v>1.25</c:v>
                </c:pt>
                <c:pt idx="2996">
                  <c:v>1.25</c:v>
                </c:pt>
                <c:pt idx="2997">
                  <c:v>1.25</c:v>
                </c:pt>
                <c:pt idx="2998">
                  <c:v>1.25</c:v>
                </c:pt>
                <c:pt idx="2999">
                  <c:v>1.25</c:v>
                </c:pt>
                <c:pt idx="3000">
                  <c:v>1.25</c:v>
                </c:pt>
                <c:pt idx="3001">
                  <c:v>1.25</c:v>
                </c:pt>
                <c:pt idx="3002">
                  <c:v>1.25</c:v>
                </c:pt>
                <c:pt idx="3003">
                  <c:v>1.25</c:v>
                </c:pt>
                <c:pt idx="3004">
                  <c:v>1.25</c:v>
                </c:pt>
                <c:pt idx="3005">
                  <c:v>1.25</c:v>
                </c:pt>
                <c:pt idx="3006">
                  <c:v>1.25</c:v>
                </c:pt>
                <c:pt idx="3007">
                  <c:v>1.25</c:v>
                </c:pt>
                <c:pt idx="3008">
                  <c:v>1.25</c:v>
                </c:pt>
                <c:pt idx="3009">
                  <c:v>1.25</c:v>
                </c:pt>
                <c:pt idx="3010">
                  <c:v>1.25</c:v>
                </c:pt>
                <c:pt idx="3011">
                  <c:v>1.25</c:v>
                </c:pt>
                <c:pt idx="3012">
                  <c:v>1.25</c:v>
                </c:pt>
                <c:pt idx="3013">
                  <c:v>1.25</c:v>
                </c:pt>
                <c:pt idx="3014">
                  <c:v>1.25</c:v>
                </c:pt>
                <c:pt idx="3015">
                  <c:v>1.25</c:v>
                </c:pt>
                <c:pt idx="3016">
                  <c:v>1.25</c:v>
                </c:pt>
                <c:pt idx="3017">
                  <c:v>1.25</c:v>
                </c:pt>
                <c:pt idx="3018">
                  <c:v>1.25</c:v>
                </c:pt>
                <c:pt idx="3019">
                  <c:v>1.25</c:v>
                </c:pt>
                <c:pt idx="3020">
                  <c:v>1.25</c:v>
                </c:pt>
                <c:pt idx="3021">
                  <c:v>1.25</c:v>
                </c:pt>
                <c:pt idx="3022">
                  <c:v>1.25</c:v>
                </c:pt>
                <c:pt idx="3023">
                  <c:v>1.25</c:v>
                </c:pt>
                <c:pt idx="3024">
                  <c:v>1.25</c:v>
                </c:pt>
                <c:pt idx="3025">
                  <c:v>1.25</c:v>
                </c:pt>
                <c:pt idx="3026">
                  <c:v>1.25</c:v>
                </c:pt>
                <c:pt idx="3027">
                  <c:v>1.25</c:v>
                </c:pt>
                <c:pt idx="3028">
                  <c:v>1.25</c:v>
                </c:pt>
                <c:pt idx="3029">
                  <c:v>1.25</c:v>
                </c:pt>
                <c:pt idx="3030">
                  <c:v>1.25</c:v>
                </c:pt>
                <c:pt idx="3031">
                  <c:v>1.25</c:v>
                </c:pt>
                <c:pt idx="3032">
                  <c:v>1.25</c:v>
                </c:pt>
                <c:pt idx="3033">
                  <c:v>1.25</c:v>
                </c:pt>
                <c:pt idx="3034">
                  <c:v>1.25</c:v>
                </c:pt>
                <c:pt idx="3035">
                  <c:v>1.25</c:v>
                </c:pt>
                <c:pt idx="3036">
                  <c:v>1.25</c:v>
                </c:pt>
                <c:pt idx="3037">
                  <c:v>1.25</c:v>
                </c:pt>
                <c:pt idx="3038">
                  <c:v>1.25</c:v>
                </c:pt>
                <c:pt idx="3039">
                  <c:v>1.25</c:v>
                </c:pt>
                <c:pt idx="3040">
                  <c:v>1.25</c:v>
                </c:pt>
                <c:pt idx="3041">
                  <c:v>1.25</c:v>
                </c:pt>
                <c:pt idx="3042">
                  <c:v>1.25</c:v>
                </c:pt>
                <c:pt idx="3043">
                  <c:v>1.25</c:v>
                </c:pt>
                <c:pt idx="3044">
                  <c:v>1.25</c:v>
                </c:pt>
                <c:pt idx="3045">
                  <c:v>1.25</c:v>
                </c:pt>
                <c:pt idx="3046">
                  <c:v>1.25</c:v>
                </c:pt>
                <c:pt idx="3047">
                  <c:v>1.25</c:v>
                </c:pt>
                <c:pt idx="3048">
                  <c:v>1.25</c:v>
                </c:pt>
                <c:pt idx="3049">
                  <c:v>1.25</c:v>
                </c:pt>
                <c:pt idx="3050">
                  <c:v>1.25</c:v>
                </c:pt>
                <c:pt idx="3051">
                  <c:v>1.25</c:v>
                </c:pt>
                <c:pt idx="3052">
                  <c:v>1.25</c:v>
                </c:pt>
                <c:pt idx="3053">
                  <c:v>1.25</c:v>
                </c:pt>
                <c:pt idx="3054">
                  <c:v>1.25</c:v>
                </c:pt>
                <c:pt idx="3055">
                  <c:v>1.25</c:v>
                </c:pt>
                <c:pt idx="3056">
                  <c:v>1.25</c:v>
                </c:pt>
                <c:pt idx="3057">
                  <c:v>1.25</c:v>
                </c:pt>
                <c:pt idx="3058">
                  <c:v>1.25</c:v>
                </c:pt>
                <c:pt idx="3059">
                  <c:v>1.25</c:v>
                </c:pt>
                <c:pt idx="3060">
                  <c:v>1.25</c:v>
                </c:pt>
                <c:pt idx="3061">
                  <c:v>1.25</c:v>
                </c:pt>
                <c:pt idx="3062">
                  <c:v>1.25</c:v>
                </c:pt>
                <c:pt idx="3063">
                  <c:v>1.25</c:v>
                </c:pt>
                <c:pt idx="3064">
                  <c:v>1.25</c:v>
                </c:pt>
                <c:pt idx="3065">
                  <c:v>1.25</c:v>
                </c:pt>
                <c:pt idx="3066">
                  <c:v>1.25</c:v>
                </c:pt>
                <c:pt idx="3067">
                  <c:v>1.25</c:v>
                </c:pt>
                <c:pt idx="3068">
                  <c:v>1.25</c:v>
                </c:pt>
                <c:pt idx="3069">
                  <c:v>1.25</c:v>
                </c:pt>
                <c:pt idx="3070">
                  <c:v>1.25</c:v>
                </c:pt>
                <c:pt idx="3071">
                  <c:v>1.25</c:v>
                </c:pt>
                <c:pt idx="3072">
                  <c:v>1.25</c:v>
                </c:pt>
                <c:pt idx="3073">
                  <c:v>1.25</c:v>
                </c:pt>
                <c:pt idx="3074">
                  <c:v>1.25</c:v>
                </c:pt>
                <c:pt idx="3075">
                  <c:v>1.25</c:v>
                </c:pt>
                <c:pt idx="3076">
                  <c:v>1.25</c:v>
                </c:pt>
                <c:pt idx="3077">
                  <c:v>1.25</c:v>
                </c:pt>
                <c:pt idx="3078">
                  <c:v>1.25</c:v>
                </c:pt>
                <c:pt idx="3079">
                  <c:v>1.25</c:v>
                </c:pt>
                <c:pt idx="3080">
                  <c:v>1.25</c:v>
                </c:pt>
                <c:pt idx="3081">
                  <c:v>1.25</c:v>
                </c:pt>
                <c:pt idx="3082">
                  <c:v>1.25</c:v>
                </c:pt>
                <c:pt idx="3083">
                  <c:v>1.25</c:v>
                </c:pt>
                <c:pt idx="3084">
                  <c:v>1.25</c:v>
                </c:pt>
                <c:pt idx="3085">
                  <c:v>1.25</c:v>
                </c:pt>
                <c:pt idx="3086">
                  <c:v>1.25</c:v>
                </c:pt>
                <c:pt idx="3087">
                  <c:v>1.25</c:v>
                </c:pt>
                <c:pt idx="3088">
                  <c:v>1.25</c:v>
                </c:pt>
                <c:pt idx="3089">
                  <c:v>1.25</c:v>
                </c:pt>
                <c:pt idx="3090">
                  <c:v>1.25</c:v>
                </c:pt>
                <c:pt idx="3091">
                  <c:v>1.25</c:v>
                </c:pt>
                <c:pt idx="3092">
                  <c:v>1.25</c:v>
                </c:pt>
                <c:pt idx="3093">
                  <c:v>1.25</c:v>
                </c:pt>
                <c:pt idx="3094">
                  <c:v>1.25</c:v>
                </c:pt>
                <c:pt idx="3095">
                  <c:v>1.25</c:v>
                </c:pt>
                <c:pt idx="3096">
                  <c:v>1.25</c:v>
                </c:pt>
                <c:pt idx="3097">
                  <c:v>1.25</c:v>
                </c:pt>
                <c:pt idx="3098">
                  <c:v>1.25</c:v>
                </c:pt>
                <c:pt idx="3099">
                  <c:v>1.25</c:v>
                </c:pt>
                <c:pt idx="3100">
                  <c:v>1.25</c:v>
                </c:pt>
                <c:pt idx="3101">
                  <c:v>1.25</c:v>
                </c:pt>
                <c:pt idx="3102">
                  <c:v>1.25</c:v>
                </c:pt>
                <c:pt idx="3103">
                  <c:v>1.25</c:v>
                </c:pt>
                <c:pt idx="3104">
                  <c:v>1.25</c:v>
                </c:pt>
                <c:pt idx="3105">
                  <c:v>1.25</c:v>
                </c:pt>
                <c:pt idx="3106">
                  <c:v>1.25</c:v>
                </c:pt>
                <c:pt idx="3107">
                  <c:v>1.25</c:v>
                </c:pt>
                <c:pt idx="3108">
                  <c:v>1.25</c:v>
                </c:pt>
                <c:pt idx="3109">
                  <c:v>1.25</c:v>
                </c:pt>
                <c:pt idx="3110">
                  <c:v>1.25</c:v>
                </c:pt>
                <c:pt idx="3111">
                  <c:v>1.25</c:v>
                </c:pt>
                <c:pt idx="3112">
                  <c:v>1.25</c:v>
                </c:pt>
                <c:pt idx="3113">
                  <c:v>1.25</c:v>
                </c:pt>
                <c:pt idx="3114">
                  <c:v>1.25</c:v>
                </c:pt>
                <c:pt idx="3115">
                  <c:v>1.25</c:v>
                </c:pt>
                <c:pt idx="3116">
                  <c:v>1.25</c:v>
                </c:pt>
                <c:pt idx="3117">
                  <c:v>1.5</c:v>
                </c:pt>
                <c:pt idx="3118">
                  <c:v>1.5</c:v>
                </c:pt>
                <c:pt idx="3119">
                  <c:v>1.5</c:v>
                </c:pt>
                <c:pt idx="3120">
                  <c:v>1.5</c:v>
                </c:pt>
                <c:pt idx="3121">
                  <c:v>1.5</c:v>
                </c:pt>
                <c:pt idx="3122">
                  <c:v>1.5</c:v>
                </c:pt>
                <c:pt idx="3123">
                  <c:v>1.5</c:v>
                </c:pt>
                <c:pt idx="3124">
                  <c:v>1.5</c:v>
                </c:pt>
                <c:pt idx="3125">
                  <c:v>1.5</c:v>
                </c:pt>
                <c:pt idx="3126">
                  <c:v>1.5</c:v>
                </c:pt>
                <c:pt idx="3127">
                  <c:v>1.5</c:v>
                </c:pt>
                <c:pt idx="3128">
                  <c:v>1.5</c:v>
                </c:pt>
                <c:pt idx="3129">
                  <c:v>1.5</c:v>
                </c:pt>
                <c:pt idx="3130">
                  <c:v>1.5</c:v>
                </c:pt>
                <c:pt idx="3131">
                  <c:v>1.5</c:v>
                </c:pt>
                <c:pt idx="3132">
                  <c:v>1.5</c:v>
                </c:pt>
                <c:pt idx="3133">
                  <c:v>1.5</c:v>
                </c:pt>
                <c:pt idx="3134">
                  <c:v>1.5</c:v>
                </c:pt>
                <c:pt idx="3135">
                  <c:v>1.5</c:v>
                </c:pt>
                <c:pt idx="3136">
                  <c:v>1.5</c:v>
                </c:pt>
                <c:pt idx="3137">
                  <c:v>1.5</c:v>
                </c:pt>
                <c:pt idx="3138">
                  <c:v>1.5</c:v>
                </c:pt>
                <c:pt idx="3139">
                  <c:v>1.5</c:v>
                </c:pt>
                <c:pt idx="3140">
                  <c:v>1.5</c:v>
                </c:pt>
                <c:pt idx="3141">
                  <c:v>1.5</c:v>
                </c:pt>
                <c:pt idx="3142">
                  <c:v>1.5</c:v>
                </c:pt>
                <c:pt idx="3143">
                  <c:v>1.5</c:v>
                </c:pt>
                <c:pt idx="3144">
                  <c:v>1.5</c:v>
                </c:pt>
                <c:pt idx="3145">
                  <c:v>1.5</c:v>
                </c:pt>
                <c:pt idx="3146">
                  <c:v>1.5</c:v>
                </c:pt>
                <c:pt idx="3147">
                  <c:v>1.5</c:v>
                </c:pt>
                <c:pt idx="3148">
                  <c:v>1.5</c:v>
                </c:pt>
                <c:pt idx="3149">
                  <c:v>1.5</c:v>
                </c:pt>
                <c:pt idx="3150">
                  <c:v>1.5</c:v>
                </c:pt>
                <c:pt idx="3151">
                  <c:v>1.5</c:v>
                </c:pt>
                <c:pt idx="3152">
                  <c:v>1.5</c:v>
                </c:pt>
                <c:pt idx="3153">
                  <c:v>1.5</c:v>
                </c:pt>
                <c:pt idx="3154">
                  <c:v>1.5</c:v>
                </c:pt>
                <c:pt idx="3155">
                  <c:v>1.5</c:v>
                </c:pt>
                <c:pt idx="3156">
                  <c:v>1.5</c:v>
                </c:pt>
                <c:pt idx="3157">
                  <c:v>1.5</c:v>
                </c:pt>
                <c:pt idx="3158">
                  <c:v>1.5</c:v>
                </c:pt>
                <c:pt idx="3159">
                  <c:v>1.5</c:v>
                </c:pt>
                <c:pt idx="3160">
                  <c:v>1.5</c:v>
                </c:pt>
                <c:pt idx="3161">
                  <c:v>1.5</c:v>
                </c:pt>
                <c:pt idx="3162">
                  <c:v>1.5</c:v>
                </c:pt>
                <c:pt idx="3163">
                  <c:v>1.5</c:v>
                </c:pt>
                <c:pt idx="3164">
                  <c:v>1.5</c:v>
                </c:pt>
                <c:pt idx="3165">
                  <c:v>1.5</c:v>
                </c:pt>
                <c:pt idx="3166">
                  <c:v>1.5</c:v>
                </c:pt>
                <c:pt idx="3167">
                  <c:v>1.5</c:v>
                </c:pt>
                <c:pt idx="3168">
                  <c:v>1.5</c:v>
                </c:pt>
                <c:pt idx="3169">
                  <c:v>1.5</c:v>
                </c:pt>
                <c:pt idx="3170">
                  <c:v>1.5</c:v>
                </c:pt>
                <c:pt idx="3171">
                  <c:v>1.5</c:v>
                </c:pt>
                <c:pt idx="3172">
                  <c:v>1.5</c:v>
                </c:pt>
                <c:pt idx="3173">
                  <c:v>1.5</c:v>
                </c:pt>
                <c:pt idx="3174">
                  <c:v>1.5</c:v>
                </c:pt>
                <c:pt idx="3175">
                  <c:v>1.5</c:v>
                </c:pt>
                <c:pt idx="3176">
                  <c:v>1.5</c:v>
                </c:pt>
                <c:pt idx="3177">
                  <c:v>1.5</c:v>
                </c:pt>
                <c:pt idx="3178">
                  <c:v>1.5</c:v>
                </c:pt>
                <c:pt idx="3179">
                  <c:v>1.5</c:v>
                </c:pt>
                <c:pt idx="3180">
                  <c:v>1.5</c:v>
                </c:pt>
                <c:pt idx="3181">
                  <c:v>1.5</c:v>
                </c:pt>
                <c:pt idx="3182">
                  <c:v>1.5</c:v>
                </c:pt>
                <c:pt idx="3183">
                  <c:v>1.5</c:v>
                </c:pt>
                <c:pt idx="3184">
                  <c:v>1.5</c:v>
                </c:pt>
                <c:pt idx="3185">
                  <c:v>1.5</c:v>
                </c:pt>
                <c:pt idx="3186">
                  <c:v>1.5</c:v>
                </c:pt>
                <c:pt idx="3187">
                  <c:v>1.75</c:v>
                </c:pt>
                <c:pt idx="3188">
                  <c:v>1.75</c:v>
                </c:pt>
                <c:pt idx="3189">
                  <c:v>1.75</c:v>
                </c:pt>
                <c:pt idx="3190">
                  <c:v>1.75</c:v>
                </c:pt>
                <c:pt idx="3191">
                  <c:v>1.75</c:v>
                </c:pt>
                <c:pt idx="3192">
                  <c:v>1.75</c:v>
                </c:pt>
                <c:pt idx="3193">
                  <c:v>1.75</c:v>
                </c:pt>
                <c:pt idx="3194">
                  <c:v>1.75</c:v>
                </c:pt>
                <c:pt idx="3195">
                  <c:v>1.75</c:v>
                </c:pt>
                <c:pt idx="3196">
                  <c:v>1.75</c:v>
                </c:pt>
                <c:pt idx="3197">
                  <c:v>1.75</c:v>
                </c:pt>
                <c:pt idx="3198">
                  <c:v>1.75</c:v>
                </c:pt>
                <c:pt idx="3199">
                  <c:v>1.75</c:v>
                </c:pt>
                <c:pt idx="3200">
                  <c:v>1.75</c:v>
                </c:pt>
                <c:pt idx="3201">
                  <c:v>1.75</c:v>
                </c:pt>
                <c:pt idx="3202">
                  <c:v>1.75</c:v>
                </c:pt>
                <c:pt idx="3203">
                  <c:v>1.75</c:v>
                </c:pt>
                <c:pt idx="3204">
                  <c:v>1.75</c:v>
                </c:pt>
                <c:pt idx="3205">
                  <c:v>1.75</c:v>
                </c:pt>
                <c:pt idx="3206">
                  <c:v>1.75</c:v>
                </c:pt>
                <c:pt idx="3207">
                  <c:v>1.75</c:v>
                </c:pt>
                <c:pt idx="3208">
                  <c:v>1.75</c:v>
                </c:pt>
                <c:pt idx="3209">
                  <c:v>1.75</c:v>
                </c:pt>
                <c:pt idx="3210">
                  <c:v>1.75</c:v>
                </c:pt>
                <c:pt idx="3211">
                  <c:v>1.75</c:v>
                </c:pt>
                <c:pt idx="3212">
                  <c:v>1.75</c:v>
                </c:pt>
                <c:pt idx="3213">
                  <c:v>1.75</c:v>
                </c:pt>
                <c:pt idx="3214">
                  <c:v>1.75</c:v>
                </c:pt>
                <c:pt idx="3215">
                  <c:v>1.75</c:v>
                </c:pt>
                <c:pt idx="3216">
                  <c:v>1.75</c:v>
                </c:pt>
                <c:pt idx="3217">
                  <c:v>1.75</c:v>
                </c:pt>
                <c:pt idx="3218">
                  <c:v>1.75</c:v>
                </c:pt>
                <c:pt idx="3219">
                  <c:v>1.75</c:v>
                </c:pt>
                <c:pt idx="3220">
                  <c:v>1.75</c:v>
                </c:pt>
                <c:pt idx="3221">
                  <c:v>1.75</c:v>
                </c:pt>
                <c:pt idx="3222">
                  <c:v>1.75</c:v>
                </c:pt>
                <c:pt idx="3223">
                  <c:v>1.75</c:v>
                </c:pt>
                <c:pt idx="3224">
                  <c:v>1.75</c:v>
                </c:pt>
                <c:pt idx="3225">
                  <c:v>1.75</c:v>
                </c:pt>
                <c:pt idx="3226">
                  <c:v>1.75</c:v>
                </c:pt>
                <c:pt idx="3227">
                  <c:v>1.75</c:v>
                </c:pt>
                <c:pt idx="3228">
                  <c:v>1.75</c:v>
                </c:pt>
                <c:pt idx="3229">
                  <c:v>1.75</c:v>
                </c:pt>
                <c:pt idx="3230">
                  <c:v>1.75</c:v>
                </c:pt>
                <c:pt idx="3231">
                  <c:v>1.75</c:v>
                </c:pt>
                <c:pt idx="3232">
                  <c:v>1.75</c:v>
                </c:pt>
                <c:pt idx="3233">
                  <c:v>1.75</c:v>
                </c:pt>
                <c:pt idx="3234">
                  <c:v>1.75</c:v>
                </c:pt>
                <c:pt idx="3235">
                  <c:v>1.75</c:v>
                </c:pt>
                <c:pt idx="3236">
                  <c:v>1.75</c:v>
                </c:pt>
                <c:pt idx="3237">
                  <c:v>1.75</c:v>
                </c:pt>
                <c:pt idx="3238">
                  <c:v>1.75</c:v>
                </c:pt>
                <c:pt idx="3239">
                  <c:v>1.75</c:v>
                </c:pt>
                <c:pt idx="3240">
                  <c:v>1.75</c:v>
                </c:pt>
                <c:pt idx="3241">
                  <c:v>1.75</c:v>
                </c:pt>
                <c:pt idx="3242">
                  <c:v>1.75</c:v>
                </c:pt>
                <c:pt idx="3243">
                  <c:v>1.75</c:v>
                </c:pt>
                <c:pt idx="3244">
                  <c:v>1.75</c:v>
                </c:pt>
                <c:pt idx="3245">
                  <c:v>1.75</c:v>
                </c:pt>
                <c:pt idx="3246">
                  <c:v>1.75</c:v>
                </c:pt>
                <c:pt idx="3247">
                  <c:v>2</c:v>
                </c:pt>
                <c:pt idx="3248">
                  <c:v>2</c:v>
                </c:pt>
                <c:pt idx="3249">
                  <c:v>2</c:v>
                </c:pt>
                <c:pt idx="3250">
                  <c:v>2</c:v>
                </c:pt>
                <c:pt idx="3251">
                  <c:v>2</c:v>
                </c:pt>
                <c:pt idx="3252">
                  <c:v>2</c:v>
                </c:pt>
                <c:pt idx="3253">
                  <c:v>2</c:v>
                </c:pt>
                <c:pt idx="3254">
                  <c:v>2</c:v>
                </c:pt>
                <c:pt idx="3255">
                  <c:v>2</c:v>
                </c:pt>
                <c:pt idx="3256">
                  <c:v>2</c:v>
                </c:pt>
                <c:pt idx="3257">
                  <c:v>2</c:v>
                </c:pt>
                <c:pt idx="3258">
                  <c:v>2</c:v>
                </c:pt>
                <c:pt idx="3259">
                  <c:v>2</c:v>
                </c:pt>
                <c:pt idx="3260">
                  <c:v>2</c:v>
                </c:pt>
                <c:pt idx="3261">
                  <c:v>2</c:v>
                </c:pt>
                <c:pt idx="3262">
                  <c:v>2</c:v>
                </c:pt>
                <c:pt idx="3263">
                  <c:v>2</c:v>
                </c:pt>
                <c:pt idx="3264">
                  <c:v>2</c:v>
                </c:pt>
                <c:pt idx="3265">
                  <c:v>2</c:v>
                </c:pt>
                <c:pt idx="3266">
                  <c:v>2</c:v>
                </c:pt>
                <c:pt idx="3267">
                  <c:v>2</c:v>
                </c:pt>
                <c:pt idx="3268">
                  <c:v>2</c:v>
                </c:pt>
                <c:pt idx="3269">
                  <c:v>2</c:v>
                </c:pt>
                <c:pt idx="3270">
                  <c:v>2</c:v>
                </c:pt>
                <c:pt idx="3271">
                  <c:v>2</c:v>
                </c:pt>
                <c:pt idx="3272">
                  <c:v>2</c:v>
                </c:pt>
                <c:pt idx="3273">
                  <c:v>2</c:v>
                </c:pt>
                <c:pt idx="3274">
                  <c:v>2</c:v>
                </c:pt>
                <c:pt idx="3275">
                  <c:v>2</c:v>
                </c:pt>
                <c:pt idx="3276">
                  <c:v>2</c:v>
                </c:pt>
                <c:pt idx="3277">
                  <c:v>2</c:v>
                </c:pt>
                <c:pt idx="3278">
                  <c:v>2</c:v>
                </c:pt>
                <c:pt idx="3279">
                  <c:v>2</c:v>
                </c:pt>
                <c:pt idx="3280">
                  <c:v>2</c:v>
                </c:pt>
                <c:pt idx="3281">
                  <c:v>2</c:v>
                </c:pt>
                <c:pt idx="3282">
                  <c:v>2</c:v>
                </c:pt>
                <c:pt idx="3283">
                  <c:v>2</c:v>
                </c:pt>
                <c:pt idx="3284">
                  <c:v>2</c:v>
                </c:pt>
                <c:pt idx="3285">
                  <c:v>2</c:v>
                </c:pt>
                <c:pt idx="3286">
                  <c:v>2</c:v>
                </c:pt>
                <c:pt idx="3287">
                  <c:v>2</c:v>
                </c:pt>
                <c:pt idx="3288">
                  <c:v>2</c:v>
                </c:pt>
                <c:pt idx="3289">
                  <c:v>2</c:v>
                </c:pt>
                <c:pt idx="3290">
                  <c:v>2</c:v>
                </c:pt>
                <c:pt idx="3291">
                  <c:v>2</c:v>
                </c:pt>
                <c:pt idx="3292">
                  <c:v>2</c:v>
                </c:pt>
                <c:pt idx="3293">
                  <c:v>2</c:v>
                </c:pt>
                <c:pt idx="3294">
                  <c:v>2</c:v>
                </c:pt>
                <c:pt idx="3295">
                  <c:v>2</c:v>
                </c:pt>
                <c:pt idx="3296">
                  <c:v>2</c:v>
                </c:pt>
                <c:pt idx="3297">
                  <c:v>2</c:v>
                </c:pt>
                <c:pt idx="3298">
                  <c:v>2</c:v>
                </c:pt>
                <c:pt idx="3299">
                  <c:v>2</c:v>
                </c:pt>
                <c:pt idx="3300">
                  <c:v>2</c:v>
                </c:pt>
                <c:pt idx="3301">
                  <c:v>2</c:v>
                </c:pt>
                <c:pt idx="3302">
                  <c:v>2</c:v>
                </c:pt>
                <c:pt idx="3303">
                  <c:v>2</c:v>
                </c:pt>
                <c:pt idx="3304">
                  <c:v>2</c:v>
                </c:pt>
                <c:pt idx="3305">
                  <c:v>2</c:v>
                </c:pt>
                <c:pt idx="3306">
                  <c:v>2</c:v>
                </c:pt>
                <c:pt idx="3307">
                  <c:v>2</c:v>
                </c:pt>
                <c:pt idx="3308">
                  <c:v>2</c:v>
                </c:pt>
                <c:pt idx="3309">
                  <c:v>2</c:v>
                </c:pt>
                <c:pt idx="3310">
                  <c:v>2</c:v>
                </c:pt>
                <c:pt idx="3311">
                  <c:v>2</c:v>
                </c:pt>
                <c:pt idx="3312">
                  <c:v>2</c:v>
                </c:pt>
                <c:pt idx="3313">
                  <c:v>2</c:v>
                </c:pt>
                <c:pt idx="3314">
                  <c:v>2</c:v>
                </c:pt>
                <c:pt idx="3315">
                  <c:v>2</c:v>
                </c:pt>
                <c:pt idx="3316">
                  <c:v>2</c:v>
                </c:pt>
                <c:pt idx="3317">
                  <c:v>2</c:v>
                </c:pt>
                <c:pt idx="3318">
                  <c:v>2</c:v>
                </c:pt>
                <c:pt idx="3319">
                  <c:v>2</c:v>
                </c:pt>
                <c:pt idx="3320">
                  <c:v>2</c:v>
                </c:pt>
                <c:pt idx="3321">
                  <c:v>2</c:v>
                </c:pt>
                <c:pt idx="3322">
                  <c:v>2.25</c:v>
                </c:pt>
                <c:pt idx="3323">
                  <c:v>2.25</c:v>
                </c:pt>
                <c:pt idx="3324">
                  <c:v>2.25</c:v>
                </c:pt>
                <c:pt idx="3325">
                  <c:v>2.25</c:v>
                </c:pt>
                <c:pt idx="3326">
                  <c:v>2.25</c:v>
                </c:pt>
                <c:pt idx="3327">
                  <c:v>2.25</c:v>
                </c:pt>
                <c:pt idx="3328">
                  <c:v>2.25</c:v>
                </c:pt>
                <c:pt idx="3329">
                  <c:v>2.25</c:v>
                </c:pt>
                <c:pt idx="3330">
                  <c:v>2.25</c:v>
                </c:pt>
                <c:pt idx="3331">
                  <c:v>2.25</c:v>
                </c:pt>
                <c:pt idx="3332">
                  <c:v>2.25</c:v>
                </c:pt>
                <c:pt idx="3333">
                  <c:v>2.25</c:v>
                </c:pt>
                <c:pt idx="3334">
                  <c:v>2.25</c:v>
                </c:pt>
                <c:pt idx="3335">
                  <c:v>2.25</c:v>
                </c:pt>
                <c:pt idx="3336">
                  <c:v>2.25</c:v>
                </c:pt>
                <c:pt idx="3337">
                  <c:v>2.25</c:v>
                </c:pt>
                <c:pt idx="3338">
                  <c:v>2.25</c:v>
                </c:pt>
                <c:pt idx="3339">
                  <c:v>2.25</c:v>
                </c:pt>
                <c:pt idx="3340">
                  <c:v>2.25</c:v>
                </c:pt>
                <c:pt idx="3341">
                  <c:v>2.25</c:v>
                </c:pt>
                <c:pt idx="3342">
                  <c:v>2.25</c:v>
                </c:pt>
                <c:pt idx="3343">
                  <c:v>2.25</c:v>
                </c:pt>
                <c:pt idx="3344">
                  <c:v>2.25</c:v>
                </c:pt>
                <c:pt idx="3345">
                  <c:v>2.25</c:v>
                </c:pt>
                <c:pt idx="3346">
                  <c:v>2.25</c:v>
                </c:pt>
                <c:pt idx="3347">
                  <c:v>2.25</c:v>
                </c:pt>
                <c:pt idx="3348">
                  <c:v>2.25</c:v>
                </c:pt>
                <c:pt idx="3349">
                  <c:v>2.25</c:v>
                </c:pt>
                <c:pt idx="3350">
                  <c:v>2.25</c:v>
                </c:pt>
                <c:pt idx="3351">
                  <c:v>2.25</c:v>
                </c:pt>
                <c:pt idx="3352">
                  <c:v>2.25</c:v>
                </c:pt>
                <c:pt idx="3353">
                  <c:v>2.25</c:v>
                </c:pt>
                <c:pt idx="3354">
                  <c:v>2.25</c:v>
                </c:pt>
                <c:pt idx="3355">
                  <c:v>2.25</c:v>
                </c:pt>
                <c:pt idx="3356">
                  <c:v>2.25</c:v>
                </c:pt>
                <c:pt idx="3357">
                  <c:v>2.25</c:v>
                </c:pt>
                <c:pt idx="3358">
                  <c:v>2.25</c:v>
                </c:pt>
                <c:pt idx="3359">
                  <c:v>2.25</c:v>
                </c:pt>
                <c:pt idx="3360">
                  <c:v>2.25</c:v>
                </c:pt>
                <c:pt idx="3361">
                  <c:v>2.25</c:v>
                </c:pt>
                <c:pt idx="3362">
                  <c:v>2.25</c:v>
                </c:pt>
                <c:pt idx="3363">
                  <c:v>2.25</c:v>
                </c:pt>
                <c:pt idx="3364">
                  <c:v>2.25</c:v>
                </c:pt>
                <c:pt idx="3365">
                  <c:v>2.25</c:v>
                </c:pt>
                <c:pt idx="3366">
                  <c:v>2.25</c:v>
                </c:pt>
                <c:pt idx="3367">
                  <c:v>2.25</c:v>
                </c:pt>
                <c:pt idx="3368">
                  <c:v>2.25</c:v>
                </c:pt>
                <c:pt idx="3369">
                  <c:v>2.25</c:v>
                </c:pt>
                <c:pt idx="3370">
                  <c:v>2.25</c:v>
                </c:pt>
                <c:pt idx="3371">
                  <c:v>2.25</c:v>
                </c:pt>
                <c:pt idx="3372">
                  <c:v>2.25</c:v>
                </c:pt>
                <c:pt idx="3373">
                  <c:v>2.25</c:v>
                </c:pt>
                <c:pt idx="3374">
                  <c:v>2.25</c:v>
                </c:pt>
                <c:pt idx="3375">
                  <c:v>2.25</c:v>
                </c:pt>
                <c:pt idx="3376">
                  <c:v>2.25</c:v>
                </c:pt>
                <c:pt idx="3377">
                  <c:v>2.25</c:v>
                </c:pt>
                <c:pt idx="3378">
                  <c:v>2.25</c:v>
                </c:pt>
                <c:pt idx="3379">
                  <c:v>2.25</c:v>
                </c:pt>
                <c:pt idx="3380">
                  <c:v>2.25</c:v>
                </c:pt>
                <c:pt idx="3381">
                  <c:v>2.25</c:v>
                </c:pt>
                <c:pt idx="3382">
                  <c:v>2.5</c:v>
                </c:pt>
                <c:pt idx="3383">
                  <c:v>2.5</c:v>
                </c:pt>
                <c:pt idx="3384">
                  <c:v>2.5</c:v>
                </c:pt>
                <c:pt idx="3385">
                  <c:v>2.5</c:v>
                </c:pt>
                <c:pt idx="3386">
                  <c:v>2.5</c:v>
                </c:pt>
                <c:pt idx="3387">
                  <c:v>2.5</c:v>
                </c:pt>
                <c:pt idx="3388">
                  <c:v>2.5</c:v>
                </c:pt>
                <c:pt idx="3389">
                  <c:v>2.5</c:v>
                </c:pt>
                <c:pt idx="3390">
                  <c:v>2.5</c:v>
                </c:pt>
                <c:pt idx="3391">
                  <c:v>2.5</c:v>
                </c:pt>
                <c:pt idx="3392">
                  <c:v>2.5</c:v>
                </c:pt>
                <c:pt idx="3393">
                  <c:v>2.5</c:v>
                </c:pt>
                <c:pt idx="3394">
                  <c:v>2.5</c:v>
                </c:pt>
                <c:pt idx="3395">
                  <c:v>2.5</c:v>
                </c:pt>
                <c:pt idx="3396">
                  <c:v>2.5</c:v>
                </c:pt>
                <c:pt idx="3397">
                  <c:v>2.5</c:v>
                </c:pt>
                <c:pt idx="3398">
                  <c:v>2.5</c:v>
                </c:pt>
                <c:pt idx="3399">
                  <c:v>2.5</c:v>
                </c:pt>
                <c:pt idx="3400">
                  <c:v>2.5</c:v>
                </c:pt>
                <c:pt idx="3401">
                  <c:v>2.5</c:v>
                </c:pt>
                <c:pt idx="3402">
                  <c:v>2.5</c:v>
                </c:pt>
                <c:pt idx="3403">
                  <c:v>2.5</c:v>
                </c:pt>
                <c:pt idx="3404">
                  <c:v>2.5</c:v>
                </c:pt>
                <c:pt idx="3405">
                  <c:v>2.5</c:v>
                </c:pt>
                <c:pt idx="3406">
                  <c:v>2.5</c:v>
                </c:pt>
                <c:pt idx="3407">
                  <c:v>2.5</c:v>
                </c:pt>
                <c:pt idx="3408">
                  <c:v>2.5</c:v>
                </c:pt>
                <c:pt idx="3409">
                  <c:v>2.5</c:v>
                </c:pt>
                <c:pt idx="3410">
                  <c:v>2.5</c:v>
                </c:pt>
                <c:pt idx="3411">
                  <c:v>2.5</c:v>
                </c:pt>
                <c:pt idx="3412">
                  <c:v>2.5</c:v>
                </c:pt>
                <c:pt idx="3413">
                  <c:v>2.5</c:v>
                </c:pt>
                <c:pt idx="3414">
                  <c:v>2.5</c:v>
                </c:pt>
                <c:pt idx="3415">
                  <c:v>2.5</c:v>
                </c:pt>
                <c:pt idx="3416">
                  <c:v>2.5</c:v>
                </c:pt>
                <c:pt idx="3417">
                  <c:v>2.5</c:v>
                </c:pt>
                <c:pt idx="3418">
                  <c:v>2.5</c:v>
                </c:pt>
                <c:pt idx="3419">
                  <c:v>2.5</c:v>
                </c:pt>
                <c:pt idx="3420">
                  <c:v>2.5</c:v>
                </c:pt>
                <c:pt idx="3421">
                  <c:v>2.5</c:v>
                </c:pt>
                <c:pt idx="3422">
                  <c:v>2.5</c:v>
                </c:pt>
                <c:pt idx="3423">
                  <c:v>2.5</c:v>
                </c:pt>
                <c:pt idx="3424">
                  <c:v>2.5</c:v>
                </c:pt>
                <c:pt idx="3425">
                  <c:v>2.5</c:v>
                </c:pt>
                <c:pt idx="3426">
                  <c:v>2.5</c:v>
                </c:pt>
                <c:pt idx="3427">
                  <c:v>2.5</c:v>
                </c:pt>
                <c:pt idx="3428">
                  <c:v>2.5</c:v>
                </c:pt>
                <c:pt idx="3429">
                  <c:v>2.5</c:v>
                </c:pt>
                <c:pt idx="3430">
                  <c:v>2.5</c:v>
                </c:pt>
                <c:pt idx="3431">
                  <c:v>2.5</c:v>
                </c:pt>
                <c:pt idx="3432">
                  <c:v>2.5</c:v>
                </c:pt>
                <c:pt idx="3433">
                  <c:v>2.5</c:v>
                </c:pt>
                <c:pt idx="3434">
                  <c:v>2.5</c:v>
                </c:pt>
                <c:pt idx="3435">
                  <c:v>2.5</c:v>
                </c:pt>
                <c:pt idx="3436">
                  <c:v>2.5</c:v>
                </c:pt>
                <c:pt idx="3437">
                  <c:v>2.5</c:v>
                </c:pt>
                <c:pt idx="3438">
                  <c:v>2.5</c:v>
                </c:pt>
                <c:pt idx="3439">
                  <c:v>2.5</c:v>
                </c:pt>
                <c:pt idx="3440">
                  <c:v>2.5</c:v>
                </c:pt>
                <c:pt idx="3441">
                  <c:v>2.5</c:v>
                </c:pt>
                <c:pt idx="3442">
                  <c:v>2.5</c:v>
                </c:pt>
                <c:pt idx="3443">
                  <c:v>2.5</c:v>
                </c:pt>
                <c:pt idx="3444">
                  <c:v>2.5</c:v>
                </c:pt>
                <c:pt idx="3445">
                  <c:v>2.5</c:v>
                </c:pt>
                <c:pt idx="3446">
                  <c:v>2.5</c:v>
                </c:pt>
                <c:pt idx="3447">
                  <c:v>2.5</c:v>
                </c:pt>
                <c:pt idx="3448">
                  <c:v>2.5</c:v>
                </c:pt>
                <c:pt idx="3449">
                  <c:v>2.5</c:v>
                </c:pt>
                <c:pt idx="3450">
                  <c:v>2.5</c:v>
                </c:pt>
                <c:pt idx="3451">
                  <c:v>2.5</c:v>
                </c:pt>
                <c:pt idx="3452">
                  <c:v>2.5</c:v>
                </c:pt>
                <c:pt idx="3453">
                  <c:v>2.5</c:v>
                </c:pt>
                <c:pt idx="3454">
                  <c:v>2.5</c:v>
                </c:pt>
                <c:pt idx="3455">
                  <c:v>2.5</c:v>
                </c:pt>
                <c:pt idx="3456">
                  <c:v>2.5</c:v>
                </c:pt>
                <c:pt idx="3457">
                  <c:v>2.5</c:v>
                </c:pt>
                <c:pt idx="3458">
                  <c:v>2.5</c:v>
                </c:pt>
                <c:pt idx="3459">
                  <c:v>2.5</c:v>
                </c:pt>
                <c:pt idx="3460">
                  <c:v>2.5</c:v>
                </c:pt>
                <c:pt idx="3461">
                  <c:v>2.5</c:v>
                </c:pt>
                <c:pt idx="3462">
                  <c:v>2.5</c:v>
                </c:pt>
                <c:pt idx="3463">
                  <c:v>2.5</c:v>
                </c:pt>
                <c:pt idx="3464">
                  <c:v>2.5</c:v>
                </c:pt>
                <c:pt idx="3465">
                  <c:v>2.5</c:v>
                </c:pt>
                <c:pt idx="3466">
                  <c:v>2.5</c:v>
                </c:pt>
                <c:pt idx="3467">
                  <c:v>2.5</c:v>
                </c:pt>
                <c:pt idx="3468">
                  <c:v>2.5</c:v>
                </c:pt>
                <c:pt idx="3469">
                  <c:v>2.5</c:v>
                </c:pt>
                <c:pt idx="3470">
                  <c:v>2.5</c:v>
                </c:pt>
                <c:pt idx="3471">
                  <c:v>2.5</c:v>
                </c:pt>
                <c:pt idx="3472">
                  <c:v>2.5</c:v>
                </c:pt>
                <c:pt idx="3473">
                  <c:v>2.5</c:v>
                </c:pt>
                <c:pt idx="3474">
                  <c:v>2.5</c:v>
                </c:pt>
                <c:pt idx="3475">
                  <c:v>2.5</c:v>
                </c:pt>
                <c:pt idx="3476">
                  <c:v>2.5</c:v>
                </c:pt>
                <c:pt idx="3477">
                  <c:v>2.5</c:v>
                </c:pt>
                <c:pt idx="3478">
                  <c:v>2.5</c:v>
                </c:pt>
                <c:pt idx="3479">
                  <c:v>2.5</c:v>
                </c:pt>
                <c:pt idx="3480">
                  <c:v>2.5</c:v>
                </c:pt>
                <c:pt idx="3481">
                  <c:v>2.5</c:v>
                </c:pt>
                <c:pt idx="3482">
                  <c:v>2.5</c:v>
                </c:pt>
                <c:pt idx="3483">
                  <c:v>2.5</c:v>
                </c:pt>
                <c:pt idx="3484">
                  <c:v>2.5</c:v>
                </c:pt>
                <c:pt idx="3485">
                  <c:v>2.5</c:v>
                </c:pt>
                <c:pt idx="3486">
                  <c:v>2.5</c:v>
                </c:pt>
                <c:pt idx="3487">
                  <c:v>2.5</c:v>
                </c:pt>
                <c:pt idx="3488">
                  <c:v>2.5</c:v>
                </c:pt>
                <c:pt idx="3489">
                  <c:v>2.5</c:v>
                </c:pt>
                <c:pt idx="3490">
                  <c:v>2.5</c:v>
                </c:pt>
                <c:pt idx="3491">
                  <c:v>2.5</c:v>
                </c:pt>
                <c:pt idx="3492">
                  <c:v>2.5</c:v>
                </c:pt>
                <c:pt idx="3493">
                  <c:v>2.5</c:v>
                </c:pt>
                <c:pt idx="3494">
                  <c:v>2.5</c:v>
                </c:pt>
                <c:pt idx="3495">
                  <c:v>2.5</c:v>
                </c:pt>
                <c:pt idx="3496">
                  <c:v>2.5</c:v>
                </c:pt>
                <c:pt idx="3497">
                  <c:v>2.5</c:v>
                </c:pt>
                <c:pt idx="3498">
                  <c:v>2.5</c:v>
                </c:pt>
                <c:pt idx="3499">
                  <c:v>2.5</c:v>
                </c:pt>
                <c:pt idx="3500">
                  <c:v>2.5</c:v>
                </c:pt>
                <c:pt idx="3501">
                  <c:v>2.5</c:v>
                </c:pt>
                <c:pt idx="3502">
                  <c:v>2.5</c:v>
                </c:pt>
                <c:pt idx="3503">
                  <c:v>2.5</c:v>
                </c:pt>
                <c:pt idx="3504">
                  <c:v>2.5</c:v>
                </c:pt>
                <c:pt idx="3505">
                  <c:v>2.5</c:v>
                </c:pt>
                <c:pt idx="3506">
                  <c:v>2.5</c:v>
                </c:pt>
                <c:pt idx="3507">
                  <c:v>2.5</c:v>
                </c:pt>
                <c:pt idx="3508">
                  <c:v>2.5</c:v>
                </c:pt>
                <c:pt idx="3509">
                  <c:v>2.5</c:v>
                </c:pt>
                <c:pt idx="3510">
                  <c:v>2.5</c:v>
                </c:pt>
                <c:pt idx="3511">
                  <c:v>2.5</c:v>
                </c:pt>
                <c:pt idx="3512">
                  <c:v>2.5</c:v>
                </c:pt>
                <c:pt idx="3513">
                  <c:v>2.5</c:v>
                </c:pt>
                <c:pt idx="3514">
                  <c:v>2.5</c:v>
                </c:pt>
                <c:pt idx="3515">
                  <c:v>2.5</c:v>
                </c:pt>
                <c:pt idx="3516">
                  <c:v>2.5</c:v>
                </c:pt>
                <c:pt idx="3517">
                  <c:v>2.5</c:v>
                </c:pt>
                <c:pt idx="3518">
                  <c:v>2.5</c:v>
                </c:pt>
                <c:pt idx="3519">
                  <c:v>2.5</c:v>
                </c:pt>
                <c:pt idx="3520">
                  <c:v>2.5</c:v>
                </c:pt>
                <c:pt idx="3521">
                  <c:v>2.5</c:v>
                </c:pt>
                <c:pt idx="3522">
                  <c:v>2.5</c:v>
                </c:pt>
                <c:pt idx="3523">
                  <c:v>2.5</c:v>
                </c:pt>
                <c:pt idx="3524">
                  <c:v>2.5</c:v>
                </c:pt>
                <c:pt idx="3525">
                  <c:v>2.5</c:v>
                </c:pt>
                <c:pt idx="3526">
                  <c:v>2.5</c:v>
                </c:pt>
                <c:pt idx="3527">
                  <c:v>2.5</c:v>
                </c:pt>
                <c:pt idx="3528">
                  <c:v>2.5</c:v>
                </c:pt>
                <c:pt idx="3529">
                  <c:v>2.5</c:v>
                </c:pt>
                <c:pt idx="3530">
                  <c:v>2.5</c:v>
                </c:pt>
                <c:pt idx="3531">
                  <c:v>2.5</c:v>
                </c:pt>
                <c:pt idx="3532">
                  <c:v>2.5</c:v>
                </c:pt>
                <c:pt idx="3533">
                  <c:v>2.5</c:v>
                </c:pt>
                <c:pt idx="3534">
                  <c:v>2.5</c:v>
                </c:pt>
                <c:pt idx="3535">
                  <c:v>2.5</c:v>
                </c:pt>
                <c:pt idx="3536">
                  <c:v>2.5</c:v>
                </c:pt>
                <c:pt idx="3537">
                  <c:v>2.5</c:v>
                </c:pt>
                <c:pt idx="3538">
                  <c:v>2.5</c:v>
                </c:pt>
                <c:pt idx="3539">
                  <c:v>2.5</c:v>
                </c:pt>
                <c:pt idx="3540">
                  <c:v>2.5</c:v>
                </c:pt>
                <c:pt idx="3541">
                  <c:v>2.5</c:v>
                </c:pt>
                <c:pt idx="3542">
                  <c:v>2.25</c:v>
                </c:pt>
                <c:pt idx="3543">
                  <c:v>2.25</c:v>
                </c:pt>
                <c:pt idx="3544">
                  <c:v>2.25</c:v>
                </c:pt>
                <c:pt idx="3545">
                  <c:v>2.25</c:v>
                </c:pt>
                <c:pt idx="3546">
                  <c:v>2.25</c:v>
                </c:pt>
                <c:pt idx="3547">
                  <c:v>2.25</c:v>
                </c:pt>
                <c:pt idx="3548">
                  <c:v>2.25</c:v>
                </c:pt>
                <c:pt idx="3549">
                  <c:v>2.25</c:v>
                </c:pt>
                <c:pt idx="3550">
                  <c:v>2.25</c:v>
                </c:pt>
                <c:pt idx="3551">
                  <c:v>2.25</c:v>
                </c:pt>
                <c:pt idx="3552">
                  <c:v>2.25</c:v>
                </c:pt>
                <c:pt idx="3553">
                  <c:v>2.25</c:v>
                </c:pt>
                <c:pt idx="3554">
                  <c:v>2.25</c:v>
                </c:pt>
                <c:pt idx="3555">
                  <c:v>2.25</c:v>
                </c:pt>
                <c:pt idx="3556">
                  <c:v>2.25</c:v>
                </c:pt>
                <c:pt idx="3557">
                  <c:v>2.25</c:v>
                </c:pt>
                <c:pt idx="3558">
                  <c:v>2.25</c:v>
                </c:pt>
                <c:pt idx="3559">
                  <c:v>2.25</c:v>
                </c:pt>
                <c:pt idx="3560">
                  <c:v>2.25</c:v>
                </c:pt>
                <c:pt idx="3561">
                  <c:v>2.25</c:v>
                </c:pt>
                <c:pt idx="3562">
                  <c:v>2.25</c:v>
                </c:pt>
                <c:pt idx="3563">
                  <c:v>2.25</c:v>
                </c:pt>
                <c:pt idx="3564">
                  <c:v>2.25</c:v>
                </c:pt>
                <c:pt idx="3565">
                  <c:v>2.25</c:v>
                </c:pt>
                <c:pt idx="3566">
                  <c:v>2.25</c:v>
                </c:pt>
                <c:pt idx="3567">
                  <c:v>2.25</c:v>
                </c:pt>
                <c:pt idx="3568">
                  <c:v>2.25</c:v>
                </c:pt>
                <c:pt idx="3569">
                  <c:v>2.25</c:v>
                </c:pt>
                <c:pt idx="3570">
                  <c:v>2.25</c:v>
                </c:pt>
                <c:pt idx="3571">
                  <c:v>2.25</c:v>
                </c:pt>
                <c:pt idx="3572">
                  <c:v>2.25</c:v>
                </c:pt>
                <c:pt idx="3573">
                  <c:v>2.25</c:v>
                </c:pt>
                <c:pt idx="3574">
                  <c:v>2.25</c:v>
                </c:pt>
                <c:pt idx="3575">
                  <c:v>2.25</c:v>
                </c:pt>
                <c:pt idx="3576">
                  <c:v>2.25</c:v>
                </c:pt>
                <c:pt idx="3577">
                  <c:v>2</c:v>
                </c:pt>
                <c:pt idx="3578">
                  <c:v>2</c:v>
                </c:pt>
                <c:pt idx="3579">
                  <c:v>2</c:v>
                </c:pt>
                <c:pt idx="3580">
                  <c:v>2</c:v>
                </c:pt>
                <c:pt idx="3581">
                  <c:v>2</c:v>
                </c:pt>
                <c:pt idx="3582">
                  <c:v>2</c:v>
                </c:pt>
                <c:pt idx="3583">
                  <c:v>2</c:v>
                </c:pt>
                <c:pt idx="3584">
                  <c:v>2</c:v>
                </c:pt>
                <c:pt idx="3585">
                  <c:v>2</c:v>
                </c:pt>
                <c:pt idx="3586">
                  <c:v>2</c:v>
                </c:pt>
                <c:pt idx="3587">
                  <c:v>2</c:v>
                </c:pt>
                <c:pt idx="3588">
                  <c:v>2</c:v>
                </c:pt>
                <c:pt idx="3589">
                  <c:v>2</c:v>
                </c:pt>
                <c:pt idx="3590">
                  <c:v>2</c:v>
                </c:pt>
                <c:pt idx="3591">
                  <c:v>2</c:v>
                </c:pt>
                <c:pt idx="3592">
                  <c:v>2</c:v>
                </c:pt>
                <c:pt idx="3593">
                  <c:v>2</c:v>
                </c:pt>
                <c:pt idx="3594">
                  <c:v>2</c:v>
                </c:pt>
                <c:pt idx="3595">
                  <c:v>2</c:v>
                </c:pt>
                <c:pt idx="3596">
                  <c:v>2</c:v>
                </c:pt>
                <c:pt idx="3597">
                  <c:v>2</c:v>
                </c:pt>
                <c:pt idx="3598">
                  <c:v>2</c:v>
                </c:pt>
                <c:pt idx="3599">
                  <c:v>2</c:v>
                </c:pt>
                <c:pt idx="3600">
                  <c:v>2</c:v>
                </c:pt>
                <c:pt idx="3601">
                  <c:v>2</c:v>
                </c:pt>
                <c:pt idx="3602">
                  <c:v>2</c:v>
                </c:pt>
                <c:pt idx="3603">
                  <c:v>2</c:v>
                </c:pt>
                <c:pt idx="3604">
                  <c:v>2</c:v>
                </c:pt>
                <c:pt idx="3605">
                  <c:v>2</c:v>
                </c:pt>
                <c:pt idx="3606">
                  <c:v>2</c:v>
                </c:pt>
                <c:pt idx="3607">
                  <c:v>1.75</c:v>
                </c:pt>
                <c:pt idx="3608">
                  <c:v>1.75</c:v>
                </c:pt>
                <c:pt idx="3609">
                  <c:v>1.75</c:v>
                </c:pt>
                <c:pt idx="3610">
                  <c:v>1.75</c:v>
                </c:pt>
                <c:pt idx="3611">
                  <c:v>1.75</c:v>
                </c:pt>
                <c:pt idx="3612">
                  <c:v>1.75</c:v>
                </c:pt>
                <c:pt idx="3613">
                  <c:v>1.75</c:v>
                </c:pt>
                <c:pt idx="3614">
                  <c:v>1.75</c:v>
                </c:pt>
                <c:pt idx="3615">
                  <c:v>1.75</c:v>
                </c:pt>
                <c:pt idx="3616">
                  <c:v>1.75</c:v>
                </c:pt>
                <c:pt idx="3617">
                  <c:v>1.75</c:v>
                </c:pt>
                <c:pt idx="3618">
                  <c:v>1.75</c:v>
                </c:pt>
                <c:pt idx="3619">
                  <c:v>1.75</c:v>
                </c:pt>
                <c:pt idx="3620">
                  <c:v>1.75</c:v>
                </c:pt>
                <c:pt idx="3621">
                  <c:v>1.75</c:v>
                </c:pt>
                <c:pt idx="3622">
                  <c:v>1.75</c:v>
                </c:pt>
                <c:pt idx="3623">
                  <c:v>1.75</c:v>
                </c:pt>
                <c:pt idx="3624">
                  <c:v>1.75</c:v>
                </c:pt>
                <c:pt idx="3625">
                  <c:v>1.75</c:v>
                </c:pt>
                <c:pt idx="3626">
                  <c:v>1.75</c:v>
                </c:pt>
                <c:pt idx="3627">
                  <c:v>1.75</c:v>
                </c:pt>
                <c:pt idx="3628">
                  <c:v>1.75</c:v>
                </c:pt>
                <c:pt idx="3629">
                  <c:v>1.75</c:v>
                </c:pt>
                <c:pt idx="3630">
                  <c:v>1.75</c:v>
                </c:pt>
                <c:pt idx="3631">
                  <c:v>1.75</c:v>
                </c:pt>
                <c:pt idx="3632">
                  <c:v>1.75</c:v>
                </c:pt>
                <c:pt idx="3633">
                  <c:v>1.75</c:v>
                </c:pt>
                <c:pt idx="3634">
                  <c:v>1.75</c:v>
                </c:pt>
                <c:pt idx="3635">
                  <c:v>1.75</c:v>
                </c:pt>
                <c:pt idx="3636">
                  <c:v>1.75</c:v>
                </c:pt>
                <c:pt idx="3637">
                  <c:v>1.75</c:v>
                </c:pt>
                <c:pt idx="3638">
                  <c:v>1.75</c:v>
                </c:pt>
                <c:pt idx="3639">
                  <c:v>1.75</c:v>
                </c:pt>
                <c:pt idx="3640">
                  <c:v>1.75</c:v>
                </c:pt>
                <c:pt idx="3641">
                  <c:v>1.75</c:v>
                </c:pt>
                <c:pt idx="3642">
                  <c:v>1.75</c:v>
                </c:pt>
                <c:pt idx="3643">
                  <c:v>1.75</c:v>
                </c:pt>
                <c:pt idx="3644">
                  <c:v>1.75</c:v>
                </c:pt>
                <c:pt idx="3645">
                  <c:v>1.75</c:v>
                </c:pt>
                <c:pt idx="3646">
                  <c:v>1.75</c:v>
                </c:pt>
                <c:pt idx="3647">
                  <c:v>1.75</c:v>
                </c:pt>
                <c:pt idx="3648">
                  <c:v>1.75</c:v>
                </c:pt>
                <c:pt idx="3649">
                  <c:v>1.75</c:v>
                </c:pt>
                <c:pt idx="3650">
                  <c:v>1.75</c:v>
                </c:pt>
                <c:pt idx="3651">
                  <c:v>1.75</c:v>
                </c:pt>
                <c:pt idx="3652">
                  <c:v>1.75</c:v>
                </c:pt>
                <c:pt idx="3653">
                  <c:v>1.75</c:v>
                </c:pt>
                <c:pt idx="3654">
                  <c:v>1.75</c:v>
                </c:pt>
                <c:pt idx="3655">
                  <c:v>1.75</c:v>
                </c:pt>
                <c:pt idx="3656">
                  <c:v>1.75</c:v>
                </c:pt>
                <c:pt idx="3657">
                  <c:v>1.75</c:v>
                </c:pt>
                <c:pt idx="3658">
                  <c:v>1.75</c:v>
                </c:pt>
                <c:pt idx="3659">
                  <c:v>1.75</c:v>
                </c:pt>
                <c:pt idx="3660">
                  <c:v>1.75</c:v>
                </c:pt>
                <c:pt idx="3661">
                  <c:v>1.75</c:v>
                </c:pt>
                <c:pt idx="3662">
                  <c:v>1.75</c:v>
                </c:pt>
                <c:pt idx="3663">
                  <c:v>1.75</c:v>
                </c:pt>
                <c:pt idx="3664">
                  <c:v>1.75</c:v>
                </c:pt>
                <c:pt idx="3665">
                  <c:v>1.75</c:v>
                </c:pt>
                <c:pt idx="3666">
                  <c:v>1.75</c:v>
                </c:pt>
                <c:pt idx="3667">
                  <c:v>1.75</c:v>
                </c:pt>
                <c:pt idx="3668">
                  <c:v>1.75</c:v>
                </c:pt>
                <c:pt idx="3669">
                  <c:v>1.75</c:v>
                </c:pt>
                <c:pt idx="3670">
                  <c:v>1.75</c:v>
                </c:pt>
                <c:pt idx="3671">
                  <c:v>1.75</c:v>
                </c:pt>
                <c:pt idx="3672">
                  <c:v>1.75</c:v>
                </c:pt>
                <c:pt idx="3673">
                  <c:v>1.75</c:v>
                </c:pt>
                <c:pt idx="3674">
                  <c:v>1.75</c:v>
                </c:pt>
                <c:pt idx="3675">
                  <c:v>1.75</c:v>
                </c:pt>
                <c:pt idx="3676">
                  <c:v>1.75</c:v>
                </c:pt>
                <c:pt idx="3677">
                  <c:v>1.75</c:v>
                </c:pt>
                <c:pt idx="3678">
                  <c:v>1.75</c:v>
                </c:pt>
                <c:pt idx="3679">
                  <c:v>1.75</c:v>
                </c:pt>
                <c:pt idx="3680">
                  <c:v>1.75</c:v>
                </c:pt>
                <c:pt idx="3681">
                  <c:v>1.75</c:v>
                </c:pt>
                <c:pt idx="3682">
                  <c:v>1.75</c:v>
                </c:pt>
                <c:pt idx="3683">
                  <c:v>1.75</c:v>
                </c:pt>
                <c:pt idx="3684">
                  <c:v>1.75</c:v>
                </c:pt>
                <c:pt idx="3685">
                  <c:v>1.75</c:v>
                </c:pt>
                <c:pt idx="3686">
                  <c:v>1.75</c:v>
                </c:pt>
                <c:pt idx="3687">
                  <c:v>1.75</c:v>
                </c:pt>
                <c:pt idx="3688">
                  <c:v>1.75</c:v>
                </c:pt>
                <c:pt idx="3689">
                  <c:v>1.75</c:v>
                </c:pt>
                <c:pt idx="3690">
                  <c:v>1.75</c:v>
                </c:pt>
                <c:pt idx="3691">
                  <c:v>1.75</c:v>
                </c:pt>
                <c:pt idx="3692">
                  <c:v>1.75</c:v>
                </c:pt>
                <c:pt idx="3693">
                  <c:v>1.75</c:v>
                </c:pt>
                <c:pt idx="3694">
                  <c:v>1.75</c:v>
                </c:pt>
                <c:pt idx="3695">
                  <c:v>1.75</c:v>
                </c:pt>
                <c:pt idx="3696">
                  <c:v>1.25</c:v>
                </c:pt>
                <c:pt idx="3697">
                  <c:v>1.25</c:v>
                </c:pt>
                <c:pt idx="3698">
                  <c:v>1.25</c:v>
                </c:pt>
                <c:pt idx="3699">
                  <c:v>1.25</c:v>
                </c:pt>
                <c:pt idx="3700">
                  <c:v>1.25</c:v>
                </c:pt>
                <c:pt idx="3701">
                  <c:v>1.25</c:v>
                </c:pt>
                <c:pt idx="3702">
                  <c:v>1.25</c:v>
                </c:pt>
                <c:pt idx="3703">
                  <c:v>1.25</c:v>
                </c:pt>
                <c:pt idx="3704">
                  <c:v>1.25</c:v>
                </c:pt>
                <c:pt idx="3705">
                  <c:v>0.25</c:v>
                </c:pt>
                <c:pt idx="3706">
                  <c:v>0.25</c:v>
                </c:pt>
                <c:pt idx="3707">
                  <c:v>0.25</c:v>
                </c:pt>
                <c:pt idx="3708">
                  <c:v>0.25</c:v>
                </c:pt>
                <c:pt idx="3709">
                  <c:v>0.25</c:v>
                </c:pt>
                <c:pt idx="3710">
                  <c:v>0.25</c:v>
                </c:pt>
                <c:pt idx="3711">
                  <c:v>0.25</c:v>
                </c:pt>
                <c:pt idx="3712">
                  <c:v>0.25</c:v>
                </c:pt>
                <c:pt idx="3713">
                  <c:v>0.25</c:v>
                </c:pt>
                <c:pt idx="3714">
                  <c:v>0.25</c:v>
                </c:pt>
                <c:pt idx="3715">
                  <c:v>0.25</c:v>
                </c:pt>
                <c:pt idx="3716">
                  <c:v>0.25</c:v>
                </c:pt>
                <c:pt idx="3717">
                  <c:v>0.25</c:v>
                </c:pt>
                <c:pt idx="3718">
                  <c:v>0.25</c:v>
                </c:pt>
                <c:pt idx="3719">
                  <c:v>0.25</c:v>
                </c:pt>
                <c:pt idx="3720">
                  <c:v>0.25</c:v>
                </c:pt>
                <c:pt idx="3721">
                  <c:v>0.25</c:v>
                </c:pt>
                <c:pt idx="3722">
                  <c:v>0.25</c:v>
                </c:pt>
                <c:pt idx="3723">
                  <c:v>0.25</c:v>
                </c:pt>
                <c:pt idx="3724">
                  <c:v>0.25</c:v>
                </c:pt>
                <c:pt idx="3725">
                  <c:v>0.25</c:v>
                </c:pt>
                <c:pt idx="3726">
                  <c:v>0.25</c:v>
                </c:pt>
                <c:pt idx="3727">
                  <c:v>0.25</c:v>
                </c:pt>
                <c:pt idx="3728">
                  <c:v>0.25</c:v>
                </c:pt>
                <c:pt idx="3729">
                  <c:v>0.25</c:v>
                </c:pt>
                <c:pt idx="3730">
                  <c:v>0.25</c:v>
                </c:pt>
                <c:pt idx="3731">
                  <c:v>0.25</c:v>
                </c:pt>
                <c:pt idx="3732">
                  <c:v>0.25</c:v>
                </c:pt>
                <c:pt idx="3733">
                  <c:v>0.25</c:v>
                </c:pt>
                <c:pt idx="3734">
                  <c:v>0.25</c:v>
                </c:pt>
                <c:pt idx="3735">
                  <c:v>0.25</c:v>
                </c:pt>
                <c:pt idx="3736">
                  <c:v>0.25</c:v>
                </c:pt>
                <c:pt idx="3737">
                  <c:v>0.25</c:v>
                </c:pt>
                <c:pt idx="3738">
                  <c:v>0.25</c:v>
                </c:pt>
                <c:pt idx="3739">
                  <c:v>0.25</c:v>
                </c:pt>
                <c:pt idx="3740">
                  <c:v>0.25</c:v>
                </c:pt>
                <c:pt idx="3741">
                  <c:v>0.25</c:v>
                </c:pt>
                <c:pt idx="3742">
                  <c:v>0.25</c:v>
                </c:pt>
                <c:pt idx="3743">
                  <c:v>0.25</c:v>
                </c:pt>
                <c:pt idx="3744">
                  <c:v>0.25</c:v>
                </c:pt>
                <c:pt idx="3745">
                  <c:v>0.25</c:v>
                </c:pt>
                <c:pt idx="3746">
                  <c:v>0.25</c:v>
                </c:pt>
                <c:pt idx="3747">
                  <c:v>0.25</c:v>
                </c:pt>
                <c:pt idx="3748">
                  <c:v>0.25</c:v>
                </c:pt>
                <c:pt idx="3749">
                  <c:v>0.25</c:v>
                </c:pt>
                <c:pt idx="3750">
                  <c:v>0.25</c:v>
                </c:pt>
                <c:pt idx="3751">
                  <c:v>0.25</c:v>
                </c:pt>
                <c:pt idx="3752">
                  <c:v>0.25</c:v>
                </c:pt>
                <c:pt idx="3753">
                  <c:v>0.25</c:v>
                </c:pt>
                <c:pt idx="3754">
                  <c:v>0.25</c:v>
                </c:pt>
                <c:pt idx="3755">
                  <c:v>0.25</c:v>
                </c:pt>
                <c:pt idx="3756">
                  <c:v>0.25</c:v>
                </c:pt>
                <c:pt idx="3757">
                  <c:v>0.25</c:v>
                </c:pt>
                <c:pt idx="3758">
                  <c:v>0.25</c:v>
                </c:pt>
                <c:pt idx="3759">
                  <c:v>0.25</c:v>
                </c:pt>
                <c:pt idx="3760">
                  <c:v>0.25</c:v>
                </c:pt>
                <c:pt idx="3761">
                  <c:v>0.25</c:v>
                </c:pt>
                <c:pt idx="3762">
                  <c:v>0.25</c:v>
                </c:pt>
                <c:pt idx="3763">
                  <c:v>0.25</c:v>
                </c:pt>
                <c:pt idx="3764">
                  <c:v>0.25</c:v>
                </c:pt>
                <c:pt idx="3765">
                  <c:v>0.25</c:v>
                </c:pt>
                <c:pt idx="3766">
                  <c:v>0.25</c:v>
                </c:pt>
                <c:pt idx="3767">
                  <c:v>0.25</c:v>
                </c:pt>
                <c:pt idx="3768">
                  <c:v>0.25</c:v>
                </c:pt>
                <c:pt idx="3769">
                  <c:v>0.25</c:v>
                </c:pt>
                <c:pt idx="3770">
                  <c:v>0.25</c:v>
                </c:pt>
                <c:pt idx="3771">
                  <c:v>0.25</c:v>
                </c:pt>
                <c:pt idx="3772">
                  <c:v>0.25</c:v>
                </c:pt>
                <c:pt idx="3773">
                  <c:v>0.25</c:v>
                </c:pt>
                <c:pt idx="3774">
                  <c:v>0.25</c:v>
                </c:pt>
                <c:pt idx="3775">
                  <c:v>0.25</c:v>
                </c:pt>
                <c:pt idx="3776">
                  <c:v>0.25</c:v>
                </c:pt>
                <c:pt idx="3777">
                  <c:v>0.25</c:v>
                </c:pt>
                <c:pt idx="3778">
                  <c:v>0.25</c:v>
                </c:pt>
                <c:pt idx="3779">
                  <c:v>0.25</c:v>
                </c:pt>
                <c:pt idx="3780">
                  <c:v>0.25</c:v>
                </c:pt>
                <c:pt idx="3781">
                  <c:v>0.25</c:v>
                </c:pt>
                <c:pt idx="3782">
                  <c:v>0.25</c:v>
                </c:pt>
                <c:pt idx="3783">
                  <c:v>0.25</c:v>
                </c:pt>
                <c:pt idx="3784">
                  <c:v>0.25</c:v>
                </c:pt>
                <c:pt idx="3785">
                  <c:v>0.25</c:v>
                </c:pt>
                <c:pt idx="3786">
                  <c:v>0.25</c:v>
                </c:pt>
                <c:pt idx="3787">
                  <c:v>0.25</c:v>
                </c:pt>
                <c:pt idx="3788">
                  <c:v>0.25</c:v>
                </c:pt>
                <c:pt idx="3789">
                  <c:v>0.25</c:v>
                </c:pt>
                <c:pt idx="3790">
                  <c:v>0.25</c:v>
                </c:pt>
                <c:pt idx="3791">
                  <c:v>0.25</c:v>
                </c:pt>
                <c:pt idx="3792">
                  <c:v>0.25</c:v>
                </c:pt>
                <c:pt idx="3793">
                  <c:v>0.25</c:v>
                </c:pt>
                <c:pt idx="3794">
                  <c:v>0.25</c:v>
                </c:pt>
                <c:pt idx="3795">
                  <c:v>0.25</c:v>
                </c:pt>
                <c:pt idx="3796">
                  <c:v>0.25</c:v>
                </c:pt>
                <c:pt idx="3797">
                  <c:v>0.25</c:v>
                </c:pt>
                <c:pt idx="3798">
                  <c:v>0.25</c:v>
                </c:pt>
                <c:pt idx="3799">
                  <c:v>0.25</c:v>
                </c:pt>
                <c:pt idx="3800">
                  <c:v>0.25</c:v>
                </c:pt>
                <c:pt idx="3801">
                  <c:v>0.25</c:v>
                </c:pt>
                <c:pt idx="3802">
                  <c:v>0.25</c:v>
                </c:pt>
                <c:pt idx="3803">
                  <c:v>0.25</c:v>
                </c:pt>
                <c:pt idx="3804">
                  <c:v>0.25</c:v>
                </c:pt>
                <c:pt idx="3805">
                  <c:v>0.25</c:v>
                </c:pt>
                <c:pt idx="3806">
                  <c:v>0.25</c:v>
                </c:pt>
                <c:pt idx="3807">
                  <c:v>0.25</c:v>
                </c:pt>
                <c:pt idx="3808">
                  <c:v>0.25</c:v>
                </c:pt>
                <c:pt idx="3809">
                  <c:v>0.25</c:v>
                </c:pt>
                <c:pt idx="3810">
                  <c:v>0.25</c:v>
                </c:pt>
                <c:pt idx="3811">
                  <c:v>0.25</c:v>
                </c:pt>
                <c:pt idx="3812">
                  <c:v>0.25</c:v>
                </c:pt>
                <c:pt idx="3813">
                  <c:v>0.25</c:v>
                </c:pt>
                <c:pt idx="3814">
                  <c:v>0.25</c:v>
                </c:pt>
                <c:pt idx="3815">
                  <c:v>0.25</c:v>
                </c:pt>
                <c:pt idx="3816">
                  <c:v>0.25</c:v>
                </c:pt>
                <c:pt idx="3817">
                  <c:v>0.25</c:v>
                </c:pt>
                <c:pt idx="3818">
                  <c:v>0.25</c:v>
                </c:pt>
                <c:pt idx="3819">
                  <c:v>0.25</c:v>
                </c:pt>
                <c:pt idx="3820">
                  <c:v>0.25</c:v>
                </c:pt>
                <c:pt idx="3821">
                  <c:v>0.25</c:v>
                </c:pt>
                <c:pt idx="3822">
                  <c:v>0.25</c:v>
                </c:pt>
                <c:pt idx="3823">
                  <c:v>0.25</c:v>
                </c:pt>
                <c:pt idx="3824">
                  <c:v>0.25</c:v>
                </c:pt>
                <c:pt idx="3825">
                  <c:v>0.25</c:v>
                </c:pt>
                <c:pt idx="3826">
                  <c:v>0.25</c:v>
                </c:pt>
                <c:pt idx="3827">
                  <c:v>0.25</c:v>
                </c:pt>
                <c:pt idx="3828">
                  <c:v>0.25</c:v>
                </c:pt>
                <c:pt idx="3829">
                  <c:v>0.25</c:v>
                </c:pt>
                <c:pt idx="3830">
                  <c:v>0.25</c:v>
                </c:pt>
                <c:pt idx="3831">
                  <c:v>0.25</c:v>
                </c:pt>
                <c:pt idx="3832">
                  <c:v>0.25</c:v>
                </c:pt>
                <c:pt idx="3833">
                  <c:v>0.25</c:v>
                </c:pt>
                <c:pt idx="3834">
                  <c:v>0.25</c:v>
                </c:pt>
                <c:pt idx="3835">
                  <c:v>0.25</c:v>
                </c:pt>
                <c:pt idx="3836">
                  <c:v>0.25</c:v>
                </c:pt>
                <c:pt idx="3837">
                  <c:v>0.25</c:v>
                </c:pt>
                <c:pt idx="3838">
                  <c:v>0.25</c:v>
                </c:pt>
                <c:pt idx="3839">
                  <c:v>0.25</c:v>
                </c:pt>
                <c:pt idx="3840">
                  <c:v>0.25</c:v>
                </c:pt>
                <c:pt idx="3841">
                  <c:v>0.25</c:v>
                </c:pt>
                <c:pt idx="3842">
                  <c:v>0.25</c:v>
                </c:pt>
                <c:pt idx="3843">
                  <c:v>0.25</c:v>
                </c:pt>
                <c:pt idx="3844">
                  <c:v>0.25</c:v>
                </c:pt>
                <c:pt idx="3845">
                  <c:v>0.25</c:v>
                </c:pt>
                <c:pt idx="3846">
                  <c:v>0.25</c:v>
                </c:pt>
                <c:pt idx="3847">
                  <c:v>0.25</c:v>
                </c:pt>
                <c:pt idx="3848">
                  <c:v>0.25</c:v>
                </c:pt>
                <c:pt idx="3849">
                  <c:v>0.25</c:v>
                </c:pt>
                <c:pt idx="3850">
                  <c:v>0.25</c:v>
                </c:pt>
                <c:pt idx="3851">
                  <c:v>0.25</c:v>
                </c:pt>
                <c:pt idx="3852">
                  <c:v>0.25</c:v>
                </c:pt>
                <c:pt idx="3853">
                  <c:v>0.25</c:v>
                </c:pt>
                <c:pt idx="3854">
                  <c:v>0.25</c:v>
                </c:pt>
                <c:pt idx="3855">
                  <c:v>0.25</c:v>
                </c:pt>
                <c:pt idx="3856">
                  <c:v>0.25</c:v>
                </c:pt>
                <c:pt idx="3857">
                  <c:v>0.25</c:v>
                </c:pt>
                <c:pt idx="3858">
                  <c:v>0.25</c:v>
                </c:pt>
                <c:pt idx="3859">
                  <c:v>0.25</c:v>
                </c:pt>
                <c:pt idx="3860">
                  <c:v>0.25</c:v>
                </c:pt>
                <c:pt idx="3861">
                  <c:v>0.25</c:v>
                </c:pt>
                <c:pt idx="3862">
                  <c:v>0.25</c:v>
                </c:pt>
                <c:pt idx="3863">
                  <c:v>0.25</c:v>
                </c:pt>
                <c:pt idx="3864">
                  <c:v>0.25</c:v>
                </c:pt>
                <c:pt idx="3865">
                  <c:v>0.25</c:v>
                </c:pt>
                <c:pt idx="3866">
                  <c:v>0.25</c:v>
                </c:pt>
                <c:pt idx="3867">
                  <c:v>0.25</c:v>
                </c:pt>
                <c:pt idx="3868">
                  <c:v>0.25</c:v>
                </c:pt>
                <c:pt idx="3869">
                  <c:v>0.25</c:v>
                </c:pt>
                <c:pt idx="3870">
                  <c:v>0.25</c:v>
                </c:pt>
                <c:pt idx="3871">
                  <c:v>0.25</c:v>
                </c:pt>
                <c:pt idx="3872">
                  <c:v>0.25</c:v>
                </c:pt>
                <c:pt idx="3873">
                  <c:v>0.25</c:v>
                </c:pt>
                <c:pt idx="3874">
                  <c:v>0.25</c:v>
                </c:pt>
                <c:pt idx="3875">
                  <c:v>0.25</c:v>
                </c:pt>
                <c:pt idx="3876">
                  <c:v>0.25</c:v>
                </c:pt>
                <c:pt idx="3877">
                  <c:v>0.25</c:v>
                </c:pt>
                <c:pt idx="3878">
                  <c:v>0.25</c:v>
                </c:pt>
                <c:pt idx="3879">
                  <c:v>0.25</c:v>
                </c:pt>
                <c:pt idx="3880">
                  <c:v>0.25</c:v>
                </c:pt>
                <c:pt idx="3881">
                  <c:v>0.25</c:v>
                </c:pt>
                <c:pt idx="3882">
                  <c:v>0.25</c:v>
                </c:pt>
                <c:pt idx="3883">
                  <c:v>0.25</c:v>
                </c:pt>
                <c:pt idx="3884">
                  <c:v>0.25</c:v>
                </c:pt>
                <c:pt idx="3885">
                  <c:v>0.25</c:v>
                </c:pt>
                <c:pt idx="3886">
                  <c:v>0.25</c:v>
                </c:pt>
                <c:pt idx="3887">
                  <c:v>0.25</c:v>
                </c:pt>
                <c:pt idx="3888">
                  <c:v>0.25</c:v>
                </c:pt>
                <c:pt idx="3889">
                  <c:v>0.25</c:v>
                </c:pt>
                <c:pt idx="3890">
                  <c:v>0.25</c:v>
                </c:pt>
                <c:pt idx="3891">
                  <c:v>0.25</c:v>
                </c:pt>
                <c:pt idx="3892">
                  <c:v>0.25</c:v>
                </c:pt>
                <c:pt idx="3893">
                  <c:v>0.25</c:v>
                </c:pt>
                <c:pt idx="3894">
                  <c:v>0.25</c:v>
                </c:pt>
                <c:pt idx="3895">
                  <c:v>0.25</c:v>
                </c:pt>
                <c:pt idx="3896">
                  <c:v>0.25</c:v>
                </c:pt>
                <c:pt idx="3897">
                  <c:v>0.25</c:v>
                </c:pt>
                <c:pt idx="3898">
                  <c:v>0.25</c:v>
                </c:pt>
                <c:pt idx="3899">
                  <c:v>0.25</c:v>
                </c:pt>
                <c:pt idx="3900">
                  <c:v>0.25</c:v>
                </c:pt>
                <c:pt idx="3901">
                  <c:v>0.25</c:v>
                </c:pt>
                <c:pt idx="3902">
                  <c:v>0.25</c:v>
                </c:pt>
                <c:pt idx="3903">
                  <c:v>0.25</c:v>
                </c:pt>
                <c:pt idx="3904">
                  <c:v>0.25</c:v>
                </c:pt>
                <c:pt idx="3905">
                  <c:v>0.25</c:v>
                </c:pt>
                <c:pt idx="3906">
                  <c:v>0.25</c:v>
                </c:pt>
                <c:pt idx="3907">
                  <c:v>0.25</c:v>
                </c:pt>
                <c:pt idx="3908">
                  <c:v>0.25</c:v>
                </c:pt>
                <c:pt idx="3909">
                  <c:v>0.25</c:v>
                </c:pt>
                <c:pt idx="3910">
                  <c:v>0.25</c:v>
                </c:pt>
                <c:pt idx="3911">
                  <c:v>0.25</c:v>
                </c:pt>
                <c:pt idx="3912">
                  <c:v>0.25</c:v>
                </c:pt>
                <c:pt idx="3913">
                  <c:v>0.25</c:v>
                </c:pt>
                <c:pt idx="3914">
                  <c:v>0.25</c:v>
                </c:pt>
                <c:pt idx="3915">
                  <c:v>0.25</c:v>
                </c:pt>
                <c:pt idx="3916">
                  <c:v>0.25</c:v>
                </c:pt>
                <c:pt idx="3917">
                  <c:v>0.25</c:v>
                </c:pt>
                <c:pt idx="3918">
                  <c:v>0.25</c:v>
                </c:pt>
                <c:pt idx="3919">
                  <c:v>0.25</c:v>
                </c:pt>
                <c:pt idx="3920">
                  <c:v>0.25</c:v>
                </c:pt>
                <c:pt idx="3921">
                  <c:v>0.25</c:v>
                </c:pt>
                <c:pt idx="3922">
                  <c:v>0.25</c:v>
                </c:pt>
                <c:pt idx="3923">
                  <c:v>0.25</c:v>
                </c:pt>
                <c:pt idx="3924">
                  <c:v>0.25</c:v>
                </c:pt>
                <c:pt idx="3925">
                  <c:v>0.25</c:v>
                </c:pt>
                <c:pt idx="3926">
                  <c:v>0.25</c:v>
                </c:pt>
                <c:pt idx="3927">
                  <c:v>0.25</c:v>
                </c:pt>
                <c:pt idx="3928">
                  <c:v>0.25</c:v>
                </c:pt>
                <c:pt idx="3929">
                  <c:v>0.25</c:v>
                </c:pt>
                <c:pt idx="3930">
                  <c:v>0.25</c:v>
                </c:pt>
                <c:pt idx="3931">
                  <c:v>0.25</c:v>
                </c:pt>
                <c:pt idx="3932">
                  <c:v>0.25</c:v>
                </c:pt>
                <c:pt idx="3933">
                  <c:v>0.25</c:v>
                </c:pt>
                <c:pt idx="3934">
                  <c:v>0.25</c:v>
                </c:pt>
                <c:pt idx="3935">
                  <c:v>0.25</c:v>
                </c:pt>
                <c:pt idx="3936">
                  <c:v>0.25</c:v>
                </c:pt>
                <c:pt idx="3937">
                  <c:v>0.25</c:v>
                </c:pt>
                <c:pt idx="3938">
                  <c:v>0.25</c:v>
                </c:pt>
                <c:pt idx="3939">
                  <c:v>0.25</c:v>
                </c:pt>
                <c:pt idx="3940">
                  <c:v>0.25</c:v>
                </c:pt>
                <c:pt idx="3941">
                  <c:v>0.25</c:v>
                </c:pt>
                <c:pt idx="3942">
                  <c:v>0.25</c:v>
                </c:pt>
                <c:pt idx="3943">
                  <c:v>0.25</c:v>
                </c:pt>
                <c:pt idx="3944">
                  <c:v>0.25</c:v>
                </c:pt>
                <c:pt idx="3945">
                  <c:v>0.25</c:v>
                </c:pt>
                <c:pt idx="3946">
                  <c:v>0.25</c:v>
                </c:pt>
                <c:pt idx="3947">
                  <c:v>0.25</c:v>
                </c:pt>
                <c:pt idx="3948">
                  <c:v>0.25</c:v>
                </c:pt>
                <c:pt idx="3949">
                  <c:v>0.25</c:v>
                </c:pt>
                <c:pt idx="3950">
                  <c:v>0.25</c:v>
                </c:pt>
                <c:pt idx="3951">
                  <c:v>0.25</c:v>
                </c:pt>
                <c:pt idx="3952">
                  <c:v>0.25</c:v>
                </c:pt>
                <c:pt idx="3953">
                  <c:v>0.25</c:v>
                </c:pt>
                <c:pt idx="3954">
                  <c:v>0.25</c:v>
                </c:pt>
                <c:pt idx="3955">
                  <c:v>0.25</c:v>
                </c:pt>
                <c:pt idx="3956">
                  <c:v>0.25</c:v>
                </c:pt>
                <c:pt idx="3957">
                  <c:v>0.25</c:v>
                </c:pt>
                <c:pt idx="3958">
                  <c:v>0.25</c:v>
                </c:pt>
                <c:pt idx="3959">
                  <c:v>0.25</c:v>
                </c:pt>
                <c:pt idx="3960">
                  <c:v>0.25</c:v>
                </c:pt>
                <c:pt idx="3961">
                  <c:v>0.25</c:v>
                </c:pt>
                <c:pt idx="3962">
                  <c:v>0.25</c:v>
                </c:pt>
                <c:pt idx="3963">
                  <c:v>0.25</c:v>
                </c:pt>
                <c:pt idx="3964">
                  <c:v>0.25</c:v>
                </c:pt>
                <c:pt idx="3965">
                  <c:v>0.25</c:v>
                </c:pt>
                <c:pt idx="3966">
                  <c:v>0.25</c:v>
                </c:pt>
                <c:pt idx="3967">
                  <c:v>0.25</c:v>
                </c:pt>
                <c:pt idx="3968">
                  <c:v>0.25</c:v>
                </c:pt>
                <c:pt idx="3969">
                  <c:v>0.25</c:v>
                </c:pt>
                <c:pt idx="3970">
                  <c:v>0.25</c:v>
                </c:pt>
                <c:pt idx="3971">
                  <c:v>0.25</c:v>
                </c:pt>
                <c:pt idx="3972">
                  <c:v>0.25</c:v>
                </c:pt>
                <c:pt idx="3973">
                  <c:v>0.25</c:v>
                </c:pt>
                <c:pt idx="3974">
                  <c:v>0.25</c:v>
                </c:pt>
                <c:pt idx="3975">
                  <c:v>0.25</c:v>
                </c:pt>
                <c:pt idx="3976">
                  <c:v>0.25</c:v>
                </c:pt>
                <c:pt idx="3977">
                  <c:v>0.25</c:v>
                </c:pt>
                <c:pt idx="3978">
                  <c:v>0.25</c:v>
                </c:pt>
                <c:pt idx="3979">
                  <c:v>0.25</c:v>
                </c:pt>
                <c:pt idx="3980">
                  <c:v>0.25</c:v>
                </c:pt>
                <c:pt idx="3981">
                  <c:v>0.25</c:v>
                </c:pt>
                <c:pt idx="3982">
                  <c:v>0.25</c:v>
                </c:pt>
                <c:pt idx="3983">
                  <c:v>0.25</c:v>
                </c:pt>
                <c:pt idx="3984">
                  <c:v>0.25</c:v>
                </c:pt>
                <c:pt idx="3985">
                  <c:v>0.25</c:v>
                </c:pt>
                <c:pt idx="3986">
                  <c:v>0.25</c:v>
                </c:pt>
                <c:pt idx="3987">
                  <c:v>0.25</c:v>
                </c:pt>
                <c:pt idx="3988">
                  <c:v>0.25</c:v>
                </c:pt>
                <c:pt idx="3989">
                  <c:v>0.25</c:v>
                </c:pt>
                <c:pt idx="3990">
                  <c:v>0.25</c:v>
                </c:pt>
                <c:pt idx="3991">
                  <c:v>0.25</c:v>
                </c:pt>
                <c:pt idx="3992">
                  <c:v>0.25</c:v>
                </c:pt>
                <c:pt idx="3993">
                  <c:v>0.25</c:v>
                </c:pt>
                <c:pt idx="3994">
                  <c:v>0.25</c:v>
                </c:pt>
                <c:pt idx="3995">
                  <c:v>0.25</c:v>
                </c:pt>
                <c:pt idx="3996">
                  <c:v>0.25</c:v>
                </c:pt>
                <c:pt idx="3997">
                  <c:v>0.25</c:v>
                </c:pt>
                <c:pt idx="3998">
                  <c:v>0.25</c:v>
                </c:pt>
                <c:pt idx="3999">
                  <c:v>0.25</c:v>
                </c:pt>
                <c:pt idx="4000">
                  <c:v>0.25</c:v>
                </c:pt>
                <c:pt idx="4001">
                  <c:v>0.25</c:v>
                </c:pt>
                <c:pt idx="4002">
                  <c:v>0.25</c:v>
                </c:pt>
                <c:pt idx="4003">
                  <c:v>0.25</c:v>
                </c:pt>
                <c:pt idx="4004">
                  <c:v>0.25</c:v>
                </c:pt>
                <c:pt idx="4005">
                  <c:v>0.25</c:v>
                </c:pt>
                <c:pt idx="4006">
                  <c:v>0.25</c:v>
                </c:pt>
                <c:pt idx="4007">
                  <c:v>0.25</c:v>
                </c:pt>
                <c:pt idx="4008">
                  <c:v>0.25</c:v>
                </c:pt>
                <c:pt idx="4009">
                  <c:v>0.25</c:v>
                </c:pt>
                <c:pt idx="4010">
                  <c:v>0.25</c:v>
                </c:pt>
                <c:pt idx="4011">
                  <c:v>0.25</c:v>
                </c:pt>
                <c:pt idx="4012">
                  <c:v>0.25</c:v>
                </c:pt>
                <c:pt idx="4013">
                  <c:v>0.25</c:v>
                </c:pt>
                <c:pt idx="4014">
                  <c:v>0.25</c:v>
                </c:pt>
                <c:pt idx="4015">
                  <c:v>0.25</c:v>
                </c:pt>
                <c:pt idx="4016">
                  <c:v>0.25</c:v>
                </c:pt>
                <c:pt idx="4017">
                  <c:v>0.25</c:v>
                </c:pt>
                <c:pt idx="4018">
                  <c:v>0.25</c:v>
                </c:pt>
                <c:pt idx="4019">
                  <c:v>0.25</c:v>
                </c:pt>
                <c:pt idx="4020">
                  <c:v>0.25</c:v>
                </c:pt>
                <c:pt idx="4021">
                  <c:v>0.25</c:v>
                </c:pt>
                <c:pt idx="4022">
                  <c:v>0.25</c:v>
                </c:pt>
                <c:pt idx="4023">
                  <c:v>0.25</c:v>
                </c:pt>
                <c:pt idx="4024">
                  <c:v>0.25</c:v>
                </c:pt>
                <c:pt idx="4025">
                  <c:v>0.25</c:v>
                </c:pt>
                <c:pt idx="4026">
                  <c:v>0.25</c:v>
                </c:pt>
                <c:pt idx="4027">
                  <c:v>0.25</c:v>
                </c:pt>
                <c:pt idx="4028">
                  <c:v>0.25</c:v>
                </c:pt>
                <c:pt idx="4029">
                  <c:v>0.25</c:v>
                </c:pt>
                <c:pt idx="4030">
                  <c:v>0.25</c:v>
                </c:pt>
                <c:pt idx="4031">
                  <c:v>0.25</c:v>
                </c:pt>
                <c:pt idx="4032">
                  <c:v>0.25</c:v>
                </c:pt>
                <c:pt idx="4033">
                  <c:v>0.25</c:v>
                </c:pt>
                <c:pt idx="4034">
                  <c:v>0.25</c:v>
                </c:pt>
                <c:pt idx="4035">
                  <c:v>0.25</c:v>
                </c:pt>
                <c:pt idx="4036">
                  <c:v>0.25</c:v>
                </c:pt>
                <c:pt idx="4037">
                  <c:v>0.25</c:v>
                </c:pt>
                <c:pt idx="4038">
                  <c:v>0.25</c:v>
                </c:pt>
                <c:pt idx="4039">
                  <c:v>0.25</c:v>
                </c:pt>
                <c:pt idx="4040">
                  <c:v>0.25</c:v>
                </c:pt>
                <c:pt idx="4041">
                  <c:v>0.25</c:v>
                </c:pt>
                <c:pt idx="4042">
                  <c:v>0.25</c:v>
                </c:pt>
                <c:pt idx="4043">
                  <c:v>0.25</c:v>
                </c:pt>
                <c:pt idx="4044">
                  <c:v>0.25</c:v>
                </c:pt>
                <c:pt idx="4045">
                  <c:v>0.25</c:v>
                </c:pt>
                <c:pt idx="4046">
                  <c:v>0.25</c:v>
                </c:pt>
                <c:pt idx="4047">
                  <c:v>0.25</c:v>
                </c:pt>
                <c:pt idx="4048">
                  <c:v>0.25</c:v>
                </c:pt>
                <c:pt idx="4049">
                  <c:v>0.25</c:v>
                </c:pt>
                <c:pt idx="4050">
                  <c:v>0.25</c:v>
                </c:pt>
                <c:pt idx="4051">
                  <c:v>0.25</c:v>
                </c:pt>
                <c:pt idx="4052">
                  <c:v>0.25</c:v>
                </c:pt>
                <c:pt idx="4053">
                  <c:v>0.25</c:v>
                </c:pt>
                <c:pt idx="4054">
                  <c:v>0.25</c:v>
                </c:pt>
                <c:pt idx="4055">
                  <c:v>0.25</c:v>
                </c:pt>
                <c:pt idx="4056">
                  <c:v>0.25</c:v>
                </c:pt>
                <c:pt idx="4057">
                  <c:v>0.25</c:v>
                </c:pt>
                <c:pt idx="4058">
                  <c:v>0.25</c:v>
                </c:pt>
                <c:pt idx="4059">
                  <c:v>0.25</c:v>
                </c:pt>
                <c:pt idx="4060">
                  <c:v>0.25</c:v>
                </c:pt>
                <c:pt idx="4061">
                  <c:v>0.25</c:v>
                </c:pt>
                <c:pt idx="4062">
                  <c:v>0.25</c:v>
                </c:pt>
                <c:pt idx="4063">
                  <c:v>0.25</c:v>
                </c:pt>
                <c:pt idx="4064">
                  <c:v>0.25</c:v>
                </c:pt>
                <c:pt idx="4065">
                  <c:v>0.25</c:v>
                </c:pt>
                <c:pt idx="4066">
                  <c:v>0.25</c:v>
                </c:pt>
                <c:pt idx="4067">
                  <c:v>0.25</c:v>
                </c:pt>
                <c:pt idx="4068">
                  <c:v>0.25</c:v>
                </c:pt>
                <c:pt idx="4069">
                  <c:v>0.25</c:v>
                </c:pt>
                <c:pt idx="4070">
                  <c:v>0.25</c:v>
                </c:pt>
                <c:pt idx="4071">
                  <c:v>0.25</c:v>
                </c:pt>
                <c:pt idx="4072">
                  <c:v>0.25</c:v>
                </c:pt>
                <c:pt idx="4073">
                  <c:v>0.25</c:v>
                </c:pt>
                <c:pt idx="4074">
                  <c:v>0.25</c:v>
                </c:pt>
                <c:pt idx="4075">
                  <c:v>0.25</c:v>
                </c:pt>
                <c:pt idx="4076">
                  <c:v>0.25</c:v>
                </c:pt>
                <c:pt idx="4077">
                  <c:v>0.25</c:v>
                </c:pt>
                <c:pt idx="4078">
                  <c:v>0.25</c:v>
                </c:pt>
                <c:pt idx="4079">
                  <c:v>0.25</c:v>
                </c:pt>
                <c:pt idx="4080">
                  <c:v>0.25</c:v>
                </c:pt>
                <c:pt idx="4081">
                  <c:v>0.25</c:v>
                </c:pt>
                <c:pt idx="4082">
                  <c:v>0.25</c:v>
                </c:pt>
                <c:pt idx="4083">
                  <c:v>0.25</c:v>
                </c:pt>
                <c:pt idx="4084">
                  <c:v>0.25</c:v>
                </c:pt>
                <c:pt idx="4085">
                  <c:v>0.25</c:v>
                </c:pt>
                <c:pt idx="4086">
                  <c:v>0.25</c:v>
                </c:pt>
                <c:pt idx="4087">
                  <c:v>0.25</c:v>
                </c:pt>
                <c:pt idx="4088">
                  <c:v>0.25</c:v>
                </c:pt>
                <c:pt idx="4089">
                  <c:v>0.25</c:v>
                </c:pt>
                <c:pt idx="4090">
                  <c:v>0.25</c:v>
                </c:pt>
                <c:pt idx="4091">
                  <c:v>0.25</c:v>
                </c:pt>
                <c:pt idx="4092">
                  <c:v>0.25</c:v>
                </c:pt>
                <c:pt idx="4093">
                  <c:v>0.25</c:v>
                </c:pt>
                <c:pt idx="4094">
                  <c:v>0.25</c:v>
                </c:pt>
                <c:pt idx="4095">
                  <c:v>0.25</c:v>
                </c:pt>
                <c:pt idx="4096">
                  <c:v>0.25</c:v>
                </c:pt>
                <c:pt idx="4097">
                  <c:v>0.25</c:v>
                </c:pt>
                <c:pt idx="4098">
                  <c:v>0.25</c:v>
                </c:pt>
                <c:pt idx="4099">
                  <c:v>0.25</c:v>
                </c:pt>
                <c:pt idx="4100">
                  <c:v>0.25</c:v>
                </c:pt>
                <c:pt idx="4101">
                  <c:v>0.25</c:v>
                </c:pt>
                <c:pt idx="4102">
                  <c:v>0.25</c:v>
                </c:pt>
                <c:pt idx="4103">
                  <c:v>0.25</c:v>
                </c:pt>
                <c:pt idx="4104">
                  <c:v>0.25</c:v>
                </c:pt>
                <c:pt idx="4105">
                  <c:v>0.25</c:v>
                </c:pt>
                <c:pt idx="4106">
                  <c:v>0.25</c:v>
                </c:pt>
                <c:pt idx="4107">
                  <c:v>0.25</c:v>
                </c:pt>
                <c:pt idx="4108">
                  <c:v>0.25</c:v>
                </c:pt>
                <c:pt idx="4109">
                  <c:v>0.25</c:v>
                </c:pt>
                <c:pt idx="4110">
                  <c:v>0.25</c:v>
                </c:pt>
                <c:pt idx="4111">
                  <c:v>0.25</c:v>
                </c:pt>
                <c:pt idx="4112">
                  <c:v>0.25</c:v>
                </c:pt>
                <c:pt idx="4113">
                  <c:v>0.25</c:v>
                </c:pt>
                <c:pt idx="4114">
                  <c:v>0.25</c:v>
                </c:pt>
                <c:pt idx="4115">
                  <c:v>0.25</c:v>
                </c:pt>
                <c:pt idx="4116">
                  <c:v>0.25</c:v>
                </c:pt>
                <c:pt idx="4117">
                  <c:v>0.25</c:v>
                </c:pt>
                <c:pt idx="4118">
                  <c:v>0.25</c:v>
                </c:pt>
                <c:pt idx="4119">
                  <c:v>0.25</c:v>
                </c:pt>
                <c:pt idx="4120">
                  <c:v>0.25</c:v>
                </c:pt>
                <c:pt idx="4121">
                  <c:v>0.25</c:v>
                </c:pt>
                <c:pt idx="4122">
                  <c:v>0.25</c:v>
                </c:pt>
                <c:pt idx="4123">
                  <c:v>0.25</c:v>
                </c:pt>
                <c:pt idx="4124">
                  <c:v>0.25</c:v>
                </c:pt>
                <c:pt idx="4125">
                  <c:v>0.25</c:v>
                </c:pt>
                <c:pt idx="4126">
                  <c:v>0.25</c:v>
                </c:pt>
                <c:pt idx="4127">
                  <c:v>0.25</c:v>
                </c:pt>
                <c:pt idx="4128">
                  <c:v>0.25</c:v>
                </c:pt>
                <c:pt idx="4129">
                  <c:v>0.25</c:v>
                </c:pt>
                <c:pt idx="4130">
                  <c:v>0.25</c:v>
                </c:pt>
                <c:pt idx="4131">
                  <c:v>0.25</c:v>
                </c:pt>
                <c:pt idx="4132">
                  <c:v>0.25</c:v>
                </c:pt>
                <c:pt idx="4133">
                  <c:v>0.25</c:v>
                </c:pt>
                <c:pt idx="4134">
                  <c:v>0.25</c:v>
                </c:pt>
                <c:pt idx="4135">
                  <c:v>0.25</c:v>
                </c:pt>
                <c:pt idx="4136">
                  <c:v>0.25</c:v>
                </c:pt>
                <c:pt idx="4137">
                  <c:v>0.25</c:v>
                </c:pt>
                <c:pt idx="4138">
                  <c:v>0.25</c:v>
                </c:pt>
                <c:pt idx="4139">
                  <c:v>0.25</c:v>
                </c:pt>
                <c:pt idx="4140">
                  <c:v>0.25</c:v>
                </c:pt>
                <c:pt idx="4141">
                  <c:v>0.25</c:v>
                </c:pt>
                <c:pt idx="4142">
                  <c:v>0.25</c:v>
                </c:pt>
                <c:pt idx="4143">
                  <c:v>0.25</c:v>
                </c:pt>
                <c:pt idx="4144">
                  <c:v>0.25</c:v>
                </c:pt>
                <c:pt idx="4145">
                  <c:v>0.25</c:v>
                </c:pt>
                <c:pt idx="4146">
                  <c:v>0.25</c:v>
                </c:pt>
                <c:pt idx="4147">
                  <c:v>0.25</c:v>
                </c:pt>
                <c:pt idx="4148">
                  <c:v>0.25</c:v>
                </c:pt>
                <c:pt idx="4149">
                  <c:v>0.25</c:v>
                </c:pt>
                <c:pt idx="4150">
                  <c:v>0.25</c:v>
                </c:pt>
                <c:pt idx="4151">
                  <c:v>0.25</c:v>
                </c:pt>
                <c:pt idx="4152">
                  <c:v>0.25</c:v>
                </c:pt>
                <c:pt idx="4153">
                  <c:v>0.25</c:v>
                </c:pt>
                <c:pt idx="4154">
                  <c:v>0.25</c:v>
                </c:pt>
                <c:pt idx="4155">
                  <c:v>0.25</c:v>
                </c:pt>
                <c:pt idx="4156">
                  <c:v>0.25</c:v>
                </c:pt>
                <c:pt idx="4157">
                  <c:v>0.25</c:v>
                </c:pt>
                <c:pt idx="4158">
                  <c:v>0.25</c:v>
                </c:pt>
                <c:pt idx="4159">
                  <c:v>0.25</c:v>
                </c:pt>
                <c:pt idx="4160">
                  <c:v>0.25</c:v>
                </c:pt>
                <c:pt idx="4161">
                  <c:v>0.25</c:v>
                </c:pt>
                <c:pt idx="4162">
                  <c:v>0.25</c:v>
                </c:pt>
                <c:pt idx="4163">
                  <c:v>0.25</c:v>
                </c:pt>
                <c:pt idx="4164">
                  <c:v>0.25</c:v>
                </c:pt>
                <c:pt idx="4165">
                  <c:v>0.25</c:v>
                </c:pt>
                <c:pt idx="4166">
                  <c:v>0.25</c:v>
                </c:pt>
                <c:pt idx="4167">
                  <c:v>0.25</c:v>
                </c:pt>
                <c:pt idx="4168">
                  <c:v>0.25</c:v>
                </c:pt>
                <c:pt idx="4169">
                  <c:v>0.25</c:v>
                </c:pt>
                <c:pt idx="4170">
                  <c:v>0.25</c:v>
                </c:pt>
                <c:pt idx="4171">
                  <c:v>0.25</c:v>
                </c:pt>
                <c:pt idx="4172">
                  <c:v>0.25</c:v>
                </c:pt>
                <c:pt idx="4173">
                  <c:v>0.25</c:v>
                </c:pt>
                <c:pt idx="4174">
                  <c:v>0.25</c:v>
                </c:pt>
                <c:pt idx="4175">
                  <c:v>0.25</c:v>
                </c:pt>
                <c:pt idx="4176">
                  <c:v>0.25</c:v>
                </c:pt>
                <c:pt idx="4177">
                  <c:v>0.25</c:v>
                </c:pt>
                <c:pt idx="4178">
                  <c:v>0.25</c:v>
                </c:pt>
                <c:pt idx="4179">
                  <c:v>0.25</c:v>
                </c:pt>
                <c:pt idx="4180">
                  <c:v>0.25</c:v>
                </c:pt>
                <c:pt idx="4181">
                  <c:v>0.25</c:v>
                </c:pt>
                <c:pt idx="4182">
                  <c:v>0.25</c:v>
                </c:pt>
                <c:pt idx="4183">
                  <c:v>0.25</c:v>
                </c:pt>
                <c:pt idx="4184">
                  <c:v>0.25</c:v>
                </c:pt>
                <c:pt idx="4185">
                  <c:v>0.25</c:v>
                </c:pt>
                <c:pt idx="4186">
                  <c:v>0.25</c:v>
                </c:pt>
                <c:pt idx="4187">
                  <c:v>0.25</c:v>
                </c:pt>
                <c:pt idx="4188">
                  <c:v>0.25</c:v>
                </c:pt>
                <c:pt idx="4189">
                  <c:v>0.25</c:v>
                </c:pt>
                <c:pt idx="4190">
                  <c:v>0.25</c:v>
                </c:pt>
                <c:pt idx="4191">
                  <c:v>0.25</c:v>
                </c:pt>
                <c:pt idx="4192">
                  <c:v>0.25</c:v>
                </c:pt>
                <c:pt idx="4193">
                  <c:v>0.25</c:v>
                </c:pt>
                <c:pt idx="4194">
                  <c:v>0.25</c:v>
                </c:pt>
                <c:pt idx="4195">
                  <c:v>0.25</c:v>
                </c:pt>
                <c:pt idx="4196">
                  <c:v>0.25</c:v>
                </c:pt>
                <c:pt idx="4197">
                  <c:v>0.25</c:v>
                </c:pt>
                <c:pt idx="4198">
                  <c:v>0.25</c:v>
                </c:pt>
                <c:pt idx="4199">
                  <c:v>0.25</c:v>
                </c:pt>
                <c:pt idx="4200">
                  <c:v>0.25</c:v>
                </c:pt>
                <c:pt idx="4201">
                  <c:v>0.25</c:v>
                </c:pt>
                <c:pt idx="4202">
                  <c:v>0.25</c:v>
                </c:pt>
                <c:pt idx="4203">
                  <c:v>0.25</c:v>
                </c:pt>
                <c:pt idx="4204">
                  <c:v>0.25</c:v>
                </c:pt>
                <c:pt idx="4205">
                  <c:v>0.25</c:v>
                </c:pt>
                <c:pt idx="4206">
                  <c:v>0.25</c:v>
                </c:pt>
                <c:pt idx="4207">
                  <c:v>0.25</c:v>
                </c:pt>
                <c:pt idx="4208">
                  <c:v>0.25</c:v>
                </c:pt>
                <c:pt idx="4209">
                  <c:v>0.25</c:v>
                </c:pt>
                <c:pt idx="4210">
                  <c:v>0.25</c:v>
                </c:pt>
                <c:pt idx="4211">
                  <c:v>0.25</c:v>
                </c:pt>
                <c:pt idx="4212">
                  <c:v>0.25</c:v>
                </c:pt>
                <c:pt idx="4213">
                  <c:v>0.25</c:v>
                </c:pt>
                <c:pt idx="4214">
                  <c:v>0.25</c:v>
                </c:pt>
                <c:pt idx="4215">
                  <c:v>0.25</c:v>
                </c:pt>
                <c:pt idx="4216">
                  <c:v>0.25</c:v>
                </c:pt>
                <c:pt idx="4217">
                  <c:v>0.25</c:v>
                </c:pt>
                <c:pt idx="4218">
                  <c:v>0.25</c:v>
                </c:pt>
                <c:pt idx="4219">
                  <c:v>0.25</c:v>
                </c:pt>
                <c:pt idx="4220">
                  <c:v>0.25</c:v>
                </c:pt>
                <c:pt idx="4221">
                  <c:v>0.25</c:v>
                </c:pt>
                <c:pt idx="4222">
                  <c:v>0.25</c:v>
                </c:pt>
                <c:pt idx="4223">
                  <c:v>0.25</c:v>
                </c:pt>
                <c:pt idx="4224">
                  <c:v>0.25</c:v>
                </c:pt>
                <c:pt idx="4225">
                  <c:v>0.25</c:v>
                </c:pt>
                <c:pt idx="4226">
                  <c:v>0.25</c:v>
                </c:pt>
                <c:pt idx="4227">
                  <c:v>0.5</c:v>
                </c:pt>
                <c:pt idx="4228">
                  <c:v>0.5</c:v>
                </c:pt>
                <c:pt idx="4229">
                  <c:v>0.5</c:v>
                </c:pt>
                <c:pt idx="4230">
                  <c:v>0.5</c:v>
                </c:pt>
                <c:pt idx="4231">
                  <c:v>0.5</c:v>
                </c:pt>
                <c:pt idx="4232">
                  <c:v>0.5</c:v>
                </c:pt>
                <c:pt idx="4233">
                  <c:v>0.5</c:v>
                </c:pt>
                <c:pt idx="4234">
                  <c:v>0.5</c:v>
                </c:pt>
                <c:pt idx="4235">
                  <c:v>0.5</c:v>
                </c:pt>
                <c:pt idx="4236">
                  <c:v>0.5</c:v>
                </c:pt>
                <c:pt idx="4237">
                  <c:v>0.5</c:v>
                </c:pt>
                <c:pt idx="4238">
                  <c:v>0.5</c:v>
                </c:pt>
                <c:pt idx="4239">
                  <c:v>0.5</c:v>
                </c:pt>
                <c:pt idx="4240">
                  <c:v>0.5</c:v>
                </c:pt>
                <c:pt idx="4241">
                  <c:v>0.5</c:v>
                </c:pt>
                <c:pt idx="4242">
                  <c:v>0.5</c:v>
                </c:pt>
                <c:pt idx="4243">
                  <c:v>0.5</c:v>
                </c:pt>
                <c:pt idx="4244">
                  <c:v>0.5</c:v>
                </c:pt>
                <c:pt idx="4245">
                  <c:v>0.5</c:v>
                </c:pt>
                <c:pt idx="4246">
                  <c:v>0.5</c:v>
                </c:pt>
                <c:pt idx="4247">
                  <c:v>0.5</c:v>
                </c:pt>
                <c:pt idx="4248">
                  <c:v>0.5</c:v>
                </c:pt>
                <c:pt idx="4249">
                  <c:v>0.5</c:v>
                </c:pt>
                <c:pt idx="4250">
                  <c:v>0.5</c:v>
                </c:pt>
                <c:pt idx="4251">
                  <c:v>0.5</c:v>
                </c:pt>
                <c:pt idx="4252">
                  <c:v>0.5</c:v>
                </c:pt>
                <c:pt idx="4253">
                  <c:v>0.5</c:v>
                </c:pt>
                <c:pt idx="4254">
                  <c:v>0.5</c:v>
                </c:pt>
                <c:pt idx="4255">
                  <c:v>0.5</c:v>
                </c:pt>
                <c:pt idx="4256">
                  <c:v>0.5</c:v>
                </c:pt>
                <c:pt idx="4257">
                  <c:v>0.5</c:v>
                </c:pt>
                <c:pt idx="4258">
                  <c:v>0.5</c:v>
                </c:pt>
                <c:pt idx="4259">
                  <c:v>0.5</c:v>
                </c:pt>
                <c:pt idx="4260">
                  <c:v>0.5</c:v>
                </c:pt>
                <c:pt idx="4261">
                  <c:v>0.5</c:v>
                </c:pt>
                <c:pt idx="4262">
                  <c:v>1</c:v>
                </c:pt>
                <c:pt idx="4263">
                  <c:v>1</c:v>
                </c:pt>
                <c:pt idx="4264">
                  <c:v>1</c:v>
                </c:pt>
                <c:pt idx="4265">
                  <c:v>1</c:v>
                </c:pt>
                <c:pt idx="4266">
                  <c:v>1</c:v>
                </c:pt>
                <c:pt idx="4267">
                  <c:v>1</c:v>
                </c:pt>
                <c:pt idx="4268">
                  <c:v>1</c:v>
                </c:pt>
                <c:pt idx="4269">
                  <c:v>1</c:v>
                </c:pt>
                <c:pt idx="4270">
                  <c:v>1</c:v>
                </c:pt>
                <c:pt idx="4271">
                  <c:v>1</c:v>
                </c:pt>
                <c:pt idx="4272">
                  <c:v>1</c:v>
                </c:pt>
                <c:pt idx="4273">
                  <c:v>1</c:v>
                </c:pt>
                <c:pt idx="4274">
                  <c:v>1</c:v>
                </c:pt>
                <c:pt idx="4275">
                  <c:v>1</c:v>
                </c:pt>
                <c:pt idx="4276">
                  <c:v>1</c:v>
                </c:pt>
                <c:pt idx="4277">
                  <c:v>1</c:v>
                </c:pt>
                <c:pt idx="4278">
                  <c:v>1</c:v>
                </c:pt>
                <c:pt idx="4279">
                  <c:v>1</c:v>
                </c:pt>
                <c:pt idx="4280">
                  <c:v>1</c:v>
                </c:pt>
                <c:pt idx="4281">
                  <c:v>1</c:v>
                </c:pt>
                <c:pt idx="4282">
                  <c:v>1</c:v>
                </c:pt>
                <c:pt idx="4283">
                  <c:v>1</c:v>
                </c:pt>
                <c:pt idx="4284">
                  <c:v>1</c:v>
                </c:pt>
                <c:pt idx="4285">
                  <c:v>1</c:v>
                </c:pt>
                <c:pt idx="4286">
                  <c:v>1</c:v>
                </c:pt>
                <c:pt idx="4287">
                  <c:v>1</c:v>
                </c:pt>
                <c:pt idx="4288">
                  <c:v>1</c:v>
                </c:pt>
                <c:pt idx="4289">
                  <c:v>1</c:v>
                </c:pt>
                <c:pt idx="4290">
                  <c:v>1</c:v>
                </c:pt>
                <c:pt idx="4291">
                  <c:v>1</c:v>
                </c:pt>
                <c:pt idx="4292">
                  <c:v>1.75</c:v>
                </c:pt>
                <c:pt idx="4293">
                  <c:v>1.75</c:v>
                </c:pt>
                <c:pt idx="4294">
                  <c:v>1.75</c:v>
                </c:pt>
                <c:pt idx="4295">
                  <c:v>1.75</c:v>
                </c:pt>
                <c:pt idx="4296">
                  <c:v>1.75</c:v>
                </c:pt>
                <c:pt idx="4297">
                  <c:v>1.75</c:v>
                </c:pt>
                <c:pt idx="4298">
                  <c:v>1.75</c:v>
                </c:pt>
                <c:pt idx="4299">
                  <c:v>1.75</c:v>
                </c:pt>
                <c:pt idx="4300">
                  <c:v>1.75</c:v>
                </c:pt>
                <c:pt idx="4301">
                  <c:v>1.75</c:v>
                </c:pt>
                <c:pt idx="4302">
                  <c:v>1.75</c:v>
                </c:pt>
                <c:pt idx="4303">
                  <c:v>1.75</c:v>
                </c:pt>
                <c:pt idx="4304">
                  <c:v>1.75</c:v>
                </c:pt>
                <c:pt idx="4305">
                  <c:v>1.75</c:v>
                </c:pt>
                <c:pt idx="4306">
                  <c:v>1.75</c:v>
                </c:pt>
                <c:pt idx="4307">
                  <c:v>1.75</c:v>
                </c:pt>
                <c:pt idx="4308">
                  <c:v>1.75</c:v>
                </c:pt>
                <c:pt idx="4309">
                  <c:v>1.75</c:v>
                </c:pt>
                <c:pt idx="4310">
                  <c:v>1.75</c:v>
                </c:pt>
                <c:pt idx="4311">
                  <c:v>1.75</c:v>
                </c:pt>
                <c:pt idx="4312">
                  <c:v>1.75</c:v>
                </c:pt>
                <c:pt idx="4313">
                  <c:v>1.75</c:v>
                </c:pt>
                <c:pt idx="4314">
                  <c:v>1.75</c:v>
                </c:pt>
                <c:pt idx="4315">
                  <c:v>1.75</c:v>
                </c:pt>
                <c:pt idx="4316">
                  <c:v>1.75</c:v>
                </c:pt>
                <c:pt idx="4317">
                  <c:v>1.75</c:v>
                </c:pt>
                <c:pt idx="4318">
                  <c:v>1.75</c:v>
                </c:pt>
                <c:pt idx="4319">
                  <c:v>1.75</c:v>
                </c:pt>
                <c:pt idx="4320">
                  <c:v>1.75</c:v>
                </c:pt>
                <c:pt idx="4321">
                  <c:v>1.75</c:v>
                </c:pt>
                <c:pt idx="4322">
                  <c:v>2.5</c:v>
                </c:pt>
                <c:pt idx="4323">
                  <c:v>2.5</c:v>
                </c:pt>
                <c:pt idx="4324">
                  <c:v>2.5</c:v>
                </c:pt>
                <c:pt idx="4325">
                  <c:v>2.5</c:v>
                </c:pt>
                <c:pt idx="4326">
                  <c:v>2.5</c:v>
                </c:pt>
                <c:pt idx="4327">
                  <c:v>2.5</c:v>
                </c:pt>
                <c:pt idx="4328">
                  <c:v>2.5</c:v>
                </c:pt>
                <c:pt idx="4329">
                  <c:v>2.5</c:v>
                </c:pt>
                <c:pt idx="4330">
                  <c:v>2.5</c:v>
                </c:pt>
                <c:pt idx="4331">
                  <c:v>2.5</c:v>
                </c:pt>
                <c:pt idx="4332">
                  <c:v>2.5</c:v>
                </c:pt>
                <c:pt idx="4333">
                  <c:v>2.5</c:v>
                </c:pt>
                <c:pt idx="4334">
                  <c:v>2.5</c:v>
                </c:pt>
                <c:pt idx="4335">
                  <c:v>2.5</c:v>
                </c:pt>
                <c:pt idx="4336">
                  <c:v>2.5</c:v>
                </c:pt>
                <c:pt idx="4337">
                  <c:v>2.5</c:v>
                </c:pt>
                <c:pt idx="4338">
                  <c:v>2.5</c:v>
                </c:pt>
                <c:pt idx="4339">
                  <c:v>2.5</c:v>
                </c:pt>
                <c:pt idx="4340">
                  <c:v>2.5</c:v>
                </c:pt>
                <c:pt idx="4341">
                  <c:v>2.5</c:v>
                </c:pt>
                <c:pt idx="4342">
                  <c:v>2.5</c:v>
                </c:pt>
                <c:pt idx="4343">
                  <c:v>2.5</c:v>
                </c:pt>
                <c:pt idx="4344">
                  <c:v>2.5</c:v>
                </c:pt>
                <c:pt idx="4345">
                  <c:v>2.5</c:v>
                </c:pt>
                <c:pt idx="4346">
                  <c:v>2.5</c:v>
                </c:pt>
                <c:pt idx="4347">
                  <c:v>2.5</c:v>
                </c:pt>
                <c:pt idx="4348">
                  <c:v>2.5</c:v>
                </c:pt>
                <c:pt idx="4349">
                  <c:v>2.5</c:v>
                </c:pt>
                <c:pt idx="4350">
                  <c:v>2.5</c:v>
                </c:pt>
                <c:pt idx="4351">
                  <c:v>2.5</c:v>
                </c:pt>
                <c:pt idx="4352">
                  <c:v>2.5</c:v>
                </c:pt>
                <c:pt idx="4353">
                  <c:v>2.5</c:v>
                </c:pt>
                <c:pt idx="4354">
                  <c:v>2.5</c:v>
                </c:pt>
                <c:pt idx="4355">
                  <c:v>2.5</c:v>
                </c:pt>
                <c:pt idx="4356">
                  <c:v>2.5</c:v>
                </c:pt>
                <c:pt idx="4357">
                  <c:v>2.5</c:v>
                </c:pt>
                <c:pt idx="4358">
                  <c:v>2.5</c:v>
                </c:pt>
                <c:pt idx="4359">
                  <c:v>2.5</c:v>
                </c:pt>
                <c:pt idx="4360">
                  <c:v>2.5</c:v>
                </c:pt>
                <c:pt idx="4361">
                  <c:v>2.5</c:v>
                </c:pt>
                <c:pt idx="4362">
                  <c:v>3.25</c:v>
                </c:pt>
                <c:pt idx="4363">
                  <c:v>3.25</c:v>
                </c:pt>
                <c:pt idx="4364">
                  <c:v>3.25</c:v>
                </c:pt>
                <c:pt idx="4365">
                  <c:v>3.25</c:v>
                </c:pt>
                <c:pt idx="4366">
                  <c:v>3.25</c:v>
                </c:pt>
                <c:pt idx="4367">
                  <c:v>3.25</c:v>
                </c:pt>
                <c:pt idx="4368">
                  <c:v>3.25</c:v>
                </c:pt>
                <c:pt idx="4369">
                  <c:v>3.25</c:v>
                </c:pt>
                <c:pt idx="4370">
                  <c:v>3.25</c:v>
                </c:pt>
                <c:pt idx="4371">
                  <c:v>3.25</c:v>
                </c:pt>
                <c:pt idx="4372">
                  <c:v>3.25</c:v>
                </c:pt>
                <c:pt idx="4373">
                  <c:v>3.25</c:v>
                </c:pt>
                <c:pt idx="4374">
                  <c:v>3.25</c:v>
                </c:pt>
                <c:pt idx="4375">
                  <c:v>3.25</c:v>
                </c:pt>
                <c:pt idx="4376">
                  <c:v>3.25</c:v>
                </c:pt>
                <c:pt idx="4377">
                  <c:v>3.25</c:v>
                </c:pt>
                <c:pt idx="4378">
                  <c:v>3.25</c:v>
                </c:pt>
                <c:pt idx="4379">
                  <c:v>3.25</c:v>
                </c:pt>
                <c:pt idx="4380">
                  <c:v>3.25</c:v>
                </c:pt>
                <c:pt idx="4381">
                  <c:v>3.25</c:v>
                </c:pt>
                <c:pt idx="4382">
                  <c:v>3.25</c:v>
                </c:pt>
                <c:pt idx="4383">
                  <c:v>3.25</c:v>
                </c:pt>
                <c:pt idx="4384">
                  <c:v>3.25</c:v>
                </c:pt>
                <c:pt idx="4385">
                  <c:v>3.25</c:v>
                </c:pt>
                <c:pt idx="4386">
                  <c:v>3.25</c:v>
                </c:pt>
                <c:pt idx="4387">
                  <c:v>3.25</c:v>
                </c:pt>
                <c:pt idx="4388">
                  <c:v>3.25</c:v>
                </c:pt>
                <c:pt idx="4389">
                  <c:v>3.25</c:v>
                </c:pt>
                <c:pt idx="4390">
                  <c:v>3.25</c:v>
                </c:pt>
                <c:pt idx="4391">
                  <c:v>3.25</c:v>
                </c:pt>
                <c:pt idx="4392">
                  <c:v>4</c:v>
                </c:pt>
                <c:pt idx="4393">
                  <c:v>4</c:v>
                </c:pt>
                <c:pt idx="4394">
                  <c:v>4</c:v>
                </c:pt>
                <c:pt idx="4395">
                  <c:v>4</c:v>
                </c:pt>
                <c:pt idx="4396">
                  <c:v>4</c:v>
                </c:pt>
                <c:pt idx="4397">
                  <c:v>4</c:v>
                </c:pt>
                <c:pt idx="4398">
                  <c:v>4</c:v>
                </c:pt>
                <c:pt idx="4399">
                  <c:v>4</c:v>
                </c:pt>
                <c:pt idx="4400">
                  <c:v>4</c:v>
                </c:pt>
                <c:pt idx="4401">
                  <c:v>4</c:v>
                </c:pt>
                <c:pt idx="4402">
                  <c:v>4</c:v>
                </c:pt>
                <c:pt idx="4403">
                  <c:v>4</c:v>
                </c:pt>
                <c:pt idx="4404">
                  <c:v>4</c:v>
                </c:pt>
                <c:pt idx="4405">
                  <c:v>4</c:v>
                </c:pt>
                <c:pt idx="4406">
                  <c:v>4</c:v>
                </c:pt>
                <c:pt idx="4407">
                  <c:v>4</c:v>
                </c:pt>
                <c:pt idx="4408">
                  <c:v>4</c:v>
                </c:pt>
                <c:pt idx="4409">
                  <c:v>4</c:v>
                </c:pt>
                <c:pt idx="4410">
                  <c:v>4</c:v>
                </c:pt>
                <c:pt idx="4411">
                  <c:v>4</c:v>
                </c:pt>
                <c:pt idx="4412">
                  <c:v>4</c:v>
                </c:pt>
                <c:pt idx="4413">
                  <c:v>4</c:v>
                </c:pt>
                <c:pt idx="4414">
                  <c:v>4</c:v>
                </c:pt>
                <c:pt idx="4415">
                  <c:v>4</c:v>
                </c:pt>
                <c:pt idx="4416">
                  <c:v>4</c:v>
                </c:pt>
                <c:pt idx="4417">
                  <c:v>4</c:v>
                </c:pt>
                <c:pt idx="4418">
                  <c:v>4</c:v>
                </c:pt>
                <c:pt idx="4419">
                  <c:v>4</c:v>
                </c:pt>
                <c:pt idx="4420">
                  <c:v>4</c:v>
                </c:pt>
                <c:pt idx="4421">
                  <c:v>4</c:v>
                </c:pt>
                <c:pt idx="4422">
                  <c:v>4.5</c:v>
                </c:pt>
                <c:pt idx="4423">
                  <c:v>4.5</c:v>
                </c:pt>
                <c:pt idx="4424">
                  <c:v>4.5</c:v>
                </c:pt>
                <c:pt idx="4425">
                  <c:v>4.5</c:v>
                </c:pt>
                <c:pt idx="4426">
                  <c:v>4.5</c:v>
                </c:pt>
                <c:pt idx="4427">
                  <c:v>4.5</c:v>
                </c:pt>
                <c:pt idx="4428">
                  <c:v>4.5</c:v>
                </c:pt>
                <c:pt idx="4429">
                  <c:v>4.5</c:v>
                </c:pt>
                <c:pt idx="4430">
                  <c:v>4.5</c:v>
                </c:pt>
                <c:pt idx="4431">
                  <c:v>4.5</c:v>
                </c:pt>
                <c:pt idx="4432">
                  <c:v>4.5</c:v>
                </c:pt>
                <c:pt idx="4433">
                  <c:v>4.5</c:v>
                </c:pt>
                <c:pt idx="4434">
                  <c:v>4.5</c:v>
                </c:pt>
                <c:pt idx="4435">
                  <c:v>4.5</c:v>
                </c:pt>
                <c:pt idx="4436">
                  <c:v>4.5</c:v>
                </c:pt>
                <c:pt idx="4437">
                  <c:v>4.5</c:v>
                </c:pt>
                <c:pt idx="4438">
                  <c:v>4.5</c:v>
                </c:pt>
                <c:pt idx="4439">
                  <c:v>4.5</c:v>
                </c:pt>
                <c:pt idx="4440">
                  <c:v>4.5</c:v>
                </c:pt>
                <c:pt idx="4441">
                  <c:v>4.5</c:v>
                </c:pt>
                <c:pt idx="4442">
                  <c:v>4.5</c:v>
                </c:pt>
                <c:pt idx="4443">
                  <c:v>4.5</c:v>
                </c:pt>
                <c:pt idx="4444">
                  <c:v>4.5</c:v>
                </c:pt>
                <c:pt idx="4445">
                  <c:v>4.5</c:v>
                </c:pt>
                <c:pt idx="4446">
                  <c:v>4.5</c:v>
                </c:pt>
                <c:pt idx="4447">
                  <c:v>4.5</c:v>
                </c:pt>
                <c:pt idx="4448">
                  <c:v>4.5</c:v>
                </c:pt>
                <c:pt idx="4449">
                  <c:v>4.5</c:v>
                </c:pt>
                <c:pt idx="4450">
                  <c:v>4.5</c:v>
                </c:pt>
                <c:pt idx="4451">
                  <c:v>4.5</c:v>
                </c:pt>
                <c:pt idx="4452">
                  <c:v>4.5</c:v>
                </c:pt>
                <c:pt idx="4453">
                  <c:v>4.5</c:v>
                </c:pt>
                <c:pt idx="4454">
                  <c:v>4.5</c:v>
                </c:pt>
                <c:pt idx="4455">
                  <c:v>4.5</c:v>
                </c:pt>
                <c:pt idx="4456">
                  <c:v>4.5</c:v>
                </c:pt>
                <c:pt idx="4457">
                  <c:v>4.75</c:v>
                </c:pt>
                <c:pt idx="4458">
                  <c:v>4.75</c:v>
                </c:pt>
                <c:pt idx="4459">
                  <c:v>4.75</c:v>
                </c:pt>
                <c:pt idx="4460">
                  <c:v>4.75</c:v>
                </c:pt>
                <c:pt idx="4461">
                  <c:v>4.75</c:v>
                </c:pt>
                <c:pt idx="4462">
                  <c:v>4.75</c:v>
                </c:pt>
                <c:pt idx="4463">
                  <c:v>4.75</c:v>
                </c:pt>
                <c:pt idx="4464">
                  <c:v>4.75</c:v>
                </c:pt>
                <c:pt idx="4465">
                  <c:v>4.75</c:v>
                </c:pt>
                <c:pt idx="4466">
                  <c:v>4.75</c:v>
                </c:pt>
                <c:pt idx="4467">
                  <c:v>4.75</c:v>
                </c:pt>
                <c:pt idx="4468">
                  <c:v>4.75</c:v>
                </c:pt>
                <c:pt idx="4469">
                  <c:v>4.75</c:v>
                </c:pt>
                <c:pt idx="4470">
                  <c:v>4.75</c:v>
                </c:pt>
                <c:pt idx="4471">
                  <c:v>4.75</c:v>
                </c:pt>
                <c:pt idx="4472">
                  <c:v>4.75</c:v>
                </c:pt>
                <c:pt idx="4473">
                  <c:v>4.75</c:v>
                </c:pt>
                <c:pt idx="4474">
                  <c:v>4.75</c:v>
                </c:pt>
                <c:pt idx="4475">
                  <c:v>4.75</c:v>
                </c:pt>
                <c:pt idx="4476">
                  <c:v>4.75</c:v>
                </c:pt>
                <c:pt idx="4477">
                  <c:v>4.75</c:v>
                </c:pt>
                <c:pt idx="4478">
                  <c:v>4.75</c:v>
                </c:pt>
                <c:pt idx="4479">
                  <c:v>4.75</c:v>
                </c:pt>
                <c:pt idx="4480">
                  <c:v>4.75</c:v>
                </c:pt>
                <c:pt idx="4481">
                  <c:v>4.75</c:v>
                </c:pt>
                <c:pt idx="4482">
                  <c:v>4.75</c:v>
                </c:pt>
                <c:pt idx="4483">
                  <c:v>4.75</c:v>
                </c:pt>
                <c:pt idx="4484">
                  <c:v>4.75</c:v>
                </c:pt>
                <c:pt idx="4485">
                  <c:v>4.75</c:v>
                </c:pt>
                <c:pt idx="4486">
                  <c:v>4.75</c:v>
                </c:pt>
                <c:pt idx="4487">
                  <c:v>4.75</c:v>
                </c:pt>
                <c:pt idx="4488">
                  <c:v>4.75</c:v>
                </c:pt>
                <c:pt idx="4489">
                  <c:v>4.75</c:v>
                </c:pt>
                <c:pt idx="4490">
                  <c:v>4.75</c:v>
                </c:pt>
                <c:pt idx="4491">
                  <c:v>4.75</c:v>
                </c:pt>
                <c:pt idx="4492">
                  <c:v>5</c:v>
                </c:pt>
                <c:pt idx="4493">
                  <c:v>5</c:v>
                </c:pt>
                <c:pt idx="4494">
                  <c:v>5</c:v>
                </c:pt>
                <c:pt idx="4495">
                  <c:v>5</c:v>
                </c:pt>
                <c:pt idx="4496">
                  <c:v>5</c:v>
                </c:pt>
                <c:pt idx="4497">
                  <c:v>5</c:v>
                </c:pt>
                <c:pt idx="4498">
                  <c:v>5</c:v>
                </c:pt>
                <c:pt idx="4499">
                  <c:v>5</c:v>
                </c:pt>
                <c:pt idx="4500">
                  <c:v>5</c:v>
                </c:pt>
                <c:pt idx="4501">
                  <c:v>5</c:v>
                </c:pt>
                <c:pt idx="4502">
                  <c:v>5</c:v>
                </c:pt>
                <c:pt idx="4503">
                  <c:v>5</c:v>
                </c:pt>
                <c:pt idx="4504">
                  <c:v>5</c:v>
                </c:pt>
                <c:pt idx="4505">
                  <c:v>5</c:v>
                </c:pt>
                <c:pt idx="4506">
                  <c:v>5</c:v>
                </c:pt>
                <c:pt idx="4507">
                  <c:v>5</c:v>
                </c:pt>
                <c:pt idx="4508">
                  <c:v>5</c:v>
                </c:pt>
                <c:pt idx="4509">
                  <c:v>5</c:v>
                </c:pt>
                <c:pt idx="4510">
                  <c:v>5</c:v>
                </c:pt>
                <c:pt idx="4511">
                  <c:v>5</c:v>
                </c:pt>
                <c:pt idx="4512">
                  <c:v>5</c:v>
                </c:pt>
                <c:pt idx="4513">
                  <c:v>5</c:v>
                </c:pt>
                <c:pt idx="4514">
                  <c:v>5</c:v>
                </c:pt>
                <c:pt idx="4515">
                  <c:v>5</c:v>
                </c:pt>
                <c:pt idx="4516">
                  <c:v>5</c:v>
                </c:pt>
                <c:pt idx="4517">
                  <c:v>5</c:v>
                </c:pt>
                <c:pt idx="4518">
                  <c:v>5</c:v>
                </c:pt>
                <c:pt idx="4519">
                  <c:v>5</c:v>
                </c:pt>
                <c:pt idx="4520">
                  <c:v>5</c:v>
                </c:pt>
                <c:pt idx="4521">
                  <c:v>5</c:v>
                </c:pt>
                <c:pt idx="4522">
                  <c:v>5.25</c:v>
                </c:pt>
                <c:pt idx="4523">
                  <c:v>5.25</c:v>
                </c:pt>
                <c:pt idx="4524">
                  <c:v>5.25</c:v>
                </c:pt>
                <c:pt idx="4525">
                  <c:v>5.25</c:v>
                </c:pt>
                <c:pt idx="4526">
                  <c:v>5.25</c:v>
                </c:pt>
                <c:pt idx="4527">
                  <c:v>5.25</c:v>
                </c:pt>
                <c:pt idx="4528">
                  <c:v>5.25</c:v>
                </c:pt>
                <c:pt idx="4529">
                  <c:v>5.25</c:v>
                </c:pt>
                <c:pt idx="4530">
                  <c:v>5.25</c:v>
                </c:pt>
                <c:pt idx="4531">
                  <c:v>5.25</c:v>
                </c:pt>
                <c:pt idx="4532">
                  <c:v>5.25</c:v>
                </c:pt>
                <c:pt idx="4533">
                  <c:v>5.25</c:v>
                </c:pt>
                <c:pt idx="4534">
                  <c:v>5.25</c:v>
                </c:pt>
                <c:pt idx="4535">
                  <c:v>5.25</c:v>
                </c:pt>
                <c:pt idx="4536">
                  <c:v>5.25</c:v>
                </c:pt>
                <c:pt idx="4537">
                  <c:v>5.25</c:v>
                </c:pt>
                <c:pt idx="4538">
                  <c:v>5.25</c:v>
                </c:pt>
                <c:pt idx="4539">
                  <c:v>5.25</c:v>
                </c:pt>
                <c:pt idx="4540">
                  <c:v>5.25</c:v>
                </c:pt>
                <c:pt idx="4541">
                  <c:v>5.25</c:v>
                </c:pt>
                <c:pt idx="4542">
                  <c:v>5.25</c:v>
                </c:pt>
                <c:pt idx="4543">
                  <c:v>5.25</c:v>
                </c:pt>
                <c:pt idx="4544">
                  <c:v>5.25</c:v>
                </c:pt>
                <c:pt idx="4545">
                  <c:v>5.25</c:v>
                </c:pt>
                <c:pt idx="4546">
                  <c:v>5.25</c:v>
                </c:pt>
                <c:pt idx="4547">
                  <c:v>5.25</c:v>
                </c:pt>
                <c:pt idx="4548">
                  <c:v>5.25</c:v>
                </c:pt>
                <c:pt idx="4549">
                  <c:v>5.25</c:v>
                </c:pt>
                <c:pt idx="4550">
                  <c:v>5.25</c:v>
                </c:pt>
                <c:pt idx="4551">
                  <c:v>5.25</c:v>
                </c:pt>
                <c:pt idx="4552">
                  <c:v>5.25</c:v>
                </c:pt>
                <c:pt idx="4553">
                  <c:v>5.25</c:v>
                </c:pt>
                <c:pt idx="4554">
                  <c:v>5.25</c:v>
                </c:pt>
                <c:pt idx="4555">
                  <c:v>5.25</c:v>
                </c:pt>
                <c:pt idx="4556">
                  <c:v>5.25</c:v>
                </c:pt>
                <c:pt idx="4557">
                  <c:v>5.25</c:v>
                </c:pt>
                <c:pt idx="4558">
                  <c:v>5.25</c:v>
                </c:pt>
                <c:pt idx="4559">
                  <c:v>5.25</c:v>
                </c:pt>
                <c:pt idx="4560">
                  <c:v>5.25</c:v>
                </c:pt>
                <c:pt idx="4561">
                  <c:v>5.25</c:v>
                </c:pt>
                <c:pt idx="4562">
                  <c:v>5.25</c:v>
                </c:pt>
                <c:pt idx="4563">
                  <c:v>5.25</c:v>
                </c:pt>
                <c:pt idx="4564">
                  <c:v>5.25</c:v>
                </c:pt>
                <c:pt idx="4565">
                  <c:v>5.25</c:v>
                </c:pt>
                <c:pt idx="4566">
                  <c:v>5.25</c:v>
                </c:pt>
                <c:pt idx="4567">
                  <c:v>5.25</c:v>
                </c:pt>
                <c:pt idx="4568">
                  <c:v>5.25</c:v>
                </c:pt>
                <c:pt idx="4569">
                  <c:v>5.25</c:v>
                </c:pt>
                <c:pt idx="4570">
                  <c:v>5.25</c:v>
                </c:pt>
                <c:pt idx="4571">
                  <c:v>5.25</c:v>
                </c:pt>
                <c:pt idx="4572">
                  <c:v>5.25</c:v>
                </c:pt>
                <c:pt idx="4573">
                  <c:v>5.25</c:v>
                </c:pt>
                <c:pt idx="4574">
                  <c:v>5.25</c:v>
                </c:pt>
                <c:pt idx="4575">
                  <c:v>5.25</c:v>
                </c:pt>
                <c:pt idx="4576">
                  <c:v>5.25</c:v>
                </c:pt>
                <c:pt idx="4577">
                  <c:v>5.25</c:v>
                </c:pt>
                <c:pt idx="4578">
                  <c:v>5.25</c:v>
                </c:pt>
                <c:pt idx="4579">
                  <c:v>5.25</c:v>
                </c:pt>
                <c:pt idx="4580">
                  <c:v>5.25</c:v>
                </c:pt>
                <c:pt idx="4581">
                  <c:v>5.25</c:v>
                </c:pt>
                <c:pt idx="4582">
                  <c:v>5.5</c:v>
                </c:pt>
                <c:pt idx="4583">
                  <c:v>5.5</c:v>
                </c:pt>
                <c:pt idx="4584">
                  <c:v>5.5</c:v>
                </c:pt>
                <c:pt idx="4585">
                  <c:v>5.5</c:v>
                </c:pt>
                <c:pt idx="4586">
                  <c:v>5.5</c:v>
                </c:pt>
                <c:pt idx="4587">
                  <c:v>5.5</c:v>
                </c:pt>
                <c:pt idx="4588">
                  <c:v>5.5</c:v>
                </c:pt>
                <c:pt idx="4589">
                  <c:v>5.5</c:v>
                </c:pt>
                <c:pt idx="4590">
                  <c:v>5.5</c:v>
                </c:pt>
                <c:pt idx="4591">
                  <c:v>5.5</c:v>
                </c:pt>
                <c:pt idx="4592">
                  <c:v>5.5</c:v>
                </c:pt>
                <c:pt idx="4593">
                  <c:v>5.5</c:v>
                </c:pt>
                <c:pt idx="4594">
                  <c:v>5.5</c:v>
                </c:pt>
                <c:pt idx="4595">
                  <c:v>5.5</c:v>
                </c:pt>
                <c:pt idx="4596">
                  <c:v>5.5</c:v>
                </c:pt>
                <c:pt idx="4597">
                  <c:v>5.5</c:v>
                </c:pt>
                <c:pt idx="4598">
                  <c:v>5.5</c:v>
                </c:pt>
                <c:pt idx="4599">
                  <c:v>5.5</c:v>
                </c:pt>
                <c:pt idx="4600">
                  <c:v>5.5</c:v>
                </c:pt>
                <c:pt idx="4601">
                  <c:v>5.5</c:v>
                </c:pt>
                <c:pt idx="4602">
                  <c:v>5.5</c:v>
                </c:pt>
                <c:pt idx="4603">
                  <c:v>5.5</c:v>
                </c:pt>
                <c:pt idx="4604">
                  <c:v>5.5</c:v>
                </c:pt>
                <c:pt idx="4605">
                  <c:v>5.5</c:v>
                </c:pt>
                <c:pt idx="4606">
                  <c:v>5.5</c:v>
                </c:pt>
                <c:pt idx="4607">
                  <c:v>5.5</c:v>
                </c:pt>
                <c:pt idx="4608">
                  <c:v>5.5</c:v>
                </c:pt>
                <c:pt idx="4609">
                  <c:v>5.5</c:v>
                </c:pt>
                <c:pt idx="4610">
                  <c:v>5.5</c:v>
                </c:pt>
                <c:pt idx="4611">
                  <c:v>5.5</c:v>
                </c:pt>
                <c:pt idx="4612">
                  <c:v>5.5</c:v>
                </c:pt>
                <c:pt idx="4613">
                  <c:v>5.5</c:v>
                </c:pt>
                <c:pt idx="4614">
                  <c:v>5.5</c:v>
                </c:pt>
                <c:pt idx="4615">
                  <c:v>5.5</c:v>
                </c:pt>
                <c:pt idx="4616">
                  <c:v>5.5</c:v>
                </c:pt>
                <c:pt idx="4617">
                  <c:v>5.5</c:v>
                </c:pt>
                <c:pt idx="4618">
                  <c:v>5.5</c:v>
                </c:pt>
                <c:pt idx="4619">
                  <c:v>5.5</c:v>
                </c:pt>
                <c:pt idx="4620">
                  <c:v>5.5</c:v>
                </c:pt>
                <c:pt idx="4621">
                  <c:v>5.5</c:v>
                </c:pt>
                <c:pt idx="4622">
                  <c:v>5.5</c:v>
                </c:pt>
                <c:pt idx="4623">
                  <c:v>5.5</c:v>
                </c:pt>
                <c:pt idx="4624">
                  <c:v>5.5</c:v>
                </c:pt>
                <c:pt idx="4625">
                  <c:v>5.5</c:v>
                </c:pt>
                <c:pt idx="4626">
                  <c:v>5.5</c:v>
                </c:pt>
                <c:pt idx="4627">
                  <c:v>5.5</c:v>
                </c:pt>
                <c:pt idx="4628">
                  <c:v>5.5</c:v>
                </c:pt>
                <c:pt idx="4629">
                  <c:v>5.5</c:v>
                </c:pt>
                <c:pt idx="4630">
                  <c:v>5.5</c:v>
                </c:pt>
                <c:pt idx="4631">
                  <c:v>5.5</c:v>
                </c:pt>
                <c:pt idx="4632">
                  <c:v>5.5</c:v>
                </c:pt>
                <c:pt idx="4633">
                  <c:v>5.5</c:v>
                </c:pt>
                <c:pt idx="4634">
                  <c:v>5.5</c:v>
                </c:pt>
                <c:pt idx="4635">
                  <c:v>5.5</c:v>
                </c:pt>
                <c:pt idx="4636">
                  <c:v>5.5</c:v>
                </c:pt>
                <c:pt idx="4637">
                  <c:v>5.5</c:v>
                </c:pt>
                <c:pt idx="4638">
                  <c:v>5.5</c:v>
                </c:pt>
                <c:pt idx="4639">
                  <c:v>5.5</c:v>
                </c:pt>
                <c:pt idx="4640">
                  <c:v>5.5</c:v>
                </c:pt>
                <c:pt idx="4641">
                  <c:v>5.5</c:v>
                </c:pt>
                <c:pt idx="4642">
                  <c:v>5.5</c:v>
                </c:pt>
                <c:pt idx="4643">
                  <c:v>5.5</c:v>
                </c:pt>
                <c:pt idx="4644">
                  <c:v>5.5</c:v>
                </c:pt>
                <c:pt idx="4645">
                  <c:v>5.5</c:v>
                </c:pt>
                <c:pt idx="4646">
                  <c:v>5.5</c:v>
                </c:pt>
                <c:pt idx="4647">
                  <c:v>5.5</c:v>
                </c:pt>
                <c:pt idx="4648">
                  <c:v>5.5</c:v>
                </c:pt>
                <c:pt idx="4649">
                  <c:v>5.5</c:v>
                </c:pt>
                <c:pt idx="4650">
                  <c:v>5.5</c:v>
                </c:pt>
                <c:pt idx="4651">
                  <c:v>5.5</c:v>
                </c:pt>
                <c:pt idx="4652">
                  <c:v>5.5</c:v>
                </c:pt>
                <c:pt idx="4653">
                  <c:v>5.5</c:v>
                </c:pt>
                <c:pt idx="4654">
                  <c:v>5.5</c:v>
                </c:pt>
                <c:pt idx="4655">
                  <c:v>5.5</c:v>
                </c:pt>
                <c:pt idx="4656">
                  <c:v>5.5</c:v>
                </c:pt>
                <c:pt idx="4657">
                  <c:v>5.5</c:v>
                </c:pt>
                <c:pt idx="4658">
                  <c:v>5.5</c:v>
                </c:pt>
                <c:pt idx="4659">
                  <c:v>5.5</c:v>
                </c:pt>
                <c:pt idx="4660">
                  <c:v>5.5</c:v>
                </c:pt>
                <c:pt idx="4661">
                  <c:v>5.5</c:v>
                </c:pt>
                <c:pt idx="4662">
                  <c:v>5.5</c:v>
                </c:pt>
                <c:pt idx="4663">
                  <c:v>5.5</c:v>
                </c:pt>
                <c:pt idx="4664">
                  <c:v>5.5</c:v>
                </c:pt>
                <c:pt idx="4665">
                  <c:v>5.5</c:v>
                </c:pt>
                <c:pt idx="4666">
                  <c:v>5.5</c:v>
                </c:pt>
                <c:pt idx="4667">
                  <c:v>5.5</c:v>
                </c:pt>
                <c:pt idx="4668">
                  <c:v>5.5</c:v>
                </c:pt>
                <c:pt idx="4669">
                  <c:v>5.5</c:v>
                </c:pt>
                <c:pt idx="4670">
                  <c:v>5.5</c:v>
                </c:pt>
                <c:pt idx="4671">
                  <c:v>5.5</c:v>
                </c:pt>
                <c:pt idx="4672">
                  <c:v>5.5</c:v>
                </c:pt>
                <c:pt idx="4673">
                  <c:v>5.5</c:v>
                </c:pt>
                <c:pt idx="4674">
                  <c:v>5.5</c:v>
                </c:pt>
                <c:pt idx="4675">
                  <c:v>5.5</c:v>
                </c:pt>
                <c:pt idx="4676">
                  <c:v>5.5</c:v>
                </c:pt>
                <c:pt idx="4677">
                  <c:v>5.5</c:v>
                </c:pt>
                <c:pt idx="4678">
                  <c:v>5.5</c:v>
                </c:pt>
                <c:pt idx="4679">
                  <c:v>5.5</c:v>
                </c:pt>
                <c:pt idx="4680">
                  <c:v>5.5</c:v>
                </c:pt>
                <c:pt idx="4681">
                  <c:v>5.5</c:v>
                </c:pt>
                <c:pt idx="4682">
                  <c:v>5.5</c:v>
                </c:pt>
                <c:pt idx="4683">
                  <c:v>5.5</c:v>
                </c:pt>
                <c:pt idx="4684">
                  <c:v>5.5</c:v>
                </c:pt>
                <c:pt idx="4685">
                  <c:v>5.5</c:v>
                </c:pt>
                <c:pt idx="4686">
                  <c:v>5.5</c:v>
                </c:pt>
                <c:pt idx="4687">
                  <c:v>5.5</c:v>
                </c:pt>
                <c:pt idx="4688">
                  <c:v>5.5</c:v>
                </c:pt>
                <c:pt idx="4689">
                  <c:v>5.5</c:v>
                </c:pt>
                <c:pt idx="4690">
                  <c:v>5.5</c:v>
                </c:pt>
                <c:pt idx="4691">
                  <c:v>5.5</c:v>
                </c:pt>
                <c:pt idx="4692">
                  <c:v>5.5</c:v>
                </c:pt>
                <c:pt idx="4693">
                  <c:v>5.5</c:v>
                </c:pt>
                <c:pt idx="4694">
                  <c:v>5.5</c:v>
                </c:pt>
                <c:pt idx="4695">
                  <c:v>5.5</c:v>
                </c:pt>
                <c:pt idx="4696">
                  <c:v>5.5</c:v>
                </c:pt>
                <c:pt idx="4697">
                  <c:v>5.5</c:v>
                </c:pt>
                <c:pt idx="4698">
                  <c:v>5.5</c:v>
                </c:pt>
                <c:pt idx="4699">
                  <c:v>5.5</c:v>
                </c:pt>
                <c:pt idx="4700">
                  <c:v>5.5</c:v>
                </c:pt>
                <c:pt idx="4701">
                  <c:v>5.5</c:v>
                </c:pt>
                <c:pt idx="4702">
                  <c:v>5.5</c:v>
                </c:pt>
                <c:pt idx="4703">
                  <c:v>5.5</c:v>
                </c:pt>
                <c:pt idx="4704">
                  <c:v>5.5</c:v>
                </c:pt>
                <c:pt idx="4705">
                  <c:v>5.5</c:v>
                </c:pt>
                <c:pt idx="4706">
                  <c:v>5.5</c:v>
                </c:pt>
                <c:pt idx="4707">
                  <c:v>5.5</c:v>
                </c:pt>
                <c:pt idx="4708">
                  <c:v>5.5</c:v>
                </c:pt>
                <c:pt idx="4709">
                  <c:v>5.5</c:v>
                </c:pt>
                <c:pt idx="4710">
                  <c:v>5.5</c:v>
                </c:pt>
                <c:pt idx="4711">
                  <c:v>5.5</c:v>
                </c:pt>
                <c:pt idx="4712">
                  <c:v>5.5</c:v>
                </c:pt>
                <c:pt idx="4713">
                  <c:v>5.5</c:v>
                </c:pt>
                <c:pt idx="4714">
                  <c:v>5.5</c:v>
                </c:pt>
                <c:pt idx="4715">
                  <c:v>5.5</c:v>
                </c:pt>
                <c:pt idx="4716">
                  <c:v>5.5</c:v>
                </c:pt>
                <c:pt idx="4717">
                  <c:v>5.5</c:v>
                </c:pt>
                <c:pt idx="4718">
                  <c:v>5.5</c:v>
                </c:pt>
                <c:pt idx="4719">
                  <c:v>5.5</c:v>
                </c:pt>
                <c:pt idx="4720">
                  <c:v>5.5</c:v>
                </c:pt>
                <c:pt idx="4721">
                  <c:v>5.5</c:v>
                </c:pt>
                <c:pt idx="4722">
                  <c:v>5.5</c:v>
                </c:pt>
                <c:pt idx="4723">
                  <c:v>5.5</c:v>
                </c:pt>
                <c:pt idx="4724">
                  <c:v>5.5</c:v>
                </c:pt>
                <c:pt idx="4725">
                  <c:v>5.5</c:v>
                </c:pt>
                <c:pt idx="4726">
                  <c:v>5.5</c:v>
                </c:pt>
                <c:pt idx="4727">
                  <c:v>5.5</c:v>
                </c:pt>
                <c:pt idx="4728">
                  <c:v>5.5</c:v>
                </c:pt>
                <c:pt idx="4729">
                  <c:v>5.5</c:v>
                </c:pt>
                <c:pt idx="4730">
                  <c:v>5.5</c:v>
                </c:pt>
                <c:pt idx="4731">
                  <c:v>5.5</c:v>
                </c:pt>
                <c:pt idx="4732">
                  <c:v>5.5</c:v>
                </c:pt>
                <c:pt idx="4733">
                  <c:v>5.5</c:v>
                </c:pt>
                <c:pt idx="4734">
                  <c:v>5.5</c:v>
                </c:pt>
                <c:pt idx="4735">
                  <c:v>5.5</c:v>
                </c:pt>
                <c:pt idx="4736">
                  <c:v>5.5</c:v>
                </c:pt>
                <c:pt idx="4737">
                  <c:v>5.5</c:v>
                </c:pt>
                <c:pt idx="4738">
                  <c:v>5.5</c:v>
                </c:pt>
                <c:pt idx="4739">
                  <c:v>5.5</c:v>
                </c:pt>
                <c:pt idx="4740">
                  <c:v>5.5</c:v>
                </c:pt>
                <c:pt idx="4741">
                  <c:v>5.5</c:v>
                </c:pt>
                <c:pt idx="4742">
                  <c:v>5.5</c:v>
                </c:pt>
                <c:pt idx="4743">
                  <c:v>5.5</c:v>
                </c:pt>
                <c:pt idx="4744">
                  <c:v>5.5</c:v>
                </c:pt>
                <c:pt idx="4745">
                  <c:v>5.5</c:v>
                </c:pt>
                <c:pt idx="4746">
                  <c:v>5.5</c:v>
                </c:pt>
                <c:pt idx="4747">
                  <c:v>5.5</c:v>
                </c:pt>
                <c:pt idx="4748">
                  <c:v>5.5</c:v>
                </c:pt>
                <c:pt idx="4749">
                  <c:v>5.5</c:v>
                </c:pt>
                <c:pt idx="4750">
                  <c:v>5.5</c:v>
                </c:pt>
                <c:pt idx="4751">
                  <c:v>5.5</c:v>
                </c:pt>
                <c:pt idx="4752">
                  <c:v>5.5</c:v>
                </c:pt>
                <c:pt idx="4753">
                  <c:v>5.5</c:v>
                </c:pt>
                <c:pt idx="4754">
                  <c:v>5.5</c:v>
                </c:pt>
                <c:pt idx="4755">
                  <c:v>5.5</c:v>
                </c:pt>
                <c:pt idx="4756">
                  <c:v>5.5</c:v>
                </c:pt>
                <c:pt idx="4757">
                  <c:v>5.5</c:v>
                </c:pt>
                <c:pt idx="4758">
                  <c:v>5.5</c:v>
                </c:pt>
                <c:pt idx="4759">
                  <c:v>5.5</c:v>
                </c:pt>
                <c:pt idx="4760">
                  <c:v>5.5</c:v>
                </c:pt>
                <c:pt idx="4761">
                  <c:v>5.5</c:v>
                </c:pt>
                <c:pt idx="4762">
                  <c:v>5.5</c:v>
                </c:pt>
                <c:pt idx="4763">
                  <c:v>5.5</c:v>
                </c:pt>
                <c:pt idx="4764">
                  <c:v>5.5</c:v>
                </c:pt>
                <c:pt idx="4765">
                  <c:v>5.5</c:v>
                </c:pt>
                <c:pt idx="4766">
                  <c:v>5.5</c:v>
                </c:pt>
                <c:pt idx="4767">
                  <c:v>5.5</c:v>
                </c:pt>
                <c:pt idx="4768">
                  <c:v>5.5</c:v>
                </c:pt>
                <c:pt idx="4769">
                  <c:v>5.5</c:v>
                </c:pt>
                <c:pt idx="4770">
                  <c:v>5.5</c:v>
                </c:pt>
                <c:pt idx="4771">
                  <c:v>5.5</c:v>
                </c:pt>
                <c:pt idx="4772">
                  <c:v>5.5</c:v>
                </c:pt>
                <c:pt idx="4773">
                  <c:v>5.5</c:v>
                </c:pt>
                <c:pt idx="4774">
                  <c:v>5.5</c:v>
                </c:pt>
                <c:pt idx="4775">
                  <c:v>5.5</c:v>
                </c:pt>
                <c:pt idx="4776">
                  <c:v>5.5</c:v>
                </c:pt>
                <c:pt idx="4777">
                  <c:v>5.5</c:v>
                </c:pt>
                <c:pt idx="4778">
                  <c:v>5.5</c:v>
                </c:pt>
                <c:pt idx="4779">
                  <c:v>5.5</c:v>
                </c:pt>
                <c:pt idx="4780">
                  <c:v>5.5</c:v>
                </c:pt>
                <c:pt idx="4781">
                  <c:v>5.5</c:v>
                </c:pt>
                <c:pt idx="4782">
                  <c:v>5.5</c:v>
                </c:pt>
                <c:pt idx="4783">
                  <c:v>5.5</c:v>
                </c:pt>
                <c:pt idx="4784">
                  <c:v>5.5</c:v>
                </c:pt>
                <c:pt idx="4785">
                  <c:v>5.5</c:v>
                </c:pt>
                <c:pt idx="4786">
                  <c:v>5.5</c:v>
                </c:pt>
                <c:pt idx="4787">
                  <c:v>5.5</c:v>
                </c:pt>
                <c:pt idx="4788">
                  <c:v>5.5</c:v>
                </c:pt>
                <c:pt idx="4789">
                  <c:v>5.5</c:v>
                </c:pt>
                <c:pt idx="4790">
                  <c:v>5.5</c:v>
                </c:pt>
                <c:pt idx="4791">
                  <c:v>5.5</c:v>
                </c:pt>
                <c:pt idx="4792">
                  <c:v>5.5</c:v>
                </c:pt>
                <c:pt idx="4793">
                  <c:v>5.5</c:v>
                </c:pt>
                <c:pt idx="4794">
                  <c:v>5.5</c:v>
                </c:pt>
                <c:pt idx="4795">
                  <c:v>5.5</c:v>
                </c:pt>
                <c:pt idx="4796">
                  <c:v>5.5</c:v>
                </c:pt>
                <c:pt idx="4797">
                  <c:v>5.5</c:v>
                </c:pt>
                <c:pt idx="4798">
                  <c:v>5.5</c:v>
                </c:pt>
                <c:pt idx="4799">
                  <c:v>5.5</c:v>
                </c:pt>
                <c:pt idx="4800">
                  <c:v>5.5</c:v>
                </c:pt>
                <c:pt idx="4801">
                  <c:v>5.5</c:v>
                </c:pt>
                <c:pt idx="4802">
                  <c:v>5.5</c:v>
                </c:pt>
                <c:pt idx="4803">
                  <c:v>5.5</c:v>
                </c:pt>
                <c:pt idx="4804">
                  <c:v>5.5</c:v>
                </c:pt>
                <c:pt idx="4805">
                  <c:v>5.5</c:v>
                </c:pt>
                <c:pt idx="4806">
                  <c:v>5.5</c:v>
                </c:pt>
                <c:pt idx="4807">
                  <c:v>5.5</c:v>
                </c:pt>
                <c:pt idx="4808">
                  <c:v>5.5</c:v>
                </c:pt>
                <c:pt idx="4809">
                  <c:v>5.5</c:v>
                </c:pt>
                <c:pt idx="4810">
                  <c:v>5.5</c:v>
                </c:pt>
                <c:pt idx="4811">
                  <c:v>5.5</c:v>
                </c:pt>
                <c:pt idx="4812">
                  <c:v>5.5</c:v>
                </c:pt>
                <c:pt idx="4813">
                  <c:v>5.5</c:v>
                </c:pt>
                <c:pt idx="4814">
                  <c:v>5.5</c:v>
                </c:pt>
                <c:pt idx="4815">
                  <c:v>5.5</c:v>
                </c:pt>
                <c:pt idx="4816">
                  <c:v>5.5</c:v>
                </c:pt>
                <c:pt idx="4817">
                  <c:v>5.5</c:v>
                </c:pt>
                <c:pt idx="4818">
                  <c:v>5.5</c:v>
                </c:pt>
                <c:pt idx="4819">
                  <c:v>5.5</c:v>
                </c:pt>
                <c:pt idx="4820">
                  <c:v>5.5</c:v>
                </c:pt>
                <c:pt idx="4821">
                  <c:v>5.5</c:v>
                </c:pt>
                <c:pt idx="4822">
                  <c:v>5.5</c:v>
                </c:pt>
                <c:pt idx="4823">
                  <c:v>5.5</c:v>
                </c:pt>
                <c:pt idx="4824">
                  <c:v>5.5</c:v>
                </c:pt>
                <c:pt idx="4825">
                  <c:v>5.5</c:v>
                </c:pt>
                <c:pt idx="4826">
                  <c:v>5.5</c:v>
                </c:pt>
                <c:pt idx="4827">
                  <c:v>5.5</c:v>
                </c:pt>
                <c:pt idx="4828">
                  <c:v>5.5</c:v>
                </c:pt>
                <c:pt idx="4829">
                  <c:v>5.5</c:v>
                </c:pt>
                <c:pt idx="4830">
                  <c:v>5.5</c:v>
                </c:pt>
                <c:pt idx="4831">
                  <c:v>5.5</c:v>
                </c:pt>
                <c:pt idx="4832">
                  <c:v>5.5</c:v>
                </c:pt>
                <c:pt idx="4833">
                  <c:v>5.5</c:v>
                </c:pt>
                <c:pt idx="4834">
                  <c:v>5.5</c:v>
                </c:pt>
                <c:pt idx="4835">
                  <c:v>5.5</c:v>
                </c:pt>
                <c:pt idx="4836">
                  <c:v>5.5</c:v>
                </c:pt>
                <c:pt idx="4837">
                  <c:v>5.5</c:v>
                </c:pt>
                <c:pt idx="4838">
                  <c:v>5.5</c:v>
                </c:pt>
                <c:pt idx="4839">
                  <c:v>5.5</c:v>
                </c:pt>
                <c:pt idx="4840">
                  <c:v>5.5</c:v>
                </c:pt>
                <c:pt idx="4841">
                  <c:v>5.5</c:v>
                </c:pt>
                <c:pt idx="4842">
                  <c:v>5.5</c:v>
                </c:pt>
                <c:pt idx="4843">
                  <c:v>5.5</c:v>
                </c:pt>
                <c:pt idx="4844">
                  <c:v>5.5</c:v>
                </c:pt>
                <c:pt idx="4845">
                  <c:v>5.5</c:v>
                </c:pt>
                <c:pt idx="4846">
                  <c:v>5.5</c:v>
                </c:pt>
                <c:pt idx="4847">
                  <c:v>5.5</c:v>
                </c:pt>
                <c:pt idx="4848">
                  <c:v>5.5</c:v>
                </c:pt>
                <c:pt idx="4849">
                  <c:v>5.5</c:v>
                </c:pt>
                <c:pt idx="4850">
                  <c:v>5.5</c:v>
                </c:pt>
                <c:pt idx="4851">
                  <c:v>5.5</c:v>
                </c:pt>
                <c:pt idx="4852">
                  <c:v>5.5</c:v>
                </c:pt>
                <c:pt idx="4853">
                  <c:v>5.5</c:v>
                </c:pt>
                <c:pt idx="4854">
                  <c:v>5.5</c:v>
                </c:pt>
                <c:pt idx="4855">
                  <c:v>5.5</c:v>
                </c:pt>
                <c:pt idx="4856">
                  <c:v>5.5</c:v>
                </c:pt>
                <c:pt idx="4857">
                  <c:v>5.5</c:v>
                </c:pt>
                <c:pt idx="4858">
                  <c:v>5.5</c:v>
                </c:pt>
                <c:pt idx="4859">
                  <c:v>5.5</c:v>
                </c:pt>
                <c:pt idx="4860">
                  <c:v>5.5</c:v>
                </c:pt>
                <c:pt idx="4861">
                  <c:v>5.5</c:v>
                </c:pt>
                <c:pt idx="4862">
                  <c:v>5.5</c:v>
                </c:pt>
                <c:pt idx="4863">
                  <c:v>5.5</c:v>
                </c:pt>
                <c:pt idx="4864">
                  <c:v>5.5</c:v>
                </c:pt>
                <c:pt idx="4865">
                  <c:v>5.5</c:v>
                </c:pt>
                <c:pt idx="4866">
                  <c:v>5.5</c:v>
                </c:pt>
                <c:pt idx="4867">
                  <c:v>5.5</c:v>
                </c:pt>
                <c:pt idx="4868">
                  <c:v>5.5</c:v>
                </c:pt>
                <c:pt idx="4869">
                  <c:v>5.5</c:v>
                </c:pt>
                <c:pt idx="4870">
                  <c:v>5.5</c:v>
                </c:pt>
                <c:pt idx="4871">
                  <c:v>5.5</c:v>
                </c:pt>
                <c:pt idx="4872">
                  <c:v>5.5</c:v>
                </c:pt>
                <c:pt idx="4873">
                  <c:v>5.5</c:v>
                </c:pt>
                <c:pt idx="4874">
                  <c:v>5.5</c:v>
                </c:pt>
                <c:pt idx="4875">
                  <c:v>5.5</c:v>
                </c:pt>
                <c:pt idx="4876">
                  <c:v>5.5</c:v>
                </c:pt>
                <c:pt idx="4877">
                  <c:v>5.5</c:v>
                </c:pt>
                <c:pt idx="4878">
                  <c:v>5.5</c:v>
                </c:pt>
                <c:pt idx="4879">
                  <c:v>5.5</c:v>
                </c:pt>
                <c:pt idx="4880">
                  <c:v>5.5</c:v>
                </c:pt>
                <c:pt idx="4881">
                  <c:v>5.5</c:v>
                </c:pt>
                <c:pt idx="4882">
                  <c:v>5</c:v>
                </c:pt>
                <c:pt idx="4883">
                  <c:v>5</c:v>
                </c:pt>
                <c:pt idx="4884">
                  <c:v>5</c:v>
                </c:pt>
                <c:pt idx="4885">
                  <c:v>5</c:v>
                </c:pt>
                <c:pt idx="4886">
                  <c:v>5</c:v>
                </c:pt>
                <c:pt idx="4887">
                  <c:v>5</c:v>
                </c:pt>
                <c:pt idx="4888">
                  <c:v>5</c:v>
                </c:pt>
                <c:pt idx="4889">
                  <c:v>5</c:v>
                </c:pt>
                <c:pt idx="4890">
                  <c:v>5</c:v>
                </c:pt>
                <c:pt idx="4891">
                  <c:v>5</c:v>
                </c:pt>
                <c:pt idx="4892">
                  <c:v>5</c:v>
                </c:pt>
                <c:pt idx="4893">
                  <c:v>5</c:v>
                </c:pt>
                <c:pt idx="4894">
                  <c:v>5</c:v>
                </c:pt>
                <c:pt idx="4895">
                  <c:v>5</c:v>
                </c:pt>
                <c:pt idx="4896">
                  <c:v>5</c:v>
                </c:pt>
                <c:pt idx="4897">
                  <c:v>5</c:v>
                </c:pt>
                <c:pt idx="4898">
                  <c:v>5</c:v>
                </c:pt>
                <c:pt idx="4899">
                  <c:v>5</c:v>
                </c:pt>
                <c:pt idx="4900">
                  <c:v>5</c:v>
                </c:pt>
                <c:pt idx="4901">
                  <c:v>5</c:v>
                </c:pt>
                <c:pt idx="4902">
                  <c:v>5</c:v>
                </c:pt>
                <c:pt idx="4903">
                  <c:v>5</c:v>
                </c:pt>
                <c:pt idx="4904">
                  <c:v>5</c:v>
                </c:pt>
                <c:pt idx="4905">
                  <c:v>5</c:v>
                </c:pt>
                <c:pt idx="4906">
                  <c:v>5</c:v>
                </c:pt>
                <c:pt idx="4907">
                  <c:v>5</c:v>
                </c:pt>
                <c:pt idx="4908">
                  <c:v>5</c:v>
                </c:pt>
                <c:pt idx="4909">
                  <c:v>5</c:v>
                </c:pt>
                <c:pt idx="4910">
                  <c:v>5</c:v>
                </c:pt>
                <c:pt idx="4911">
                  <c:v>5</c:v>
                </c:pt>
                <c:pt idx="4912">
                  <c:v>5</c:v>
                </c:pt>
                <c:pt idx="4913">
                  <c:v>5</c:v>
                </c:pt>
                <c:pt idx="4914">
                  <c:v>5</c:v>
                </c:pt>
                <c:pt idx="4915">
                  <c:v>5</c:v>
                </c:pt>
                <c:pt idx="4916">
                  <c:v>5</c:v>
                </c:pt>
                <c:pt idx="4917">
                  <c:v>5</c:v>
                </c:pt>
                <c:pt idx="4918">
                  <c:v>4.75</c:v>
                </c:pt>
                <c:pt idx="4919">
                  <c:v>4.75</c:v>
                </c:pt>
                <c:pt idx="4920">
                  <c:v>4.75</c:v>
                </c:pt>
                <c:pt idx="4921">
                  <c:v>4.75</c:v>
                </c:pt>
                <c:pt idx="4922">
                  <c:v>4.75</c:v>
                </c:pt>
                <c:pt idx="4923">
                  <c:v>4.75</c:v>
                </c:pt>
                <c:pt idx="4924">
                  <c:v>4.75</c:v>
                </c:pt>
                <c:pt idx="4925">
                  <c:v>4.75</c:v>
                </c:pt>
                <c:pt idx="4926">
                  <c:v>4.75</c:v>
                </c:pt>
                <c:pt idx="4927">
                  <c:v>4.75</c:v>
                </c:pt>
                <c:pt idx="4928">
                  <c:v>4.75</c:v>
                </c:pt>
                <c:pt idx="4929">
                  <c:v>4.75</c:v>
                </c:pt>
                <c:pt idx="4930">
                  <c:v>4.75</c:v>
                </c:pt>
                <c:pt idx="4931">
                  <c:v>4.75</c:v>
                </c:pt>
                <c:pt idx="4932">
                  <c:v>4.75</c:v>
                </c:pt>
                <c:pt idx="4933">
                  <c:v>4.75</c:v>
                </c:pt>
                <c:pt idx="4934">
                  <c:v>4.75</c:v>
                </c:pt>
                <c:pt idx="4935">
                  <c:v>4.75</c:v>
                </c:pt>
                <c:pt idx="4936">
                  <c:v>4.75</c:v>
                </c:pt>
                <c:pt idx="4937">
                  <c:v>4.75</c:v>
                </c:pt>
                <c:pt idx="4938">
                  <c:v>4.75</c:v>
                </c:pt>
                <c:pt idx="4939">
                  <c:v>4.75</c:v>
                </c:pt>
                <c:pt idx="4940">
                  <c:v>4.75</c:v>
                </c:pt>
                <c:pt idx="4941">
                  <c:v>4.75</c:v>
                </c:pt>
                <c:pt idx="4942">
                  <c:v>4.75</c:v>
                </c:pt>
                <c:pt idx="4943">
                  <c:v>4.75</c:v>
                </c:pt>
                <c:pt idx="4944">
                  <c:v>4.75</c:v>
                </c:pt>
                <c:pt idx="4945">
                  <c:v>4.75</c:v>
                </c:pt>
                <c:pt idx="4946">
                  <c:v>4.75</c:v>
                </c:pt>
                <c:pt idx="4947">
                  <c:v>4.5</c:v>
                </c:pt>
                <c:pt idx="4948">
                  <c:v>4.5</c:v>
                </c:pt>
                <c:pt idx="4949">
                  <c:v>4.5</c:v>
                </c:pt>
                <c:pt idx="4950">
                  <c:v>4.5</c:v>
                </c:pt>
                <c:pt idx="4951">
                  <c:v>4.5</c:v>
                </c:pt>
                <c:pt idx="4952">
                  <c:v>4.5</c:v>
                </c:pt>
                <c:pt idx="4953">
                  <c:v>4.5</c:v>
                </c:pt>
                <c:pt idx="4954">
                  <c:v>4.5</c:v>
                </c:pt>
                <c:pt idx="4955">
                  <c:v>4.5</c:v>
                </c:pt>
                <c:pt idx="4956">
                  <c:v>4.5</c:v>
                </c:pt>
                <c:pt idx="4957">
                  <c:v>4.5</c:v>
                </c:pt>
                <c:pt idx="4958">
                  <c:v>4.5</c:v>
                </c:pt>
                <c:pt idx="4959">
                  <c:v>4.5</c:v>
                </c:pt>
                <c:pt idx="4960">
                  <c:v>4.5</c:v>
                </c:pt>
                <c:pt idx="4961">
                  <c:v>4.5</c:v>
                </c:pt>
                <c:pt idx="4962">
                  <c:v>4.5</c:v>
                </c:pt>
                <c:pt idx="4963">
                  <c:v>4.5</c:v>
                </c:pt>
                <c:pt idx="4964">
                  <c:v>4.5</c:v>
                </c:pt>
                <c:pt idx="4965">
                  <c:v>4.5</c:v>
                </c:pt>
                <c:pt idx="4966">
                  <c:v>4.5</c:v>
                </c:pt>
                <c:pt idx="4967">
                  <c:v>4.5</c:v>
                </c:pt>
                <c:pt idx="4968">
                  <c:v>4.5</c:v>
                </c:pt>
                <c:pt idx="4969">
                  <c:v>4.5</c:v>
                </c:pt>
                <c:pt idx="4970">
                  <c:v>4.5</c:v>
                </c:pt>
                <c:pt idx="4971">
                  <c:v>4.5</c:v>
                </c:pt>
                <c:pt idx="4972">
                  <c:v>4.5</c:v>
                </c:pt>
                <c:pt idx="4973">
                  <c:v>4.5</c:v>
                </c:pt>
                <c:pt idx="4974">
                  <c:v>4.5</c:v>
                </c:pt>
                <c:pt idx="4975">
                  <c:v>4.5</c:v>
                </c:pt>
                <c:pt idx="4976">
                  <c:v>4.5</c:v>
                </c:pt>
                <c:pt idx="4977">
                  <c:v>4.5</c:v>
                </c:pt>
                <c:pt idx="4978">
                  <c:v>4.5</c:v>
                </c:pt>
                <c:pt idx="4979">
                  <c:v>4.5</c:v>
                </c:pt>
                <c:pt idx="4980">
                  <c:v>4.5</c:v>
                </c:pt>
                <c:pt idx="4981">
                  <c:v>4.5</c:v>
                </c:pt>
                <c:pt idx="4982">
                  <c:v>4.5</c:v>
                </c:pt>
                <c:pt idx="4983">
                  <c:v>4.5</c:v>
                </c:pt>
                <c:pt idx="4984">
                  <c:v>4.5</c:v>
                </c:pt>
                <c:pt idx="4985">
                  <c:v>4.5</c:v>
                </c:pt>
                <c:pt idx="4986">
                  <c:v>4.5</c:v>
                </c:pt>
                <c:pt idx="4987">
                  <c:v>4.5</c:v>
                </c:pt>
                <c:pt idx="4988">
                  <c:v>4.5</c:v>
                </c:pt>
                <c:pt idx="4989">
                  <c:v>4.5</c:v>
                </c:pt>
                <c:pt idx="4990">
                  <c:v>4.5</c:v>
                </c:pt>
                <c:pt idx="4991">
                  <c:v>4.5</c:v>
                </c:pt>
                <c:pt idx="4992">
                  <c:v>4.5</c:v>
                </c:pt>
                <c:pt idx="4993">
                  <c:v>4.5</c:v>
                </c:pt>
                <c:pt idx="4994">
                  <c:v>4.5</c:v>
                </c:pt>
                <c:pt idx="4995">
                  <c:v>4.5</c:v>
                </c:pt>
                <c:pt idx="4996">
                  <c:v>4.5</c:v>
                </c:pt>
                <c:pt idx="4997">
                  <c:v>4.5</c:v>
                </c:pt>
                <c:pt idx="4998">
                  <c:v>4.5</c:v>
                </c:pt>
                <c:pt idx="4999">
                  <c:v>4.5</c:v>
                </c:pt>
                <c:pt idx="5000">
                  <c:v>4.5</c:v>
                </c:pt>
                <c:pt idx="5001">
                  <c:v>4.5</c:v>
                </c:pt>
                <c:pt idx="5002">
                  <c:v>4.5</c:v>
                </c:pt>
                <c:pt idx="5003">
                  <c:v>4.5</c:v>
                </c:pt>
                <c:pt idx="5004">
                  <c:v>4.5</c:v>
                </c:pt>
                <c:pt idx="5005">
                  <c:v>4.5</c:v>
                </c:pt>
                <c:pt idx="5006">
                  <c:v>4.5</c:v>
                </c:pt>
                <c:pt idx="5007">
                  <c:v>4.5</c:v>
                </c:pt>
                <c:pt idx="5008">
                  <c:v>4.5</c:v>
                </c:pt>
                <c:pt idx="5009">
                  <c:v>4.5</c:v>
                </c:pt>
                <c:pt idx="5010">
                  <c:v>4.5</c:v>
                </c:pt>
                <c:pt idx="5011">
                  <c:v>4.5</c:v>
                </c:pt>
                <c:pt idx="5012">
                  <c:v>4.5</c:v>
                </c:pt>
                <c:pt idx="5013">
                  <c:v>4.5</c:v>
                </c:pt>
                <c:pt idx="5014">
                  <c:v>4.5</c:v>
                </c:pt>
                <c:pt idx="5015">
                  <c:v>4.5</c:v>
                </c:pt>
                <c:pt idx="5016">
                  <c:v>4.5</c:v>
                </c:pt>
                <c:pt idx="5017">
                  <c:v>4.5</c:v>
                </c:pt>
                <c:pt idx="5018">
                  <c:v>4.5</c:v>
                </c:pt>
                <c:pt idx="5019">
                  <c:v>4.5</c:v>
                </c:pt>
                <c:pt idx="5020">
                  <c:v>4.5</c:v>
                </c:pt>
                <c:pt idx="5021">
                  <c:v>4.5</c:v>
                </c:pt>
                <c:pt idx="5022">
                  <c:v>4.5</c:v>
                </c:pt>
                <c:pt idx="5023">
                  <c:v>4.5</c:v>
                </c:pt>
                <c:pt idx="5024">
                  <c:v>4.5</c:v>
                </c:pt>
                <c:pt idx="5025">
                  <c:v>4.5</c:v>
                </c:pt>
                <c:pt idx="5026">
                  <c:v>4.5</c:v>
                </c:pt>
                <c:pt idx="5027">
                  <c:v>4.5</c:v>
                </c:pt>
                <c:pt idx="5028">
                  <c:v>4.5</c:v>
                </c:pt>
                <c:pt idx="5029">
                  <c:v>4.5</c:v>
                </c:pt>
                <c:pt idx="5030">
                  <c:v>4.5</c:v>
                </c:pt>
                <c:pt idx="5031">
                  <c:v>4.5</c:v>
                </c:pt>
                <c:pt idx="5032">
                  <c:v>4.5</c:v>
                </c:pt>
                <c:pt idx="5033">
                  <c:v>4.5</c:v>
                </c:pt>
                <c:pt idx="5034">
                  <c:v>4.5</c:v>
                </c:pt>
                <c:pt idx="5035">
                  <c:v>4.5</c:v>
                </c:pt>
                <c:pt idx="5036">
                  <c:v>4.5</c:v>
                </c:pt>
                <c:pt idx="5037">
                  <c:v>4.5</c:v>
                </c:pt>
                <c:pt idx="5038">
                  <c:v>4.5</c:v>
                </c:pt>
                <c:pt idx="5039">
                  <c:v>4.5</c:v>
                </c:pt>
                <c:pt idx="5040">
                  <c:v>4.5</c:v>
                </c:pt>
                <c:pt idx="5041">
                  <c:v>4.5</c:v>
                </c:pt>
                <c:pt idx="5042">
                  <c:v>4.5</c:v>
                </c:pt>
                <c:pt idx="5043">
                  <c:v>4.5</c:v>
                </c:pt>
                <c:pt idx="5044">
                  <c:v>4.5</c:v>
                </c:pt>
                <c:pt idx="5045">
                  <c:v>4.5</c:v>
                </c:pt>
                <c:pt idx="5046">
                  <c:v>4.5</c:v>
                </c:pt>
                <c:pt idx="5047">
                  <c:v>4.5</c:v>
                </c:pt>
                <c:pt idx="5048">
                  <c:v>4.5</c:v>
                </c:pt>
                <c:pt idx="5049">
                  <c:v>4.5</c:v>
                </c:pt>
                <c:pt idx="5050">
                  <c:v>4.5</c:v>
                </c:pt>
                <c:pt idx="5051">
                  <c:v>4.5</c:v>
                </c:pt>
                <c:pt idx="5052">
                  <c:v>4.5</c:v>
                </c:pt>
                <c:pt idx="5053">
                  <c:v>4.5</c:v>
                </c:pt>
                <c:pt idx="5054">
                  <c:v>4.5</c:v>
                </c:pt>
                <c:pt idx="5055">
                  <c:v>4.5</c:v>
                </c:pt>
                <c:pt idx="5056">
                  <c:v>4.5</c:v>
                </c:pt>
                <c:pt idx="5057">
                  <c:v>4.5</c:v>
                </c:pt>
                <c:pt idx="5058">
                  <c:v>4.5</c:v>
                </c:pt>
                <c:pt idx="5059">
                  <c:v>4.5</c:v>
                </c:pt>
                <c:pt idx="5060">
                  <c:v>4.5</c:v>
                </c:pt>
                <c:pt idx="5061">
                  <c:v>4.5</c:v>
                </c:pt>
                <c:pt idx="5062">
                  <c:v>4.5</c:v>
                </c:pt>
                <c:pt idx="5063">
                  <c:v>4.5</c:v>
                </c:pt>
                <c:pt idx="5064">
                  <c:v>4.5</c:v>
                </c:pt>
                <c:pt idx="5065">
                  <c:v>4.5</c:v>
                </c:pt>
                <c:pt idx="5066">
                  <c:v>4.5</c:v>
                </c:pt>
                <c:pt idx="5067">
                  <c:v>4.5</c:v>
                </c:pt>
                <c:pt idx="5068">
                  <c:v>4.5</c:v>
                </c:pt>
                <c:pt idx="5069">
                  <c:v>4.5</c:v>
                </c:pt>
                <c:pt idx="5070">
                  <c:v>4.5</c:v>
                </c:pt>
                <c:pt idx="5071">
                  <c:v>4.5</c:v>
                </c:pt>
                <c:pt idx="5072">
                  <c:v>4.5</c:v>
                </c:pt>
                <c:pt idx="5073">
                  <c:v>4.5</c:v>
                </c:pt>
                <c:pt idx="5074">
                  <c:v>4.5</c:v>
                </c:pt>
                <c:pt idx="5075">
                  <c:v>4.5</c:v>
                </c:pt>
                <c:pt idx="5076">
                  <c:v>4.5</c:v>
                </c:pt>
                <c:pt idx="5077">
                  <c:v>4.5</c:v>
                </c:pt>
                <c:pt idx="5078">
                  <c:v>4.5</c:v>
                </c:pt>
                <c:pt idx="5079">
                  <c:v>4.5</c:v>
                </c:pt>
                <c:pt idx="5080">
                  <c:v>4.5</c:v>
                </c:pt>
                <c:pt idx="5081">
                  <c:v>4.5</c:v>
                </c:pt>
                <c:pt idx="5082">
                  <c:v>4.5</c:v>
                </c:pt>
                <c:pt idx="5083">
                  <c:v>4.5</c:v>
                </c:pt>
                <c:pt idx="5084">
                  <c:v>4.5</c:v>
                </c:pt>
                <c:pt idx="5085">
                  <c:v>4.5</c:v>
                </c:pt>
                <c:pt idx="5086">
                  <c:v>4.5</c:v>
                </c:pt>
                <c:pt idx="5087">
                  <c:v>4.5</c:v>
                </c:pt>
                <c:pt idx="5088">
                  <c:v>4.5</c:v>
                </c:pt>
                <c:pt idx="5089">
                  <c:v>4.5</c:v>
                </c:pt>
                <c:pt idx="5090">
                  <c:v>4.5</c:v>
                </c:pt>
                <c:pt idx="5091">
                  <c:v>4.5</c:v>
                </c:pt>
                <c:pt idx="5092">
                  <c:v>4.5</c:v>
                </c:pt>
                <c:pt idx="5093">
                  <c:v>4.5</c:v>
                </c:pt>
                <c:pt idx="5094">
                  <c:v>4.5</c:v>
                </c:pt>
                <c:pt idx="5095">
                  <c:v>4.5</c:v>
                </c:pt>
                <c:pt idx="5096">
                  <c:v>4.5</c:v>
                </c:pt>
                <c:pt idx="5097">
                  <c:v>4.5</c:v>
                </c:pt>
                <c:pt idx="5098">
                  <c:v>4.5</c:v>
                </c:pt>
                <c:pt idx="5099">
                  <c:v>4.5</c:v>
                </c:pt>
                <c:pt idx="5100">
                  <c:v>4.5</c:v>
                </c:pt>
                <c:pt idx="5101">
                  <c:v>4.5</c:v>
                </c:pt>
                <c:pt idx="5102">
                  <c:v>4.5</c:v>
                </c:pt>
                <c:pt idx="5103">
                  <c:v>4.5</c:v>
                </c:pt>
                <c:pt idx="5104">
                  <c:v>4.5</c:v>
                </c:pt>
                <c:pt idx="5105">
                  <c:v>4.5</c:v>
                </c:pt>
                <c:pt idx="5106">
                  <c:v>4.5</c:v>
                </c:pt>
                <c:pt idx="5107">
                  <c:v>4.5</c:v>
                </c:pt>
                <c:pt idx="5108">
                  <c:v>4.5</c:v>
                </c:pt>
                <c:pt idx="5109">
                  <c:v>4.5</c:v>
                </c:pt>
                <c:pt idx="5110">
                  <c:v>4.5</c:v>
                </c:pt>
                <c:pt idx="5111">
                  <c:v>4.5</c:v>
                </c:pt>
                <c:pt idx="5112">
                  <c:v>4.5</c:v>
                </c:pt>
                <c:pt idx="5113">
                  <c:v>4.5</c:v>
                </c:pt>
                <c:pt idx="5114">
                  <c:v>4.5</c:v>
                </c:pt>
                <c:pt idx="5115">
                  <c:v>4.5</c:v>
                </c:pt>
                <c:pt idx="5116">
                  <c:v>4.5</c:v>
                </c:pt>
                <c:pt idx="5117">
                  <c:v>4.5</c:v>
                </c:pt>
                <c:pt idx="5118">
                  <c:v>4.5</c:v>
                </c:pt>
                <c:pt idx="5119">
                  <c:v>4.5</c:v>
                </c:pt>
                <c:pt idx="5120">
                  <c:v>4.5</c:v>
                </c:pt>
                <c:pt idx="5121">
                  <c:v>4.5</c:v>
                </c:pt>
                <c:pt idx="5122">
                  <c:v>4.5</c:v>
                </c:pt>
                <c:pt idx="5123">
                  <c:v>4.5</c:v>
                </c:pt>
                <c:pt idx="5124">
                  <c:v>4.5</c:v>
                </c:pt>
                <c:pt idx="5125">
                  <c:v>4.5</c:v>
                </c:pt>
                <c:pt idx="5126">
                  <c:v>4.5</c:v>
                </c:pt>
                <c:pt idx="5127">
                  <c:v>4.5</c:v>
                </c:pt>
                <c:pt idx="5128">
                  <c:v>4.5</c:v>
                </c:pt>
                <c:pt idx="5129">
                  <c:v>4.5</c:v>
                </c:pt>
                <c:pt idx="5130">
                  <c:v>4.5</c:v>
                </c:pt>
                <c:pt idx="5131">
                  <c:v>4.5</c:v>
                </c:pt>
                <c:pt idx="5132">
                  <c:v>4.5</c:v>
                </c:pt>
                <c:pt idx="5133">
                  <c:v>4.5</c:v>
                </c:pt>
                <c:pt idx="5134">
                  <c:v>4.5</c:v>
                </c:pt>
                <c:pt idx="5135">
                  <c:v>4.5</c:v>
                </c:pt>
                <c:pt idx="5136">
                  <c:v>4.5</c:v>
                </c:pt>
                <c:pt idx="5137">
                  <c:v>4.5</c:v>
                </c:pt>
                <c:pt idx="5138">
                  <c:v>4.5</c:v>
                </c:pt>
                <c:pt idx="5139">
                  <c:v>4.5</c:v>
                </c:pt>
                <c:pt idx="5140">
                  <c:v>4.5</c:v>
                </c:pt>
                <c:pt idx="5141">
                  <c:v>4.5</c:v>
                </c:pt>
                <c:pt idx="5142">
                  <c:v>4.25</c:v>
                </c:pt>
                <c:pt idx="5143">
                  <c:v>4.25</c:v>
                </c:pt>
                <c:pt idx="5144">
                  <c:v>4.25</c:v>
                </c:pt>
                <c:pt idx="5145">
                  <c:v>4.25</c:v>
                </c:pt>
                <c:pt idx="5146">
                  <c:v>4.25</c:v>
                </c:pt>
                <c:pt idx="5147">
                  <c:v>4.25</c:v>
                </c:pt>
                <c:pt idx="5148">
                  <c:v>4.25</c:v>
                </c:pt>
                <c:pt idx="5149">
                  <c:v>4.25</c:v>
                </c:pt>
                <c:pt idx="5150">
                  <c:v>4.25</c:v>
                </c:pt>
                <c:pt idx="5151">
                  <c:v>4.25</c:v>
                </c:pt>
                <c:pt idx="5152">
                  <c:v>4.25</c:v>
                </c:pt>
                <c:pt idx="5153">
                  <c:v>4.25</c:v>
                </c:pt>
                <c:pt idx="5154">
                  <c:v>4.25</c:v>
                </c:pt>
                <c:pt idx="5155">
                  <c:v>4.25</c:v>
                </c:pt>
                <c:pt idx="5156">
                  <c:v>4.25</c:v>
                </c:pt>
                <c:pt idx="5157">
                  <c:v>4.25</c:v>
                </c:pt>
                <c:pt idx="5158">
                  <c:v>4.25</c:v>
                </c:pt>
                <c:pt idx="5159">
                  <c:v>4.25</c:v>
                </c:pt>
                <c:pt idx="5160">
                  <c:v>4.25</c:v>
                </c:pt>
                <c:pt idx="5161">
                  <c:v>4.25</c:v>
                </c:pt>
                <c:pt idx="5162">
                  <c:v>4.25</c:v>
                </c:pt>
                <c:pt idx="5163">
                  <c:v>4.25</c:v>
                </c:pt>
                <c:pt idx="5164">
                  <c:v>4.25</c:v>
                </c:pt>
                <c:pt idx="5165">
                  <c:v>4.25</c:v>
                </c:pt>
                <c:pt idx="5166">
                  <c:v>4.25</c:v>
                </c:pt>
                <c:pt idx="5167">
                  <c:v>4.25</c:v>
                </c:pt>
                <c:pt idx="5168">
                  <c:v>4.25</c:v>
                </c:pt>
                <c:pt idx="5169">
                  <c:v>4.25</c:v>
                </c:pt>
                <c:pt idx="5170">
                  <c:v>4.25</c:v>
                </c:pt>
                <c:pt idx="5171">
                  <c:v>4.25</c:v>
                </c:pt>
                <c:pt idx="5172">
                  <c:v>4</c:v>
                </c:pt>
                <c:pt idx="5173">
                  <c:v>4</c:v>
                </c:pt>
                <c:pt idx="5174">
                  <c:v>4</c:v>
                </c:pt>
                <c:pt idx="5175">
                  <c:v>4</c:v>
                </c:pt>
                <c:pt idx="5176">
                  <c:v>4</c:v>
                </c:pt>
                <c:pt idx="5177">
                  <c:v>4</c:v>
                </c:pt>
                <c:pt idx="5178">
                  <c:v>4</c:v>
                </c:pt>
                <c:pt idx="5179">
                  <c:v>4</c:v>
                </c:pt>
                <c:pt idx="5180">
                  <c:v>4</c:v>
                </c:pt>
                <c:pt idx="5181">
                  <c:v>4</c:v>
                </c:pt>
                <c:pt idx="5182">
                  <c:v>4</c:v>
                </c:pt>
                <c:pt idx="5183">
                  <c:v>4</c:v>
                </c:pt>
                <c:pt idx="5184">
                  <c:v>4</c:v>
                </c:pt>
                <c:pt idx="5185">
                  <c:v>4</c:v>
                </c:pt>
                <c:pt idx="5186">
                  <c:v>4</c:v>
                </c:pt>
                <c:pt idx="5187">
                  <c:v>4</c:v>
                </c:pt>
                <c:pt idx="5188">
                  <c:v>4</c:v>
                </c:pt>
                <c:pt idx="5189">
                  <c:v>4</c:v>
                </c:pt>
                <c:pt idx="5190">
                  <c:v>4</c:v>
                </c:pt>
                <c:pt idx="5191">
                  <c:v>4</c:v>
                </c:pt>
                <c:pt idx="5192">
                  <c:v>4</c:v>
                </c:pt>
                <c:pt idx="5193">
                  <c:v>4</c:v>
                </c:pt>
                <c:pt idx="5194">
                  <c:v>4</c:v>
                </c:pt>
                <c:pt idx="5195">
                  <c:v>4</c:v>
                </c:pt>
                <c:pt idx="5196">
                  <c:v>4</c:v>
                </c:pt>
                <c:pt idx="5197">
                  <c:v>4</c:v>
                </c:pt>
                <c:pt idx="5198">
                  <c:v>4</c:v>
                </c:pt>
                <c:pt idx="5199">
                  <c:v>4</c:v>
                </c:pt>
                <c:pt idx="5200">
                  <c:v>4</c:v>
                </c:pt>
                <c:pt idx="5201">
                  <c:v>4</c:v>
                </c:pt>
                <c:pt idx="5202">
                  <c:v>3.75</c:v>
                </c:pt>
                <c:pt idx="5203">
                  <c:v>3.75</c:v>
                </c:pt>
                <c:pt idx="5204">
                  <c:v>3.75</c:v>
                </c:pt>
                <c:pt idx="5205">
                  <c:v>3.75</c:v>
                </c:pt>
                <c:pt idx="5206">
                  <c:v>3.75</c:v>
                </c:pt>
                <c:pt idx="5207">
                  <c:v>3.75</c:v>
                </c:pt>
                <c:pt idx="5208">
                  <c:v>3.75</c:v>
                </c:pt>
                <c:pt idx="5209">
                  <c:v>3.75</c:v>
                </c:pt>
                <c:pt idx="5210">
                  <c:v>3.75</c:v>
                </c:pt>
                <c:pt idx="5211">
                  <c:v>3.75</c:v>
                </c:pt>
                <c:pt idx="5212">
                  <c:v>3.75</c:v>
                </c:pt>
                <c:pt idx="5213">
                  <c:v>3.75</c:v>
                </c:pt>
                <c:pt idx="5214">
                  <c:v>3.75</c:v>
                </c:pt>
                <c:pt idx="5215">
                  <c:v>3.75</c:v>
                </c:pt>
                <c:pt idx="5216">
                  <c:v>3.75</c:v>
                </c:pt>
                <c:pt idx="5217">
                  <c:v>3.75</c:v>
                </c:pt>
                <c:pt idx="5218">
                  <c:v>3.75</c:v>
                </c:pt>
                <c:pt idx="5219">
                  <c:v>3.75</c:v>
                </c:pt>
                <c:pt idx="5220">
                  <c:v>3.75</c:v>
                </c:pt>
                <c:pt idx="5221">
                  <c:v>3.75</c:v>
                </c:pt>
                <c:pt idx="5222">
                  <c:v>3.75</c:v>
                </c:pt>
                <c:pt idx="5223">
                  <c:v>3.75</c:v>
                </c:pt>
                <c:pt idx="5224">
                  <c:v>3.75</c:v>
                </c:pt>
                <c:pt idx="5225">
                  <c:v>3.75</c:v>
                </c:pt>
                <c:pt idx="5226">
                  <c:v>3.75</c:v>
                </c:pt>
                <c:pt idx="5227">
                  <c:v>3.75</c:v>
                </c:pt>
                <c:pt idx="5228">
                  <c:v>3.75</c:v>
                </c:pt>
                <c:pt idx="5229">
                  <c:v>3.75</c:v>
                </c:pt>
                <c:pt idx="5230">
                  <c:v>3.75</c:v>
                </c:pt>
                <c:pt idx="5231">
                  <c:v>3.75</c:v>
                </c:pt>
                <c:pt idx="5232">
                  <c:v>3.75</c:v>
                </c:pt>
                <c:pt idx="5233">
                  <c:v>3.75</c:v>
                </c:pt>
                <c:pt idx="5234">
                  <c:v>3.75</c:v>
                </c:pt>
                <c:pt idx="5235">
                  <c:v>3.75</c:v>
                </c:pt>
                <c:pt idx="5236">
                  <c:v>3.75</c:v>
                </c:pt>
                <c:pt idx="5237">
                  <c:v>3.75</c:v>
                </c:pt>
                <c:pt idx="5238">
                  <c:v>3.75</c:v>
                </c:pt>
                <c:pt idx="5239">
                  <c:v>3.75</c:v>
                </c:pt>
                <c:pt idx="5240">
                  <c:v>3.75</c:v>
                </c:pt>
                <c:pt idx="5241">
                  <c:v>3.75</c:v>
                </c:pt>
                <c:pt idx="5242">
                  <c:v>3.75</c:v>
                </c:pt>
                <c:pt idx="5243">
                  <c:v>3.75</c:v>
                </c:pt>
                <c:pt idx="5244">
                  <c:v>3.75</c:v>
                </c:pt>
                <c:pt idx="5245">
                  <c:v>3.75</c:v>
                </c:pt>
                <c:pt idx="5246">
                  <c:v>3.75</c:v>
                </c:pt>
                <c:pt idx="5247">
                  <c:v>3.75</c:v>
                </c:pt>
                <c:pt idx="5248">
                  <c:v>3.75</c:v>
                </c:pt>
                <c:pt idx="5249">
                  <c:v>3.75</c:v>
                </c:pt>
                <c:pt idx="5250">
                  <c:v>3.75</c:v>
                </c:pt>
                <c:pt idx="5251">
                  <c:v>3.75</c:v>
                </c:pt>
                <c:pt idx="5252">
                  <c:v>3.75</c:v>
                </c:pt>
                <c:pt idx="5253">
                  <c:v>3.75</c:v>
                </c:pt>
                <c:pt idx="5254">
                  <c:v>3.75</c:v>
                </c:pt>
                <c:pt idx="5255">
                  <c:v>3.75</c:v>
                </c:pt>
                <c:pt idx="5256">
                  <c:v>3.75</c:v>
                </c:pt>
                <c:pt idx="5257">
                  <c:v>3.75</c:v>
                </c:pt>
                <c:pt idx="5258">
                  <c:v>3.75</c:v>
                </c:pt>
                <c:pt idx="5259">
                  <c:v>3.75</c:v>
                </c:pt>
                <c:pt idx="5260">
                  <c:v>3.75</c:v>
                </c:pt>
                <c:pt idx="5261">
                  <c:v>3.75</c:v>
                </c:pt>
                <c:pt idx="5262">
                  <c:v>3.75</c:v>
                </c:pt>
                <c:pt idx="5263">
                  <c:v>3.75</c:v>
                </c:pt>
                <c:pt idx="5264">
                  <c:v>3.75</c:v>
                </c:pt>
                <c:pt idx="5265">
                  <c:v>3.75</c:v>
                </c:pt>
                <c:pt idx="5266">
                  <c:v>3.75</c:v>
                </c:pt>
                <c:pt idx="5267">
                  <c:v>3.75</c:v>
                </c:pt>
                <c:pt idx="5268">
                  <c:v>3.75</c:v>
                </c:pt>
                <c:pt idx="5269">
                  <c:v>3.75</c:v>
                </c:pt>
                <c:pt idx="5270">
                  <c:v>3.75</c:v>
                </c:pt>
                <c:pt idx="5271">
                  <c:v>3.75</c:v>
                </c:pt>
                <c:pt idx="5272">
                  <c:v>3.75</c:v>
                </c:pt>
                <c:pt idx="5273">
                  <c:v>3.75</c:v>
                </c:pt>
                <c:pt idx="5274">
                  <c:v>3.75</c:v>
                </c:pt>
                <c:pt idx="5275">
                  <c:v>3.75</c:v>
                </c:pt>
                <c:pt idx="5276">
                  <c:v>3.75</c:v>
                </c:pt>
                <c:pt idx="5277">
                  <c:v>3.75</c:v>
                </c:pt>
                <c:pt idx="5278">
                  <c:v>3.75</c:v>
                </c:pt>
                <c:pt idx="5279">
                  <c:v>3.75</c:v>
                </c:pt>
                <c:pt idx="5280">
                  <c:v>3.75</c:v>
                </c:pt>
                <c:pt idx="5281">
                  <c:v>3.75</c:v>
                </c:pt>
                <c:pt idx="5282">
                  <c:v>3.75</c:v>
                </c:pt>
                <c:pt idx="5283">
                  <c:v>3.75</c:v>
                </c:pt>
                <c:pt idx="5284">
                  <c:v>3.75</c:v>
                </c:pt>
                <c:pt idx="5285">
                  <c:v>3.75</c:v>
                </c:pt>
                <c:pt idx="5286">
                  <c:v>3.75</c:v>
                </c:pt>
                <c:pt idx="5287">
                  <c:v>3.75</c:v>
                </c:pt>
                <c:pt idx="5288">
                  <c:v>3.75</c:v>
                </c:pt>
                <c:pt idx="5289">
                  <c:v>3.75</c:v>
                </c:pt>
                <c:pt idx="5290">
                  <c:v>3.75</c:v>
                </c:pt>
                <c:pt idx="5291">
                  <c:v>3.75</c:v>
                </c:pt>
                <c:pt idx="5292">
                  <c:v>3.75</c:v>
                </c:pt>
                <c:pt idx="5293">
                  <c:v>3.75</c:v>
                </c:pt>
                <c:pt idx="5294">
                  <c:v>3.75</c:v>
                </c:pt>
                <c:pt idx="5295">
                  <c:v>3.75</c:v>
                </c:pt>
                <c:pt idx="5296">
                  <c:v>3.75</c:v>
                </c:pt>
                <c:pt idx="5297">
                  <c:v>3.75</c:v>
                </c:pt>
                <c:pt idx="5298">
                  <c:v>3.75</c:v>
                </c:pt>
                <c:pt idx="5299">
                  <c:v>3.75</c:v>
                </c:pt>
                <c:pt idx="5300">
                  <c:v>3.75</c:v>
                </c:pt>
                <c:pt idx="5301">
                  <c:v>3.75</c:v>
                </c:pt>
                <c:pt idx="5302">
                  <c:v>3.75</c:v>
                </c:pt>
                <c:pt idx="5303">
                  <c:v>3.75</c:v>
                </c:pt>
                <c:pt idx="5304">
                  <c:v>3.75</c:v>
                </c:pt>
                <c:pt idx="5305">
                  <c:v>3.75</c:v>
                </c:pt>
                <c:pt idx="5306">
                  <c:v>3.75</c:v>
                </c:pt>
                <c:pt idx="5307">
                  <c:v>3.75</c:v>
                </c:pt>
                <c:pt idx="5308">
                  <c:v>3.75</c:v>
                </c:pt>
                <c:pt idx="5309">
                  <c:v>3.75</c:v>
                </c:pt>
                <c:pt idx="5310">
                  <c:v>3.75</c:v>
                </c:pt>
                <c:pt idx="5311">
                  <c:v>3.75</c:v>
                </c:pt>
                <c:pt idx="5312">
                  <c:v>3.75</c:v>
                </c:pt>
                <c:pt idx="5313">
                  <c:v>3.75</c:v>
                </c:pt>
                <c:pt idx="5314">
                  <c:v>3.75</c:v>
                </c:pt>
                <c:pt idx="5315">
                  <c:v>3.75</c:v>
                </c:pt>
                <c:pt idx="5316">
                  <c:v>3.75</c:v>
                </c:pt>
                <c:pt idx="5317">
                  <c:v>3.75</c:v>
                </c:pt>
                <c:pt idx="5318">
                  <c:v>3.75</c:v>
                </c:pt>
                <c:pt idx="5319">
                  <c:v>3.75</c:v>
                </c:pt>
                <c:pt idx="5320">
                  <c:v>3.75</c:v>
                </c:pt>
                <c:pt idx="5321">
                  <c:v>3.75</c:v>
                </c:pt>
                <c:pt idx="5322">
                  <c:v>3.75</c:v>
                </c:pt>
                <c:pt idx="5323">
                  <c:v>3.75</c:v>
                </c:pt>
                <c:pt idx="5324">
                  <c:v>3.75</c:v>
                </c:pt>
                <c:pt idx="5325">
                  <c:v>3.75</c:v>
                </c:pt>
                <c:pt idx="5326">
                  <c:v>3.75</c:v>
                </c:pt>
                <c:pt idx="5327">
                  <c:v>3.75</c:v>
                </c:pt>
                <c:pt idx="5328">
                  <c:v>3.75</c:v>
                </c:pt>
                <c:pt idx="5329">
                  <c:v>3.75</c:v>
                </c:pt>
                <c:pt idx="5330">
                  <c:v>3.75</c:v>
                </c:pt>
                <c:pt idx="5331">
                  <c:v>3.75</c:v>
                </c:pt>
                <c:pt idx="5332">
                  <c:v>3.75</c:v>
                </c:pt>
                <c:pt idx="5333">
                  <c:v>3.75</c:v>
                </c:pt>
                <c:pt idx="5334">
                  <c:v>3.75</c:v>
                </c:pt>
                <c:pt idx="5335">
                  <c:v>3.75</c:v>
                </c:pt>
                <c:pt idx="5336">
                  <c:v>3.75</c:v>
                </c:pt>
                <c:pt idx="5337">
                  <c:v>3.75</c:v>
                </c:pt>
                <c:pt idx="5338">
                  <c:v>3.75</c:v>
                </c:pt>
              </c:numCache>
            </c:numRef>
          </c:val>
          <c:smooth val="0"/>
          <c:extLst>
            <c:ext xmlns:c16="http://schemas.microsoft.com/office/drawing/2014/chart" uri="{C3380CC4-5D6E-409C-BE32-E72D297353CC}">
              <c16:uniqueId val="{00000000-F50C-428A-8B6D-6C9BC544911F}"/>
            </c:ext>
          </c:extLst>
        </c:ser>
        <c:ser>
          <c:idx val="1"/>
          <c:order val="1"/>
          <c:tx>
            <c:strRef>
              <c:f>'worldwide policy rate'!$C$1</c:f>
              <c:strCache>
                <c:ptCount val="1"/>
                <c:pt idx="0">
                  <c:v>欧央行存款便利利率，%</c:v>
                </c:pt>
              </c:strCache>
            </c:strRef>
          </c:tx>
          <c:spPr>
            <a:ln w="25400" cap="rnd">
              <a:solidFill>
                <a:srgbClr val="2E3160"/>
              </a:solidFill>
              <a:round/>
            </a:ln>
            <a:effectLst/>
          </c:spPr>
          <c:marker>
            <c:symbol val="none"/>
          </c:marker>
          <c:cat>
            <c:numRef>
              <c:f>'worldwide policy rate'!$A$2612:$A$7950</c:f>
              <c:numCache>
                <c:formatCode>m/d/yyyy</c:formatCode>
                <c:ptCount val="5339"/>
                <c:pt idx="0">
                  <c:v>38719</c:v>
                </c:pt>
                <c:pt idx="1">
                  <c:v>38720</c:v>
                </c:pt>
                <c:pt idx="2">
                  <c:v>38721</c:v>
                </c:pt>
                <c:pt idx="3">
                  <c:v>38722</c:v>
                </c:pt>
                <c:pt idx="4">
                  <c:v>38723</c:v>
                </c:pt>
                <c:pt idx="5">
                  <c:v>38726</c:v>
                </c:pt>
                <c:pt idx="6">
                  <c:v>38727</c:v>
                </c:pt>
                <c:pt idx="7">
                  <c:v>38728</c:v>
                </c:pt>
                <c:pt idx="8">
                  <c:v>38729</c:v>
                </c:pt>
                <c:pt idx="9">
                  <c:v>38730</c:v>
                </c:pt>
                <c:pt idx="10">
                  <c:v>38733</c:v>
                </c:pt>
                <c:pt idx="11">
                  <c:v>38734</c:v>
                </c:pt>
                <c:pt idx="12">
                  <c:v>38735</c:v>
                </c:pt>
                <c:pt idx="13">
                  <c:v>38736</c:v>
                </c:pt>
                <c:pt idx="14">
                  <c:v>38737</c:v>
                </c:pt>
                <c:pt idx="15">
                  <c:v>38740</c:v>
                </c:pt>
                <c:pt idx="16">
                  <c:v>38741</c:v>
                </c:pt>
                <c:pt idx="17">
                  <c:v>38742</c:v>
                </c:pt>
                <c:pt idx="18">
                  <c:v>38743</c:v>
                </c:pt>
                <c:pt idx="19">
                  <c:v>38744</c:v>
                </c:pt>
                <c:pt idx="20">
                  <c:v>38747</c:v>
                </c:pt>
                <c:pt idx="21">
                  <c:v>38748</c:v>
                </c:pt>
                <c:pt idx="22">
                  <c:v>38749</c:v>
                </c:pt>
                <c:pt idx="23">
                  <c:v>38750</c:v>
                </c:pt>
                <c:pt idx="24">
                  <c:v>38751</c:v>
                </c:pt>
                <c:pt idx="25">
                  <c:v>38754</c:v>
                </c:pt>
                <c:pt idx="26">
                  <c:v>38755</c:v>
                </c:pt>
                <c:pt idx="27">
                  <c:v>38756</c:v>
                </c:pt>
                <c:pt idx="28">
                  <c:v>38757</c:v>
                </c:pt>
                <c:pt idx="29">
                  <c:v>38758</c:v>
                </c:pt>
                <c:pt idx="30">
                  <c:v>38761</c:v>
                </c:pt>
                <c:pt idx="31">
                  <c:v>38762</c:v>
                </c:pt>
                <c:pt idx="32">
                  <c:v>38763</c:v>
                </c:pt>
                <c:pt idx="33">
                  <c:v>38764</c:v>
                </c:pt>
                <c:pt idx="34">
                  <c:v>38765</c:v>
                </c:pt>
                <c:pt idx="35">
                  <c:v>38768</c:v>
                </c:pt>
                <c:pt idx="36">
                  <c:v>38769</c:v>
                </c:pt>
                <c:pt idx="37">
                  <c:v>38770</c:v>
                </c:pt>
                <c:pt idx="38">
                  <c:v>38771</c:v>
                </c:pt>
                <c:pt idx="39">
                  <c:v>38772</c:v>
                </c:pt>
                <c:pt idx="40">
                  <c:v>38775</c:v>
                </c:pt>
                <c:pt idx="41">
                  <c:v>38776</c:v>
                </c:pt>
                <c:pt idx="42">
                  <c:v>38777</c:v>
                </c:pt>
                <c:pt idx="43">
                  <c:v>38778</c:v>
                </c:pt>
                <c:pt idx="44">
                  <c:v>38779</c:v>
                </c:pt>
                <c:pt idx="45">
                  <c:v>38782</c:v>
                </c:pt>
                <c:pt idx="46">
                  <c:v>38783</c:v>
                </c:pt>
                <c:pt idx="47">
                  <c:v>38784</c:v>
                </c:pt>
                <c:pt idx="48">
                  <c:v>38785</c:v>
                </c:pt>
                <c:pt idx="49">
                  <c:v>38786</c:v>
                </c:pt>
                <c:pt idx="50">
                  <c:v>38789</c:v>
                </c:pt>
                <c:pt idx="51">
                  <c:v>38790</c:v>
                </c:pt>
                <c:pt idx="52">
                  <c:v>38791</c:v>
                </c:pt>
                <c:pt idx="53">
                  <c:v>38792</c:v>
                </c:pt>
                <c:pt idx="54">
                  <c:v>38793</c:v>
                </c:pt>
                <c:pt idx="55">
                  <c:v>38796</c:v>
                </c:pt>
                <c:pt idx="56">
                  <c:v>38797</c:v>
                </c:pt>
                <c:pt idx="57">
                  <c:v>38798</c:v>
                </c:pt>
                <c:pt idx="58">
                  <c:v>38799</c:v>
                </c:pt>
                <c:pt idx="59">
                  <c:v>38800</c:v>
                </c:pt>
                <c:pt idx="60">
                  <c:v>38803</c:v>
                </c:pt>
                <c:pt idx="61">
                  <c:v>38804</c:v>
                </c:pt>
                <c:pt idx="62">
                  <c:v>38805</c:v>
                </c:pt>
                <c:pt idx="63">
                  <c:v>38806</c:v>
                </c:pt>
                <c:pt idx="64">
                  <c:v>38807</c:v>
                </c:pt>
                <c:pt idx="65">
                  <c:v>38810</c:v>
                </c:pt>
                <c:pt idx="66">
                  <c:v>38811</c:v>
                </c:pt>
                <c:pt idx="67">
                  <c:v>38812</c:v>
                </c:pt>
                <c:pt idx="68">
                  <c:v>38813</c:v>
                </c:pt>
                <c:pt idx="69">
                  <c:v>38814</c:v>
                </c:pt>
                <c:pt idx="70">
                  <c:v>38817</c:v>
                </c:pt>
                <c:pt idx="71">
                  <c:v>38818</c:v>
                </c:pt>
                <c:pt idx="72">
                  <c:v>38819</c:v>
                </c:pt>
                <c:pt idx="73">
                  <c:v>38820</c:v>
                </c:pt>
                <c:pt idx="74">
                  <c:v>38821</c:v>
                </c:pt>
                <c:pt idx="75">
                  <c:v>38824</c:v>
                </c:pt>
                <c:pt idx="76">
                  <c:v>38825</c:v>
                </c:pt>
                <c:pt idx="77">
                  <c:v>38826</c:v>
                </c:pt>
                <c:pt idx="78">
                  <c:v>38827</c:v>
                </c:pt>
                <c:pt idx="79">
                  <c:v>38828</c:v>
                </c:pt>
                <c:pt idx="80">
                  <c:v>38831</c:v>
                </c:pt>
                <c:pt idx="81">
                  <c:v>38832</c:v>
                </c:pt>
                <c:pt idx="82">
                  <c:v>38833</c:v>
                </c:pt>
                <c:pt idx="83">
                  <c:v>38834</c:v>
                </c:pt>
                <c:pt idx="84">
                  <c:v>38835</c:v>
                </c:pt>
                <c:pt idx="85">
                  <c:v>38838</c:v>
                </c:pt>
                <c:pt idx="86">
                  <c:v>38839</c:v>
                </c:pt>
                <c:pt idx="87">
                  <c:v>38840</c:v>
                </c:pt>
                <c:pt idx="88">
                  <c:v>38841</c:v>
                </c:pt>
                <c:pt idx="89">
                  <c:v>38842</c:v>
                </c:pt>
                <c:pt idx="90">
                  <c:v>38845</c:v>
                </c:pt>
                <c:pt idx="91">
                  <c:v>38846</c:v>
                </c:pt>
                <c:pt idx="92">
                  <c:v>38847</c:v>
                </c:pt>
                <c:pt idx="93">
                  <c:v>38848</c:v>
                </c:pt>
                <c:pt idx="94">
                  <c:v>38849</c:v>
                </c:pt>
                <c:pt idx="95">
                  <c:v>38852</c:v>
                </c:pt>
                <c:pt idx="96">
                  <c:v>38853</c:v>
                </c:pt>
                <c:pt idx="97">
                  <c:v>38854</c:v>
                </c:pt>
                <c:pt idx="98">
                  <c:v>38855</c:v>
                </c:pt>
                <c:pt idx="99">
                  <c:v>38856</c:v>
                </c:pt>
                <c:pt idx="100">
                  <c:v>38859</c:v>
                </c:pt>
                <c:pt idx="101">
                  <c:v>38860</c:v>
                </c:pt>
                <c:pt idx="102">
                  <c:v>38861</c:v>
                </c:pt>
                <c:pt idx="103">
                  <c:v>38862</c:v>
                </c:pt>
                <c:pt idx="104">
                  <c:v>38863</c:v>
                </c:pt>
                <c:pt idx="105">
                  <c:v>38866</c:v>
                </c:pt>
                <c:pt idx="106">
                  <c:v>38867</c:v>
                </c:pt>
                <c:pt idx="107">
                  <c:v>38868</c:v>
                </c:pt>
                <c:pt idx="108">
                  <c:v>38869</c:v>
                </c:pt>
                <c:pt idx="109">
                  <c:v>38870</c:v>
                </c:pt>
                <c:pt idx="110">
                  <c:v>38873</c:v>
                </c:pt>
                <c:pt idx="111">
                  <c:v>38874</c:v>
                </c:pt>
                <c:pt idx="112">
                  <c:v>38875</c:v>
                </c:pt>
                <c:pt idx="113">
                  <c:v>38876</c:v>
                </c:pt>
                <c:pt idx="114">
                  <c:v>38877</c:v>
                </c:pt>
                <c:pt idx="115">
                  <c:v>38880</c:v>
                </c:pt>
                <c:pt idx="116">
                  <c:v>38881</c:v>
                </c:pt>
                <c:pt idx="117">
                  <c:v>38882</c:v>
                </c:pt>
                <c:pt idx="118">
                  <c:v>38883</c:v>
                </c:pt>
                <c:pt idx="119">
                  <c:v>38884</c:v>
                </c:pt>
                <c:pt idx="120">
                  <c:v>38887</c:v>
                </c:pt>
                <c:pt idx="121">
                  <c:v>38888</c:v>
                </c:pt>
                <c:pt idx="122">
                  <c:v>38889</c:v>
                </c:pt>
                <c:pt idx="123">
                  <c:v>38890</c:v>
                </c:pt>
                <c:pt idx="124">
                  <c:v>38891</c:v>
                </c:pt>
                <c:pt idx="125">
                  <c:v>38894</c:v>
                </c:pt>
                <c:pt idx="126">
                  <c:v>38895</c:v>
                </c:pt>
                <c:pt idx="127">
                  <c:v>38896</c:v>
                </c:pt>
                <c:pt idx="128">
                  <c:v>38897</c:v>
                </c:pt>
                <c:pt idx="129">
                  <c:v>38898</c:v>
                </c:pt>
                <c:pt idx="130">
                  <c:v>38901</c:v>
                </c:pt>
                <c:pt idx="131">
                  <c:v>38902</c:v>
                </c:pt>
                <c:pt idx="132">
                  <c:v>38903</c:v>
                </c:pt>
                <c:pt idx="133">
                  <c:v>38904</c:v>
                </c:pt>
                <c:pt idx="134">
                  <c:v>38905</c:v>
                </c:pt>
                <c:pt idx="135">
                  <c:v>38908</c:v>
                </c:pt>
                <c:pt idx="136">
                  <c:v>38909</c:v>
                </c:pt>
                <c:pt idx="137">
                  <c:v>38910</c:v>
                </c:pt>
                <c:pt idx="138">
                  <c:v>38911</c:v>
                </c:pt>
                <c:pt idx="139">
                  <c:v>38912</c:v>
                </c:pt>
                <c:pt idx="140">
                  <c:v>38915</c:v>
                </c:pt>
                <c:pt idx="141">
                  <c:v>38916</c:v>
                </c:pt>
                <c:pt idx="142">
                  <c:v>38917</c:v>
                </c:pt>
                <c:pt idx="143">
                  <c:v>38918</c:v>
                </c:pt>
                <c:pt idx="144">
                  <c:v>38919</c:v>
                </c:pt>
                <c:pt idx="145">
                  <c:v>38922</c:v>
                </c:pt>
                <c:pt idx="146">
                  <c:v>38923</c:v>
                </c:pt>
                <c:pt idx="147">
                  <c:v>38924</c:v>
                </c:pt>
                <c:pt idx="148">
                  <c:v>38925</c:v>
                </c:pt>
                <c:pt idx="149">
                  <c:v>38926</c:v>
                </c:pt>
                <c:pt idx="150">
                  <c:v>38929</c:v>
                </c:pt>
                <c:pt idx="151">
                  <c:v>38930</c:v>
                </c:pt>
                <c:pt idx="152">
                  <c:v>38931</c:v>
                </c:pt>
                <c:pt idx="153">
                  <c:v>38932</c:v>
                </c:pt>
                <c:pt idx="154">
                  <c:v>38933</c:v>
                </c:pt>
                <c:pt idx="155">
                  <c:v>38936</c:v>
                </c:pt>
                <c:pt idx="156">
                  <c:v>38937</c:v>
                </c:pt>
                <c:pt idx="157">
                  <c:v>38938</c:v>
                </c:pt>
                <c:pt idx="158">
                  <c:v>38939</c:v>
                </c:pt>
                <c:pt idx="159">
                  <c:v>38940</c:v>
                </c:pt>
                <c:pt idx="160">
                  <c:v>38943</c:v>
                </c:pt>
                <c:pt idx="161">
                  <c:v>38944</c:v>
                </c:pt>
                <c:pt idx="162">
                  <c:v>38945</c:v>
                </c:pt>
                <c:pt idx="163">
                  <c:v>38946</c:v>
                </c:pt>
                <c:pt idx="164">
                  <c:v>38947</c:v>
                </c:pt>
                <c:pt idx="165">
                  <c:v>38950</c:v>
                </c:pt>
                <c:pt idx="166">
                  <c:v>38951</c:v>
                </c:pt>
                <c:pt idx="167">
                  <c:v>38952</c:v>
                </c:pt>
                <c:pt idx="168">
                  <c:v>38953</c:v>
                </c:pt>
                <c:pt idx="169">
                  <c:v>38954</c:v>
                </c:pt>
                <c:pt idx="170">
                  <c:v>38957</c:v>
                </c:pt>
                <c:pt idx="171">
                  <c:v>38958</c:v>
                </c:pt>
                <c:pt idx="172">
                  <c:v>38959</c:v>
                </c:pt>
                <c:pt idx="173">
                  <c:v>38960</c:v>
                </c:pt>
                <c:pt idx="174">
                  <c:v>38961</c:v>
                </c:pt>
                <c:pt idx="175">
                  <c:v>38964</c:v>
                </c:pt>
                <c:pt idx="176">
                  <c:v>38965</c:v>
                </c:pt>
                <c:pt idx="177">
                  <c:v>38966</c:v>
                </c:pt>
                <c:pt idx="178">
                  <c:v>38967</c:v>
                </c:pt>
                <c:pt idx="179">
                  <c:v>38968</c:v>
                </c:pt>
                <c:pt idx="180">
                  <c:v>38971</c:v>
                </c:pt>
                <c:pt idx="181">
                  <c:v>38972</c:v>
                </c:pt>
                <c:pt idx="182">
                  <c:v>38973</c:v>
                </c:pt>
                <c:pt idx="183">
                  <c:v>38974</c:v>
                </c:pt>
                <c:pt idx="184">
                  <c:v>38975</c:v>
                </c:pt>
                <c:pt idx="185">
                  <c:v>38978</c:v>
                </c:pt>
                <c:pt idx="186">
                  <c:v>38979</c:v>
                </c:pt>
                <c:pt idx="187">
                  <c:v>38980</c:v>
                </c:pt>
                <c:pt idx="188">
                  <c:v>38981</c:v>
                </c:pt>
                <c:pt idx="189">
                  <c:v>38982</c:v>
                </c:pt>
                <c:pt idx="190">
                  <c:v>38985</c:v>
                </c:pt>
                <c:pt idx="191">
                  <c:v>38986</c:v>
                </c:pt>
                <c:pt idx="192">
                  <c:v>38987</c:v>
                </c:pt>
                <c:pt idx="193">
                  <c:v>38988</c:v>
                </c:pt>
                <c:pt idx="194">
                  <c:v>38989</c:v>
                </c:pt>
                <c:pt idx="195">
                  <c:v>38992</c:v>
                </c:pt>
                <c:pt idx="196">
                  <c:v>38993</c:v>
                </c:pt>
                <c:pt idx="197">
                  <c:v>38994</c:v>
                </c:pt>
                <c:pt idx="198">
                  <c:v>38995</c:v>
                </c:pt>
                <c:pt idx="199">
                  <c:v>38996</c:v>
                </c:pt>
                <c:pt idx="200">
                  <c:v>38999</c:v>
                </c:pt>
                <c:pt idx="201">
                  <c:v>39000</c:v>
                </c:pt>
                <c:pt idx="202">
                  <c:v>39001</c:v>
                </c:pt>
                <c:pt idx="203">
                  <c:v>39002</c:v>
                </c:pt>
                <c:pt idx="204">
                  <c:v>39003</c:v>
                </c:pt>
                <c:pt idx="205">
                  <c:v>39006</c:v>
                </c:pt>
                <c:pt idx="206">
                  <c:v>39007</c:v>
                </c:pt>
                <c:pt idx="207">
                  <c:v>39008</c:v>
                </c:pt>
                <c:pt idx="208">
                  <c:v>39009</c:v>
                </c:pt>
                <c:pt idx="209">
                  <c:v>39010</c:v>
                </c:pt>
                <c:pt idx="210">
                  <c:v>39013</c:v>
                </c:pt>
                <c:pt idx="211">
                  <c:v>39014</c:v>
                </c:pt>
                <c:pt idx="212">
                  <c:v>39015</c:v>
                </c:pt>
                <c:pt idx="213">
                  <c:v>39016</c:v>
                </c:pt>
                <c:pt idx="214">
                  <c:v>39017</c:v>
                </c:pt>
                <c:pt idx="215">
                  <c:v>39020</c:v>
                </c:pt>
                <c:pt idx="216">
                  <c:v>39021</c:v>
                </c:pt>
                <c:pt idx="217">
                  <c:v>39022</c:v>
                </c:pt>
                <c:pt idx="218">
                  <c:v>39023</c:v>
                </c:pt>
                <c:pt idx="219">
                  <c:v>39024</c:v>
                </c:pt>
                <c:pt idx="220">
                  <c:v>39027</c:v>
                </c:pt>
                <c:pt idx="221">
                  <c:v>39028</c:v>
                </c:pt>
                <c:pt idx="222">
                  <c:v>39029</c:v>
                </c:pt>
                <c:pt idx="223">
                  <c:v>39030</c:v>
                </c:pt>
                <c:pt idx="224">
                  <c:v>39031</c:v>
                </c:pt>
                <c:pt idx="225">
                  <c:v>39034</c:v>
                </c:pt>
                <c:pt idx="226">
                  <c:v>39035</c:v>
                </c:pt>
                <c:pt idx="227">
                  <c:v>39036</c:v>
                </c:pt>
                <c:pt idx="228">
                  <c:v>39037</c:v>
                </c:pt>
                <c:pt idx="229">
                  <c:v>39038</c:v>
                </c:pt>
                <c:pt idx="230">
                  <c:v>39041</c:v>
                </c:pt>
                <c:pt idx="231">
                  <c:v>39042</c:v>
                </c:pt>
                <c:pt idx="232">
                  <c:v>39043</c:v>
                </c:pt>
                <c:pt idx="233">
                  <c:v>39044</c:v>
                </c:pt>
                <c:pt idx="234">
                  <c:v>39045</c:v>
                </c:pt>
                <c:pt idx="235">
                  <c:v>39048</c:v>
                </c:pt>
                <c:pt idx="236">
                  <c:v>39049</c:v>
                </c:pt>
                <c:pt idx="237">
                  <c:v>39050</c:v>
                </c:pt>
                <c:pt idx="238">
                  <c:v>39051</c:v>
                </c:pt>
                <c:pt idx="239">
                  <c:v>39052</c:v>
                </c:pt>
                <c:pt idx="240">
                  <c:v>39055</c:v>
                </c:pt>
                <c:pt idx="241">
                  <c:v>39056</c:v>
                </c:pt>
                <c:pt idx="242">
                  <c:v>39057</c:v>
                </c:pt>
                <c:pt idx="243">
                  <c:v>39058</c:v>
                </c:pt>
                <c:pt idx="244">
                  <c:v>39059</c:v>
                </c:pt>
                <c:pt idx="245">
                  <c:v>39062</c:v>
                </c:pt>
                <c:pt idx="246">
                  <c:v>39063</c:v>
                </c:pt>
                <c:pt idx="247">
                  <c:v>39064</c:v>
                </c:pt>
                <c:pt idx="248">
                  <c:v>39065</c:v>
                </c:pt>
                <c:pt idx="249">
                  <c:v>39066</c:v>
                </c:pt>
                <c:pt idx="250">
                  <c:v>39069</c:v>
                </c:pt>
                <c:pt idx="251">
                  <c:v>39070</c:v>
                </c:pt>
                <c:pt idx="252">
                  <c:v>39071</c:v>
                </c:pt>
                <c:pt idx="253">
                  <c:v>39072</c:v>
                </c:pt>
                <c:pt idx="254">
                  <c:v>39073</c:v>
                </c:pt>
                <c:pt idx="255">
                  <c:v>39076</c:v>
                </c:pt>
                <c:pt idx="256">
                  <c:v>39077</c:v>
                </c:pt>
                <c:pt idx="257">
                  <c:v>39078</c:v>
                </c:pt>
                <c:pt idx="258">
                  <c:v>39079</c:v>
                </c:pt>
                <c:pt idx="259">
                  <c:v>39080</c:v>
                </c:pt>
                <c:pt idx="260">
                  <c:v>39083</c:v>
                </c:pt>
                <c:pt idx="261">
                  <c:v>39084</c:v>
                </c:pt>
                <c:pt idx="262">
                  <c:v>39085</c:v>
                </c:pt>
                <c:pt idx="263">
                  <c:v>39086</c:v>
                </c:pt>
                <c:pt idx="264">
                  <c:v>39087</c:v>
                </c:pt>
                <c:pt idx="265">
                  <c:v>39090</c:v>
                </c:pt>
                <c:pt idx="266">
                  <c:v>39091</c:v>
                </c:pt>
                <c:pt idx="267">
                  <c:v>39092</c:v>
                </c:pt>
                <c:pt idx="268">
                  <c:v>39093</c:v>
                </c:pt>
                <c:pt idx="269">
                  <c:v>39094</c:v>
                </c:pt>
                <c:pt idx="270">
                  <c:v>39097</c:v>
                </c:pt>
                <c:pt idx="271">
                  <c:v>39098</c:v>
                </c:pt>
                <c:pt idx="272">
                  <c:v>39099</c:v>
                </c:pt>
                <c:pt idx="273">
                  <c:v>39100</c:v>
                </c:pt>
                <c:pt idx="274">
                  <c:v>39101</c:v>
                </c:pt>
                <c:pt idx="275">
                  <c:v>39104</c:v>
                </c:pt>
                <c:pt idx="276">
                  <c:v>39105</c:v>
                </c:pt>
                <c:pt idx="277">
                  <c:v>39106</c:v>
                </c:pt>
                <c:pt idx="278">
                  <c:v>39107</c:v>
                </c:pt>
                <c:pt idx="279">
                  <c:v>39108</c:v>
                </c:pt>
                <c:pt idx="280">
                  <c:v>39111</c:v>
                </c:pt>
                <c:pt idx="281">
                  <c:v>39112</c:v>
                </c:pt>
                <c:pt idx="282">
                  <c:v>39113</c:v>
                </c:pt>
                <c:pt idx="283">
                  <c:v>39114</c:v>
                </c:pt>
                <c:pt idx="284">
                  <c:v>39115</c:v>
                </c:pt>
                <c:pt idx="285">
                  <c:v>39118</c:v>
                </c:pt>
                <c:pt idx="286">
                  <c:v>39119</c:v>
                </c:pt>
                <c:pt idx="287">
                  <c:v>39120</c:v>
                </c:pt>
                <c:pt idx="288">
                  <c:v>39121</c:v>
                </c:pt>
                <c:pt idx="289">
                  <c:v>39122</c:v>
                </c:pt>
                <c:pt idx="290">
                  <c:v>39125</c:v>
                </c:pt>
                <c:pt idx="291">
                  <c:v>39126</c:v>
                </c:pt>
                <c:pt idx="292">
                  <c:v>39127</c:v>
                </c:pt>
                <c:pt idx="293">
                  <c:v>39128</c:v>
                </c:pt>
                <c:pt idx="294">
                  <c:v>39129</c:v>
                </c:pt>
                <c:pt idx="295">
                  <c:v>39132</c:v>
                </c:pt>
                <c:pt idx="296">
                  <c:v>39133</c:v>
                </c:pt>
                <c:pt idx="297">
                  <c:v>39134</c:v>
                </c:pt>
                <c:pt idx="298">
                  <c:v>39135</c:v>
                </c:pt>
                <c:pt idx="299">
                  <c:v>39136</c:v>
                </c:pt>
                <c:pt idx="300">
                  <c:v>39139</c:v>
                </c:pt>
                <c:pt idx="301">
                  <c:v>39140</c:v>
                </c:pt>
                <c:pt idx="302">
                  <c:v>39141</c:v>
                </c:pt>
                <c:pt idx="303">
                  <c:v>39142</c:v>
                </c:pt>
                <c:pt idx="304">
                  <c:v>39143</c:v>
                </c:pt>
                <c:pt idx="305">
                  <c:v>39146</c:v>
                </c:pt>
                <c:pt idx="306">
                  <c:v>39147</c:v>
                </c:pt>
                <c:pt idx="307">
                  <c:v>39148</c:v>
                </c:pt>
                <c:pt idx="308">
                  <c:v>39149</c:v>
                </c:pt>
                <c:pt idx="309">
                  <c:v>39150</c:v>
                </c:pt>
                <c:pt idx="310">
                  <c:v>39153</c:v>
                </c:pt>
                <c:pt idx="311">
                  <c:v>39154</c:v>
                </c:pt>
                <c:pt idx="312">
                  <c:v>39155</c:v>
                </c:pt>
                <c:pt idx="313">
                  <c:v>39156</c:v>
                </c:pt>
                <c:pt idx="314">
                  <c:v>39157</c:v>
                </c:pt>
                <c:pt idx="315">
                  <c:v>39160</c:v>
                </c:pt>
                <c:pt idx="316">
                  <c:v>39161</c:v>
                </c:pt>
                <c:pt idx="317">
                  <c:v>39162</c:v>
                </c:pt>
                <c:pt idx="318">
                  <c:v>39163</c:v>
                </c:pt>
                <c:pt idx="319">
                  <c:v>39164</c:v>
                </c:pt>
                <c:pt idx="320">
                  <c:v>39167</c:v>
                </c:pt>
                <c:pt idx="321">
                  <c:v>39168</c:v>
                </c:pt>
                <c:pt idx="322">
                  <c:v>39169</c:v>
                </c:pt>
                <c:pt idx="323">
                  <c:v>39170</c:v>
                </c:pt>
                <c:pt idx="324">
                  <c:v>39171</c:v>
                </c:pt>
                <c:pt idx="325">
                  <c:v>39174</c:v>
                </c:pt>
                <c:pt idx="326">
                  <c:v>39175</c:v>
                </c:pt>
                <c:pt idx="327">
                  <c:v>39176</c:v>
                </c:pt>
                <c:pt idx="328">
                  <c:v>39177</c:v>
                </c:pt>
                <c:pt idx="329">
                  <c:v>39178</c:v>
                </c:pt>
                <c:pt idx="330">
                  <c:v>39181</c:v>
                </c:pt>
                <c:pt idx="331">
                  <c:v>39182</c:v>
                </c:pt>
                <c:pt idx="332">
                  <c:v>39183</c:v>
                </c:pt>
                <c:pt idx="333">
                  <c:v>39184</c:v>
                </c:pt>
                <c:pt idx="334">
                  <c:v>39185</c:v>
                </c:pt>
                <c:pt idx="335">
                  <c:v>39188</c:v>
                </c:pt>
                <c:pt idx="336">
                  <c:v>39189</c:v>
                </c:pt>
                <c:pt idx="337">
                  <c:v>39190</c:v>
                </c:pt>
                <c:pt idx="338">
                  <c:v>39191</c:v>
                </c:pt>
                <c:pt idx="339">
                  <c:v>39192</c:v>
                </c:pt>
                <c:pt idx="340">
                  <c:v>39195</c:v>
                </c:pt>
                <c:pt idx="341">
                  <c:v>39196</c:v>
                </c:pt>
                <c:pt idx="342">
                  <c:v>39197</c:v>
                </c:pt>
                <c:pt idx="343">
                  <c:v>39198</c:v>
                </c:pt>
                <c:pt idx="344">
                  <c:v>39199</c:v>
                </c:pt>
                <c:pt idx="345">
                  <c:v>39202</c:v>
                </c:pt>
                <c:pt idx="346">
                  <c:v>39203</c:v>
                </c:pt>
                <c:pt idx="347">
                  <c:v>39204</c:v>
                </c:pt>
                <c:pt idx="348">
                  <c:v>39205</c:v>
                </c:pt>
                <c:pt idx="349">
                  <c:v>39206</c:v>
                </c:pt>
                <c:pt idx="350">
                  <c:v>39209</c:v>
                </c:pt>
                <c:pt idx="351">
                  <c:v>39210</c:v>
                </c:pt>
                <c:pt idx="352">
                  <c:v>39211</c:v>
                </c:pt>
                <c:pt idx="353">
                  <c:v>39212</c:v>
                </c:pt>
                <c:pt idx="354">
                  <c:v>39213</c:v>
                </c:pt>
                <c:pt idx="355">
                  <c:v>39216</c:v>
                </c:pt>
                <c:pt idx="356">
                  <c:v>39217</c:v>
                </c:pt>
                <c:pt idx="357">
                  <c:v>39218</c:v>
                </c:pt>
                <c:pt idx="358">
                  <c:v>39219</c:v>
                </c:pt>
                <c:pt idx="359">
                  <c:v>39220</c:v>
                </c:pt>
                <c:pt idx="360">
                  <c:v>39223</c:v>
                </c:pt>
                <c:pt idx="361">
                  <c:v>39224</c:v>
                </c:pt>
                <c:pt idx="362">
                  <c:v>39225</c:v>
                </c:pt>
                <c:pt idx="363">
                  <c:v>39226</c:v>
                </c:pt>
                <c:pt idx="364">
                  <c:v>39227</c:v>
                </c:pt>
                <c:pt idx="365">
                  <c:v>39230</c:v>
                </c:pt>
                <c:pt idx="366">
                  <c:v>39231</c:v>
                </c:pt>
                <c:pt idx="367">
                  <c:v>39232</c:v>
                </c:pt>
                <c:pt idx="368">
                  <c:v>39233</c:v>
                </c:pt>
                <c:pt idx="369">
                  <c:v>39234</c:v>
                </c:pt>
                <c:pt idx="370">
                  <c:v>39237</c:v>
                </c:pt>
                <c:pt idx="371">
                  <c:v>39238</c:v>
                </c:pt>
                <c:pt idx="372">
                  <c:v>39239</c:v>
                </c:pt>
                <c:pt idx="373">
                  <c:v>39240</c:v>
                </c:pt>
                <c:pt idx="374">
                  <c:v>39241</c:v>
                </c:pt>
                <c:pt idx="375">
                  <c:v>39244</c:v>
                </c:pt>
                <c:pt idx="376">
                  <c:v>39245</c:v>
                </c:pt>
                <c:pt idx="377">
                  <c:v>39246</c:v>
                </c:pt>
                <c:pt idx="378">
                  <c:v>39247</c:v>
                </c:pt>
                <c:pt idx="379">
                  <c:v>39248</c:v>
                </c:pt>
                <c:pt idx="380">
                  <c:v>39251</c:v>
                </c:pt>
                <c:pt idx="381">
                  <c:v>39252</c:v>
                </c:pt>
                <c:pt idx="382">
                  <c:v>39253</c:v>
                </c:pt>
                <c:pt idx="383">
                  <c:v>39254</c:v>
                </c:pt>
                <c:pt idx="384">
                  <c:v>39255</c:v>
                </c:pt>
                <c:pt idx="385">
                  <c:v>39258</c:v>
                </c:pt>
                <c:pt idx="386">
                  <c:v>39259</c:v>
                </c:pt>
                <c:pt idx="387">
                  <c:v>39260</c:v>
                </c:pt>
                <c:pt idx="388">
                  <c:v>39261</c:v>
                </c:pt>
                <c:pt idx="389">
                  <c:v>39262</c:v>
                </c:pt>
                <c:pt idx="390">
                  <c:v>39265</c:v>
                </c:pt>
                <c:pt idx="391">
                  <c:v>39266</c:v>
                </c:pt>
                <c:pt idx="392">
                  <c:v>39267</c:v>
                </c:pt>
                <c:pt idx="393">
                  <c:v>39268</c:v>
                </c:pt>
                <c:pt idx="394">
                  <c:v>39269</c:v>
                </c:pt>
                <c:pt idx="395">
                  <c:v>39272</c:v>
                </c:pt>
                <c:pt idx="396">
                  <c:v>39273</c:v>
                </c:pt>
                <c:pt idx="397">
                  <c:v>39274</c:v>
                </c:pt>
                <c:pt idx="398">
                  <c:v>39275</c:v>
                </c:pt>
                <c:pt idx="399">
                  <c:v>39276</c:v>
                </c:pt>
                <c:pt idx="400">
                  <c:v>39279</c:v>
                </c:pt>
                <c:pt idx="401">
                  <c:v>39280</c:v>
                </c:pt>
                <c:pt idx="402">
                  <c:v>39281</c:v>
                </c:pt>
                <c:pt idx="403">
                  <c:v>39282</c:v>
                </c:pt>
                <c:pt idx="404">
                  <c:v>39283</c:v>
                </c:pt>
                <c:pt idx="405">
                  <c:v>39286</c:v>
                </c:pt>
                <c:pt idx="406">
                  <c:v>39287</c:v>
                </c:pt>
                <c:pt idx="407">
                  <c:v>39288</c:v>
                </c:pt>
                <c:pt idx="408">
                  <c:v>39289</c:v>
                </c:pt>
                <c:pt idx="409">
                  <c:v>39290</c:v>
                </c:pt>
                <c:pt idx="410">
                  <c:v>39293</c:v>
                </c:pt>
                <c:pt idx="411">
                  <c:v>39294</c:v>
                </c:pt>
                <c:pt idx="412">
                  <c:v>39295</c:v>
                </c:pt>
                <c:pt idx="413">
                  <c:v>39296</c:v>
                </c:pt>
                <c:pt idx="414">
                  <c:v>39297</c:v>
                </c:pt>
                <c:pt idx="415">
                  <c:v>39300</c:v>
                </c:pt>
                <c:pt idx="416">
                  <c:v>39301</c:v>
                </c:pt>
                <c:pt idx="417">
                  <c:v>39302</c:v>
                </c:pt>
                <c:pt idx="418">
                  <c:v>39303</c:v>
                </c:pt>
                <c:pt idx="419">
                  <c:v>39304</c:v>
                </c:pt>
                <c:pt idx="420">
                  <c:v>39307</c:v>
                </c:pt>
                <c:pt idx="421">
                  <c:v>39308</c:v>
                </c:pt>
                <c:pt idx="422">
                  <c:v>39309</c:v>
                </c:pt>
                <c:pt idx="423">
                  <c:v>39310</c:v>
                </c:pt>
                <c:pt idx="424">
                  <c:v>39311</c:v>
                </c:pt>
                <c:pt idx="425">
                  <c:v>39314</c:v>
                </c:pt>
                <c:pt idx="426">
                  <c:v>39315</c:v>
                </c:pt>
                <c:pt idx="427">
                  <c:v>39316</c:v>
                </c:pt>
                <c:pt idx="428">
                  <c:v>39317</c:v>
                </c:pt>
                <c:pt idx="429">
                  <c:v>39318</c:v>
                </c:pt>
                <c:pt idx="430">
                  <c:v>39321</c:v>
                </c:pt>
                <c:pt idx="431">
                  <c:v>39322</c:v>
                </c:pt>
                <c:pt idx="432">
                  <c:v>39323</c:v>
                </c:pt>
                <c:pt idx="433">
                  <c:v>39324</c:v>
                </c:pt>
                <c:pt idx="434">
                  <c:v>39325</c:v>
                </c:pt>
                <c:pt idx="435">
                  <c:v>39328</c:v>
                </c:pt>
                <c:pt idx="436">
                  <c:v>39329</c:v>
                </c:pt>
                <c:pt idx="437">
                  <c:v>39330</c:v>
                </c:pt>
                <c:pt idx="438">
                  <c:v>39331</c:v>
                </c:pt>
                <c:pt idx="439">
                  <c:v>39332</c:v>
                </c:pt>
                <c:pt idx="440">
                  <c:v>39335</c:v>
                </c:pt>
                <c:pt idx="441">
                  <c:v>39336</c:v>
                </c:pt>
                <c:pt idx="442">
                  <c:v>39337</c:v>
                </c:pt>
                <c:pt idx="443">
                  <c:v>39338</c:v>
                </c:pt>
                <c:pt idx="444">
                  <c:v>39339</c:v>
                </c:pt>
                <c:pt idx="445">
                  <c:v>39342</c:v>
                </c:pt>
                <c:pt idx="446">
                  <c:v>39343</c:v>
                </c:pt>
                <c:pt idx="447">
                  <c:v>39344</c:v>
                </c:pt>
                <c:pt idx="448">
                  <c:v>39345</c:v>
                </c:pt>
                <c:pt idx="449">
                  <c:v>39346</c:v>
                </c:pt>
                <c:pt idx="450">
                  <c:v>39349</c:v>
                </c:pt>
                <c:pt idx="451">
                  <c:v>39350</c:v>
                </c:pt>
                <c:pt idx="452">
                  <c:v>39351</c:v>
                </c:pt>
                <c:pt idx="453">
                  <c:v>39352</c:v>
                </c:pt>
                <c:pt idx="454">
                  <c:v>39353</c:v>
                </c:pt>
                <c:pt idx="455">
                  <c:v>39356</c:v>
                </c:pt>
                <c:pt idx="456">
                  <c:v>39357</c:v>
                </c:pt>
                <c:pt idx="457">
                  <c:v>39358</c:v>
                </c:pt>
                <c:pt idx="458">
                  <c:v>39359</c:v>
                </c:pt>
                <c:pt idx="459">
                  <c:v>39360</c:v>
                </c:pt>
                <c:pt idx="460">
                  <c:v>39363</c:v>
                </c:pt>
                <c:pt idx="461">
                  <c:v>39364</c:v>
                </c:pt>
                <c:pt idx="462">
                  <c:v>39365</c:v>
                </c:pt>
                <c:pt idx="463">
                  <c:v>39366</c:v>
                </c:pt>
                <c:pt idx="464">
                  <c:v>39367</c:v>
                </c:pt>
                <c:pt idx="465">
                  <c:v>39370</c:v>
                </c:pt>
                <c:pt idx="466">
                  <c:v>39371</c:v>
                </c:pt>
                <c:pt idx="467">
                  <c:v>39372</c:v>
                </c:pt>
                <c:pt idx="468">
                  <c:v>39373</c:v>
                </c:pt>
                <c:pt idx="469">
                  <c:v>39374</c:v>
                </c:pt>
                <c:pt idx="470">
                  <c:v>39377</c:v>
                </c:pt>
                <c:pt idx="471">
                  <c:v>39378</c:v>
                </c:pt>
                <c:pt idx="472">
                  <c:v>39379</c:v>
                </c:pt>
                <c:pt idx="473">
                  <c:v>39380</c:v>
                </c:pt>
                <c:pt idx="474">
                  <c:v>39381</c:v>
                </c:pt>
                <c:pt idx="475">
                  <c:v>39384</c:v>
                </c:pt>
                <c:pt idx="476">
                  <c:v>39385</c:v>
                </c:pt>
                <c:pt idx="477">
                  <c:v>39386</c:v>
                </c:pt>
                <c:pt idx="478">
                  <c:v>39387</c:v>
                </c:pt>
                <c:pt idx="479">
                  <c:v>39388</c:v>
                </c:pt>
                <c:pt idx="480">
                  <c:v>39391</c:v>
                </c:pt>
                <c:pt idx="481">
                  <c:v>39392</c:v>
                </c:pt>
                <c:pt idx="482">
                  <c:v>39393</c:v>
                </c:pt>
                <c:pt idx="483">
                  <c:v>39394</c:v>
                </c:pt>
                <c:pt idx="484">
                  <c:v>39395</c:v>
                </c:pt>
                <c:pt idx="485">
                  <c:v>39398</c:v>
                </c:pt>
                <c:pt idx="486">
                  <c:v>39399</c:v>
                </c:pt>
                <c:pt idx="487">
                  <c:v>39400</c:v>
                </c:pt>
                <c:pt idx="488">
                  <c:v>39401</c:v>
                </c:pt>
                <c:pt idx="489">
                  <c:v>39402</c:v>
                </c:pt>
                <c:pt idx="490">
                  <c:v>39405</c:v>
                </c:pt>
                <c:pt idx="491">
                  <c:v>39406</c:v>
                </c:pt>
                <c:pt idx="492">
                  <c:v>39407</c:v>
                </c:pt>
                <c:pt idx="493">
                  <c:v>39408</c:v>
                </c:pt>
                <c:pt idx="494">
                  <c:v>39409</c:v>
                </c:pt>
                <c:pt idx="495">
                  <c:v>39412</c:v>
                </c:pt>
                <c:pt idx="496">
                  <c:v>39413</c:v>
                </c:pt>
                <c:pt idx="497">
                  <c:v>39414</c:v>
                </c:pt>
                <c:pt idx="498">
                  <c:v>39415</c:v>
                </c:pt>
                <c:pt idx="499">
                  <c:v>39416</c:v>
                </c:pt>
                <c:pt idx="500">
                  <c:v>39419</c:v>
                </c:pt>
                <c:pt idx="501">
                  <c:v>39420</c:v>
                </c:pt>
                <c:pt idx="502">
                  <c:v>39421</c:v>
                </c:pt>
                <c:pt idx="503">
                  <c:v>39422</c:v>
                </c:pt>
                <c:pt idx="504">
                  <c:v>39423</c:v>
                </c:pt>
                <c:pt idx="505">
                  <c:v>39426</c:v>
                </c:pt>
                <c:pt idx="506">
                  <c:v>39427</c:v>
                </c:pt>
                <c:pt idx="507">
                  <c:v>39428</c:v>
                </c:pt>
                <c:pt idx="508">
                  <c:v>39429</c:v>
                </c:pt>
                <c:pt idx="509">
                  <c:v>39430</c:v>
                </c:pt>
                <c:pt idx="510">
                  <c:v>39433</c:v>
                </c:pt>
                <c:pt idx="511">
                  <c:v>39434</c:v>
                </c:pt>
                <c:pt idx="512">
                  <c:v>39435</c:v>
                </c:pt>
                <c:pt idx="513">
                  <c:v>39436</c:v>
                </c:pt>
                <c:pt idx="514">
                  <c:v>39437</c:v>
                </c:pt>
                <c:pt idx="515">
                  <c:v>39440</c:v>
                </c:pt>
                <c:pt idx="516">
                  <c:v>39441</c:v>
                </c:pt>
                <c:pt idx="517">
                  <c:v>39442</c:v>
                </c:pt>
                <c:pt idx="518">
                  <c:v>39443</c:v>
                </c:pt>
                <c:pt idx="519">
                  <c:v>39444</c:v>
                </c:pt>
                <c:pt idx="520">
                  <c:v>39447</c:v>
                </c:pt>
                <c:pt idx="521">
                  <c:v>39448</c:v>
                </c:pt>
                <c:pt idx="522">
                  <c:v>39449</c:v>
                </c:pt>
                <c:pt idx="523">
                  <c:v>39450</c:v>
                </c:pt>
                <c:pt idx="524">
                  <c:v>39451</c:v>
                </c:pt>
                <c:pt idx="525">
                  <c:v>39454</c:v>
                </c:pt>
                <c:pt idx="526">
                  <c:v>39455</c:v>
                </c:pt>
                <c:pt idx="527">
                  <c:v>39456</c:v>
                </c:pt>
                <c:pt idx="528">
                  <c:v>39457</c:v>
                </c:pt>
                <c:pt idx="529">
                  <c:v>39458</c:v>
                </c:pt>
                <c:pt idx="530">
                  <c:v>39461</c:v>
                </c:pt>
                <c:pt idx="531">
                  <c:v>39462</c:v>
                </c:pt>
                <c:pt idx="532">
                  <c:v>39463</c:v>
                </c:pt>
                <c:pt idx="533">
                  <c:v>39464</c:v>
                </c:pt>
                <c:pt idx="534">
                  <c:v>39465</c:v>
                </c:pt>
                <c:pt idx="535">
                  <c:v>39468</c:v>
                </c:pt>
                <c:pt idx="536">
                  <c:v>39469</c:v>
                </c:pt>
                <c:pt idx="537">
                  <c:v>39470</c:v>
                </c:pt>
                <c:pt idx="538">
                  <c:v>39471</c:v>
                </c:pt>
                <c:pt idx="539">
                  <c:v>39472</c:v>
                </c:pt>
                <c:pt idx="540">
                  <c:v>39475</c:v>
                </c:pt>
                <c:pt idx="541">
                  <c:v>39476</c:v>
                </c:pt>
                <c:pt idx="542">
                  <c:v>39477</c:v>
                </c:pt>
                <c:pt idx="543">
                  <c:v>39478</c:v>
                </c:pt>
                <c:pt idx="544">
                  <c:v>39479</c:v>
                </c:pt>
                <c:pt idx="545">
                  <c:v>39482</c:v>
                </c:pt>
                <c:pt idx="546">
                  <c:v>39483</c:v>
                </c:pt>
                <c:pt idx="547">
                  <c:v>39484</c:v>
                </c:pt>
                <c:pt idx="548">
                  <c:v>39485</c:v>
                </c:pt>
                <c:pt idx="549">
                  <c:v>39486</c:v>
                </c:pt>
                <c:pt idx="550">
                  <c:v>39489</c:v>
                </c:pt>
                <c:pt idx="551">
                  <c:v>39490</c:v>
                </c:pt>
                <c:pt idx="552">
                  <c:v>39491</c:v>
                </c:pt>
                <c:pt idx="553">
                  <c:v>39492</c:v>
                </c:pt>
                <c:pt idx="554">
                  <c:v>39493</c:v>
                </c:pt>
                <c:pt idx="555">
                  <c:v>39496</c:v>
                </c:pt>
                <c:pt idx="556">
                  <c:v>39497</c:v>
                </c:pt>
                <c:pt idx="557">
                  <c:v>39498</c:v>
                </c:pt>
                <c:pt idx="558">
                  <c:v>39499</c:v>
                </c:pt>
                <c:pt idx="559">
                  <c:v>39500</c:v>
                </c:pt>
                <c:pt idx="560">
                  <c:v>39503</c:v>
                </c:pt>
                <c:pt idx="561">
                  <c:v>39504</c:v>
                </c:pt>
                <c:pt idx="562">
                  <c:v>39505</c:v>
                </c:pt>
                <c:pt idx="563">
                  <c:v>39506</c:v>
                </c:pt>
                <c:pt idx="564">
                  <c:v>39507</c:v>
                </c:pt>
                <c:pt idx="565">
                  <c:v>39510</c:v>
                </c:pt>
                <c:pt idx="566">
                  <c:v>39511</c:v>
                </c:pt>
                <c:pt idx="567">
                  <c:v>39512</c:v>
                </c:pt>
                <c:pt idx="568">
                  <c:v>39513</c:v>
                </c:pt>
                <c:pt idx="569">
                  <c:v>39514</c:v>
                </c:pt>
                <c:pt idx="570">
                  <c:v>39517</c:v>
                </c:pt>
                <c:pt idx="571">
                  <c:v>39518</c:v>
                </c:pt>
                <c:pt idx="572">
                  <c:v>39519</c:v>
                </c:pt>
                <c:pt idx="573">
                  <c:v>39520</c:v>
                </c:pt>
                <c:pt idx="574">
                  <c:v>39521</c:v>
                </c:pt>
                <c:pt idx="575">
                  <c:v>39524</c:v>
                </c:pt>
                <c:pt idx="576">
                  <c:v>39525</c:v>
                </c:pt>
                <c:pt idx="577">
                  <c:v>39526</c:v>
                </c:pt>
                <c:pt idx="578">
                  <c:v>39527</c:v>
                </c:pt>
                <c:pt idx="579">
                  <c:v>39528</c:v>
                </c:pt>
                <c:pt idx="580">
                  <c:v>39531</c:v>
                </c:pt>
                <c:pt idx="581">
                  <c:v>39532</c:v>
                </c:pt>
                <c:pt idx="582">
                  <c:v>39533</c:v>
                </c:pt>
                <c:pt idx="583">
                  <c:v>39534</c:v>
                </c:pt>
                <c:pt idx="584">
                  <c:v>39535</c:v>
                </c:pt>
                <c:pt idx="585">
                  <c:v>39538</c:v>
                </c:pt>
                <c:pt idx="586">
                  <c:v>39539</c:v>
                </c:pt>
                <c:pt idx="587">
                  <c:v>39540</c:v>
                </c:pt>
                <c:pt idx="588">
                  <c:v>39541</c:v>
                </c:pt>
                <c:pt idx="589">
                  <c:v>39542</c:v>
                </c:pt>
                <c:pt idx="590">
                  <c:v>39545</c:v>
                </c:pt>
                <c:pt idx="591">
                  <c:v>39546</c:v>
                </c:pt>
                <c:pt idx="592">
                  <c:v>39547</c:v>
                </c:pt>
                <c:pt idx="593">
                  <c:v>39548</c:v>
                </c:pt>
                <c:pt idx="594">
                  <c:v>39549</c:v>
                </c:pt>
                <c:pt idx="595">
                  <c:v>39552</c:v>
                </c:pt>
                <c:pt idx="596">
                  <c:v>39553</c:v>
                </c:pt>
                <c:pt idx="597">
                  <c:v>39554</c:v>
                </c:pt>
                <c:pt idx="598">
                  <c:v>39555</c:v>
                </c:pt>
                <c:pt idx="599">
                  <c:v>39556</c:v>
                </c:pt>
                <c:pt idx="600">
                  <c:v>39559</c:v>
                </c:pt>
                <c:pt idx="601">
                  <c:v>39560</c:v>
                </c:pt>
                <c:pt idx="602">
                  <c:v>39561</c:v>
                </c:pt>
                <c:pt idx="603">
                  <c:v>39562</c:v>
                </c:pt>
                <c:pt idx="604">
                  <c:v>39563</c:v>
                </c:pt>
                <c:pt idx="605">
                  <c:v>39566</c:v>
                </c:pt>
                <c:pt idx="606">
                  <c:v>39567</c:v>
                </c:pt>
                <c:pt idx="607">
                  <c:v>39568</c:v>
                </c:pt>
                <c:pt idx="608">
                  <c:v>39569</c:v>
                </c:pt>
                <c:pt idx="609">
                  <c:v>39570</c:v>
                </c:pt>
                <c:pt idx="610">
                  <c:v>39573</c:v>
                </c:pt>
                <c:pt idx="611">
                  <c:v>39574</c:v>
                </c:pt>
                <c:pt idx="612">
                  <c:v>39575</c:v>
                </c:pt>
                <c:pt idx="613">
                  <c:v>39576</c:v>
                </c:pt>
                <c:pt idx="614">
                  <c:v>39577</c:v>
                </c:pt>
                <c:pt idx="615">
                  <c:v>39580</c:v>
                </c:pt>
                <c:pt idx="616">
                  <c:v>39581</c:v>
                </c:pt>
                <c:pt idx="617">
                  <c:v>39582</c:v>
                </c:pt>
                <c:pt idx="618">
                  <c:v>39583</c:v>
                </c:pt>
                <c:pt idx="619">
                  <c:v>39584</c:v>
                </c:pt>
                <c:pt idx="620">
                  <c:v>39587</c:v>
                </c:pt>
                <c:pt idx="621">
                  <c:v>39588</c:v>
                </c:pt>
                <c:pt idx="622">
                  <c:v>39589</c:v>
                </c:pt>
                <c:pt idx="623">
                  <c:v>39590</c:v>
                </c:pt>
                <c:pt idx="624">
                  <c:v>39591</c:v>
                </c:pt>
                <c:pt idx="625">
                  <c:v>39594</c:v>
                </c:pt>
                <c:pt idx="626">
                  <c:v>39595</c:v>
                </c:pt>
                <c:pt idx="627">
                  <c:v>39596</c:v>
                </c:pt>
                <c:pt idx="628">
                  <c:v>39597</c:v>
                </c:pt>
                <c:pt idx="629">
                  <c:v>39598</c:v>
                </c:pt>
                <c:pt idx="630">
                  <c:v>39601</c:v>
                </c:pt>
                <c:pt idx="631">
                  <c:v>39602</c:v>
                </c:pt>
                <c:pt idx="632">
                  <c:v>39603</c:v>
                </c:pt>
                <c:pt idx="633">
                  <c:v>39604</c:v>
                </c:pt>
                <c:pt idx="634">
                  <c:v>39605</c:v>
                </c:pt>
                <c:pt idx="635">
                  <c:v>39608</c:v>
                </c:pt>
                <c:pt idx="636">
                  <c:v>39609</c:v>
                </c:pt>
                <c:pt idx="637">
                  <c:v>39610</c:v>
                </c:pt>
                <c:pt idx="638">
                  <c:v>39611</c:v>
                </c:pt>
                <c:pt idx="639">
                  <c:v>39612</c:v>
                </c:pt>
                <c:pt idx="640">
                  <c:v>39615</c:v>
                </c:pt>
                <c:pt idx="641">
                  <c:v>39616</c:v>
                </c:pt>
                <c:pt idx="642">
                  <c:v>39617</c:v>
                </c:pt>
                <c:pt idx="643">
                  <c:v>39618</c:v>
                </c:pt>
                <c:pt idx="644">
                  <c:v>39619</c:v>
                </c:pt>
                <c:pt idx="645">
                  <c:v>39622</c:v>
                </c:pt>
                <c:pt idx="646">
                  <c:v>39623</c:v>
                </c:pt>
                <c:pt idx="647">
                  <c:v>39624</c:v>
                </c:pt>
                <c:pt idx="648">
                  <c:v>39625</c:v>
                </c:pt>
                <c:pt idx="649">
                  <c:v>39626</c:v>
                </c:pt>
                <c:pt idx="650">
                  <c:v>39629</c:v>
                </c:pt>
                <c:pt idx="651">
                  <c:v>39630</c:v>
                </c:pt>
                <c:pt idx="652">
                  <c:v>39631</c:v>
                </c:pt>
                <c:pt idx="653">
                  <c:v>39632</c:v>
                </c:pt>
                <c:pt idx="654">
                  <c:v>39633</c:v>
                </c:pt>
                <c:pt idx="655">
                  <c:v>39636</c:v>
                </c:pt>
                <c:pt idx="656">
                  <c:v>39637</c:v>
                </c:pt>
                <c:pt idx="657">
                  <c:v>39638</c:v>
                </c:pt>
                <c:pt idx="658">
                  <c:v>39639</c:v>
                </c:pt>
                <c:pt idx="659">
                  <c:v>39640</c:v>
                </c:pt>
                <c:pt idx="660">
                  <c:v>39643</c:v>
                </c:pt>
                <c:pt idx="661">
                  <c:v>39644</c:v>
                </c:pt>
                <c:pt idx="662">
                  <c:v>39645</c:v>
                </c:pt>
                <c:pt idx="663">
                  <c:v>39646</c:v>
                </c:pt>
                <c:pt idx="664">
                  <c:v>39647</c:v>
                </c:pt>
                <c:pt idx="665">
                  <c:v>39650</c:v>
                </c:pt>
                <c:pt idx="666">
                  <c:v>39651</c:v>
                </c:pt>
                <c:pt idx="667">
                  <c:v>39652</c:v>
                </c:pt>
                <c:pt idx="668">
                  <c:v>39653</c:v>
                </c:pt>
                <c:pt idx="669">
                  <c:v>39654</c:v>
                </c:pt>
                <c:pt idx="670">
                  <c:v>39657</c:v>
                </c:pt>
                <c:pt idx="671">
                  <c:v>39658</c:v>
                </c:pt>
                <c:pt idx="672">
                  <c:v>39659</c:v>
                </c:pt>
                <c:pt idx="673">
                  <c:v>39660</c:v>
                </c:pt>
                <c:pt idx="674">
                  <c:v>39661</c:v>
                </c:pt>
                <c:pt idx="675">
                  <c:v>39664</c:v>
                </c:pt>
                <c:pt idx="676">
                  <c:v>39665</c:v>
                </c:pt>
                <c:pt idx="677">
                  <c:v>39666</c:v>
                </c:pt>
                <c:pt idx="678">
                  <c:v>39667</c:v>
                </c:pt>
                <c:pt idx="679">
                  <c:v>39668</c:v>
                </c:pt>
                <c:pt idx="680">
                  <c:v>39671</c:v>
                </c:pt>
                <c:pt idx="681">
                  <c:v>39672</c:v>
                </c:pt>
                <c:pt idx="682">
                  <c:v>39673</c:v>
                </c:pt>
                <c:pt idx="683">
                  <c:v>39674</c:v>
                </c:pt>
                <c:pt idx="684">
                  <c:v>39675</c:v>
                </c:pt>
                <c:pt idx="685">
                  <c:v>39678</c:v>
                </c:pt>
                <c:pt idx="686">
                  <c:v>39679</c:v>
                </c:pt>
                <c:pt idx="687">
                  <c:v>39680</c:v>
                </c:pt>
                <c:pt idx="688">
                  <c:v>39681</c:v>
                </c:pt>
                <c:pt idx="689">
                  <c:v>39682</c:v>
                </c:pt>
                <c:pt idx="690">
                  <c:v>39685</c:v>
                </c:pt>
                <c:pt idx="691">
                  <c:v>39686</c:v>
                </c:pt>
                <c:pt idx="692">
                  <c:v>39687</c:v>
                </c:pt>
                <c:pt idx="693">
                  <c:v>39688</c:v>
                </c:pt>
                <c:pt idx="694">
                  <c:v>39689</c:v>
                </c:pt>
                <c:pt idx="695">
                  <c:v>39692</c:v>
                </c:pt>
                <c:pt idx="696">
                  <c:v>39693</c:v>
                </c:pt>
                <c:pt idx="697">
                  <c:v>39694</c:v>
                </c:pt>
                <c:pt idx="698">
                  <c:v>39695</c:v>
                </c:pt>
                <c:pt idx="699">
                  <c:v>39696</c:v>
                </c:pt>
                <c:pt idx="700">
                  <c:v>39699</c:v>
                </c:pt>
                <c:pt idx="701">
                  <c:v>39700</c:v>
                </c:pt>
                <c:pt idx="702">
                  <c:v>39701</c:v>
                </c:pt>
                <c:pt idx="703">
                  <c:v>39702</c:v>
                </c:pt>
                <c:pt idx="704">
                  <c:v>39703</c:v>
                </c:pt>
                <c:pt idx="705">
                  <c:v>39706</c:v>
                </c:pt>
                <c:pt idx="706">
                  <c:v>39707</c:v>
                </c:pt>
                <c:pt idx="707">
                  <c:v>39708</c:v>
                </c:pt>
                <c:pt idx="708">
                  <c:v>39709</c:v>
                </c:pt>
                <c:pt idx="709">
                  <c:v>39710</c:v>
                </c:pt>
                <c:pt idx="710">
                  <c:v>39713</c:v>
                </c:pt>
                <c:pt idx="711">
                  <c:v>39714</c:v>
                </c:pt>
                <c:pt idx="712">
                  <c:v>39715</c:v>
                </c:pt>
                <c:pt idx="713">
                  <c:v>39716</c:v>
                </c:pt>
                <c:pt idx="714">
                  <c:v>39717</c:v>
                </c:pt>
                <c:pt idx="715">
                  <c:v>39720</c:v>
                </c:pt>
                <c:pt idx="716">
                  <c:v>39721</c:v>
                </c:pt>
                <c:pt idx="717">
                  <c:v>39722</c:v>
                </c:pt>
                <c:pt idx="718">
                  <c:v>39723</c:v>
                </c:pt>
                <c:pt idx="719">
                  <c:v>39724</c:v>
                </c:pt>
                <c:pt idx="720">
                  <c:v>39727</c:v>
                </c:pt>
                <c:pt idx="721">
                  <c:v>39728</c:v>
                </c:pt>
                <c:pt idx="722">
                  <c:v>39729</c:v>
                </c:pt>
                <c:pt idx="723">
                  <c:v>39730</c:v>
                </c:pt>
                <c:pt idx="724">
                  <c:v>39731</c:v>
                </c:pt>
                <c:pt idx="725">
                  <c:v>39734</c:v>
                </c:pt>
                <c:pt idx="726">
                  <c:v>39735</c:v>
                </c:pt>
                <c:pt idx="727">
                  <c:v>39736</c:v>
                </c:pt>
                <c:pt idx="728">
                  <c:v>39737</c:v>
                </c:pt>
                <c:pt idx="729">
                  <c:v>39738</c:v>
                </c:pt>
                <c:pt idx="730">
                  <c:v>39741</c:v>
                </c:pt>
                <c:pt idx="731">
                  <c:v>39742</c:v>
                </c:pt>
                <c:pt idx="732">
                  <c:v>39743</c:v>
                </c:pt>
                <c:pt idx="733">
                  <c:v>39744</c:v>
                </c:pt>
                <c:pt idx="734">
                  <c:v>39745</c:v>
                </c:pt>
                <c:pt idx="735">
                  <c:v>39748</c:v>
                </c:pt>
                <c:pt idx="736">
                  <c:v>39749</c:v>
                </c:pt>
                <c:pt idx="737">
                  <c:v>39750</c:v>
                </c:pt>
                <c:pt idx="738">
                  <c:v>39751</c:v>
                </c:pt>
                <c:pt idx="739">
                  <c:v>39752</c:v>
                </c:pt>
                <c:pt idx="740">
                  <c:v>39755</c:v>
                </c:pt>
                <c:pt idx="741">
                  <c:v>39756</c:v>
                </c:pt>
                <c:pt idx="742">
                  <c:v>39757</c:v>
                </c:pt>
                <c:pt idx="743">
                  <c:v>39758</c:v>
                </c:pt>
                <c:pt idx="744">
                  <c:v>39759</c:v>
                </c:pt>
                <c:pt idx="745">
                  <c:v>39762</c:v>
                </c:pt>
                <c:pt idx="746">
                  <c:v>39763</c:v>
                </c:pt>
                <c:pt idx="747">
                  <c:v>39764</c:v>
                </c:pt>
                <c:pt idx="748">
                  <c:v>39765</c:v>
                </c:pt>
                <c:pt idx="749">
                  <c:v>39766</c:v>
                </c:pt>
                <c:pt idx="750">
                  <c:v>39769</c:v>
                </c:pt>
                <c:pt idx="751">
                  <c:v>39770</c:v>
                </c:pt>
                <c:pt idx="752">
                  <c:v>39771</c:v>
                </c:pt>
                <c:pt idx="753">
                  <c:v>39772</c:v>
                </c:pt>
                <c:pt idx="754">
                  <c:v>39773</c:v>
                </c:pt>
                <c:pt idx="755">
                  <c:v>39776</c:v>
                </c:pt>
                <c:pt idx="756">
                  <c:v>39777</c:v>
                </c:pt>
                <c:pt idx="757">
                  <c:v>39778</c:v>
                </c:pt>
                <c:pt idx="758">
                  <c:v>39779</c:v>
                </c:pt>
                <c:pt idx="759">
                  <c:v>39780</c:v>
                </c:pt>
                <c:pt idx="760">
                  <c:v>39783</c:v>
                </c:pt>
                <c:pt idx="761">
                  <c:v>39784</c:v>
                </c:pt>
                <c:pt idx="762">
                  <c:v>39785</c:v>
                </c:pt>
                <c:pt idx="763">
                  <c:v>39786</c:v>
                </c:pt>
                <c:pt idx="764">
                  <c:v>39787</c:v>
                </c:pt>
                <c:pt idx="765">
                  <c:v>39790</c:v>
                </c:pt>
                <c:pt idx="766">
                  <c:v>39791</c:v>
                </c:pt>
                <c:pt idx="767">
                  <c:v>39792</c:v>
                </c:pt>
                <c:pt idx="768">
                  <c:v>39793</c:v>
                </c:pt>
                <c:pt idx="769">
                  <c:v>39794</c:v>
                </c:pt>
                <c:pt idx="770">
                  <c:v>39797</c:v>
                </c:pt>
                <c:pt idx="771">
                  <c:v>39798</c:v>
                </c:pt>
                <c:pt idx="772">
                  <c:v>39799</c:v>
                </c:pt>
                <c:pt idx="773">
                  <c:v>39800</c:v>
                </c:pt>
                <c:pt idx="774">
                  <c:v>39801</c:v>
                </c:pt>
                <c:pt idx="775">
                  <c:v>39804</c:v>
                </c:pt>
                <c:pt idx="776">
                  <c:v>39805</c:v>
                </c:pt>
                <c:pt idx="777">
                  <c:v>39806</c:v>
                </c:pt>
                <c:pt idx="778">
                  <c:v>39807</c:v>
                </c:pt>
                <c:pt idx="779">
                  <c:v>39808</c:v>
                </c:pt>
                <c:pt idx="780">
                  <c:v>39811</c:v>
                </c:pt>
                <c:pt idx="781">
                  <c:v>39812</c:v>
                </c:pt>
                <c:pt idx="782">
                  <c:v>39813</c:v>
                </c:pt>
                <c:pt idx="783">
                  <c:v>39814</c:v>
                </c:pt>
                <c:pt idx="784">
                  <c:v>39815</c:v>
                </c:pt>
                <c:pt idx="785">
                  <c:v>39818</c:v>
                </c:pt>
                <c:pt idx="786">
                  <c:v>39819</c:v>
                </c:pt>
                <c:pt idx="787">
                  <c:v>39820</c:v>
                </c:pt>
                <c:pt idx="788">
                  <c:v>39821</c:v>
                </c:pt>
                <c:pt idx="789">
                  <c:v>39822</c:v>
                </c:pt>
                <c:pt idx="790">
                  <c:v>39825</c:v>
                </c:pt>
                <c:pt idx="791">
                  <c:v>39826</c:v>
                </c:pt>
                <c:pt idx="792">
                  <c:v>39827</c:v>
                </c:pt>
                <c:pt idx="793">
                  <c:v>39828</c:v>
                </c:pt>
                <c:pt idx="794">
                  <c:v>39829</c:v>
                </c:pt>
                <c:pt idx="795">
                  <c:v>39832</c:v>
                </c:pt>
                <c:pt idx="796">
                  <c:v>39833</c:v>
                </c:pt>
                <c:pt idx="797">
                  <c:v>39834</c:v>
                </c:pt>
                <c:pt idx="798">
                  <c:v>39835</c:v>
                </c:pt>
                <c:pt idx="799">
                  <c:v>39836</c:v>
                </c:pt>
                <c:pt idx="800">
                  <c:v>39839</c:v>
                </c:pt>
                <c:pt idx="801">
                  <c:v>39840</c:v>
                </c:pt>
                <c:pt idx="802">
                  <c:v>39841</c:v>
                </c:pt>
                <c:pt idx="803">
                  <c:v>39842</c:v>
                </c:pt>
                <c:pt idx="804">
                  <c:v>39843</c:v>
                </c:pt>
                <c:pt idx="805">
                  <c:v>39846</c:v>
                </c:pt>
                <c:pt idx="806">
                  <c:v>39847</c:v>
                </c:pt>
                <c:pt idx="807">
                  <c:v>39848</c:v>
                </c:pt>
                <c:pt idx="808">
                  <c:v>39849</c:v>
                </c:pt>
                <c:pt idx="809">
                  <c:v>39850</c:v>
                </c:pt>
                <c:pt idx="810">
                  <c:v>39853</c:v>
                </c:pt>
                <c:pt idx="811">
                  <c:v>39854</c:v>
                </c:pt>
                <c:pt idx="812">
                  <c:v>39855</c:v>
                </c:pt>
                <c:pt idx="813">
                  <c:v>39856</c:v>
                </c:pt>
                <c:pt idx="814">
                  <c:v>39857</c:v>
                </c:pt>
                <c:pt idx="815">
                  <c:v>39860</c:v>
                </c:pt>
                <c:pt idx="816">
                  <c:v>39861</c:v>
                </c:pt>
                <c:pt idx="817">
                  <c:v>39862</c:v>
                </c:pt>
                <c:pt idx="818">
                  <c:v>39863</c:v>
                </c:pt>
                <c:pt idx="819">
                  <c:v>39864</c:v>
                </c:pt>
                <c:pt idx="820">
                  <c:v>39867</c:v>
                </c:pt>
                <c:pt idx="821">
                  <c:v>39868</c:v>
                </c:pt>
                <c:pt idx="822">
                  <c:v>39869</c:v>
                </c:pt>
                <c:pt idx="823">
                  <c:v>39870</c:v>
                </c:pt>
                <c:pt idx="824">
                  <c:v>39871</c:v>
                </c:pt>
                <c:pt idx="825">
                  <c:v>39874</c:v>
                </c:pt>
                <c:pt idx="826">
                  <c:v>39875</c:v>
                </c:pt>
                <c:pt idx="827">
                  <c:v>39876</c:v>
                </c:pt>
                <c:pt idx="828">
                  <c:v>39877</c:v>
                </c:pt>
                <c:pt idx="829">
                  <c:v>39878</c:v>
                </c:pt>
                <c:pt idx="830">
                  <c:v>39881</c:v>
                </c:pt>
                <c:pt idx="831">
                  <c:v>39882</c:v>
                </c:pt>
                <c:pt idx="832">
                  <c:v>39883</c:v>
                </c:pt>
                <c:pt idx="833">
                  <c:v>39884</c:v>
                </c:pt>
                <c:pt idx="834">
                  <c:v>39885</c:v>
                </c:pt>
                <c:pt idx="835">
                  <c:v>39888</c:v>
                </c:pt>
                <c:pt idx="836">
                  <c:v>39889</c:v>
                </c:pt>
                <c:pt idx="837">
                  <c:v>39890</c:v>
                </c:pt>
                <c:pt idx="838">
                  <c:v>39891</c:v>
                </c:pt>
                <c:pt idx="839">
                  <c:v>39892</c:v>
                </c:pt>
                <c:pt idx="840">
                  <c:v>39895</c:v>
                </c:pt>
                <c:pt idx="841">
                  <c:v>39896</c:v>
                </c:pt>
                <c:pt idx="842">
                  <c:v>39897</c:v>
                </c:pt>
                <c:pt idx="843">
                  <c:v>39898</c:v>
                </c:pt>
                <c:pt idx="844">
                  <c:v>39899</c:v>
                </c:pt>
                <c:pt idx="845">
                  <c:v>39902</c:v>
                </c:pt>
                <c:pt idx="846">
                  <c:v>39903</c:v>
                </c:pt>
                <c:pt idx="847">
                  <c:v>39904</c:v>
                </c:pt>
                <c:pt idx="848">
                  <c:v>39905</c:v>
                </c:pt>
                <c:pt idx="849">
                  <c:v>39906</c:v>
                </c:pt>
                <c:pt idx="850">
                  <c:v>39909</c:v>
                </c:pt>
                <c:pt idx="851">
                  <c:v>39910</c:v>
                </c:pt>
                <c:pt idx="852">
                  <c:v>39911</c:v>
                </c:pt>
                <c:pt idx="853">
                  <c:v>39912</c:v>
                </c:pt>
                <c:pt idx="854">
                  <c:v>39913</c:v>
                </c:pt>
                <c:pt idx="855">
                  <c:v>39916</c:v>
                </c:pt>
                <c:pt idx="856">
                  <c:v>39917</c:v>
                </c:pt>
                <c:pt idx="857">
                  <c:v>39918</c:v>
                </c:pt>
                <c:pt idx="858">
                  <c:v>39919</c:v>
                </c:pt>
                <c:pt idx="859">
                  <c:v>39920</c:v>
                </c:pt>
                <c:pt idx="860">
                  <c:v>39923</c:v>
                </c:pt>
                <c:pt idx="861">
                  <c:v>39924</c:v>
                </c:pt>
                <c:pt idx="862">
                  <c:v>39925</c:v>
                </c:pt>
                <c:pt idx="863">
                  <c:v>39926</c:v>
                </c:pt>
                <c:pt idx="864">
                  <c:v>39927</c:v>
                </c:pt>
                <c:pt idx="865">
                  <c:v>39930</c:v>
                </c:pt>
                <c:pt idx="866">
                  <c:v>39931</c:v>
                </c:pt>
                <c:pt idx="867">
                  <c:v>39932</c:v>
                </c:pt>
                <c:pt idx="868">
                  <c:v>39933</c:v>
                </c:pt>
                <c:pt idx="869">
                  <c:v>39934</c:v>
                </c:pt>
                <c:pt idx="870">
                  <c:v>39937</c:v>
                </c:pt>
                <c:pt idx="871">
                  <c:v>39938</c:v>
                </c:pt>
                <c:pt idx="872">
                  <c:v>39939</c:v>
                </c:pt>
                <c:pt idx="873">
                  <c:v>39940</c:v>
                </c:pt>
                <c:pt idx="874">
                  <c:v>39941</c:v>
                </c:pt>
                <c:pt idx="875">
                  <c:v>39944</c:v>
                </c:pt>
                <c:pt idx="876">
                  <c:v>39945</c:v>
                </c:pt>
                <c:pt idx="877">
                  <c:v>39946</c:v>
                </c:pt>
                <c:pt idx="878">
                  <c:v>39947</c:v>
                </c:pt>
                <c:pt idx="879">
                  <c:v>39948</c:v>
                </c:pt>
                <c:pt idx="880">
                  <c:v>39951</c:v>
                </c:pt>
                <c:pt idx="881">
                  <c:v>39952</c:v>
                </c:pt>
                <c:pt idx="882">
                  <c:v>39953</c:v>
                </c:pt>
                <c:pt idx="883">
                  <c:v>39954</c:v>
                </c:pt>
                <c:pt idx="884">
                  <c:v>39955</c:v>
                </c:pt>
                <c:pt idx="885">
                  <c:v>39958</c:v>
                </c:pt>
                <c:pt idx="886">
                  <c:v>39959</c:v>
                </c:pt>
                <c:pt idx="887">
                  <c:v>39960</c:v>
                </c:pt>
                <c:pt idx="888">
                  <c:v>39961</c:v>
                </c:pt>
                <c:pt idx="889">
                  <c:v>39962</c:v>
                </c:pt>
                <c:pt idx="890">
                  <c:v>39965</c:v>
                </c:pt>
                <c:pt idx="891">
                  <c:v>39966</c:v>
                </c:pt>
                <c:pt idx="892">
                  <c:v>39967</c:v>
                </c:pt>
                <c:pt idx="893">
                  <c:v>39968</c:v>
                </c:pt>
                <c:pt idx="894">
                  <c:v>39969</c:v>
                </c:pt>
                <c:pt idx="895">
                  <c:v>39972</c:v>
                </c:pt>
                <c:pt idx="896">
                  <c:v>39973</c:v>
                </c:pt>
                <c:pt idx="897">
                  <c:v>39974</c:v>
                </c:pt>
                <c:pt idx="898">
                  <c:v>39975</c:v>
                </c:pt>
                <c:pt idx="899">
                  <c:v>39976</c:v>
                </c:pt>
                <c:pt idx="900">
                  <c:v>39979</c:v>
                </c:pt>
                <c:pt idx="901">
                  <c:v>39980</c:v>
                </c:pt>
                <c:pt idx="902">
                  <c:v>39981</c:v>
                </c:pt>
                <c:pt idx="903">
                  <c:v>39982</c:v>
                </c:pt>
                <c:pt idx="904">
                  <c:v>39983</c:v>
                </c:pt>
                <c:pt idx="905">
                  <c:v>39986</c:v>
                </c:pt>
                <c:pt idx="906">
                  <c:v>39987</c:v>
                </c:pt>
                <c:pt idx="907">
                  <c:v>39988</c:v>
                </c:pt>
                <c:pt idx="908">
                  <c:v>39989</c:v>
                </c:pt>
                <c:pt idx="909">
                  <c:v>39990</c:v>
                </c:pt>
                <c:pt idx="910">
                  <c:v>39993</c:v>
                </c:pt>
                <c:pt idx="911">
                  <c:v>39994</c:v>
                </c:pt>
                <c:pt idx="912">
                  <c:v>39995</c:v>
                </c:pt>
                <c:pt idx="913">
                  <c:v>39996</c:v>
                </c:pt>
                <c:pt idx="914">
                  <c:v>39997</c:v>
                </c:pt>
                <c:pt idx="915">
                  <c:v>40000</c:v>
                </c:pt>
                <c:pt idx="916">
                  <c:v>40001</c:v>
                </c:pt>
                <c:pt idx="917">
                  <c:v>40002</c:v>
                </c:pt>
                <c:pt idx="918">
                  <c:v>40003</c:v>
                </c:pt>
                <c:pt idx="919">
                  <c:v>40004</c:v>
                </c:pt>
                <c:pt idx="920">
                  <c:v>40007</c:v>
                </c:pt>
                <c:pt idx="921">
                  <c:v>40008</c:v>
                </c:pt>
                <c:pt idx="922">
                  <c:v>40009</c:v>
                </c:pt>
                <c:pt idx="923">
                  <c:v>40010</c:v>
                </c:pt>
                <c:pt idx="924">
                  <c:v>40011</c:v>
                </c:pt>
                <c:pt idx="925">
                  <c:v>40014</c:v>
                </c:pt>
                <c:pt idx="926">
                  <c:v>40015</c:v>
                </c:pt>
                <c:pt idx="927">
                  <c:v>40016</c:v>
                </c:pt>
                <c:pt idx="928">
                  <c:v>40017</c:v>
                </c:pt>
                <c:pt idx="929">
                  <c:v>40018</c:v>
                </c:pt>
                <c:pt idx="930">
                  <c:v>40021</c:v>
                </c:pt>
                <c:pt idx="931">
                  <c:v>40022</c:v>
                </c:pt>
                <c:pt idx="932">
                  <c:v>40023</c:v>
                </c:pt>
                <c:pt idx="933">
                  <c:v>40024</c:v>
                </c:pt>
                <c:pt idx="934">
                  <c:v>40025</c:v>
                </c:pt>
                <c:pt idx="935">
                  <c:v>40028</c:v>
                </c:pt>
                <c:pt idx="936">
                  <c:v>40029</c:v>
                </c:pt>
                <c:pt idx="937">
                  <c:v>40030</c:v>
                </c:pt>
                <c:pt idx="938">
                  <c:v>40031</c:v>
                </c:pt>
                <c:pt idx="939">
                  <c:v>40032</c:v>
                </c:pt>
                <c:pt idx="940">
                  <c:v>40035</c:v>
                </c:pt>
                <c:pt idx="941">
                  <c:v>40036</c:v>
                </c:pt>
                <c:pt idx="942">
                  <c:v>40037</c:v>
                </c:pt>
                <c:pt idx="943">
                  <c:v>40038</c:v>
                </c:pt>
                <c:pt idx="944">
                  <c:v>40039</c:v>
                </c:pt>
                <c:pt idx="945">
                  <c:v>40042</c:v>
                </c:pt>
                <c:pt idx="946">
                  <c:v>40043</c:v>
                </c:pt>
                <c:pt idx="947">
                  <c:v>40044</c:v>
                </c:pt>
                <c:pt idx="948">
                  <c:v>40045</c:v>
                </c:pt>
                <c:pt idx="949">
                  <c:v>40046</c:v>
                </c:pt>
                <c:pt idx="950">
                  <c:v>40049</c:v>
                </c:pt>
                <c:pt idx="951">
                  <c:v>40050</c:v>
                </c:pt>
                <c:pt idx="952">
                  <c:v>40051</c:v>
                </c:pt>
                <c:pt idx="953">
                  <c:v>40052</c:v>
                </c:pt>
                <c:pt idx="954">
                  <c:v>40053</c:v>
                </c:pt>
                <c:pt idx="955">
                  <c:v>40056</c:v>
                </c:pt>
                <c:pt idx="956">
                  <c:v>40057</c:v>
                </c:pt>
                <c:pt idx="957">
                  <c:v>40058</c:v>
                </c:pt>
                <c:pt idx="958">
                  <c:v>40059</c:v>
                </c:pt>
                <c:pt idx="959">
                  <c:v>40060</c:v>
                </c:pt>
                <c:pt idx="960">
                  <c:v>40063</c:v>
                </c:pt>
                <c:pt idx="961">
                  <c:v>40064</c:v>
                </c:pt>
                <c:pt idx="962">
                  <c:v>40065</c:v>
                </c:pt>
                <c:pt idx="963">
                  <c:v>40066</c:v>
                </c:pt>
                <c:pt idx="964">
                  <c:v>40067</c:v>
                </c:pt>
                <c:pt idx="965">
                  <c:v>40070</c:v>
                </c:pt>
                <c:pt idx="966">
                  <c:v>40071</c:v>
                </c:pt>
                <c:pt idx="967">
                  <c:v>40072</c:v>
                </c:pt>
                <c:pt idx="968">
                  <c:v>40073</c:v>
                </c:pt>
                <c:pt idx="969">
                  <c:v>40074</c:v>
                </c:pt>
                <c:pt idx="970">
                  <c:v>40077</c:v>
                </c:pt>
                <c:pt idx="971">
                  <c:v>40078</c:v>
                </c:pt>
                <c:pt idx="972">
                  <c:v>40079</c:v>
                </c:pt>
                <c:pt idx="973">
                  <c:v>40080</c:v>
                </c:pt>
                <c:pt idx="974">
                  <c:v>40081</c:v>
                </c:pt>
                <c:pt idx="975">
                  <c:v>40084</c:v>
                </c:pt>
                <c:pt idx="976">
                  <c:v>40085</c:v>
                </c:pt>
                <c:pt idx="977">
                  <c:v>40086</c:v>
                </c:pt>
                <c:pt idx="978">
                  <c:v>40087</c:v>
                </c:pt>
                <c:pt idx="979">
                  <c:v>40088</c:v>
                </c:pt>
                <c:pt idx="980">
                  <c:v>40091</c:v>
                </c:pt>
                <c:pt idx="981">
                  <c:v>40092</c:v>
                </c:pt>
                <c:pt idx="982">
                  <c:v>40093</c:v>
                </c:pt>
                <c:pt idx="983">
                  <c:v>40094</c:v>
                </c:pt>
                <c:pt idx="984">
                  <c:v>40095</c:v>
                </c:pt>
                <c:pt idx="985">
                  <c:v>40098</c:v>
                </c:pt>
                <c:pt idx="986">
                  <c:v>40099</c:v>
                </c:pt>
                <c:pt idx="987">
                  <c:v>40100</c:v>
                </c:pt>
                <c:pt idx="988">
                  <c:v>40101</c:v>
                </c:pt>
                <c:pt idx="989">
                  <c:v>40102</c:v>
                </c:pt>
                <c:pt idx="990">
                  <c:v>40105</c:v>
                </c:pt>
                <c:pt idx="991">
                  <c:v>40106</c:v>
                </c:pt>
                <c:pt idx="992">
                  <c:v>40107</c:v>
                </c:pt>
                <c:pt idx="993">
                  <c:v>40108</c:v>
                </c:pt>
                <c:pt idx="994">
                  <c:v>40109</c:v>
                </c:pt>
                <c:pt idx="995">
                  <c:v>40112</c:v>
                </c:pt>
                <c:pt idx="996">
                  <c:v>40113</c:v>
                </c:pt>
                <c:pt idx="997">
                  <c:v>40114</c:v>
                </c:pt>
                <c:pt idx="998">
                  <c:v>40115</c:v>
                </c:pt>
                <c:pt idx="999">
                  <c:v>40116</c:v>
                </c:pt>
                <c:pt idx="1000">
                  <c:v>40119</c:v>
                </c:pt>
                <c:pt idx="1001">
                  <c:v>40120</c:v>
                </c:pt>
                <c:pt idx="1002">
                  <c:v>40121</c:v>
                </c:pt>
                <c:pt idx="1003">
                  <c:v>40122</c:v>
                </c:pt>
                <c:pt idx="1004">
                  <c:v>40123</c:v>
                </c:pt>
                <c:pt idx="1005">
                  <c:v>40126</c:v>
                </c:pt>
                <c:pt idx="1006">
                  <c:v>40127</c:v>
                </c:pt>
                <c:pt idx="1007">
                  <c:v>40128</c:v>
                </c:pt>
                <c:pt idx="1008">
                  <c:v>40129</c:v>
                </c:pt>
                <c:pt idx="1009">
                  <c:v>40130</c:v>
                </c:pt>
                <c:pt idx="1010">
                  <c:v>40133</c:v>
                </c:pt>
                <c:pt idx="1011">
                  <c:v>40134</c:v>
                </c:pt>
                <c:pt idx="1012">
                  <c:v>40135</c:v>
                </c:pt>
                <c:pt idx="1013">
                  <c:v>40136</c:v>
                </c:pt>
                <c:pt idx="1014">
                  <c:v>40137</c:v>
                </c:pt>
                <c:pt idx="1015">
                  <c:v>40140</c:v>
                </c:pt>
                <c:pt idx="1016">
                  <c:v>40141</c:v>
                </c:pt>
                <c:pt idx="1017">
                  <c:v>40142</c:v>
                </c:pt>
                <c:pt idx="1018">
                  <c:v>40143</c:v>
                </c:pt>
                <c:pt idx="1019">
                  <c:v>40144</c:v>
                </c:pt>
                <c:pt idx="1020">
                  <c:v>40147</c:v>
                </c:pt>
                <c:pt idx="1021">
                  <c:v>40148</c:v>
                </c:pt>
                <c:pt idx="1022">
                  <c:v>40149</c:v>
                </c:pt>
                <c:pt idx="1023">
                  <c:v>40150</c:v>
                </c:pt>
                <c:pt idx="1024">
                  <c:v>40151</c:v>
                </c:pt>
                <c:pt idx="1025">
                  <c:v>40154</c:v>
                </c:pt>
                <c:pt idx="1026">
                  <c:v>40155</c:v>
                </c:pt>
                <c:pt idx="1027">
                  <c:v>40156</c:v>
                </c:pt>
                <c:pt idx="1028">
                  <c:v>40157</c:v>
                </c:pt>
                <c:pt idx="1029">
                  <c:v>40158</c:v>
                </c:pt>
                <c:pt idx="1030">
                  <c:v>40161</c:v>
                </c:pt>
                <c:pt idx="1031">
                  <c:v>40162</c:v>
                </c:pt>
                <c:pt idx="1032">
                  <c:v>40163</c:v>
                </c:pt>
                <c:pt idx="1033">
                  <c:v>40164</c:v>
                </c:pt>
                <c:pt idx="1034">
                  <c:v>40165</c:v>
                </c:pt>
                <c:pt idx="1035">
                  <c:v>40168</c:v>
                </c:pt>
                <c:pt idx="1036">
                  <c:v>40169</c:v>
                </c:pt>
                <c:pt idx="1037">
                  <c:v>40170</c:v>
                </c:pt>
                <c:pt idx="1038">
                  <c:v>40171</c:v>
                </c:pt>
                <c:pt idx="1039">
                  <c:v>40172</c:v>
                </c:pt>
                <c:pt idx="1040">
                  <c:v>40175</c:v>
                </c:pt>
                <c:pt idx="1041">
                  <c:v>40176</c:v>
                </c:pt>
                <c:pt idx="1042">
                  <c:v>40177</c:v>
                </c:pt>
                <c:pt idx="1043">
                  <c:v>40178</c:v>
                </c:pt>
                <c:pt idx="1044">
                  <c:v>40179</c:v>
                </c:pt>
                <c:pt idx="1045">
                  <c:v>40182</c:v>
                </c:pt>
                <c:pt idx="1046">
                  <c:v>40183</c:v>
                </c:pt>
                <c:pt idx="1047">
                  <c:v>40184</c:v>
                </c:pt>
                <c:pt idx="1048">
                  <c:v>40185</c:v>
                </c:pt>
                <c:pt idx="1049">
                  <c:v>40186</c:v>
                </c:pt>
                <c:pt idx="1050">
                  <c:v>40189</c:v>
                </c:pt>
                <c:pt idx="1051">
                  <c:v>40190</c:v>
                </c:pt>
                <c:pt idx="1052">
                  <c:v>40191</c:v>
                </c:pt>
                <c:pt idx="1053">
                  <c:v>40192</c:v>
                </c:pt>
                <c:pt idx="1054">
                  <c:v>40193</c:v>
                </c:pt>
                <c:pt idx="1055">
                  <c:v>40196</c:v>
                </c:pt>
                <c:pt idx="1056">
                  <c:v>40197</c:v>
                </c:pt>
                <c:pt idx="1057">
                  <c:v>40198</c:v>
                </c:pt>
                <c:pt idx="1058">
                  <c:v>40199</c:v>
                </c:pt>
                <c:pt idx="1059">
                  <c:v>40200</c:v>
                </c:pt>
                <c:pt idx="1060">
                  <c:v>40203</c:v>
                </c:pt>
                <c:pt idx="1061">
                  <c:v>40204</c:v>
                </c:pt>
                <c:pt idx="1062">
                  <c:v>40205</c:v>
                </c:pt>
                <c:pt idx="1063">
                  <c:v>40206</c:v>
                </c:pt>
                <c:pt idx="1064">
                  <c:v>40207</c:v>
                </c:pt>
                <c:pt idx="1065">
                  <c:v>40210</c:v>
                </c:pt>
                <c:pt idx="1066">
                  <c:v>40211</c:v>
                </c:pt>
                <c:pt idx="1067">
                  <c:v>40212</c:v>
                </c:pt>
                <c:pt idx="1068">
                  <c:v>40213</c:v>
                </c:pt>
                <c:pt idx="1069">
                  <c:v>40214</c:v>
                </c:pt>
                <c:pt idx="1070">
                  <c:v>40217</c:v>
                </c:pt>
                <c:pt idx="1071">
                  <c:v>40218</c:v>
                </c:pt>
                <c:pt idx="1072">
                  <c:v>40219</c:v>
                </c:pt>
                <c:pt idx="1073">
                  <c:v>40220</c:v>
                </c:pt>
                <c:pt idx="1074">
                  <c:v>40221</c:v>
                </c:pt>
                <c:pt idx="1075">
                  <c:v>40224</c:v>
                </c:pt>
                <c:pt idx="1076">
                  <c:v>40225</c:v>
                </c:pt>
                <c:pt idx="1077">
                  <c:v>40226</c:v>
                </c:pt>
                <c:pt idx="1078">
                  <c:v>40227</c:v>
                </c:pt>
                <c:pt idx="1079">
                  <c:v>40228</c:v>
                </c:pt>
                <c:pt idx="1080">
                  <c:v>40231</c:v>
                </c:pt>
                <c:pt idx="1081">
                  <c:v>40232</c:v>
                </c:pt>
                <c:pt idx="1082">
                  <c:v>40233</c:v>
                </c:pt>
                <c:pt idx="1083">
                  <c:v>40234</c:v>
                </c:pt>
                <c:pt idx="1084">
                  <c:v>40235</c:v>
                </c:pt>
                <c:pt idx="1085">
                  <c:v>40238</c:v>
                </c:pt>
                <c:pt idx="1086">
                  <c:v>40239</c:v>
                </c:pt>
                <c:pt idx="1087">
                  <c:v>40240</c:v>
                </c:pt>
                <c:pt idx="1088">
                  <c:v>40241</c:v>
                </c:pt>
                <c:pt idx="1089">
                  <c:v>40242</c:v>
                </c:pt>
                <c:pt idx="1090">
                  <c:v>40245</c:v>
                </c:pt>
                <c:pt idx="1091">
                  <c:v>40246</c:v>
                </c:pt>
                <c:pt idx="1092">
                  <c:v>40247</c:v>
                </c:pt>
                <c:pt idx="1093">
                  <c:v>40248</c:v>
                </c:pt>
                <c:pt idx="1094">
                  <c:v>40249</c:v>
                </c:pt>
                <c:pt idx="1095">
                  <c:v>40252</c:v>
                </c:pt>
                <c:pt idx="1096">
                  <c:v>40253</c:v>
                </c:pt>
                <c:pt idx="1097">
                  <c:v>40254</c:v>
                </c:pt>
                <c:pt idx="1098">
                  <c:v>40255</c:v>
                </c:pt>
                <c:pt idx="1099">
                  <c:v>40256</c:v>
                </c:pt>
                <c:pt idx="1100">
                  <c:v>40259</c:v>
                </c:pt>
                <c:pt idx="1101">
                  <c:v>40260</c:v>
                </c:pt>
                <c:pt idx="1102">
                  <c:v>40261</c:v>
                </c:pt>
                <c:pt idx="1103">
                  <c:v>40262</c:v>
                </c:pt>
                <c:pt idx="1104">
                  <c:v>40263</c:v>
                </c:pt>
                <c:pt idx="1105">
                  <c:v>40266</c:v>
                </c:pt>
                <c:pt idx="1106">
                  <c:v>40267</c:v>
                </c:pt>
                <c:pt idx="1107">
                  <c:v>40268</c:v>
                </c:pt>
                <c:pt idx="1108">
                  <c:v>40269</c:v>
                </c:pt>
                <c:pt idx="1109">
                  <c:v>40270</c:v>
                </c:pt>
                <c:pt idx="1110">
                  <c:v>40273</c:v>
                </c:pt>
                <c:pt idx="1111">
                  <c:v>40274</c:v>
                </c:pt>
                <c:pt idx="1112">
                  <c:v>40275</c:v>
                </c:pt>
                <c:pt idx="1113">
                  <c:v>40276</c:v>
                </c:pt>
                <c:pt idx="1114">
                  <c:v>40277</c:v>
                </c:pt>
                <c:pt idx="1115">
                  <c:v>40280</c:v>
                </c:pt>
                <c:pt idx="1116">
                  <c:v>40281</c:v>
                </c:pt>
                <c:pt idx="1117">
                  <c:v>40282</c:v>
                </c:pt>
                <c:pt idx="1118">
                  <c:v>40283</c:v>
                </c:pt>
                <c:pt idx="1119">
                  <c:v>40284</c:v>
                </c:pt>
                <c:pt idx="1120">
                  <c:v>40287</c:v>
                </c:pt>
                <c:pt idx="1121">
                  <c:v>40288</c:v>
                </c:pt>
                <c:pt idx="1122">
                  <c:v>40289</c:v>
                </c:pt>
                <c:pt idx="1123">
                  <c:v>40290</c:v>
                </c:pt>
                <c:pt idx="1124">
                  <c:v>40291</c:v>
                </c:pt>
                <c:pt idx="1125">
                  <c:v>40294</c:v>
                </c:pt>
                <c:pt idx="1126">
                  <c:v>40295</c:v>
                </c:pt>
                <c:pt idx="1127">
                  <c:v>40296</c:v>
                </c:pt>
                <c:pt idx="1128">
                  <c:v>40297</c:v>
                </c:pt>
                <c:pt idx="1129">
                  <c:v>40298</c:v>
                </c:pt>
                <c:pt idx="1130">
                  <c:v>40301</c:v>
                </c:pt>
                <c:pt idx="1131">
                  <c:v>40302</c:v>
                </c:pt>
                <c:pt idx="1132">
                  <c:v>40303</c:v>
                </c:pt>
                <c:pt idx="1133">
                  <c:v>40304</c:v>
                </c:pt>
                <c:pt idx="1134">
                  <c:v>40305</c:v>
                </c:pt>
                <c:pt idx="1135">
                  <c:v>40308</c:v>
                </c:pt>
                <c:pt idx="1136">
                  <c:v>40309</c:v>
                </c:pt>
                <c:pt idx="1137">
                  <c:v>40310</c:v>
                </c:pt>
                <c:pt idx="1138">
                  <c:v>40311</c:v>
                </c:pt>
                <c:pt idx="1139">
                  <c:v>40312</c:v>
                </c:pt>
                <c:pt idx="1140">
                  <c:v>40315</c:v>
                </c:pt>
                <c:pt idx="1141">
                  <c:v>40316</c:v>
                </c:pt>
                <c:pt idx="1142">
                  <c:v>40317</c:v>
                </c:pt>
                <c:pt idx="1143">
                  <c:v>40318</c:v>
                </c:pt>
                <c:pt idx="1144">
                  <c:v>40319</c:v>
                </c:pt>
                <c:pt idx="1145">
                  <c:v>40322</c:v>
                </c:pt>
                <c:pt idx="1146">
                  <c:v>40323</c:v>
                </c:pt>
                <c:pt idx="1147">
                  <c:v>40324</c:v>
                </c:pt>
                <c:pt idx="1148">
                  <c:v>40325</c:v>
                </c:pt>
                <c:pt idx="1149">
                  <c:v>40326</c:v>
                </c:pt>
                <c:pt idx="1150">
                  <c:v>40329</c:v>
                </c:pt>
                <c:pt idx="1151">
                  <c:v>40330</c:v>
                </c:pt>
                <c:pt idx="1152">
                  <c:v>40331</c:v>
                </c:pt>
                <c:pt idx="1153">
                  <c:v>40332</c:v>
                </c:pt>
                <c:pt idx="1154">
                  <c:v>40333</c:v>
                </c:pt>
                <c:pt idx="1155">
                  <c:v>40336</c:v>
                </c:pt>
                <c:pt idx="1156">
                  <c:v>40337</c:v>
                </c:pt>
                <c:pt idx="1157">
                  <c:v>40338</c:v>
                </c:pt>
                <c:pt idx="1158">
                  <c:v>40339</c:v>
                </c:pt>
                <c:pt idx="1159">
                  <c:v>40340</c:v>
                </c:pt>
                <c:pt idx="1160">
                  <c:v>40343</c:v>
                </c:pt>
                <c:pt idx="1161">
                  <c:v>40344</c:v>
                </c:pt>
                <c:pt idx="1162">
                  <c:v>40345</c:v>
                </c:pt>
                <c:pt idx="1163">
                  <c:v>40346</c:v>
                </c:pt>
                <c:pt idx="1164">
                  <c:v>40347</c:v>
                </c:pt>
                <c:pt idx="1165">
                  <c:v>40350</c:v>
                </c:pt>
                <c:pt idx="1166">
                  <c:v>40351</c:v>
                </c:pt>
                <c:pt idx="1167">
                  <c:v>40352</c:v>
                </c:pt>
                <c:pt idx="1168">
                  <c:v>40353</c:v>
                </c:pt>
                <c:pt idx="1169">
                  <c:v>40354</c:v>
                </c:pt>
                <c:pt idx="1170">
                  <c:v>40357</c:v>
                </c:pt>
                <c:pt idx="1171">
                  <c:v>40358</c:v>
                </c:pt>
                <c:pt idx="1172">
                  <c:v>40359</c:v>
                </c:pt>
                <c:pt idx="1173">
                  <c:v>40360</c:v>
                </c:pt>
                <c:pt idx="1174">
                  <c:v>40361</c:v>
                </c:pt>
                <c:pt idx="1175">
                  <c:v>40364</c:v>
                </c:pt>
                <c:pt idx="1176">
                  <c:v>40365</c:v>
                </c:pt>
                <c:pt idx="1177">
                  <c:v>40366</c:v>
                </c:pt>
                <c:pt idx="1178">
                  <c:v>40367</c:v>
                </c:pt>
                <c:pt idx="1179">
                  <c:v>40368</c:v>
                </c:pt>
                <c:pt idx="1180">
                  <c:v>40371</c:v>
                </c:pt>
                <c:pt idx="1181">
                  <c:v>40372</c:v>
                </c:pt>
                <c:pt idx="1182">
                  <c:v>40373</c:v>
                </c:pt>
                <c:pt idx="1183">
                  <c:v>40374</c:v>
                </c:pt>
                <c:pt idx="1184">
                  <c:v>40375</c:v>
                </c:pt>
                <c:pt idx="1185">
                  <c:v>40378</c:v>
                </c:pt>
                <c:pt idx="1186">
                  <c:v>40379</c:v>
                </c:pt>
                <c:pt idx="1187">
                  <c:v>40380</c:v>
                </c:pt>
                <c:pt idx="1188">
                  <c:v>40381</c:v>
                </c:pt>
                <c:pt idx="1189">
                  <c:v>40382</c:v>
                </c:pt>
                <c:pt idx="1190">
                  <c:v>40385</c:v>
                </c:pt>
                <c:pt idx="1191">
                  <c:v>40386</c:v>
                </c:pt>
                <c:pt idx="1192">
                  <c:v>40387</c:v>
                </c:pt>
                <c:pt idx="1193">
                  <c:v>40388</c:v>
                </c:pt>
                <c:pt idx="1194">
                  <c:v>40389</c:v>
                </c:pt>
                <c:pt idx="1195">
                  <c:v>40392</c:v>
                </c:pt>
                <c:pt idx="1196">
                  <c:v>40393</c:v>
                </c:pt>
                <c:pt idx="1197">
                  <c:v>40394</c:v>
                </c:pt>
                <c:pt idx="1198">
                  <c:v>40395</c:v>
                </c:pt>
                <c:pt idx="1199">
                  <c:v>40396</c:v>
                </c:pt>
                <c:pt idx="1200">
                  <c:v>40399</c:v>
                </c:pt>
                <c:pt idx="1201">
                  <c:v>40400</c:v>
                </c:pt>
                <c:pt idx="1202">
                  <c:v>40401</c:v>
                </c:pt>
                <c:pt idx="1203">
                  <c:v>40402</c:v>
                </c:pt>
                <c:pt idx="1204">
                  <c:v>40403</c:v>
                </c:pt>
                <c:pt idx="1205">
                  <c:v>40406</c:v>
                </c:pt>
                <c:pt idx="1206">
                  <c:v>40407</c:v>
                </c:pt>
                <c:pt idx="1207">
                  <c:v>40408</c:v>
                </c:pt>
                <c:pt idx="1208">
                  <c:v>40409</c:v>
                </c:pt>
                <c:pt idx="1209">
                  <c:v>40410</c:v>
                </c:pt>
                <c:pt idx="1210">
                  <c:v>40413</c:v>
                </c:pt>
                <c:pt idx="1211">
                  <c:v>40414</c:v>
                </c:pt>
                <c:pt idx="1212">
                  <c:v>40415</c:v>
                </c:pt>
                <c:pt idx="1213">
                  <c:v>40416</c:v>
                </c:pt>
                <c:pt idx="1214">
                  <c:v>40417</c:v>
                </c:pt>
                <c:pt idx="1215">
                  <c:v>40420</c:v>
                </c:pt>
                <c:pt idx="1216">
                  <c:v>40421</c:v>
                </c:pt>
                <c:pt idx="1217">
                  <c:v>40422</c:v>
                </c:pt>
                <c:pt idx="1218">
                  <c:v>40423</c:v>
                </c:pt>
                <c:pt idx="1219">
                  <c:v>40424</c:v>
                </c:pt>
                <c:pt idx="1220">
                  <c:v>40427</c:v>
                </c:pt>
                <c:pt idx="1221">
                  <c:v>40428</c:v>
                </c:pt>
                <c:pt idx="1222">
                  <c:v>40429</c:v>
                </c:pt>
                <c:pt idx="1223">
                  <c:v>40430</c:v>
                </c:pt>
                <c:pt idx="1224">
                  <c:v>40431</c:v>
                </c:pt>
                <c:pt idx="1225">
                  <c:v>40434</c:v>
                </c:pt>
                <c:pt idx="1226">
                  <c:v>40435</c:v>
                </c:pt>
                <c:pt idx="1227">
                  <c:v>40436</c:v>
                </c:pt>
                <c:pt idx="1228">
                  <c:v>40437</c:v>
                </c:pt>
                <c:pt idx="1229">
                  <c:v>40438</c:v>
                </c:pt>
                <c:pt idx="1230">
                  <c:v>40441</c:v>
                </c:pt>
                <c:pt idx="1231">
                  <c:v>40442</c:v>
                </c:pt>
                <c:pt idx="1232">
                  <c:v>40443</c:v>
                </c:pt>
                <c:pt idx="1233">
                  <c:v>40444</c:v>
                </c:pt>
                <c:pt idx="1234">
                  <c:v>40445</c:v>
                </c:pt>
                <c:pt idx="1235">
                  <c:v>40448</c:v>
                </c:pt>
                <c:pt idx="1236">
                  <c:v>40449</c:v>
                </c:pt>
                <c:pt idx="1237">
                  <c:v>40450</c:v>
                </c:pt>
                <c:pt idx="1238">
                  <c:v>40451</c:v>
                </c:pt>
                <c:pt idx="1239">
                  <c:v>40452</c:v>
                </c:pt>
                <c:pt idx="1240">
                  <c:v>40455</c:v>
                </c:pt>
                <c:pt idx="1241">
                  <c:v>40456</c:v>
                </c:pt>
                <c:pt idx="1242">
                  <c:v>40457</c:v>
                </c:pt>
                <c:pt idx="1243">
                  <c:v>40458</c:v>
                </c:pt>
                <c:pt idx="1244">
                  <c:v>40459</c:v>
                </c:pt>
                <c:pt idx="1245">
                  <c:v>40462</c:v>
                </c:pt>
                <c:pt idx="1246">
                  <c:v>40463</c:v>
                </c:pt>
                <c:pt idx="1247">
                  <c:v>40464</c:v>
                </c:pt>
                <c:pt idx="1248">
                  <c:v>40465</c:v>
                </c:pt>
                <c:pt idx="1249">
                  <c:v>40466</c:v>
                </c:pt>
                <c:pt idx="1250">
                  <c:v>40469</c:v>
                </c:pt>
                <c:pt idx="1251">
                  <c:v>40470</c:v>
                </c:pt>
                <c:pt idx="1252">
                  <c:v>40471</c:v>
                </c:pt>
                <c:pt idx="1253">
                  <c:v>40472</c:v>
                </c:pt>
                <c:pt idx="1254">
                  <c:v>40473</c:v>
                </c:pt>
                <c:pt idx="1255">
                  <c:v>40476</c:v>
                </c:pt>
                <c:pt idx="1256">
                  <c:v>40477</c:v>
                </c:pt>
                <c:pt idx="1257">
                  <c:v>40478</c:v>
                </c:pt>
                <c:pt idx="1258">
                  <c:v>40479</c:v>
                </c:pt>
                <c:pt idx="1259">
                  <c:v>40480</c:v>
                </c:pt>
                <c:pt idx="1260">
                  <c:v>40483</c:v>
                </c:pt>
                <c:pt idx="1261">
                  <c:v>40484</c:v>
                </c:pt>
                <c:pt idx="1262">
                  <c:v>40485</c:v>
                </c:pt>
                <c:pt idx="1263">
                  <c:v>40486</c:v>
                </c:pt>
                <c:pt idx="1264">
                  <c:v>40487</c:v>
                </c:pt>
                <c:pt idx="1265">
                  <c:v>40490</c:v>
                </c:pt>
                <c:pt idx="1266">
                  <c:v>40491</c:v>
                </c:pt>
                <c:pt idx="1267">
                  <c:v>40492</c:v>
                </c:pt>
                <c:pt idx="1268">
                  <c:v>40493</c:v>
                </c:pt>
                <c:pt idx="1269">
                  <c:v>40494</c:v>
                </c:pt>
                <c:pt idx="1270">
                  <c:v>40497</c:v>
                </c:pt>
                <c:pt idx="1271">
                  <c:v>40498</c:v>
                </c:pt>
                <c:pt idx="1272">
                  <c:v>40499</c:v>
                </c:pt>
                <c:pt idx="1273">
                  <c:v>40500</c:v>
                </c:pt>
                <c:pt idx="1274">
                  <c:v>40501</c:v>
                </c:pt>
                <c:pt idx="1275">
                  <c:v>40504</c:v>
                </c:pt>
                <c:pt idx="1276">
                  <c:v>40505</c:v>
                </c:pt>
                <c:pt idx="1277">
                  <c:v>40506</c:v>
                </c:pt>
                <c:pt idx="1278">
                  <c:v>40507</c:v>
                </c:pt>
                <c:pt idx="1279">
                  <c:v>40508</c:v>
                </c:pt>
                <c:pt idx="1280">
                  <c:v>40511</c:v>
                </c:pt>
                <c:pt idx="1281">
                  <c:v>40512</c:v>
                </c:pt>
                <c:pt idx="1282">
                  <c:v>40513</c:v>
                </c:pt>
                <c:pt idx="1283">
                  <c:v>40514</c:v>
                </c:pt>
                <c:pt idx="1284">
                  <c:v>40515</c:v>
                </c:pt>
                <c:pt idx="1285">
                  <c:v>40518</c:v>
                </c:pt>
                <c:pt idx="1286">
                  <c:v>40519</c:v>
                </c:pt>
                <c:pt idx="1287">
                  <c:v>40520</c:v>
                </c:pt>
                <c:pt idx="1288">
                  <c:v>40521</c:v>
                </c:pt>
                <c:pt idx="1289">
                  <c:v>40522</c:v>
                </c:pt>
                <c:pt idx="1290">
                  <c:v>40525</c:v>
                </c:pt>
                <c:pt idx="1291">
                  <c:v>40526</c:v>
                </c:pt>
                <c:pt idx="1292">
                  <c:v>40527</c:v>
                </c:pt>
                <c:pt idx="1293">
                  <c:v>40528</c:v>
                </c:pt>
                <c:pt idx="1294">
                  <c:v>40529</c:v>
                </c:pt>
                <c:pt idx="1295">
                  <c:v>40532</c:v>
                </c:pt>
                <c:pt idx="1296">
                  <c:v>40533</c:v>
                </c:pt>
                <c:pt idx="1297">
                  <c:v>40534</c:v>
                </c:pt>
                <c:pt idx="1298">
                  <c:v>40535</c:v>
                </c:pt>
                <c:pt idx="1299">
                  <c:v>40536</c:v>
                </c:pt>
                <c:pt idx="1300">
                  <c:v>40539</c:v>
                </c:pt>
                <c:pt idx="1301">
                  <c:v>40540</c:v>
                </c:pt>
                <c:pt idx="1302">
                  <c:v>40541</c:v>
                </c:pt>
                <c:pt idx="1303">
                  <c:v>40542</c:v>
                </c:pt>
                <c:pt idx="1304">
                  <c:v>40543</c:v>
                </c:pt>
                <c:pt idx="1305">
                  <c:v>40546</c:v>
                </c:pt>
                <c:pt idx="1306">
                  <c:v>40547</c:v>
                </c:pt>
                <c:pt idx="1307">
                  <c:v>40548</c:v>
                </c:pt>
                <c:pt idx="1308">
                  <c:v>40549</c:v>
                </c:pt>
                <c:pt idx="1309">
                  <c:v>40550</c:v>
                </c:pt>
                <c:pt idx="1310">
                  <c:v>40553</c:v>
                </c:pt>
                <c:pt idx="1311">
                  <c:v>40554</c:v>
                </c:pt>
                <c:pt idx="1312">
                  <c:v>40555</c:v>
                </c:pt>
                <c:pt idx="1313">
                  <c:v>40556</c:v>
                </c:pt>
                <c:pt idx="1314">
                  <c:v>40557</c:v>
                </c:pt>
                <c:pt idx="1315">
                  <c:v>40560</c:v>
                </c:pt>
                <c:pt idx="1316">
                  <c:v>40561</c:v>
                </c:pt>
                <c:pt idx="1317">
                  <c:v>40562</c:v>
                </c:pt>
                <c:pt idx="1318">
                  <c:v>40563</c:v>
                </c:pt>
                <c:pt idx="1319">
                  <c:v>40564</c:v>
                </c:pt>
                <c:pt idx="1320">
                  <c:v>40567</c:v>
                </c:pt>
                <c:pt idx="1321">
                  <c:v>40568</c:v>
                </c:pt>
                <c:pt idx="1322">
                  <c:v>40569</c:v>
                </c:pt>
                <c:pt idx="1323">
                  <c:v>40570</c:v>
                </c:pt>
                <c:pt idx="1324">
                  <c:v>40571</c:v>
                </c:pt>
                <c:pt idx="1325">
                  <c:v>40574</c:v>
                </c:pt>
                <c:pt idx="1326">
                  <c:v>40575</c:v>
                </c:pt>
                <c:pt idx="1327">
                  <c:v>40576</c:v>
                </c:pt>
                <c:pt idx="1328">
                  <c:v>40577</c:v>
                </c:pt>
                <c:pt idx="1329">
                  <c:v>40578</c:v>
                </c:pt>
                <c:pt idx="1330">
                  <c:v>40581</c:v>
                </c:pt>
                <c:pt idx="1331">
                  <c:v>40582</c:v>
                </c:pt>
                <c:pt idx="1332">
                  <c:v>40583</c:v>
                </c:pt>
                <c:pt idx="1333">
                  <c:v>40584</c:v>
                </c:pt>
                <c:pt idx="1334">
                  <c:v>40585</c:v>
                </c:pt>
                <c:pt idx="1335">
                  <c:v>40588</c:v>
                </c:pt>
                <c:pt idx="1336">
                  <c:v>40589</c:v>
                </c:pt>
                <c:pt idx="1337">
                  <c:v>40590</c:v>
                </c:pt>
                <c:pt idx="1338">
                  <c:v>40591</c:v>
                </c:pt>
                <c:pt idx="1339">
                  <c:v>40592</c:v>
                </c:pt>
                <c:pt idx="1340">
                  <c:v>40595</c:v>
                </c:pt>
                <c:pt idx="1341">
                  <c:v>40596</c:v>
                </c:pt>
                <c:pt idx="1342">
                  <c:v>40597</c:v>
                </c:pt>
                <c:pt idx="1343">
                  <c:v>40598</c:v>
                </c:pt>
                <c:pt idx="1344">
                  <c:v>40599</c:v>
                </c:pt>
                <c:pt idx="1345">
                  <c:v>40602</c:v>
                </c:pt>
                <c:pt idx="1346">
                  <c:v>40603</c:v>
                </c:pt>
                <c:pt idx="1347">
                  <c:v>40604</c:v>
                </c:pt>
                <c:pt idx="1348">
                  <c:v>40605</c:v>
                </c:pt>
                <c:pt idx="1349">
                  <c:v>40606</c:v>
                </c:pt>
                <c:pt idx="1350">
                  <c:v>40609</c:v>
                </c:pt>
                <c:pt idx="1351">
                  <c:v>40610</c:v>
                </c:pt>
                <c:pt idx="1352">
                  <c:v>40611</c:v>
                </c:pt>
                <c:pt idx="1353">
                  <c:v>40612</c:v>
                </c:pt>
                <c:pt idx="1354">
                  <c:v>40613</c:v>
                </c:pt>
                <c:pt idx="1355">
                  <c:v>40616</c:v>
                </c:pt>
                <c:pt idx="1356">
                  <c:v>40617</c:v>
                </c:pt>
                <c:pt idx="1357">
                  <c:v>40618</c:v>
                </c:pt>
                <c:pt idx="1358">
                  <c:v>40619</c:v>
                </c:pt>
                <c:pt idx="1359">
                  <c:v>40620</c:v>
                </c:pt>
                <c:pt idx="1360">
                  <c:v>40623</c:v>
                </c:pt>
                <c:pt idx="1361">
                  <c:v>40624</c:v>
                </c:pt>
                <c:pt idx="1362">
                  <c:v>40625</c:v>
                </c:pt>
                <c:pt idx="1363">
                  <c:v>40626</c:v>
                </c:pt>
                <c:pt idx="1364">
                  <c:v>40627</c:v>
                </c:pt>
                <c:pt idx="1365">
                  <c:v>40630</c:v>
                </c:pt>
                <c:pt idx="1366">
                  <c:v>40631</c:v>
                </c:pt>
                <c:pt idx="1367">
                  <c:v>40632</c:v>
                </c:pt>
                <c:pt idx="1368">
                  <c:v>40633</c:v>
                </c:pt>
                <c:pt idx="1369">
                  <c:v>40634</c:v>
                </c:pt>
                <c:pt idx="1370">
                  <c:v>40637</c:v>
                </c:pt>
                <c:pt idx="1371">
                  <c:v>40638</c:v>
                </c:pt>
                <c:pt idx="1372">
                  <c:v>40639</c:v>
                </c:pt>
                <c:pt idx="1373">
                  <c:v>40640</c:v>
                </c:pt>
                <c:pt idx="1374">
                  <c:v>40641</c:v>
                </c:pt>
                <c:pt idx="1375">
                  <c:v>40644</c:v>
                </c:pt>
                <c:pt idx="1376">
                  <c:v>40645</c:v>
                </c:pt>
                <c:pt idx="1377">
                  <c:v>40646</c:v>
                </c:pt>
                <c:pt idx="1378">
                  <c:v>40647</c:v>
                </c:pt>
                <c:pt idx="1379">
                  <c:v>40648</c:v>
                </c:pt>
                <c:pt idx="1380">
                  <c:v>40651</c:v>
                </c:pt>
                <c:pt idx="1381">
                  <c:v>40652</c:v>
                </c:pt>
                <c:pt idx="1382">
                  <c:v>40653</c:v>
                </c:pt>
                <c:pt idx="1383">
                  <c:v>40654</c:v>
                </c:pt>
                <c:pt idx="1384">
                  <c:v>40655</c:v>
                </c:pt>
                <c:pt idx="1385">
                  <c:v>40658</c:v>
                </c:pt>
                <c:pt idx="1386">
                  <c:v>40659</c:v>
                </c:pt>
                <c:pt idx="1387">
                  <c:v>40660</c:v>
                </c:pt>
                <c:pt idx="1388">
                  <c:v>40661</c:v>
                </c:pt>
                <c:pt idx="1389">
                  <c:v>40662</c:v>
                </c:pt>
                <c:pt idx="1390">
                  <c:v>40665</c:v>
                </c:pt>
                <c:pt idx="1391">
                  <c:v>40666</c:v>
                </c:pt>
                <c:pt idx="1392">
                  <c:v>40667</c:v>
                </c:pt>
                <c:pt idx="1393">
                  <c:v>40668</c:v>
                </c:pt>
                <c:pt idx="1394">
                  <c:v>40669</c:v>
                </c:pt>
                <c:pt idx="1395">
                  <c:v>40672</c:v>
                </c:pt>
                <c:pt idx="1396">
                  <c:v>40673</c:v>
                </c:pt>
                <c:pt idx="1397">
                  <c:v>40674</c:v>
                </c:pt>
                <c:pt idx="1398">
                  <c:v>40675</c:v>
                </c:pt>
                <c:pt idx="1399">
                  <c:v>40676</c:v>
                </c:pt>
                <c:pt idx="1400">
                  <c:v>40679</c:v>
                </c:pt>
                <c:pt idx="1401">
                  <c:v>40680</c:v>
                </c:pt>
                <c:pt idx="1402">
                  <c:v>40681</c:v>
                </c:pt>
                <c:pt idx="1403">
                  <c:v>40682</c:v>
                </c:pt>
                <c:pt idx="1404">
                  <c:v>40683</c:v>
                </c:pt>
                <c:pt idx="1405">
                  <c:v>40686</c:v>
                </c:pt>
                <c:pt idx="1406">
                  <c:v>40687</c:v>
                </c:pt>
                <c:pt idx="1407">
                  <c:v>40688</c:v>
                </c:pt>
                <c:pt idx="1408">
                  <c:v>40689</c:v>
                </c:pt>
                <c:pt idx="1409">
                  <c:v>40690</c:v>
                </c:pt>
                <c:pt idx="1410">
                  <c:v>40693</c:v>
                </c:pt>
                <c:pt idx="1411">
                  <c:v>40694</c:v>
                </c:pt>
                <c:pt idx="1412">
                  <c:v>40695</c:v>
                </c:pt>
                <c:pt idx="1413">
                  <c:v>40696</c:v>
                </c:pt>
                <c:pt idx="1414">
                  <c:v>40697</c:v>
                </c:pt>
                <c:pt idx="1415">
                  <c:v>40700</c:v>
                </c:pt>
                <c:pt idx="1416">
                  <c:v>40701</c:v>
                </c:pt>
                <c:pt idx="1417">
                  <c:v>40702</c:v>
                </c:pt>
                <c:pt idx="1418">
                  <c:v>40703</c:v>
                </c:pt>
                <c:pt idx="1419">
                  <c:v>40704</c:v>
                </c:pt>
                <c:pt idx="1420">
                  <c:v>40707</c:v>
                </c:pt>
                <c:pt idx="1421">
                  <c:v>40708</c:v>
                </c:pt>
                <c:pt idx="1422">
                  <c:v>40709</c:v>
                </c:pt>
                <c:pt idx="1423">
                  <c:v>40710</c:v>
                </c:pt>
                <c:pt idx="1424">
                  <c:v>40711</c:v>
                </c:pt>
                <c:pt idx="1425">
                  <c:v>40714</c:v>
                </c:pt>
                <c:pt idx="1426">
                  <c:v>40715</c:v>
                </c:pt>
                <c:pt idx="1427">
                  <c:v>40716</c:v>
                </c:pt>
                <c:pt idx="1428">
                  <c:v>40717</c:v>
                </c:pt>
                <c:pt idx="1429">
                  <c:v>40718</c:v>
                </c:pt>
                <c:pt idx="1430">
                  <c:v>40721</c:v>
                </c:pt>
                <c:pt idx="1431">
                  <c:v>40722</c:v>
                </c:pt>
                <c:pt idx="1432">
                  <c:v>40723</c:v>
                </c:pt>
                <c:pt idx="1433">
                  <c:v>40724</c:v>
                </c:pt>
                <c:pt idx="1434">
                  <c:v>40725</c:v>
                </c:pt>
                <c:pt idx="1435">
                  <c:v>40728</c:v>
                </c:pt>
                <c:pt idx="1436">
                  <c:v>40729</c:v>
                </c:pt>
                <c:pt idx="1437">
                  <c:v>40730</c:v>
                </c:pt>
                <c:pt idx="1438">
                  <c:v>40731</c:v>
                </c:pt>
                <c:pt idx="1439">
                  <c:v>40732</c:v>
                </c:pt>
                <c:pt idx="1440">
                  <c:v>40735</c:v>
                </c:pt>
                <c:pt idx="1441">
                  <c:v>40736</c:v>
                </c:pt>
                <c:pt idx="1442">
                  <c:v>40737</c:v>
                </c:pt>
                <c:pt idx="1443">
                  <c:v>40738</c:v>
                </c:pt>
                <c:pt idx="1444">
                  <c:v>40739</c:v>
                </c:pt>
                <c:pt idx="1445">
                  <c:v>40742</c:v>
                </c:pt>
                <c:pt idx="1446">
                  <c:v>40743</c:v>
                </c:pt>
                <c:pt idx="1447">
                  <c:v>40744</c:v>
                </c:pt>
                <c:pt idx="1448">
                  <c:v>40745</c:v>
                </c:pt>
                <c:pt idx="1449">
                  <c:v>40746</c:v>
                </c:pt>
                <c:pt idx="1450">
                  <c:v>40749</c:v>
                </c:pt>
                <c:pt idx="1451">
                  <c:v>40750</c:v>
                </c:pt>
                <c:pt idx="1452">
                  <c:v>40751</c:v>
                </c:pt>
                <c:pt idx="1453">
                  <c:v>40752</c:v>
                </c:pt>
                <c:pt idx="1454">
                  <c:v>40753</c:v>
                </c:pt>
                <c:pt idx="1455">
                  <c:v>40756</c:v>
                </c:pt>
                <c:pt idx="1456">
                  <c:v>40757</c:v>
                </c:pt>
                <c:pt idx="1457">
                  <c:v>40758</c:v>
                </c:pt>
                <c:pt idx="1458">
                  <c:v>40759</c:v>
                </c:pt>
                <c:pt idx="1459">
                  <c:v>40760</c:v>
                </c:pt>
                <c:pt idx="1460">
                  <c:v>40763</c:v>
                </c:pt>
                <c:pt idx="1461">
                  <c:v>40764</c:v>
                </c:pt>
                <c:pt idx="1462">
                  <c:v>40765</c:v>
                </c:pt>
                <c:pt idx="1463">
                  <c:v>40766</c:v>
                </c:pt>
                <c:pt idx="1464">
                  <c:v>40767</c:v>
                </c:pt>
                <c:pt idx="1465">
                  <c:v>40770</c:v>
                </c:pt>
                <c:pt idx="1466">
                  <c:v>40771</c:v>
                </c:pt>
                <c:pt idx="1467">
                  <c:v>40772</c:v>
                </c:pt>
                <c:pt idx="1468">
                  <c:v>40773</c:v>
                </c:pt>
                <c:pt idx="1469">
                  <c:v>40774</c:v>
                </c:pt>
                <c:pt idx="1470">
                  <c:v>40777</c:v>
                </c:pt>
                <c:pt idx="1471">
                  <c:v>40778</c:v>
                </c:pt>
                <c:pt idx="1472">
                  <c:v>40779</c:v>
                </c:pt>
                <c:pt idx="1473">
                  <c:v>40780</c:v>
                </c:pt>
                <c:pt idx="1474">
                  <c:v>40781</c:v>
                </c:pt>
                <c:pt idx="1475">
                  <c:v>40784</c:v>
                </c:pt>
                <c:pt idx="1476">
                  <c:v>40785</c:v>
                </c:pt>
                <c:pt idx="1477">
                  <c:v>40786</c:v>
                </c:pt>
                <c:pt idx="1478">
                  <c:v>40787</c:v>
                </c:pt>
                <c:pt idx="1479">
                  <c:v>40788</c:v>
                </c:pt>
                <c:pt idx="1480">
                  <c:v>40791</c:v>
                </c:pt>
                <c:pt idx="1481">
                  <c:v>40792</c:v>
                </c:pt>
                <c:pt idx="1482">
                  <c:v>40793</c:v>
                </c:pt>
                <c:pt idx="1483">
                  <c:v>40794</c:v>
                </c:pt>
                <c:pt idx="1484">
                  <c:v>40795</c:v>
                </c:pt>
                <c:pt idx="1485">
                  <c:v>40798</c:v>
                </c:pt>
                <c:pt idx="1486">
                  <c:v>40799</c:v>
                </c:pt>
                <c:pt idx="1487">
                  <c:v>40800</c:v>
                </c:pt>
                <c:pt idx="1488">
                  <c:v>40801</c:v>
                </c:pt>
                <c:pt idx="1489">
                  <c:v>40802</c:v>
                </c:pt>
                <c:pt idx="1490">
                  <c:v>40805</c:v>
                </c:pt>
                <c:pt idx="1491">
                  <c:v>40806</c:v>
                </c:pt>
                <c:pt idx="1492">
                  <c:v>40807</c:v>
                </c:pt>
                <c:pt idx="1493">
                  <c:v>40808</c:v>
                </c:pt>
                <c:pt idx="1494">
                  <c:v>40809</c:v>
                </c:pt>
                <c:pt idx="1495">
                  <c:v>40812</c:v>
                </c:pt>
                <c:pt idx="1496">
                  <c:v>40813</c:v>
                </c:pt>
                <c:pt idx="1497">
                  <c:v>40814</c:v>
                </c:pt>
                <c:pt idx="1498">
                  <c:v>40815</c:v>
                </c:pt>
                <c:pt idx="1499">
                  <c:v>40816</c:v>
                </c:pt>
                <c:pt idx="1500">
                  <c:v>40819</c:v>
                </c:pt>
                <c:pt idx="1501">
                  <c:v>40820</c:v>
                </c:pt>
                <c:pt idx="1502">
                  <c:v>40821</c:v>
                </c:pt>
                <c:pt idx="1503">
                  <c:v>40822</c:v>
                </c:pt>
                <c:pt idx="1504">
                  <c:v>40823</c:v>
                </c:pt>
                <c:pt idx="1505">
                  <c:v>40826</c:v>
                </c:pt>
                <c:pt idx="1506">
                  <c:v>40827</c:v>
                </c:pt>
                <c:pt idx="1507">
                  <c:v>40828</c:v>
                </c:pt>
                <c:pt idx="1508">
                  <c:v>40829</c:v>
                </c:pt>
                <c:pt idx="1509">
                  <c:v>40830</c:v>
                </c:pt>
                <c:pt idx="1510">
                  <c:v>40833</c:v>
                </c:pt>
                <c:pt idx="1511">
                  <c:v>40834</c:v>
                </c:pt>
                <c:pt idx="1512">
                  <c:v>40835</c:v>
                </c:pt>
                <c:pt idx="1513">
                  <c:v>40836</c:v>
                </c:pt>
                <c:pt idx="1514">
                  <c:v>40837</c:v>
                </c:pt>
                <c:pt idx="1515">
                  <c:v>40840</c:v>
                </c:pt>
                <c:pt idx="1516">
                  <c:v>40841</c:v>
                </c:pt>
                <c:pt idx="1517">
                  <c:v>40842</c:v>
                </c:pt>
                <c:pt idx="1518">
                  <c:v>40843</c:v>
                </c:pt>
                <c:pt idx="1519">
                  <c:v>40844</c:v>
                </c:pt>
                <c:pt idx="1520">
                  <c:v>40847</c:v>
                </c:pt>
                <c:pt idx="1521">
                  <c:v>40848</c:v>
                </c:pt>
                <c:pt idx="1522">
                  <c:v>40849</c:v>
                </c:pt>
                <c:pt idx="1523">
                  <c:v>40850</c:v>
                </c:pt>
                <c:pt idx="1524">
                  <c:v>40851</c:v>
                </c:pt>
                <c:pt idx="1525">
                  <c:v>40854</c:v>
                </c:pt>
                <c:pt idx="1526">
                  <c:v>40855</c:v>
                </c:pt>
                <c:pt idx="1527">
                  <c:v>40856</c:v>
                </c:pt>
                <c:pt idx="1528">
                  <c:v>40857</c:v>
                </c:pt>
                <c:pt idx="1529">
                  <c:v>40858</c:v>
                </c:pt>
                <c:pt idx="1530">
                  <c:v>40861</c:v>
                </c:pt>
                <c:pt idx="1531">
                  <c:v>40862</c:v>
                </c:pt>
                <c:pt idx="1532">
                  <c:v>40863</c:v>
                </c:pt>
                <c:pt idx="1533">
                  <c:v>40864</c:v>
                </c:pt>
                <c:pt idx="1534">
                  <c:v>40865</c:v>
                </c:pt>
                <c:pt idx="1535">
                  <c:v>40868</c:v>
                </c:pt>
                <c:pt idx="1536">
                  <c:v>40869</c:v>
                </c:pt>
                <c:pt idx="1537">
                  <c:v>40870</c:v>
                </c:pt>
                <c:pt idx="1538">
                  <c:v>40871</c:v>
                </c:pt>
                <c:pt idx="1539">
                  <c:v>40872</c:v>
                </c:pt>
                <c:pt idx="1540">
                  <c:v>40875</c:v>
                </c:pt>
                <c:pt idx="1541">
                  <c:v>40876</c:v>
                </c:pt>
                <c:pt idx="1542">
                  <c:v>40877</c:v>
                </c:pt>
                <c:pt idx="1543">
                  <c:v>40878</c:v>
                </c:pt>
                <c:pt idx="1544">
                  <c:v>40879</c:v>
                </c:pt>
                <c:pt idx="1545">
                  <c:v>40882</c:v>
                </c:pt>
                <c:pt idx="1546">
                  <c:v>40883</c:v>
                </c:pt>
                <c:pt idx="1547">
                  <c:v>40884</c:v>
                </c:pt>
                <c:pt idx="1548">
                  <c:v>40885</c:v>
                </c:pt>
                <c:pt idx="1549">
                  <c:v>40886</c:v>
                </c:pt>
                <c:pt idx="1550">
                  <c:v>40889</c:v>
                </c:pt>
                <c:pt idx="1551">
                  <c:v>40890</c:v>
                </c:pt>
                <c:pt idx="1552">
                  <c:v>40891</c:v>
                </c:pt>
                <c:pt idx="1553">
                  <c:v>40892</c:v>
                </c:pt>
                <c:pt idx="1554">
                  <c:v>40893</c:v>
                </c:pt>
                <c:pt idx="1555">
                  <c:v>40896</c:v>
                </c:pt>
                <c:pt idx="1556">
                  <c:v>40897</c:v>
                </c:pt>
                <c:pt idx="1557">
                  <c:v>40898</c:v>
                </c:pt>
                <c:pt idx="1558">
                  <c:v>40899</c:v>
                </c:pt>
                <c:pt idx="1559">
                  <c:v>40900</c:v>
                </c:pt>
                <c:pt idx="1560">
                  <c:v>40903</c:v>
                </c:pt>
                <c:pt idx="1561">
                  <c:v>40904</c:v>
                </c:pt>
                <c:pt idx="1562">
                  <c:v>40905</c:v>
                </c:pt>
                <c:pt idx="1563">
                  <c:v>40906</c:v>
                </c:pt>
                <c:pt idx="1564">
                  <c:v>40907</c:v>
                </c:pt>
                <c:pt idx="1565">
                  <c:v>40910</c:v>
                </c:pt>
                <c:pt idx="1566">
                  <c:v>40911</c:v>
                </c:pt>
                <c:pt idx="1567">
                  <c:v>40912</c:v>
                </c:pt>
                <c:pt idx="1568">
                  <c:v>40913</c:v>
                </c:pt>
                <c:pt idx="1569">
                  <c:v>40914</c:v>
                </c:pt>
                <c:pt idx="1570">
                  <c:v>40917</c:v>
                </c:pt>
                <c:pt idx="1571">
                  <c:v>40918</c:v>
                </c:pt>
                <c:pt idx="1572">
                  <c:v>40919</c:v>
                </c:pt>
                <c:pt idx="1573">
                  <c:v>40920</c:v>
                </c:pt>
                <c:pt idx="1574">
                  <c:v>40921</c:v>
                </c:pt>
                <c:pt idx="1575">
                  <c:v>40924</c:v>
                </c:pt>
                <c:pt idx="1576">
                  <c:v>40925</c:v>
                </c:pt>
                <c:pt idx="1577">
                  <c:v>40926</c:v>
                </c:pt>
                <c:pt idx="1578">
                  <c:v>40927</c:v>
                </c:pt>
                <c:pt idx="1579">
                  <c:v>40928</c:v>
                </c:pt>
                <c:pt idx="1580">
                  <c:v>40931</c:v>
                </c:pt>
                <c:pt idx="1581">
                  <c:v>40932</c:v>
                </c:pt>
                <c:pt idx="1582">
                  <c:v>40933</c:v>
                </c:pt>
                <c:pt idx="1583">
                  <c:v>40934</c:v>
                </c:pt>
                <c:pt idx="1584">
                  <c:v>40935</c:v>
                </c:pt>
                <c:pt idx="1585">
                  <c:v>40938</c:v>
                </c:pt>
                <c:pt idx="1586">
                  <c:v>40939</c:v>
                </c:pt>
                <c:pt idx="1587">
                  <c:v>40940</c:v>
                </c:pt>
                <c:pt idx="1588">
                  <c:v>40941</c:v>
                </c:pt>
                <c:pt idx="1589">
                  <c:v>40942</c:v>
                </c:pt>
                <c:pt idx="1590">
                  <c:v>40945</c:v>
                </c:pt>
                <c:pt idx="1591">
                  <c:v>40946</c:v>
                </c:pt>
                <c:pt idx="1592">
                  <c:v>40947</c:v>
                </c:pt>
                <c:pt idx="1593">
                  <c:v>40948</c:v>
                </c:pt>
                <c:pt idx="1594">
                  <c:v>40949</c:v>
                </c:pt>
                <c:pt idx="1595">
                  <c:v>40952</c:v>
                </c:pt>
                <c:pt idx="1596">
                  <c:v>40953</c:v>
                </c:pt>
                <c:pt idx="1597">
                  <c:v>40954</c:v>
                </c:pt>
                <c:pt idx="1598">
                  <c:v>40955</c:v>
                </c:pt>
                <c:pt idx="1599">
                  <c:v>40956</c:v>
                </c:pt>
                <c:pt idx="1600">
                  <c:v>40959</c:v>
                </c:pt>
                <c:pt idx="1601">
                  <c:v>40960</c:v>
                </c:pt>
                <c:pt idx="1602">
                  <c:v>40961</c:v>
                </c:pt>
                <c:pt idx="1603">
                  <c:v>40962</c:v>
                </c:pt>
                <c:pt idx="1604">
                  <c:v>40963</c:v>
                </c:pt>
                <c:pt idx="1605">
                  <c:v>40966</c:v>
                </c:pt>
                <c:pt idx="1606">
                  <c:v>40967</c:v>
                </c:pt>
                <c:pt idx="1607">
                  <c:v>40968</c:v>
                </c:pt>
                <c:pt idx="1608">
                  <c:v>40969</c:v>
                </c:pt>
                <c:pt idx="1609">
                  <c:v>40970</c:v>
                </c:pt>
                <c:pt idx="1610">
                  <c:v>40973</c:v>
                </c:pt>
                <c:pt idx="1611">
                  <c:v>40974</c:v>
                </c:pt>
                <c:pt idx="1612">
                  <c:v>40975</c:v>
                </c:pt>
                <c:pt idx="1613">
                  <c:v>40976</c:v>
                </c:pt>
                <c:pt idx="1614">
                  <c:v>40977</c:v>
                </c:pt>
                <c:pt idx="1615">
                  <c:v>40980</c:v>
                </c:pt>
                <c:pt idx="1616">
                  <c:v>40981</c:v>
                </c:pt>
                <c:pt idx="1617">
                  <c:v>40982</c:v>
                </c:pt>
                <c:pt idx="1618">
                  <c:v>40983</c:v>
                </c:pt>
                <c:pt idx="1619">
                  <c:v>40984</c:v>
                </c:pt>
                <c:pt idx="1620">
                  <c:v>40987</c:v>
                </c:pt>
                <c:pt idx="1621">
                  <c:v>40988</c:v>
                </c:pt>
                <c:pt idx="1622">
                  <c:v>40989</c:v>
                </c:pt>
                <c:pt idx="1623">
                  <c:v>40990</c:v>
                </c:pt>
                <c:pt idx="1624">
                  <c:v>40991</c:v>
                </c:pt>
                <c:pt idx="1625">
                  <c:v>40994</c:v>
                </c:pt>
                <c:pt idx="1626">
                  <c:v>40995</c:v>
                </c:pt>
                <c:pt idx="1627">
                  <c:v>40996</c:v>
                </c:pt>
                <c:pt idx="1628">
                  <c:v>40997</c:v>
                </c:pt>
                <c:pt idx="1629">
                  <c:v>40998</c:v>
                </c:pt>
                <c:pt idx="1630">
                  <c:v>41001</c:v>
                </c:pt>
                <c:pt idx="1631">
                  <c:v>41002</c:v>
                </c:pt>
                <c:pt idx="1632">
                  <c:v>41003</c:v>
                </c:pt>
                <c:pt idx="1633">
                  <c:v>41004</c:v>
                </c:pt>
                <c:pt idx="1634">
                  <c:v>41005</c:v>
                </c:pt>
                <c:pt idx="1635">
                  <c:v>41008</c:v>
                </c:pt>
                <c:pt idx="1636">
                  <c:v>41009</c:v>
                </c:pt>
                <c:pt idx="1637">
                  <c:v>41010</c:v>
                </c:pt>
                <c:pt idx="1638">
                  <c:v>41011</c:v>
                </c:pt>
                <c:pt idx="1639">
                  <c:v>41012</c:v>
                </c:pt>
                <c:pt idx="1640">
                  <c:v>41015</c:v>
                </c:pt>
                <c:pt idx="1641">
                  <c:v>41016</c:v>
                </c:pt>
                <c:pt idx="1642">
                  <c:v>41017</c:v>
                </c:pt>
                <c:pt idx="1643">
                  <c:v>41018</c:v>
                </c:pt>
                <c:pt idx="1644">
                  <c:v>41019</c:v>
                </c:pt>
                <c:pt idx="1645">
                  <c:v>41022</c:v>
                </c:pt>
                <c:pt idx="1646">
                  <c:v>41023</c:v>
                </c:pt>
                <c:pt idx="1647">
                  <c:v>41024</c:v>
                </c:pt>
                <c:pt idx="1648">
                  <c:v>41025</c:v>
                </c:pt>
                <c:pt idx="1649">
                  <c:v>41026</c:v>
                </c:pt>
                <c:pt idx="1650">
                  <c:v>41029</c:v>
                </c:pt>
                <c:pt idx="1651">
                  <c:v>41030</c:v>
                </c:pt>
                <c:pt idx="1652">
                  <c:v>41031</c:v>
                </c:pt>
                <c:pt idx="1653">
                  <c:v>41032</c:v>
                </c:pt>
                <c:pt idx="1654">
                  <c:v>41033</c:v>
                </c:pt>
                <c:pt idx="1655">
                  <c:v>41036</c:v>
                </c:pt>
                <c:pt idx="1656">
                  <c:v>41037</c:v>
                </c:pt>
                <c:pt idx="1657">
                  <c:v>41038</c:v>
                </c:pt>
                <c:pt idx="1658">
                  <c:v>41039</c:v>
                </c:pt>
                <c:pt idx="1659">
                  <c:v>41040</c:v>
                </c:pt>
                <c:pt idx="1660">
                  <c:v>41043</c:v>
                </c:pt>
                <c:pt idx="1661">
                  <c:v>41044</c:v>
                </c:pt>
                <c:pt idx="1662">
                  <c:v>41045</c:v>
                </c:pt>
                <c:pt idx="1663">
                  <c:v>41046</c:v>
                </c:pt>
                <c:pt idx="1664">
                  <c:v>41047</c:v>
                </c:pt>
                <c:pt idx="1665">
                  <c:v>41050</c:v>
                </c:pt>
                <c:pt idx="1666">
                  <c:v>41051</c:v>
                </c:pt>
                <c:pt idx="1667">
                  <c:v>41052</c:v>
                </c:pt>
                <c:pt idx="1668">
                  <c:v>41053</c:v>
                </c:pt>
                <c:pt idx="1669">
                  <c:v>41054</c:v>
                </c:pt>
                <c:pt idx="1670">
                  <c:v>41057</c:v>
                </c:pt>
                <c:pt idx="1671">
                  <c:v>41058</c:v>
                </c:pt>
                <c:pt idx="1672">
                  <c:v>41059</c:v>
                </c:pt>
                <c:pt idx="1673">
                  <c:v>41060</c:v>
                </c:pt>
                <c:pt idx="1674">
                  <c:v>41061</c:v>
                </c:pt>
                <c:pt idx="1675">
                  <c:v>41064</c:v>
                </c:pt>
                <c:pt idx="1676">
                  <c:v>41065</c:v>
                </c:pt>
                <c:pt idx="1677">
                  <c:v>41066</c:v>
                </c:pt>
                <c:pt idx="1678">
                  <c:v>41067</c:v>
                </c:pt>
                <c:pt idx="1679">
                  <c:v>41068</c:v>
                </c:pt>
                <c:pt idx="1680">
                  <c:v>41071</c:v>
                </c:pt>
                <c:pt idx="1681">
                  <c:v>41072</c:v>
                </c:pt>
                <c:pt idx="1682">
                  <c:v>41073</c:v>
                </c:pt>
                <c:pt idx="1683">
                  <c:v>41074</c:v>
                </c:pt>
                <c:pt idx="1684">
                  <c:v>41075</c:v>
                </c:pt>
                <c:pt idx="1685">
                  <c:v>41078</c:v>
                </c:pt>
                <c:pt idx="1686">
                  <c:v>41079</c:v>
                </c:pt>
                <c:pt idx="1687">
                  <c:v>41080</c:v>
                </c:pt>
                <c:pt idx="1688">
                  <c:v>41081</c:v>
                </c:pt>
                <c:pt idx="1689">
                  <c:v>41082</c:v>
                </c:pt>
                <c:pt idx="1690">
                  <c:v>41085</c:v>
                </c:pt>
                <c:pt idx="1691">
                  <c:v>41086</c:v>
                </c:pt>
                <c:pt idx="1692">
                  <c:v>41087</c:v>
                </c:pt>
                <c:pt idx="1693">
                  <c:v>41088</c:v>
                </c:pt>
                <c:pt idx="1694">
                  <c:v>41089</c:v>
                </c:pt>
                <c:pt idx="1695">
                  <c:v>41092</c:v>
                </c:pt>
                <c:pt idx="1696">
                  <c:v>41093</c:v>
                </c:pt>
                <c:pt idx="1697">
                  <c:v>41094</c:v>
                </c:pt>
                <c:pt idx="1698">
                  <c:v>41095</c:v>
                </c:pt>
                <c:pt idx="1699">
                  <c:v>41096</c:v>
                </c:pt>
                <c:pt idx="1700">
                  <c:v>41099</c:v>
                </c:pt>
                <c:pt idx="1701">
                  <c:v>41100</c:v>
                </c:pt>
                <c:pt idx="1702">
                  <c:v>41101</c:v>
                </c:pt>
                <c:pt idx="1703">
                  <c:v>41102</c:v>
                </c:pt>
                <c:pt idx="1704">
                  <c:v>41103</c:v>
                </c:pt>
                <c:pt idx="1705">
                  <c:v>41106</c:v>
                </c:pt>
                <c:pt idx="1706">
                  <c:v>41107</c:v>
                </c:pt>
                <c:pt idx="1707">
                  <c:v>41108</c:v>
                </c:pt>
                <c:pt idx="1708">
                  <c:v>41109</c:v>
                </c:pt>
                <c:pt idx="1709">
                  <c:v>41110</c:v>
                </c:pt>
                <c:pt idx="1710">
                  <c:v>41113</c:v>
                </c:pt>
                <c:pt idx="1711">
                  <c:v>41114</c:v>
                </c:pt>
                <c:pt idx="1712">
                  <c:v>41115</c:v>
                </c:pt>
                <c:pt idx="1713">
                  <c:v>41116</c:v>
                </c:pt>
                <c:pt idx="1714">
                  <c:v>41117</c:v>
                </c:pt>
                <c:pt idx="1715">
                  <c:v>41120</c:v>
                </c:pt>
                <c:pt idx="1716">
                  <c:v>41121</c:v>
                </c:pt>
                <c:pt idx="1717">
                  <c:v>41122</c:v>
                </c:pt>
                <c:pt idx="1718">
                  <c:v>41123</c:v>
                </c:pt>
                <c:pt idx="1719">
                  <c:v>41124</c:v>
                </c:pt>
                <c:pt idx="1720">
                  <c:v>41127</c:v>
                </c:pt>
                <c:pt idx="1721">
                  <c:v>41128</c:v>
                </c:pt>
                <c:pt idx="1722">
                  <c:v>41129</c:v>
                </c:pt>
                <c:pt idx="1723">
                  <c:v>41130</c:v>
                </c:pt>
                <c:pt idx="1724">
                  <c:v>41131</c:v>
                </c:pt>
                <c:pt idx="1725">
                  <c:v>41134</c:v>
                </c:pt>
                <c:pt idx="1726">
                  <c:v>41135</c:v>
                </c:pt>
                <c:pt idx="1727">
                  <c:v>41136</c:v>
                </c:pt>
                <c:pt idx="1728">
                  <c:v>41137</c:v>
                </c:pt>
                <c:pt idx="1729">
                  <c:v>41138</c:v>
                </c:pt>
                <c:pt idx="1730">
                  <c:v>41141</c:v>
                </c:pt>
                <c:pt idx="1731">
                  <c:v>41142</c:v>
                </c:pt>
                <c:pt idx="1732">
                  <c:v>41143</c:v>
                </c:pt>
                <c:pt idx="1733">
                  <c:v>41144</c:v>
                </c:pt>
                <c:pt idx="1734">
                  <c:v>41145</c:v>
                </c:pt>
                <c:pt idx="1735">
                  <c:v>41148</c:v>
                </c:pt>
                <c:pt idx="1736">
                  <c:v>41149</c:v>
                </c:pt>
                <c:pt idx="1737">
                  <c:v>41150</c:v>
                </c:pt>
                <c:pt idx="1738">
                  <c:v>41151</c:v>
                </c:pt>
                <c:pt idx="1739">
                  <c:v>41152</c:v>
                </c:pt>
                <c:pt idx="1740">
                  <c:v>41155</c:v>
                </c:pt>
                <c:pt idx="1741">
                  <c:v>41156</c:v>
                </c:pt>
                <c:pt idx="1742">
                  <c:v>41157</c:v>
                </c:pt>
                <c:pt idx="1743">
                  <c:v>41158</c:v>
                </c:pt>
                <c:pt idx="1744">
                  <c:v>41159</c:v>
                </c:pt>
                <c:pt idx="1745">
                  <c:v>41162</c:v>
                </c:pt>
                <c:pt idx="1746">
                  <c:v>41163</c:v>
                </c:pt>
                <c:pt idx="1747">
                  <c:v>41164</c:v>
                </c:pt>
                <c:pt idx="1748">
                  <c:v>41165</c:v>
                </c:pt>
                <c:pt idx="1749">
                  <c:v>41166</c:v>
                </c:pt>
                <c:pt idx="1750">
                  <c:v>41169</c:v>
                </c:pt>
                <c:pt idx="1751">
                  <c:v>41170</c:v>
                </c:pt>
                <c:pt idx="1752">
                  <c:v>41171</c:v>
                </c:pt>
                <c:pt idx="1753">
                  <c:v>41172</c:v>
                </c:pt>
                <c:pt idx="1754">
                  <c:v>41173</c:v>
                </c:pt>
                <c:pt idx="1755">
                  <c:v>41176</c:v>
                </c:pt>
                <c:pt idx="1756">
                  <c:v>41177</c:v>
                </c:pt>
                <c:pt idx="1757">
                  <c:v>41178</c:v>
                </c:pt>
                <c:pt idx="1758">
                  <c:v>41179</c:v>
                </c:pt>
                <c:pt idx="1759">
                  <c:v>41180</c:v>
                </c:pt>
                <c:pt idx="1760">
                  <c:v>41183</c:v>
                </c:pt>
                <c:pt idx="1761">
                  <c:v>41184</c:v>
                </c:pt>
                <c:pt idx="1762">
                  <c:v>41185</c:v>
                </c:pt>
                <c:pt idx="1763">
                  <c:v>41186</c:v>
                </c:pt>
                <c:pt idx="1764">
                  <c:v>41187</c:v>
                </c:pt>
                <c:pt idx="1765">
                  <c:v>41190</c:v>
                </c:pt>
                <c:pt idx="1766">
                  <c:v>41191</c:v>
                </c:pt>
                <c:pt idx="1767">
                  <c:v>41192</c:v>
                </c:pt>
                <c:pt idx="1768">
                  <c:v>41193</c:v>
                </c:pt>
                <c:pt idx="1769">
                  <c:v>41194</c:v>
                </c:pt>
                <c:pt idx="1770">
                  <c:v>41197</c:v>
                </c:pt>
                <c:pt idx="1771">
                  <c:v>41198</c:v>
                </c:pt>
                <c:pt idx="1772">
                  <c:v>41199</c:v>
                </c:pt>
                <c:pt idx="1773">
                  <c:v>41200</c:v>
                </c:pt>
                <c:pt idx="1774">
                  <c:v>41201</c:v>
                </c:pt>
                <c:pt idx="1775">
                  <c:v>41204</c:v>
                </c:pt>
                <c:pt idx="1776">
                  <c:v>41205</c:v>
                </c:pt>
                <c:pt idx="1777">
                  <c:v>41206</c:v>
                </c:pt>
                <c:pt idx="1778">
                  <c:v>41207</c:v>
                </c:pt>
                <c:pt idx="1779">
                  <c:v>41208</c:v>
                </c:pt>
                <c:pt idx="1780">
                  <c:v>41211</c:v>
                </c:pt>
                <c:pt idx="1781">
                  <c:v>41212</c:v>
                </c:pt>
                <c:pt idx="1782">
                  <c:v>41213</c:v>
                </c:pt>
                <c:pt idx="1783">
                  <c:v>41214</c:v>
                </c:pt>
                <c:pt idx="1784">
                  <c:v>41215</c:v>
                </c:pt>
                <c:pt idx="1785">
                  <c:v>41218</c:v>
                </c:pt>
                <c:pt idx="1786">
                  <c:v>41219</c:v>
                </c:pt>
                <c:pt idx="1787">
                  <c:v>41220</c:v>
                </c:pt>
                <c:pt idx="1788">
                  <c:v>41221</c:v>
                </c:pt>
                <c:pt idx="1789">
                  <c:v>41222</c:v>
                </c:pt>
                <c:pt idx="1790">
                  <c:v>41225</c:v>
                </c:pt>
                <c:pt idx="1791">
                  <c:v>41226</c:v>
                </c:pt>
                <c:pt idx="1792">
                  <c:v>41227</c:v>
                </c:pt>
                <c:pt idx="1793">
                  <c:v>41228</c:v>
                </c:pt>
                <c:pt idx="1794">
                  <c:v>41229</c:v>
                </c:pt>
                <c:pt idx="1795">
                  <c:v>41232</c:v>
                </c:pt>
                <c:pt idx="1796">
                  <c:v>41233</c:v>
                </c:pt>
                <c:pt idx="1797">
                  <c:v>41234</c:v>
                </c:pt>
                <c:pt idx="1798">
                  <c:v>41235</c:v>
                </c:pt>
                <c:pt idx="1799">
                  <c:v>41236</c:v>
                </c:pt>
                <c:pt idx="1800">
                  <c:v>41239</c:v>
                </c:pt>
                <c:pt idx="1801">
                  <c:v>41240</c:v>
                </c:pt>
                <c:pt idx="1802">
                  <c:v>41241</c:v>
                </c:pt>
                <c:pt idx="1803">
                  <c:v>41242</c:v>
                </c:pt>
                <c:pt idx="1804">
                  <c:v>41243</c:v>
                </c:pt>
                <c:pt idx="1805">
                  <c:v>41246</c:v>
                </c:pt>
                <c:pt idx="1806">
                  <c:v>41247</c:v>
                </c:pt>
                <c:pt idx="1807">
                  <c:v>41248</c:v>
                </c:pt>
                <c:pt idx="1808">
                  <c:v>41249</c:v>
                </c:pt>
                <c:pt idx="1809">
                  <c:v>41250</c:v>
                </c:pt>
                <c:pt idx="1810">
                  <c:v>41253</c:v>
                </c:pt>
                <c:pt idx="1811">
                  <c:v>41254</c:v>
                </c:pt>
                <c:pt idx="1812">
                  <c:v>41255</c:v>
                </c:pt>
                <c:pt idx="1813">
                  <c:v>41256</c:v>
                </c:pt>
                <c:pt idx="1814">
                  <c:v>41257</c:v>
                </c:pt>
                <c:pt idx="1815">
                  <c:v>41260</c:v>
                </c:pt>
                <c:pt idx="1816">
                  <c:v>41261</c:v>
                </c:pt>
                <c:pt idx="1817">
                  <c:v>41262</c:v>
                </c:pt>
                <c:pt idx="1818">
                  <c:v>41263</c:v>
                </c:pt>
                <c:pt idx="1819">
                  <c:v>41264</c:v>
                </c:pt>
                <c:pt idx="1820">
                  <c:v>41267</c:v>
                </c:pt>
                <c:pt idx="1821">
                  <c:v>41268</c:v>
                </c:pt>
                <c:pt idx="1822">
                  <c:v>41269</c:v>
                </c:pt>
                <c:pt idx="1823">
                  <c:v>41270</c:v>
                </c:pt>
                <c:pt idx="1824">
                  <c:v>41271</c:v>
                </c:pt>
                <c:pt idx="1825">
                  <c:v>41274</c:v>
                </c:pt>
                <c:pt idx="1826">
                  <c:v>41275</c:v>
                </c:pt>
                <c:pt idx="1827">
                  <c:v>41276</c:v>
                </c:pt>
                <c:pt idx="1828">
                  <c:v>41277</c:v>
                </c:pt>
                <c:pt idx="1829">
                  <c:v>41278</c:v>
                </c:pt>
                <c:pt idx="1830">
                  <c:v>41281</c:v>
                </c:pt>
                <c:pt idx="1831">
                  <c:v>41282</c:v>
                </c:pt>
                <c:pt idx="1832">
                  <c:v>41283</c:v>
                </c:pt>
                <c:pt idx="1833">
                  <c:v>41284</c:v>
                </c:pt>
                <c:pt idx="1834">
                  <c:v>41285</c:v>
                </c:pt>
                <c:pt idx="1835">
                  <c:v>41288</c:v>
                </c:pt>
                <c:pt idx="1836">
                  <c:v>41289</c:v>
                </c:pt>
                <c:pt idx="1837">
                  <c:v>41290</c:v>
                </c:pt>
                <c:pt idx="1838">
                  <c:v>41291</c:v>
                </c:pt>
                <c:pt idx="1839">
                  <c:v>41292</c:v>
                </c:pt>
                <c:pt idx="1840">
                  <c:v>41295</c:v>
                </c:pt>
                <c:pt idx="1841">
                  <c:v>41296</c:v>
                </c:pt>
                <c:pt idx="1842">
                  <c:v>41297</c:v>
                </c:pt>
                <c:pt idx="1843">
                  <c:v>41298</c:v>
                </c:pt>
                <c:pt idx="1844">
                  <c:v>41299</c:v>
                </c:pt>
                <c:pt idx="1845">
                  <c:v>41302</c:v>
                </c:pt>
                <c:pt idx="1846">
                  <c:v>41303</c:v>
                </c:pt>
                <c:pt idx="1847">
                  <c:v>41304</c:v>
                </c:pt>
                <c:pt idx="1848">
                  <c:v>41305</c:v>
                </c:pt>
                <c:pt idx="1849">
                  <c:v>41306</c:v>
                </c:pt>
                <c:pt idx="1850">
                  <c:v>41309</c:v>
                </c:pt>
                <c:pt idx="1851">
                  <c:v>41310</c:v>
                </c:pt>
                <c:pt idx="1852">
                  <c:v>41311</c:v>
                </c:pt>
                <c:pt idx="1853">
                  <c:v>41312</c:v>
                </c:pt>
                <c:pt idx="1854">
                  <c:v>41313</c:v>
                </c:pt>
                <c:pt idx="1855">
                  <c:v>41316</c:v>
                </c:pt>
                <c:pt idx="1856">
                  <c:v>41317</c:v>
                </c:pt>
                <c:pt idx="1857">
                  <c:v>41318</c:v>
                </c:pt>
                <c:pt idx="1858">
                  <c:v>41319</c:v>
                </c:pt>
                <c:pt idx="1859">
                  <c:v>41320</c:v>
                </c:pt>
                <c:pt idx="1860">
                  <c:v>41323</c:v>
                </c:pt>
                <c:pt idx="1861">
                  <c:v>41324</c:v>
                </c:pt>
                <c:pt idx="1862">
                  <c:v>41325</c:v>
                </c:pt>
                <c:pt idx="1863">
                  <c:v>41326</c:v>
                </c:pt>
                <c:pt idx="1864">
                  <c:v>41327</c:v>
                </c:pt>
                <c:pt idx="1865">
                  <c:v>41330</c:v>
                </c:pt>
                <c:pt idx="1866">
                  <c:v>41331</c:v>
                </c:pt>
                <c:pt idx="1867">
                  <c:v>41332</c:v>
                </c:pt>
                <c:pt idx="1868">
                  <c:v>41333</c:v>
                </c:pt>
                <c:pt idx="1869">
                  <c:v>41334</c:v>
                </c:pt>
                <c:pt idx="1870">
                  <c:v>41337</c:v>
                </c:pt>
                <c:pt idx="1871">
                  <c:v>41338</c:v>
                </c:pt>
                <c:pt idx="1872">
                  <c:v>41339</c:v>
                </c:pt>
                <c:pt idx="1873">
                  <c:v>41340</c:v>
                </c:pt>
                <c:pt idx="1874">
                  <c:v>41341</c:v>
                </c:pt>
                <c:pt idx="1875">
                  <c:v>41344</c:v>
                </c:pt>
                <c:pt idx="1876">
                  <c:v>41345</c:v>
                </c:pt>
                <c:pt idx="1877">
                  <c:v>41346</c:v>
                </c:pt>
                <c:pt idx="1878">
                  <c:v>41347</c:v>
                </c:pt>
                <c:pt idx="1879">
                  <c:v>41348</c:v>
                </c:pt>
                <c:pt idx="1880">
                  <c:v>41351</c:v>
                </c:pt>
                <c:pt idx="1881">
                  <c:v>41352</c:v>
                </c:pt>
                <c:pt idx="1882">
                  <c:v>41353</c:v>
                </c:pt>
                <c:pt idx="1883">
                  <c:v>41354</c:v>
                </c:pt>
                <c:pt idx="1884">
                  <c:v>41355</c:v>
                </c:pt>
                <c:pt idx="1885">
                  <c:v>41358</c:v>
                </c:pt>
                <c:pt idx="1886">
                  <c:v>41359</c:v>
                </c:pt>
                <c:pt idx="1887">
                  <c:v>41360</c:v>
                </c:pt>
                <c:pt idx="1888">
                  <c:v>41361</c:v>
                </c:pt>
                <c:pt idx="1889">
                  <c:v>41362</c:v>
                </c:pt>
                <c:pt idx="1890">
                  <c:v>41365</c:v>
                </c:pt>
                <c:pt idx="1891">
                  <c:v>41366</c:v>
                </c:pt>
                <c:pt idx="1892">
                  <c:v>41367</c:v>
                </c:pt>
                <c:pt idx="1893">
                  <c:v>41368</c:v>
                </c:pt>
                <c:pt idx="1894">
                  <c:v>41369</c:v>
                </c:pt>
                <c:pt idx="1895">
                  <c:v>41372</c:v>
                </c:pt>
                <c:pt idx="1896">
                  <c:v>41373</c:v>
                </c:pt>
                <c:pt idx="1897">
                  <c:v>41374</c:v>
                </c:pt>
                <c:pt idx="1898">
                  <c:v>41375</c:v>
                </c:pt>
                <c:pt idx="1899">
                  <c:v>41376</c:v>
                </c:pt>
                <c:pt idx="1900">
                  <c:v>41379</c:v>
                </c:pt>
                <c:pt idx="1901">
                  <c:v>41380</c:v>
                </c:pt>
                <c:pt idx="1902">
                  <c:v>41381</c:v>
                </c:pt>
                <c:pt idx="1903">
                  <c:v>41382</c:v>
                </c:pt>
                <c:pt idx="1904">
                  <c:v>41383</c:v>
                </c:pt>
                <c:pt idx="1905">
                  <c:v>41386</c:v>
                </c:pt>
                <c:pt idx="1906">
                  <c:v>41387</c:v>
                </c:pt>
                <c:pt idx="1907">
                  <c:v>41388</c:v>
                </c:pt>
                <c:pt idx="1908">
                  <c:v>41389</c:v>
                </c:pt>
                <c:pt idx="1909">
                  <c:v>41390</c:v>
                </c:pt>
                <c:pt idx="1910">
                  <c:v>41393</c:v>
                </c:pt>
                <c:pt idx="1911">
                  <c:v>41394</c:v>
                </c:pt>
                <c:pt idx="1912">
                  <c:v>41395</c:v>
                </c:pt>
                <c:pt idx="1913">
                  <c:v>41396</c:v>
                </c:pt>
                <c:pt idx="1914">
                  <c:v>41397</c:v>
                </c:pt>
                <c:pt idx="1915">
                  <c:v>41400</c:v>
                </c:pt>
                <c:pt idx="1916">
                  <c:v>41401</c:v>
                </c:pt>
                <c:pt idx="1917">
                  <c:v>41402</c:v>
                </c:pt>
                <c:pt idx="1918">
                  <c:v>41403</c:v>
                </c:pt>
                <c:pt idx="1919">
                  <c:v>41404</c:v>
                </c:pt>
                <c:pt idx="1920">
                  <c:v>41407</c:v>
                </c:pt>
                <c:pt idx="1921">
                  <c:v>41408</c:v>
                </c:pt>
                <c:pt idx="1922">
                  <c:v>41409</c:v>
                </c:pt>
                <c:pt idx="1923">
                  <c:v>41410</c:v>
                </c:pt>
                <c:pt idx="1924">
                  <c:v>41411</c:v>
                </c:pt>
                <c:pt idx="1925">
                  <c:v>41414</c:v>
                </c:pt>
                <c:pt idx="1926">
                  <c:v>41415</c:v>
                </c:pt>
                <c:pt idx="1927">
                  <c:v>41416</c:v>
                </c:pt>
                <c:pt idx="1928">
                  <c:v>41417</c:v>
                </c:pt>
                <c:pt idx="1929">
                  <c:v>41418</c:v>
                </c:pt>
                <c:pt idx="1930">
                  <c:v>41421</c:v>
                </c:pt>
                <c:pt idx="1931">
                  <c:v>41422</c:v>
                </c:pt>
                <c:pt idx="1932">
                  <c:v>41423</c:v>
                </c:pt>
                <c:pt idx="1933">
                  <c:v>41424</c:v>
                </c:pt>
                <c:pt idx="1934">
                  <c:v>41425</c:v>
                </c:pt>
                <c:pt idx="1935">
                  <c:v>41428</c:v>
                </c:pt>
                <c:pt idx="1936">
                  <c:v>41429</c:v>
                </c:pt>
                <c:pt idx="1937">
                  <c:v>41430</c:v>
                </c:pt>
                <c:pt idx="1938">
                  <c:v>41431</c:v>
                </c:pt>
                <c:pt idx="1939">
                  <c:v>41432</c:v>
                </c:pt>
                <c:pt idx="1940">
                  <c:v>41435</c:v>
                </c:pt>
                <c:pt idx="1941">
                  <c:v>41436</c:v>
                </c:pt>
                <c:pt idx="1942">
                  <c:v>41437</c:v>
                </c:pt>
                <c:pt idx="1943">
                  <c:v>41438</c:v>
                </c:pt>
                <c:pt idx="1944">
                  <c:v>41439</c:v>
                </c:pt>
                <c:pt idx="1945">
                  <c:v>41442</c:v>
                </c:pt>
                <c:pt idx="1946">
                  <c:v>41443</c:v>
                </c:pt>
                <c:pt idx="1947">
                  <c:v>41444</c:v>
                </c:pt>
                <c:pt idx="1948">
                  <c:v>41445</c:v>
                </c:pt>
                <c:pt idx="1949">
                  <c:v>41446</c:v>
                </c:pt>
                <c:pt idx="1950">
                  <c:v>41449</c:v>
                </c:pt>
                <c:pt idx="1951">
                  <c:v>41450</c:v>
                </c:pt>
                <c:pt idx="1952">
                  <c:v>41451</c:v>
                </c:pt>
                <c:pt idx="1953">
                  <c:v>41452</c:v>
                </c:pt>
                <c:pt idx="1954">
                  <c:v>41453</c:v>
                </c:pt>
                <c:pt idx="1955">
                  <c:v>41456</c:v>
                </c:pt>
                <c:pt idx="1956">
                  <c:v>41457</c:v>
                </c:pt>
                <c:pt idx="1957">
                  <c:v>41458</c:v>
                </c:pt>
                <c:pt idx="1958">
                  <c:v>41459</c:v>
                </c:pt>
                <c:pt idx="1959">
                  <c:v>41460</c:v>
                </c:pt>
                <c:pt idx="1960">
                  <c:v>41463</c:v>
                </c:pt>
                <c:pt idx="1961">
                  <c:v>41464</c:v>
                </c:pt>
                <c:pt idx="1962">
                  <c:v>41465</c:v>
                </c:pt>
                <c:pt idx="1963">
                  <c:v>41466</c:v>
                </c:pt>
                <c:pt idx="1964">
                  <c:v>41467</c:v>
                </c:pt>
                <c:pt idx="1965">
                  <c:v>41470</c:v>
                </c:pt>
                <c:pt idx="1966">
                  <c:v>41471</c:v>
                </c:pt>
                <c:pt idx="1967">
                  <c:v>41472</c:v>
                </c:pt>
                <c:pt idx="1968">
                  <c:v>41473</c:v>
                </c:pt>
                <c:pt idx="1969">
                  <c:v>41474</c:v>
                </c:pt>
                <c:pt idx="1970">
                  <c:v>41477</c:v>
                </c:pt>
                <c:pt idx="1971">
                  <c:v>41478</c:v>
                </c:pt>
                <c:pt idx="1972">
                  <c:v>41479</c:v>
                </c:pt>
                <c:pt idx="1973">
                  <c:v>41480</c:v>
                </c:pt>
                <c:pt idx="1974">
                  <c:v>41481</c:v>
                </c:pt>
                <c:pt idx="1975">
                  <c:v>41484</c:v>
                </c:pt>
                <c:pt idx="1976">
                  <c:v>41485</c:v>
                </c:pt>
                <c:pt idx="1977">
                  <c:v>41486</c:v>
                </c:pt>
                <c:pt idx="1978">
                  <c:v>41487</c:v>
                </c:pt>
                <c:pt idx="1979">
                  <c:v>41488</c:v>
                </c:pt>
                <c:pt idx="1980">
                  <c:v>41491</c:v>
                </c:pt>
                <c:pt idx="1981">
                  <c:v>41492</c:v>
                </c:pt>
                <c:pt idx="1982">
                  <c:v>41493</c:v>
                </c:pt>
                <c:pt idx="1983">
                  <c:v>41494</c:v>
                </c:pt>
                <c:pt idx="1984">
                  <c:v>41495</c:v>
                </c:pt>
                <c:pt idx="1985">
                  <c:v>41498</c:v>
                </c:pt>
                <c:pt idx="1986">
                  <c:v>41499</c:v>
                </c:pt>
                <c:pt idx="1987">
                  <c:v>41500</c:v>
                </c:pt>
                <c:pt idx="1988">
                  <c:v>41501</c:v>
                </c:pt>
                <c:pt idx="1989">
                  <c:v>41502</c:v>
                </c:pt>
                <c:pt idx="1990">
                  <c:v>41505</c:v>
                </c:pt>
                <c:pt idx="1991">
                  <c:v>41506</c:v>
                </c:pt>
                <c:pt idx="1992">
                  <c:v>41507</c:v>
                </c:pt>
                <c:pt idx="1993">
                  <c:v>41508</c:v>
                </c:pt>
                <c:pt idx="1994">
                  <c:v>41509</c:v>
                </c:pt>
                <c:pt idx="1995">
                  <c:v>41512</c:v>
                </c:pt>
                <c:pt idx="1996">
                  <c:v>41513</c:v>
                </c:pt>
                <c:pt idx="1997">
                  <c:v>41514</c:v>
                </c:pt>
                <c:pt idx="1998">
                  <c:v>41515</c:v>
                </c:pt>
                <c:pt idx="1999">
                  <c:v>41516</c:v>
                </c:pt>
                <c:pt idx="2000">
                  <c:v>41519</c:v>
                </c:pt>
                <c:pt idx="2001">
                  <c:v>41520</c:v>
                </c:pt>
                <c:pt idx="2002">
                  <c:v>41521</c:v>
                </c:pt>
                <c:pt idx="2003">
                  <c:v>41522</c:v>
                </c:pt>
                <c:pt idx="2004">
                  <c:v>41523</c:v>
                </c:pt>
                <c:pt idx="2005">
                  <c:v>41526</c:v>
                </c:pt>
                <c:pt idx="2006">
                  <c:v>41527</c:v>
                </c:pt>
                <c:pt idx="2007">
                  <c:v>41528</c:v>
                </c:pt>
                <c:pt idx="2008">
                  <c:v>41529</c:v>
                </c:pt>
                <c:pt idx="2009">
                  <c:v>41530</c:v>
                </c:pt>
                <c:pt idx="2010">
                  <c:v>41533</c:v>
                </c:pt>
                <c:pt idx="2011">
                  <c:v>41534</c:v>
                </c:pt>
                <c:pt idx="2012">
                  <c:v>41535</c:v>
                </c:pt>
                <c:pt idx="2013">
                  <c:v>41536</c:v>
                </c:pt>
                <c:pt idx="2014">
                  <c:v>41537</c:v>
                </c:pt>
                <c:pt idx="2015">
                  <c:v>41540</c:v>
                </c:pt>
                <c:pt idx="2016">
                  <c:v>41541</c:v>
                </c:pt>
                <c:pt idx="2017">
                  <c:v>41542</c:v>
                </c:pt>
                <c:pt idx="2018">
                  <c:v>41543</c:v>
                </c:pt>
                <c:pt idx="2019">
                  <c:v>41544</c:v>
                </c:pt>
                <c:pt idx="2020">
                  <c:v>41547</c:v>
                </c:pt>
                <c:pt idx="2021">
                  <c:v>41548</c:v>
                </c:pt>
                <c:pt idx="2022">
                  <c:v>41549</c:v>
                </c:pt>
                <c:pt idx="2023">
                  <c:v>41550</c:v>
                </c:pt>
                <c:pt idx="2024">
                  <c:v>41551</c:v>
                </c:pt>
                <c:pt idx="2025">
                  <c:v>41554</c:v>
                </c:pt>
                <c:pt idx="2026">
                  <c:v>41555</c:v>
                </c:pt>
                <c:pt idx="2027">
                  <c:v>41556</c:v>
                </c:pt>
                <c:pt idx="2028">
                  <c:v>41557</c:v>
                </c:pt>
                <c:pt idx="2029">
                  <c:v>41558</c:v>
                </c:pt>
                <c:pt idx="2030">
                  <c:v>41561</c:v>
                </c:pt>
                <c:pt idx="2031">
                  <c:v>41562</c:v>
                </c:pt>
                <c:pt idx="2032">
                  <c:v>41563</c:v>
                </c:pt>
                <c:pt idx="2033">
                  <c:v>41564</c:v>
                </c:pt>
                <c:pt idx="2034">
                  <c:v>41565</c:v>
                </c:pt>
                <c:pt idx="2035">
                  <c:v>41568</c:v>
                </c:pt>
                <c:pt idx="2036">
                  <c:v>41569</c:v>
                </c:pt>
                <c:pt idx="2037">
                  <c:v>41570</c:v>
                </c:pt>
                <c:pt idx="2038">
                  <c:v>41571</c:v>
                </c:pt>
                <c:pt idx="2039">
                  <c:v>41572</c:v>
                </c:pt>
                <c:pt idx="2040">
                  <c:v>41575</c:v>
                </c:pt>
                <c:pt idx="2041">
                  <c:v>41576</c:v>
                </c:pt>
                <c:pt idx="2042">
                  <c:v>41577</c:v>
                </c:pt>
                <c:pt idx="2043">
                  <c:v>41578</c:v>
                </c:pt>
                <c:pt idx="2044">
                  <c:v>41579</c:v>
                </c:pt>
                <c:pt idx="2045">
                  <c:v>41582</c:v>
                </c:pt>
                <c:pt idx="2046">
                  <c:v>41583</c:v>
                </c:pt>
                <c:pt idx="2047">
                  <c:v>41584</c:v>
                </c:pt>
                <c:pt idx="2048">
                  <c:v>41585</c:v>
                </c:pt>
                <c:pt idx="2049">
                  <c:v>41586</c:v>
                </c:pt>
                <c:pt idx="2050">
                  <c:v>41589</c:v>
                </c:pt>
                <c:pt idx="2051">
                  <c:v>41590</c:v>
                </c:pt>
                <c:pt idx="2052">
                  <c:v>41591</c:v>
                </c:pt>
                <c:pt idx="2053">
                  <c:v>41592</c:v>
                </c:pt>
                <c:pt idx="2054">
                  <c:v>41593</c:v>
                </c:pt>
                <c:pt idx="2055">
                  <c:v>41596</c:v>
                </c:pt>
                <c:pt idx="2056">
                  <c:v>41597</c:v>
                </c:pt>
                <c:pt idx="2057">
                  <c:v>41598</c:v>
                </c:pt>
                <c:pt idx="2058">
                  <c:v>41599</c:v>
                </c:pt>
                <c:pt idx="2059">
                  <c:v>41600</c:v>
                </c:pt>
                <c:pt idx="2060">
                  <c:v>41603</c:v>
                </c:pt>
                <c:pt idx="2061">
                  <c:v>41604</c:v>
                </c:pt>
                <c:pt idx="2062">
                  <c:v>41605</c:v>
                </c:pt>
                <c:pt idx="2063">
                  <c:v>41606</c:v>
                </c:pt>
                <c:pt idx="2064">
                  <c:v>41607</c:v>
                </c:pt>
                <c:pt idx="2065">
                  <c:v>41610</c:v>
                </c:pt>
                <c:pt idx="2066">
                  <c:v>41611</c:v>
                </c:pt>
                <c:pt idx="2067">
                  <c:v>41612</c:v>
                </c:pt>
                <c:pt idx="2068">
                  <c:v>41613</c:v>
                </c:pt>
                <c:pt idx="2069">
                  <c:v>41614</c:v>
                </c:pt>
                <c:pt idx="2070">
                  <c:v>41617</c:v>
                </c:pt>
                <c:pt idx="2071">
                  <c:v>41618</c:v>
                </c:pt>
                <c:pt idx="2072">
                  <c:v>41619</c:v>
                </c:pt>
                <c:pt idx="2073">
                  <c:v>41620</c:v>
                </c:pt>
                <c:pt idx="2074">
                  <c:v>41621</c:v>
                </c:pt>
                <c:pt idx="2075">
                  <c:v>41624</c:v>
                </c:pt>
                <c:pt idx="2076">
                  <c:v>41625</c:v>
                </c:pt>
                <c:pt idx="2077">
                  <c:v>41626</c:v>
                </c:pt>
                <c:pt idx="2078">
                  <c:v>41627</c:v>
                </c:pt>
                <c:pt idx="2079">
                  <c:v>41628</c:v>
                </c:pt>
                <c:pt idx="2080">
                  <c:v>41631</c:v>
                </c:pt>
                <c:pt idx="2081">
                  <c:v>41632</c:v>
                </c:pt>
                <c:pt idx="2082">
                  <c:v>41633</c:v>
                </c:pt>
                <c:pt idx="2083">
                  <c:v>41634</c:v>
                </c:pt>
                <c:pt idx="2084">
                  <c:v>41635</c:v>
                </c:pt>
                <c:pt idx="2085">
                  <c:v>41638</c:v>
                </c:pt>
                <c:pt idx="2086">
                  <c:v>41639</c:v>
                </c:pt>
                <c:pt idx="2087">
                  <c:v>41640</c:v>
                </c:pt>
                <c:pt idx="2088">
                  <c:v>41641</c:v>
                </c:pt>
                <c:pt idx="2089">
                  <c:v>41642</c:v>
                </c:pt>
                <c:pt idx="2090">
                  <c:v>41645</c:v>
                </c:pt>
                <c:pt idx="2091">
                  <c:v>41646</c:v>
                </c:pt>
                <c:pt idx="2092">
                  <c:v>41647</c:v>
                </c:pt>
                <c:pt idx="2093">
                  <c:v>41648</c:v>
                </c:pt>
                <c:pt idx="2094">
                  <c:v>41649</c:v>
                </c:pt>
                <c:pt idx="2095">
                  <c:v>41652</c:v>
                </c:pt>
                <c:pt idx="2096">
                  <c:v>41653</c:v>
                </c:pt>
                <c:pt idx="2097">
                  <c:v>41654</c:v>
                </c:pt>
                <c:pt idx="2098">
                  <c:v>41655</c:v>
                </c:pt>
                <c:pt idx="2099">
                  <c:v>41656</c:v>
                </c:pt>
                <c:pt idx="2100">
                  <c:v>41659</c:v>
                </c:pt>
                <c:pt idx="2101">
                  <c:v>41660</c:v>
                </c:pt>
                <c:pt idx="2102">
                  <c:v>41661</c:v>
                </c:pt>
                <c:pt idx="2103">
                  <c:v>41662</c:v>
                </c:pt>
                <c:pt idx="2104">
                  <c:v>41663</c:v>
                </c:pt>
                <c:pt idx="2105">
                  <c:v>41666</c:v>
                </c:pt>
                <c:pt idx="2106">
                  <c:v>41667</c:v>
                </c:pt>
                <c:pt idx="2107">
                  <c:v>41668</c:v>
                </c:pt>
                <c:pt idx="2108">
                  <c:v>41669</c:v>
                </c:pt>
                <c:pt idx="2109">
                  <c:v>41670</c:v>
                </c:pt>
                <c:pt idx="2110">
                  <c:v>41673</c:v>
                </c:pt>
                <c:pt idx="2111">
                  <c:v>41674</c:v>
                </c:pt>
                <c:pt idx="2112">
                  <c:v>41675</c:v>
                </c:pt>
                <c:pt idx="2113">
                  <c:v>41676</c:v>
                </c:pt>
                <c:pt idx="2114">
                  <c:v>41677</c:v>
                </c:pt>
                <c:pt idx="2115">
                  <c:v>41680</c:v>
                </c:pt>
                <c:pt idx="2116">
                  <c:v>41681</c:v>
                </c:pt>
                <c:pt idx="2117">
                  <c:v>41682</c:v>
                </c:pt>
                <c:pt idx="2118">
                  <c:v>41683</c:v>
                </c:pt>
                <c:pt idx="2119">
                  <c:v>41684</c:v>
                </c:pt>
                <c:pt idx="2120">
                  <c:v>41687</c:v>
                </c:pt>
                <c:pt idx="2121">
                  <c:v>41688</c:v>
                </c:pt>
                <c:pt idx="2122">
                  <c:v>41689</c:v>
                </c:pt>
                <c:pt idx="2123">
                  <c:v>41690</c:v>
                </c:pt>
                <c:pt idx="2124">
                  <c:v>41691</c:v>
                </c:pt>
                <c:pt idx="2125">
                  <c:v>41694</c:v>
                </c:pt>
                <c:pt idx="2126">
                  <c:v>41695</c:v>
                </c:pt>
                <c:pt idx="2127">
                  <c:v>41696</c:v>
                </c:pt>
                <c:pt idx="2128">
                  <c:v>41697</c:v>
                </c:pt>
                <c:pt idx="2129">
                  <c:v>41698</c:v>
                </c:pt>
                <c:pt idx="2130">
                  <c:v>41701</c:v>
                </c:pt>
                <c:pt idx="2131">
                  <c:v>41702</c:v>
                </c:pt>
                <c:pt idx="2132">
                  <c:v>41703</c:v>
                </c:pt>
                <c:pt idx="2133">
                  <c:v>41704</c:v>
                </c:pt>
                <c:pt idx="2134">
                  <c:v>41705</c:v>
                </c:pt>
                <c:pt idx="2135">
                  <c:v>41708</c:v>
                </c:pt>
                <c:pt idx="2136">
                  <c:v>41709</c:v>
                </c:pt>
                <c:pt idx="2137">
                  <c:v>41710</c:v>
                </c:pt>
                <c:pt idx="2138">
                  <c:v>41711</c:v>
                </c:pt>
                <c:pt idx="2139">
                  <c:v>41712</c:v>
                </c:pt>
                <c:pt idx="2140">
                  <c:v>41715</c:v>
                </c:pt>
                <c:pt idx="2141">
                  <c:v>41716</c:v>
                </c:pt>
                <c:pt idx="2142">
                  <c:v>41717</c:v>
                </c:pt>
                <c:pt idx="2143">
                  <c:v>41718</c:v>
                </c:pt>
                <c:pt idx="2144">
                  <c:v>41719</c:v>
                </c:pt>
                <c:pt idx="2145">
                  <c:v>41722</c:v>
                </c:pt>
                <c:pt idx="2146">
                  <c:v>41723</c:v>
                </c:pt>
                <c:pt idx="2147">
                  <c:v>41724</c:v>
                </c:pt>
                <c:pt idx="2148">
                  <c:v>41725</c:v>
                </c:pt>
                <c:pt idx="2149">
                  <c:v>41726</c:v>
                </c:pt>
                <c:pt idx="2150">
                  <c:v>41729</c:v>
                </c:pt>
                <c:pt idx="2151">
                  <c:v>41730</c:v>
                </c:pt>
                <c:pt idx="2152">
                  <c:v>41731</c:v>
                </c:pt>
                <c:pt idx="2153">
                  <c:v>41732</c:v>
                </c:pt>
                <c:pt idx="2154">
                  <c:v>41733</c:v>
                </c:pt>
                <c:pt idx="2155">
                  <c:v>41736</c:v>
                </c:pt>
                <c:pt idx="2156">
                  <c:v>41737</c:v>
                </c:pt>
                <c:pt idx="2157">
                  <c:v>41738</c:v>
                </c:pt>
                <c:pt idx="2158">
                  <c:v>41739</c:v>
                </c:pt>
                <c:pt idx="2159">
                  <c:v>41740</c:v>
                </c:pt>
                <c:pt idx="2160">
                  <c:v>41743</c:v>
                </c:pt>
                <c:pt idx="2161">
                  <c:v>41744</c:v>
                </c:pt>
                <c:pt idx="2162">
                  <c:v>41745</c:v>
                </c:pt>
                <c:pt idx="2163">
                  <c:v>41746</c:v>
                </c:pt>
                <c:pt idx="2164">
                  <c:v>41747</c:v>
                </c:pt>
                <c:pt idx="2165">
                  <c:v>41750</c:v>
                </c:pt>
                <c:pt idx="2166">
                  <c:v>41751</c:v>
                </c:pt>
                <c:pt idx="2167">
                  <c:v>41752</c:v>
                </c:pt>
                <c:pt idx="2168">
                  <c:v>41753</c:v>
                </c:pt>
                <c:pt idx="2169">
                  <c:v>41754</c:v>
                </c:pt>
                <c:pt idx="2170">
                  <c:v>41757</c:v>
                </c:pt>
                <c:pt idx="2171">
                  <c:v>41758</c:v>
                </c:pt>
                <c:pt idx="2172">
                  <c:v>41759</c:v>
                </c:pt>
                <c:pt idx="2173">
                  <c:v>41760</c:v>
                </c:pt>
                <c:pt idx="2174">
                  <c:v>41761</c:v>
                </c:pt>
                <c:pt idx="2175">
                  <c:v>41764</c:v>
                </c:pt>
                <c:pt idx="2176">
                  <c:v>41765</c:v>
                </c:pt>
                <c:pt idx="2177">
                  <c:v>41766</c:v>
                </c:pt>
                <c:pt idx="2178">
                  <c:v>41767</c:v>
                </c:pt>
                <c:pt idx="2179">
                  <c:v>41768</c:v>
                </c:pt>
                <c:pt idx="2180">
                  <c:v>41771</c:v>
                </c:pt>
                <c:pt idx="2181">
                  <c:v>41772</c:v>
                </c:pt>
                <c:pt idx="2182">
                  <c:v>41773</c:v>
                </c:pt>
                <c:pt idx="2183">
                  <c:v>41774</c:v>
                </c:pt>
                <c:pt idx="2184">
                  <c:v>41775</c:v>
                </c:pt>
                <c:pt idx="2185">
                  <c:v>41778</c:v>
                </c:pt>
                <c:pt idx="2186">
                  <c:v>41779</c:v>
                </c:pt>
                <c:pt idx="2187">
                  <c:v>41780</c:v>
                </c:pt>
                <c:pt idx="2188">
                  <c:v>41781</c:v>
                </c:pt>
                <c:pt idx="2189">
                  <c:v>41782</c:v>
                </c:pt>
                <c:pt idx="2190">
                  <c:v>41785</c:v>
                </c:pt>
                <c:pt idx="2191">
                  <c:v>41786</c:v>
                </c:pt>
                <c:pt idx="2192">
                  <c:v>41787</c:v>
                </c:pt>
                <c:pt idx="2193">
                  <c:v>41788</c:v>
                </c:pt>
                <c:pt idx="2194">
                  <c:v>41789</c:v>
                </c:pt>
                <c:pt idx="2195">
                  <c:v>41792</c:v>
                </c:pt>
                <c:pt idx="2196">
                  <c:v>41793</c:v>
                </c:pt>
                <c:pt idx="2197">
                  <c:v>41794</c:v>
                </c:pt>
                <c:pt idx="2198">
                  <c:v>41795</c:v>
                </c:pt>
                <c:pt idx="2199">
                  <c:v>41796</c:v>
                </c:pt>
                <c:pt idx="2200">
                  <c:v>41799</c:v>
                </c:pt>
                <c:pt idx="2201">
                  <c:v>41800</c:v>
                </c:pt>
                <c:pt idx="2202">
                  <c:v>41801</c:v>
                </c:pt>
                <c:pt idx="2203">
                  <c:v>41802</c:v>
                </c:pt>
                <c:pt idx="2204">
                  <c:v>41803</c:v>
                </c:pt>
                <c:pt idx="2205">
                  <c:v>41806</c:v>
                </c:pt>
                <c:pt idx="2206">
                  <c:v>41807</c:v>
                </c:pt>
                <c:pt idx="2207">
                  <c:v>41808</c:v>
                </c:pt>
                <c:pt idx="2208">
                  <c:v>41809</c:v>
                </c:pt>
                <c:pt idx="2209">
                  <c:v>41810</c:v>
                </c:pt>
                <c:pt idx="2210">
                  <c:v>41813</c:v>
                </c:pt>
                <c:pt idx="2211">
                  <c:v>41814</c:v>
                </c:pt>
                <c:pt idx="2212">
                  <c:v>41815</c:v>
                </c:pt>
                <c:pt idx="2213">
                  <c:v>41816</c:v>
                </c:pt>
                <c:pt idx="2214">
                  <c:v>41817</c:v>
                </c:pt>
                <c:pt idx="2215">
                  <c:v>41820</c:v>
                </c:pt>
                <c:pt idx="2216">
                  <c:v>41821</c:v>
                </c:pt>
                <c:pt idx="2217">
                  <c:v>41822</c:v>
                </c:pt>
                <c:pt idx="2218">
                  <c:v>41823</c:v>
                </c:pt>
                <c:pt idx="2219">
                  <c:v>41824</c:v>
                </c:pt>
                <c:pt idx="2220">
                  <c:v>41827</c:v>
                </c:pt>
                <c:pt idx="2221">
                  <c:v>41828</c:v>
                </c:pt>
                <c:pt idx="2222">
                  <c:v>41829</c:v>
                </c:pt>
                <c:pt idx="2223">
                  <c:v>41830</c:v>
                </c:pt>
                <c:pt idx="2224">
                  <c:v>41831</c:v>
                </c:pt>
                <c:pt idx="2225">
                  <c:v>41834</c:v>
                </c:pt>
                <c:pt idx="2226">
                  <c:v>41835</c:v>
                </c:pt>
                <c:pt idx="2227">
                  <c:v>41836</c:v>
                </c:pt>
                <c:pt idx="2228">
                  <c:v>41837</c:v>
                </c:pt>
                <c:pt idx="2229">
                  <c:v>41838</c:v>
                </c:pt>
                <c:pt idx="2230">
                  <c:v>41841</c:v>
                </c:pt>
                <c:pt idx="2231">
                  <c:v>41842</c:v>
                </c:pt>
                <c:pt idx="2232">
                  <c:v>41843</c:v>
                </c:pt>
                <c:pt idx="2233">
                  <c:v>41844</c:v>
                </c:pt>
                <c:pt idx="2234">
                  <c:v>41845</c:v>
                </c:pt>
                <c:pt idx="2235">
                  <c:v>41848</c:v>
                </c:pt>
                <c:pt idx="2236">
                  <c:v>41849</c:v>
                </c:pt>
                <c:pt idx="2237">
                  <c:v>41850</c:v>
                </c:pt>
                <c:pt idx="2238">
                  <c:v>41851</c:v>
                </c:pt>
                <c:pt idx="2239">
                  <c:v>41852</c:v>
                </c:pt>
                <c:pt idx="2240">
                  <c:v>41855</c:v>
                </c:pt>
                <c:pt idx="2241">
                  <c:v>41856</c:v>
                </c:pt>
                <c:pt idx="2242">
                  <c:v>41857</c:v>
                </c:pt>
                <c:pt idx="2243">
                  <c:v>41858</c:v>
                </c:pt>
                <c:pt idx="2244">
                  <c:v>41859</c:v>
                </c:pt>
                <c:pt idx="2245">
                  <c:v>41862</c:v>
                </c:pt>
                <c:pt idx="2246">
                  <c:v>41863</c:v>
                </c:pt>
                <c:pt idx="2247">
                  <c:v>41864</c:v>
                </c:pt>
                <c:pt idx="2248">
                  <c:v>41865</c:v>
                </c:pt>
                <c:pt idx="2249">
                  <c:v>41866</c:v>
                </c:pt>
                <c:pt idx="2250">
                  <c:v>41869</c:v>
                </c:pt>
                <c:pt idx="2251">
                  <c:v>41870</c:v>
                </c:pt>
                <c:pt idx="2252">
                  <c:v>41871</c:v>
                </c:pt>
                <c:pt idx="2253">
                  <c:v>41872</c:v>
                </c:pt>
                <c:pt idx="2254">
                  <c:v>41873</c:v>
                </c:pt>
                <c:pt idx="2255">
                  <c:v>41876</c:v>
                </c:pt>
                <c:pt idx="2256">
                  <c:v>41877</c:v>
                </c:pt>
                <c:pt idx="2257">
                  <c:v>41878</c:v>
                </c:pt>
                <c:pt idx="2258">
                  <c:v>41879</c:v>
                </c:pt>
                <c:pt idx="2259">
                  <c:v>41880</c:v>
                </c:pt>
                <c:pt idx="2260">
                  <c:v>41883</c:v>
                </c:pt>
                <c:pt idx="2261">
                  <c:v>41884</c:v>
                </c:pt>
                <c:pt idx="2262">
                  <c:v>41885</c:v>
                </c:pt>
                <c:pt idx="2263">
                  <c:v>41886</c:v>
                </c:pt>
                <c:pt idx="2264">
                  <c:v>41887</c:v>
                </c:pt>
                <c:pt idx="2265">
                  <c:v>41890</c:v>
                </c:pt>
                <c:pt idx="2266">
                  <c:v>41891</c:v>
                </c:pt>
                <c:pt idx="2267">
                  <c:v>41892</c:v>
                </c:pt>
                <c:pt idx="2268">
                  <c:v>41893</c:v>
                </c:pt>
                <c:pt idx="2269">
                  <c:v>41894</c:v>
                </c:pt>
                <c:pt idx="2270">
                  <c:v>41897</c:v>
                </c:pt>
                <c:pt idx="2271">
                  <c:v>41898</c:v>
                </c:pt>
                <c:pt idx="2272">
                  <c:v>41899</c:v>
                </c:pt>
                <c:pt idx="2273">
                  <c:v>41900</c:v>
                </c:pt>
                <c:pt idx="2274">
                  <c:v>41901</c:v>
                </c:pt>
                <c:pt idx="2275">
                  <c:v>41904</c:v>
                </c:pt>
                <c:pt idx="2276">
                  <c:v>41905</c:v>
                </c:pt>
                <c:pt idx="2277">
                  <c:v>41906</c:v>
                </c:pt>
                <c:pt idx="2278">
                  <c:v>41907</c:v>
                </c:pt>
                <c:pt idx="2279">
                  <c:v>41908</c:v>
                </c:pt>
                <c:pt idx="2280">
                  <c:v>41911</c:v>
                </c:pt>
                <c:pt idx="2281">
                  <c:v>41912</c:v>
                </c:pt>
                <c:pt idx="2282">
                  <c:v>41913</c:v>
                </c:pt>
                <c:pt idx="2283">
                  <c:v>41914</c:v>
                </c:pt>
                <c:pt idx="2284">
                  <c:v>41915</c:v>
                </c:pt>
                <c:pt idx="2285">
                  <c:v>41918</c:v>
                </c:pt>
                <c:pt idx="2286">
                  <c:v>41919</c:v>
                </c:pt>
                <c:pt idx="2287">
                  <c:v>41920</c:v>
                </c:pt>
                <c:pt idx="2288">
                  <c:v>41921</c:v>
                </c:pt>
                <c:pt idx="2289">
                  <c:v>41922</c:v>
                </c:pt>
                <c:pt idx="2290">
                  <c:v>41925</c:v>
                </c:pt>
                <c:pt idx="2291">
                  <c:v>41926</c:v>
                </c:pt>
                <c:pt idx="2292">
                  <c:v>41927</c:v>
                </c:pt>
                <c:pt idx="2293">
                  <c:v>41928</c:v>
                </c:pt>
                <c:pt idx="2294">
                  <c:v>41929</c:v>
                </c:pt>
                <c:pt idx="2295">
                  <c:v>41932</c:v>
                </c:pt>
                <c:pt idx="2296">
                  <c:v>41933</c:v>
                </c:pt>
                <c:pt idx="2297">
                  <c:v>41934</c:v>
                </c:pt>
                <c:pt idx="2298">
                  <c:v>41935</c:v>
                </c:pt>
                <c:pt idx="2299">
                  <c:v>41936</c:v>
                </c:pt>
                <c:pt idx="2300">
                  <c:v>41939</c:v>
                </c:pt>
                <c:pt idx="2301">
                  <c:v>41940</c:v>
                </c:pt>
                <c:pt idx="2302">
                  <c:v>41941</c:v>
                </c:pt>
                <c:pt idx="2303">
                  <c:v>41942</c:v>
                </c:pt>
                <c:pt idx="2304">
                  <c:v>41943</c:v>
                </c:pt>
                <c:pt idx="2305">
                  <c:v>41946</c:v>
                </c:pt>
                <c:pt idx="2306">
                  <c:v>41947</c:v>
                </c:pt>
                <c:pt idx="2307">
                  <c:v>41948</c:v>
                </c:pt>
                <c:pt idx="2308">
                  <c:v>41949</c:v>
                </c:pt>
                <c:pt idx="2309">
                  <c:v>41950</c:v>
                </c:pt>
                <c:pt idx="2310">
                  <c:v>41953</c:v>
                </c:pt>
                <c:pt idx="2311">
                  <c:v>41954</c:v>
                </c:pt>
                <c:pt idx="2312">
                  <c:v>41955</c:v>
                </c:pt>
                <c:pt idx="2313">
                  <c:v>41956</c:v>
                </c:pt>
                <c:pt idx="2314">
                  <c:v>41957</c:v>
                </c:pt>
                <c:pt idx="2315">
                  <c:v>41960</c:v>
                </c:pt>
                <c:pt idx="2316">
                  <c:v>41961</c:v>
                </c:pt>
                <c:pt idx="2317">
                  <c:v>41962</c:v>
                </c:pt>
                <c:pt idx="2318">
                  <c:v>41963</c:v>
                </c:pt>
                <c:pt idx="2319">
                  <c:v>41964</c:v>
                </c:pt>
                <c:pt idx="2320">
                  <c:v>41967</c:v>
                </c:pt>
                <c:pt idx="2321">
                  <c:v>41968</c:v>
                </c:pt>
                <c:pt idx="2322">
                  <c:v>41969</c:v>
                </c:pt>
                <c:pt idx="2323">
                  <c:v>41970</c:v>
                </c:pt>
                <c:pt idx="2324">
                  <c:v>41971</c:v>
                </c:pt>
                <c:pt idx="2325">
                  <c:v>41974</c:v>
                </c:pt>
                <c:pt idx="2326">
                  <c:v>41975</c:v>
                </c:pt>
                <c:pt idx="2327">
                  <c:v>41976</c:v>
                </c:pt>
                <c:pt idx="2328">
                  <c:v>41977</c:v>
                </c:pt>
                <c:pt idx="2329">
                  <c:v>41978</c:v>
                </c:pt>
                <c:pt idx="2330">
                  <c:v>41981</c:v>
                </c:pt>
                <c:pt idx="2331">
                  <c:v>41982</c:v>
                </c:pt>
                <c:pt idx="2332">
                  <c:v>41983</c:v>
                </c:pt>
                <c:pt idx="2333">
                  <c:v>41984</c:v>
                </c:pt>
                <c:pt idx="2334">
                  <c:v>41985</c:v>
                </c:pt>
                <c:pt idx="2335">
                  <c:v>41988</c:v>
                </c:pt>
                <c:pt idx="2336">
                  <c:v>41989</c:v>
                </c:pt>
                <c:pt idx="2337">
                  <c:v>41990</c:v>
                </c:pt>
                <c:pt idx="2338">
                  <c:v>41991</c:v>
                </c:pt>
                <c:pt idx="2339">
                  <c:v>41992</c:v>
                </c:pt>
                <c:pt idx="2340">
                  <c:v>41995</c:v>
                </c:pt>
                <c:pt idx="2341">
                  <c:v>41996</c:v>
                </c:pt>
                <c:pt idx="2342">
                  <c:v>41997</c:v>
                </c:pt>
                <c:pt idx="2343">
                  <c:v>41998</c:v>
                </c:pt>
                <c:pt idx="2344">
                  <c:v>41999</c:v>
                </c:pt>
                <c:pt idx="2345">
                  <c:v>42002</c:v>
                </c:pt>
                <c:pt idx="2346">
                  <c:v>42003</c:v>
                </c:pt>
                <c:pt idx="2347">
                  <c:v>42004</c:v>
                </c:pt>
                <c:pt idx="2348">
                  <c:v>42005</c:v>
                </c:pt>
                <c:pt idx="2349">
                  <c:v>42006</c:v>
                </c:pt>
                <c:pt idx="2350">
                  <c:v>42009</c:v>
                </c:pt>
                <c:pt idx="2351">
                  <c:v>42010</c:v>
                </c:pt>
                <c:pt idx="2352">
                  <c:v>42011</c:v>
                </c:pt>
                <c:pt idx="2353">
                  <c:v>42012</c:v>
                </c:pt>
                <c:pt idx="2354">
                  <c:v>42013</c:v>
                </c:pt>
                <c:pt idx="2355">
                  <c:v>42016</c:v>
                </c:pt>
                <c:pt idx="2356">
                  <c:v>42017</c:v>
                </c:pt>
                <c:pt idx="2357">
                  <c:v>42018</c:v>
                </c:pt>
                <c:pt idx="2358">
                  <c:v>42019</c:v>
                </c:pt>
                <c:pt idx="2359">
                  <c:v>42020</c:v>
                </c:pt>
                <c:pt idx="2360">
                  <c:v>42023</c:v>
                </c:pt>
                <c:pt idx="2361">
                  <c:v>42024</c:v>
                </c:pt>
                <c:pt idx="2362">
                  <c:v>42025</c:v>
                </c:pt>
                <c:pt idx="2363">
                  <c:v>42026</c:v>
                </c:pt>
                <c:pt idx="2364">
                  <c:v>42027</c:v>
                </c:pt>
                <c:pt idx="2365">
                  <c:v>42030</c:v>
                </c:pt>
                <c:pt idx="2366">
                  <c:v>42031</c:v>
                </c:pt>
                <c:pt idx="2367">
                  <c:v>42032</c:v>
                </c:pt>
                <c:pt idx="2368">
                  <c:v>42033</c:v>
                </c:pt>
                <c:pt idx="2369">
                  <c:v>42034</c:v>
                </c:pt>
                <c:pt idx="2370">
                  <c:v>42037</c:v>
                </c:pt>
                <c:pt idx="2371">
                  <c:v>42038</c:v>
                </c:pt>
                <c:pt idx="2372">
                  <c:v>42039</c:v>
                </c:pt>
                <c:pt idx="2373">
                  <c:v>42040</c:v>
                </c:pt>
                <c:pt idx="2374">
                  <c:v>42041</c:v>
                </c:pt>
                <c:pt idx="2375">
                  <c:v>42044</c:v>
                </c:pt>
                <c:pt idx="2376">
                  <c:v>42045</c:v>
                </c:pt>
                <c:pt idx="2377">
                  <c:v>42046</c:v>
                </c:pt>
                <c:pt idx="2378">
                  <c:v>42047</c:v>
                </c:pt>
                <c:pt idx="2379">
                  <c:v>42048</c:v>
                </c:pt>
                <c:pt idx="2380">
                  <c:v>42051</c:v>
                </c:pt>
                <c:pt idx="2381">
                  <c:v>42052</c:v>
                </c:pt>
                <c:pt idx="2382">
                  <c:v>42053</c:v>
                </c:pt>
                <c:pt idx="2383">
                  <c:v>42054</c:v>
                </c:pt>
                <c:pt idx="2384">
                  <c:v>42055</c:v>
                </c:pt>
                <c:pt idx="2385">
                  <c:v>42058</c:v>
                </c:pt>
                <c:pt idx="2386">
                  <c:v>42059</c:v>
                </c:pt>
                <c:pt idx="2387">
                  <c:v>42060</c:v>
                </c:pt>
                <c:pt idx="2388">
                  <c:v>42061</c:v>
                </c:pt>
                <c:pt idx="2389">
                  <c:v>42062</c:v>
                </c:pt>
                <c:pt idx="2390">
                  <c:v>42065</c:v>
                </c:pt>
                <c:pt idx="2391">
                  <c:v>42066</c:v>
                </c:pt>
                <c:pt idx="2392">
                  <c:v>42067</c:v>
                </c:pt>
                <c:pt idx="2393">
                  <c:v>42068</c:v>
                </c:pt>
                <c:pt idx="2394">
                  <c:v>42069</c:v>
                </c:pt>
                <c:pt idx="2395">
                  <c:v>42072</c:v>
                </c:pt>
                <c:pt idx="2396">
                  <c:v>42073</c:v>
                </c:pt>
                <c:pt idx="2397">
                  <c:v>42074</c:v>
                </c:pt>
                <c:pt idx="2398">
                  <c:v>42075</c:v>
                </c:pt>
                <c:pt idx="2399">
                  <c:v>42076</c:v>
                </c:pt>
                <c:pt idx="2400">
                  <c:v>42079</c:v>
                </c:pt>
                <c:pt idx="2401">
                  <c:v>42080</c:v>
                </c:pt>
                <c:pt idx="2402">
                  <c:v>42081</c:v>
                </c:pt>
                <c:pt idx="2403">
                  <c:v>42082</c:v>
                </c:pt>
                <c:pt idx="2404">
                  <c:v>42083</c:v>
                </c:pt>
                <c:pt idx="2405">
                  <c:v>42086</c:v>
                </c:pt>
                <c:pt idx="2406">
                  <c:v>42087</c:v>
                </c:pt>
                <c:pt idx="2407">
                  <c:v>42088</c:v>
                </c:pt>
                <c:pt idx="2408">
                  <c:v>42089</c:v>
                </c:pt>
                <c:pt idx="2409">
                  <c:v>42090</c:v>
                </c:pt>
                <c:pt idx="2410">
                  <c:v>42093</c:v>
                </c:pt>
                <c:pt idx="2411">
                  <c:v>42094</c:v>
                </c:pt>
                <c:pt idx="2412">
                  <c:v>42095</c:v>
                </c:pt>
                <c:pt idx="2413">
                  <c:v>42096</c:v>
                </c:pt>
                <c:pt idx="2414">
                  <c:v>42097</c:v>
                </c:pt>
                <c:pt idx="2415">
                  <c:v>42100</c:v>
                </c:pt>
                <c:pt idx="2416">
                  <c:v>42101</c:v>
                </c:pt>
                <c:pt idx="2417">
                  <c:v>42102</c:v>
                </c:pt>
                <c:pt idx="2418">
                  <c:v>42103</c:v>
                </c:pt>
                <c:pt idx="2419">
                  <c:v>42104</c:v>
                </c:pt>
                <c:pt idx="2420">
                  <c:v>42107</c:v>
                </c:pt>
                <c:pt idx="2421">
                  <c:v>42108</c:v>
                </c:pt>
                <c:pt idx="2422">
                  <c:v>42109</c:v>
                </c:pt>
                <c:pt idx="2423">
                  <c:v>42110</c:v>
                </c:pt>
                <c:pt idx="2424">
                  <c:v>42111</c:v>
                </c:pt>
                <c:pt idx="2425">
                  <c:v>42114</c:v>
                </c:pt>
                <c:pt idx="2426">
                  <c:v>42115</c:v>
                </c:pt>
                <c:pt idx="2427">
                  <c:v>42116</c:v>
                </c:pt>
                <c:pt idx="2428">
                  <c:v>42117</c:v>
                </c:pt>
                <c:pt idx="2429">
                  <c:v>42118</c:v>
                </c:pt>
                <c:pt idx="2430">
                  <c:v>42121</c:v>
                </c:pt>
                <c:pt idx="2431">
                  <c:v>42122</c:v>
                </c:pt>
                <c:pt idx="2432">
                  <c:v>42123</c:v>
                </c:pt>
                <c:pt idx="2433">
                  <c:v>42124</c:v>
                </c:pt>
                <c:pt idx="2434">
                  <c:v>42125</c:v>
                </c:pt>
                <c:pt idx="2435">
                  <c:v>42128</c:v>
                </c:pt>
                <c:pt idx="2436">
                  <c:v>42129</c:v>
                </c:pt>
                <c:pt idx="2437">
                  <c:v>42130</c:v>
                </c:pt>
                <c:pt idx="2438">
                  <c:v>42131</c:v>
                </c:pt>
                <c:pt idx="2439">
                  <c:v>42132</c:v>
                </c:pt>
                <c:pt idx="2440">
                  <c:v>42135</c:v>
                </c:pt>
                <c:pt idx="2441">
                  <c:v>42136</c:v>
                </c:pt>
                <c:pt idx="2442">
                  <c:v>42137</c:v>
                </c:pt>
                <c:pt idx="2443">
                  <c:v>42138</c:v>
                </c:pt>
                <c:pt idx="2444">
                  <c:v>42139</c:v>
                </c:pt>
                <c:pt idx="2445">
                  <c:v>42142</c:v>
                </c:pt>
                <c:pt idx="2446">
                  <c:v>42143</c:v>
                </c:pt>
                <c:pt idx="2447">
                  <c:v>42144</c:v>
                </c:pt>
                <c:pt idx="2448">
                  <c:v>42145</c:v>
                </c:pt>
                <c:pt idx="2449">
                  <c:v>42146</c:v>
                </c:pt>
                <c:pt idx="2450">
                  <c:v>42149</c:v>
                </c:pt>
                <c:pt idx="2451">
                  <c:v>42150</c:v>
                </c:pt>
                <c:pt idx="2452">
                  <c:v>42151</c:v>
                </c:pt>
                <c:pt idx="2453">
                  <c:v>42152</c:v>
                </c:pt>
                <c:pt idx="2454">
                  <c:v>42153</c:v>
                </c:pt>
                <c:pt idx="2455">
                  <c:v>42156</c:v>
                </c:pt>
                <c:pt idx="2456">
                  <c:v>42157</c:v>
                </c:pt>
                <c:pt idx="2457">
                  <c:v>42158</c:v>
                </c:pt>
                <c:pt idx="2458">
                  <c:v>42159</c:v>
                </c:pt>
                <c:pt idx="2459">
                  <c:v>42160</c:v>
                </c:pt>
                <c:pt idx="2460">
                  <c:v>42163</c:v>
                </c:pt>
                <c:pt idx="2461">
                  <c:v>42164</c:v>
                </c:pt>
                <c:pt idx="2462">
                  <c:v>42165</c:v>
                </c:pt>
                <c:pt idx="2463">
                  <c:v>42166</c:v>
                </c:pt>
                <c:pt idx="2464">
                  <c:v>42167</c:v>
                </c:pt>
                <c:pt idx="2465">
                  <c:v>42170</c:v>
                </c:pt>
                <c:pt idx="2466">
                  <c:v>42171</c:v>
                </c:pt>
                <c:pt idx="2467">
                  <c:v>42172</c:v>
                </c:pt>
                <c:pt idx="2468">
                  <c:v>42173</c:v>
                </c:pt>
                <c:pt idx="2469">
                  <c:v>42174</c:v>
                </c:pt>
                <c:pt idx="2470">
                  <c:v>42177</c:v>
                </c:pt>
                <c:pt idx="2471">
                  <c:v>42178</c:v>
                </c:pt>
                <c:pt idx="2472">
                  <c:v>42179</c:v>
                </c:pt>
                <c:pt idx="2473">
                  <c:v>42180</c:v>
                </c:pt>
                <c:pt idx="2474">
                  <c:v>42181</c:v>
                </c:pt>
                <c:pt idx="2475">
                  <c:v>42184</c:v>
                </c:pt>
                <c:pt idx="2476">
                  <c:v>42185</c:v>
                </c:pt>
                <c:pt idx="2477">
                  <c:v>42186</c:v>
                </c:pt>
                <c:pt idx="2478">
                  <c:v>42187</c:v>
                </c:pt>
                <c:pt idx="2479">
                  <c:v>42188</c:v>
                </c:pt>
                <c:pt idx="2480">
                  <c:v>42191</c:v>
                </c:pt>
                <c:pt idx="2481">
                  <c:v>42192</c:v>
                </c:pt>
                <c:pt idx="2482">
                  <c:v>42193</c:v>
                </c:pt>
                <c:pt idx="2483">
                  <c:v>42194</c:v>
                </c:pt>
                <c:pt idx="2484">
                  <c:v>42195</c:v>
                </c:pt>
                <c:pt idx="2485">
                  <c:v>42198</c:v>
                </c:pt>
                <c:pt idx="2486">
                  <c:v>42199</c:v>
                </c:pt>
                <c:pt idx="2487">
                  <c:v>42200</c:v>
                </c:pt>
                <c:pt idx="2488">
                  <c:v>42201</c:v>
                </c:pt>
                <c:pt idx="2489">
                  <c:v>42202</c:v>
                </c:pt>
                <c:pt idx="2490">
                  <c:v>42205</c:v>
                </c:pt>
                <c:pt idx="2491">
                  <c:v>42206</c:v>
                </c:pt>
                <c:pt idx="2492">
                  <c:v>42207</c:v>
                </c:pt>
                <c:pt idx="2493">
                  <c:v>42208</c:v>
                </c:pt>
                <c:pt idx="2494">
                  <c:v>42209</c:v>
                </c:pt>
                <c:pt idx="2495">
                  <c:v>42212</c:v>
                </c:pt>
                <c:pt idx="2496">
                  <c:v>42213</c:v>
                </c:pt>
                <c:pt idx="2497">
                  <c:v>42214</c:v>
                </c:pt>
                <c:pt idx="2498">
                  <c:v>42215</c:v>
                </c:pt>
                <c:pt idx="2499">
                  <c:v>42216</c:v>
                </c:pt>
                <c:pt idx="2500">
                  <c:v>42219</c:v>
                </c:pt>
                <c:pt idx="2501">
                  <c:v>42220</c:v>
                </c:pt>
                <c:pt idx="2502">
                  <c:v>42221</c:v>
                </c:pt>
                <c:pt idx="2503">
                  <c:v>42222</c:v>
                </c:pt>
                <c:pt idx="2504">
                  <c:v>42223</c:v>
                </c:pt>
                <c:pt idx="2505">
                  <c:v>42226</c:v>
                </c:pt>
                <c:pt idx="2506">
                  <c:v>42227</c:v>
                </c:pt>
                <c:pt idx="2507">
                  <c:v>42228</c:v>
                </c:pt>
                <c:pt idx="2508">
                  <c:v>42229</c:v>
                </c:pt>
                <c:pt idx="2509">
                  <c:v>42230</c:v>
                </c:pt>
                <c:pt idx="2510">
                  <c:v>42233</c:v>
                </c:pt>
                <c:pt idx="2511">
                  <c:v>42234</c:v>
                </c:pt>
                <c:pt idx="2512">
                  <c:v>42235</c:v>
                </c:pt>
                <c:pt idx="2513">
                  <c:v>42236</c:v>
                </c:pt>
                <c:pt idx="2514">
                  <c:v>42237</c:v>
                </c:pt>
                <c:pt idx="2515">
                  <c:v>42240</c:v>
                </c:pt>
                <c:pt idx="2516">
                  <c:v>42241</c:v>
                </c:pt>
                <c:pt idx="2517">
                  <c:v>42242</c:v>
                </c:pt>
                <c:pt idx="2518">
                  <c:v>42243</c:v>
                </c:pt>
                <c:pt idx="2519">
                  <c:v>42244</c:v>
                </c:pt>
                <c:pt idx="2520">
                  <c:v>42247</c:v>
                </c:pt>
                <c:pt idx="2521">
                  <c:v>42248</c:v>
                </c:pt>
                <c:pt idx="2522">
                  <c:v>42249</c:v>
                </c:pt>
                <c:pt idx="2523">
                  <c:v>42250</c:v>
                </c:pt>
                <c:pt idx="2524">
                  <c:v>42251</c:v>
                </c:pt>
                <c:pt idx="2525">
                  <c:v>42254</c:v>
                </c:pt>
                <c:pt idx="2526">
                  <c:v>42255</c:v>
                </c:pt>
                <c:pt idx="2527">
                  <c:v>42256</c:v>
                </c:pt>
                <c:pt idx="2528">
                  <c:v>42257</c:v>
                </c:pt>
                <c:pt idx="2529">
                  <c:v>42258</c:v>
                </c:pt>
                <c:pt idx="2530">
                  <c:v>42261</c:v>
                </c:pt>
                <c:pt idx="2531">
                  <c:v>42262</c:v>
                </c:pt>
                <c:pt idx="2532">
                  <c:v>42263</c:v>
                </c:pt>
                <c:pt idx="2533">
                  <c:v>42264</c:v>
                </c:pt>
                <c:pt idx="2534">
                  <c:v>42265</c:v>
                </c:pt>
                <c:pt idx="2535">
                  <c:v>42268</c:v>
                </c:pt>
                <c:pt idx="2536">
                  <c:v>42269</c:v>
                </c:pt>
                <c:pt idx="2537">
                  <c:v>42270</c:v>
                </c:pt>
                <c:pt idx="2538">
                  <c:v>42271</c:v>
                </c:pt>
                <c:pt idx="2539">
                  <c:v>42272</c:v>
                </c:pt>
                <c:pt idx="2540">
                  <c:v>42275</c:v>
                </c:pt>
                <c:pt idx="2541">
                  <c:v>42276</c:v>
                </c:pt>
                <c:pt idx="2542">
                  <c:v>42277</c:v>
                </c:pt>
                <c:pt idx="2543">
                  <c:v>42278</c:v>
                </c:pt>
                <c:pt idx="2544">
                  <c:v>42279</c:v>
                </c:pt>
                <c:pt idx="2545">
                  <c:v>42282</c:v>
                </c:pt>
                <c:pt idx="2546">
                  <c:v>42283</c:v>
                </c:pt>
                <c:pt idx="2547">
                  <c:v>42284</c:v>
                </c:pt>
                <c:pt idx="2548">
                  <c:v>42285</c:v>
                </c:pt>
                <c:pt idx="2549">
                  <c:v>42286</c:v>
                </c:pt>
                <c:pt idx="2550">
                  <c:v>42289</c:v>
                </c:pt>
                <c:pt idx="2551">
                  <c:v>42290</c:v>
                </c:pt>
                <c:pt idx="2552">
                  <c:v>42291</c:v>
                </c:pt>
                <c:pt idx="2553">
                  <c:v>42292</c:v>
                </c:pt>
                <c:pt idx="2554">
                  <c:v>42293</c:v>
                </c:pt>
                <c:pt idx="2555">
                  <c:v>42296</c:v>
                </c:pt>
                <c:pt idx="2556">
                  <c:v>42297</c:v>
                </c:pt>
                <c:pt idx="2557">
                  <c:v>42298</c:v>
                </c:pt>
                <c:pt idx="2558">
                  <c:v>42299</c:v>
                </c:pt>
                <c:pt idx="2559">
                  <c:v>42300</c:v>
                </c:pt>
                <c:pt idx="2560">
                  <c:v>42303</c:v>
                </c:pt>
                <c:pt idx="2561">
                  <c:v>42304</c:v>
                </c:pt>
                <c:pt idx="2562">
                  <c:v>42305</c:v>
                </c:pt>
                <c:pt idx="2563">
                  <c:v>42306</c:v>
                </c:pt>
                <c:pt idx="2564">
                  <c:v>42307</c:v>
                </c:pt>
                <c:pt idx="2565">
                  <c:v>42310</c:v>
                </c:pt>
                <c:pt idx="2566">
                  <c:v>42311</c:v>
                </c:pt>
                <c:pt idx="2567">
                  <c:v>42312</c:v>
                </c:pt>
                <c:pt idx="2568">
                  <c:v>42313</c:v>
                </c:pt>
                <c:pt idx="2569">
                  <c:v>42314</c:v>
                </c:pt>
                <c:pt idx="2570">
                  <c:v>42317</c:v>
                </c:pt>
                <c:pt idx="2571">
                  <c:v>42318</c:v>
                </c:pt>
                <c:pt idx="2572">
                  <c:v>42319</c:v>
                </c:pt>
                <c:pt idx="2573">
                  <c:v>42320</c:v>
                </c:pt>
                <c:pt idx="2574">
                  <c:v>42321</c:v>
                </c:pt>
                <c:pt idx="2575">
                  <c:v>42324</c:v>
                </c:pt>
                <c:pt idx="2576">
                  <c:v>42325</c:v>
                </c:pt>
                <c:pt idx="2577">
                  <c:v>42326</c:v>
                </c:pt>
                <c:pt idx="2578">
                  <c:v>42327</c:v>
                </c:pt>
                <c:pt idx="2579">
                  <c:v>42328</c:v>
                </c:pt>
                <c:pt idx="2580">
                  <c:v>42331</c:v>
                </c:pt>
                <c:pt idx="2581">
                  <c:v>42332</c:v>
                </c:pt>
                <c:pt idx="2582">
                  <c:v>42333</c:v>
                </c:pt>
                <c:pt idx="2583">
                  <c:v>42334</c:v>
                </c:pt>
                <c:pt idx="2584">
                  <c:v>42335</c:v>
                </c:pt>
                <c:pt idx="2585">
                  <c:v>42338</c:v>
                </c:pt>
                <c:pt idx="2586">
                  <c:v>42339</c:v>
                </c:pt>
                <c:pt idx="2587">
                  <c:v>42340</c:v>
                </c:pt>
                <c:pt idx="2588">
                  <c:v>42341</c:v>
                </c:pt>
                <c:pt idx="2589">
                  <c:v>42342</c:v>
                </c:pt>
                <c:pt idx="2590">
                  <c:v>42345</c:v>
                </c:pt>
                <c:pt idx="2591">
                  <c:v>42346</c:v>
                </c:pt>
                <c:pt idx="2592">
                  <c:v>42347</c:v>
                </c:pt>
                <c:pt idx="2593">
                  <c:v>42348</c:v>
                </c:pt>
                <c:pt idx="2594">
                  <c:v>42349</c:v>
                </c:pt>
                <c:pt idx="2595">
                  <c:v>42352</c:v>
                </c:pt>
                <c:pt idx="2596">
                  <c:v>42353</c:v>
                </c:pt>
                <c:pt idx="2597">
                  <c:v>42354</c:v>
                </c:pt>
                <c:pt idx="2598">
                  <c:v>42355</c:v>
                </c:pt>
                <c:pt idx="2599">
                  <c:v>42356</c:v>
                </c:pt>
                <c:pt idx="2600">
                  <c:v>42359</c:v>
                </c:pt>
                <c:pt idx="2601">
                  <c:v>42360</c:v>
                </c:pt>
                <c:pt idx="2602">
                  <c:v>42361</c:v>
                </c:pt>
                <c:pt idx="2603">
                  <c:v>42362</c:v>
                </c:pt>
                <c:pt idx="2604">
                  <c:v>42363</c:v>
                </c:pt>
                <c:pt idx="2605">
                  <c:v>42366</c:v>
                </c:pt>
                <c:pt idx="2606">
                  <c:v>42367</c:v>
                </c:pt>
                <c:pt idx="2607">
                  <c:v>42368</c:v>
                </c:pt>
                <c:pt idx="2608">
                  <c:v>42369</c:v>
                </c:pt>
                <c:pt idx="2609">
                  <c:v>42370</c:v>
                </c:pt>
                <c:pt idx="2610">
                  <c:v>42373</c:v>
                </c:pt>
                <c:pt idx="2611">
                  <c:v>42374</c:v>
                </c:pt>
                <c:pt idx="2612">
                  <c:v>42375</c:v>
                </c:pt>
                <c:pt idx="2613">
                  <c:v>42376</c:v>
                </c:pt>
                <c:pt idx="2614">
                  <c:v>42377</c:v>
                </c:pt>
                <c:pt idx="2615">
                  <c:v>42380</c:v>
                </c:pt>
                <c:pt idx="2616">
                  <c:v>42381</c:v>
                </c:pt>
                <c:pt idx="2617">
                  <c:v>42382</c:v>
                </c:pt>
                <c:pt idx="2618">
                  <c:v>42383</c:v>
                </c:pt>
                <c:pt idx="2619">
                  <c:v>42384</c:v>
                </c:pt>
                <c:pt idx="2620">
                  <c:v>42387</c:v>
                </c:pt>
                <c:pt idx="2621">
                  <c:v>42388</c:v>
                </c:pt>
                <c:pt idx="2622">
                  <c:v>42389</c:v>
                </c:pt>
                <c:pt idx="2623">
                  <c:v>42390</c:v>
                </c:pt>
                <c:pt idx="2624">
                  <c:v>42391</c:v>
                </c:pt>
                <c:pt idx="2625">
                  <c:v>42394</c:v>
                </c:pt>
                <c:pt idx="2626">
                  <c:v>42395</c:v>
                </c:pt>
                <c:pt idx="2627">
                  <c:v>42396</c:v>
                </c:pt>
                <c:pt idx="2628">
                  <c:v>42397</c:v>
                </c:pt>
                <c:pt idx="2629">
                  <c:v>42398</c:v>
                </c:pt>
                <c:pt idx="2630">
                  <c:v>42401</c:v>
                </c:pt>
                <c:pt idx="2631">
                  <c:v>42402</c:v>
                </c:pt>
                <c:pt idx="2632">
                  <c:v>42403</c:v>
                </c:pt>
                <c:pt idx="2633">
                  <c:v>42404</c:v>
                </c:pt>
                <c:pt idx="2634">
                  <c:v>42405</c:v>
                </c:pt>
                <c:pt idx="2635">
                  <c:v>42408</c:v>
                </c:pt>
                <c:pt idx="2636">
                  <c:v>42409</c:v>
                </c:pt>
                <c:pt idx="2637">
                  <c:v>42410</c:v>
                </c:pt>
                <c:pt idx="2638">
                  <c:v>42411</c:v>
                </c:pt>
                <c:pt idx="2639">
                  <c:v>42412</c:v>
                </c:pt>
                <c:pt idx="2640">
                  <c:v>42415</c:v>
                </c:pt>
                <c:pt idx="2641">
                  <c:v>42416</c:v>
                </c:pt>
                <c:pt idx="2642">
                  <c:v>42417</c:v>
                </c:pt>
                <c:pt idx="2643">
                  <c:v>42418</c:v>
                </c:pt>
                <c:pt idx="2644">
                  <c:v>42419</c:v>
                </c:pt>
                <c:pt idx="2645">
                  <c:v>42422</c:v>
                </c:pt>
                <c:pt idx="2646">
                  <c:v>42423</c:v>
                </c:pt>
                <c:pt idx="2647">
                  <c:v>42424</c:v>
                </c:pt>
                <c:pt idx="2648">
                  <c:v>42425</c:v>
                </c:pt>
                <c:pt idx="2649">
                  <c:v>42426</c:v>
                </c:pt>
                <c:pt idx="2650">
                  <c:v>42429</c:v>
                </c:pt>
                <c:pt idx="2651">
                  <c:v>42430</c:v>
                </c:pt>
                <c:pt idx="2652">
                  <c:v>42431</c:v>
                </c:pt>
                <c:pt idx="2653">
                  <c:v>42432</c:v>
                </c:pt>
                <c:pt idx="2654">
                  <c:v>42433</c:v>
                </c:pt>
                <c:pt idx="2655">
                  <c:v>42436</c:v>
                </c:pt>
                <c:pt idx="2656">
                  <c:v>42437</c:v>
                </c:pt>
                <c:pt idx="2657">
                  <c:v>42438</c:v>
                </c:pt>
                <c:pt idx="2658">
                  <c:v>42439</c:v>
                </c:pt>
                <c:pt idx="2659">
                  <c:v>42440</c:v>
                </c:pt>
                <c:pt idx="2660">
                  <c:v>42443</c:v>
                </c:pt>
                <c:pt idx="2661">
                  <c:v>42444</c:v>
                </c:pt>
                <c:pt idx="2662">
                  <c:v>42445</c:v>
                </c:pt>
                <c:pt idx="2663">
                  <c:v>42446</c:v>
                </c:pt>
                <c:pt idx="2664">
                  <c:v>42447</c:v>
                </c:pt>
                <c:pt idx="2665">
                  <c:v>42450</c:v>
                </c:pt>
                <c:pt idx="2666">
                  <c:v>42451</c:v>
                </c:pt>
                <c:pt idx="2667">
                  <c:v>42452</c:v>
                </c:pt>
                <c:pt idx="2668">
                  <c:v>42453</c:v>
                </c:pt>
                <c:pt idx="2669">
                  <c:v>42454</c:v>
                </c:pt>
                <c:pt idx="2670">
                  <c:v>42457</c:v>
                </c:pt>
                <c:pt idx="2671">
                  <c:v>42458</c:v>
                </c:pt>
                <c:pt idx="2672">
                  <c:v>42459</c:v>
                </c:pt>
                <c:pt idx="2673">
                  <c:v>42460</c:v>
                </c:pt>
                <c:pt idx="2674">
                  <c:v>42461</c:v>
                </c:pt>
                <c:pt idx="2675">
                  <c:v>42464</c:v>
                </c:pt>
                <c:pt idx="2676">
                  <c:v>42465</c:v>
                </c:pt>
                <c:pt idx="2677">
                  <c:v>42466</c:v>
                </c:pt>
                <c:pt idx="2678">
                  <c:v>42467</c:v>
                </c:pt>
                <c:pt idx="2679">
                  <c:v>42468</c:v>
                </c:pt>
                <c:pt idx="2680">
                  <c:v>42471</c:v>
                </c:pt>
                <c:pt idx="2681">
                  <c:v>42472</c:v>
                </c:pt>
                <c:pt idx="2682">
                  <c:v>42473</c:v>
                </c:pt>
                <c:pt idx="2683">
                  <c:v>42474</c:v>
                </c:pt>
                <c:pt idx="2684">
                  <c:v>42475</c:v>
                </c:pt>
                <c:pt idx="2685">
                  <c:v>42478</c:v>
                </c:pt>
                <c:pt idx="2686">
                  <c:v>42479</c:v>
                </c:pt>
                <c:pt idx="2687">
                  <c:v>42480</c:v>
                </c:pt>
                <c:pt idx="2688">
                  <c:v>42481</c:v>
                </c:pt>
                <c:pt idx="2689">
                  <c:v>42482</c:v>
                </c:pt>
                <c:pt idx="2690">
                  <c:v>42485</c:v>
                </c:pt>
                <c:pt idx="2691">
                  <c:v>42486</c:v>
                </c:pt>
                <c:pt idx="2692">
                  <c:v>42487</c:v>
                </c:pt>
                <c:pt idx="2693">
                  <c:v>42488</c:v>
                </c:pt>
                <c:pt idx="2694">
                  <c:v>42489</c:v>
                </c:pt>
                <c:pt idx="2695">
                  <c:v>42492</c:v>
                </c:pt>
                <c:pt idx="2696">
                  <c:v>42493</c:v>
                </c:pt>
                <c:pt idx="2697">
                  <c:v>42494</c:v>
                </c:pt>
                <c:pt idx="2698">
                  <c:v>42495</c:v>
                </c:pt>
                <c:pt idx="2699">
                  <c:v>42496</c:v>
                </c:pt>
                <c:pt idx="2700">
                  <c:v>42499</c:v>
                </c:pt>
                <c:pt idx="2701">
                  <c:v>42500</c:v>
                </c:pt>
                <c:pt idx="2702">
                  <c:v>42501</c:v>
                </c:pt>
                <c:pt idx="2703">
                  <c:v>42502</c:v>
                </c:pt>
                <c:pt idx="2704">
                  <c:v>42503</c:v>
                </c:pt>
                <c:pt idx="2705">
                  <c:v>42506</c:v>
                </c:pt>
                <c:pt idx="2706">
                  <c:v>42507</c:v>
                </c:pt>
                <c:pt idx="2707">
                  <c:v>42508</c:v>
                </c:pt>
                <c:pt idx="2708">
                  <c:v>42509</c:v>
                </c:pt>
                <c:pt idx="2709">
                  <c:v>42510</c:v>
                </c:pt>
                <c:pt idx="2710">
                  <c:v>42513</c:v>
                </c:pt>
                <c:pt idx="2711">
                  <c:v>42514</c:v>
                </c:pt>
                <c:pt idx="2712">
                  <c:v>42515</c:v>
                </c:pt>
                <c:pt idx="2713">
                  <c:v>42516</c:v>
                </c:pt>
                <c:pt idx="2714">
                  <c:v>42517</c:v>
                </c:pt>
                <c:pt idx="2715">
                  <c:v>42520</c:v>
                </c:pt>
                <c:pt idx="2716">
                  <c:v>42521</c:v>
                </c:pt>
                <c:pt idx="2717">
                  <c:v>42522</c:v>
                </c:pt>
                <c:pt idx="2718">
                  <c:v>42523</c:v>
                </c:pt>
                <c:pt idx="2719">
                  <c:v>42524</c:v>
                </c:pt>
                <c:pt idx="2720">
                  <c:v>42527</c:v>
                </c:pt>
                <c:pt idx="2721">
                  <c:v>42528</c:v>
                </c:pt>
                <c:pt idx="2722">
                  <c:v>42529</c:v>
                </c:pt>
                <c:pt idx="2723">
                  <c:v>42530</c:v>
                </c:pt>
                <c:pt idx="2724">
                  <c:v>42531</c:v>
                </c:pt>
                <c:pt idx="2725">
                  <c:v>42534</c:v>
                </c:pt>
                <c:pt idx="2726">
                  <c:v>42535</c:v>
                </c:pt>
                <c:pt idx="2727">
                  <c:v>42536</c:v>
                </c:pt>
                <c:pt idx="2728">
                  <c:v>42537</c:v>
                </c:pt>
                <c:pt idx="2729">
                  <c:v>42538</c:v>
                </c:pt>
                <c:pt idx="2730">
                  <c:v>42541</c:v>
                </c:pt>
                <c:pt idx="2731">
                  <c:v>42542</c:v>
                </c:pt>
                <c:pt idx="2732">
                  <c:v>42543</c:v>
                </c:pt>
                <c:pt idx="2733">
                  <c:v>42544</c:v>
                </c:pt>
                <c:pt idx="2734">
                  <c:v>42545</c:v>
                </c:pt>
                <c:pt idx="2735">
                  <c:v>42548</c:v>
                </c:pt>
                <c:pt idx="2736">
                  <c:v>42549</c:v>
                </c:pt>
                <c:pt idx="2737">
                  <c:v>42550</c:v>
                </c:pt>
                <c:pt idx="2738">
                  <c:v>42551</c:v>
                </c:pt>
                <c:pt idx="2739">
                  <c:v>42552</c:v>
                </c:pt>
                <c:pt idx="2740">
                  <c:v>42555</c:v>
                </c:pt>
                <c:pt idx="2741">
                  <c:v>42556</c:v>
                </c:pt>
                <c:pt idx="2742">
                  <c:v>42557</c:v>
                </c:pt>
                <c:pt idx="2743">
                  <c:v>42558</c:v>
                </c:pt>
                <c:pt idx="2744">
                  <c:v>42559</c:v>
                </c:pt>
                <c:pt idx="2745">
                  <c:v>42562</c:v>
                </c:pt>
                <c:pt idx="2746">
                  <c:v>42563</c:v>
                </c:pt>
                <c:pt idx="2747">
                  <c:v>42564</c:v>
                </c:pt>
                <c:pt idx="2748">
                  <c:v>42565</c:v>
                </c:pt>
                <c:pt idx="2749">
                  <c:v>42566</c:v>
                </c:pt>
                <c:pt idx="2750">
                  <c:v>42569</c:v>
                </c:pt>
                <c:pt idx="2751">
                  <c:v>42570</c:v>
                </c:pt>
                <c:pt idx="2752">
                  <c:v>42571</c:v>
                </c:pt>
                <c:pt idx="2753">
                  <c:v>42572</c:v>
                </c:pt>
                <c:pt idx="2754">
                  <c:v>42573</c:v>
                </c:pt>
                <c:pt idx="2755">
                  <c:v>42576</c:v>
                </c:pt>
                <c:pt idx="2756">
                  <c:v>42577</c:v>
                </c:pt>
                <c:pt idx="2757">
                  <c:v>42578</c:v>
                </c:pt>
                <c:pt idx="2758">
                  <c:v>42579</c:v>
                </c:pt>
                <c:pt idx="2759">
                  <c:v>42580</c:v>
                </c:pt>
                <c:pt idx="2760">
                  <c:v>42583</c:v>
                </c:pt>
                <c:pt idx="2761">
                  <c:v>42584</c:v>
                </c:pt>
                <c:pt idx="2762">
                  <c:v>42585</c:v>
                </c:pt>
                <c:pt idx="2763">
                  <c:v>42586</c:v>
                </c:pt>
                <c:pt idx="2764">
                  <c:v>42587</c:v>
                </c:pt>
                <c:pt idx="2765">
                  <c:v>42590</c:v>
                </c:pt>
                <c:pt idx="2766">
                  <c:v>42591</c:v>
                </c:pt>
                <c:pt idx="2767">
                  <c:v>42592</c:v>
                </c:pt>
                <c:pt idx="2768">
                  <c:v>42593</c:v>
                </c:pt>
                <c:pt idx="2769">
                  <c:v>42594</c:v>
                </c:pt>
                <c:pt idx="2770">
                  <c:v>42597</c:v>
                </c:pt>
                <c:pt idx="2771">
                  <c:v>42598</c:v>
                </c:pt>
                <c:pt idx="2772">
                  <c:v>42599</c:v>
                </c:pt>
                <c:pt idx="2773">
                  <c:v>42600</c:v>
                </c:pt>
                <c:pt idx="2774">
                  <c:v>42601</c:v>
                </c:pt>
                <c:pt idx="2775">
                  <c:v>42604</c:v>
                </c:pt>
                <c:pt idx="2776">
                  <c:v>42605</c:v>
                </c:pt>
                <c:pt idx="2777">
                  <c:v>42606</c:v>
                </c:pt>
                <c:pt idx="2778">
                  <c:v>42607</c:v>
                </c:pt>
                <c:pt idx="2779">
                  <c:v>42608</c:v>
                </c:pt>
                <c:pt idx="2780">
                  <c:v>42611</c:v>
                </c:pt>
                <c:pt idx="2781">
                  <c:v>42612</c:v>
                </c:pt>
                <c:pt idx="2782">
                  <c:v>42613</c:v>
                </c:pt>
                <c:pt idx="2783">
                  <c:v>42614</c:v>
                </c:pt>
                <c:pt idx="2784">
                  <c:v>42615</c:v>
                </c:pt>
                <c:pt idx="2785">
                  <c:v>42618</c:v>
                </c:pt>
                <c:pt idx="2786">
                  <c:v>42619</c:v>
                </c:pt>
                <c:pt idx="2787">
                  <c:v>42620</c:v>
                </c:pt>
                <c:pt idx="2788">
                  <c:v>42621</c:v>
                </c:pt>
                <c:pt idx="2789">
                  <c:v>42622</c:v>
                </c:pt>
                <c:pt idx="2790">
                  <c:v>42625</c:v>
                </c:pt>
                <c:pt idx="2791">
                  <c:v>42626</c:v>
                </c:pt>
                <c:pt idx="2792">
                  <c:v>42627</c:v>
                </c:pt>
                <c:pt idx="2793">
                  <c:v>42628</c:v>
                </c:pt>
                <c:pt idx="2794">
                  <c:v>42629</c:v>
                </c:pt>
                <c:pt idx="2795">
                  <c:v>42632</c:v>
                </c:pt>
                <c:pt idx="2796">
                  <c:v>42633</c:v>
                </c:pt>
                <c:pt idx="2797">
                  <c:v>42634</c:v>
                </c:pt>
                <c:pt idx="2798">
                  <c:v>42635</c:v>
                </c:pt>
                <c:pt idx="2799">
                  <c:v>42636</c:v>
                </c:pt>
                <c:pt idx="2800">
                  <c:v>42639</c:v>
                </c:pt>
                <c:pt idx="2801">
                  <c:v>42640</c:v>
                </c:pt>
                <c:pt idx="2802">
                  <c:v>42641</c:v>
                </c:pt>
                <c:pt idx="2803">
                  <c:v>42642</c:v>
                </c:pt>
                <c:pt idx="2804">
                  <c:v>42643</c:v>
                </c:pt>
                <c:pt idx="2805">
                  <c:v>42646</c:v>
                </c:pt>
                <c:pt idx="2806">
                  <c:v>42647</c:v>
                </c:pt>
                <c:pt idx="2807">
                  <c:v>42648</c:v>
                </c:pt>
                <c:pt idx="2808">
                  <c:v>42649</c:v>
                </c:pt>
                <c:pt idx="2809">
                  <c:v>42650</c:v>
                </c:pt>
                <c:pt idx="2810">
                  <c:v>42653</c:v>
                </c:pt>
                <c:pt idx="2811">
                  <c:v>42654</c:v>
                </c:pt>
                <c:pt idx="2812">
                  <c:v>42655</c:v>
                </c:pt>
                <c:pt idx="2813">
                  <c:v>42656</c:v>
                </c:pt>
                <c:pt idx="2814">
                  <c:v>42657</c:v>
                </c:pt>
                <c:pt idx="2815">
                  <c:v>42660</c:v>
                </c:pt>
                <c:pt idx="2816">
                  <c:v>42661</c:v>
                </c:pt>
                <c:pt idx="2817">
                  <c:v>42662</c:v>
                </c:pt>
                <c:pt idx="2818">
                  <c:v>42663</c:v>
                </c:pt>
                <c:pt idx="2819">
                  <c:v>42664</c:v>
                </c:pt>
                <c:pt idx="2820">
                  <c:v>42667</c:v>
                </c:pt>
                <c:pt idx="2821">
                  <c:v>42668</c:v>
                </c:pt>
                <c:pt idx="2822">
                  <c:v>42669</c:v>
                </c:pt>
                <c:pt idx="2823">
                  <c:v>42670</c:v>
                </c:pt>
                <c:pt idx="2824">
                  <c:v>42671</c:v>
                </c:pt>
                <c:pt idx="2825">
                  <c:v>42674</c:v>
                </c:pt>
                <c:pt idx="2826">
                  <c:v>42675</c:v>
                </c:pt>
                <c:pt idx="2827">
                  <c:v>42676</c:v>
                </c:pt>
                <c:pt idx="2828">
                  <c:v>42677</c:v>
                </c:pt>
                <c:pt idx="2829">
                  <c:v>42678</c:v>
                </c:pt>
                <c:pt idx="2830">
                  <c:v>42681</c:v>
                </c:pt>
                <c:pt idx="2831">
                  <c:v>42682</c:v>
                </c:pt>
                <c:pt idx="2832">
                  <c:v>42683</c:v>
                </c:pt>
                <c:pt idx="2833">
                  <c:v>42684</c:v>
                </c:pt>
                <c:pt idx="2834">
                  <c:v>42685</c:v>
                </c:pt>
                <c:pt idx="2835">
                  <c:v>42688</c:v>
                </c:pt>
                <c:pt idx="2836">
                  <c:v>42689</c:v>
                </c:pt>
                <c:pt idx="2837">
                  <c:v>42690</c:v>
                </c:pt>
                <c:pt idx="2838">
                  <c:v>42691</c:v>
                </c:pt>
                <c:pt idx="2839">
                  <c:v>42692</c:v>
                </c:pt>
                <c:pt idx="2840">
                  <c:v>42695</c:v>
                </c:pt>
                <c:pt idx="2841">
                  <c:v>42696</c:v>
                </c:pt>
                <c:pt idx="2842">
                  <c:v>42697</c:v>
                </c:pt>
                <c:pt idx="2843">
                  <c:v>42698</c:v>
                </c:pt>
                <c:pt idx="2844">
                  <c:v>42699</c:v>
                </c:pt>
                <c:pt idx="2845">
                  <c:v>42702</c:v>
                </c:pt>
                <c:pt idx="2846">
                  <c:v>42703</c:v>
                </c:pt>
                <c:pt idx="2847">
                  <c:v>42704</c:v>
                </c:pt>
                <c:pt idx="2848">
                  <c:v>42705</c:v>
                </c:pt>
                <c:pt idx="2849">
                  <c:v>42706</c:v>
                </c:pt>
                <c:pt idx="2850">
                  <c:v>42709</c:v>
                </c:pt>
                <c:pt idx="2851">
                  <c:v>42710</c:v>
                </c:pt>
                <c:pt idx="2852">
                  <c:v>42711</c:v>
                </c:pt>
                <c:pt idx="2853">
                  <c:v>42712</c:v>
                </c:pt>
                <c:pt idx="2854">
                  <c:v>42713</c:v>
                </c:pt>
                <c:pt idx="2855">
                  <c:v>42716</c:v>
                </c:pt>
                <c:pt idx="2856">
                  <c:v>42717</c:v>
                </c:pt>
                <c:pt idx="2857">
                  <c:v>42718</c:v>
                </c:pt>
                <c:pt idx="2858">
                  <c:v>42719</c:v>
                </c:pt>
                <c:pt idx="2859">
                  <c:v>42720</c:v>
                </c:pt>
                <c:pt idx="2860">
                  <c:v>42723</c:v>
                </c:pt>
                <c:pt idx="2861">
                  <c:v>42724</c:v>
                </c:pt>
                <c:pt idx="2862">
                  <c:v>42725</c:v>
                </c:pt>
                <c:pt idx="2863">
                  <c:v>42726</c:v>
                </c:pt>
                <c:pt idx="2864">
                  <c:v>42727</c:v>
                </c:pt>
                <c:pt idx="2865">
                  <c:v>42730</c:v>
                </c:pt>
                <c:pt idx="2866">
                  <c:v>42731</c:v>
                </c:pt>
                <c:pt idx="2867">
                  <c:v>42732</c:v>
                </c:pt>
                <c:pt idx="2868">
                  <c:v>42733</c:v>
                </c:pt>
                <c:pt idx="2869">
                  <c:v>42734</c:v>
                </c:pt>
                <c:pt idx="2870">
                  <c:v>42737</c:v>
                </c:pt>
                <c:pt idx="2871">
                  <c:v>42738</c:v>
                </c:pt>
                <c:pt idx="2872">
                  <c:v>42739</c:v>
                </c:pt>
                <c:pt idx="2873">
                  <c:v>42740</c:v>
                </c:pt>
                <c:pt idx="2874">
                  <c:v>42741</c:v>
                </c:pt>
                <c:pt idx="2875">
                  <c:v>42744</c:v>
                </c:pt>
                <c:pt idx="2876">
                  <c:v>42745</c:v>
                </c:pt>
                <c:pt idx="2877">
                  <c:v>42746</c:v>
                </c:pt>
                <c:pt idx="2878">
                  <c:v>42747</c:v>
                </c:pt>
                <c:pt idx="2879">
                  <c:v>42748</c:v>
                </c:pt>
                <c:pt idx="2880">
                  <c:v>42751</c:v>
                </c:pt>
                <c:pt idx="2881">
                  <c:v>42752</c:v>
                </c:pt>
                <c:pt idx="2882">
                  <c:v>42753</c:v>
                </c:pt>
                <c:pt idx="2883">
                  <c:v>42754</c:v>
                </c:pt>
                <c:pt idx="2884">
                  <c:v>42755</c:v>
                </c:pt>
                <c:pt idx="2885">
                  <c:v>42758</c:v>
                </c:pt>
                <c:pt idx="2886">
                  <c:v>42759</c:v>
                </c:pt>
                <c:pt idx="2887">
                  <c:v>42760</c:v>
                </c:pt>
                <c:pt idx="2888">
                  <c:v>42761</c:v>
                </c:pt>
                <c:pt idx="2889">
                  <c:v>42762</c:v>
                </c:pt>
                <c:pt idx="2890">
                  <c:v>42765</c:v>
                </c:pt>
                <c:pt idx="2891">
                  <c:v>42766</c:v>
                </c:pt>
                <c:pt idx="2892">
                  <c:v>42767</c:v>
                </c:pt>
                <c:pt idx="2893">
                  <c:v>42768</c:v>
                </c:pt>
                <c:pt idx="2894">
                  <c:v>42769</c:v>
                </c:pt>
                <c:pt idx="2895">
                  <c:v>42772</c:v>
                </c:pt>
                <c:pt idx="2896">
                  <c:v>42773</c:v>
                </c:pt>
                <c:pt idx="2897">
                  <c:v>42774</c:v>
                </c:pt>
                <c:pt idx="2898">
                  <c:v>42775</c:v>
                </c:pt>
                <c:pt idx="2899">
                  <c:v>42776</c:v>
                </c:pt>
                <c:pt idx="2900">
                  <c:v>42779</c:v>
                </c:pt>
                <c:pt idx="2901">
                  <c:v>42780</c:v>
                </c:pt>
                <c:pt idx="2902">
                  <c:v>42781</c:v>
                </c:pt>
                <c:pt idx="2903">
                  <c:v>42782</c:v>
                </c:pt>
                <c:pt idx="2904">
                  <c:v>42783</c:v>
                </c:pt>
                <c:pt idx="2905">
                  <c:v>42786</c:v>
                </c:pt>
                <c:pt idx="2906">
                  <c:v>42787</c:v>
                </c:pt>
                <c:pt idx="2907">
                  <c:v>42788</c:v>
                </c:pt>
                <c:pt idx="2908">
                  <c:v>42789</c:v>
                </c:pt>
                <c:pt idx="2909">
                  <c:v>42790</c:v>
                </c:pt>
                <c:pt idx="2910">
                  <c:v>42793</c:v>
                </c:pt>
                <c:pt idx="2911">
                  <c:v>42794</c:v>
                </c:pt>
                <c:pt idx="2912">
                  <c:v>42795</c:v>
                </c:pt>
                <c:pt idx="2913">
                  <c:v>42796</c:v>
                </c:pt>
                <c:pt idx="2914">
                  <c:v>42797</c:v>
                </c:pt>
                <c:pt idx="2915">
                  <c:v>42800</c:v>
                </c:pt>
                <c:pt idx="2916">
                  <c:v>42801</c:v>
                </c:pt>
                <c:pt idx="2917">
                  <c:v>42802</c:v>
                </c:pt>
                <c:pt idx="2918">
                  <c:v>42803</c:v>
                </c:pt>
                <c:pt idx="2919">
                  <c:v>42804</c:v>
                </c:pt>
                <c:pt idx="2920">
                  <c:v>42807</c:v>
                </c:pt>
                <c:pt idx="2921">
                  <c:v>42808</c:v>
                </c:pt>
                <c:pt idx="2922">
                  <c:v>42809</c:v>
                </c:pt>
                <c:pt idx="2923">
                  <c:v>42810</c:v>
                </c:pt>
                <c:pt idx="2924">
                  <c:v>42811</c:v>
                </c:pt>
                <c:pt idx="2925">
                  <c:v>42814</c:v>
                </c:pt>
                <c:pt idx="2926">
                  <c:v>42815</c:v>
                </c:pt>
                <c:pt idx="2927">
                  <c:v>42816</c:v>
                </c:pt>
                <c:pt idx="2928">
                  <c:v>42817</c:v>
                </c:pt>
                <c:pt idx="2929">
                  <c:v>42818</c:v>
                </c:pt>
                <c:pt idx="2930">
                  <c:v>42821</c:v>
                </c:pt>
                <c:pt idx="2931">
                  <c:v>42822</c:v>
                </c:pt>
                <c:pt idx="2932">
                  <c:v>42823</c:v>
                </c:pt>
                <c:pt idx="2933">
                  <c:v>42824</c:v>
                </c:pt>
                <c:pt idx="2934">
                  <c:v>42825</c:v>
                </c:pt>
                <c:pt idx="2935">
                  <c:v>42828</c:v>
                </c:pt>
                <c:pt idx="2936">
                  <c:v>42829</c:v>
                </c:pt>
                <c:pt idx="2937">
                  <c:v>42830</c:v>
                </c:pt>
                <c:pt idx="2938">
                  <c:v>42831</c:v>
                </c:pt>
                <c:pt idx="2939">
                  <c:v>42832</c:v>
                </c:pt>
                <c:pt idx="2940">
                  <c:v>42835</c:v>
                </c:pt>
                <c:pt idx="2941">
                  <c:v>42836</c:v>
                </c:pt>
                <c:pt idx="2942">
                  <c:v>42837</c:v>
                </c:pt>
                <c:pt idx="2943">
                  <c:v>42838</c:v>
                </c:pt>
                <c:pt idx="2944">
                  <c:v>42839</c:v>
                </c:pt>
                <c:pt idx="2945">
                  <c:v>42842</c:v>
                </c:pt>
                <c:pt idx="2946">
                  <c:v>42843</c:v>
                </c:pt>
                <c:pt idx="2947">
                  <c:v>42844</c:v>
                </c:pt>
                <c:pt idx="2948">
                  <c:v>42845</c:v>
                </c:pt>
                <c:pt idx="2949">
                  <c:v>42846</c:v>
                </c:pt>
                <c:pt idx="2950">
                  <c:v>42849</c:v>
                </c:pt>
                <c:pt idx="2951">
                  <c:v>42850</c:v>
                </c:pt>
                <c:pt idx="2952">
                  <c:v>42851</c:v>
                </c:pt>
                <c:pt idx="2953">
                  <c:v>42852</c:v>
                </c:pt>
                <c:pt idx="2954">
                  <c:v>42853</c:v>
                </c:pt>
                <c:pt idx="2955">
                  <c:v>42856</c:v>
                </c:pt>
                <c:pt idx="2956">
                  <c:v>42857</c:v>
                </c:pt>
                <c:pt idx="2957">
                  <c:v>42858</c:v>
                </c:pt>
                <c:pt idx="2958">
                  <c:v>42859</c:v>
                </c:pt>
                <c:pt idx="2959">
                  <c:v>42860</c:v>
                </c:pt>
                <c:pt idx="2960">
                  <c:v>42863</c:v>
                </c:pt>
                <c:pt idx="2961">
                  <c:v>42864</c:v>
                </c:pt>
                <c:pt idx="2962">
                  <c:v>42865</c:v>
                </c:pt>
                <c:pt idx="2963">
                  <c:v>42866</c:v>
                </c:pt>
                <c:pt idx="2964">
                  <c:v>42867</c:v>
                </c:pt>
                <c:pt idx="2965">
                  <c:v>42870</c:v>
                </c:pt>
                <c:pt idx="2966">
                  <c:v>42871</c:v>
                </c:pt>
                <c:pt idx="2967">
                  <c:v>42872</c:v>
                </c:pt>
                <c:pt idx="2968">
                  <c:v>42873</c:v>
                </c:pt>
                <c:pt idx="2969">
                  <c:v>42874</c:v>
                </c:pt>
                <c:pt idx="2970">
                  <c:v>42877</c:v>
                </c:pt>
                <c:pt idx="2971">
                  <c:v>42878</c:v>
                </c:pt>
                <c:pt idx="2972">
                  <c:v>42879</c:v>
                </c:pt>
                <c:pt idx="2973">
                  <c:v>42880</c:v>
                </c:pt>
                <c:pt idx="2974">
                  <c:v>42881</c:v>
                </c:pt>
                <c:pt idx="2975">
                  <c:v>42884</c:v>
                </c:pt>
                <c:pt idx="2976">
                  <c:v>42885</c:v>
                </c:pt>
                <c:pt idx="2977">
                  <c:v>42886</c:v>
                </c:pt>
                <c:pt idx="2978">
                  <c:v>42887</c:v>
                </c:pt>
                <c:pt idx="2979">
                  <c:v>42888</c:v>
                </c:pt>
                <c:pt idx="2980">
                  <c:v>42891</c:v>
                </c:pt>
                <c:pt idx="2981">
                  <c:v>42892</c:v>
                </c:pt>
                <c:pt idx="2982">
                  <c:v>42893</c:v>
                </c:pt>
                <c:pt idx="2983">
                  <c:v>42894</c:v>
                </c:pt>
                <c:pt idx="2984">
                  <c:v>42895</c:v>
                </c:pt>
                <c:pt idx="2985">
                  <c:v>42898</c:v>
                </c:pt>
                <c:pt idx="2986">
                  <c:v>42899</c:v>
                </c:pt>
                <c:pt idx="2987">
                  <c:v>42900</c:v>
                </c:pt>
                <c:pt idx="2988">
                  <c:v>42901</c:v>
                </c:pt>
                <c:pt idx="2989">
                  <c:v>42902</c:v>
                </c:pt>
                <c:pt idx="2990">
                  <c:v>42905</c:v>
                </c:pt>
                <c:pt idx="2991">
                  <c:v>42906</c:v>
                </c:pt>
                <c:pt idx="2992">
                  <c:v>42907</c:v>
                </c:pt>
                <c:pt idx="2993">
                  <c:v>42908</c:v>
                </c:pt>
                <c:pt idx="2994">
                  <c:v>42909</c:v>
                </c:pt>
                <c:pt idx="2995">
                  <c:v>42912</c:v>
                </c:pt>
                <c:pt idx="2996">
                  <c:v>42913</c:v>
                </c:pt>
                <c:pt idx="2997">
                  <c:v>42914</c:v>
                </c:pt>
                <c:pt idx="2998">
                  <c:v>42915</c:v>
                </c:pt>
                <c:pt idx="2999">
                  <c:v>42916</c:v>
                </c:pt>
                <c:pt idx="3000">
                  <c:v>42919</c:v>
                </c:pt>
                <c:pt idx="3001">
                  <c:v>42920</c:v>
                </c:pt>
                <c:pt idx="3002">
                  <c:v>42921</c:v>
                </c:pt>
                <c:pt idx="3003">
                  <c:v>42922</c:v>
                </c:pt>
                <c:pt idx="3004">
                  <c:v>42923</c:v>
                </c:pt>
                <c:pt idx="3005">
                  <c:v>42926</c:v>
                </c:pt>
                <c:pt idx="3006">
                  <c:v>42927</c:v>
                </c:pt>
                <c:pt idx="3007">
                  <c:v>42928</c:v>
                </c:pt>
                <c:pt idx="3008">
                  <c:v>42929</c:v>
                </c:pt>
                <c:pt idx="3009">
                  <c:v>42930</c:v>
                </c:pt>
                <c:pt idx="3010">
                  <c:v>42933</c:v>
                </c:pt>
                <c:pt idx="3011">
                  <c:v>42934</c:v>
                </c:pt>
                <c:pt idx="3012">
                  <c:v>42935</c:v>
                </c:pt>
                <c:pt idx="3013">
                  <c:v>42936</c:v>
                </c:pt>
                <c:pt idx="3014">
                  <c:v>42937</c:v>
                </c:pt>
                <c:pt idx="3015">
                  <c:v>42940</c:v>
                </c:pt>
                <c:pt idx="3016">
                  <c:v>42941</c:v>
                </c:pt>
                <c:pt idx="3017">
                  <c:v>42942</c:v>
                </c:pt>
                <c:pt idx="3018">
                  <c:v>42943</c:v>
                </c:pt>
                <c:pt idx="3019">
                  <c:v>42944</c:v>
                </c:pt>
                <c:pt idx="3020">
                  <c:v>42947</c:v>
                </c:pt>
                <c:pt idx="3021">
                  <c:v>42948</c:v>
                </c:pt>
                <c:pt idx="3022">
                  <c:v>42949</c:v>
                </c:pt>
                <c:pt idx="3023">
                  <c:v>42950</c:v>
                </c:pt>
                <c:pt idx="3024">
                  <c:v>42951</c:v>
                </c:pt>
                <c:pt idx="3025">
                  <c:v>42954</c:v>
                </c:pt>
                <c:pt idx="3026">
                  <c:v>42955</c:v>
                </c:pt>
                <c:pt idx="3027">
                  <c:v>42956</c:v>
                </c:pt>
                <c:pt idx="3028">
                  <c:v>42957</c:v>
                </c:pt>
                <c:pt idx="3029">
                  <c:v>42958</c:v>
                </c:pt>
                <c:pt idx="3030">
                  <c:v>42961</c:v>
                </c:pt>
                <c:pt idx="3031">
                  <c:v>42962</c:v>
                </c:pt>
                <c:pt idx="3032">
                  <c:v>42963</c:v>
                </c:pt>
                <c:pt idx="3033">
                  <c:v>42964</c:v>
                </c:pt>
                <c:pt idx="3034">
                  <c:v>42965</c:v>
                </c:pt>
                <c:pt idx="3035">
                  <c:v>42968</c:v>
                </c:pt>
                <c:pt idx="3036">
                  <c:v>42969</c:v>
                </c:pt>
                <c:pt idx="3037">
                  <c:v>42970</c:v>
                </c:pt>
                <c:pt idx="3038">
                  <c:v>42971</c:v>
                </c:pt>
                <c:pt idx="3039">
                  <c:v>42972</c:v>
                </c:pt>
                <c:pt idx="3040">
                  <c:v>42975</c:v>
                </c:pt>
                <c:pt idx="3041">
                  <c:v>42976</c:v>
                </c:pt>
                <c:pt idx="3042">
                  <c:v>42977</c:v>
                </c:pt>
                <c:pt idx="3043">
                  <c:v>42978</c:v>
                </c:pt>
                <c:pt idx="3044">
                  <c:v>42979</c:v>
                </c:pt>
                <c:pt idx="3045">
                  <c:v>42982</c:v>
                </c:pt>
                <c:pt idx="3046">
                  <c:v>42983</c:v>
                </c:pt>
                <c:pt idx="3047">
                  <c:v>42984</c:v>
                </c:pt>
                <c:pt idx="3048">
                  <c:v>42985</c:v>
                </c:pt>
                <c:pt idx="3049">
                  <c:v>42986</c:v>
                </c:pt>
                <c:pt idx="3050">
                  <c:v>42989</c:v>
                </c:pt>
                <c:pt idx="3051">
                  <c:v>42990</c:v>
                </c:pt>
                <c:pt idx="3052">
                  <c:v>42991</c:v>
                </c:pt>
                <c:pt idx="3053">
                  <c:v>42992</c:v>
                </c:pt>
                <c:pt idx="3054">
                  <c:v>42993</c:v>
                </c:pt>
                <c:pt idx="3055">
                  <c:v>42996</c:v>
                </c:pt>
                <c:pt idx="3056">
                  <c:v>42997</c:v>
                </c:pt>
                <c:pt idx="3057">
                  <c:v>42998</c:v>
                </c:pt>
                <c:pt idx="3058">
                  <c:v>42999</c:v>
                </c:pt>
                <c:pt idx="3059">
                  <c:v>43000</c:v>
                </c:pt>
                <c:pt idx="3060">
                  <c:v>43003</c:v>
                </c:pt>
                <c:pt idx="3061">
                  <c:v>43004</c:v>
                </c:pt>
                <c:pt idx="3062">
                  <c:v>43005</c:v>
                </c:pt>
                <c:pt idx="3063">
                  <c:v>43006</c:v>
                </c:pt>
                <c:pt idx="3064">
                  <c:v>43007</c:v>
                </c:pt>
                <c:pt idx="3065">
                  <c:v>43010</c:v>
                </c:pt>
                <c:pt idx="3066">
                  <c:v>43011</c:v>
                </c:pt>
                <c:pt idx="3067">
                  <c:v>43012</c:v>
                </c:pt>
                <c:pt idx="3068">
                  <c:v>43013</c:v>
                </c:pt>
                <c:pt idx="3069">
                  <c:v>43014</c:v>
                </c:pt>
                <c:pt idx="3070">
                  <c:v>43017</c:v>
                </c:pt>
                <c:pt idx="3071">
                  <c:v>43018</c:v>
                </c:pt>
                <c:pt idx="3072">
                  <c:v>43019</c:v>
                </c:pt>
                <c:pt idx="3073">
                  <c:v>43020</c:v>
                </c:pt>
                <c:pt idx="3074">
                  <c:v>43021</c:v>
                </c:pt>
                <c:pt idx="3075">
                  <c:v>43024</c:v>
                </c:pt>
                <c:pt idx="3076">
                  <c:v>43025</c:v>
                </c:pt>
                <c:pt idx="3077">
                  <c:v>43026</c:v>
                </c:pt>
                <c:pt idx="3078">
                  <c:v>43027</c:v>
                </c:pt>
                <c:pt idx="3079">
                  <c:v>43028</c:v>
                </c:pt>
                <c:pt idx="3080">
                  <c:v>43031</c:v>
                </c:pt>
                <c:pt idx="3081">
                  <c:v>43032</c:v>
                </c:pt>
                <c:pt idx="3082">
                  <c:v>43033</c:v>
                </c:pt>
                <c:pt idx="3083">
                  <c:v>43034</c:v>
                </c:pt>
                <c:pt idx="3084">
                  <c:v>43035</c:v>
                </c:pt>
                <c:pt idx="3085">
                  <c:v>43038</c:v>
                </c:pt>
                <c:pt idx="3086">
                  <c:v>43039</c:v>
                </c:pt>
                <c:pt idx="3087">
                  <c:v>43040</c:v>
                </c:pt>
                <c:pt idx="3088">
                  <c:v>43041</c:v>
                </c:pt>
                <c:pt idx="3089">
                  <c:v>43042</c:v>
                </c:pt>
                <c:pt idx="3090">
                  <c:v>43045</c:v>
                </c:pt>
                <c:pt idx="3091">
                  <c:v>43046</c:v>
                </c:pt>
                <c:pt idx="3092">
                  <c:v>43047</c:v>
                </c:pt>
                <c:pt idx="3093">
                  <c:v>43048</c:v>
                </c:pt>
                <c:pt idx="3094">
                  <c:v>43049</c:v>
                </c:pt>
                <c:pt idx="3095">
                  <c:v>43052</c:v>
                </c:pt>
                <c:pt idx="3096">
                  <c:v>43053</c:v>
                </c:pt>
                <c:pt idx="3097">
                  <c:v>43054</c:v>
                </c:pt>
                <c:pt idx="3098">
                  <c:v>43055</c:v>
                </c:pt>
                <c:pt idx="3099">
                  <c:v>43056</c:v>
                </c:pt>
                <c:pt idx="3100">
                  <c:v>43059</c:v>
                </c:pt>
                <c:pt idx="3101">
                  <c:v>43060</c:v>
                </c:pt>
                <c:pt idx="3102">
                  <c:v>43061</c:v>
                </c:pt>
                <c:pt idx="3103">
                  <c:v>43062</c:v>
                </c:pt>
                <c:pt idx="3104">
                  <c:v>43063</c:v>
                </c:pt>
                <c:pt idx="3105">
                  <c:v>43066</c:v>
                </c:pt>
                <c:pt idx="3106">
                  <c:v>43067</c:v>
                </c:pt>
                <c:pt idx="3107">
                  <c:v>43068</c:v>
                </c:pt>
                <c:pt idx="3108">
                  <c:v>43069</c:v>
                </c:pt>
                <c:pt idx="3109">
                  <c:v>43070</c:v>
                </c:pt>
                <c:pt idx="3110">
                  <c:v>43073</c:v>
                </c:pt>
                <c:pt idx="3111">
                  <c:v>43074</c:v>
                </c:pt>
                <c:pt idx="3112">
                  <c:v>43075</c:v>
                </c:pt>
                <c:pt idx="3113">
                  <c:v>43076</c:v>
                </c:pt>
                <c:pt idx="3114">
                  <c:v>43077</c:v>
                </c:pt>
                <c:pt idx="3115">
                  <c:v>43080</c:v>
                </c:pt>
                <c:pt idx="3116">
                  <c:v>43081</c:v>
                </c:pt>
                <c:pt idx="3117">
                  <c:v>43082</c:v>
                </c:pt>
                <c:pt idx="3118">
                  <c:v>43083</c:v>
                </c:pt>
                <c:pt idx="3119">
                  <c:v>43084</c:v>
                </c:pt>
                <c:pt idx="3120">
                  <c:v>43087</c:v>
                </c:pt>
                <c:pt idx="3121">
                  <c:v>43088</c:v>
                </c:pt>
                <c:pt idx="3122">
                  <c:v>43089</c:v>
                </c:pt>
                <c:pt idx="3123">
                  <c:v>43090</c:v>
                </c:pt>
                <c:pt idx="3124">
                  <c:v>43091</c:v>
                </c:pt>
                <c:pt idx="3125">
                  <c:v>43094</c:v>
                </c:pt>
                <c:pt idx="3126">
                  <c:v>43095</c:v>
                </c:pt>
                <c:pt idx="3127">
                  <c:v>43096</c:v>
                </c:pt>
                <c:pt idx="3128">
                  <c:v>43097</c:v>
                </c:pt>
                <c:pt idx="3129">
                  <c:v>43098</c:v>
                </c:pt>
                <c:pt idx="3130">
                  <c:v>43101</c:v>
                </c:pt>
                <c:pt idx="3131">
                  <c:v>43102</c:v>
                </c:pt>
                <c:pt idx="3132">
                  <c:v>43103</c:v>
                </c:pt>
                <c:pt idx="3133">
                  <c:v>43104</c:v>
                </c:pt>
                <c:pt idx="3134">
                  <c:v>43105</c:v>
                </c:pt>
                <c:pt idx="3135">
                  <c:v>43108</c:v>
                </c:pt>
                <c:pt idx="3136">
                  <c:v>43109</c:v>
                </c:pt>
                <c:pt idx="3137">
                  <c:v>43110</c:v>
                </c:pt>
                <c:pt idx="3138">
                  <c:v>43111</c:v>
                </c:pt>
                <c:pt idx="3139">
                  <c:v>43112</c:v>
                </c:pt>
                <c:pt idx="3140">
                  <c:v>43115</c:v>
                </c:pt>
                <c:pt idx="3141">
                  <c:v>43116</c:v>
                </c:pt>
                <c:pt idx="3142">
                  <c:v>43117</c:v>
                </c:pt>
                <c:pt idx="3143">
                  <c:v>43118</c:v>
                </c:pt>
                <c:pt idx="3144">
                  <c:v>43119</c:v>
                </c:pt>
                <c:pt idx="3145">
                  <c:v>43122</c:v>
                </c:pt>
                <c:pt idx="3146">
                  <c:v>43123</c:v>
                </c:pt>
                <c:pt idx="3147">
                  <c:v>43124</c:v>
                </c:pt>
                <c:pt idx="3148">
                  <c:v>43125</c:v>
                </c:pt>
                <c:pt idx="3149">
                  <c:v>43126</c:v>
                </c:pt>
                <c:pt idx="3150">
                  <c:v>43129</c:v>
                </c:pt>
                <c:pt idx="3151">
                  <c:v>43130</c:v>
                </c:pt>
                <c:pt idx="3152">
                  <c:v>43131</c:v>
                </c:pt>
                <c:pt idx="3153">
                  <c:v>43132</c:v>
                </c:pt>
                <c:pt idx="3154">
                  <c:v>43133</c:v>
                </c:pt>
                <c:pt idx="3155">
                  <c:v>43136</c:v>
                </c:pt>
                <c:pt idx="3156">
                  <c:v>43137</c:v>
                </c:pt>
                <c:pt idx="3157">
                  <c:v>43138</c:v>
                </c:pt>
                <c:pt idx="3158">
                  <c:v>43139</c:v>
                </c:pt>
                <c:pt idx="3159">
                  <c:v>43140</c:v>
                </c:pt>
                <c:pt idx="3160">
                  <c:v>43143</c:v>
                </c:pt>
                <c:pt idx="3161">
                  <c:v>43144</c:v>
                </c:pt>
                <c:pt idx="3162">
                  <c:v>43145</c:v>
                </c:pt>
                <c:pt idx="3163">
                  <c:v>43146</c:v>
                </c:pt>
                <c:pt idx="3164">
                  <c:v>43147</c:v>
                </c:pt>
                <c:pt idx="3165">
                  <c:v>43150</c:v>
                </c:pt>
                <c:pt idx="3166">
                  <c:v>43151</c:v>
                </c:pt>
                <c:pt idx="3167">
                  <c:v>43152</c:v>
                </c:pt>
                <c:pt idx="3168">
                  <c:v>43153</c:v>
                </c:pt>
                <c:pt idx="3169">
                  <c:v>43154</c:v>
                </c:pt>
                <c:pt idx="3170">
                  <c:v>43157</c:v>
                </c:pt>
                <c:pt idx="3171">
                  <c:v>43158</c:v>
                </c:pt>
                <c:pt idx="3172">
                  <c:v>43159</c:v>
                </c:pt>
                <c:pt idx="3173">
                  <c:v>43160</c:v>
                </c:pt>
                <c:pt idx="3174">
                  <c:v>43161</c:v>
                </c:pt>
                <c:pt idx="3175">
                  <c:v>43164</c:v>
                </c:pt>
                <c:pt idx="3176">
                  <c:v>43165</c:v>
                </c:pt>
                <c:pt idx="3177">
                  <c:v>43166</c:v>
                </c:pt>
                <c:pt idx="3178">
                  <c:v>43167</c:v>
                </c:pt>
                <c:pt idx="3179">
                  <c:v>43168</c:v>
                </c:pt>
                <c:pt idx="3180">
                  <c:v>43171</c:v>
                </c:pt>
                <c:pt idx="3181">
                  <c:v>43172</c:v>
                </c:pt>
                <c:pt idx="3182">
                  <c:v>43173</c:v>
                </c:pt>
                <c:pt idx="3183">
                  <c:v>43174</c:v>
                </c:pt>
                <c:pt idx="3184">
                  <c:v>43175</c:v>
                </c:pt>
                <c:pt idx="3185">
                  <c:v>43178</c:v>
                </c:pt>
                <c:pt idx="3186">
                  <c:v>43179</c:v>
                </c:pt>
                <c:pt idx="3187">
                  <c:v>43180</c:v>
                </c:pt>
                <c:pt idx="3188">
                  <c:v>43181</c:v>
                </c:pt>
                <c:pt idx="3189">
                  <c:v>43182</c:v>
                </c:pt>
                <c:pt idx="3190">
                  <c:v>43185</c:v>
                </c:pt>
                <c:pt idx="3191">
                  <c:v>43186</c:v>
                </c:pt>
                <c:pt idx="3192">
                  <c:v>43187</c:v>
                </c:pt>
                <c:pt idx="3193">
                  <c:v>43188</c:v>
                </c:pt>
                <c:pt idx="3194">
                  <c:v>43189</c:v>
                </c:pt>
                <c:pt idx="3195">
                  <c:v>43192</c:v>
                </c:pt>
                <c:pt idx="3196">
                  <c:v>43193</c:v>
                </c:pt>
                <c:pt idx="3197">
                  <c:v>43194</c:v>
                </c:pt>
                <c:pt idx="3198">
                  <c:v>43195</c:v>
                </c:pt>
                <c:pt idx="3199">
                  <c:v>43196</c:v>
                </c:pt>
                <c:pt idx="3200">
                  <c:v>43199</c:v>
                </c:pt>
                <c:pt idx="3201">
                  <c:v>43200</c:v>
                </c:pt>
                <c:pt idx="3202">
                  <c:v>43201</c:v>
                </c:pt>
                <c:pt idx="3203">
                  <c:v>43202</c:v>
                </c:pt>
                <c:pt idx="3204">
                  <c:v>43203</c:v>
                </c:pt>
                <c:pt idx="3205">
                  <c:v>43206</c:v>
                </c:pt>
                <c:pt idx="3206">
                  <c:v>43207</c:v>
                </c:pt>
                <c:pt idx="3207">
                  <c:v>43208</c:v>
                </c:pt>
                <c:pt idx="3208">
                  <c:v>43209</c:v>
                </c:pt>
                <c:pt idx="3209">
                  <c:v>43210</c:v>
                </c:pt>
                <c:pt idx="3210">
                  <c:v>43213</c:v>
                </c:pt>
                <c:pt idx="3211">
                  <c:v>43214</c:v>
                </c:pt>
                <c:pt idx="3212">
                  <c:v>43215</c:v>
                </c:pt>
                <c:pt idx="3213">
                  <c:v>43216</c:v>
                </c:pt>
                <c:pt idx="3214">
                  <c:v>43217</c:v>
                </c:pt>
                <c:pt idx="3215">
                  <c:v>43220</c:v>
                </c:pt>
                <c:pt idx="3216">
                  <c:v>43221</c:v>
                </c:pt>
                <c:pt idx="3217">
                  <c:v>43222</c:v>
                </c:pt>
                <c:pt idx="3218">
                  <c:v>43223</c:v>
                </c:pt>
                <c:pt idx="3219">
                  <c:v>43224</c:v>
                </c:pt>
                <c:pt idx="3220">
                  <c:v>43227</c:v>
                </c:pt>
                <c:pt idx="3221">
                  <c:v>43228</c:v>
                </c:pt>
                <c:pt idx="3222">
                  <c:v>43229</c:v>
                </c:pt>
                <c:pt idx="3223">
                  <c:v>43230</c:v>
                </c:pt>
                <c:pt idx="3224">
                  <c:v>43231</c:v>
                </c:pt>
                <c:pt idx="3225">
                  <c:v>43234</c:v>
                </c:pt>
                <c:pt idx="3226">
                  <c:v>43235</c:v>
                </c:pt>
                <c:pt idx="3227">
                  <c:v>43236</c:v>
                </c:pt>
                <c:pt idx="3228">
                  <c:v>43237</c:v>
                </c:pt>
                <c:pt idx="3229">
                  <c:v>43238</c:v>
                </c:pt>
                <c:pt idx="3230">
                  <c:v>43241</c:v>
                </c:pt>
                <c:pt idx="3231">
                  <c:v>43242</c:v>
                </c:pt>
                <c:pt idx="3232">
                  <c:v>43243</c:v>
                </c:pt>
                <c:pt idx="3233">
                  <c:v>43244</c:v>
                </c:pt>
                <c:pt idx="3234">
                  <c:v>43245</c:v>
                </c:pt>
                <c:pt idx="3235">
                  <c:v>43248</c:v>
                </c:pt>
                <c:pt idx="3236">
                  <c:v>43249</c:v>
                </c:pt>
                <c:pt idx="3237">
                  <c:v>43250</c:v>
                </c:pt>
                <c:pt idx="3238">
                  <c:v>43251</c:v>
                </c:pt>
                <c:pt idx="3239">
                  <c:v>43252</c:v>
                </c:pt>
                <c:pt idx="3240">
                  <c:v>43255</c:v>
                </c:pt>
                <c:pt idx="3241">
                  <c:v>43256</c:v>
                </c:pt>
                <c:pt idx="3242">
                  <c:v>43257</c:v>
                </c:pt>
                <c:pt idx="3243">
                  <c:v>43258</c:v>
                </c:pt>
                <c:pt idx="3244">
                  <c:v>43259</c:v>
                </c:pt>
                <c:pt idx="3245">
                  <c:v>43262</c:v>
                </c:pt>
                <c:pt idx="3246">
                  <c:v>43263</c:v>
                </c:pt>
                <c:pt idx="3247">
                  <c:v>43264</c:v>
                </c:pt>
                <c:pt idx="3248">
                  <c:v>43265</c:v>
                </c:pt>
                <c:pt idx="3249">
                  <c:v>43266</c:v>
                </c:pt>
                <c:pt idx="3250">
                  <c:v>43269</c:v>
                </c:pt>
                <c:pt idx="3251">
                  <c:v>43270</c:v>
                </c:pt>
                <c:pt idx="3252">
                  <c:v>43271</c:v>
                </c:pt>
                <c:pt idx="3253">
                  <c:v>43272</c:v>
                </c:pt>
                <c:pt idx="3254">
                  <c:v>43273</c:v>
                </c:pt>
                <c:pt idx="3255">
                  <c:v>43276</c:v>
                </c:pt>
                <c:pt idx="3256">
                  <c:v>43277</c:v>
                </c:pt>
                <c:pt idx="3257">
                  <c:v>43278</c:v>
                </c:pt>
                <c:pt idx="3258">
                  <c:v>43279</c:v>
                </c:pt>
                <c:pt idx="3259">
                  <c:v>43280</c:v>
                </c:pt>
                <c:pt idx="3260">
                  <c:v>43283</c:v>
                </c:pt>
                <c:pt idx="3261">
                  <c:v>43284</c:v>
                </c:pt>
                <c:pt idx="3262">
                  <c:v>43285</c:v>
                </c:pt>
                <c:pt idx="3263">
                  <c:v>43286</c:v>
                </c:pt>
                <c:pt idx="3264">
                  <c:v>43287</c:v>
                </c:pt>
                <c:pt idx="3265">
                  <c:v>43290</c:v>
                </c:pt>
                <c:pt idx="3266">
                  <c:v>43291</c:v>
                </c:pt>
                <c:pt idx="3267">
                  <c:v>43292</c:v>
                </c:pt>
                <c:pt idx="3268">
                  <c:v>43293</c:v>
                </c:pt>
                <c:pt idx="3269">
                  <c:v>43294</c:v>
                </c:pt>
                <c:pt idx="3270">
                  <c:v>43297</c:v>
                </c:pt>
                <c:pt idx="3271">
                  <c:v>43298</c:v>
                </c:pt>
                <c:pt idx="3272">
                  <c:v>43299</c:v>
                </c:pt>
                <c:pt idx="3273">
                  <c:v>43300</c:v>
                </c:pt>
                <c:pt idx="3274">
                  <c:v>43301</c:v>
                </c:pt>
                <c:pt idx="3275">
                  <c:v>43304</c:v>
                </c:pt>
                <c:pt idx="3276">
                  <c:v>43305</c:v>
                </c:pt>
                <c:pt idx="3277">
                  <c:v>43306</c:v>
                </c:pt>
                <c:pt idx="3278">
                  <c:v>43307</c:v>
                </c:pt>
                <c:pt idx="3279">
                  <c:v>43308</c:v>
                </c:pt>
                <c:pt idx="3280">
                  <c:v>43311</c:v>
                </c:pt>
                <c:pt idx="3281">
                  <c:v>43312</c:v>
                </c:pt>
                <c:pt idx="3282">
                  <c:v>43313</c:v>
                </c:pt>
                <c:pt idx="3283">
                  <c:v>43314</c:v>
                </c:pt>
                <c:pt idx="3284">
                  <c:v>43315</c:v>
                </c:pt>
                <c:pt idx="3285">
                  <c:v>43318</c:v>
                </c:pt>
                <c:pt idx="3286">
                  <c:v>43319</c:v>
                </c:pt>
                <c:pt idx="3287">
                  <c:v>43320</c:v>
                </c:pt>
                <c:pt idx="3288">
                  <c:v>43321</c:v>
                </c:pt>
                <c:pt idx="3289">
                  <c:v>43322</c:v>
                </c:pt>
                <c:pt idx="3290">
                  <c:v>43325</c:v>
                </c:pt>
                <c:pt idx="3291">
                  <c:v>43326</c:v>
                </c:pt>
                <c:pt idx="3292">
                  <c:v>43327</c:v>
                </c:pt>
                <c:pt idx="3293">
                  <c:v>43328</c:v>
                </c:pt>
                <c:pt idx="3294">
                  <c:v>43329</c:v>
                </c:pt>
                <c:pt idx="3295">
                  <c:v>43332</c:v>
                </c:pt>
                <c:pt idx="3296">
                  <c:v>43333</c:v>
                </c:pt>
                <c:pt idx="3297">
                  <c:v>43334</c:v>
                </c:pt>
                <c:pt idx="3298">
                  <c:v>43335</c:v>
                </c:pt>
                <c:pt idx="3299">
                  <c:v>43336</c:v>
                </c:pt>
                <c:pt idx="3300">
                  <c:v>43339</c:v>
                </c:pt>
                <c:pt idx="3301">
                  <c:v>43340</c:v>
                </c:pt>
                <c:pt idx="3302">
                  <c:v>43341</c:v>
                </c:pt>
                <c:pt idx="3303">
                  <c:v>43342</c:v>
                </c:pt>
                <c:pt idx="3304">
                  <c:v>43343</c:v>
                </c:pt>
                <c:pt idx="3305">
                  <c:v>43346</c:v>
                </c:pt>
                <c:pt idx="3306">
                  <c:v>43347</c:v>
                </c:pt>
                <c:pt idx="3307">
                  <c:v>43348</c:v>
                </c:pt>
                <c:pt idx="3308">
                  <c:v>43349</c:v>
                </c:pt>
                <c:pt idx="3309">
                  <c:v>43350</c:v>
                </c:pt>
                <c:pt idx="3310">
                  <c:v>43353</c:v>
                </c:pt>
                <c:pt idx="3311">
                  <c:v>43354</c:v>
                </c:pt>
                <c:pt idx="3312">
                  <c:v>43355</c:v>
                </c:pt>
                <c:pt idx="3313">
                  <c:v>43356</c:v>
                </c:pt>
                <c:pt idx="3314">
                  <c:v>43357</c:v>
                </c:pt>
                <c:pt idx="3315">
                  <c:v>43360</c:v>
                </c:pt>
                <c:pt idx="3316">
                  <c:v>43361</c:v>
                </c:pt>
                <c:pt idx="3317">
                  <c:v>43362</c:v>
                </c:pt>
                <c:pt idx="3318">
                  <c:v>43363</c:v>
                </c:pt>
                <c:pt idx="3319">
                  <c:v>43364</c:v>
                </c:pt>
                <c:pt idx="3320">
                  <c:v>43367</c:v>
                </c:pt>
                <c:pt idx="3321">
                  <c:v>43368</c:v>
                </c:pt>
                <c:pt idx="3322">
                  <c:v>43369</c:v>
                </c:pt>
                <c:pt idx="3323">
                  <c:v>43370</c:v>
                </c:pt>
                <c:pt idx="3324">
                  <c:v>43371</c:v>
                </c:pt>
                <c:pt idx="3325">
                  <c:v>43374</c:v>
                </c:pt>
                <c:pt idx="3326">
                  <c:v>43375</c:v>
                </c:pt>
                <c:pt idx="3327">
                  <c:v>43376</c:v>
                </c:pt>
                <c:pt idx="3328">
                  <c:v>43377</c:v>
                </c:pt>
                <c:pt idx="3329">
                  <c:v>43378</c:v>
                </c:pt>
                <c:pt idx="3330">
                  <c:v>43381</c:v>
                </c:pt>
                <c:pt idx="3331">
                  <c:v>43382</c:v>
                </c:pt>
                <c:pt idx="3332">
                  <c:v>43383</c:v>
                </c:pt>
                <c:pt idx="3333">
                  <c:v>43384</c:v>
                </c:pt>
                <c:pt idx="3334">
                  <c:v>43385</c:v>
                </c:pt>
                <c:pt idx="3335">
                  <c:v>43388</c:v>
                </c:pt>
                <c:pt idx="3336">
                  <c:v>43389</c:v>
                </c:pt>
                <c:pt idx="3337">
                  <c:v>43390</c:v>
                </c:pt>
                <c:pt idx="3338">
                  <c:v>43391</c:v>
                </c:pt>
                <c:pt idx="3339">
                  <c:v>43392</c:v>
                </c:pt>
                <c:pt idx="3340">
                  <c:v>43395</c:v>
                </c:pt>
                <c:pt idx="3341">
                  <c:v>43396</c:v>
                </c:pt>
                <c:pt idx="3342">
                  <c:v>43397</c:v>
                </c:pt>
                <c:pt idx="3343">
                  <c:v>43398</c:v>
                </c:pt>
                <c:pt idx="3344">
                  <c:v>43399</c:v>
                </c:pt>
                <c:pt idx="3345">
                  <c:v>43402</c:v>
                </c:pt>
                <c:pt idx="3346">
                  <c:v>43403</c:v>
                </c:pt>
                <c:pt idx="3347">
                  <c:v>43404</c:v>
                </c:pt>
                <c:pt idx="3348">
                  <c:v>43405</c:v>
                </c:pt>
                <c:pt idx="3349">
                  <c:v>43406</c:v>
                </c:pt>
                <c:pt idx="3350">
                  <c:v>43409</c:v>
                </c:pt>
                <c:pt idx="3351">
                  <c:v>43410</c:v>
                </c:pt>
                <c:pt idx="3352">
                  <c:v>43411</c:v>
                </c:pt>
                <c:pt idx="3353">
                  <c:v>43412</c:v>
                </c:pt>
                <c:pt idx="3354">
                  <c:v>43413</c:v>
                </c:pt>
                <c:pt idx="3355">
                  <c:v>43416</c:v>
                </c:pt>
                <c:pt idx="3356">
                  <c:v>43417</c:v>
                </c:pt>
                <c:pt idx="3357">
                  <c:v>43418</c:v>
                </c:pt>
                <c:pt idx="3358">
                  <c:v>43419</c:v>
                </c:pt>
                <c:pt idx="3359">
                  <c:v>43420</c:v>
                </c:pt>
                <c:pt idx="3360">
                  <c:v>43423</c:v>
                </c:pt>
                <c:pt idx="3361">
                  <c:v>43424</c:v>
                </c:pt>
                <c:pt idx="3362">
                  <c:v>43425</c:v>
                </c:pt>
                <c:pt idx="3363">
                  <c:v>43426</c:v>
                </c:pt>
                <c:pt idx="3364">
                  <c:v>43427</c:v>
                </c:pt>
                <c:pt idx="3365">
                  <c:v>43430</c:v>
                </c:pt>
                <c:pt idx="3366">
                  <c:v>43431</c:v>
                </c:pt>
                <c:pt idx="3367">
                  <c:v>43432</c:v>
                </c:pt>
                <c:pt idx="3368">
                  <c:v>43433</c:v>
                </c:pt>
                <c:pt idx="3369">
                  <c:v>43434</c:v>
                </c:pt>
                <c:pt idx="3370">
                  <c:v>43437</c:v>
                </c:pt>
                <c:pt idx="3371">
                  <c:v>43438</c:v>
                </c:pt>
                <c:pt idx="3372">
                  <c:v>43439</c:v>
                </c:pt>
                <c:pt idx="3373">
                  <c:v>43440</c:v>
                </c:pt>
                <c:pt idx="3374">
                  <c:v>43441</c:v>
                </c:pt>
                <c:pt idx="3375">
                  <c:v>43444</c:v>
                </c:pt>
                <c:pt idx="3376">
                  <c:v>43445</c:v>
                </c:pt>
                <c:pt idx="3377">
                  <c:v>43446</c:v>
                </c:pt>
                <c:pt idx="3378">
                  <c:v>43447</c:v>
                </c:pt>
                <c:pt idx="3379">
                  <c:v>43448</c:v>
                </c:pt>
                <c:pt idx="3380">
                  <c:v>43451</c:v>
                </c:pt>
                <c:pt idx="3381">
                  <c:v>43452</c:v>
                </c:pt>
                <c:pt idx="3382">
                  <c:v>43453</c:v>
                </c:pt>
                <c:pt idx="3383">
                  <c:v>43454</c:v>
                </c:pt>
                <c:pt idx="3384">
                  <c:v>43455</c:v>
                </c:pt>
                <c:pt idx="3385">
                  <c:v>43458</c:v>
                </c:pt>
                <c:pt idx="3386">
                  <c:v>43459</c:v>
                </c:pt>
                <c:pt idx="3387">
                  <c:v>43460</c:v>
                </c:pt>
                <c:pt idx="3388">
                  <c:v>43461</c:v>
                </c:pt>
                <c:pt idx="3389">
                  <c:v>43462</c:v>
                </c:pt>
                <c:pt idx="3390">
                  <c:v>43465</c:v>
                </c:pt>
                <c:pt idx="3391">
                  <c:v>43466</c:v>
                </c:pt>
                <c:pt idx="3392">
                  <c:v>43467</c:v>
                </c:pt>
                <c:pt idx="3393">
                  <c:v>43468</c:v>
                </c:pt>
                <c:pt idx="3394">
                  <c:v>43469</c:v>
                </c:pt>
                <c:pt idx="3395">
                  <c:v>43472</c:v>
                </c:pt>
                <c:pt idx="3396">
                  <c:v>43473</c:v>
                </c:pt>
                <c:pt idx="3397">
                  <c:v>43474</c:v>
                </c:pt>
                <c:pt idx="3398">
                  <c:v>43475</c:v>
                </c:pt>
                <c:pt idx="3399">
                  <c:v>43476</c:v>
                </c:pt>
                <c:pt idx="3400">
                  <c:v>43479</c:v>
                </c:pt>
                <c:pt idx="3401">
                  <c:v>43480</c:v>
                </c:pt>
                <c:pt idx="3402">
                  <c:v>43481</c:v>
                </c:pt>
                <c:pt idx="3403">
                  <c:v>43482</c:v>
                </c:pt>
                <c:pt idx="3404">
                  <c:v>43483</c:v>
                </c:pt>
                <c:pt idx="3405">
                  <c:v>43486</c:v>
                </c:pt>
                <c:pt idx="3406">
                  <c:v>43487</c:v>
                </c:pt>
                <c:pt idx="3407">
                  <c:v>43488</c:v>
                </c:pt>
                <c:pt idx="3408">
                  <c:v>43489</c:v>
                </c:pt>
                <c:pt idx="3409">
                  <c:v>43490</c:v>
                </c:pt>
                <c:pt idx="3410">
                  <c:v>43493</c:v>
                </c:pt>
                <c:pt idx="3411">
                  <c:v>43494</c:v>
                </c:pt>
                <c:pt idx="3412">
                  <c:v>43495</c:v>
                </c:pt>
                <c:pt idx="3413">
                  <c:v>43496</c:v>
                </c:pt>
                <c:pt idx="3414">
                  <c:v>43497</c:v>
                </c:pt>
                <c:pt idx="3415">
                  <c:v>43500</c:v>
                </c:pt>
                <c:pt idx="3416">
                  <c:v>43501</c:v>
                </c:pt>
                <c:pt idx="3417">
                  <c:v>43502</c:v>
                </c:pt>
                <c:pt idx="3418">
                  <c:v>43503</c:v>
                </c:pt>
                <c:pt idx="3419">
                  <c:v>43504</c:v>
                </c:pt>
                <c:pt idx="3420">
                  <c:v>43507</c:v>
                </c:pt>
                <c:pt idx="3421">
                  <c:v>43508</c:v>
                </c:pt>
                <c:pt idx="3422">
                  <c:v>43509</c:v>
                </c:pt>
                <c:pt idx="3423">
                  <c:v>43510</c:v>
                </c:pt>
                <c:pt idx="3424">
                  <c:v>43511</c:v>
                </c:pt>
                <c:pt idx="3425">
                  <c:v>43514</c:v>
                </c:pt>
                <c:pt idx="3426">
                  <c:v>43515</c:v>
                </c:pt>
                <c:pt idx="3427">
                  <c:v>43516</c:v>
                </c:pt>
                <c:pt idx="3428">
                  <c:v>43517</c:v>
                </c:pt>
                <c:pt idx="3429">
                  <c:v>43518</c:v>
                </c:pt>
                <c:pt idx="3430">
                  <c:v>43521</c:v>
                </c:pt>
                <c:pt idx="3431">
                  <c:v>43522</c:v>
                </c:pt>
                <c:pt idx="3432">
                  <c:v>43523</c:v>
                </c:pt>
                <c:pt idx="3433">
                  <c:v>43524</c:v>
                </c:pt>
                <c:pt idx="3434">
                  <c:v>43525</c:v>
                </c:pt>
                <c:pt idx="3435">
                  <c:v>43528</c:v>
                </c:pt>
                <c:pt idx="3436">
                  <c:v>43529</c:v>
                </c:pt>
                <c:pt idx="3437">
                  <c:v>43530</c:v>
                </c:pt>
                <c:pt idx="3438">
                  <c:v>43531</c:v>
                </c:pt>
                <c:pt idx="3439">
                  <c:v>43532</c:v>
                </c:pt>
                <c:pt idx="3440">
                  <c:v>43535</c:v>
                </c:pt>
                <c:pt idx="3441">
                  <c:v>43536</c:v>
                </c:pt>
                <c:pt idx="3442">
                  <c:v>43537</c:v>
                </c:pt>
                <c:pt idx="3443">
                  <c:v>43538</c:v>
                </c:pt>
                <c:pt idx="3444">
                  <c:v>43539</c:v>
                </c:pt>
                <c:pt idx="3445">
                  <c:v>43542</c:v>
                </c:pt>
                <c:pt idx="3446">
                  <c:v>43543</c:v>
                </c:pt>
                <c:pt idx="3447">
                  <c:v>43544</c:v>
                </c:pt>
                <c:pt idx="3448">
                  <c:v>43545</c:v>
                </c:pt>
                <c:pt idx="3449">
                  <c:v>43546</c:v>
                </c:pt>
                <c:pt idx="3450">
                  <c:v>43549</c:v>
                </c:pt>
                <c:pt idx="3451">
                  <c:v>43550</c:v>
                </c:pt>
                <c:pt idx="3452">
                  <c:v>43551</c:v>
                </c:pt>
                <c:pt idx="3453">
                  <c:v>43552</c:v>
                </c:pt>
                <c:pt idx="3454">
                  <c:v>43553</c:v>
                </c:pt>
                <c:pt idx="3455">
                  <c:v>43556</c:v>
                </c:pt>
                <c:pt idx="3456">
                  <c:v>43557</c:v>
                </c:pt>
                <c:pt idx="3457">
                  <c:v>43558</c:v>
                </c:pt>
                <c:pt idx="3458">
                  <c:v>43559</c:v>
                </c:pt>
                <c:pt idx="3459">
                  <c:v>43560</c:v>
                </c:pt>
                <c:pt idx="3460">
                  <c:v>43563</c:v>
                </c:pt>
                <c:pt idx="3461">
                  <c:v>43564</c:v>
                </c:pt>
                <c:pt idx="3462">
                  <c:v>43565</c:v>
                </c:pt>
                <c:pt idx="3463">
                  <c:v>43566</c:v>
                </c:pt>
                <c:pt idx="3464">
                  <c:v>43567</c:v>
                </c:pt>
                <c:pt idx="3465">
                  <c:v>43570</c:v>
                </c:pt>
                <c:pt idx="3466">
                  <c:v>43571</c:v>
                </c:pt>
                <c:pt idx="3467">
                  <c:v>43572</c:v>
                </c:pt>
                <c:pt idx="3468">
                  <c:v>43573</c:v>
                </c:pt>
                <c:pt idx="3469">
                  <c:v>43574</c:v>
                </c:pt>
                <c:pt idx="3470">
                  <c:v>43577</c:v>
                </c:pt>
                <c:pt idx="3471">
                  <c:v>43578</c:v>
                </c:pt>
                <c:pt idx="3472">
                  <c:v>43579</c:v>
                </c:pt>
                <c:pt idx="3473">
                  <c:v>43580</c:v>
                </c:pt>
                <c:pt idx="3474">
                  <c:v>43581</c:v>
                </c:pt>
                <c:pt idx="3475">
                  <c:v>43584</c:v>
                </c:pt>
                <c:pt idx="3476">
                  <c:v>43585</c:v>
                </c:pt>
                <c:pt idx="3477">
                  <c:v>43586</c:v>
                </c:pt>
                <c:pt idx="3478">
                  <c:v>43587</c:v>
                </c:pt>
                <c:pt idx="3479">
                  <c:v>43588</c:v>
                </c:pt>
                <c:pt idx="3480">
                  <c:v>43591</c:v>
                </c:pt>
                <c:pt idx="3481">
                  <c:v>43592</c:v>
                </c:pt>
                <c:pt idx="3482">
                  <c:v>43593</c:v>
                </c:pt>
                <c:pt idx="3483">
                  <c:v>43594</c:v>
                </c:pt>
                <c:pt idx="3484">
                  <c:v>43595</c:v>
                </c:pt>
                <c:pt idx="3485">
                  <c:v>43598</c:v>
                </c:pt>
                <c:pt idx="3486">
                  <c:v>43599</c:v>
                </c:pt>
                <c:pt idx="3487">
                  <c:v>43600</c:v>
                </c:pt>
                <c:pt idx="3488">
                  <c:v>43601</c:v>
                </c:pt>
                <c:pt idx="3489">
                  <c:v>43602</c:v>
                </c:pt>
                <c:pt idx="3490">
                  <c:v>43605</c:v>
                </c:pt>
                <c:pt idx="3491">
                  <c:v>43606</c:v>
                </c:pt>
                <c:pt idx="3492">
                  <c:v>43607</c:v>
                </c:pt>
                <c:pt idx="3493">
                  <c:v>43608</c:v>
                </c:pt>
                <c:pt idx="3494">
                  <c:v>43609</c:v>
                </c:pt>
                <c:pt idx="3495">
                  <c:v>43612</c:v>
                </c:pt>
                <c:pt idx="3496">
                  <c:v>43613</c:v>
                </c:pt>
                <c:pt idx="3497">
                  <c:v>43614</c:v>
                </c:pt>
                <c:pt idx="3498">
                  <c:v>43615</c:v>
                </c:pt>
                <c:pt idx="3499">
                  <c:v>43616</c:v>
                </c:pt>
                <c:pt idx="3500">
                  <c:v>43619</c:v>
                </c:pt>
                <c:pt idx="3501">
                  <c:v>43620</c:v>
                </c:pt>
                <c:pt idx="3502">
                  <c:v>43621</c:v>
                </c:pt>
                <c:pt idx="3503">
                  <c:v>43622</c:v>
                </c:pt>
                <c:pt idx="3504">
                  <c:v>43623</c:v>
                </c:pt>
                <c:pt idx="3505">
                  <c:v>43626</c:v>
                </c:pt>
                <c:pt idx="3506">
                  <c:v>43627</c:v>
                </c:pt>
                <c:pt idx="3507">
                  <c:v>43628</c:v>
                </c:pt>
                <c:pt idx="3508">
                  <c:v>43629</c:v>
                </c:pt>
                <c:pt idx="3509">
                  <c:v>43630</c:v>
                </c:pt>
                <c:pt idx="3510">
                  <c:v>43633</c:v>
                </c:pt>
                <c:pt idx="3511">
                  <c:v>43634</c:v>
                </c:pt>
                <c:pt idx="3512">
                  <c:v>43635</c:v>
                </c:pt>
                <c:pt idx="3513">
                  <c:v>43636</c:v>
                </c:pt>
                <c:pt idx="3514">
                  <c:v>43637</c:v>
                </c:pt>
                <c:pt idx="3515">
                  <c:v>43640</c:v>
                </c:pt>
                <c:pt idx="3516">
                  <c:v>43641</c:v>
                </c:pt>
                <c:pt idx="3517">
                  <c:v>43642</c:v>
                </c:pt>
                <c:pt idx="3518">
                  <c:v>43643</c:v>
                </c:pt>
                <c:pt idx="3519">
                  <c:v>43644</c:v>
                </c:pt>
                <c:pt idx="3520">
                  <c:v>43647</c:v>
                </c:pt>
                <c:pt idx="3521">
                  <c:v>43648</c:v>
                </c:pt>
                <c:pt idx="3522">
                  <c:v>43649</c:v>
                </c:pt>
                <c:pt idx="3523">
                  <c:v>43650</c:v>
                </c:pt>
                <c:pt idx="3524">
                  <c:v>43651</c:v>
                </c:pt>
                <c:pt idx="3525">
                  <c:v>43654</c:v>
                </c:pt>
                <c:pt idx="3526">
                  <c:v>43655</c:v>
                </c:pt>
                <c:pt idx="3527">
                  <c:v>43656</c:v>
                </c:pt>
                <c:pt idx="3528">
                  <c:v>43657</c:v>
                </c:pt>
                <c:pt idx="3529">
                  <c:v>43658</c:v>
                </c:pt>
                <c:pt idx="3530">
                  <c:v>43661</c:v>
                </c:pt>
                <c:pt idx="3531">
                  <c:v>43662</c:v>
                </c:pt>
                <c:pt idx="3532">
                  <c:v>43663</c:v>
                </c:pt>
                <c:pt idx="3533">
                  <c:v>43664</c:v>
                </c:pt>
                <c:pt idx="3534">
                  <c:v>43665</c:v>
                </c:pt>
                <c:pt idx="3535">
                  <c:v>43668</c:v>
                </c:pt>
                <c:pt idx="3536">
                  <c:v>43669</c:v>
                </c:pt>
                <c:pt idx="3537">
                  <c:v>43670</c:v>
                </c:pt>
                <c:pt idx="3538">
                  <c:v>43671</c:v>
                </c:pt>
                <c:pt idx="3539">
                  <c:v>43672</c:v>
                </c:pt>
                <c:pt idx="3540">
                  <c:v>43675</c:v>
                </c:pt>
                <c:pt idx="3541">
                  <c:v>43676</c:v>
                </c:pt>
                <c:pt idx="3542">
                  <c:v>43677</c:v>
                </c:pt>
                <c:pt idx="3543">
                  <c:v>43678</c:v>
                </c:pt>
                <c:pt idx="3544">
                  <c:v>43679</c:v>
                </c:pt>
                <c:pt idx="3545">
                  <c:v>43682</c:v>
                </c:pt>
                <c:pt idx="3546">
                  <c:v>43683</c:v>
                </c:pt>
                <c:pt idx="3547">
                  <c:v>43684</c:v>
                </c:pt>
                <c:pt idx="3548">
                  <c:v>43685</c:v>
                </c:pt>
                <c:pt idx="3549">
                  <c:v>43686</c:v>
                </c:pt>
                <c:pt idx="3550">
                  <c:v>43689</c:v>
                </c:pt>
                <c:pt idx="3551">
                  <c:v>43690</c:v>
                </c:pt>
                <c:pt idx="3552">
                  <c:v>43691</c:v>
                </c:pt>
                <c:pt idx="3553">
                  <c:v>43692</c:v>
                </c:pt>
                <c:pt idx="3554">
                  <c:v>43693</c:v>
                </c:pt>
                <c:pt idx="3555">
                  <c:v>43696</c:v>
                </c:pt>
                <c:pt idx="3556">
                  <c:v>43697</c:v>
                </c:pt>
                <c:pt idx="3557">
                  <c:v>43698</c:v>
                </c:pt>
                <c:pt idx="3558">
                  <c:v>43699</c:v>
                </c:pt>
                <c:pt idx="3559">
                  <c:v>43700</c:v>
                </c:pt>
                <c:pt idx="3560">
                  <c:v>43703</c:v>
                </c:pt>
                <c:pt idx="3561">
                  <c:v>43704</c:v>
                </c:pt>
                <c:pt idx="3562">
                  <c:v>43705</c:v>
                </c:pt>
                <c:pt idx="3563">
                  <c:v>43706</c:v>
                </c:pt>
                <c:pt idx="3564">
                  <c:v>43707</c:v>
                </c:pt>
                <c:pt idx="3565">
                  <c:v>43710</c:v>
                </c:pt>
                <c:pt idx="3566">
                  <c:v>43711</c:v>
                </c:pt>
                <c:pt idx="3567">
                  <c:v>43712</c:v>
                </c:pt>
                <c:pt idx="3568">
                  <c:v>43713</c:v>
                </c:pt>
                <c:pt idx="3569">
                  <c:v>43714</c:v>
                </c:pt>
                <c:pt idx="3570">
                  <c:v>43717</c:v>
                </c:pt>
                <c:pt idx="3571">
                  <c:v>43718</c:v>
                </c:pt>
                <c:pt idx="3572">
                  <c:v>43719</c:v>
                </c:pt>
                <c:pt idx="3573">
                  <c:v>43720</c:v>
                </c:pt>
                <c:pt idx="3574">
                  <c:v>43721</c:v>
                </c:pt>
                <c:pt idx="3575">
                  <c:v>43724</c:v>
                </c:pt>
                <c:pt idx="3576">
                  <c:v>43725</c:v>
                </c:pt>
                <c:pt idx="3577">
                  <c:v>43726</c:v>
                </c:pt>
                <c:pt idx="3578">
                  <c:v>43727</c:v>
                </c:pt>
                <c:pt idx="3579">
                  <c:v>43728</c:v>
                </c:pt>
                <c:pt idx="3580">
                  <c:v>43731</c:v>
                </c:pt>
                <c:pt idx="3581">
                  <c:v>43732</c:v>
                </c:pt>
                <c:pt idx="3582">
                  <c:v>43733</c:v>
                </c:pt>
                <c:pt idx="3583">
                  <c:v>43734</c:v>
                </c:pt>
                <c:pt idx="3584">
                  <c:v>43735</c:v>
                </c:pt>
                <c:pt idx="3585">
                  <c:v>43738</c:v>
                </c:pt>
                <c:pt idx="3586">
                  <c:v>43739</c:v>
                </c:pt>
                <c:pt idx="3587">
                  <c:v>43740</c:v>
                </c:pt>
                <c:pt idx="3588">
                  <c:v>43741</c:v>
                </c:pt>
                <c:pt idx="3589">
                  <c:v>43742</c:v>
                </c:pt>
                <c:pt idx="3590">
                  <c:v>43745</c:v>
                </c:pt>
                <c:pt idx="3591">
                  <c:v>43746</c:v>
                </c:pt>
                <c:pt idx="3592">
                  <c:v>43747</c:v>
                </c:pt>
                <c:pt idx="3593">
                  <c:v>43748</c:v>
                </c:pt>
                <c:pt idx="3594">
                  <c:v>43749</c:v>
                </c:pt>
                <c:pt idx="3595">
                  <c:v>43752</c:v>
                </c:pt>
                <c:pt idx="3596">
                  <c:v>43753</c:v>
                </c:pt>
                <c:pt idx="3597">
                  <c:v>43754</c:v>
                </c:pt>
                <c:pt idx="3598">
                  <c:v>43755</c:v>
                </c:pt>
                <c:pt idx="3599">
                  <c:v>43756</c:v>
                </c:pt>
                <c:pt idx="3600">
                  <c:v>43759</c:v>
                </c:pt>
                <c:pt idx="3601">
                  <c:v>43760</c:v>
                </c:pt>
                <c:pt idx="3602">
                  <c:v>43761</c:v>
                </c:pt>
                <c:pt idx="3603">
                  <c:v>43762</c:v>
                </c:pt>
                <c:pt idx="3604">
                  <c:v>43763</c:v>
                </c:pt>
                <c:pt idx="3605">
                  <c:v>43766</c:v>
                </c:pt>
                <c:pt idx="3606">
                  <c:v>43767</c:v>
                </c:pt>
                <c:pt idx="3607">
                  <c:v>43768</c:v>
                </c:pt>
                <c:pt idx="3608">
                  <c:v>43769</c:v>
                </c:pt>
                <c:pt idx="3609">
                  <c:v>43770</c:v>
                </c:pt>
                <c:pt idx="3610">
                  <c:v>43773</c:v>
                </c:pt>
                <c:pt idx="3611">
                  <c:v>43774</c:v>
                </c:pt>
                <c:pt idx="3612">
                  <c:v>43775</c:v>
                </c:pt>
                <c:pt idx="3613">
                  <c:v>43776</c:v>
                </c:pt>
                <c:pt idx="3614">
                  <c:v>43777</c:v>
                </c:pt>
                <c:pt idx="3615">
                  <c:v>43780</c:v>
                </c:pt>
                <c:pt idx="3616">
                  <c:v>43781</c:v>
                </c:pt>
                <c:pt idx="3617">
                  <c:v>43782</c:v>
                </c:pt>
                <c:pt idx="3618">
                  <c:v>43783</c:v>
                </c:pt>
                <c:pt idx="3619">
                  <c:v>43784</c:v>
                </c:pt>
                <c:pt idx="3620">
                  <c:v>43787</c:v>
                </c:pt>
                <c:pt idx="3621">
                  <c:v>43788</c:v>
                </c:pt>
                <c:pt idx="3622">
                  <c:v>43789</c:v>
                </c:pt>
                <c:pt idx="3623">
                  <c:v>43790</c:v>
                </c:pt>
                <c:pt idx="3624">
                  <c:v>43791</c:v>
                </c:pt>
                <c:pt idx="3625">
                  <c:v>43794</c:v>
                </c:pt>
                <c:pt idx="3626">
                  <c:v>43795</c:v>
                </c:pt>
                <c:pt idx="3627">
                  <c:v>43796</c:v>
                </c:pt>
                <c:pt idx="3628">
                  <c:v>43797</c:v>
                </c:pt>
                <c:pt idx="3629">
                  <c:v>43798</c:v>
                </c:pt>
                <c:pt idx="3630">
                  <c:v>43801</c:v>
                </c:pt>
                <c:pt idx="3631">
                  <c:v>43802</c:v>
                </c:pt>
                <c:pt idx="3632">
                  <c:v>43803</c:v>
                </c:pt>
                <c:pt idx="3633">
                  <c:v>43804</c:v>
                </c:pt>
                <c:pt idx="3634">
                  <c:v>43805</c:v>
                </c:pt>
                <c:pt idx="3635">
                  <c:v>43808</c:v>
                </c:pt>
                <c:pt idx="3636">
                  <c:v>43809</c:v>
                </c:pt>
                <c:pt idx="3637">
                  <c:v>43810</c:v>
                </c:pt>
                <c:pt idx="3638">
                  <c:v>43811</c:v>
                </c:pt>
                <c:pt idx="3639">
                  <c:v>43812</c:v>
                </c:pt>
                <c:pt idx="3640">
                  <c:v>43815</c:v>
                </c:pt>
                <c:pt idx="3641">
                  <c:v>43816</c:v>
                </c:pt>
                <c:pt idx="3642">
                  <c:v>43817</c:v>
                </c:pt>
                <c:pt idx="3643">
                  <c:v>43818</c:v>
                </c:pt>
                <c:pt idx="3644">
                  <c:v>43819</c:v>
                </c:pt>
                <c:pt idx="3645">
                  <c:v>43822</c:v>
                </c:pt>
                <c:pt idx="3646">
                  <c:v>43823</c:v>
                </c:pt>
                <c:pt idx="3647">
                  <c:v>43824</c:v>
                </c:pt>
                <c:pt idx="3648">
                  <c:v>43825</c:v>
                </c:pt>
                <c:pt idx="3649">
                  <c:v>43826</c:v>
                </c:pt>
                <c:pt idx="3650">
                  <c:v>43829</c:v>
                </c:pt>
                <c:pt idx="3651">
                  <c:v>43830</c:v>
                </c:pt>
                <c:pt idx="3652">
                  <c:v>43831</c:v>
                </c:pt>
                <c:pt idx="3653">
                  <c:v>43832</c:v>
                </c:pt>
                <c:pt idx="3654">
                  <c:v>43833</c:v>
                </c:pt>
                <c:pt idx="3655">
                  <c:v>43836</c:v>
                </c:pt>
                <c:pt idx="3656">
                  <c:v>43837</c:v>
                </c:pt>
                <c:pt idx="3657">
                  <c:v>43838</c:v>
                </c:pt>
                <c:pt idx="3658">
                  <c:v>43839</c:v>
                </c:pt>
                <c:pt idx="3659">
                  <c:v>43840</c:v>
                </c:pt>
                <c:pt idx="3660">
                  <c:v>43843</c:v>
                </c:pt>
                <c:pt idx="3661">
                  <c:v>43844</c:v>
                </c:pt>
                <c:pt idx="3662">
                  <c:v>43845</c:v>
                </c:pt>
                <c:pt idx="3663">
                  <c:v>43846</c:v>
                </c:pt>
                <c:pt idx="3664">
                  <c:v>43847</c:v>
                </c:pt>
                <c:pt idx="3665">
                  <c:v>43850</c:v>
                </c:pt>
                <c:pt idx="3666">
                  <c:v>43851</c:v>
                </c:pt>
                <c:pt idx="3667">
                  <c:v>43852</c:v>
                </c:pt>
                <c:pt idx="3668">
                  <c:v>43853</c:v>
                </c:pt>
                <c:pt idx="3669">
                  <c:v>43854</c:v>
                </c:pt>
                <c:pt idx="3670">
                  <c:v>43857</c:v>
                </c:pt>
                <c:pt idx="3671">
                  <c:v>43858</c:v>
                </c:pt>
                <c:pt idx="3672">
                  <c:v>43859</c:v>
                </c:pt>
                <c:pt idx="3673">
                  <c:v>43860</c:v>
                </c:pt>
                <c:pt idx="3674">
                  <c:v>43861</c:v>
                </c:pt>
                <c:pt idx="3675">
                  <c:v>43864</c:v>
                </c:pt>
                <c:pt idx="3676">
                  <c:v>43865</c:v>
                </c:pt>
                <c:pt idx="3677">
                  <c:v>43866</c:v>
                </c:pt>
                <c:pt idx="3678">
                  <c:v>43867</c:v>
                </c:pt>
                <c:pt idx="3679">
                  <c:v>43868</c:v>
                </c:pt>
                <c:pt idx="3680">
                  <c:v>43871</c:v>
                </c:pt>
                <c:pt idx="3681">
                  <c:v>43872</c:v>
                </c:pt>
                <c:pt idx="3682">
                  <c:v>43873</c:v>
                </c:pt>
                <c:pt idx="3683">
                  <c:v>43874</c:v>
                </c:pt>
                <c:pt idx="3684">
                  <c:v>43875</c:v>
                </c:pt>
                <c:pt idx="3685">
                  <c:v>43878</c:v>
                </c:pt>
                <c:pt idx="3686">
                  <c:v>43879</c:v>
                </c:pt>
                <c:pt idx="3687">
                  <c:v>43880</c:v>
                </c:pt>
                <c:pt idx="3688">
                  <c:v>43881</c:v>
                </c:pt>
                <c:pt idx="3689">
                  <c:v>43882</c:v>
                </c:pt>
                <c:pt idx="3690">
                  <c:v>43885</c:v>
                </c:pt>
                <c:pt idx="3691">
                  <c:v>43886</c:v>
                </c:pt>
                <c:pt idx="3692">
                  <c:v>43887</c:v>
                </c:pt>
                <c:pt idx="3693">
                  <c:v>43888</c:v>
                </c:pt>
                <c:pt idx="3694">
                  <c:v>43889</c:v>
                </c:pt>
                <c:pt idx="3695">
                  <c:v>43892</c:v>
                </c:pt>
                <c:pt idx="3696">
                  <c:v>43893</c:v>
                </c:pt>
                <c:pt idx="3697">
                  <c:v>43894</c:v>
                </c:pt>
                <c:pt idx="3698">
                  <c:v>43895</c:v>
                </c:pt>
                <c:pt idx="3699">
                  <c:v>43896</c:v>
                </c:pt>
                <c:pt idx="3700">
                  <c:v>43899</c:v>
                </c:pt>
                <c:pt idx="3701">
                  <c:v>43900</c:v>
                </c:pt>
                <c:pt idx="3702">
                  <c:v>43901</c:v>
                </c:pt>
                <c:pt idx="3703">
                  <c:v>43902</c:v>
                </c:pt>
                <c:pt idx="3704">
                  <c:v>43903</c:v>
                </c:pt>
                <c:pt idx="3705">
                  <c:v>43906</c:v>
                </c:pt>
                <c:pt idx="3706">
                  <c:v>43907</c:v>
                </c:pt>
                <c:pt idx="3707">
                  <c:v>43908</c:v>
                </c:pt>
                <c:pt idx="3708">
                  <c:v>43909</c:v>
                </c:pt>
                <c:pt idx="3709">
                  <c:v>43910</c:v>
                </c:pt>
                <c:pt idx="3710">
                  <c:v>43913</c:v>
                </c:pt>
                <c:pt idx="3711">
                  <c:v>43914</c:v>
                </c:pt>
                <c:pt idx="3712">
                  <c:v>43915</c:v>
                </c:pt>
                <c:pt idx="3713">
                  <c:v>43916</c:v>
                </c:pt>
                <c:pt idx="3714">
                  <c:v>43917</c:v>
                </c:pt>
                <c:pt idx="3715">
                  <c:v>43920</c:v>
                </c:pt>
                <c:pt idx="3716">
                  <c:v>43921</c:v>
                </c:pt>
                <c:pt idx="3717">
                  <c:v>43922</c:v>
                </c:pt>
                <c:pt idx="3718">
                  <c:v>43923</c:v>
                </c:pt>
                <c:pt idx="3719">
                  <c:v>43924</c:v>
                </c:pt>
                <c:pt idx="3720">
                  <c:v>43927</c:v>
                </c:pt>
                <c:pt idx="3721">
                  <c:v>43928</c:v>
                </c:pt>
                <c:pt idx="3722">
                  <c:v>43929</c:v>
                </c:pt>
                <c:pt idx="3723">
                  <c:v>43930</c:v>
                </c:pt>
                <c:pt idx="3724">
                  <c:v>43931</c:v>
                </c:pt>
                <c:pt idx="3725">
                  <c:v>43934</c:v>
                </c:pt>
                <c:pt idx="3726">
                  <c:v>43935</c:v>
                </c:pt>
                <c:pt idx="3727">
                  <c:v>43936</c:v>
                </c:pt>
                <c:pt idx="3728">
                  <c:v>43937</c:v>
                </c:pt>
                <c:pt idx="3729">
                  <c:v>43938</c:v>
                </c:pt>
                <c:pt idx="3730">
                  <c:v>43941</c:v>
                </c:pt>
                <c:pt idx="3731">
                  <c:v>43942</c:v>
                </c:pt>
                <c:pt idx="3732">
                  <c:v>43943</c:v>
                </c:pt>
                <c:pt idx="3733">
                  <c:v>43944</c:v>
                </c:pt>
                <c:pt idx="3734">
                  <c:v>43945</c:v>
                </c:pt>
                <c:pt idx="3735">
                  <c:v>43948</c:v>
                </c:pt>
                <c:pt idx="3736">
                  <c:v>43949</c:v>
                </c:pt>
                <c:pt idx="3737">
                  <c:v>43950</c:v>
                </c:pt>
                <c:pt idx="3738">
                  <c:v>43951</c:v>
                </c:pt>
                <c:pt idx="3739">
                  <c:v>43952</c:v>
                </c:pt>
                <c:pt idx="3740">
                  <c:v>43955</c:v>
                </c:pt>
                <c:pt idx="3741">
                  <c:v>43956</c:v>
                </c:pt>
                <c:pt idx="3742">
                  <c:v>43957</c:v>
                </c:pt>
                <c:pt idx="3743">
                  <c:v>43958</c:v>
                </c:pt>
                <c:pt idx="3744">
                  <c:v>43959</c:v>
                </c:pt>
                <c:pt idx="3745">
                  <c:v>43962</c:v>
                </c:pt>
                <c:pt idx="3746">
                  <c:v>43963</c:v>
                </c:pt>
                <c:pt idx="3747">
                  <c:v>43964</c:v>
                </c:pt>
                <c:pt idx="3748">
                  <c:v>43965</c:v>
                </c:pt>
                <c:pt idx="3749">
                  <c:v>43966</c:v>
                </c:pt>
                <c:pt idx="3750">
                  <c:v>43969</c:v>
                </c:pt>
                <c:pt idx="3751">
                  <c:v>43970</c:v>
                </c:pt>
                <c:pt idx="3752">
                  <c:v>43971</c:v>
                </c:pt>
                <c:pt idx="3753">
                  <c:v>43972</c:v>
                </c:pt>
                <c:pt idx="3754">
                  <c:v>43973</c:v>
                </c:pt>
                <c:pt idx="3755">
                  <c:v>43976</c:v>
                </c:pt>
                <c:pt idx="3756">
                  <c:v>43977</c:v>
                </c:pt>
                <c:pt idx="3757">
                  <c:v>43978</c:v>
                </c:pt>
                <c:pt idx="3758">
                  <c:v>43979</c:v>
                </c:pt>
                <c:pt idx="3759">
                  <c:v>43980</c:v>
                </c:pt>
                <c:pt idx="3760">
                  <c:v>43983</c:v>
                </c:pt>
                <c:pt idx="3761">
                  <c:v>43984</c:v>
                </c:pt>
                <c:pt idx="3762">
                  <c:v>43985</c:v>
                </c:pt>
                <c:pt idx="3763">
                  <c:v>43986</c:v>
                </c:pt>
                <c:pt idx="3764">
                  <c:v>43987</c:v>
                </c:pt>
                <c:pt idx="3765">
                  <c:v>43990</c:v>
                </c:pt>
                <c:pt idx="3766">
                  <c:v>43991</c:v>
                </c:pt>
                <c:pt idx="3767">
                  <c:v>43992</c:v>
                </c:pt>
                <c:pt idx="3768">
                  <c:v>43993</c:v>
                </c:pt>
                <c:pt idx="3769">
                  <c:v>43994</c:v>
                </c:pt>
                <c:pt idx="3770">
                  <c:v>43997</c:v>
                </c:pt>
                <c:pt idx="3771">
                  <c:v>43998</c:v>
                </c:pt>
                <c:pt idx="3772">
                  <c:v>43999</c:v>
                </c:pt>
                <c:pt idx="3773">
                  <c:v>44000</c:v>
                </c:pt>
                <c:pt idx="3774">
                  <c:v>44001</c:v>
                </c:pt>
                <c:pt idx="3775">
                  <c:v>44004</c:v>
                </c:pt>
                <c:pt idx="3776">
                  <c:v>44005</c:v>
                </c:pt>
                <c:pt idx="3777">
                  <c:v>44006</c:v>
                </c:pt>
                <c:pt idx="3778">
                  <c:v>44007</c:v>
                </c:pt>
                <c:pt idx="3779">
                  <c:v>44008</c:v>
                </c:pt>
                <c:pt idx="3780">
                  <c:v>44011</c:v>
                </c:pt>
                <c:pt idx="3781">
                  <c:v>44012</c:v>
                </c:pt>
                <c:pt idx="3782">
                  <c:v>44013</c:v>
                </c:pt>
                <c:pt idx="3783">
                  <c:v>44014</c:v>
                </c:pt>
                <c:pt idx="3784">
                  <c:v>44015</c:v>
                </c:pt>
                <c:pt idx="3785">
                  <c:v>44018</c:v>
                </c:pt>
                <c:pt idx="3786">
                  <c:v>44019</c:v>
                </c:pt>
                <c:pt idx="3787">
                  <c:v>44020</c:v>
                </c:pt>
                <c:pt idx="3788">
                  <c:v>44021</c:v>
                </c:pt>
                <c:pt idx="3789">
                  <c:v>44022</c:v>
                </c:pt>
                <c:pt idx="3790">
                  <c:v>44025</c:v>
                </c:pt>
                <c:pt idx="3791">
                  <c:v>44026</c:v>
                </c:pt>
                <c:pt idx="3792">
                  <c:v>44027</c:v>
                </c:pt>
                <c:pt idx="3793">
                  <c:v>44028</c:v>
                </c:pt>
                <c:pt idx="3794">
                  <c:v>44029</c:v>
                </c:pt>
                <c:pt idx="3795">
                  <c:v>44032</c:v>
                </c:pt>
                <c:pt idx="3796">
                  <c:v>44033</c:v>
                </c:pt>
                <c:pt idx="3797">
                  <c:v>44034</c:v>
                </c:pt>
                <c:pt idx="3798">
                  <c:v>44035</c:v>
                </c:pt>
                <c:pt idx="3799">
                  <c:v>44036</c:v>
                </c:pt>
                <c:pt idx="3800">
                  <c:v>44039</c:v>
                </c:pt>
                <c:pt idx="3801">
                  <c:v>44040</c:v>
                </c:pt>
                <c:pt idx="3802">
                  <c:v>44041</c:v>
                </c:pt>
                <c:pt idx="3803">
                  <c:v>44042</c:v>
                </c:pt>
                <c:pt idx="3804">
                  <c:v>44043</c:v>
                </c:pt>
                <c:pt idx="3805">
                  <c:v>44046</c:v>
                </c:pt>
                <c:pt idx="3806">
                  <c:v>44047</c:v>
                </c:pt>
                <c:pt idx="3807">
                  <c:v>44048</c:v>
                </c:pt>
                <c:pt idx="3808">
                  <c:v>44049</c:v>
                </c:pt>
                <c:pt idx="3809">
                  <c:v>44050</c:v>
                </c:pt>
                <c:pt idx="3810">
                  <c:v>44053</c:v>
                </c:pt>
                <c:pt idx="3811">
                  <c:v>44054</c:v>
                </c:pt>
                <c:pt idx="3812">
                  <c:v>44055</c:v>
                </c:pt>
                <c:pt idx="3813">
                  <c:v>44056</c:v>
                </c:pt>
                <c:pt idx="3814">
                  <c:v>44057</c:v>
                </c:pt>
                <c:pt idx="3815">
                  <c:v>44060</c:v>
                </c:pt>
                <c:pt idx="3816">
                  <c:v>44061</c:v>
                </c:pt>
                <c:pt idx="3817">
                  <c:v>44062</c:v>
                </c:pt>
                <c:pt idx="3818">
                  <c:v>44063</c:v>
                </c:pt>
                <c:pt idx="3819">
                  <c:v>44064</c:v>
                </c:pt>
                <c:pt idx="3820">
                  <c:v>44067</c:v>
                </c:pt>
                <c:pt idx="3821">
                  <c:v>44068</c:v>
                </c:pt>
                <c:pt idx="3822">
                  <c:v>44069</c:v>
                </c:pt>
                <c:pt idx="3823">
                  <c:v>44070</c:v>
                </c:pt>
                <c:pt idx="3824">
                  <c:v>44071</c:v>
                </c:pt>
                <c:pt idx="3825">
                  <c:v>44074</c:v>
                </c:pt>
                <c:pt idx="3826">
                  <c:v>44075</c:v>
                </c:pt>
                <c:pt idx="3827">
                  <c:v>44076</c:v>
                </c:pt>
                <c:pt idx="3828">
                  <c:v>44077</c:v>
                </c:pt>
                <c:pt idx="3829">
                  <c:v>44078</c:v>
                </c:pt>
                <c:pt idx="3830">
                  <c:v>44081</c:v>
                </c:pt>
                <c:pt idx="3831">
                  <c:v>44082</c:v>
                </c:pt>
                <c:pt idx="3832">
                  <c:v>44083</c:v>
                </c:pt>
                <c:pt idx="3833">
                  <c:v>44084</c:v>
                </c:pt>
                <c:pt idx="3834">
                  <c:v>44085</c:v>
                </c:pt>
                <c:pt idx="3835">
                  <c:v>44088</c:v>
                </c:pt>
                <c:pt idx="3836">
                  <c:v>44089</c:v>
                </c:pt>
                <c:pt idx="3837">
                  <c:v>44090</c:v>
                </c:pt>
                <c:pt idx="3838">
                  <c:v>44091</c:v>
                </c:pt>
                <c:pt idx="3839">
                  <c:v>44092</c:v>
                </c:pt>
                <c:pt idx="3840">
                  <c:v>44095</c:v>
                </c:pt>
                <c:pt idx="3841">
                  <c:v>44096</c:v>
                </c:pt>
                <c:pt idx="3842">
                  <c:v>44097</c:v>
                </c:pt>
                <c:pt idx="3843">
                  <c:v>44098</c:v>
                </c:pt>
                <c:pt idx="3844">
                  <c:v>44099</c:v>
                </c:pt>
                <c:pt idx="3845">
                  <c:v>44102</c:v>
                </c:pt>
                <c:pt idx="3846">
                  <c:v>44103</c:v>
                </c:pt>
                <c:pt idx="3847">
                  <c:v>44104</c:v>
                </c:pt>
                <c:pt idx="3848">
                  <c:v>44105</c:v>
                </c:pt>
                <c:pt idx="3849">
                  <c:v>44106</c:v>
                </c:pt>
                <c:pt idx="3850">
                  <c:v>44109</c:v>
                </c:pt>
                <c:pt idx="3851">
                  <c:v>44110</c:v>
                </c:pt>
                <c:pt idx="3852">
                  <c:v>44111</c:v>
                </c:pt>
                <c:pt idx="3853">
                  <c:v>44112</c:v>
                </c:pt>
                <c:pt idx="3854">
                  <c:v>44113</c:v>
                </c:pt>
                <c:pt idx="3855">
                  <c:v>44116</c:v>
                </c:pt>
                <c:pt idx="3856">
                  <c:v>44117</c:v>
                </c:pt>
                <c:pt idx="3857">
                  <c:v>44118</c:v>
                </c:pt>
                <c:pt idx="3858">
                  <c:v>44119</c:v>
                </c:pt>
                <c:pt idx="3859">
                  <c:v>44120</c:v>
                </c:pt>
                <c:pt idx="3860">
                  <c:v>44123</c:v>
                </c:pt>
                <c:pt idx="3861">
                  <c:v>44124</c:v>
                </c:pt>
                <c:pt idx="3862">
                  <c:v>44125</c:v>
                </c:pt>
                <c:pt idx="3863">
                  <c:v>44126</c:v>
                </c:pt>
                <c:pt idx="3864">
                  <c:v>44127</c:v>
                </c:pt>
                <c:pt idx="3865">
                  <c:v>44130</c:v>
                </c:pt>
                <c:pt idx="3866">
                  <c:v>44131</c:v>
                </c:pt>
                <c:pt idx="3867">
                  <c:v>44132</c:v>
                </c:pt>
                <c:pt idx="3868">
                  <c:v>44133</c:v>
                </c:pt>
                <c:pt idx="3869">
                  <c:v>44134</c:v>
                </c:pt>
                <c:pt idx="3870">
                  <c:v>44137</c:v>
                </c:pt>
                <c:pt idx="3871">
                  <c:v>44138</c:v>
                </c:pt>
                <c:pt idx="3872">
                  <c:v>44139</c:v>
                </c:pt>
                <c:pt idx="3873">
                  <c:v>44140</c:v>
                </c:pt>
                <c:pt idx="3874">
                  <c:v>44141</c:v>
                </c:pt>
                <c:pt idx="3875">
                  <c:v>44144</c:v>
                </c:pt>
                <c:pt idx="3876">
                  <c:v>44145</c:v>
                </c:pt>
                <c:pt idx="3877">
                  <c:v>44146</c:v>
                </c:pt>
                <c:pt idx="3878">
                  <c:v>44147</c:v>
                </c:pt>
                <c:pt idx="3879">
                  <c:v>44148</c:v>
                </c:pt>
                <c:pt idx="3880">
                  <c:v>44151</c:v>
                </c:pt>
                <c:pt idx="3881">
                  <c:v>44152</c:v>
                </c:pt>
                <c:pt idx="3882">
                  <c:v>44153</c:v>
                </c:pt>
                <c:pt idx="3883">
                  <c:v>44154</c:v>
                </c:pt>
                <c:pt idx="3884">
                  <c:v>44155</c:v>
                </c:pt>
                <c:pt idx="3885">
                  <c:v>44158</c:v>
                </c:pt>
                <c:pt idx="3886">
                  <c:v>44159</c:v>
                </c:pt>
                <c:pt idx="3887">
                  <c:v>44160</c:v>
                </c:pt>
                <c:pt idx="3888">
                  <c:v>44161</c:v>
                </c:pt>
                <c:pt idx="3889">
                  <c:v>44162</c:v>
                </c:pt>
                <c:pt idx="3890">
                  <c:v>44165</c:v>
                </c:pt>
                <c:pt idx="3891">
                  <c:v>44166</c:v>
                </c:pt>
                <c:pt idx="3892">
                  <c:v>44167</c:v>
                </c:pt>
                <c:pt idx="3893">
                  <c:v>44168</c:v>
                </c:pt>
                <c:pt idx="3894">
                  <c:v>44169</c:v>
                </c:pt>
                <c:pt idx="3895">
                  <c:v>44172</c:v>
                </c:pt>
                <c:pt idx="3896">
                  <c:v>44173</c:v>
                </c:pt>
                <c:pt idx="3897">
                  <c:v>44174</c:v>
                </c:pt>
                <c:pt idx="3898">
                  <c:v>44175</c:v>
                </c:pt>
                <c:pt idx="3899">
                  <c:v>44176</c:v>
                </c:pt>
                <c:pt idx="3900">
                  <c:v>44179</c:v>
                </c:pt>
                <c:pt idx="3901">
                  <c:v>44180</c:v>
                </c:pt>
                <c:pt idx="3902">
                  <c:v>44181</c:v>
                </c:pt>
                <c:pt idx="3903">
                  <c:v>44182</c:v>
                </c:pt>
                <c:pt idx="3904">
                  <c:v>44183</c:v>
                </c:pt>
                <c:pt idx="3905">
                  <c:v>44186</c:v>
                </c:pt>
                <c:pt idx="3906">
                  <c:v>44187</c:v>
                </c:pt>
                <c:pt idx="3907">
                  <c:v>44188</c:v>
                </c:pt>
                <c:pt idx="3908">
                  <c:v>44189</c:v>
                </c:pt>
                <c:pt idx="3909">
                  <c:v>44190</c:v>
                </c:pt>
                <c:pt idx="3910">
                  <c:v>44193</c:v>
                </c:pt>
                <c:pt idx="3911">
                  <c:v>44194</c:v>
                </c:pt>
                <c:pt idx="3912">
                  <c:v>44195</c:v>
                </c:pt>
                <c:pt idx="3913">
                  <c:v>44196</c:v>
                </c:pt>
                <c:pt idx="3914">
                  <c:v>44197</c:v>
                </c:pt>
                <c:pt idx="3915">
                  <c:v>44200</c:v>
                </c:pt>
                <c:pt idx="3916">
                  <c:v>44201</c:v>
                </c:pt>
                <c:pt idx="3917">
                  <c:v>44202</c:v>
                </c:pt>
                <c:pt idx="3918">
                  <c:v>44203</c:v>
                </c:pt>
                <c:pt idx="3919">
                  <c:v>44204</c:v>
                </c:pt>
                <c:pt idx="3920">
                  <c:v>44207</c:v>
                </c:pt>
                <c:pt idx="3921">
                  <c:v>44208</c:v>
                </c:pt>
                <c:pt idx="3922">
                  <c:v>44209</c:v>
                </c:pt>
                <c:pt idx="3923">
                  <c:v>44210</c:v>
                </c:pt>
                <c:pt idx="3924">
                  <c:v>44211</c:v>
                </c:pt>
                <c:pt idx="3925">
                  <c:v>44214</c:v>
                </c:pt>
                <c:pt idx="3926">
                  <c:v>44215</c:v>
                </c:pt>
                <c:pt idx="3927">
                  <c:v>44216</c:v>
                </c:pt>
                <c:pt idx="3928">
                  <c:v>44217</c:v>
                </c:pt>
                <c:pt idx="3929">
                  <c:v>44218</c:v>
                </c:pt>
                <c:pt idx="3930">
                  <c:v>44221</c:v>
                </c:pt>
                <c:pt idx="3931">
                  <c:v>44222</c:v>
                </c:pt>
                <c:pt idx="3932">
                  <c:v>44223</c:v>
                </c:pt>
                <c:pt idx="3933">
                  <c:v>44224</c:v>
                </c:pt>
                <c:pt idx="3934">
                  <c:v>44225</c:v>
                </c:pt>
                <c:pt idx="3935">
                  <c:v>44228</c:v>
                </c:pt>
                <c:pt idx="3936">
                  <c:v>44229</c:v>
                </c:pt>
                <c:pt idx="3937">
                  <c:v>44230</c:v>
                </c:pt>
                <c:pt idx="3938">
                  <c:v>44231</c:v>
                </c:pt>
                <c:pt idx="3939">
                  <c:v>44232</c:v>
                </c:pt>
                <c:pt idx="3940">
                  <c:v>44235</c:v>
                </c:pt>
                <c:pt idx="3941">
                  <c:v>44236</c:v>
                </c:pt>
                <c:pt idx="3942">
                  <c:v>44237</c:v>
                </c:pt>
                <c:pt idx="3943">
                  <c:v>44238</c:v>
                </c:pt>
                <c:pt idx="3944">
                  <c:v>44239</c:v>
                </c:pt>
                <c:pt idx="3945">
                  <c:v>44242</c:v>
                </c:pt>
                <c:pt idx="3946">
                  <c:v>44243</c:v>
                </c:pt>
                <c:pt idx="3947">
                  <c:v>44244</c:v>
                </c:pt>
                <c:pt idx="3948">
                  <c:v>44245</c:v>
                </c:pt>
                <c:pt idx="3949">
                  <c:v>44246</c:v>
                </c:pt>
                <c:pt idx="3950">
                  <c:v>44249</c:v>
                </c:pt>
                <c:pt idx="3951">
                  <c:v>44250</c:v>
                </c:pt>
                <c:pt idx="3952">
                  <c:v>44251</c:v>
                </c:pt>
                <c:pt idx="3953">
                  <c:v>44252</c:v>
                </c:pt>
                <c:pt idx="3954">
                  <c:v>44253</c:v>
                </c:pt>
                <c:pt idx="3955">
                  <c:v>44256</c:v>
                </c:pt>
                <c:pt idx="3956">
                  <c:v>44257</c:v>
                </c:pt>
                <c:pt idx="3957">
                  <c:v>44258</c:v>
                </c:pt>
                <c:pt idx="3958">
                  <c:v>44259</c:v>
                </c:pt>
                <c:pt idx="3959">
                  <c:v>44260</c:v>
                </c:pt>
                <c:pt idx="3960">
                  <c:v>44263</c:v>
                </c:pt>
                <c:pt idx="3961">
                  <c:v>44264</c:v>
                </c:pt>
                <c:pt idx="3962">
                  <c:v>44265</c:v>
                </c:pt>
                <c:pt idx="3963">
                  <c:v>44266</c:v>
                </c:pt>
                <c:pt idx="3964">
                  <c:v>44267</c:v>
                </c:pt>
                <c:pt idx="3965">
                  <c:v>44270</c:v>
                </c:pt>
                <c:pt idx="3966">
                  <c:v>44271</c:v>
                </c:pt>
                <c:pt idx="3967">
                  <c:v>44272</c:v>
                </c:pt>
                <c:pt idx="3968">
                  <c:v>44273</c:v>
                </c:pt>
                <c:pt idx="3969">
                  <c:v>44274</c:v>
                </c:pt>
                <c:pt idx="3970">
                  <c:v>44277</c:v>
                </c:pt>
                <c:pt idx="3971">
                  <c:v>44278</c:v>
                </c:pt>
                <c:pt idx="3972">
                  <c:v>44279</c:v>
                </c:pt>
                <c:pt idx="3973">
                  <c:v>44280</c:v>
                </c:pt>
                <c:pt idx="3974">
                  <c:v>44281</c:v>
                </c:pt>
                <c:pt idx="3975">
                  <c:v>44284</c:v>
                </c:pt>
                <c:pt idx="3976">
                  <c:v>44285</c:v>
                </c:pt>
                <c:pt idx="3977">
                  <c:v>44286</c:v>
                </c:pt>
                <c:pt idx="3978">
                  <c:v>44287</c:v>
                </c:pt>
                <c:pt idx="3979">
                  <c:v>44288</c:v>
                </c:pt>
                <c:pt idx="3980">
                  <c:v>44291</c:v>
                </c:pt>
                <c:pt idx="3981">
                  <c:v>44292</c:v>
                </c:pt>
                <c:pt idx="3982">
                  <c:v>44293</c:v>
                </c:pt>
                <c:pt idx="3983">
                  <c:v>44294</c:v>
                </c:pt>
                <c:pt idx="3984">
                  <c:v>44295</c:v>
                </c:pt>
                <c:pt idx="3985">
                  <c:v>44298</c:v>
                </c:pt>
                <c:pt idx="3986">
                  <c:v>44299</c:v>
                </c:pt>
                <c:pt idx="3987">
                  <c:v>44300</c:v>
                </c:pt>
                <c:pt idx="3988">
                  <c:v>44301</c:v>
                </c:pt>
                <c:pt idx="3989">
                  <c:v>44302</c:v>
                </c:pt>
                <c:pt idx="3990">
                  <c:v>44305</c:v>
                </c:pt>
                <c:pt idx="3991">
                  <c:v>44306</c:v>
                </c:pt>
                <c:pt idx="3992">
                  <c:v>44307</c:v>
                </c:pt>
                <c:pt idx="3993">
                  <c:v>44308</c:v>
                </c:pt>
                <c:pt idx="3994">
                  <c:v>44309</c:v>
                </c:pt>
                <c:pt idx="3995">
                  <c:v>44312</c:v>
                </c:pt>
                <c:pt idx="3996">
                  <c:v>44313</c:v>
                </c:pt>
                <c:pt idx="3997">
                  <c:v>44314</c:v>
                </c:pt>
                <c:pt idx="3998">
                  <c:v>44315</c:v>
                </c:pt>
                <c:pt idx="3999">
                  <c:v>44316</c:v>
                </c:pt>
                <c:pt idx="4000">
                  <c:v>44319</c:v>
                </c:pt>
                <c:pt idx="4001">
                  <c:v>44320</c:v>
                </c:pt>
                <c:pt idx="4002">
                  <c:v>44321</c:v>
                </c:pt>
                <c:pt idx="4003">
                  <c:v>44322</c:v>
                </c:pt>
                <c:pt idx="4004">
                  <c:v>44323</c:v>
                </c:pt>
                <c:pt idx="4005">
                  <c:v>44326</c:v>
                </c:pt>
                <c:pt idx="4006">
                  <c:v>44327</c:v>
                </c:pt>
                <c:pt idx="4007">
                  <c:v>44328</c:v>
                </c:pt>
                <c:pt idx="4008">
                  <c:v>44329</c:v>
                </c:pt>
                <c:pt idx="4009">
                  <c:v>44330</c:v>
                </c:pt>
                <c:pt idx="4010">
                  <c:v>44333</c:v>
                </c:pt>
                <c:pt idx="4011">
                  <c:v>44334</c:v>
                </c:pt>
                <c:pt idx="4012">
                  <c:v>44335</c:v>
                </c:pt>
                <c:pt idx="4013">
                  <c:v>44336</c:v>
                </c:pt>
                <c:pt idx="4014">
                  <c:v>44337</c:v>
                </c:pt>
                <c:pt idx="4015">
                  <c:v>44340</c:v>
                </c:pt>
                <c:pt idx="4016">
                  <c:v>44341</c:v>
                </c:pt>
                <c:pt idx="4017">
                  <c:v>44342</c:v>
                </c:pt>
                <c:pt idx="4018">
                  <c:v>44343</c:v>
                </c:pt>
                <c:pt idx="4019">
                  <c:v>44344</c:v>
                </c:pt>
                <c:pt idx="4020">
                  <c:v>44347</c:v>
                </c:pt>
                <c:pt idx="4021">
                  <c:v>44348</c:v>
                </c:pt>
                <c:pt idx="4022">
                  <c:v>44349</c:v>
                </c:pt>
                <c:pt idx="4023">
                  <c:v>44350</c:v>
                </c:pt>
                <c:pt idx="4024">
                  <c:v>44351</c:v>
                </c:pt>
                <c:pt idx="4025">
                  <c:v>44354</c:v>
                </c:pt>
                <c:pt idx="4026">
                  <c:v>44355</c:v>
                </c:pt>
                <c:pt idx="4027">
                  <c:v>44356</c:v>
                </c:pt>
                <c:pt idx="4028">
                  <c:v>44357</c:v>
                </c:pt>
                <c:pt idx="4029">
                  <c:v>44358</c:v>
                </c:pt>
                <c:pt idx="4030">
                  <c:v>44361</c:v>
                </c:pt>
                <c:pt idx="4031">
                  <c:v>44362</c:v>
                </c:pt>
                <c:pt idx="4032">
                  <c:v>44363</c:v>
                </c:pt>
                <c:pt idx="4033">
                  <c:v>44364</c:v>
                </c:pt>
                <c:pt idx="4034">
                  <c:v>44365</c:v>
                </c:pt>
                <c:pt idx="4035">
                  <c:v>44368</c:v>
                </c:pt>
                <c:pt idx="4036">
                  <c:v>44369</c:v>
                </c:pt>
                <c:pt idx="4037">
                  <c:v>44370</c:v>
                </c:pt>
                <c:pt idx="4038">
                  <c:v>44371</c:v>
                </c:pt>
                <c:pt idx="4039">
                  <c:v>44372</c:v>
                </c:pt>
                <c:pt idx="4040">
                  <c:v>44375</c:v>
                </c:pt>
                <c:pt idx="4041">
                  <c:v>44376</c:v>
                </c:pt>
                <c:pt idx="4042">
                  <c:v>44377</c:v>
                </c:pt>
                <c:pt idx="4043">
                  <c:v>44378</c:v>
                </c:pt>
                <c:pt idx="4044">
                  <c:v>44379</c:v>
                </c:pt>
                <c:pt idx="4045">
                  <c:v>44382</c:v>
                </c:pt>
                <c:pt idx="4046">
                  <c:v>44383</c:v>
                </c:pt>
                <c:pt idx="4047">
                  <c:v>44384</c:v>
                </c:pt>
                <c:pt idx="4048">
                  <c:v>44385</c:v>
                </c:pt>
                <c:pt idx="4049">
                  <c:v>44386</c:v>
                </c:pt>
                <c:pt idx="4050">
                  <c:v>44389</c:v>
                </c:pt>
                <c:pt idx="4051">
                  <c:v>44390</c:v>
                </c:pt>
                <c:pt idx="4052">
                  <c:v>44391</c:v>
                </c:pt>
                <c:pt idx="4053">
                  <c:v>44392</c:v>
                </c:pt>
                <c:pt idx="4054">
                  <c:v>44393</c:v>
                </c:pt>
                <c:pt idx="4055">
                  <c:v>44396</c:v>
                </c:pt>
                <c:pt idx="4056">
                  <c:v>44397</c:v>
                </c:pt>
                <c:pt idx="4057">
                  <c:v>44398</c:v>
                </c:pt>
                <c:pt idx="4058">
                  <c:v>44399</c:v>
                </c:pt>
                <c:pt idx="4059">
                  <c:v>44400</c:v>
                </c:pt>
                <c:pt idx="4060">
                  <c:v>44403</c:v>
                </c:pt>
                <c:pt idx="4061">
                  <c:v>44404</c:v>
                </c:pt>
                <c:pt idx="4062">
                  <c:v>44405</c:v>
                </c:pt>
                <c:pt idx="4063">
                  <c:v>44406</c:v>
                </c:pt>
                <c:pt idx="4064">
                  <c:v>44407</c:v>
                </c:pt>
                <c:pt idx="4065">
                  <c:v>44410</c:v>
                </c:pt>
                <c:pt idx="4066">
                  <c:v>44411</c:v>
                </c:pt>
                <c:pt idx="4067">
                  <c:v>44412</c:v>
                </c:pt>
                <c:pt idx="4068">
                  <c:v>44413</c:v>
                </c:pt>
                <c:pt idx="4069">
                  <c:v>44414</c:v>
                </c:pt>
                <c:pt idx="4070">
                  <c:v>44417</c:v>
                </c:pt>
                <c:pt idx="4071">
                  <c:v>44418</c:v>
                </c:pt>
                <c:pt idx="4072">
                  <c:v>44419</c:v>
                </c:pt>
                <c:pt idx="4073">
                  <c:v>44420</c:v>
                </c:pt>
                <c:pt idx="4074">
                  <c:v>44421</c:v>
                </c:pt>
                <c:pt idx="4075">
                  <c:v>44424</c:v>
                </c:pt>
                <c:pt idx="4076">
                  <c:v>44425</c:v>
                </c:pt>
                <c:pt idx="4077">
                  <c:v>44426</c:v>
                </c:pt>
                <c:pt idx="4078">
                  <c:v>44427</c:v>
                </c:pt>
                <c:pt idx="4079">
                  <c:v>44428</c:v>
                </c:pt>
                <c:pt idx="4080">
                  <c:v>44431</c:v>
                </c:pt>
                <c:pt idx="4081">
                  <c:v>44432</c:v>
                </c:pt>
                <c:pt idx="4082">
                  <c:v>44433</c:v>
                </c:pt>
                <c:pt idx="4083">
                  <c:v>44434</c:v>
                </c:pt>
                <c:pt idx="4084">
                  <c:v>44435</c:v>
                </c:pt>
                <c:pt idx="4085">
                  <c:v>44438</c:v>
                </c:pt>
                <c:pt idx="4086">
                  <c:v>44439</c:v>
                </c:pt>
                <c:pt idx="4087">
                  <c:v>44440</c:v>
                </c:pt>
                <c:pt idx="4088">
                  <c:v>44441</c:v>
                </c:pt>
                <c:pt idx="4089">
                  <c:v>44442</c:v>
                </c:pt>
                <c:pt idx="4090">
                  <c:v>44445</c:v>
                </c:pt>
                <c:pt idx="4091">
                  <c:v>44446</c:v>
                </c:pt>
                <c:pt idx="4092">
                  <c:v>44447</c:v>
                </c:pt>
                <c:pt idx="4093">
                  <c:v>44448</c:v>
                </c:pt>
                <c:pt idx="4094">
                  <c:v>44449</c:v>
                </c:pt>
                <c:pt idx="4095">
                  <c:v>44452</c:v>
                </c:pt>
                <c:pt idx="4096">
                  <c:v>44453</c:v>
                </c:pt>
                <c:pt idx="4097">
                  <c:v>44454</c:v>
                </c:pt>
                <c:pt idx="4098">
                  <c:v>44455</c:v>
                </c:pt>
                <c:pt idx="4099">
                  <c:v>44456</c:v>
                </c:pt>
                <c:pt idx="4100">
                  <c:v>44459</c:v>
                </c:pt>
                <c:pt idx="4101">
                  <c:v>44460</c:v>
                </c:pt>
                <c:pt idx="4102">
                  <c:v>44461</c:v>
                </c:pt>
                <c:pt idx="4103">
                  <c:v>44462</c:v>
                </c:pt>
                <c:pt idx="4104">
                  <c:v>44463</c:v>
                </c:pt>
                <c:pt idx="4105">
                  <c:v>44466</c:v>
                </c:pt>
                <c:pt idx="4106">
                  <c:v>44467</c:v>
                </c:pt>
                <c:pt idx="4107">
                  <c:v>44468</c:v>
                </c:pt>
                <c:pt idx="4108">
                  <c:v>44469</c:v>
                </c:pt>
                <c:pt idx="4109">
                  <c:v>44470</c:v>
                </c:pt>
                <c:pt idx="4110">
                  <c:v>44473</c:v>
                </c:pt>
                <c:pt idx="4111">
                  <c:v>44474</c:v>
                </c:pt>
                <c:pt idx="4112">
                  <c:v>44475</c:v>
                </c:pt>
                <c:pt idx="4113">
                  <c:v>44476</c:v>
                </c:pt>
                <c:pt idx="4114">
                  <c:v>44477</c:v>
                </c:pt>
                <c:pt idx="4115">
                  <c:v>44480</c:v>
                </c:pt>
                <c:pt idx="4116">
                  <c:v>44481</c:v>
                </c:pt>
                <c:pt idx="4117">
                  <c:v>44482</c:v>
                </c:pt>
                <c:pt idx="4118">
                  <c:v>44483</c:v>
                </c:pt>
                <c:pt idx="4119">
                  <c:v>44484</c:v>
                </c:pt>
                <c:pt idx="4120">
                  <c:v>44487</c:v>
                </c:pt>
                <c:pt idx="4121">
                  <c:v>44488</c:v>
                </c:pt>
                <c:pt idx="4122">
                  <c:v>44489</c:v>
                </c:pt>
                <c:pt idx="4123">
                  <c:v>44490</c:v>
                </c:pt>
                <c:pt idx="4124">
                  <c:v>44491</c:v>
                </c:pt>
                <c:pt idx="4125">
                  <c:v>44494</c:v>
                </c:pt>
                <c:pt idx="4126">
                  <c:v>44495</c:v>
                </c:pt>
                <c:pt idx="4127">
                  <c:v>44496</c:v>
                </c:pt>
                <c:pt idx="4128">
                  <c:v>44497</c:v>
                </c:pt>
                <c:pt idx="4129">
                  <c:v>44498</c:v>
                </c:pt>
                <c:pt idx="4130">
                  <c:v>44501</c:v>
                </c:pt>
                <c:pt idx="4131">
                  <c:v>44502</c:v>
                </c:pt>
                <c:pt idx="4132">
                  <c:v>44503</c:v>
                </c:pt>
                <c:pt idx="4133">
                  <c:v>44504</c:v>
                </c:pt>
                <c:pt idx="4134">
                  <c:v>44505</c:v>
                </c:pt>
                <c:pt idx="4135">
                  <c:v>44508</c:v>
                </c:pt>
                <c:pt idx="4136">
                  <c:v>44509</c:v>
                </c:pt>
                <c:pt idx="4137">
                  <c:v>44510</c:v>
                </c:pt>
                <c:pt idx="4138">
                  <c:v>44511</c:v>
                </c:pt>
                <c:pt idx="4139">
                  <c:v>44512</c:v>
                </c:pt>
                <c:pt idx="4140">
                  <c:v>44515</c:v>
                </c:pt>
                <c:pt idx="4141">
                  <c:v>44516</c:v>
                </c:pt>
                <c:pt idx="4142">
                  <c:v>44517</c:v>
                </c:pt>
                <c:pt idx="4143">
                  <c:v>44518</c:v>
                </c:pt>
                <c:pt idx="4144">
                  <c:v>44519</c:v>
                </c:pt>
                <c:pt idx="4145">
                  <c:v>44522</c:v>
                </c:pt>
                <c:pt idx="4146">
                  <c:v>44523</c:v>
                </c:pt>
                <c:pt idx="4147">
                  <c:v>44524</c:v>
                </c:pt>
                <c:pt idx="4148">
                  <c:v>44525</c:v>
                </c:pt>
                <c:pt idx="4149">
                  <c:v>44526</c:v>
                </c:pt>
                <c:pt idx="4150">
                  <c:v>44529</c:v>
                </c:pt>
                <c:pt idx="4151">
                  <c:v>44530</c:v>
                </c:pt>
                <c:pt idx="4152">
                  <c:v>44531</c:v>
                </c:pt>
                <c:pt idx="4153">
                  <c:v>44532</c:v>
                </c:pt>
                <c:pt idx="4154">
                  <c:v>44533</c:v>
                </c:pt>
                <c:pt idx="4155">
                  <c:v>44536</c:v>
                </c:pt>
                <c:pt idx="4156">
                  <c:v>44537</c:v>
                </c:pt>
                <c:pt idx="4157">
                  <c:v>44538</c:v>
                </c:pt>
                <c:pt idx="4158">
                  <c:v>44539</c:v>
                </c:pt>
                <c:pt idx="4159">
                  <c:v>44540</c:v>
                </c:pt>
                <c:pt idx="4160">
                  <c:v>44543</c:v>
                </c:pt>
                <c:pt idx="4161">
                  <c:v>44544</c:v>
                </c:pt>
                <c:pt idx="4162">
                  <c:v>44545</c:v>
                </c:pt>
                <c:pt idx="4163">
                  <c:v>44546</c:v>
                </c:pt>
                <c:pt idx="4164">
                  <c:v>44547</c:v>
                </c:pt>
                <c:pt idx="4165">
                  <c:v>44550</c:v>
                </c:pt>
                <c:pt idx="4166">
                  <c:v>44551</c:v>
                </c:pt>
                <c:pt idx="4167">
                  <c:v>44552</c:v>
                </c:pt>
                <c:pt idx="4168">
                  <c:v>44553</c:v>
                </c:pt>
                <c:pt idx="4169">
                  <c:v>44554</c:v>
                </c:pt>
                <c:pt idx="4170">
                  <c:v>44557</c:v>
                </c:pt>
                <c:pt idx="4171">
                  <c:v>44558</c:v>
                </c:pt>
                <c:pt idx="4172">
                  <c:v>44559</c:v>
                </c:pt>
                <c:pt idx="4173">
                  <c:v>44560</c:v>
                </c:pt>
                <c:pt idx="4174">
                  <c:v>44561</c:v>
                </c:pt>
                <c:pt idx="4175">
                  <c:v>44564</c:v>
                </c:pt>
                <c:pt idx="4176">
                  <c:v>44565</c:v>
                </c:pt>
                <c:pt idx="4177">
                  <c:v>44566</c:v>
                </c:pt>
                <c:pt idx="4178">
                  <c:v>44567</c:v>
                </c:pt>
                <c:pt idx="4179">
                  <c:v>44568</c:v>
                </c:pt>
                <c:pt idx="4180">
                  <c:v>44571</c:v>
                </c:pt>
                <c:pt idx="4181">
                  <c:v>44572</c:v>
                </c:pt>
                <c:pt idx="4182">
                  <c:v>44573</c:v>
                </c:pt>
                <c:pt idx="4183">
                  <c:v>44574</c:v>
                </c:pt>
                <c:pt idx="4184">
                  <c:v>44575</c:v>
                </c:pt>
                <c:pt idx="4185">
                  <c:v>44578</c:v>
                </c:pt>
                <c:pt idx="4186">
                  <c:v>44579</c:v>
                </c:pt>
                <c:pt idx="4187">
                  <c:v>44580</c:v>
                </c:pt>
                <c:pt idx="4188">
                  <c:v>44581</c:v>
                </c:pt>
                <c:pt idx="4189">
                  <c:v>44582</c:v>
                </c:pt>
                <c:pt idx="4190">
                  <c:v>44585</c:v>
                </c:pt>
                <c:pt idx="4191">
                  <c:v>44586</c:v>
                </c:pt>
                <c:pt idx="4192">
                  <c:v>44587</c:v>
                </c:pt>
                <c:pt idx="4193">
                  <c:v>44588</c:v>
                </c:pt>
                <c:pt idx="4194">
                  <c:v>44589</c:v>
                </c:pt>
                <c:pt idx="4195">
                  <c:v>44592</c:v>
                </c:pt>
                <c:pt idx="4196">
                  <c:v>44593</c:v>
                </c:pt>
                <c:pt idx="4197">
                  <c:v>44594</c:v>
                </c:pt>
                <c:pt idx="4198">
                  <c:v>44595</c:v>
                </c:pt>
                <c:pt idx="4199">
                  <c:v>44596</c:v>
                </c:pt>
                <c:pt idx="4200">
                  <c:v>44599</c:v>
                </c:pt>
                <c:pt idx="4201">
                  <c:v>44600</c:v>
                </c:pt>
                <c:pt idx="4202">
                  <c:v>44601</c:v>
                </c:pt>
                <c:pt idx="4203">
                  <c:v>44602</c:v>
                </c:pt>
                <c:pt idx="4204">
                  <c:v>44603</c:v>
                </c:pt>
                <c:pt idx="4205">
                  <c:v>44606</c:v>
                </c:pt>
                <c:pt idx="4206">
                  <c:v>44607</c:v>
                </c:pt>
                <c:pt idx="4207">
                  <c:v>44608</c:v>
                </c:pt>
                <c:pt idx="4208">
                  <c:v>44609</c:v>
                </c:pt>
                <c:pt idx="4209">
                  <c:v>44610</c:v>
                </c:pt>
                <c:pt idx="4210">
                  <c:v>44613</c:v>
                </c:pt>
                <c:pt idx="4211">
                  <c:v>44614</c:v>
                </c:pt>
                <c:pt idx="4212">
                  <c:v>44615</c:v>
                </c:pt>
                <c:pt idx="4213">
                  <c:v>44616</c:v>
                </c:pt>
                <c:pt idx="4214">
                  <c:v>44617</c:v>
                </c:pt>
                <c:pt idx="4215">
                  <c:v>44620</c:v>
                </c:pt>
                <c:pt idx="4216">
                  <c:v>44621</c:v>
                </c:pt>
                <c:pt idx="4217">
                  <c:v>44622</c:v>
                </c:pt>
                <c:pt idx="4218">
                  <c:v>44623</c:v>
                </c:pt>
                <c:pt idx="4219">
                  <c:v>44624</c:v>
                </c:pt>
                <c:pt idx="4220">
                  <c:v>44627</c:v>
                </c:pt>
                <c:pt idx="4221">
                  <c:v>44628</c:v>
                </c:pt>
                <c:pt idx="4222">
                  <c:v>44629</c:v>
                </c:pt>
                <c:pt idx="4223">
                  <c:v>44630</c:v>
                </c:pt>
                <c:pt idx="4224">
                  <c:v>44631</c:v>
                </c:pt>
                <c:pt idx="4225">
                  <c:v>44634</c:v>
                </c:pt>
                <c:pt idx="4226">
                  <c:v>44635</c:v>
                </c:pt>
                <c:pt idx="4227">
                  <c:v>44636</c:v>
                </c:pt>
                <c:pt idx="4228">
                  <c:v>44637</c:v>
                </c:pt>
                <c:pt idx="4229">
                  <c:v>44638</c:v>
                </c:pt>
                <c:pt idx="4230">
                  <c:v>44641</c:v>
                </c:pt>
                <c:pt idx="4231">
                  <c:v>44642</c:v>
                </c:pt>
                <c:pt idx="4232">
                  <c:v>44643</c:v>
                </c:pt>
                <c:pt idx="4233">
                  <c:v>44644</c:v>
                </c:pt>
                <c:pt idx="4234">
                  <c:v>44645</c:v>
                </c:pt>
                <c:pt idx="4235">
                  <c:v>44648</c:v>
                </c:pt>
                <c:pt idx="4236">
                  <c:v>44649</c:v>
                </c:pt>
                <c:pt idx="4237">
                  <c:v>44650</c:v>
                </c:pt>
                <c:pt idx="4238">
                  <c:v>44651</c:v>
                </c:pt>
                <c:pt idx="4239">
                  <c:v>44652</c:v>
                </c:pt>
                <c:pt idx="4240">
                  <c:v>44655</c:v>
                </c:pt>
                <c:pt idx="4241">
                  <c:v>44656</c:v>
                </c:pt>
                <c:pt idx="4242">
                  <c:v>44657</c:v>
                </c:pt>
                <c:pt idx="4243">
                  <c:v>44658</c:v>
                </c:pt>
                <c:pt idx="4244">
                  <c:v>44659</c:v>
                </c:pt>
                <c:pt idx="4245">
                  <c:v>44662</c:v>
                </c:pt>
                <c:pt idx="4246">
                  <c:v>44663</c:v>
                </c:pt>
                <c:pt idx="4247">
                  <c:v>44664</c:v>
                </c:pt>
                <c:pt idx="4248">
                  <c:v>44665</c:v>
                </c:pt>
                <c:pt idx="4249">
                  <c:v>44666</c:v>
                </c:pt>
                <c:pt idx="4250">
                  <c:v>44669</c:v>
                </c:pt>
                <c:pt idx="4251">
                  <c:v>44670</c:v>
                </c:pt>
                <c:pt idx="4252">
                  <c:v>44671</c:v>
                </c:pt>
                <c:pt idx="4253">
                  <c:v>44672</c:v>
                </c:pt>
                <c:pt idx="4254">
                  <c:v>44673</c:v>
                </c:pt>
                <c:pt idx="4255">
                  <c:v>44676</c:v>
                </c:pt>
                <c:pt idx="4256">
                  <c:v>44677</c:v>
                </c:pt>
                <c:pt idx="4257">
                  <c:v>44678</c:v>
                </c:pt>
                <c:pt idx="4258">
                  <c:v>44679</c:v>
                </c:pt>
                <c:pt idx="4259">
                  <c:v>44680</c:v>
                </c:pt>
                <c:pt idx="4260">
                  <c:v>44683</c:v>
                </c:pt>
                <c:pt idx="4261">
                  <c:v>44684</c:v>
                </c:pt>
                <c:pt idx="4262">
                  <c:v>44685</c:v>
                </c:pt>
                <c:pt idx="4263">
                  <c:v>44686</c:v>
                </c:pt>
                <c:pt idx="4264">
                  <c:v>44687</c:v>
                </c:pt>
                <c:pt idx="4265">
                  <c:v>44690</c:v>
                </c:pt>
                <c:pt idx="4266">
                  <c:v>44691</c:v>
                </c:pt>
                <c:pt idx="4267">
                  <c:v>44692</c:v>
                </c:pt>
                <c:pt idx="4268">
                  <c:v>44693</c:v>
                </c:pt>
                <c:pt idx="4269">
                  <c:v>44694</c:v>
                </c:pt>
                <c:pt idx="4270">
                  <c:v>44697</c:v>
                </c:pt>
                <c:pt idx="4271">
                  <c:v>44698</c:v>
                </c:pt>
                <c:pt idx="4272">
                  <c:v>44699</c:v>
                </c:pt>
                <c:pt idx="4273">
                  <c:v>44700</c:v>
                </c:pt>
                <c:pt idx="4274">
                  <c:v>44701</c:v>
                </c:pt>
                <c:pt idx="4275">
                  <c:v>44704</c:v>
                </c:pt>
                <c:pt idx="4276">
                  <c:v>44705</c:v>
                </c:pt>
                <c:pt idx="4277">
                  <c:v>44706</c:v>
                </c:pt>
                <c:pt idx="4278">
                  <c:v>44707</c:v>
                </c:pt>
                <c:pt idx="4279">
                  <c:v>44708</c:v>
                </c:pt>
                <c:pt idx="4280">
                  <c:v>44711</c:v>
                </c:pt>
                <c:pt idx="4281">
                  <c:v>44712</c:v>
                </c:pt>
                <c:pt idx="4282">
                  <c:v>44713</c:v>
                </c:pt>
                <c:pt idx="4283">
                  <c:v>44714</c:v>
                </c:pt>
                <c:pt idx="4284">
                  <c:v>44715</c:v>
                </c:pt>
                <c:pt idx="4285">
                  <c:v>44718</c:v>
                </c:pt>
                <c:pt idx="4286">
                  <c:v>44719</c:v>
                </c:pt>
                <c:pt idx="4287">
                  <c:v>44720</c:v>
                </c:pt>
                <c:pt idx="4288">
                  <c:v>44721</c:v>
                </c:pt>
                <c:pt idx="4289">
                  <c:v>44722</c:v>
                </c:pt>
                <c:pt idx="4290">
                  <c:v>44725</c:v>
                </c:pt>
                <c:pt idx="4291">
                  <c:v>44726</c:v>
                </c:pt>
                <c:pt idx="4292">
                  <c:v>44727</c:v>
                </c:pt>
                <c:pt idx="4293">
                  <c:v>44728</c:v>
                </c:pt>
                <c:pt idx="4294">
                  <c:v>44729</c:v>
                </c:pt>
                <c:pt idx="4295">
                  <c:v>44732</c:v>
                </c:pt>
                <c:pt idx="4296">
                  <c:v>44733</c:v>
                </c:pt>
                <c:pt idx="4297">
                  <c:v>44734</c:v>
                </c:pt>
                <c:pt idx="4298">
                  <c:v>44735</c:v>
                </c:pt>
                <c:pt idx="4299">
                  <c:v>44736</c:v>
                </c:pt>
                <c:pt idx="4300">
                  <c:v>44739</c:v>
                </c:pt>
                <c:pt idx="4301">
                  <c:v>44740</c:v>
                </c:pt>
                <c:pt idx="4302">
                  <c:v>44741</c:v>
                </c:pt>
                <c:pt idx="4303">
                  <c:v>44742</c:v>
                </c:pt>
                <c:pt idx="4304">
                  <c:v>44743</c:v>
                </c:pt>
                <c:pt idx="4305">
                  <c:v>44746</c:v>
                </c:pt>
                <c:pt idx="4306">
                  <c:v>44747</c:v>
                </c:pt>
                <c:pt idx="4307">
                  <c:v>44748</c:v>
                </c:pt>
                <c:pt idx="4308">
                  <c:v>44749</c:v>
                </c:pt>
                <c:pt idx="4309">
                  <c:v>44750</c:v>
                </c:pt>
                <c:pt idx="4310">
                  <c:v>44753</c:v>
                </c:pt>
                <c:pt idx="4311">
                  <c:v>44754</c:v>
                </c:pt>
                <c:pt idx="4312">
                  <c:v>44755</c:v>
                </c:pt>
                <c:pt idx="4313">
                  <c:v>44756</c:v>
                </c:pt>
                <c:pt idx="4314">
                  <c:v>44757</c:v>
                </c:pt>
                <c:pt idx="4315">
                  <c:v>44760</c:v>
                </c:pt>
                <c:pt idx="4316">
                  <c:v>44761</c:v>
                </c:pt>
                <c:pt idx="4317">
                  <c:v>44762</c:v>
                </c:pt>
                <c:pt idx="4318">
                  <c:v>44763</c:v>
                </c:pt>
                <c:pt idx="4319">
                  <c:v>44764</c:v>
                </c:pt>
                <c:pt idx="4320">
                  <c:v>44767</c:v>
                </c:pt>
                <c:pt idx="4321">
                  <c:v>44768</c:v>
                </c:pt>
                <c:pt idx="4322">
                  <c:v>44769</c:v>
                </c:pt>
                <c:pt idx="4323">
                  <c:v>44770</c:v>
                </c:pt>
                <c:pt idx="4324">
                  <c:v>44771</c:v>
                </c:pt>
                <c:pt idx="4325">
                  <c:v>44774</c:v>
                </c:pt>
                <c:pt idx="4326">
                  <c:v>44775</c:v>
                </c:pt>
                <c:pt idx="4327">
                  <c:v>44776</c:v>
                </c:pt>
                <c:pt idx="4328">
                  <c:v>44777</c:v>
                </c:pt>
                <c:pt idx="4329">
                  <c:v>44778</c:v>
                </c:pt>
                <c:pt idx="4330">
                  <c:v>44781</c:v>
                </c:pt>
                <c:pt idx="4331">
                  <c:v>44782</c:v>
                </c:pt>
                <c:pt idx="4332">
                  <c:v>44783</c:v>
                </c:pt>
                <c:pt idx="4333">
                  <c:v>44784</c:v>
                </c:pt>
                <c:pt idx="4334">
                  <c:v>44785</c:v>
                </c:pt>
                <c:pt idx="4335">
                  <c:v>44788</c:v>
                </c:pt>
                <c:pt idx="4336">
                  <c:v>44789</c:v>
                </c:pt>
                <c:pt idx="4337">
                  <c:v>44790</c:v>
                </c:pt>
                <c:pt idx="4338">
                  <c:v>44791</c:v>
                </c:pt>
                <c:pt idx="4339">
                  <c:v>44792</c:v>
                </c:pt>
                <c:pt idx="4340">
                  <c:v>44795</c:v>
                </c:pt>
                <c:pt idx="4341">
                  <c:v>44796</c:v>
                </c:pt>
                <c:pt idx="4342">
                  <c:v>44797</c:v>
                </c:pt>
                <c:pt idx="4343">
                  <c:v>44798</c:v>
                </c:pt>
                <c:pt idx="4344">
                  <c:v>44799</c:v>
                </c:pt>
                <c:pt idx="4345">
                  <c:v>44802</c:v>
                </c:pt>
                <c:pt idx="4346">
                  <c:v>44803</c:v>
                </c:pt>
                <c:pt idx="4347">
                  <c:v>44804</c:v>
                </c:pt>
                <c:pt idx="4348">
                  <c:v>44805</c:v>
                </c:pt>
                <c:pt idx="4349">
                  <c:v>44806</c:v>
                </c:pt>
                <c:pt idx="4350">
                  <c:v>44809</c:v>
                </c:pt>
                <c:pt idx="4351">
                  <c:v>44810</c:v>
                </c:pt>
                <c:pt idx="4352">
                  <c:v>44811</c:v>
                </c:pt>
                <c:pt idx="4353">
                  <c:v>44812</c:v>
                </c:pt>
                <c:pt idx="4354">
                  <c:v>44813</c:v>
                </c:pt>
                <c:pt idx="4355">
                  <c:v>44816</c:v>
                </c:pt>
                <c:pt idx="4356">
                  <c:v>44817</c:v>
                </c:pt>
                <c:pt idx="4357">
                  <c:v>44818</c:v>
                </c:pt>
                <c:pt idx="4358">
                  <c:v>44819</c:v>
                </c:pt>
                <c:pt idx="4359">
                  <c:v>44820</c:v>
                </c:pt>
                <c:pt idx="4360">
                  <c:v>44823</c:v>
                </c:pt>
                <c:pt idx="4361">
                  <c:v>44824</c:v>
                </c:pt>
                <c:pt idx="4362">
                  <c:v>44825</c:v>
                </c:pt>
                <c:pt idx="4363">
                  <c:v>44826</c:v>
                </c:pt>
                <c:pt idx="4364">
                  <c:v>44827</c:v>
                </c:pt>
                <c:pt idx="4365">
                  <c:v>44830</c:v>
                </c:pt>
                <c:pt idx="4366">
                  <c:v>44831</c:v>
                </c:pt>
                <c:pt idx="4367">
                  <c:v>44832</c:v>
                </c:pt>
                <c:pt idx="4368">
                  <c:v>44833</c:v>
                </c:pt>
                <c:pt idx="4369">
                  <c:v>44834</c:v>
                </c:pt>
                <c:pt idx="4370">
                  <c:v>44837</c:v>
                </c:pt>
                <c:pt idx="4371">
                  <c:v>44838</c:v>
                </c:pt>
                <c:pt idx="4372">
                  <c:v>44839</c:v>
                </c:pt>
                <c:pt idx="4373">
                  <c:v>44840</c:v>
                </c:pt>
                <c:pt idx="4374">
                  <c:v>44841</c:v>
                </c:pt>
                <c:pt idx="4375">
                  <c:v>44844</c:v>
                </c:pt>
                <c:pt idx="4376">
                  <c:v>44845</c:v>
                </c:pt>
                <c:pt idx="4377">
                  <c:v>44846</c:v>
                </c:pt>
                <c:pt idx="4378">
                  <c:v>44847</c:v>
                </c:pt>
                <c:pt idx="4379">
                  <c:v>44848</c:v>
                </c:pt>
                <c:pt idx="4380">
                  <c:v>44851</c:v>
                </c:pt>
                <c:pt idx="4381">
                  <c:v>44852</c:v>
                </c:pt>
                <c:pt idx="4382">
                  <c:v>44853</c:v>
                </c:pt>
                <c:pt idx="4383">
                  <c:v>44854</c:v>
                </c:pt>
                <c:pt idx="4384">
                  <c:v>44855</c:v>
                </c:pt>
                <c:pt idx="4385">
                  <c:v>44858</c:v>
                </c:pt>
                <c:pt idx="4386">
                  <c:v>44859</c:v>
                </c:pt>
                <c:pt idx="4387">
                  <c:v>44860</c:v>
                </c:pt>
                <c:pt idx="4388">
                  <c:v>44861</c:v>
                </c:pt>
                <c:pt idx="4389">
                  <c:v>44862</c:v>
                </c:pt>
                <c:pt idx="4390">
                  <c:v>44865</c:v>
                </c:pt>
                <c:pt idx="4391">
                  <c:v>44866</c:v>
                </c:pt>
                <c:pt idx="4392">
                  <c:v>44867</c:v>
                </c:pt>
                <c:pt idx="4393">
                  <c:v>44868</c:v>
                </c:pt>
                <c:pt idx="4394">
                  <c:v>44869</c:v>
                </c:pt>
                <c:pt idx="4395">
                  <c:v>44872</c:v>
                </c:pt>
                <c:pt idx="4396">
                  <c:v>44873</c:v>
                </c:pt>
                <c:pt idx="4397">
                  <c:v>44874</c:v>
                </c:pt>
                <c:pt idx="4398">
                  <c:v>44875</c:v>
                </c:pt>
                <c:pt idx="4399">
                  <c:v>44876</c:v>
                </c:pt>
                <c:pt idx="4400">
                  <c:v>44879</c:v>
                </c:pt>
                <c:pt idx="4401">
                  <c:v>44880</c:v>
                </c:pt>
                <c:pt idx="4402">
                  <c:v>44881</c:v>
                </c:pt>
                <c:pt idx="4403">
                  <c:v>44882</c:v>
                </c:pt>
                <c:pt idx="4404">
                  <c:v>44883</c:v>
                </c:pt>
                <c:pt idx="4405">
                  <c:v>44886</c:v>
                </c:pt>
                <c:pt idx="4406">
                  <c:v>44887</c:v>
                </c:pt>
                <c:pt idx="4407">
                  <c:v>44888</c:v>
                </c:pt>
                <c:pt idx="4408">
                  <c:v>44889</c:v>
                </c:pt>
                <c:pt idx="4409">
                  <c:v>44890</c:v>
                </c:pt>
                <c:pt idx="4410">
                  <c:v>44893</c:v>
                </c:pt>
                <c:pt idx="4411">
                  <c:v>44894</c:v>
                </c:pt>
                <c:pt idx="4412">
                  <c:v>44895</c:v>
                </c:pt>
                <c:pt idx="4413">
                  <c:v>44896</c:v>
                </c:pt>
                <c:pt idx="4414">
                  <c:v>44897</c:v>
                </c:pt>
                <c:pt idx="4415">
                  <c:v>44900</c:v>
                </c:pt>
                <c:pt idx="4416">
                  <c:v>44901</c:v>
                </c:pt>
                <c:pt idx="4417">
                  <c:v>44902</c:v>
                </c:pt>
                <c:pt idx="4418">
                  <c:v>44903</c:v>
                </c:pt>
                <c:pt idx="4419">
                  <c:v>44904</c:v>
                </c:pt>
                <c:pt idx="4420">
                  <c:v>44907</c:v>
                </c:pt>
                <c:pt idx="4421">
                  <c:v>44908</c:v>
                </c:pt>
                <c:pt idx="4422">
                  <c:v>44909</c:v>
                </c:pt>
                <c:pt idx="4423">
                  <c:v>44910</c:v>
                </c:pt>
                <c:pt idx="4424">
                  <c:v>44911</c:v>
                </c:pt>
                <c:pt idx="4425">
                  <c:v>44914</c:v>
                </c:pt>
                <c:pt idx="4426">
                  <c:v>44915</c:v>
                </c:pt>
                <c:pt idx="4427">
                  <c:v>44916</c:v>
                </c:pt>
                <c:pt idx="4428">
                  <c:v>44917</c:v>
                </c:pt>
                <c:pt idx="4429">
                  <c:v>44918</c:v>
                </c:pt>
                <c:pt idx="4430">
                  <c:v>44921</c:v>
                </c:pt>
                <c:pt idx="4431">
                  <c:v>44922</c:v>
                </c:pt>
                <c:pt idx="4432">
                  <c:v>44923</c:v>
                </c:pt>
                <c:pt idx="4433">
                  <c:v>44924</c:v>
                </c:pt>
                <c:pt idx="4434">
                  <c:v>44925</c:v>
                </c:pt>
                <c:pt idx="4435">
                  <c:v>44928</c:v>
                </c:pt>
                <c:pt idx="4436">
                  <c:v>44929</c:v>
                </c:pt>
                <c:pt idx="4437">
                  <c:v>44930</c:v>
                </c:pt>
                <c:pt idx="4438">
                  <c:v>44931</c:v>
                </c:pt>
                <c:pt idx="4439">
                  <c:v>44932</c:v>
                </c:pt>
                <c:pt idx="4440">
                  <c:v>44935</c:v>
                </c:pt>
                <c:pt idx="4441">
                  <c:v>44936</c:v>
                </c:pt>
                <c:pt idx="4442">
                  <c:v>44937</c:v>
                </c:pt>
                <c:pt idx="4443">
                  <c:v>44938</c:v>
                </c:pt>
                <c:pt idx="4444">
                  <c:v>44939</c:v>
                </c:pt>
                <c:pt idx="4445">
                  <c:v>44942</c:v>
                </c:pt>
                <c:pt idx="4446">
                  <c:v>44943</c:v>
                </c:pt>
                <c:pt idx="4447">
                  <c:v>44944</c:v>
                </c:pt>
                <c:pt idx="4448">
                  <c:v>44945</c:v>
                </c:pt>
                <c:pt idx="4449">
                  <c:v>44946</c:v>
                </c:pt>
                <c:pt idx="4450">
                  <c:v>44949</c:v>
                </c:pt>
                <c:pt idx="4451">
                  <c:v>44950</c:v>
                </c:pt>
                <c:pt idx="4452">
                  <c:v>44951</c:v>
                </c:pt>
                <c:pt idx="4453">
                  <c:v>44952</c:v>
                </c:pt>
                <c:pt idx="4454">
                  <c:v>44953</c:v>
                </c:pt>
                <c:pt idx="4455">
                  <c:v>44956</c:v>
                </c:pt>
                <c:pt idx="4456">
                  <c:v>44957</c:v>
                </c:pt>
                <c:pt idx="4457">
                  <c:v>44958</c:v>
                </c:pt>
                <c:pt idx="4458">
                  <c:v>44959</c:v>
                </c:pt>
                <c:pt idx="4459">
                  <c:v>44960</c:v>
                </c:pt>
                <c:pt idx="4460">
                  <c:v>44963</c:v>
                </c:pt>
                <c:pt idx="4461">
                  <c:v>44964</c:v>
                </c:pt>
                <c:pt idx="4462">
                  <c:v>44965</c:v>
                </c:pt>
                <c:pt idx="4463">
                  <c:v>44966</c:v>
                </c:pt>
                <c:pt idx="4464">
                  <c:v>44967</c:v>
                </c:pt>
                <c:pt idx="4465">
                  <c:v>44970</c:v>
                </c:pt>
                <c:pt idx="4466">
                  <c:v>44971</c:v>
                </c:pt>
                <c:pt idx="4467">
                  <c:v>44972</c:v>
                </c:pt>
                <c:pt idx="4468">
                  <c:v>44973</c:v>
                </c:pt>
                <c:pt idx="4469">
                  <c:v>44974</c:v>
                </c:pt>
                <c:pt idx="4470">
                  <c:v>44977</c:v>
                </c:pt>
                <c:pt idx="4471">
                  <c:v>44978</c:v>
                </c:pt>
                <c:pt idx="4472">
                  <c:v>44979</c:v>
                </c:pt>
                <c:pt idx="4473">
                  <c:v>44980</c:v>
                </c:pt>
                <c:pt idx="4474">
                  <c:v>44981</c:v>
                </c:pt>
                <c:pt idx="4475">
                  <c:v>44984</c:v>
                </c:pt>
                <c:pt idx="4476">
                  <c:v>44985</c:v>
                </c:pt>
                <c:pt idx="4477">
                  <c:v>44986</c:v>
                </c:pt>
                <c:pt idx="4478">
                  <c:v>44987</c:v>
                </c:pt>
                <c:pt idx="4479">
                  <c:v>44988</c:v>
                </c:pt>
                <c:pt idx="4480">
                  <c:v>44991</c:v>
                </c:pt>
                <c:pt idx="4481">
                  <c:v>44992</c:v>
                </c:pt>
                <c:pt idx="4482">
                  <c:v>44993</c:v>
                </c:pt>
                <c:pt idx="4483">
                  <c:v>44994</c:v>
                </c:pt>
                <c:pt idx="4484">
                  <c:v>44995</c:v>
                </c:pt>
                <c:pt idx="4485">
                  <c:v>44998</c:v>
                </c:pt>
                <c:pt idx="4486">
                  <c:v>44999</c:v>
                </c:pt>
                <c:pt idx="4487">
                  <c:v>45000</c:v>
                </c:pt>
                <c:pt idx="4488">
                  <c:v>45001</c:v>
                </c:pt>
                <c:pt idx="4489">
                  <c:v>45002</c:v>
                </c:pt>
                <c:pt idx="4490">
                  <c:v>45005</c:v>
                </c:pt>
                <c:pt idx="4491">
                  <c:v>45006</c:v>
                </c:pt>
                <c:pt idx="4492">
                  <c:v>45007</c:v>
                </c:pt>
                <c:pt idx="4493">
                  <c:v>45008</c:v>
                </c:pt>
                <c:pt idx="4494">
                  <c:v>45009</c:v>
                </c:pt>
                <c:pt idx="4495">
                  <c:v>45012</c:v>
                </c:pt>
                <c:pt idx="4496">
                  <c:v>45013</c:v>
                </c:pt>
                <c:pt idx="4497">
                  <c:v>45014</c:v>
                </c:pt>
                <c:pt idx="4498">
                  <c:v>45015</c:v>
                </c:pt>
                <c:pt idx="4499">
                  <c:v>45016</c:v>
                </c:pt>
                <c:pt idx="4500">
                  <c:v>45019</c:v>
                </c:pt>
                <c:pt idx="4501">
                  <c:v>45020</c:v>
                </c:pt>
                <c:pt idx="4502">
                  <c:v>45021</c:v>
                </c:pt>
                <c:pt idx="4503">
                  <c:v>45022</c:v>
                </c:pt>
                <c:pt idx="4504">
                  <c:v>45023</c:v>
                </c:pt>
                <c:pt idx="4505">
                  <c:v>45026</c:v>
                </c:pt>
                <c:pt idx="4506">
                  <c:v>45027</c:v>
                </c:pt>
                <c:pt idx="4507">
                  <c:v>45028</c:v>
                </c:pt>
                <c:pt idx="4508">
                  <c:v>45029</c:v>
                </c:pt>
                <c:pt idx="4509">
                  <c:v>45030</c:v>
                </c:pt>
                <c:pt idx="4510">
                  <c:v>45033</c:v>
                </c:pt>
                <c:pt idx="4511">
                  <c:v>45034</c:v>
                </c:pt>
                <c:pt idx="4512">
                  <c:v>45035</c:v>
                </c:pt>
                <c:pt idx="4513">
                  <c:v>45036</c:v>
                </c:pt>
                <c:pt idx="4514">
                  <c:v>45037</c:v>
                </c:pt>
                <c:pt idx="4515">
                  <c:v>45040</c:v>
                </c:pt>
                <c:pt idx="4516">
                  <c:v>45041</c:v>
                </c:pt>
                <c:pt idx="4517">
                  <c:v>45042</c:v>
                </c:pt>
                <c:pt idx="4518">
                  <c:v>45043</c:v>
                </c:pt>
                <c:pt idx="4519">
                  <c:v>45044</c:v>
                </c:pt>
                <c:pt idx="4520">
                  <c:v>45047</c:v>
                </c:pt>
                <c:pt idx="4521">
                  <c:v>45048</c:v>
                </c:pt>
                <c:pt idx="4522">
                  <c:v>45049</c:v>
                </c:pt>
                <c:pt idx="4523">
                  <c:v>45050</c:v>
                </c:pt>
                <c:pt idx="4524">
                  <c:v>45051</c:v>
                </c:pt>
                <c:pt idx="4525">
                  <c:v>45054</c:v>
                </c:pt>
                <c:pt idx="4526">
                  <c:v>45055</c:v>
                </c:pt>
                <c:pt idx="4527">
                  <c:v>45056</c:v>
                </c:pt>
                <c:pt idx="4528">
                  <c:v>45057</c:v>
                </c:pt>
                <c:pt idx="4529">
                  <c:v>45058</c:v>
                </c:pt>
                <c:pt idx="4530">
                  <c:v>45061</c:v>
                </c:pt>
                <c:pt idx="4531">
                  <c:v>45062</c:v>
                </c:pt>
                <c:pt idx="4532">
                  <c:v>45063</c:v>
                </c:pt>
                <c:pt idx="4533">
                  <c:v>45064</c:v>
                </c:pt>
                <c:pt idx="4534">
                  <c:v>45065</c:v>
                </c:pt>
                <c:pt idx="4535">
                  <c:v>45068</c:v>
                </c:pt>
                <c:pt idx="4536">
                  <c:v>45069</c:v>
                </c:pt>
                <c:pt idx="4537">
                  <c:v>45070</c:v>
                </c:pt>
                <c:pt idx="4538">
                  <c:v>45071</c:v>
                </c:pt>
                <c:pt idx="4539">
                  <c:v>45072</c:v>
                </c:pt>
                <c:pt idx="4540">
                  <c:v>45075</c:v>
                </c:pt>
                <c:pt idx="4541">
                  <c:v>45076</c:v>
                </c:pt>
                <c:pt idx="4542">
                  <c:v>45077</c:v>
                </c:pt>
                <c:pt idx="4543">
                  <c:v>45078</c:v>
                </c:pt>
                <c:pt idx="4544">
                  <c:v>45079</c:v>
                </c:pt>
                <c:pt idx="4545">
                  <c:v>45082</c:v>
                </c:pt>
                <c:pt idx="4546">
                  <c:v>45083</c:v>
                </c:pt>
                <c:pt idx="4547">
                  <c:v>45084</c:v>
                </c:pt>
                <c:pt idx="4548">
                  <c:v>45085</c:v>
                </c:pt>
                <c:pt idx="4549">
                  <c:v>45086</c:v>
                </c:pt>
                <c:pt idx="4550">
                  <c:v>45089</c:v>
                </c:pt>
                <c:pt idx="4551">
                  <c:v>45090</c:v>
                </c:pt>
                <c:pt idx="4552">
                  <c:v>45091</c:v>
                </c:pt>
                <c:pt idx="4553">
                  <c:v>45092</c:v>
                </c:pt>
                <c:pt idx="4554">
                  <c:v>45093</c:v>
                </c:pt>
                <c:pt idx="4555">
                  <c:v>45096</c:v>
                </c:pt>
                <c:pt idx="4556">
                  <c:v>45097</c:v>
                </c:pt>
                <c:pt idx="4557">
                  <c:v>45098</c:v>
                </c:pt>
                <c:pt idx="4558">
                  <c:v>45099</c:v>
                </c:pt>
                <c:pt idx="4559">
                  <c:v>45100</c:v>
                </c:pt>
                <c:pt idx="4560">
                  <c:v>45103</c:v>
                </c:pt>
                <c:pt idx="4561">
                  <c:v>45104</c:v>
                </c:pt>
                <c:pt idx="4562">
                  <c:v>45105</c:v>
                </c:pt>
                <c:pt idx="4563">
                  <c:v>45106</c:v>
                </c:pt>
                <c:pt idx="4564">
                  <c:v>45107</c:v>
                </c:pt>
                <c:pt idx="4565">
                  <c:v>45110</c:v>
                </c:pt>
                <c:pt idx="4566">
                  <c:v>45111</c:v>
                </c:pt>
                <c:pt idx="4567">
                  <c:v>45112</c:v>
                </c:pt>
                <c:pt idx="4568">
                  <c:v>45113</c:v>
                </c:pt>
                <c:pt idx="4569">
                  <c:v>45114</c:v>
                </c:pt>
                <c:pt idx="4570">
                  <c:v>45117</c:v>
                </c:pt>
                <c:pt idx="4571">
                  <c:v>45118</c:v>
                </c:pt>
                <c:pt idx="4572">
                  <c:v>45119</c:v>
                </c:pt>
                <c:pt idx="4573">
                  <c:v>45120</c:v>
                </c:pt>
                <c:pt idx="4574">
                  <c:v>45121</c:v>
                </c:pt>
                <c:pt idx="4575">
                  <c:v>45124</c:v>
                </c:pt>
                <c:pt idx="4576">
                  <c:v>45125</c:v>
                </c:pt>
                <c:pt idx="4577">
                  <c:v>45126</c:v>
                </c:pt>
                <c:pt idx="4578">
                  <c:v>45127</c:v>
                </c:pt>
                <c:pt idx="4579">
                  <c:v>45128</c:v>
                </c:pt>
                <c:pt idx="4580">
                  <c:v>45131</c:v>
                </c:pt>
                <c:pt idx="4581">
                  <c:v>45132</c:v>
                </c:pt>
                <c:pt idx="4582">
                  <c:v>45133</c:v>
                </c:pt>
                <c:pt idx="4583">
                  <c:v>45134</c:v>
                </c:pt>
                <c:pt idx="4584">
                  <c:v>45135</c:v>
                </c:pt>
                <c:pt idx="4585">
                  <c:v>45138</c:v>
                </c:pt>
                <c:pt idx="4586">
                  <c:v>45139</c:v>
                </c:pt>
                <c:pt idx="4587">
                  <c:v>45140</c:v>
                </c:pt>
                <c:pt idx="4588">
                  <c:v>45141</c:v>
                </c:pt>
                <c:pt idx="4589">
                  <c:v>45142</c:v>
                </c:pt>
                <c:pt idx="4590">
                  <c:v>45145</c:v>
                </c:pt>
                <c:pt idx="4591">
                  <c:v>45146</c:v>
                </c:pt>
                <c:pt idx="4592">
                  <c:v>45147</c:v>
                </c:pt>
                <c:pt idx="4593">
                  <c:v>45148</c:v>
                </c:pt>
                <c:pt idx="4594">
                  <c:v>45149</c:v>
                </c:pt>
                <c:pt idx="4595">
                  <c:v>45152</c:v>
                </c:pt>
                <c:pt idx="4596">
                  <c:v>45153</c:v>
                </c:pt>
                <c:pt idx="4597">
                  <c:v>45154</c:v>
                </c:pt>
                <c:pt idx="4598">
                  <c:v>45155</c:v>
                </c:pt>
                <c:pt idx="4599">
                  <c:v>45156</c:v>
                </c:pt>
                <c:pt idx="4600">
                  <c:v>45159</c:v>
                </c:pt>
                <c:pt idx="4601">
                  <c:v>45160</c:v>
                </c:pt>
                <c:pt idx="4602">
                  <c:v>45161</c:v>
                </c:pt>
                <c:pt idx="4603">
                  <c:v>45162</c:v>
                </c:pt>
                <c:pt idx="4604">
                  <c:v>45163</c:v>
                </c:pt>
                <c:pt idx="4605">
                  <c:v>45166</c:v>
                </c:pt>
                <c:pt idx="4606">
                  <c:v>45167</c:v>
                </c:pt>
                <c:pt idx="4607">
                  <c:v>45168</c:v>
                </c:pt>
                <c:pt idx="4608">
                  <c:v>45169</c:v>
                </c:pt>
                <c:pt idx="4609">
                  <c:v>45170</c:v>
                </c:pt>
                <c:pt idx="4610">
                  <c:v>45173</c:v>
                </c:pt>
                <c:pt idx="4611">
                  <c:v>45174</c:v>
                </c:pt>
                <c:pt idx="4612">
                  <c:v>45175</c:v>
                </c:pt>
                <c:pt idx="4613">
                  <c:v>45176</c:v>
                </c:pt>
                <c:pt idx="4614">
                  <c:v>45177</c:v>
                </c:pt>
                <c:pt idx="4615">
                  <c:v>45180</c:v>
                </c:pt>
                <c:pt idx="4616">
                  <c:v>45181</c:v>
                </c:pt>
                <c:pt idx="4617">
                  <c:v>45182</c:v>
                </c:pt>
                <c:pt idx="4618">
                  <c:v>45183</c:v>
                </c:pt>
                <c:pt idx="4619">
                  <c:v>45184</c:v>
                </c:pt>
                <c:pt idx="4620">
                  <c:v>45187</c:v>
                </c:pt>
                <c:pt idx="4621">
                  <c:v>45188</c:v>
                </c:pt>
                <c:pt idx="4622">
                  <c:v>45189</c:v>
                </c:pt>
                <c:pt idx="4623">
                  <c:v>45190</c:v>
                </c:pt>
                <c:pt idx="4624">
                  <c:v>45191</c:v>
                </c:pt>
                <c:pt idx="4625">
                  <c:v>45194</c:v>
                </c:pt>
                <c:pt idx="4626">
                  <c:v>45195</c:v>
                </c:pt>
                <c:pt idx="4627">
                  <c:v>45196</c:v>
                </c:pt>
                <c:pt idx="4628">
                  <c:v>45197</c:v>
                </c:pt>
                <c:pt idx="4629">
                  <c:v>45198</c:v>
                </c:pt>
                <c:pt idx="4630">
                  <c:v>45201</c:v>
                </c:pt>
                <c:pt idx="4631">
                  <c:v>45202</c:v>
                </c:pt>
                <c:pt idx="4632">
                  <c:v>45203</c:v>
                </c:pt>
                <c:pt idx="4633">
                  <c:v>45204</c:v>
                </c:pt>
                <c:pt idx="4634">
                  <c:v>45205</c:v>
                </c:pt>
                <c:pt idx="4635">
                  <c:v>45208</c:v>
                </c:pt>
                <c:pt idx="4636">
                  <c:v>45209</c:v>
                </c:pt>
                <c:pt idx="4637">
                  <c:v>45210</c:v>
                </c:pt>
                <c:pt idx="4638">
                  <c:v>45211</c:v>
                </c:pt>
                <c:pt idx="4639">
                  <c:v>45212</c:v>
                </c:pt>
                <c:pt idx="4640">
                  <c:v>45215</c:v>
                </c:pt>
                <c:pt idx="4641">
                  <c:v>45216</c:v>
                </c:pt>
                <c:pt idx="4642">
                  <c:v>45217</c:v>
                </c:pt>
                <c:pt idx="4643">
                  <c:v>45218</c:v>
                </c:pt>
                <c:pt idx="4644">
                  <c:v>45219</c:v>
                </c:pt>
                <c:pt idx="4645">
                  <c:v>45222</c:v>
                </c:pt>
                <c:pt idx="4646">
                  <c:v>45223</c:v>
                </c:pt>
                <c:pt idx="4647">
                  <c:v>45224</c:v>
                </c:pt>
                <c:pt idx="4648">
                  <c:v>45225</c:v>
                </c:pt>
                <c:pt idx="4649">
                  <c:v>45226</c:v>
                </c:pt>
                <c:pt idx="4650">
                  <c:v>45229</c:v>
                </c:pt>
                <c:pt idx="4651">
                  <c:v>45230</c:v>
                </c:pt>
                <c:pt idx="4652">
                  <c:v>45231</c:v>
                </c:pt>
                <c:pt idx="4653">
                  <c:v>45232</c:v>
                </c:pt>
                <c:pt idx="4654">
                  <c:v>45233</c:v>
                </c:pt>
                <c:pt idx="4655">
                  <c:v>45236</c:v>
                </c:pt>
                <c:pt idx="4656">
                  <c:v>45237</c:v>
                </c:pt>
                <c:pt idx="4657">
                  <c:v>45238</c:v>
                </c:pt>
                <c:pt idx="4658">
                  <c:v>45239</c:v>
                </c:pt>
                <c:pt idx="4659">
                  <c:v>45240</c:v>
                </c:pt>
                <c:pt idx="4660">
                  <c:v>45243</c:v>
                </c:pt>
                <c:pt idx="4661">
                  <c:v>45244</c:v>
                </c:pt>
                <c:pt idx="4662">
                  <c:v>45245</c:v>
                </c:pt>
                <c:pt idx="4663">
                  <c:v>45246</c:v>
                </c:pt>
                <c:pt idx="4664">
                  <c:v>45247</c:v>
                </c:pt>
                <c:pt idx="4665">
                  <c:v>45250</c:v>
                </c:pt>
                <c:pt idx="4666">
                  <c:v>45251</c:v>
                </c:pt>
                <c:pt idx="4667">
                  <c:v>45252</c:v>
                </c:pt>
                <c:pt idx="4668">
                  <c:v>45253</c:v>
                </c:pt>
                <c:pt idx="4669">
                  <c:v>45254</c:v>
                </c:pt>
                <c:pt idx="4670">
                  <c:v>45257</c:v>
                </c:pt>
                <c:pt idx="4671">
                  <c:v>45258</c:v>
                </c:pt>
                <c:pt idx="4672">
                  <c:v>45259</c:v>
                </c:pt>
                <c:pt idx="4673">
                  <c:v>45260</c:v>
                </c:pt>
                <c:pt idx="4674">
                  <c:v>45261</c:v>
                </c:pt>
                <c:pt idx="4675">
                  <c:v>45264</c:v>
                </c:pt>
                <c:pt idx="4676">
                  <c:v>45265</c:v>
                </c:pt>
                <c:pt idx="4677">
                  <c:v>45266</c:v>
                </c:pt>
                <c:pt idx="4678">
                  <c:v>45267</c:v>
                </c:pt>
                <c:pt idx="4679">
                  <c:v>45268</c:v>
                </c:pt>
                <c:pt idx="4680">
                  <c:v>45271</c:v>
                </c:pt>
                <c:pt idx="4681">
                  <c:v>45272</c:v>
                </c:pt>
                <c:pt idx="4682">
                  <c:v>45273</c:v>
                </c:pt>
                <c:pt idx="4683">
                  <c:v>45274</c:v>
                </c:pt>
                <c:pt idx="4684">
                  <c:v>45275</c:v>
                </c:pt>
                <c:pt idx="4685">
                  <c:v>45278</c:v>
                </c:pt>
                <c:pt idx="4686">
                  <c:v>45279</c:v>
                </c:pt>
                <c:pt idx="4687">
                  <c:v>45280</c:v>
                </c:pt>
                <c:pt idx="4688">
                  <c:v>45281</c:v>
                </c:pt>
                <c:pt idx="4689">
                  <c:v>45282</c:v>
                </c:pt>
                <c:pt idx="4690">
                  <c:v>45285</c:v>
                </c:pt>
                <c:pt idx="4691">
                  <c:v>45286</c:v>
                </c:pt>
                <c:pt idx="4692">
                  <c:v>45287</c:v>
                </c:pt>
                <c:pt idx="4693">
                  <c:v>45288</c:v>
                </c:pt>
                <c:pt idx="4694">
                  <c:v>45289</c:v>
                </c:pt>
                <c:pt idx="4695">
                  <c:v>45292</c:v>
                </c:pt>
                <c:pt idx="4696">
                  <c:v>45293</c:v>
                </c:pt>
                <c:pt idx="4697">
                  <c:v>45294</c:v>
                </c:pt>
                <c:pt idx="4698">
                  <c:v>45295</c:v>
                </c:pt>
                <c:pt idx="4699">
                  <c:v>45296</c:v>
                </c:pt>
                <c:pt idx="4700">
                  <c:v>45299</c:v>
                </c:pt>
                <c:pt idx="4701">
                  <c:v>45300</c:v>
                </c:pt>
                <c:pt idx="4702">
                  <c:v>45301</c:v>
                </c:pt>
                <c:pt idx="4703">
                  <c:v>45302</c:v>
                </c:pt>
                <c:pt idx="4704">
                  <c:v>45303</c:v>
                </c:pt>
                <c:pt idx="4705">
                  <c:v>45306</c:v>
                </c:pt>
                <c:pt idx="4706">
                  <c:v>45307</c:v>
                </c:pt>
                <c:pt idx="4707">
                  <c:v>45308</c:v>
                </c:pt>
                <c:pt idx="4708">
                  <c:v>45309</c:v>
                </c:pt>
                <c:pt idx="4709">
                  <c:v>45310</c:v>
                </c:pt>
                <c:pt idx="4710">
                  <c:v>45313</c:v>
                </c:pt>
                <c:pt idx="4711">
                  <c:v>45314</c:v>
                </c:pt>
                <c:pt idx="4712">
                  <c:v>45315</c:v>
                </c:pt>
                <c:pt idx="4713">
                  <c:v>45316</c:v>
                </c:pt>
                <c:pt idx="4714">
                  <c:v>45317</c:v>
                </c:pt>
                <c:pt idx="4715">
                  <c:v>45320</c:v>
                </c:pt>
                <c:pt idx="4716">
                  <c:v>45321</c:v>
                </c:pt>
                <c:pt idx="4717">
                  <c:v>45322</c:v>
                </c:pt>
                <c:pt idx="4718">
                  <c:v>45323</c:v>
                </c:pt>
                <c:pt idx="4719">
                  <c:v>45324</c:v>
                </c:pt>
                <c:pt idx="4720">
                  <c:v>45327</c:v>
                </c:pt>
                <c:pt idx="4721">
                  <c:v>45328</c:v>
                </c:pt>
                <c:pt idx="4722">
                  <c:v>45329</c:v>
                </c:pt>
                <c:pt idx="4723">
                  <c:v>45330</c:v>
                </c:pt>
                <c:pt idx="4724">
                  <c:v>45331</c:v>
                </c:pt>
                <c:pt idx="4725">
                  <c:v>45334</c:v>
                </c:pt>
                <c:pt idx="4726">
                  <c:v>45335</c:v>
                </c:pt>
                <c:pt idx="4727">
                  <c:v>45336</c:v>
                </c:pt>
                <c:pt idx="4728">
                  <c:v>45337</c:v>
                </c:pt>
                <c:pt idx="4729">
                  <c:v>45338</c:v>
                </c:pt>
                <c:pt idx="4730">
                  <c:v>45341</c:v>
                </c:pt>
                <c:pt idx="4731">
                  <c:v>45342</c:v>
                </c:pt>
                <c:pt idx="4732">
                  <c:v>45343</c:v>
                </c:pt>
                <c:pt idx="4733">
                  <c:v>45344</c:v>
                </c:pt>
                <c:pt idx="4734">
                  <c:v>45345</c:v>
                </c:pt>
                <c:pt idx="4735">
                  <c:v>45348</c:v>
                </c:pt>
                <c:pt idx="4736">
                  <c:v>45349</c:v>
                </c:pt>
                <c:pt idx="4737">
                  <c:v>45350</c:v>
                </c:pt>
                <c:pt idx="4738">
                  <c:v>45351</c:v>
                </c:pt>
                <c:pt idx="4739">
                  <c:v>45352</c:v>
                </c:pt>
                <c:pt idx="4740">
                  <c:v>45355</c:v>
                </c:pt>
                <c:pt idx="4741">
                  <c:v>45356</c:v>
                </c:pt>
                <c:pt idx="4742">
                  <c:v>45357</c:v>
                </c:pt>
                <c:pt idx="4743">
                  <c:v>45358</c:v>
                </c:pt>
                <c:pt idx="4744">
                  <c:v>45359</c:v>
                </c:pt>
                <c:pt idx="4745">
                  <c:v>45362</c:v>
                </c:pt>
                <c:pt idx="4746">
                  <c:v>45363</c:v>
                </c:pt>
                <c:pt idx="4747">
                  <c:v>45364</c:v>
                </c:pt>
                <c:pt idx="4748">
                  <c:v>45365</c:v>
                </c:pt>
                <c:pt idx="4749">
                  <c:v>45366</c:v>
                </c:pt>
                <c:pt idx="4750">
                  <c:v>45369</c:v>
                </c:pt>
                <c:pt idx="4751">
                  <c:v>45370</c:v>
                </c:pt>
                <c:pt idx="4752">
                  <c:v>45371</c:v>
                </c:pt>
                <c:pt idx="4753">
                  <c:v>45372</c:v>
                </c:pt>
                <c:pt idx="4754">
                  <c:v>45373</c:v>
                </c:pt>
                <c:pt idx="4755">
                  <c:v>45376</c:v>
                </c:pt>
                <c:pt idx="4756">
                  <c:v>45377</c:v>
                </c:pt>
                <c:pt idx="4757">
                  <c:v>45378</c:v>
                </c:pt>
                <c:pt idx="4758">
                  <c:v>45379</c:v>
                </c:pt>
                <c:pt idx="4759">
                  <c:v>45380</c:v>
                </c:pt>
                <c:pt idx="4760">
                  <c:v>45383</c:v>
                </c:pt>
                <c:pt idx="4761">
                  <c:v>45384</c:v>
                </c:pt>
                <c:pt idx="4762">
                  <c:v>45385</c:v>
                </c:pt>
                <c:pt idx="4763">
                  <c:v>45386</c:v>
                </c:pt>
                <c:pt idx="4764">
                  <c:v>45387</c:v>
                </c:pt>
                <c:pt idx="4765">
                  <c:v>45390</c:v>
                </c:pt>
                <c:pt idx="4766">
                  <c:v>45391</c:v>
                </c:pt>
                <c:pt idx="4767">
                  <c:v>45392</c:v>
                </c:pt>
                <c:pt idx="4768">
                  <c:v>45393</c:v>
                </c:pt>
                <c:pt idx="4769">
                  <c:v>45394</c:v>
                </c:pt>
                <c:pt idx="4770">
                  <c:v>45397</c:v>
                </c:pt>
                <c:pt idx="4771">
                  <c:v>45398</c:v>
                </c:pt>
                <c:pt idx="4772">
                  <c:v>45399</c:v>
                </c:pt>
                <c:pt idx="4773">
                  <c:v>45400</c:v>
                </c:pt>
                <c:pt idx="4774">
                  <c:v>45401</c:v>
                </c:pt>
                <c:pt idx="4775">
                  <c:v>45404</c:v>
                </c:pt>
                <c:pt idx="4776">
                  <c:v>45405</c:v>
                </c:pt>
                <c:pt idx="4777">
                  <c:v>45406</c:v>
                </c:pt>
                <c:pt idx="4778">
                  <c:v>45407</c:v>
                </c:pt>
                <c:pt idx="4779">
                  <c:v>45408</c:v>
                </c:pt>
                <c:pt idx="4780">
                  <c:v>45411</c:v>
                </c:pt>
                <c:pt idx="4781">
                  <c:v>45412</c:v>
                </c:pt>
                <c:pt idx="4782">
                  <c:v>45413</c:v>
                </c:pt>
                <c:pt idx="4783">
                  <c:v>45414</c:v>
                </c:pt>
                <c:pt idx="4784">
                  <c:v>45415</c:v>
                </c:pt>
                <c:pt idx="4785">
                  <c:v>45418</c:v>
                </c:pt>
                <c:pt idx="4786">
                  <c:v>45419</c:v>
                </c:pt>
                <c:pt idx="4787">
                  <c:v>45420</c:v>
                </c:pt>
                <c:pt idx="4788">
                  <c:v>45421</c:v>
                </c:pt>
                <c:pt idx="4789">
                  <c:v>45422</c:v>
                </c:pt>
                <c:pt idx="4790">
                  <c:v>45425</c:v>
                </c:pt>
                <c:pt idx="4791">
                  <c:v>45426</c:v>
                </c:pt>
                <c:pt idx="4792">
                  <c:v>45427</c:v>
                </c:pt>
                <c:pt idx="4793">
                  <c:v>45428</c:v>
                </c:pt>
                <c:pt idx="4794">
                  <c:v>45429</c:v>
                </c:pt>
                <c:pt idx="4795">
                  <c:v>45432</c:v>
                </c:pt>
                <c:pt idx="4796">
                  <c:v>45433</c:v>
                </c:pt>
                <c:pt idx="4797">
                  <c:v>45434</c:v>
                </c:pt>
                <c:pt idx="4798">
                  <c:v>45435</c:v>
                </c:pt>
                <c:pt idx="4799">
                  <c:v>45436</c:v>
                </c:pt>
                <c:pt idx="4800">
                  <c:v>45439</c:v>
                </c:pt>
                <c:pt idx="4801">
                  <c:v>45440</c:v>
                </c:pt>
                <c:pt idx="4802">
                  <c:v>45441</c:v>
                </c:pt>
                <c:pt idx="4803">
                  <c:v>45442</c:v>
                </c:pt>
                <c:pt idx="4804">
                  <c:v>45443</c:v>
                </c:pt>
                <c:pt idx="4805">
                  <c:v>45446</c:v>
                </c:pt>
                <c:pt idx="4806">
                  <c:v>45447</c:v>
                </c:pt>
                <c:pt idx="4807">
                  <c:v>45448</c:v>
                </c:pt>
                <c:pt idx="4808">
                  <c:v>45449</c:v>
                </c:pt>
                <c:pt idx="4809">
                  <c:v>45450</c:v>
                </c:pt>
                <c:pt idx="4810">
                  <c:v>45453</c:v>
                </c:pt>
                <c:pt idx="4811">
                  <c:v>45454</c:v>
                </c:pt>
                <c:pt idx="4812">
                  <c:v>45455</c:v>
                </c:pt>
                <c:pt idx="4813">
                  <c:v>45456</c:v>
                </c:pt>
                <c:pt idx="4814">
                  <c:v>45457</c:v>
                </c:pt>
                <c:pt idx="4815">
                  <c:v>45460</c:v>
                </c:pt>
                <c:pt idx="4816">
                  <c:v>45461</c:v>
                </c:pt>
                <c:pt idx="4817">
                  <c:v>45462</c:v>
                </c:pt>
                <c:pt idx="4818">
                  <c:v>45463</c:v>
                </c:pt>
                <c:pt idx="4819">
                  <c:v>45464</c:v>
                </c:pt>
                <c:pt idx="4820">
                  <c:v>45467</c:v>
                </c:pt>
                <c:pt idx="4821">
                  <c:v>45468</c:v>
                </c:pt>
                <c:pt idx="4822">
                  <c:v>45469</c:v>
                </c:pt>
                <c:pt idx="4823">
                  <c:v>45470</c:v>
                </c:pt>
                <c:pt idx="4824">
                  <c:v>45471</c:v>
                </c:pt>
                <c:pt idx="4825">
                  <c:v>45474</c:v>
                </c:pt>
                <c:pt idx="4826">
                  <c:v>45475</c:v>
                </c:pt>
                <c:pt idx="4827">
                  <c:v>45476</c:v>
                </c:pt>
                <c:pt idx="4828">
                  <c:v>45477</c:v>
                </c:pt>
                <c:pt idx="4829">
                  <c:v>45478</c:v>
                </c:pt>
                <c:pt idx="4830">
                  <c:v>45481</c:v>
                </c:pt>
                <c:pt idx="4831">
                  <c:v>45482</c:v>
                </c:pt>
                <c:pt idx="4832">
                  <c:v>45483</c:v>
                </c:pt>
                <c:pt idx="4833">
                  <c:v>45484</c:v>
                </c:pt>
                <c:pt idx="4834">
                  <c:v>45485</c:v>
                </c:pt>
                <c:pt idx="4835">
                  <c:v>45488</c:v>
                </c:pt>
                <c:pt idx="4836">
                  <c:v>45489</c:v>
                </c:pt>
                <c:pt idx="4837">
                  <c:v>45490</c:v>
                </c:pt>
                <c:pt idx="4838">
                  <c:v>45491</c:v>
                </c:pt>
                <c:pt idx="4839">
                  <c:v>45492</c:v>
                </c:pt>
                <c:pt idx="4840">
                  <c:v>45495</c:v>
                </c:pt>
                <c:pt idx="4841">
                  <c:v>45496</c:v>
                </c:pt>
                <c:pt idx="4842">
                  <c:v>45497</c:v>
                </c:pt>
                <c:pt idx="4843">
                  <c:v>45498</c:v>
                </c:pt>
                <c:pt idx="4844">
                  <c:v>45499</c:v>
                </c:pt>
                <c:pt idx="4845">
                  <c:v>45502</c:v>
                </c:pt>
                <c:pt idx="4846">
                  <c:v>45503</c:v>
                </c:pt>
                <c:pt idx="4847">
                  <c:v>45504</c:v>
                </c:pt>
                <c:pt idx="4848">
                  <c:v>45505</c:v>
                </c:pt>
                <c:pt idx="4849">
                  <c:v>45506</c:v>
                </c:pt>
                <c:pt idx="4850">
                  <c:v>45509</c:v>
                </c:pt>
                <c:pt idx="4851">
                  <c:v>45510</c:v>
                </c:pt>
                <c:pt idx="4852">
                  <c:v>45511</c:v>
                </c:pt>
                <c:pt idx="4853">
                  <c:v>45512</c:v>
                </c:pt>
                <c:pt idx="4854">
                  <c:v>45513</c:v>
                </c:pt>
                <c:pt idx="4855">
                  <c:v>45516</c:v>
                </c:pt>
                <c:pt idx="4856">
                  <c:v>45517</c:v>
                </c:pt>
                <c:pt idx="4857">
                  <c:v>45518</c:v>
                </c:pt>
                <c:pt idx="4858">
                  <c:v>45519</c:v>
                </c:pt>
                <c:pt idx="4859">
                  <c:v>45520</c:v>
                </c:pt>
                <c:pt idx="4860">
                  <c:v>45523</c:v>
                </c:pt>
                <c:pt idx="4861">
                  <c:v>45524</c:v>
                </c:pt>
                <c:pt idx="4862">
                  <c:v>45525</c:v>
                </c:pt>
                <c:pt idx="4863">
                  <c:v>45526</c:v>
                </c:pt>
                <c:pt idx="4864">
                  <c:v>45527</c:v>
                </c:pt>
                <c:pt idx="4865">
                  <c:v>45530</c:v>
                </c:pt>
                <c:pt idx="4866">
                  <c:v>45531</c:v>
                </c:pt>
                <c:pt idx="4867">
                  <c:v>45532</c:v>
                </c:pt>
                <c:pt idx="4868">
                  <c:v>45533</c:v>
                </c:pt>
                <c:pt idx="4869">
                  <c:v>45534</c:v>
                </c:pt>
                <c:pt idx="4870">
                  <c:v>45537</c:v>
                </c:pt>
                <c:pt idx="4871">
                  <c:v>45538</c:v>
                </c:pt>
                <c:pt idx="4872">
                  <c:v>45539</c:v>
                </c:pt>
                <c:pt idx="4873">
                  <c:v>45540</c:v>
                </c:pt>
                <c:pt idx="4874">
                  <c:v>45541</c:v>
                </c:pt>
                <c:pt idx="4875">
                  <c:v>45544</c:v>
                </c:pt>
                <c:pt idx="4876">
                  <c:v>45545</c:v>
                </c:pt>
                <c:pt idx="4877">
                  <c:v>45546</c:v>
                </c:pt>
                <c:pt idx="4878">
                  <c:v>45547</c:v>
                </c:pt>
                <c:pt idx="4879">
                  <c:v>45548</c:v>
                </c:pt>
                <c:pt idx="4880">
                  <c:v>45551</c:v>
                </c:pt>
                <c:pt idx="4881">
                  <c:v>45552</c:v>
                </c:pt>
                <c:pt idx="4882">
                  <c:v>45553</c:v>
                </c:pt>
                <c:pt idx="4883">
                  <c:v>45554</c:v>
                </c:pt>
                <c:pt idx="4884">
                  <c:v>45555</c:v>
                </c:pt>
                <c:pt idx="4885">
                  <c:v>45558</c:v>
                </c:pt>
                <c:pt idx="4886">
                  <c:v>45559</c:v>
                </c:pt>
                <c:pt idx="4887">
                  <c:v>45560</c:v>
                </c:pt>
                <c:pt idx="4888">
                  <c:v>45561</c:v>
                </c:pt>
                <c:pt idx="4889">
                  <c:v>45562</c:v>
                </c:pt>
                <c:pt idx="4890">
                  <c:v>45565</c:v>
                </c:pt>
                <c:pt idx="4891">
                  <c:v>45566</c:v>
                </c:pt>
                <c:pt idx="4892">
                  <c:v>45567</c:v>
                </c:pt>
                <c:pt idx="4893">
                  <c:v>45568</c:v>
                </c:pt>
                <c:pt idx="4894">
                  <c:v>45569</c:v>
                </c:pt>
                <c:pt idx="4895">
                  <c:v>45572</c:v>
                </c:pt>
                <c:pt idx="4896">
                  <c:v>45573</c:v>
                </c:pt>
                <c:pt idx="4897">
                  <c:v>45574</c:v>
                </c:pt>
                <c:pt idx="4898">
                  <c:v>45575</c:v>
                </c:pt>
                <c:pt idx="4899">
                  <c:v>45576</c:v>
                </c:pt>
                <c:pt idx="4900">
                  <c:v>45579</c:v>
                </c:pt>
                <c:pt idx="4901">
                  <c:v>45580</c:v>
                </c:pt>
                <c:pt idx="4902">
                  <c:v>45581</c:v>
                </c:pt>
                <c:pt idx="4903">
                  <c:v>45582</c:v>
                </c:pt>
                <c:pt idx="4904">
                  <c:v>45583</c:v>
                </c:pt>
                <c:pt idx="4905">
                  <c:v>45586</c:v>
                </c:pt>
                <c:pt idx="4906">
                  <c:v>45587</c:v>
                </c:pt>
                <c:pt idx="4907">
                  <c:v>45588</c:v>
                </c:pt>
                <c:pt idx="4908">
                  <c:v>45589</c:v>
                </c:pt>
                <c:pt idx="4909">
                  <c:v>45590</c:v>
                </c:pt>
                <c:pt idx="4910">
                  <c:v>45593</c:v>
                </c:pt>
                <c:pt idx="4911">
                  <c:v>45594</c:v>
                </c:pt>
                <c:pt idx="4912">
                  <c:v>45595</c:v>
                </c:pt>
                <c:pt idx="4913">
                  <c:v>45596</c:v>
                </c:pt>
                <c:pt idx="4914">
                  <c:v>45597</c:v>
                </c:pt>
                <c:pt idx="4915">
                  <c:v>45600</c:v>
                </c:pt>
                <c:pt idx="4916">
                  <c:v>45601</c:v>
                </c:pt>
                <c:pt idx="4917">
                  <c:v>45602</c:v>
                </c:pt>
                <c:pt idx="4918">
                  <c:v>45603</c:v>
                </c:pt>
                <c:pt idx="4919">
                  <c:v>45604</c:v>
                </c:pt>
                <c:pt idx="4920">
                  <c:v>45607</c:v>
                </c:pt>
                <c:pt idx="4921">
                  <c:v>45608</c:v>
                </c:pt>
                <c:pt idx="4922">
                  <c:v>45609</c:v>
                </c:pt>
                <c:pt idx="4923">
                  <c:v>45610</c:v>
                </c:pt>
                <c:pt idx="4924">
                  <c:v>45611</c:v>
                </c:pt>
                <c:pt idx="4925">
                  <c:v>45614</c:v>
                </c:pt>
                <c:pt idx="4926">
                  <c:v>45615</c:v>
                </c:pt>
                <c:pt idx="4927">
                  <c:v>45616</c:v>
                </c:pt>
                <c:pt idx="4928">
                  <c:v>45617</c:v>
                </c:pt>
                <c:pt idx="4929">
                  <c:v>45618</c:v>
                </c:pt>
                <c:pt idx="4930">
                  <c:v>45621</c:v>
                </c:pt>
                <c:pt idx="4931">
                  <c:v>45622</c:v>
                </c:pt>
                <c:pt idx="4932">
                  <c:v>45623</c:v>
                </c:pt>
                <c:pt idx="4933">
                  <c:v>45624</c:v>
                </c:pt>
                <c:pt idx="4934">
                  <c:v>45625</c:v>
                </c:pt>
                <c:pt idx="4935">
                  <c:v>45628</c:v>
                </c:pt>
                <c:pt idx="4936">
                  <c:v>45629</c:v>
                </c:pt>
                <c:pt idx="4937">
                  <c:v>45630</c:v>
                </c:pt>
                <c:pt idx="4938">
                  <c:v>45631</c:v>
                </c:pt>
                <c:pt idx="4939">
                  <c:v>45632</c:v>
                </c:pt>
                <c:pt idx="4940">
                  <c:v>45635</c:v>
                </c:pt>
                <c:pt idx="4941">
                  <c:v>45636</c:v>
                </c:pt>
                <c:pt idx="4942">
                  <c:v>45637</c:v>
                </c:pt>
                <c:pt idx="4943">
                  <c:v>45638</c:v>
                </c:pt>
                <c:pt idx="4944">
                  <c:v>45639</c:v>
                </c:pt>
                <c:pt idx="4945">
                  <c:v>45642</c:v>
                </c:pt>
                <c:pt idx="4946">
                  <c:v>45643</c:v>
                </c:pt>
                <c:pt idx="4947">
                  <c:v>45644</c:v>
                </c:pt>
                <c:pt idx="4948">
                  <c:v>45645</c:v>
                </c:pt>
                <c:pt idx="4949">
                  <c:v>45646</c:v>
                </c:pt>
                <c:pt idx="4950">
                  <c:v>45649</c:v>
                </c:pt>
                <c:pt idx="4951">
                  <c:v>45650</c:v>
                </c:pt>
                <c:pt idx="4952">
                  <c:v>45651</c:v>
                </c:pt>
                <c:pt idx="4953">
                  <c:v>45652</c:v>
                </c:pt>
                <c:pt idx="4954">
                  <c:v>45653</c:v>
                </c:pt>
                <c:pt idx="4955">
                  <c:v>45656</c:v>
                </c:pt>
                <c:pt idx="4956">
                  <c:v>45657</c:v>
                </c:pt>
                <c:pt idx="4957">
                  <c:v>45658</c:v>
                </c:pt>
                <c:pt idx="4958">
                  <c:v>45659</c:v>
                </c:pt>
                <c:pt idx="4959">
                  <c:v>45660</c:v>
                </c:pt>
                <c:pt idx="4960">
                  <c:v>45663</c:v>
                </c:pt>
                <c:pt idx="4961">
                  <c:v>45664</c:v>
                </c:pt>
                <c:pt idx="4962">
                  <c:v>45665</c:v>
                </c:pt>
                <c:pt idx="4963">
                  <c:v>45666</c:v>
                </c:pt>
                <c:pt idx="4964">
                  <c:v>45667</c:v>
                </c:pt>
                <c:pt idx="4965">
                  <c:v>45670</c:v>
                </c:pt>
                <c:pt idx="4966">
                  <c:v>45671</c:v>
                </c:pt>
                <c:pt idx="4967">
                  <c:v>45672</c:v>
                </c:pt>
                <c:pt idx="4968">
                  <c:v>45673</c:v>
                </c:pt>
                <c:pt idx="4969">
                  <c:v>45674</c:v>
                </c:pt>
                <c:pt idx="4970">
                  <c:v>45677</c:v>
                </c:pt>
                <c:pt idx="4971">
                  <c:v>45678</c:v>
                </c:pt>
                <c:pt idx="4972">
                  <c:v>45679</c:v>
                </c:pt>
                <c:pt idx="4973">
                  <c:v>45680</c:v>
                </c:pt>
                <c:pt idx="4974">
                  <c:v>45681</c:v>
                </c:pt>
                <c:pt idx="4975">
                  <c:v>45684</c:v>
                </c:pt>
                <c:pt idx="4976">
                  <c:v>45685</c:v>
                </c:pt>
                <c:pt idx="4977">
                  <c:v>45686</c:v>
                </c:pt>
                <c:pt idx="4978">
                  <c:v>45687</c:v>
                </c:pt>
                <c:pt idx="4979">
                  <c:v>45688</c:v>
                </c:pt>
                <c:pt idx="4980">
                  <c:v>45691</c:v>
                </c:pt>
                <c:pt idx="4981">
                  <c:v>45692</c:v>
                </c:pt>
                <c:pt idx="4982">
                  <c:v>45693</c:v>
                </c:pt>
                <c:pt idx="4983">
                  <c:v>45694</c:v>
                </c:pt>
                <c:pt idx="4984">
                  <c:v>45695</c:v>
                </c:pt>
                <c:pt idx="4985">
                  <c:v>45698</c:v>
                </c:pt>
                <c:pt idx="4986">
                  <c:v>45699</c:v>
                </c:pt>
                <c:pt idx="4987">
                  <c:v>45700</c:v>
                </c:pt>
                <c:pt idx="4988">
                  <c:v>45701</c:v>
                </c:pt>
                <c:pt idx="4989">
                  <c:v>45702</c:v>
                </c:pt>
                <c:pt idx="4990">
                  <c:v>45705</c:v>
                </c:pt>
                <c:pt idx="4991">
                  <c:v>45706</c:v>
                </c:pt>
                <c:pt idx="4992">
                  <c:v>45707</c:v>
                </c:pt>
                <c:pt idx="4993">
                  <c:v>45708</c:v>
                </c:pt>
                <c:pt idx="4994">
                  <c:v>45709</c:v>
                </c:pt>
                <c:pt idx="4995">
                  <c:v>45712</c:v>
                </c:pt>
                <c:pt idx="4996">
                  <c:v>45713</c:v>
                </c:pt>
                <c:pt idx="4997">
                  <c:v>45714</c:v>
                </c:pt>
                <c:pt idx="4998">
                  <c:v>45715</c:v>
                </c:pt>
                <c:pt idx="4999">
                  <c:v>45716</c:v>
                </c:pt>
                <c:pt idx="5000">
                  <c:v>45719</c:v>
                </c:pt>
                <c:pt idx="5001">
                  <c:v>45720</c:v>
                </c:pt>
                <c:pt idx="5002">
                  <c:v>45721</c:v>
                </c:pt>
                <c:pt idx="5003">
                  <c:v>45722</c:v>
                </c:pt>
                <c:pt idx="5004">
                  <c:v>45723</c:v>
                </c:pt>
                <c:pt idx="5005">
                  <c:v>45726</c:v>
                </c:pt>
                <c:pt idx="5006">
                  <c:v>45727</c:v>
                </c:pt>
                <c:pt idx="5007">
                  <c:v>45728</c:v>
                </c:pt>
                <c:pt idx="5008">
                  <c:v>45729</c:v>
                </c:pt>
                <c:pt idx="5009">
                  <c:v>45730</c:v>
                </c:pt>
                <c:pt idx="5010">
                  <c:v>45733</c:v>
                </c:pt>
                <c:pt idx="5011">
                  <c:v>45734</c:v>
                </c:pt>
                <c:pt idx="5012">
                  <c:v>45735</c:v>
                </c:pt>
                <c:pt idx="5013">
                  <c:v>45736</c:v>
                </c:pt>
                <c:pt idx="5014">
                  <c:v>45737</c:v>
                </c:pt>
                <c:pt idx="5015">
                  <c:v>45740</c:v>
                </c:pt>
                <c:pt idx="5016">
                  <c:v>45741</c:v>
                </c:pt>
                <c:pt idx="5017">
                  <c:v>45742</c:v>
                </c:pt>
                <c:pt idx="5018">
                  <c:v>45743</c:v>
                </c:pt>
                <c:pt idx="5019">
                  <c:v>45744</c:v>
                </c:pt>
                <c:pt idx="5020">
                  <c:v>45747</c:v>
                </c:pt>
                <c:pt idx="5021">
                  <c:v>45748</c:v>
                </c:pt>
                <c:pt idx="5022">
                  <c:v>45749</c:v>
                </c:pt>
                <c:pt idx="5023">
                  <c:v>45750</c:v>
                </c:pt>
                <c:pt idx="5024">
                  <c:v>45751</c:v>
                </c:pt>
                <c:pt idx="5025">
                  <c:v>45754</c:v>
                </c:pt>
                <c:pt idx="5026">
                  <c:v>45755</c:v>
                </c:pt>
                <c:pt idx="5027">
                  <c:v>45756</c:v>
                </c:pt>
                <c:pt idx="5028">
                  <c:v>45757</c:v>
                </c:pt>
                <c:pt idx="5029">
                  <c:v>45758</c:v>
                </c:pt>
                <c:pt idx="5030">
                  <c:v>45761</c:v>
                </c:pt>
                <c:pt idx="5031">
                  <c:v>45762</c:v>
                </c:pt>
                <c:pt idx="5032">
                  <c:v>45763</c:v>
                </c:pt>
                <c:pt idx="5033">
                  <c:v>45764</c:v>
                </c:pt>
                <c:pt idx="5034">
                  <c:v>45765</c:v>
                </c:pt>
                <c:pt idx="5035">
                  <c:v>45768</c:v>
                </c:pt>
                <c:pt idx="5036">
                  <c:v>45769</c:v>
                </c:pt>
                <c:pt idx="5037">
                  <c:v>45770</c:v>
                </c:pt>
                <c:pt idx="5038">
                  <c:v>45771</c:v>
                </c:pt>
                <c:pt idx="5039">
                  <c:v>45772</c:v>
                </c:pt>
                <c:pt idx="5040">
                  <c:v>45775</c:v>
                </c:pt>
                <c:pt idx="5041">
                  <c:v>45776</c:v>
                </c:pt>
                <c:pt idx="5042">
                  <c:v>45777</c:v>
                </c:pt>
                <c:pt idx="5043">
                  <c:v>45778</c:v>
                </c:pt>
                <c:pt idx="5044">
                  <c:v>45779</c:v>
                </c:pt>
                <c:pt idx="5045">
                  <c:v>45782</c:v>
                </c:pt>
                <c:pt idx="5046">
                  <c:v>45783</c:v>
                </c:pt>
                <c:pt idx="5047">
                  <c:v>45784</c:v>
                </c:pt>
                <c:pt idx="5048">
                  <c:v>45785</c:v>
                </c:pt>
                <c:pt idx="5049">
                  <c:v>45786</c:v>
                </c:pt>
                <c:pt idx="5050">
                  <c:v>45789</c:v>
                </c:pt>
                <c:pt idx="5051">
                  <c:v>45790</c:v>
                </c:pt>
                <c:pt idx="5052">
                  <c:v>45791</c:v>
                </c:pt>
                <c:pt idx="5053">
                  <c:v>45792</c:v>
                </c:pt>
                <c:pt idx="5054">
                  <c:v>45793</c:v>
                </c:pt>
                <c:pt idx="5055">
                  <c:v>45796</c:v>
                </c:pt>
                <c:pt idx="5056">
                  <c:v>45797</c:v>
                </c:pt>
                <c:pt idx="5057">
                  <c:v>45798</c:v>
                </c:pt>
                <c:pt idx="5058">
                  <c:v>45799</c:v>
                </c:pt>
                <c:pt idx="5059">
                  <c:v>45800</c:v>
                </c:pt>
                <c:pt idx="5060">
                  <c:v>45803</c:v>
                </c:pt>
                <c:pt idx="5061">
                  <c:v>45804</c:v>
                </c:pt>
                <c:pt idx="5062">
                  <c:v>45805</c:v>
                </c:pt>
                <c:pt idx="5063">
                  <c:v>45806</c:v>
                </c:pt>
                <c:pt idx="5064">
                  <c:v>45807</c:v>
                </c:pt>
                <c:pt idx="5065">
                  <c:v>45810</c:v>
                </c:pt>
                <c:pt idx="5066">
                  <c:v>45811</c:v>
                </c:pt>
                <c:pt idx="5067">
                  <c:v>45812</c:v>
                </c:pt>
                <c:pt idx="5068">
                  <c:v>45813</c:v>
                </c:pt>
                <c:pt idx="5069">
                  <c:v>45814</c:v>
                </c:pt>
                <c:pt idx="5070">
                  <c:v>45817</c:v>
                </c:pt>
                <c:pt idx="5071">
                  <c:v>45818</c:v>
                </c:pt>
                <c:pt idx="5072">
                  <c:v>45819</c:v>
                </c:pt>
                <c:pt idx="5073">
                  <c:v>45820</c:v>
                </c:pt>
                <c:pt idx="5074">
                  <c:v>45821</c:v>
                </c:pt>
                <c:pt idx="5075">
                  <c:v>45824</c:v>
                </c:pt>
                <c:pt idx="5076">
                  <c:v>45825</c:v>
                </c:pt>
                <c:pt idx="5077">
                  <c:v>45826</c:v>
                </c:pt>
                <c:pt idx="5078">
                  <c:v>45827</c:v>
                </c:pt>
                <c:pt idx="5079">
                  <c:v>45828</c:v>
                </c:pt>
                <c:pt idx="5080">
                  <c:v>45831</c:v>
                </c:pt>
                <c:pt idx="5081">
                  <c:v>45832</c:v>
                </c:pt>
                <c:pt idx="5082">
                  <c:v>45833</c:v>
                </c:pt>
                <c:pt idx="5083">
                  <c:v>45834</c:v>
                </c:pt>
                <c:pt idx="5084">
                  <c:v>45835</c:v>
                </c:pt>
                <c:pt idx="5085">
                  <c:v>45838</c:v>
                </c:pt>
                <c:pt idx="5086">
                  <c:v>45839</c:v>
                </c:pt>
                <c:pt idx="5087">
                  <c:v>45840</c:v>
                </c:pt>
                <c:pt idx="5088">
                  <c:v>45841</c:v>
                </c:pt>
                <c:pt idx="5089">
                  <c:v>45842</c:v>
                </c:pt>
                <c:pt idx="5090">
                  <c:v>45845</c:v>
                </c:pt>
                <c:pt idx="5091">
                  <c:v>45846</c:v>
                </c:pt>
                <c:pt idx="5092">
                  <c:v>45847</c:v>
                </c:pt>
                <c:pt idx="5093">
                  <c:v>45848</c:v>
                </c:pt>
                <c:pt idx="5094">
                  <c:v>45849</c:v>
                </c:pt>
                <c:pt idx="5095">
                  <c:v>45852</c:v>
                </c:pt>
                <c:pt idx="5096">
                  <c:v>45853</c:v>
                </c:pt>
                <c:pt idx="5097">
                  <c:v>45854</c:v>
                </c:pt>
                <c:pt idx="5098">
                  <c:v>45855</c:v>
                </c:pt>
                <c:pt idx="5099">
                  <c:v>45856</c:v>
                </c:pt>
                <c:pt idx="5100">
                  <c:v>45859</c:v>
                </c:pt>
                <c:pt idx="5101">
                  <c:v>45860</c:v>
                </c:pt>
                <c:pt idx="5102">
                  <c:v>45861</c:v>
                </c:pt>
                <c:pt idx="5103">
                  <c:v>45862</c:v>
                </c:pt>
                <c:pt idx="5104">
                  <c:v>45863</c:v>
                </c:pt>
                <c:pt idx="5105">
                  <c:v>45866</c:v>
                </c:pt>
                <c:pt idx="5106">
                  <c:v>45867</c:v>
                </c:pt>
                <c:pt idx="5107">
                  <c:v>45868</c:v>
                </c:pt>
                <c:pt idx="5108">
                  <c:v>45869</c:v>
                </c:pt>
                <c:pt idx="5109">
                  <c:v>45870</c:v>
                </c:pt>
                <c:pt idx="5110">
                  <c:v>45873</c:v>
                </c:pt>
                <c:pt idx="5111">
                  <c:v>45874</c:v>
                </c:pt>
                <c:pt idx="5112">
                  <c:v>45875</c:v>
                </c:pt>
                <c:pt idx="5113">
                  <c:v>45876</c:v>
                </c:pt>
                <c:pt idx="5114">
                  <c:v>45877</c:v>
                </c:pt>
                <c:pt idx="5115">
                  <c:v>45880</c:v>
                </c:pt>
                <c:pt idx="5116">
                  <c:v>45881</c:v>
                </c:pt>
                <c:pt idx="5117">
                  <c:v>45882</c:v>
                </c:pt>
                <c:pt idx="5118">
                  <c:v>45883</c:v>
                </c:pt>
                <c:pt idx="5119">
                  <c:v>45884</c:v>
                </c:pt>
                <c:pt idx="5120">
                  <c:v>45887</c:v>
                </c:pt>
                <c:pt idx="5121">
                  <c:v>45888</c:v>
                </c:pt>
                <c:pt idx="5122">
                  <c:v>45889</c:v>
                </c:pt>
                <c:pt idx="5123">
                  <c:v>45890</c:v>
                </c:pt>
                <c:pt idx="5124">
                  <c:v>45891</c:v>
                </c:pt>
                <c:pt idx="5125">
                  <c:v>45894</c:v>
                </c:pt>
                <c:pt idx="5126">
                  <c:v>45895</c:v>
                </c:pt>
                <c:pt idx="5127">
                  <c:v>45896</c:v>
                </c:pt>
                <c:pt idx="5128">
                  <c:v>45897</c:v>
                </c:pt>
                <c:pt idx="5129">
                  <c:v>45898</c:v>
                </c:pt>
                <c:pt idx="5130">
                  <c:v>45901</c:v>
                </c:pt>
                <c:pt idx="5131">
                  <c:v>45902</c:v>
                </c:pt>
                <c:pt idx="5132">
                  <c:v>45903</c:v>
                </c:pt>
                <c:pt idx="5133">
                  <c:v>45904</c:v>
                </c:pt>
                <c:pt idx="5134">
                  <c:v>45905</c:v>
                </c:pt>
                <c:pt idx="5135">
                  <c:v>45908</c:v>
                </c:pt>
                <c:pt idx="5136">
                  <c:v>45909</c:v>
                </c:pt>
                <c:pt idx="5137">
                  <c:v>45910</c:v>
                </c:pt>
                <c:pt idx="5138">
                  <c:v>45911</c:v>
                </c:pt>
                <c:pt idx="5139">
                  <c:v>45912</c:v>
                </c:pt>
                <c:pt idx="5140">
                  <c:v>45915</c:v>
                </c:pt>
                <c:pt idx="5141">
                  <c:v>45916</c:v>
                </c:pt>
                <c:pt idx="5142">
                  <c:v>45917</c:v>
                </c:pt>
                <c:pt idx="5143">
                  <c:v>45918</c:v>
                </c:pt>
                <c:pt idx="5144">
                  <c:v>45919</c:v>
                </c:pt>
                <c:pt idx="5145">
                  <c:v>45922</c:v>
                </c:pt>
                <c:pt idx="5146">
                  <c:v>45923</c:v>
                </c:pt>
                <c:pt idx="5147">
                  <c:v>45924</c:v>
                </c:pt>
                <c:pt idx="5148">
                  <c:v>45925</c:v>
                </c:pt>
                <c:pt idx="5149">
                  <c:v>45926</c:v>
                </c:pt>
                <c:pt idx="5150">
                  <c:v>45929</c:v>
                </c:pt>
                <c:pt idx="5151">
                  <c:v>45930</c:v>
                </c:pt>
                <c:pt idx="5152">
                  <c:v>45931</c:v>
                </c:pt>
                <c:pt idx="5153">
                  <c:v>45932</c:v>
                </c:pt>
                <c:pt idx="5154">
                  <c:v>45933</c:v>
                </c:pt>
                <c:pt idx="5155">
                  <c:v>45936</c:v>
                </c:pt>
                <c:pt idx="5156">
                  <c:v>45937</c:v>
                </c:pt>
                <c:pt idx="5157">
                  <c:v>45938</c:v>
                </c:pt>
                <c:pt idx="5158">
                  <c:v>45939</c:v>
                </c:pt>
                <c:pt idx="5159">
                  <c:v>45940</c:v>
                </c:pt>
                <c:pt idx="5160">
                  <c:v>45943</c:v>
                </c:pt>
                <c:pt idx="5161">
                  <c:v>45944</c:v>
                </c:pt>
                <c:pt idx="5162">
                  <c:v>45945</c:v>
                </c:pt>
                <c:pt idx="5163">
                  <c:v>45946</c:v>
                </c:pt>
                <c:pt idx="5164">
                  <c:v>45947</c:v>
                </c:pt>
                <c:pt idx="5165">
                  <c:v>45950</c:v>
                </c:pt>
                <c:pt idx="5166">
                  <c:v>45951</c:v>
                </c:pt>
                <c:pt idx="5167">
                  <c:v>45952</c:v>
                </c:pt>
                <c:pt idx="5168">
                  <c:v>45953</c:v>
                </c:pt>
                <c:pt idx="5169">
                  <c:v>45954</c:v>
                </c:pt>
                <c:pt idx="5170">
                  <c:v>45957</c:v>
                </c:pt>
                <c:pt idx="5171">
                  <c:v>45958</c:v>
                </c:pt>
                <c:pt idx="5172">
                  <c:v>45959</c:v>
                </c:pt>
                <c:pt idx="5173">
                  <c:v>45960</c:v>
                </c:pt>
                <c:pt idx="5174">
                  <c:v>45961</c:v>
                </c:pt>
                <c:pt idx="5175">
                  <c:v>45964</c:v>
                </c:pt>
                <c:pt idx="5176">
                  <c:v>45965</c:v>
                </c:pt>
                <c:pt idx="5177">
                  <c:v>45966</c:v>
                </c:pt>
                <c:pt idx="5178">
                  <c:v>45967</c:v>
                </c:pt>
                <c:pt idx="5179">
                  <c:v>45968</c:v>
                </c:pt>
                <c:pt idx="5180">
                  <c:v>45971</c:v>
                </c:pt>
                <c:pt idx="5181">
                  <c:v>45972</c:v>
                </c:pt>
                <c:pt idx="5182">
                  <c:v>45973</c:v>
                </c:pt>
                <c:pt idx="5183">
                  <c:v>45974</c:v>
                </c:pt>
                <c:pt idx="5184">
                  <c:v>45975</c:v>
                </c:pt>
                <c:pt idx="5185">
                  <c:v>45978</c:v>
                </c:pt>
                <c:pt idx="5186">
                  <c:v>45979</c:v>
                </c:pt>
                <c:pt idx="5187">
                  <c:v>45980</c:v>
                </c:pt>
                <c:pt idx="5188">
                  <c:v>45981</c:v>
                </c:pt>
                <c:pt idx="5189">
                  <c:v>45982</c:v>
                </c:pt>
                <c:pt idx="5190">
                  <c:v>45985</c:v>
                </c:pt>
                <c:pt idx="5191">
                  <c:v>45986</c:v>
                </c:pt>
                <c:pt idx="5192">
                  <c:v>45987</c:v>
                </c:pt>
                <c:pt idx="5193">
                  <c:v>45988</c:v>
                </c:pt>
                <c:pt idx="5194">
                  <c:v>45989</c:v>
                </c:pt>
                <c:pt idx="5195">
                  <c:v>45992</c:v>
                </c:pt>
                <c:pt idx="5196">
                  <c:v>45993</c:v>
                </c:pt>
                <c:pt idx="5197">
                  <c:v>45994</c:v>
                </c:pt>
                <c:pt idx="5198">
                  <c:v>45995</c:v>
                </c:pt>
                <c:pt idx="5199">
                  <c:v>45996</c:v>
                </c:pt>
                <c:pt idx="5200">
                  <c:v>45999</c:v>
                </c:pt>
                <c:pt idx="5201">
                  <c:v>46000</c:v>
                </c:pt>
                <c:pt idx="5202">
                  <c:v>46001</c:v>
                </c:pt>
                <c:pt idx="5203">
                  <c:v>46002</c:v>
                </c:pt>
                <c:pt idx="5204">
                  <c:v>46003</c:v>
                </c:pt>
                <c:pt idx="5205">
                  <c:v>46006</c:v>
                </c:pt>
                <c:pt idx="5206">
                  <c:v>46007</c:v>
                </c:pt>
                <c:pt idx="5207">
                  <c:v>46008</c:v>
                </c:pt>
                <c:pt idx="5208">
                  <c:v>46009</c:v>
                </c:pt>
                <c:pt idx="5209">
                  <c:v>46010</c:v>
                </c:pt>
                <c:pt idx="5210">
                  <c:v>46013</c:v>
                </c:pt>
                <c:pt idx="5211">
                  <c:v>46014</c:v>
                </c:pt>
                <c:pt idx="5212">
                  <c:v>46015</c:v>
                </c:pt>
                <c:pt idx="5213">
                  <c:v>46016</c:v>
                </c:pt>
                <c:pt idx="5214">
                  <c:v>46017</c:v>
                </c:pt>
                <c:pt idx="5215">
                  <c:v>46020</c:v>
                </c:pt>
                <c:pt idx="5216">
                  <c:v>46021</c:v>
                </c:pt>
                <c:pt idx="5217">
                  <c:v>46022</c:v>
                </c:pt>
                <c:pt idx="5218">
                  <c:v>46023</c:v>
                </c:pt>
                <c:pt idx="5219">
                  <c:v>46024</c:v>
                </c:pt>
                <c:pt idx="5220">
                  <c:v>46027</c:v>
                </c:pt>
                <c:pt idx="5221">
                  <c:v>46028</c:v>
                </c:pt>
                <c:pt idx="5222">
                  <c:v>46029</c:v>
                </c:pt>
                <c:pt idx="5223">
                  <c:v>46030</c:v>
                </c:pt>
                <c:pt idx="5224">
                  <c:v>46031</c:v>
                </c:pt>
                <c:pt idx="5225">
                  <c:v>46034</c:v>
                </c:pt>
                <c:pt idx="5226">
                  <c:v>46035</c:v>
                </c:pt>
                <c:pt idx="5227">
                  <c:v>46036</c:v>
                </c:pt>
                <c:pt idx="5228">
                  <c:v>46037</c:v>
                </c:pt>
                <c:pt idx="5229">
                  <c:v>46038</c:v>
                </c:pt>
                <c:pt idx="5230">
                  <c:v>46041</c:v>
                </c:pt>
                <c:pt idx="5231">
                  <c:v>46042</c:v>
                </c:pt>
                <c:pt idx="5232">
                  <c:v>46043</c:v>
                </c:pt>
                <c:pt idx="5233">
                  <c:v>46044</c:v>
                </c:pt>
                <c:pt idx="5234">
                  <c:v>46045</c:v>
                </c:pt>
                <c:pt idx="5235">
                  <c:v>46048</c:v>
                </c:pt>
                <c:pt idx="5236">
                  <c:v>46049</c:v>
                </c:pt>
                <c:pt idx="5237">
                  <c:v>46050</c:v>
                </c:pt>
                <c:pt idx="5238">
                  <c:v>46051</c:v>
                </c:pt>
                <c:pt idx="5239">
                  <c:v>46052</c:v>
                </c:pt>
                <c:pt idx="5240">
                  <c:v>46055</c:v>
                </c:pt>
                <c:pt idx="5241">
                  <c:v>46056</c:v>
                </c:pt>
                <c:pt idx="5242">
                  <c:v>46057</c:v>
                </c:pt>
                <c:pt idx="5243">
                  <c:v>46058</c:v>
                </c:pt>
                <c:pt idx="5244">
                  <c:v>46059</c:v>
                </c:pt>
                <c:pt idx="5245">
                  <c:v>46062</c:v>
                </c:pt>
                <c:pt idx="5246">
                  <c:v>46063</c:v>
                </c:pt>
                <c:pt idx="5247">
                  <c:v>46064</c:v>
                </c:pt>
                <c:pt idx="5248">
                  <c:v>46065</c:v>
                </c:pt>
                <c:pt idx="5249">
                  <c:v>46066</c:v>
                </c:pt>
                <c:pt idx="5250">
                  <c:v>46069</c:v>
                </c:pt>
                <c:pt idx="5251">
                  <c:v>46070</c:v>
                </c:pt>
                <c:pt idx="5252">
                  <c:v>46071</c:v>
                </c:pt>
                <c:pt idx="5253">
                  <c:v>46072</c:v>
                </c:pt>
                <c:pt idx="5254">
                  <c:v>46073</c:v>
                </c:pt>
                <c:pt idx="5255">
                  <c:v>46076</c:v>
                </c:pt>
                <c:pt idx="5256">
                  <c:v>46077</c:v>
                </c:pt>
                <c:pt idx="5257">
                  <c:v>46078</c:v>
                </c:pt>
                <c:pt idx="5258">
                  <c:v>46079</c:v>
                </c:pt>
                <c:pt idx="5259">
                  <c:v>46080</c:v>
                </c:pt>
                <c:pt idx="5260">
                  <c:v>46083</c:v>
                </c:pt>
                <c:pt idx="5261">
                  <c:v>46084</c:v>
                </c:pt>
                <c:pt idx="5262">
                  <c:v>46085</c:v>
                </c:pt>
                <c:pt idx="5263">
                  <c:v>46086</c:v>
                </c:pt>
                <c:pt idx="5264">
                  <c:v>46087</c:v>
                </c:pt>
                <c:pt idx="5265">
                  <c:v>46090</c:v>
                </c:pt>
                <c:pt idx="5266">
                  <c:v>46091</c:v>
                </c:pt>
                <c:pt idx="5267">
                  <c:v>46092</c:v>
                </c:pt>
                <c:pt idx="5268">
                  <c:v>46093</c:v>
                </c:pt>
                <c:pt idx="5269">
                  <c:v>46094</c:v>
                </c:pt>
                <c:pt idx="5270">
                  <c:v>46097</c:v>
                </c:pt>
                <c:pt idx="5271">
                  <c:v>46098</c:v>
                </c:pt>
                <c:pt idx="5272">
                  <c:v>46099</c:v>
                </c:pt>
                <c:pt idx="5273">
                  <c:v>46100</c:v>
                </c:pt>
                <c:pt idx="5274">
                  <c:v>46101</c:v>
                </c:pt>
                <c:pt idx="5275">
                  <c:v>46104</c:v>
                </c:pt>
                <c:pt idx="5276">
                  <c:v>46105</c:v>
                </c:pt>
                <c:pt idx="5277">
                  <c:v>46106</c:v>
                </c:pt>
                <c:pt idx="5278">
                  <c:v>46107</c:v>
                </c:pt>
                <c:pt idx="5279">
                  <c:v>46108</c:v>
                </c:pt>
                <c:pt idx="5280">
                  <c:v>46111</c:v>
                </c:pt>
                <c:pt idx="5281">
                  <c:v>46112</c:v>
                </c:pt>
                <c:pt idx="5282">
                  <c:v>46113</c:v>
                </c:pt>
                <c:pt idx="5283">
                  <c:v>46114</c:v>
                </c:pt>
                <c:pt idx="5284">
                  <c:v>46115</c:v>
                </c:pt>
                <c:pt idx="5285">
                  <c:v>46118</c:v>
                </c:pt>
                <c:pt idx="5286">
                  <c:v>46119</c:v>
                </c:pt>
                <c:pt idx="5287">
                  <c:v>46120</c:v>
                </c:pt>
                <c:pt idx="5288">
                  <c:v>46121</c:v>
                </c:pt>
                <c:pt idx="5289">
                  <c:v>46122</c:v>
                </c:pt>
                <c:pt idx="5290">
                  <c:v>46125</c:v>
                </c:pt>
                <c:pt idx="5291">
                  <c:v>46126</c:v>
                </c:pt>
                <c:pt idx="5292">
                  <c:v>46127</c:v>
                </c:pt>
                <c:pt idx="5293">
                  <c:v>46128</c:v>
                </c:pt>
                <c:pt idx="5294">
                  <c:v>46129</c:v>
                </c:pt>
                <c:pt idx="5295">
                  <c:v>46132</c:v>
                </c:pt>
                <c:pt idx="5296">
                  <c:v>46133</c:v>
                </c:pt>
                <c:pt idx="5297">
                  <c:v>46134</c:v>
                </c:pt>
                <c:pt idx="5298">
                  <c:v>46135</c:v>
                </c:pt>
                <c:pt idx="5299">
                  <c:v>46136</c:v>
                </c:pt>
                <c:pt idx="5300">
                  <c:v>46139</c:v>
                </c:pt>
                <c:pt idx="5301">
                  <c:v>46140</c:v>
                </c:pt>
                <c:pt idx="5302">
                  <c:v>46141</c:v>
                </c:pt>
                <c:pt idx="5303">
                  <c:v>46142</c:v>
                </c:pt>
                <c:pt idx="5304">
                  <c:v>46143</c:v>
                </c:pt>
                <c:pt idx="5305">
                  <c:v>46146</c:v>
                </c:pt>
                <c:pt idx="5306">
                  <c:v>46147</c:v>
                </c:pt>
                <c:pt idx="5307">
                  <c:v>46148</c:v>
                </c:pt>
                <c:pt idx="5308">
                  <c:v>46149</c:v>
                </c:pt>
                <c:pt idx="5309">
                  <c:v>46150</c:v>
                </c:pt>
                <c:pt idx="5310">
                  <c:v>46153</c:v>
                </c:pt>
                <c:pt idx="5311">
                  <c:v>46154</c:v>
                </c:pt>
                <c:pt idx="5312">
                  <c:v>46155</c:v>
                </c:pt>
                <c:pt idx="5313">
                  <c:v>46156</c:v>
                </c:pt>
                <c:pt idx="5314">
                  <c:v>46157</c:v>
                </c:pt>
                <c:pt idx="5315">
                  <c:v>46160</c:v>
                </c:pt>
                <c:pt idx="5316">
                  <c:v>46161</c:v>
                </c:pt>
                <c:pt idx="5317">
                  <c:v>46162</c:v>
                </c:pt>
                <c:pt idx="5318">
                  <c:v>46163</c:v>
                </c:pt>
                <c:pt idx="5319">
                  <c:v>46164</c:v>
                </c:pt>
                <c:pt idx="5320">
                  <c:v>46167</c:v>
                </c:pt>
                <c:pt idx="5321">
                  <c:v>46168</c:v>
                </c:pt>
                <c:pt idx="5322">
                  <c:v>46169</c:v>
                </c:pt>
                <c:pt idx="5323">
                  <c:v>46170</c:v>
                </c:pt>
                <c:pt idx="5324">
                  <c:v>46171</c:v>
                </c:pt>
                <c:pt idx="5325">
                  <c:v>46174</c:v>
                </c:pt>
                <c:pt idx="5326">
                  <c:v>46175</c:v>
                </c:pt>
                <c:pt idx="5327">
                  <c:v>46176</c:v>
                </c:pt>
                <c:pt idx="5328">
                  <c:v>46177</c:v>
                </c:pt>
                <c:pt idx="5329">
                  <c:v>46178</c:v>
                </c:pt>
                <c:pt idx="5330">
                  <c:v>46181</c:v>
                </c:pt>
                <c:pt idx="5331">
                  <c:v>46182</c:v>
                </c:pt>
                <c:pt idx="5332">
                  <c:v>46183</c:v>
                </c:pt>
                <c:pt idx="5333">
                  <c:v>46184</c:v>
                </c:pt>
                <c:pt idx="5334">
                  <c:v>46185</c:v>
                </c:pt>
                <c:pt idx="5335">
                  <c:v>46188</c:v>
                </c:pt>
                <c:pt idx="5336">
                  <c:v>46189</c:v>
                </c:pt>
                <c:pt idx="5337">
                  <c:v>46190</c:v>
                </c:pt>
                <c:pt idx="5338">
                  <c:v>46191</c:v>
                </c:pt>
              </c:numCache>
            </c:numRef>
          </c:cat>
          <c:val>
            <c:numRef>
              <c:f>'worldwide policy rate'!$C$2612:$C$7950</c:f>
              <c:numCache>
                <c:formatCode>General</c:formatCode>
                <c:ptCount val="5339"/>
                <c:pt idx="0">
                  <c:v>1.25</c:v>
                </c:pt>
                <c:pt idx="1">
                  <c:v>1.25</c:v>
                </c:pt>
                <c:pt idx="2">
                  <c:v>1.25</c:v>
                </c:pt>
                <c:pt idx="3">
                  <c:v>1.25</c:v>
                </c:pt>
                <c:pt idx="4">
                  <c:v>1.25</c:v>
                </c:pt>
                <c:pt idx="5">
                  <c:v>1.25</c:v>
                </c:pt>
                <c:pt idx="6">
                  <c:v>1.25</c:v>
                </c:pt>
                <c:pt idx="7">
                  <c:v>1.25</c:v>
                </c:pt>
                <c:pt idx="8">
                  <c:v>1.25</c:v>
                </c:pt>
                <c:pt idx="9">
                  <c:v>1.25</c:v>
                </c:pt>
                <c:pt idx="10">
                  <c:v>1.25</c:v>
                </c:pt>
                <c:pt idx="11">
                  <c:v>1.25</c:v>
                </c:pt>
                <c:pt idx="12">
                  <c:v>1.25</c:v>
                </c:pt>
                <c:pt idx="13">
                  <c:v>1.25</c:v>
                </c:pt>
                <c:pt idx="14">
                  <c:v>1.25</c:v>
                </c:pt>
                <c:pt idx="15">
                  <c:v>1.25</c:v>
                </c:pt>
                <c:pt idx="16">
                  <c:v>1.25</c:v>
                </c:pt>
                <c:pt idx="17">
                  <c:v>1.25</c:v>
                </c:pt>
                <c:pt idx="18">
                  <c:v>1.25</c:v>
                </c:pt>
                <c:pt idx="19">
                  <c:v>1.25</c:v>
                </c:pt>
                <c:pt idx="20">
                  <c:v>1.25</c:v>
                </c:pt>
                <c:pt idx="21">
                  <c:v>1.25</c:v>
                </c:pt>
                <c:pt idx="22">
                  <c:v>1.25</c:v>
                </c:pt>
                <c:pt idx="23">
                  <c:v>1.25</c:v>
                </c:pt>
                <c:pt idx="24">
                  <c:v>1.25</c:v>
                </c:pt>
                <c:pt idx="25">
                  <c:v>1.25</c:v>
                </c:pt>
                <c:pt idx="26">
                  <c:v>1.25</c:v>
                </c:pt>
                <c:pt idx="27">
                  <c:v>1.25</c:v>
                </c:pt>
                <c:pt idx="28">
                  <c:v>1.25</c:v>
                </c:pt>
                <c:pt idx="29">
                  <c:v>1.25</c:v>
                </c:pt>
                <c:pt idx="30">
                  <c:v>1.25</c:v>
                </c:pt>
                <c:pt idx="31">
                  <c:v>1.25</c:v>
                </c:pt>
                <c:pt idx="32">
                  <c:v>1.25</c:v>
                </c:pt>
                <c:pt idx="33">
                  <c:v>1.25</c:v>
                </c:pt>
                <c:pt idx="34">
                  <c:v>1.25</c:v>
                </c:pt>
                <c:pt idx="35">
                  <c:v>1.25</c:v>
                </c:pt>
                <c:pt idx="36">
                  <c:v>1.25</c:v>
                </c:pt>
                <c:pt idx="37">
                  <c:v>1.25</c:v>
                </c:pt>
                <c:pt idx="38">
                  <c:v>1.25</c:v>
                </c:pt>
                <c:pt idx="39">
                  <c:v>1.25</c:v>
                </c:pt>
                <c:pt idx="40">
                  <c:v>1.25</c:v>
                </c:pt>
                <c:pt idx="41">
                  <c:v>1.25</c:v>
                </c:pt>
                <c:pt idx="42">
                  <c:v>1.25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1.5</c:v>
                </c:pt>
                <c:pt idx="104">
                  <c:v>1.5</c:v>
                </c:pt>
                <c:pt idx="105">
                  <c:v>1.5</c:v>
                </c:pt>
                <c:pt idx="106">
                  <c:v>1.5</c:v>
                </c:pt>
                <c:pt idx="107">
                  <c:v>1.5</c:v>
                </c:pt>
                <c:pt idx="108">
                  <c:v>1.5</c:v>
                </c:pt>
                <c:pt idx="109">
                  <c:v>1.5</c:v>
                </c:pt>
                <c:pt idx="110">
                  <c:v>1.5</c:v>
                </c:pt>
                <c:pt idx="111">
                  <c:v>1.5</c:v>
                </c:pt>
                <c:pt idx="112">
                  <c:v>1.5</c:v>
                </c:pt>
                <c:pt idx="113">
                  <c:v>1.75</c:v>
                </c:pt>
                <c:pt idx="114">
                  <c:v>1.75</c:v>
                </c:pt>
                <c:pt idx="115">
                  <c:v>1.75</c:v>
                </c:pt>
                <c:pt idx="116">
                  <c:v>1.75</c:v>
                </c:pt>
                <c:pt idx="117">
                  <c:v>1.75</c:v>
                </c:pt>
                <c:pt idx="118">
                  <c:v>1.75</c:v>
                </c:pt>
                <c:pt idx="119">
                  <c:v>1.75</c:v>
                </c:pt>
                <c:pt idx="120">
                  <c:v>1.75</c:v>
                </c:pt>
                <c:pt idx="121">
                  <c:v>1.75</c:v>
                </c:pt>
                <c:pt idx="122">
                  <c:v>1.75</c:v>
                </c:pt>
                <c:pt idx="123">
                  <c:v>1.75</c:v>
                </c:pt>
                <c:pt idx="124">
                  <c:v>1.75</c:v>
                </c:pt>
                <c:pt idx="125">
                  <c:v>1.75</c:v>
                </c:pt>
                <c:pt idx="126">
                  <c:v>1.75</c:v>
                </c:pt>
                <c:pt idx="127">
                  <c:v>1.75</c:v>
                </c:pt>
                <c:pt idx="128">
                  <c:v>1.75</c:v>
                </c:pt>
                <c:pt idx="129">
                  <c:v>1.75</c:v>
                </c:pt>
                <c:pt idx="130">
                  <c:v>1.75</c:v>
                </c:pt>
                <c:pt idx="131">
                  <c:v>1.75</c:v>
                </c:pt>
                <c:pt idx="132">
                  <c:v>1.75</c:v>
                </c:pt>
                <c:pt idx="133">
                  <c:v>1.75</c:v>
                </c:pt>
                <c:pt idx="134">
                  <c:v>1.75</c:v>
                </c:pt>
                <c:pt idx="135">
                  <c:v>1.75</c:v>
                </c:pt>
                <c:pt idx="136">
                  <c:v>1.75</c:v>
                </c:pt>
                <c:pt idx="137">
                  <c:v>1.75</c:v>
                </c:pt>
                <c:pt idx="138">
                  <c:v>1.75</c:v>
                </c:pt>
                <c:pt idx="139">
                  <c:v>1.75</c:v>
                </c:pt>
                <c:pt idx="140">
                  <c:v>1.75</c:v>
                </c:pt>
                <c:pt idx="141">
                  <c:v>1.75</c:v>
                </c:pt>
                <c:pt idx="142">
                  <c:v>1.75</c:v>
                </c:pt>
                <c:pt idx="143">
                  <c:v>1.75</c:v>
                </c:pt>
                <c:pt idx="144">
                  <c:v>1.75</c:v>
                </c:pt>
                <c:pt idx="145">
                  <c:v>1.75</c:v>
                </c:pt>
                <c:pt idx="146">
                  <c:v>1.75</c:v>
                </c:pt>
                <c:pt idx="147">
                  <c:v>1.75</c:v>
                </c:pt>
                <c:pt idx="148">
                  <c:v>1.75</c:v>
                </c:pt>
                <c:pt idx="149">
                  <c:v>1.75</c:v>
                </c:pt>
                <c:pt idx="150">
                  <c:v>1.75</c:v>
                </c:pt>
                <c:pt idx="151">
                  <c:v>1.75</c:v>
                </c:pt>
                <c:pt idx="152">
                  <c:v>1.75</c:v>
                </c:pt>
                <c:pt idx="153">
                  <c:v>2</c:v>
                </c:pt>
                <c:pt idx="154">
                  <c:v>2</c:v>
                </c:pt>
                <c:pt idx="155">
                  <c:v>2</c:v>
                </c:pt>
                <c:pt idx="156">
                  <c:v>2</c:v>
                </c:pt>
                <c:pt idx="157">
                  <c:v>2</c:v>
                </c:pt>
                <c:pt idx="158">
                  <c:v>2</c:v>
                </c:pt>
                <c:pt idx="159">
                  <c:v>2</c:v>
                </c:pt>
                <c:pt idx="160">
                  <c:v>2</c:v>
                </c:pt>
                <c:pt idx="161">
                  <c:v>2</c:v>
                </c:pt>
                <c:pt idx="162">
                  <c:v>2</c:v>
                </c:pt>
                <c:pt idx="163">
                  <c:v>2</c:v>
                </c:pt>
                <c:pt idx="164">
                  <c:v>2</c:v>
                </c:pt>
                <c:pt idx="165">
                  <c:v>2</c:v>
                </c:pt>
                <c:pt idx="166">
                  <c:v>2</c:v>
                </c:pt>
                <c:pt idx="167">
                  <c:v>2</c:v>
                </c:pt>
                <c:pt idx="168">
                  <c:v>2</c:v>
                </c:pt>
                <c:pt idx="169">
                  <c:v>2</c:v>
                </c:pt>
                <c:pt idx="170">
                  <c:v>2</c:v>
                </c:pt>
                <c:pt idx="171">
                  <c:v>2</c:v>
                </c:pt>
                <c:pt idx="172">
                  <c:v>2</c:v>
                </c:pt>
                <c:pt idx="173">
                  <c:v>2</c:v>
                </c:pt>
                <c:pt idx="174">
                  <c:v>2</c:v>
                </c:pt>
                <c:pt idx="175">
                  <c:v>2</c:v>
                </c:pt>
                <c:pt idx="176">
                  <c:v>2</c:v>
                </c:pt>
                <c:pt idx="177">
                  <c:v>2</c:v>
                </c:pt>
                <c:pt idx="178">
                  <c:v>2</c:v>
                </c:pt>
                <c:pt idx="179">
                  <c:v>2</c:v>
                </c:pt>
                <c:pt idx="180">
                  <c:v>2</c:v>
                </c:pt>
                <c:pt idx="181">
                  <c:v>2</c:v>
                </c:pt>
                <c:pt idx="182">
                  <c:v>2</c:v>
                </c:pt>
                <c:pt idx="183">
                  <c:v>2</c:v>
                </c:pt>
                <c:pt idx="184">
                  <c:v>2</c:v>
                </c:pt>
                <c:pt idx="185">
                  <c:v>2</c:v>
                </c:pt>
                <c:pt idx="186">
                  <c:v>2</c:v>
                </c:pt>
                <c:pt idx="187">
                  <c:v>2</c:v>
                </c:pt>
                <c:pt idx="188">
                  <c:v>2</c:v>
                </c:pt>
                <c:pt idx="189">
                  <c:v>2</c:v>
                </c:pt>
                <c:pt idx="190">
                  <c:v>2</c:v>
                </c:pt>
                <c:pt idx="191">
                  <c:v>2</c:v>
                </c:pt>
                <c:pt idx="192">
                  <c:v>2</c:v>
                </c:pt>
                <c:pt idx="193">
                  <c:v>2</c:v>
                </c:pt>
                <c:pt idx="194">
                  <c:v>2</c:v>
                </c:pt>
                <c:pt idx="195">
                  <c:v>2</c:v>
                </c:pt>
                <c:pt idx="196">
                  <c:v>2</c:v>
                </c:pt>
                <c:pt idx="197">
                  <c:v>2</c:v>
                </c:pt>
                <c:pt idx="198">
                  <c:v>2</c:v>
                </c:pt>
                <c:pt idx="199">
                  <c:v>2.25</c:v>
                </c:pt>
                <c:pt idx="200">
                  <c:v>2.25</c:v>
                </c:pt>
                <c:pt idx="201">
                  <c:v>2.25</c:v>
                </c:pt>
                <c:pt idx="202">
                  <c:v>2.25</c:v>
                </c:pt>
                <c:pt idx="203">
                  <c:v>2.25</c:v>
                </c:pt>
                <c:pt idx="204">
                  <c:v>2.25</c:v>
                </c:pt>
                <c:pt idx="205">
                  <c:v>2.25</c:v>
                </c:pt>
                <c:pt idx="206">
                  <c:v>2.25</c:v>
                </c:pt>
                <c:pt idx="207">
                  <c:v>2.25</c:v>
                </c:pt>
                <c:pt idx="208">
                  <c:v>2.25</c:v>
                </c:pt>
                <c:pt idx="209">
                  <c:v>2.25</c:v>
                </c:pt>
                <c:pt idx="210">
                  <c:v>2.25</c:v>
                </c:pt>
                <c:pt idx="211">
                  <c:v>2.25</c:v>
                </c:pt>
                <c:pt idx="212">
                  <c:v>2.25</c:v>
                </c:pt>
                <c:pt idx="213">
                  <c:v>2.25</c:v>
                </c:pt>
                <c:pt idx="214">
                  <c:v>2.25</c:v>
                </c:pt>
                <c:pt idx="215">
                  <c:v>2.25</c:v>
                </c:pt>
                <c:pt idx="216">
                  <c:v>2.25</c:v>
                </c:pt>
                <c:pt idx="217">
                  <c:v>2.25</c:v>
                </c:pt>
                <c:pt idx="218">
                  <c:v>2.25</c:v>
                </c:pt>
                <c:pt idx="219">
                  <c:v>2.25</c:v>
                </c:pt>
                <c:pt idx="220">
                  <c:v>2.25</c:v>
                </c:pt>
                <c:pt idx="221">
                  <c:v>2.25</c:v>
                </c:pt>
                <c:pt idx="222">
                  <c:v>2.25</c:v>
                </c:pt>
                <c:pt idx="223">
                  <c:v>2.25</c:v>
                </c:pt>
                <c:pt idx="224">
                  <c:v>2.25</c:v>
                </c:pt>
                <c:pt idx="225">
                  <c:v>2.25</c:v>
                </c:pt>
                <c:pt idx="226">
                  <c:v>2.25</c:v>
                </c:pt>
                <c:pt idx="227">
                  <c:v>2.25</c:v>
                </c:pt>
                <c:pt idx="228">
                  <c:v>2.25</c:v>
                </c:pt>
                <c:pt idx="229">
                  <c:v>2.25</c:v>
                </c:pt>
                <c:pt idx="230">
                  <c:v>2.25</c:v>
                </c:pt>
                <c:pt idx="231">
                  <c:v>2.25</c:v>
                </c:pt>
                <c:pt idx="232">
                  <c:v>2.25</c:v>
                </c:pt>
                <c:pt idx="233">
                  <c:v>2.25</c:v>
                </c:pt>
                <c:pt idx="234">
                  <c:v>2.25</c:v>
                </c:pt>
                <c:pt idx="235">
                  <c:v>2.25</c:v>
                </c:pt>
                <c:pt idx="236">
                  <c:v>2.25</c:v>
                </c:pt>
                <c:pt idx="237">
                  <c:v>2.25</c:v>
                </c:pt>
                <c:pt idx="238">
                  <c:v>2.25</c:v>
                </c:pt>
                <c:pt idx="239">
                  <c:v>2.25</c:v>
                </c:pt>
                <c:pt idx="240">
                  <c:v>2.25</c:v>
                </c:pt>
                <c:pt idx="241">
                  <c:v>2.25</c:v>
                </c:pt>
                <c:pt idx="242">
                  <c:v>2.25</c:v>
                </c:pt>
                <c:pt idx="243">
                  <c:v>2.5</c:v>
                </c:pt>
                <c:pt idx="244">
                  <c:v>2.5</c:v>
                </c:pt>
                <c:pt idx="245">
                  <c:v>2.5</c:v>
                </c:pt>
                <c:pt idx="246">
                  <c:v>2.5</c:v>
                </c:pt>
                <c:pt idx="247">
                  <c:v>2.5</c:v>
                </c:pt>
                <c:pt idx="248">
                  <c:v>2.5</c:v>
                </c:pt>
                <c:pt idx="249">
                  <c:v>2.5</c:v>
                </c:pt>
                <c:pt idx="250">
                  <c:v>2.5</c:v>
                </c:pt>
                <c:pt idx="251">
                  <c:v>2.5</c:v>
                </c:pt>
                <c:pt idx="252">
                  <c:v>2.5</c:v>
                </c:pt>
                <c:pt idx="253">
                  <c:v>2.5</c:v>
                </c:pt>
                <c:pt idx="254">
                  <c:v>2.5</c:v>
                </c:pt>
                <c:pt idx="255">
                  <c:v>2.5</c:v>
                </c:pt>
                <c:pt idx="256">
                  <c:v>2.5</c:v>
                </c:pt>
                <c:pt idx="257">
                  <c:v>2.5</c:v>
                </c:pt>
                <c:pt idx="258">
                  <c:v>2.5</c:v>
                </c:pt>
                <c:pt idx="259">
                  <c:v>2.5</c:v>
                </c:pt>
                <c:pt idx="260">
                  <c:v>2.5</c:v>
                </c:pt>
                <c:pt idx="261">
                  <c:v>2.5</c:v>
                </c:pt>
                <c:pt idx="262">
                  <c:v>2.5</c:v>
                </c:pt>
                <c:pt idx="263">
                  <c:v>2.5</c:v>
                </c:pt>
                <c:pt idx="264">
                  <c:v>2.5</c:v>
                </c:pt>
                <c:pt idx="265">
                  <c:v>2.5</c:v>
                </c:pt>
                <c:pt idx="266">
                  <c:v>2.5</c:v>
                </c:pt>
                <c:pt idx="267">
                  <c:v>2.5</c:v>
                </c:pt>
                <c:pt idx="268">
                  <c:v>2.5</c:v>
                </c:pt>
                <c:pt idx="269">
                  <c:v>2.5</c:v>
                </c:pt>
                <c:pt idx="270">
                  <c:v>2.5</c:v>
                </c:pt>
                <c:pt idx="271">
                  <c:v>2.5</c:v>
                </c:pt>
                <c:pt idx="272">
                  <c:v>2.5</c:v>
                </c:pt>
                <c:pt idx="273">
                  <c:v>2.5</c:v>
                </c:pt>
                <c:pt idx="274">
                  <c:v>2.5</c:v>
                </c:pt>
                <c:pt idx="275">
                  <c:v>2.5</c:v>
                </c:pt>
                <c:pt idx="276">
                  <c:v>2.5</c:v>
                </c:pt>
                <c:pt idx="277">
                  <c:v>2.5</c:v>
                </c:pt>
                <c:pt idx="278">
                  <c:v>2.5</c:v>
                </c:pt>
                <c:pt idx="279">
                  <c:v>2.5</c:v>
                </c:pt>
                <c:pt idx="280">
                  <c:v>2.5</c:v>
                </c:pt>
                <c:pt idx="281">
                  <c:v>2.5</c:v>
                </c:pt>
                <c:pt idx="282">
                  <c:v>2.5</c:v>
                </c:pt>
                <c:pt idx="283">
                  <c:v>2.5</c:v>
                </c:pt>
                <c:pt idx="284">
                  <c:v>2.5</c:v>
                </c:pt>
                <c:pt idx="285">
                  <c:v>2.5</c:v>
                </c:pt>
                <c:pt idx="286">
                  <c:v>2.5</c:v>
                </c:pt>
                <c:pt idx="287">
                  <c:v>2.5</c:v>
                </c:pt>
                <c:pt idx="288">
                  <c:v>2.5</c:v>
                </c:pt>
                <c:pt idx="289">
                  <c:v>2.5</c:v>
                </c:pt>
                <c:pt idx="290">
                  <c:v>2.5</c:v>
                </c:pt>
                <c:pt idx="291">
                  <c:v>2.5</c:v>
                </c:pt>
                <c:pt idx="292">
                  <c:v>2.5</c:v>
                </c:pt>
                <c:pt idx="293">
                  <c:v>2.5</c:v>
                </c:pt>
                <c:pt idx="294">
                  <c:v>2.5</c:v>
                </c:pt>
                <c:pt idx="295">
                  <c:v>2.5</c:v>
                </c:pt>
                <c:pt idx="296">
                  <c:v>2.5</c:v>
                </c:pt>
                <c:pt idx="297">
                  <c:v>2.5</c:v>
                </c:pt>
                <c:pt idx="298">
                  <c:v>2.5</c:v>
                </c:pt>
                <c:pt idx="299">
                  <c:v>2.5</c:v>
                </c:pt>
                <c:pt idx="300">
                  <c:v>2.5</c:v>
                </c:pt>
                <c:pt idx="301">
                  <c:v>2.5</c:v>
                </c:pt>
                <c:pt idx="302">
                  <c:v>2.5</c:v>
                </c:pt>
                <c:pt idx="303">
                  <c:v>2.5</c:v>
                </c:pt>
                <c:pt idx="304">
                  <c:v>2.5</c:v>
                </c:pt>
                <c:pt idx="305">
                  <c:v>2.5</c:v>
                </c:pt>
                <c:pt idx="306">
                  <c:v>2.5</c:v>
                </c:pt>
                <c:pt idx="307">
                  <c:v>2.5</c:v>
                </c:pt>
                <c:pt idx="308">
                  <c:v>2.75</c:v>
                </c:pt>
                <c:pt idx="309">
                  <c:v>2.75</c:v>
                </c:pt>
                <c:pt idx="310">
                  <c:v>2.75</c:v>
                </c:pt>
                <c:pt idx="311">
                  <c:v>2.75</c:v>
                </c:pt>
                <c:pt idx="312">
                  <c:v>2.75</c:v>
                </c:pt>
                <c:pt idx="313">
                  <c:v>2.75</c:v>
                </c:pt>
                <c:pt idx="314">
                  <c:v>2.75</c:v>
                </c:pt>
                <c:pt idx="315">
                  <c:v>2.75</c:v>
                </c:pt>
                <c:pt idx="316">
                  <c:v>2.75</c:v>
                </c:pt>
                <c:pt idx="317">
                  <c:v>2.75</c:v>
                </c:pt>
                <c:pt idx="318">
                  <c:v>2.75</c:v>
                </c:pt>
                <c:pt idx="319">
                  <c:v>2.75</c:v>
                </c:pt>
                <c:pt idx="320">
                  <c:v>2.75</c:v>
                </c:pt>
                <c:pt idx="321">
                  <c:v>2.75</c:v>
                </c:pt>
                <c:pt idx="322">
                  <c:v>2.75</c:v>
                </c:pt>
                <c:pt idx="323">
                  <c:v>2.75</c:v>
                </c:pt>
                <c:pt idx="324">
                  <c:v>2.75</c:v>
                </c:pt>
                <c:pt idx="325">
                  <c:v>2.75</c:v>
                </c:pt>
                <c:pt idx="326">
                  <c:v>2.75</c:v>
                </c:pt>
                <c:pt idx="327">
                  <c:v>2.75</c:v>
                </c:pt>
                <c:pt idx="328">
                  <c:v>2.75</c:v>
                </c:pt>
                <c:pt idx="329">
                  <c:v>2.75</c:v>
                </c:pt>
                <c:pt idx="330">
                  <c:v>2.75</c:v>
                </c:pt>
                <c:pt idx="331">
                  <c:v>2.75</c:v>
                </c:pt>
                <c:pt idx="332">
                  <c:v>2.75</c:v>
                </c:pt>
                <c:pt idx="333">
                  <c:v>2.75</c:v>
                </c:pt>
                <c:pt idx="334">
                  <c:v>2.75</c:v>
                </c:pt>
                <c:pt idx="335">
                  <c:v>2.75</c:v>
                </c:pt>
                <c:pt idx="336">
                  <c:v>2.75</c:v>
                </c:pt>
                <c:pt idx="337">
                  <c:v>2.75</c:v>
                </c:pt>
                <c:pt idx="338">
                  <c:v>2.75</c:v>
                </c:pt>
                <c:pt idx="339">
                  <c:v>2.75</c:v>
                </c:pt>
                <c:pt idx="340">
                  <c:v>2.75</c:v>
                </c:pt>
                <c:pt idx="341">
                  <c:v>2.75</c:v>
                </c:pt>
                <c:pt idx="342">
                  <c:v>2.75</c:v>
                </c:pt>
                <c:pt idx="343">
                  <c:v>2.75</c:v>
                </c:pt>
                <c:pt idx="344">
                  <c:v>2.75</c:v>
                </c:pt>
                <c:pt idx="345">
                  <c:v>2.75</c:v>
                </c:pt>
                <c:pt idx="346">
                  <c:v>2.75</c:v>
                </c:pt>
                <c:pt idx="347">
                  <c:v>2.75</c:v>
                </c:pt>
                <c:pt idx="348">
                  <c:v>2.75</c:v>
                </c:pt>
                <c:pt idx="349">
                  <c:v>2.75</c:v>
                </c:pt>
                <c:pt idx="350">
                  <c:v>2.75</c:v>
                </c:pt>
                <c:pt idx="351">
                  <c:v>2.75</c:v>
                </c:pt>
                <c:pt idx="352">
                  <c:v>2.75</c:v>
                </c:pt>
                <c:pt idx="353">
                  <c:v>2.75</c:v>
                </c:pt>
                <c:pt idx="354">
                  <c:v>2.75</c:v>
                </c:pt>
                <c:pt idx="355">
                  <c:v>2.75</c:v>
                </c:pt>
                <c:pt idx="356">
                  <c:v>2.75</c:v>
                </c:pt>
                <c:pt idx="357">
                  <c:v>2.75</c:v>
                </c:pt>
                <c:pt idx="358">
                  <c:v>2.75</c:v>
                </c:pt>
                <c:pt idx="359">
                  <c:v>2.75</c:v>
                </c:pt>
                <c:pt idx="360">
                  <c:v>2.75</c:v>
                </c:pt>
                <c:pt idx="361">
                  <c:v>2.75</c:v>
                </c:pt>
                <c:pt idx="362">
                  <c:v>2.75</c:v>
                </c:pt>
                <c:pt idx="363">
                  <c:v>2.75</c:v>
                </c:pt>
                <c:pt idx="364">
                  <c:v>2.75</c:v>
                </c:pt>
                <c:pt idx="365">
                  <c:v>2.75</c:v>
                </c:pt>
                <c:pt idx="366">
                  <c:v>2.75</c:v>
                </c:pt>
                <c:pt idx="367">
                  <c:v>2.75</c:v>
                </c:pt>
                <c:pt idx="368">
                  <c:v>2.75</c:v>
                </c:pt>
                <c:pt idx="369">
                  <c:v>2.75</c:v>
                </c:pt>
                <c:pt idx="370">
                  <c:v>2.75</c:v>
                </c:pt>
                <c:pt idx="371">
                  <c:v>2.75</c:v>
                </c:pt>
                <c:pt idx="372">
                  <c:v>3</c:v>
                </c:pt>
                <c:pt idx="373">
                  <c:v>3</c:v>
                </c:pt>
                <c:pt idx="374">
                  <c:v>3</c:v>
                </c:pt>
                <c:pt idx="375">
                  <c:v>3</c:v>
                </c:pt>
                <c:pt idx="376">
                  <c:v>3</c:v>
                </c:pt>
                <c:pt idx="377">
                  <c:v>3</c:v>
                </c:pt>
                <c:pt idx="378">
                  <c:v>3</c:v>
                </c:pt>
                <c:pt idx="379">
                  <c:v>3</c:v>
                </c:pt>
                <c:pt idx="380">
                  <c:v>3</c:v>
                </c:pt>
                <c:pt idx="381">
                  <c:v>3</c:v>
                </c:pt>
                <c:pt idx="382">
                  <c:v>3</c:v>
                </c:pt>
                <c:pt idx="383">
                  <c:v>3</c:v>
                </c:pt>
                <c:pt idx="384">
                  <c:v>3</c:v>
                </c:pt>
                <c:pt idx="385">
                  <c:v>3</c:v>
                </c:pt>
                <c:pt idx="386">
                  <c:v>3</c:v>
                </c:pt>
                <c:pt idx="387">
                  <c:v>3</c:v>
                </c:pt>
                <c:pt idx="388">
                  <c:v>3</c:v>
                </c:pt>
                <c:pt idx="389">
                  <c:v>3</c:v>
                </c:pt>
                <c:pt idx="390">
                  <c:v>3</c:v>
                </c:pt>
                <c:pt idx="391">
                  <c:v>3</c:v>
                </c:pt>
                <c:pt idx="392">
                  <c:v>3</c:v>
                </c:pt>
                <c:pt idx="393">
                  <c:v>3</c:v>
                </c:pt>
                <c:pt idx="394">
                  <c:v>3</c:v>
                </c:pt>
                <c:pt idx="395">
                  <c:v>3</c:v>
                </c:pt>
                <c:pt idx="396">
                  <c:v>3</c:v>
                </c:pt>
                <c:pt idx="397">
                  <c:v>3</c:v>
                </c:pt>
                <c:pt idx="398">
                  <c:v>3</c:v>
                </c:pt>
                <c:pt idx="399">
                  <c:v>3</c:v>
                </c:pt>
                <c:pt idx="400">
                  <c:v>3</c:v>
                </c:pt>
                <c:pt idx="401">
                  <c:v>3</c:v>
                </c:pt>
                <c:pt idx="402">
                  <c:v>3</c:v>
                </c:pt>
                <c:pt idx="403">
                  <c:v>3</c:v>
                </c:pt>
                <c:pt idx="404">
                  <c:v>3</c:v>
                </c:pt>
                <c:pt idx="405">
                  <c:v>3</c:v>
                </c:pt>
                <c:pt idx="406">
                  <c:v>3</c:v>
                </c:pt>
                <c:pt idx="407">
                  <c:v>3</c:v>
                </c:pt>
                <c:pt idx="408">
                  <c:v>3</c:v>
                </c:pt>
                <c:pt idx="409">
                  <c:v>3</c:v>
                </c:pt>
                <c:pt idx="410">
                  <c:v>3</c:v>
                </c:pt>
                <c:pt idx="411">
                  <c:v>3</c:v>
                </c:pt>
                <c:pt idx="412">
                  <c:v>3</c:v>
                </c:pt>
                <c:pt idx="413">
                  <c:v>3</c:v>
                </c:pt>
                <c:pt idx="414">
                  <c:v>3</c:v>
                </c:pt>
                <c:pt idx="415">
                  <c:v>3</c:v>
                </c:pt>
                <c:pt idx="416">
                  <c:v>3</c:v>
                </c:pt>
                <c:pt idx="417">
                  <c:v>3</c:v>
                </c:pt>
                <c:pt idx="418">
                  <c:v>3</c:v>
                </c:pt>
                <c:pt idx="419">
                  <c:v>3</c:v>
                </c:pt>
                <c:pt idx="420">
                  <c:v>3</c:v>
                </c:pt>
                <c:pt idx="421">
                  <c:v>3</c:v>
                </c:pt>
                <c:pt idx="422">
                  <c:v>3</c:v>
                </c:pt>
                <c:pt idx="423">
                  <c:v>3</c:v>
                </c:pt>
                <c:pt idx="424">
                  <c:v>3</c:v>
                </c:pt>
                <c:pt idx="425">
                  <c:v>3</c:v>
                </c:pt>
                <c:pt idx="426">
                  <c:v>3</c:v>
                </c:pt>
                <c:pt idx="427">
                  <c:v>3</c:v>
                </c:pt>
                <c:pt idx="428">
                  <c:v>3</c:v>
                </c:pt>
                <c:pt idx="429">
                  <c:v>3</c:v>
                </c:pt>
                <c:pt idx="430">
                  <c:v>3</c:v>
                </c:pt>
                <c:pt idx="431">
                  <c:v>3</c:v>
                </c:pt>
                <c:pt idx="432">
                  <c:v>3</c:v>
                </c:pt>
                <c:pt idx="433">
                  <c:v>3</c:v>
                </c:pt>
                <c:pt idx="434">
                  <c:v>3</c:v>
                </c:pt>
                <c:pt idx="435">
                  <c:v>3</c:v>
                </c:pt>
                <c:pt idx="436">
                  <c:v>3</c:v>
                </c:pt>
                <c:pt idx="437">
                  <c:v>3</c:v>
                </c:pt>
                <c:pt idx="438">
                  <c:v>3</c:v>
                </c:pt>
                <c:pt idx="439">
                  <c:v>3</c:v>
                </c:pt>
                <c:pt idx="440">
                  <c:v>3</c:v>
                </c:pt>
                <c:pt idx="441">
                  <c:v>3</c:v>
                </c:pt>
                <c:pt idx="442">
                  <c:v>3</c:v>
                </c:pt>
                <c:pt idx="443">
                  <c:v>3</c:v>
                </c:pt>
                <c:pt idx="444">
                  <c:v>3</c:v>
                </c:pt>
                <c:pt idx="445">
                  <c:v>3</c:v>
                </c:pt>
                <c:pt idx="446">
                  <c:v>3</c:v>
                </c:pt>
                <c:pt idx="447">
                  <c:v>3</c:v>
                </c:pt>
                <c:pt idx="448">
                  <c:v>3</c:v>
                </c:pt>
                <c:pt idx="449">
                  <c:v>3</c:v>
                </c:pt>
                <c:pt idx="450">
                  <c:v>3</c:v>
                </c:pt>
                <c:pt idx="451">
                  <c:v>3</c:v>
                </c:pt>
                <c:pt idx="452">
                  <c:v>3</c:v>
                </c:pt>
                <c:pt idx="453">
                  <c:v>3</c:v>
                </c:pt>
                <c:pt idx="454">
                  <c:v>3</c:v>
                </c:pt>
                <c:pt idx="455">
                  <c:v>3</c:v>
                </c:pt>
                <c:pt idx="456">
                  <c:v>3</c:v>
                </c:pt>
                <c:pt idx="457">
                  <c:v>3</c:v>
                </c:pt>
                <c:pt idx="458">
                  <c:v>3</c:v>
                </c:pt>
                <c:pt idx="459">
                  <c:v>3</c:v>
                </c:pt>
                <c:pt idx="460">
                  <c:v>3</c:v>
                </c:pt>
                <c:pt idx="461">
                  <c:v>3</c:v>
                </c:pt>
                <c:pt idx="462">
                  <c:v>3</c:v>
                </c:pt>
                <c:pt idx="463">
                  <c:v>3</c:v>
                </c:pt>
                <c:pt idx="464">
                  <c:v>3</c:v>
                </c:pt>
                <c:pt idx="465">
                  <c:v>3</c:v>
                </c:pt>
                <c:pt idx="466">
                  <c:v>3</c:v>
                </c:pt>
                <c:pt idx="467">
                  <c:v>3</c:v>
                </c:pt>
                <c:pt idx="468">
                  <c:v>3</c:v>
                </c:pt>
                <c:pt idx="469">
                  <c:v>3</c:v>
                </c:pt>
                <c:pt idx="470">
                  <c:v>3</c:v>
                </c:pt>
                <c:pt idx="471">
                  <c:v>3</c:v>
                </c:pt>
                <c:pt idx="472">
                  <c:v>3</c:v>
                </c:pt>
                <c:pt idx="473">
                  <c:v>3</c:v>
                </c:pt>
                <c:pt idx="474">
                  <c:v>3</c:v>
                </c:pt>
                <c:pt idx="475">
                  <c:v>3</c:v>
                </c:pt>
                <c:pt idx="476">
                  <c:v>3</c:v>
                </c:pt>
                <c:pt idx="477">
                  <c:v>3</c:v>
                </c:pt>
                <c:pt idx="478">
                  <c:v>3</c:v>
                </c:pt>
                <c:pt idx="479">
                  <c:v>3</c:v>
                </c:pt>
                <c:pt idx="480">
                  <c:v>3</c:v>
                </c:pt>
                <c:pt idx="481">
                  <c:v>3</c:v>
                </c:pt>
                <c:pt idx="482">
                  <c:v>3</c:v>
                </c:pt>
                <c:pt idx="483">
                  <c:v>3</c:v>
                </c:pt>
                <c:pt idx="484">
                  <c:v>3</c:v>
                </c:pt>
                <c:pt idx="485">
                  <c:v>3</c:v>
                </c:pt>
                <c:pt idx="486">
                  <c:v>3</c:v>
                </c:pt>
                <c:pt idx="487">
                  <c:v>3</c:v>
                </c:pt>
                <c:pt idx="488">
                  <c:v>3</c:v>
                </c:pt>
                <c:pt idx="489">
                  <c:v>3</c:v>
                </c:pt>
                <c:pt idx="490">
                  <c:v>3</c:v>
                </c:pt>
                <c:pt idx="491">
                  <c:v>3</c:v>
                </c:pt>
                <c:pt idx="492">
                  <c:v>3</c:v>
                </c:pt>
                <c:pt idx="493">
                  <c:v>3</c:v>
                </c:pt>
                <c:pt idx="494">
                  <c:v>3</c:v>
                </c:pt>
                <c:pt idx="495">
                  <c:v>3</c:v>
                </c:pt>
                <c:pt idx="496">
                  <c:v>3</c:v>
                </c:pt>
                <c:pt idx="497">
                  <c:v>3</c:v>
                </c:pt>
                <c:pt idx="498">
                  <c:v>3</c:v>
                </c:pt>
                <c:pt idx="499">
                  <c:v>3</c:v>
                </c:pt>
                <c:pt idx="500">
                  <c:v>3</c:v>
                </c:pt>
                <c:pt idx="501">
                  <c:v>3</c:v>
                </c:pt>
                <c:pt idx="502">
                  <c:v>3</c:v>
                </c:pt>
                <c:pt idx="503">
                  <c:v>3</c:v>
                </c:pt>
                <c:pt idx="504">
                  <c:v>3</c:v>
                </c:pt>
                <c:pt idx="505">
                  <c:v>3</c:v>
                </c:pt>
                <c:pt idx="506">
                  <c:v>3</c:v>
                </c:pt>
                <c:pt idx="507">
                  <c:v>3</c:v>
                </c:pt>
                <c:pt idx="508">
                  <c:v>3</c:v>
                </c:pt>
                <c:pt idx="509">
                  <c:v>3</c:v>
                </c:pt>
                <c:pt idx="510">
                  <c:v>3</c:v>
                </c:pt>
                <c:pt idx="511">
                  <c:v>3</c:v>
                </c:pt>
                <c:pt idx="512">
                  <c:v>3</c:v>
                </c:pt>
                <c:pt idx="513">
                  <c:v>3</c:v>
                </c:pt>
                <c:pt idx="514">
                  <c:v>3</c:v>
                </c:pt>
                <c:pt idx="515">
                  <c:v>3</c:v>
                </c:pt>
                <c:pt idx="516">
                  <c:v>3</c:v>
                </c:pt>
                <c:pt idx="517">
                  <c:v>3</c:v>
                </c:pt>
                <c:pt idx="518">
                  <c:v>3</c:v>
                </c:pt>
                <c:pt idx="519">
                  <c:v>3</c:v>
                </c:pt>
                <c:pt idx="520">
                  <c:v>3</c:v>
                </c:pt>
                <c:pt idx="521">
                  <c:v>3</c:v>
                </c:pt>
                <c:pt idx="522">
                  <c:v>3</c:v>
                </c:pt>
                <c:pt idx="523">
                  <c:v>3</c:v>
                </c:pt>
                <c:pt idx="524">
                  <c:v>3</c:v>
                </c:pt>
                <c:pt idx="525">
                  <c:v>3</c:v>
                </c:pt>
                <c:pt idx="526">
                  <c:v>3</c:v>
                </c:pt>
                <c:pt idx="527">
                  <c:v>3</c:v>
                </c:pt>
                <c:pt idx="528">
                  <c:v>3</c:v>
                </c:pt>
                <c:pt idx="529">
                  <c:v>3</c:v>
                </c:pt>
                <c:pt idx="530">
                  <c:v>3</c:v>
                </c:pt>
                <c:pt idx="531">
                  <c:v>3</c:v>
                </c:pt>
                <c:pt idx="532">
                  <c:v>3</c:v>
                </c:pt>
                <c:pt idx="533">
                  <c:v>3</c:v>
                </c:pt>
                <c:pt idx="534">
                  <c:v>3</c:v>
                </c:pt>
                <c:pt idx="535">
                  <c:v>3</c:v>
                </c:pt>
                <c:pt idx="536">
                  <c:v>3</c:v>
                </c:pt>
                <c:pt idx="537">
                  <c:v>3</c:v>
                </c:pt>
                <c:pt idx="538">
                  <c:v>3</c:v>
                </c:pt>
                <c:pt idx="539">
                  <c:v>3</c:v>
                </c:pt>
                <c:pt idx="540">
                  <c:v>3</c:v>
                </c:pt>
                <c:pt idx="541">
                  <c:v>3</c:v>
                </c:pt>
                <c:pt idx="542">
                  <c:v>3</c:v>
                </c:pt>
                <c:pt idx="543">
                  <c:v>3</c:v>
                </c:pt>
                <c:pt idx="544">
                  <c:v>3</c:v>
                </c:pt>
                <c:pt idx="545">
                  <c:v>3</c:v>
                </c:pt>
                <c:pt idx="546">
                  <c:v>3</c:v>
                </c:pt>
                <c:pt idx="547">
                  <c:v>3</c:v>
                </c:pt>
                <c:pt idx="548">
                  <c:v>3</c:v>
                </c:pt>
                <c:pt idx="549">
                  <c:v>3</c:v>
                </c:pt>
                <c:pt idx="550">
                  <c:v>3</c:v>
                </c:pt>
                <c:pt idx="551">
                  <c:v>3</c:v>
                </c:pt>
                <c:pt idx="552">
                  <c:v>3</c:v>
                </c:pt>
                <c:pt idx="553">
                  <c:v>3</c:v>
                </c:pt>
                <c:pt idx="554">
                  <c:v>3</c:v>
                </c:pt>
                <c:pt idx="555">
                  <c:v>3</c:v>
                </c:pt>
                <c:pt idx="556">
                  <c:v>3</c:v>
                </c:pt>
                <c:pt idx="557">
                  <c:v>3</c:v>
                </c:pt>
                <c:pt idx="558">
                  <c:v>3</c:v>
                </c:pt>
                <c:pt idx="559">
                  <c:v>3</c:v>
                </c:pt>
                <c:pt idx="560">
                  <c:v>3</c:v>
                </c:pt>
                <c:pt idx="561">
                  <c:v>3</c:v>
                </c:pt>
                <c:pt idx="562">
                  <c:v>3</c:v>
                </c:pt>
                <c:pt idx="563">
                  <c:v>3</c:v>
                </c:pt>
                <c:pt idx="564">
                  <c:v>3</c:v>
                </c:pt>
                <c:pt idx="565">
                  <c:v>3</c:v>
                </c:pt>
                <c:pt idx="566">
                  <c:v>3</c:v>
                </c:pt>
                <c:pt idx="567">
                  <c:v>3</c:v>
                </c:pt>
                <c:pt idx="568">
                  <c:v>3</c:v>
                </c:pt>
                <c:pt idx="569">
                  <c:v>3</c:v>
                </c:pt>
                <c:pt idx="570">
                  <c:v>3</c:v>
                </c:pt>
                <c:pt idx="571">
                  <c:v>3</c:v>
                </c:pt>
                <c:pt idx="572">
                  <c:v>3</c:v>
                </c:pt>
                <c:pt idx="573">
                  <c:v>3</c:v>
                </c:pt>
                <c:pt idx="574">
                  <c:v>3</c:v>
                </c:pt>
                <c:pt idx="575">
                  <c:v>3</c:v>
                </c:pt>
                <c:pt idx="576">
                  <c:v>3</c:v>
                </c:pt>
                <c:pt idx="577">
                  <c:v>3</c:v>
                </c:pt>
                <c:pt idx="578">
                  <c:v>3</c:v>
                </c:pt>
                <c:pt idx="579">
                  <c:v>3</c:v>
                </c:pt>
                <c:pt idx="580">
                  <c:v>3</c:v>
                </c:pt>
                <c:pt idx="581">
                  <c:v>3</c:v>
                </c:pt>
                <c:pt idx="582">
                  <c:v>3</c:v>
                </c:pt>
                <c:pt idx="583">
                  <c:v>3</c:v>
                </c:pt>
                <c:pt idx="584">
                  <c:v>3</c:v>
                </c:pt>
                <c:pt idx="585">
                  <c:v>3</c:v>
                </c:pt>
                <c:pt idx="586">
                  <c:v>3</c:v>
                </c:pt>
                <c:pt idx="587">
                  <c:v>3</c:v>
                </c:pt>
                <c:pt idx="588">
                  <c:v>3</c:v>
                </c:pt>
                <c:pt idx="589">
                  <c:v>3</c:v>
                </c:pt>
                <c:pt idx="590">
                  <c:v>3</c:v>
                </c:pt>
                <c:pt idx="591">
                  <c:v>3</c:v>
                </c:pt>
                <c:pt idx="592">
                  <c:v>3</c:v>
                </c:pt>
                <c:pt idx="593">
                  <c:v>3</c:v>
                </c:pt>
                <c:pt idx="594">
                  <c:v>3</c:v>
                </c:pt>
                <c:pt idx="595">
                  <c:v>3</c:v>
                </c:pt>
                <c:pt idx="596">
                  <c:v>3</c:v>
                </c:pt>
                <c:pt idx="597">
                  <c:v>3</c:v>
                </c:pt>
                <c:pt idx="598">
                  <c:v>3</c:v>
                </c:pt>
                <c:pt idx="599">
                  <c:v>3</c:v>
                </c:pt>
                <c:pt idx="600">
                  <c:v>3</c:v>
                </c:pt>
                <c:pt idx="601">
                  <c:v>3</c:v>
                </c:pt>
                <c:pt idx="602">
                  <c:v>3</c:v>
                </c:pt>
                <c:pt idx="603">
                  <c:v>3</c:v>
                </c:pt>
                <c:pt idx="604">
                  <c:v>3</c:v>
                </c:pt>
                <c:pt idx="605">
                  <c:v>3</c:v>
                </c:pt>
                <c:pt idx="606">
                  <c:v>3</c:v>
                </c:pt>
                <c:pt idx="607">
                  <c:v>3</c:v>
                </c:pt>
                <c:pt idx="608">
                  <c:v>3</c:v>
                </c:pt>
                <c:pt idx="609">
                  <c:v>3</c:v>
                </c:pt>
                <c:pt idx="610">
                  <c:v>3</c:v>
                </c:pt>
                <c:pt idx="611">
                  <c:v>3</c:v>
                </c:pt>
                <c:pt idx="612">
                  <c:v>3</c:v>
                </c:pt>
                <c:pt idx="613">
                  <c:v>3</c:v>
                </c:pt>
                <c:pt idx="614">
                  <c:v>3</c:v>
                </c:pt>
                <c:pt idx="615">
                  <c:v>3</c:v>
                </c:pt>
                <c:pt idx="616">
                  <c:v>3</c:v>
                </c:pt>
                <c:pt idx="617">
                  <c:v>3</c:v>
                </c:pt>
                <c:pt idx="618">
                  <c:v>3</c:v>
                </c:pt>
                <c:pt idx="619">
                  <c:v>3</c:v>
                </c:pt>
                <c:pt idx="620">
                  <c:v>3</c:v>
                </c:pt>
                <c:pt idx="621">
                  <c:v>3</c:v>
                </c:pt>
                <c:pt idx="622">
                  <c:v>3</c:v>
                </c:pt>
                <c:pt idx="623">
                  <c:v>3</c:v>
                </c:pt>
                <c:pt idx="624">
                  <c:v>3</c:v>
                </c:pt>
                <c:pt idx="625">
                  <c:v>3</c:v>
                </c:pt>
                <c:pt idx="626">
                  <c:v>3</c:v>
                </c:pt>
                <c:pt idx="627">
                  <c:v>3</c:v>
                </c:pt>
                <c:pt idx="628">
                  <c:v>3</c:v>
                </c:pt>
                <c:pt idx="629">
                  <c:v>3</c:v>
                </c:pt>
                <c:pt idx="630">
                  <c:v>3</c:v>
                </c:pt>
                <c:pt idx="631">
                  <c:v>3</c:v>
                </c:pt>
                <c:pt idx="632">
                  <c:v>3</c:v>
                </c:pt>
                <c:pt idx="633">
                  <c:v>3</c:v>
                </c:pt>
                <c:pt idx="634">
                  <c:v>3</c:v>
                </c:pt>
                <c:pt idx="635">
                  <c:v>3</c:v>
                </c:pt>
                <c:pt idx="636">
                  <c:v>3</c:v>
                </c:pt>
                <c:pt idx="637">
                  <c:v>3</c:v>
                </c:pt>
                <c:pt idx="638">
                  <c:v>3</c:v>
                </c:pt>
                <c:pt idx="639">
                  <c:v>3</c:v>
                </c:pt>
                <c:pt idx="640">
                  <c:v>3</c:v>
                </c:pt>
                <c:pt idx="641">
                  <c:v>3</c:v>
                </c:pt>
                <c:pt idx="642">
                  <c:v>3</c:v>
                </c:pt>
                <c:pt idx="643">
                  <c:v>3</c:v>
                </c:pt>
                <c:pt idx="644">
                  <c:v>3</c:v>
                </c:pt>
                <c:pt idx="645">
                  <c:v>3</c:v>
                </c:pt>
                <c:pt idx="646">
                  <c:v>3</c:v>
                </c:pt>
                <c:pt idx="647">
                  <c:v>3</c:v>
                </c:pt>
                <c:pt idx="648">
                  <c:v>3</c:v>
                </c:pt>
                <c:pt idx="649">
                  <c:v>3</c:v>
                </c:pt>
                <c:pt idx="650">
                  <c:v>3</c:v>
                </c:pt>
                <c:pt idx="651">
                  <c:v>3</c:v>
                </c:pt>
                <c:pt idx="652">
                  <c:v>3</c:v>
                </c:pt>
                <c:pt idx="653">
                  <c:v>3.25</c:v>
                </c:pt>
                <c:pt idx="654">
                  <c:v>3.25</c:v>
                </c:pt>
                <c:pt idx="655">
                  <c:v>3.25</c:v>
                </c:pt>
                <c:pt idx="656">
                  <c:v>3.25</c:v>
                </c:pt>
                <c:pt idx="657">
                  <c:v>3.25</c:v>
                </c:pt>
                <c:pt idx="658">
                  <c:v>3.25</c:v>
                </c:pt>
                <c:pt idx="659">
                  <c:v>3.25</c:v>
                </c:pt>
                <c:pt idx="660">
                  <c:v>3.25</c:v>
                </c:pt>
                <c:pt idx="661">
                  <c:v>3.25</c:v>
                </c:pt>
                <c:pt idx="662">
                  <c:v>3.25</c:v>
                </c:pt>
                <c:pt idx="663">
                  <c:v>3.25</c:v>
                </c:pt>
                <c:pt idx="664">
                  <c:v>3.25</c:v>
                </c:pt>
                <c:pt idx="665">
                  <c:v>3.25</c:v>
                </c:pt>
                <c:pt idx="666">
                  <c:v>3.25</c:v>
                </c:pt>
                <c:pt idx="667">
                  <c:v>3.25</c:v>
                </c:pt>
                <c:pt idx="668">
                  <c:v>3.25</c:v>
                </c:pt>
                <c:pt idx="669">
                  <c:v>3.25</c:v>
                </c:pt>
                <c:pt idx="670">
                  <c:v>3.25</c:v>
                </c:pt>
                <c:pt idx="671">
                  <c:v>3.25</c:v>
                </c:pt>
                <c:pt idx="672">
                  <c:v>3.25</c:v>
                </c:pt>
                <c:pt idx="673">
                  <c:v>3.25</c:v>
                </c:pt>
                <c:pt idx="674">
                  <c:v>3.25</c:v>
                </c:pt>
                <c:pt idx="675">
                  <c:v>3.25</c:v>
                </c:pt>
                <c:pt idx="676">
                  <c:v>3.25</c:v>
                </c:pt>
                <c:pt idx="677">
                  <c:v>3.25</c:v>
                </c:pt>
                <c:pt idx="678">
                  <c:v>3.25</c:v>
                </c:pt>
                <c:pt idx="679">
                  <c:v>3.25</c:v>
                </c:pt>
                <c:pt idx="680">
                  <c:v>3.25</c:v>
                </c:pt>
                <c:pt idx="681">
                  <c:v>3.25</c:v>
                </c:pt>
                <c:pt idx="682">
                  <c:v>3.25</c:v>
                </c:pt>
                <c:pt idx="683">
                  <c:v>3.25</c:v>
                </c:pt>
                <c:pt idx="684">
                  <c:v>3.25</c:v>
                </c:pt>
                <c:pt idx="685">
                  <c:v>3.25</c:v>
                </c:pt>
                <c:pt idx="686">
                  <c:v>3.25</c:v>
                </c:pt>
                <c:pt idx="687">
                  <c:v>3.25</c:v>
                </c:pt>
                <c:pt idx="688">
                  <c:v>3.25</c:v>
                </c:pt>
                <c:pt idx="689">
                  <c:v>3.25</c:v>
                </c:pt>
                <c:pt idx="690">
                  <c:v>3.25</c:v>
                </c:pt>
                <c:pt idx="691">
                  <c:v>3.25</c:v>
                </c:pt>
                <c:pt idx="692">
                  <c:v>3.25</c:v>
                </c:pt>
                <c:pt idx="693">
                  <c:v>3.25</c:v>
                </c:pt>
                <c:pt idx="694">
                  <c:v>3.25</c:v>
                </c:pt>
                <c:pt idx="695">
                  <c:v>3.25</c:v>
                </c:pt>
                <c:pt idx="696">
                  <c:v>3.25</c:v>
                </c:pt>
                <c:pt idx="697">
                  <c:v>3.25</c:v>
                </c:pt>
                <c:pt idx="698">
                  <c:v>3.25</c:v>
                </c:pt>
                <c:pt idx="699">
                  <c:v>3.25</c:v>
                </c:pt>
                <c:pt idx="700">
                  <c:v>3.25</c:v>
                </c:pt>
                <c:pt idx="701">
                  <c:v>3.25</c:v>
                </c:pt>
                <c:pt idx="702">
                  <c:v>3.25</c:v>
                </c:pt>
                <c:pt idx="703">
                  <c:v>3.25</c:v>
                </c:pt>
                <c:pt idx="704">
                  <c:v>3.25</c:v>
                </c:pt>
                <c:pt idx="705">
                  <c:v>3.25</c:v>
                </c:pt>
                <c:pt idx="706">
                  <c:v>3.25</c:v>
                </c:pt>
                <c:pt idx="707">
                  <c:v>3.25</c:v>
                </c:pt>
                <c:pt idx="708">
                  <c:v>3.25</c:v>
                </c:pt>
                <c:pt idx="709">
                  <c:v>3.25</c:v>
                </c:pt>
                <c:pt idx="710">
                  <c:v>3.25</c:v>
                </c:pt>
                <c:pt idx="711">
                  <c:v>3.25</c:v>
                </c:pt>
                <c:pt idx="712">
                  <c:v>3.25</c:v>
                </c:pt>
                <c:pt idx="713">
                  <c:v>3.25</c:v>
                </c:pt>
                <c:pt idx="714">
                  <c:v>3.25</c:v>
                </c:pt>
                <c:pt idx="715">
                  <c:v>3.25</c:v>
                </c:pt>
                <c:pt idx="716">
                  <c:v>3.25</c:v>
                </c:pt>
                <c:pt idx="717">
                  <c:v>3.25</c:v>
                </c:pt>
                <c:pt idx="718">
                  <c:v>3.25</c:v>
                </c:pt>
                <c:pt idx="719">
                  <c:v>3.25</c:v>
                </c:pt>
                <c:pt idx="720">
                  <c:v>3.25</c:v>
                </c:pt>
                <c:pt idx="721">
                  <c:v>3.25</c:v>
                </c:pt>
                <c:pt idx="722">
                  <c:v>2.75</c:v>
                </c:pt>
                <c:pt idx="723">
                  <c:v>3.25</c:v>
                </c:pt>
                <c:pt idx="724">
                  <c:v>3.25</c:v>
                </c:pt>
                <c:pt idx="725">
                  <c:v>3.25</c:v>
                </c:pt>
                <c:pt idx="726">
                  <c:v>3.25</c:v>
                </c:pt>
                <c:pt idx="727">
                  <c:v>3.25</c:v>
                </c:pt>
                <c:pt idx="728">
                  <c:v>3.25</c:v>
                </c:pt>
                <c:pt idx="729">
                  <c:v>3.25</c:v>
                </c:pt>
                <c:pt idx="730">
                  <c:v>3.25</c:v>
                </c:pt>
                <c:pt idx="731">
                  <c:v>3.25</c:v>
                </c:pt>
                <c:pt idx="732">
                  <c:v>3.25</c:v>
                </c:pt>
                <c:pt idx="733">
                  <c:v>3.25</c:v>
                </c:pt>
                <c:pt idx="734">
                  <c:v>3.25</c:v>
                </c:pt>
                <c:pt idx="735">
                  <c:v>3.25</c:v>
                </c:pt>
                <c:pt idx="736">
                  <c:v>3.25</c:v>
                </c:pt>
                <c:pt idx="737">
                  <c:v>3.25</c:v>
                </c:pt>
                <c:pt idx="738">
                  <c:v>3.25</c:v>
                </c:pt>
                <c:pt idx="739">
                  <c:v>3.25</c:v>
                </c:pt>
                <c:pt idx="740">
                  <c:v>3.25</c:v>
                </c:pt>
                <c:pt idx="741">
                  <c:v>3.25</c:v>
                </c:pt>
                <c:pt idx="742">
                  <c:v>3.25</c:v>
                </c:pt>
                <c:pt idx="743">
                  <c:v>2.75</c:v>
                </c:pt>
                <c:pt idx="744">
                  <c:v>2.75</c:v>
                </c:pt>
                <c:pt idx="745">
                  <c:v>2.75</c:v>
                </c:pt>
                <c:pt idx="746">
                  <c:v>2.75</c:v>
                </c:pt>
                <c:pt idx="747">
                  <c:v>2.75</c:v>
                </c:pt>
                <c:pt idx="748">
                  <c:v>2.75</c:v>
                </c:pt>
                <c:pt idx="749">
                  <c:v>2.75</c:v>
                </c:pt>
                <c:pt idx="750">
                  <c:v>2.75</c:v>
                </c:pt>
                <c:pt idx="751">
                  <c:v>2.75</c:v>
                </c:pt>
                <c:pt idx="752">
                  <c:v>2.75</c:v>
                </c:pt>
                <c:pt idx="753">
                  <c:v>2.75</c:v>
                </c:pt>
                <c:pt idx="754">
                  <c:v>2.75</c:v>
                </c:pt>
                <c:pt idx="755">
                  <c:v>2.75</c:v>
                </c:pt>
                <c:pt idx="756">
                  <c:v>2.75</c:v>
                </c:pt>
                <c:pt idx="757">
                  <c:v>2.75</c:v>
                </c:pt>
                <c:pt idx="758">
                  <c:v>2.75</c:v>
                </c:pt>
                <c:pt idx="759">
                  <c:v>2.75</c:v>
                </c:pt>
                <c:pt idx="760">
                  <c:v>2.75</c:v>
                </c:pt>
                <c:pt idx="761">
                  <c:v>2.75</c:v>
                </c:pt>
                <c:pt idx="762">
                  <c:v>2.75</c:v>
                </c:pt>
                <c:pt idx="763">
                  <c:v>2</c:v>
                </c:pt>
                <c:pt idx="764">
                  <c:v>2</c:v>
                </c:pt>
                <c:pt idx="765">
                  <c:v>2</c:v>
                </c:pt>
                <c:pt idx="766">
                  <c:v>2</c:v>
                </c:pt>
                <c:pt idx="767">
                  <c:v>2</c:v>
                </c:pt>
                <c:pt idx="768">
                  <c:v>2</c:v>
                </c:pt>
                <c:pt idx="769">
                  <c:v>2</c:v>
                </c:pt>
                <c:pt idx="770">
                  <c:v>2</c:v>
                </c:pt>
                <c:pt idx="771">
                  <c:v>2</c:v>
                </c:pt>
                <c:pt idx="772">
                  <c:v>2</c:v>
                </c:pt>
                <c:pt idx="773">
                  <c:v>2</c:v>
                </c:pt>
                <c:pt idx="774">
                  <c:v>2</c:v>
                </c:pt>
                <c:pt idx="775">
                  <c:v>2</c:v>
                </c:pt>
                <c:pt idx="776">
                  <c:v>2</c:v>
                </c:pt>
                <c:pt idx="777">
                  <c:v>2</c:v>
                </c:pt>
                <c:pt idx="778">
                  <c:v>2</c:v>
                </c:pt>
                <c:pt idx="779">
                  <c:v>2</c:v>
                </c:pt>
                <c:pt idx="780">
                  <c:v>2</c:v>
                </c:pt>
                <c:pt idx="781">
                  <c:v>2</c:v>
                </c:pt>
                <c:pt idx="782">
                  <c:v>2</c:v>
                </c:pt>
                <c:pt idx="783">
                  <c:v>2</c:v>
                </c:pt>
                <c:pt idx="784">
                  <c:v>2</c:v>
                </c:pt>
                <c:pt idx="785">
                  <c:v>2</c:v>
                </c:pt>
                <c:pt idx="786">
                  <c:v>2</c:v>
                </c:pt>
                <c:pt idx="787">
                  <c:v>2</c:v>
                </c:pt>
                <c:pt idx="788">
                  <c:v>2</c:v>
                </c:pt>
                <c:pt idx="789">
                  <c:v>2</c:v>
                </c:pt>
                <c:pt idx="790">
                  <c:v>2</c:v>
                </c:pt>
                <c:pt idx="791">
                  <c:v>2</c:v>
                </c:pt>
                <c:pt idx="792">
                  <c:v>2</c:v>
                </c:pt>
                <c:pt idx="793">
                  <c:v>1</c:v>
                </c:pt>
                <c:pt idx="794">
                  <c:v>1</c:v>
                </c:pt>
                <c:pt idx="795">
                  <c:v>1</c:v>
                </c:pt>
                <c:pt idx="796">
                  <c:v>1</c:v>
                </c:pt>
                <c:pt idx="797">
                  <c:v>1</c:v>
                </c:pt>
                <c:pt idx="798">
                  <c:v>1</c:v>
                </c:pt>
                <c:pt idx="799">
                  <c:v>1</c:v>
                </c:pt>
                <c:pt idx="800">
                  <c:v>1</c:v>
                </c:pt>
                <c:pt idx="801">
                  <c:v>1</c:v>
                </c:pt>
                <c:pt idx="802">
                  <c:v>1</c:v>
                </c:pt>
                <c:pt idx="803">
                  <c:v>1</c:v>
                </c:pt>
                <c:pt idx="804">
                  <c:v>1</c:v>
                </c:pt>
                <c:pt idx="805">
                  <c:v>1</c:v>
                </c:pt>
                <c:pt idx="806">
                  <c:v>1</c:v>
                </c:pt>
                <c:pt idx="807">
                  <c:v>1</c:v>
                </c:pt>
                <c:pt idx="808">
                  <c:v>1</c:v>
                </c:pt>
                <c:pt idx="809">
                  <c:v>1</c:v>
                </c:pt>
                <c:pt idx="810">
                  <c:v>1</c:v>
                </c:pt>
                <c:pt idx="811">
                  <c:v>1</c:v>
                </c:pt>
                <c:pt idx="812">
                  <c:v>1</c:v>
                </c:pt>
                <c:pt idx="813">
                  <c:v>1</c:v>
                </c:pt>
                <c:pt idx="814">
                  <c:v>1</c:v>
                </c:pt>
                <c:pt idx="815">
                  <c:v>1</c:v>
                </c:pt>
                <c:pt idx="816">
                  <c:v>1</c:v>
                </c:pt>
                <c:pt idx="817">
                  <c:v>1</c:v>
                </c:pt>
                <c:pt idx="818">
                  <c:v>1</c:v>
                </c:pt>
                <c:pt idx="819">
                  <c:v>1</c:v>
                </c:pt>
                <c:pt idx="820">
                  <c:v>1</c:v>
                </c:pt>
                <c:pt idx="821">
                  <c:v>1</c:v>
                </c:pt>
                <c:pt idx="822">
                  <c:v>1</c:v>
                </c:pt>
                <c:pt idx="823">
                  <c:v>1</c:v>
                </c:pt>
                <c:pt idx="824">
                  <c:v>1</c:v>
                </c:pt>
                <c:pt idx="825">
                  <c:v>1</c:v>
                </c:pt>
                <c:pt idx="826">
                  <c:v>1</c:v>
                </c:pt>
                <c:pt idx="827">
                  <c:v>1</c:v>
                </c:pt>
                <c:pt idx="828">
                  <c:v>0.5</c:v>
                </c:pt>
                <c:pt idx="829">
                  <c:v>0.5</c:v>
                </c:pt>
                <c:pt idx="830">
                  <c:v>0.5</c:v>
                </c:pt>
                <c:pt idx="831">
                  <c:v>0.5</c:v>
                </c:pt>
                <c:pt idx="832">
                  <c:v>0.5</c:v>
                </c:pt>
                <c:pt idx="833">
                  <c:v>0.5</c:v>
                </c:pt>
                <c:pt idx="834">
                  <c:v>0.5</c:v>
                </c:pt>
                <c:pt idx="835">
                  <c:v>0.5</c:v>
                </c:pt>
                <c:pt idx="836">
                  <c:v>0.5</c:v>
                </c:pt>
                <c:pt idx="837">
                  <c:v>0.5</c:v>
                </c:pt>
                <c:pt idx="838">
                  <c:v>0.5</c:v>
                </c:pt>
                <c:pt idx="839">
                  <c:v>0.5</c:v>
                </c:pt>
                <c:pt idx="840">
                  <c:v>0.5</c:v>
                </c:pt>
                <c:pt idx="841">
                  <c:v>0.5</c:v>
                </c:pt>
                <c:pt idx="842">
                  <c:v>0.5</c:v>
                </c:pt>
                <c:pt idx="843">
                  <c:v>0.5</c:v>
                </c:pt>
                <c:pt idx="844">
                  <c:v>0.5</c:v>
                </c:pt>
                <c:pt idx="845">
                  <c:v>0.5</c:v>
                </c:pt>
                <c:pt idx="846">
                  <c:v>0.5</c:v>
                </c:pt>
                <c:pt idx="847">
                  <c:v>0.5</c:v>
                </c:pt>
                <c:pt idx="848">
                  <c:v>0.25</c:v>
                </c:pt>
                <c:pt idx="849">
                  <c:v>0.25</c:v>
                </c:pt>
                <c:pt idx="850">
                  <c:v>0.25</c:v>
                </c:pt>
                <c:pt idx="851">
                  <c:v>0.25</c:v>
                </c:pt>
                <c:pt idx="852">
                  <c:v>0.25</c:v>
                </c:pt>
                <c:pt idx="853">
                  <c:v>0.25</c:v>
                </c:pt>
                <c:pt idx="854">
                  <c:v>0.25</c:v>
                </c:pt>
                <c:pt idx="855">
                  <c:v>0.25</c:v>
                </c:pt>
                <c:pt idx="856">
                  <c:v>0.25</c:v>
                </c:pt>
                <c:pt idx="857">
                  <c:v>0.25</c:v>
                </c:pt>
                <c:pt idx="858">
                  <c:v>0.25</c:v>
                </c:pt>
                <c:pt idx="859">
                  <c:v>0.25</c:v>
                </c:pt>
                <c:pt idx="860">
                  <c:v>0.25</c:v>
                </c:pt>
                <c:pt idx="861">
                  <c:v>0.25</c:v>
                </c:pt>
                <c:pt idx="862">
                  <c:v>0.25</c:v>
                </c:pt>
                <c:pt idx="863">
                  <c:v>0.25</c:v>
                </c:pt>
                <c:pt idx="864">
                  <c:v>0.25</c:v>
                </c:pt>
                <c:pt idx="865">
                  <c:v>0.25</c:v>
                </c:pt>
                <c:pt idx="866">
                  <c:v>0.25</c:v>
                </c:pt>
                <c:pt idx="867">
                  <c:v>0.25</c:v>
                </c:pt>
                <c:pt idx="868">
                  <c:v>0.25</c:v>
                </c:pt>
                <c:pt idx="869">
                  <c:v>0.25</c:v>
                </c:pt>
                <c:pt idx="870">
                  <c:v>0.25</c:v>
                </c:pt>
                <c:pt idx="871">
                  <c:v>0.25</c:v>
                </c:pt>
                <c:pt idx="872">
                  <c:v>0.25</c:v>
                </c:pt>
                <c:pt idx="873">
                  <c:v>0.25</c:v>
                </c:pt>
                <c:pt idx="874">
                  <c:v>0.25</c:v>
                </c:pt>
                <c:pt idx="875">
                  <c:v>0.25</c:v>
                </c:pt>
                <c:pt idx="876">
                  <c:v>0.25</c:v>
                </c:pt>
                <c:pt idx="877">
                  <c:v>0.25</c:v>
                </c:pt>
                <c:pt idx="878">
                  <c:v>0.25</c:v>
                </c:pt>
                <c:pt idx="879">
                  <c:v>0.25</c:v>
                </c:pt>
                <c:pt idx="880">
                  <c:v>0.25</c:v>
                </c:pt>
                <c:pt idx="881">
                  <c:v>0.25</c:v>
                </c:pt>
                <c:pt idx="882">
                  <c:v>0.25</c:v>
                </c:pt>
                <c:pt idx="883">
                  <c:v>0.25</c:v>
                </c:pt>
                <c:pt idx="884">
                  <c:v>0.25</c:v>
                </c:pt>
                <c:pt idx="885">
                  <c:v>0.25</c:v>
                </c:pt>
                <c:pt idx="886">
                  <c:v>0.25</c:v>
                </c:pt>
                <c:pt idx="887">
                  <c:v>0.25</c:v>
                </c:pt>
                <c:pt idx="888">
                  <c:v>0.25</c:v>
                </c:pt>
                <c:pt idx="889">
                  <c:v>0.25</c:v>
                </c:pt>
                <c:pt idx="890">
                  <c:v>0.25</c:v>
                </c:pt>
                <c:pt idx="891">
                  <c:v>0.25</c:v>
                </c:pt>
                <c:pt idx="892">
                  <c:v>0.25</c:v>
                </c:pt>
                <c:pt idx="893">
                  <c:v>0.25</c:v>
                </c:pt>
                <c:pt idx="894">
                  <c:v>0.25</c:v>
                </c:pt>
                <c:pt idx="895">
                  <c:v>0.25</c:v>
                </c:pt>
                <c:pt idx="896">
                  <c:v>0.25</c:v>
                </c:pt>
                <c:pt idx="897">
                  <c:v>0.25</c:v>
                </c:pt>
                <c:pt idx="898">
                  <c:v>0.25</c:v>
                </c:pt>
                <c:pt idx="899">
                  <c:v>0.25</c:v>
                </c:pt>
                <c:pt idx="900">
                  <c:v>0.25</c:v>
                </c:pt>
                <c:pt idx="901">
                  <c:v>0.25</c:v>
                </c:pt>
                <c:pt idx="902">
                  <c:v>0.25</c:v>
                </c:pt>
                <c:pt idx="903">
                  <c:v>0.25</c:v>
                </c:pt>
                <c:pt idx="904">
                  <c:v>0.25</c:v>
                </c:pt>
                <c:pt idx="905">
                  <c:v>0.25</c:v>
                </c:pt>
                <c:pt idx="906">
                  <c:v>0.25</c:v>
                </c:pt>
                <c:pt idx="907">
                  <c:v>0.25</c:v>
                </c:pt>
                <c:pt idx="908">
                  <c:v>0.25</c:v>
                </c:pt>
                <c:pt idx="909">
                  <c:v>0.25</c:v>
                </c:pt>
                <c:pt idx="910">
                  <c:v>0.25</c:v>
                </c:pt>
                <c:pt idx="911">
                  <c:v>0.25</c:v>
                </c:pt>
                <c:pt idx="912">
                  <c:v>0.25</c:v>
                </c:pt>
                <c:pt idx="913">
                  <c:v>0.25</c:v>
                </c:pt>
                <c:pt idx="914">
                  <c:v>0.25</c:v>
                </c:pt>
                <c:pt idx="915">
                  <c:v>0.25</c:v>
                </c:pt>
                <c:pt idx="916">
                  <c:v>0.25</c:v>
                </c:pt>
                <c:pt idx="917">
                  <c:v>0.25</c:v>
                </c:pt>
                <c:pt idx="918">
                  <c:v>0.25</c:v>
                </c:pt>
                <c:pt idx="919">
                  <c:v>0.25</c:v>
                </c:pt>
                <c:pt idx="920">
                  <c:v>0.25</c:v>
                </c:pt>
                <c:pt idx="921">
                  <c:v>0.25</c:v>
                </c:pt>
                <c:pt idx="922">
                  <c:v>0.25</c:v>
                </c:pt>
                <c:pt idx="923">
                  <c:v>0.25</c:v>
                </c:pt>
                <c:pt idx="924">
                  <c:v>0.25</c:v>
                </c:pt>
                <c:pt idx="925">
                  <c:v>0.25</c:v>
                </c:pt>
                <c:pt idx="926">
                  <c:v>0.25</c:v>
                </c:pt>
                <c:pt idx="927">
                  <c:v>0.25</c:v>
                </c:pt>
                <c:pt idx="928">
                  <c:v>0.25</c:v>
                </c:pt>
                <c:pt idx="929">
                  <c:v>0.25</c:v>
                </c:pt>
                <c:pt idx="930">
                  <c:v>0.25</c:v>
                </c:pt>
                <c:pt idx="931">
                  <c:v>0.25</c:v>
                </c:pt>
                <c:pt idx="932">
                  <c:v>0.25</c:v>
                </c:pt>
                <c:pt idx="933">
                  <c:v>0.25</c:v>
                </c:pt>
                <c:pt idx="934">
                  <c:v>0.25</c:v>
                </c:pt>
                <c:pt idx="935">
                  <c:v>0.25</c:v>
                </c:pt>
                <c:pt idx="936">
                  <c:v>0.25</c:v>
                </c:pt>
                <c:pt idx="937">
                  <c:v>0.25</c:v>
                </c:pt>
                <c:pt idx="938">
                  <c:v>0.25</c:v>
                </c:pt>
                <c:pt idx="939">
                  <c:v>0.25</c:v>
                </c:pt>
                <c:pt idx="940">
                  <c:v>0.25</c:v>
                </c:pt>
                <c:pt idx="941">
                  <c:v>0.25</c:v>
                </c:pt>
                <c:pt idx="942">
                  <c:v>0.25</c:v>
                </c:pt>
                <c:pt idx="943">
                  <c:v>0.25</c:v>
                </c:pt>
                <c:pt idx="944">
                  <c:v>0.25</c:v>
                </c:pt>
                <c:pt idx="945">
                  <c:v>0.25</c:v>
                </c:pt>
                <c:pt idx="946">
                  <c:v>0.25</c:v>
                </c:pt>
                <c:pt idx="947">
                  <c:v>0.25</c:v>
                </c:pt>
                <c:pt idx="948">
                  <c:v>0.25</c:v>
                </c:pt>
                <c:pt idx="949">
                  <c:v>0.25</c:v>
                </c:pt>
                <c:pt idx="950">
                  <c:v>0.25</c:v>
                </c:pt>
                <c:pt idx="951">
                  <c:v>0.25</c:v>
                </c:pt>
                <c:pt idx="952">
                  <c:v>0.25</c:v>
                </c:pt>
                <c:pt idx="953">
                  <c:v>0.25</c:v>
                </c:pt>
                <c:pt idx="954">
                  <c:v>0.25</c:v>
                </c:pt>
                <c:pt idx="955">
                  <c:v>0.25</c:v>
                </c:pt>
                <c:pt idx="956">
                  <c:v>0.25</c:v>
                </c:pt>
                <c:pt idx="957">
                  <c:v>0.25</c:v>
                </c:pt>
                <c:pt idx="958">
                  <c:v>0.25</c:v>
                </c:pt>
                <c:pt idx="959">
                  <c:v>0.25</c:v>
                </c:pt>
                <c:pt idx="960">
                  <c:v>0.25</c:v>
                </c:pt>
                <c:pt idx="961">
                  <c:v>0.25</c:v>
                </c:pt>
                <c:pt idx="962">
                  <c:v>0.25</c:v>
                </c:pt>
                <c:pt idx="963">
                  <c:v>0.25</c:v>
                </c:pt>
                <c:pt idx="964">
                  <c:v>0.25</c:v>
                </c:pt>
                <c:pt idx="965">
                  <c:v>0.25</c:v>
                </c:pt>
                <c:pt idx="966">
                  <c:v>0.25</c:v>
                </c:pt>
                <c:pt idx="967">
                  <c:v>0.25</c:v>
                </c:pt>
                <c:pt idx="968">
                  <c:v>0.25</c:v>
                </c:pt>
                <c:pt idx="969">
                  <c:v>0.25</c:v>
                </c:pt>
                <c:pt idx="970">
                  <c:v>0.25</c:v>
                </c:pt>
                <c:pt idx="971">
                  <c:v>0.25</c:v>
                </c:pt>
                <c:pt idx="972">
                  <c:v>0.25</c:v>
                </c:pt>
                <c:pt idx="973">
                  <c:v>0.25</c:v>
                </c:pt>
                <c:pt idx="974">
                  <c:v>0.25</c:v>
                </c:pt>
                <c:pt idx="975">
                  <c:v>0.25</c:v>
                </c:pt>
                <c:pt idx="976">
                  <c:v>0.25</c:v>
                </c:pt>
                <c:pt idx="977">
                  <c:v>0.25</c:v>
                </c:pt>
                <c:pt idx="978">
                  <c:v>0.25</c:v>
                </c:pt>
                <c:pt idx="979">
                  <c:v>0.25</c:v>
                </c:pt>
                <c:pt idx="980">
                  <c:v>0.25</c:v>
                </c:pt>
                <c:pt idx="981">
                  <c:v>0.25</c:v>
                </c:pt>
                <c:pt idx="982">
                  <c:v>0.25</c:v>
                </c:pt>
                <c:pt idx="983">
                  <c:v>0.25</c:v>
                </c:pt>
                <c:pt idx="984">
                  <c:v>0.25</c:v>
                </c:pt>
                <c:pt idx="985">
                  <c:v>0.25</c:v>
                </c:pt>
                <c:pt idx="986">
                  <c:v>0.25</c:v>
                </c:pt>
                <c:pt idx="987">
                  <c:v>0.25</c:v>
                </c:pt>
                <c:pt idx="988">
                  <c:v>0.25</c:v>
                </c:pt>
                <c:pt idx="989">
                  <c:v>0.25</c:v>
                </c:pt>
                <c:pt idx="990">
                  <c:v>0.25</c:v>
                </c:pt>
                <c:pt idx="991">
                  <c:v>0.25</c:v>
                </c:pt>
                <c:pt idx="992">
                  <c:v>0.25</c:v>
                </c:pt>
                <c:pt idx="993">
                  <c:v>0.25</c:v>
                </c:pt>
                <c:pt idx="994">
                  <c:v>0.25</c:v>
                </c:pt>
                <c:pt idx="995">
                  <c:v>0.25</c:v>
                </c:pt>
                <c:pt idx="996">
                  <c:v>0.25</c:v>
                </c:pt>
                <c:pt idx="997">
                  <c:v>0.25</c:v>
                </c:pt>
                <c:pt idx="998">
                  <c:v>0.25</c:v>
                </c:pt>
                <c:pt idx="999">
                  <c:v>0.25</c:v>
                </c:pt>
                <c:pt idx="1000">
                  <c:v>0.25</c:v>
                </c:pt>
                <c:pt idx="1001">
                  <c:v>0.25</c:v>
                </c:pt>
                <c:pt idx="1002">
                  <c:v>0.25</c:v>
                </c:pt>
                <c:pt idx="1003">
                  <c:v>0.25</c:v>
                </c:pt>
                <c:pt idx="1004">
                  <c:v>0.25</c:v>
                </c:pt>
                <c:pt idx="1005">
                  <c:v>0.25</c:v>
                </c:pt>
                <c:pt idx="1006">
                  <c:v>0.25</c:v>
                </c:pt>
                <c:pt idx="1007">
                  <c:v>0.25</c:v>
                </c:pt>
                <c:pt idx="1008">
                  <c:v>0.25</c:v>
                </c:pt>
                <c:pt idx="1009">
                  <c:v>0.25</c:v>
                </c:pt>
                <c:pt idx="1010">
                  <c:v>0.25</c:v>
                </c:pt>
                <c:pt idx="1011">
                  <c:v>0.25</c:v>
                </c:pt>
                <c:pt idx="1012">
                  <c:v>0.25</c:v>
                </c:pt>
                <c:pt idx="1013">
                  <c:v>0.25</c:v>
                </c:pt>
                <c:pt idx="1014">
                  <c:v>0.25</c:v>
                </c:pt>
                <c:pt idx="1015">
                  <c:v>0.25</c:v>
                </c:pt>
                <c:pt idx="1016">
                  <c:v>0.25</c:v>
                </c:pt>
                <c:pt idx="1017">
                  <c:v>0.25</c:v>
                </c:pt>
                <c:pt idx="1018">
                  <c:v>0.25</c:v>
                </c:pt>
                <c:pt idx="1019">
                  <c:v>0.25</c:v>
                </c:pt>
                <c:pt idx="1020">
                  <c:v>0.25</c:v>
                </c:pt>
                <c:pt idx="1021">
                  <c:v>0.25</c:v>
                </c:pt>
                <c:pt idx="1022">
                  <c:v>0.25</c:v>
                </c:pt>
                <c:pt idx="1023">
                  <c:v>0.25</c:v>
                </c:pt>
                <c:pt idx="1024">
                  <c:v>0.25</c:v>
                </c:pt>
                <c:pt idx="1025">
                  <c:v>0.25</c:v>
                </c:pt>
                <c:pt idx="1026">
                  <c:v>0.25</c:v>
                </c:pt>
                <c:pt idx="1027">
                  <c:v>0.25</c:v>
                </c:pt>
                <c:pt idx="1028">
                  <c:v>0.25</c:v>
                </c:pt>
                <c:pt idx="1029">
                  <c:v>0.25</c:v>
                </c:pt>
                <c:pt idx="1030">
                  <c:v>0.25</c:v>
                </c:pt>
                <c:pt idx="1031">
                  <c:v>0.25</c:v>
                </c:pt>
                <c:pt idx="1032">
                  <c:v>0.25</c:v>
                </c:pt>
                <c:pt idx="1033">
                  <c:v>0.25</c:v>
                </c:pt>
                <c:pt idx="1034">
                  <c:v>0.25</c:v>
                </c:pt>
                <c:pt idx="1035">
                  <c:v>0.25</c:v>
                </c:pt>
                <c:pt idx="1036">
                  <c:v>0.25</c:v>
                </c:pt>
                <c:pt idx="1037">
                  <c:v>0.25</c:v>
                </c:pt>
                <c:pt idx="1038">
                  <c:v>0.25</c:v>
                </c:pt>
                <c:pt idx="1039">
                  <c:v>0.25</c:v>
                </c:pt>
                <c:pt idx="1040">
                  <c:v>0.25</c:v>
                </c:pt>
                <c:pt idx="1041">
                  <c:v>0.25</c:v>
                </c:pt>
                <c:pt idx="1042">
                  <c:v>0.25</c:v>
                </c:pt>
                <c:pt idx="1043">
                  <c:v>0.25</c:v>
                </c:pt>
                <c:pt idx="1044">
                  <c:v>0.25</c:v>
                </c:pt>
                <c:pt idx="1045">
                  <c:v>0.25</c:v>
                </c:pt>
                <c:pt idx="1046">
                  <c:v>0.25</c:v>
                </c:pt>
                <c:pt idx="1047">
                  <c:v>0.25</c:v>
                </c:pt>
                <c:pt idx="1048">
                  <c:v>0.25</c:v>
                </c:pt>
                <c:pt idx="1049">
                  <c:v>0.25</c:v>
                </c:pt>
                <c:pt idx="1050">
                  <c:v>0.25</c:v>
                </c:pt>
                <c:pt idx="1051">
                  <c:v>0.25</c:v>
                </c:pt>
                <c:pt idx="1052">
                  <c:v>0.25</c:v>
                </c:pt>
                <c:pt idx="1053">
                  <c:v>0.25</c:v>
                </c:pt>
                <c:pt idx="1054">
                  <c:v>0.25</c:v>
                </c:pt>
                <c:pt idx="1055">
                  <c:v>0.25</c:v>
                </c:pt>
                <c:pt idx="1056">
                  <c:v>0.25</c:v>
                </c:pt>
                <c:pt idx="1057">
                  <c:v>0.25</c:v>
                </c:pt>
                <c:pt idx="1058">
                  <c:v>0.25</c:v>
                </c:pt>
                <c:pt idx="1059">
                  <c:v>0.25</c:v>
                </c:pt>
                <c:pt idx="1060">
                  <c:v>0.25</c:v>
                </c:pt>
                <c:pt idx="1061">
                  <c:v>0.25</c:v>
                </c:pt>
                <c:pt idx="1062">
                  <c:v>0.25</c:v>
                </c:pt>
                <c:pt idx="1063">
                  <c:v>0.25</c:v>
                </c:pt>
                <c:pt idx="1064">
                  <c:v>0.25</c:v>
                </c:pt>
                <c:pt idx="1065">
                  <c:v>0.25</c:v>
                </c:pt>
                <c:pt idx="1066">
                  <c:v>0.25</c:v>
                </c:pt>
                <c:pt idx="1067">
                  <c:v>0.25</c:v>
                </c:pt>
                <c:pt idx="1068">
                  <c:v>0.25</c:v>
                </c:pt>
                <c:pt idx="1069">
                  <c:v>0.25</c:v>
                </c:pt>
                <c:pt idx="1070">
                  <c:v>0.25</c:v>
                </c:pt>
                <c:pt idx="1071">
                  <c:v>0.25</c:v>
                </c:pt>
                <c:pt idx="1072">
                  <c:v>0.25</c:v>
                </c:pt>
                <c:pt idx="1073">
                  <c:v>0.25</c:v>
                </c:pt>
                <c:pt idx="1074">
                  <c:v>0.25</c:v>
                </c:pt>
                <c:pt idx="1075">
                  <c:v>0.25</c:v>
                </c:pt>
                <c:pt idx="1076">
                  <c:v>0.25</c:v>
                </c:pt>
                <c:pt idx="1077">
                  <c:v>0.25</c:v>
                </c:pt>
                <c:pt idx="1078">
                  <c:v>0.25</c:v>
                </c:pt>
                <c:pt idx="1079">
                  <c:v>0.25</c:v>
                </c:pt>
                <c:pt idx="1080">
                  <c:v>0.25</c:v>
                </c:pt>
                <c:pt idx="1081">
                  <c:v>0.25</c:v>
                </c:pt>
                <c:pt idx="1082">
                  <c:v>0.25</c:v>
                </c:pt>
                <c:pt idx="1083">
                  <c:v>0.25</c:v>
                </c:pt>
                <c:pt idx="1084">
                  <c:v>0.25</c:v>
                </c:pt>
                <c:pt idx="1085">
                  <c:v>0.25</c:v>
                </c:pt>
                <c:pt idx="1086">
                  <c:v>0.25</c:v>
                </c:pt>
                <c:pt idx="1087">
                  <c:v>0.25</c:v>
                </c:pt>
                <c:pt idx="1088">
                  <c:v>0.25</c:v>
                </c:pt>
                <c:pt idx="1089">
                  <c:v>0.25</c:v>
                </c:pt>
                <c:pt idx="1090">
                  <c:v>0.25</c:v>
                </c:pt>
                <c:pt idx="1091">
                  <c:v>0.25</c:v>
                </c:pt>
                <c:pt idx="1092">
                  <c:v>0.25</c:v>
                </c:pt>
                <c:pt idx="1093">
                  <c:v>0.25</c:v>
                </c:pt>
                <c:pt idx="1094">
                  <c:v>0.25</c:v>
                </c:pt>
                <c:pt idx="1095">
                  <c:v>0.25</c:v>
                </c:pt>
                <c:pt idx="1096">
                  <c:v>0.25</c:v>
                </c:pt>
                <c:pt idx="1097">
                  <c:v>0.25</c:v>
                </c:pt>
                <c:pt idx="1098">
                  <c:v>0.25</c:v>
                </c:pt>
                <c:pt idx="1099">
                  <c:v>0.25</c:v>
                </c:pt>
                <c:pt idx="1100">
                  <c:v>0.25</c:v>
                </c:pt>
                <c:pt idx="1101">
                  <c:v>0.25</c:v>
                </c:pt>
                <c:pt idx="1102">
                  <c:v>0.25</c:v>
                </c:pt>
                <c:pt idx="1103">
                  <c:v>0.25</c:v>
                </c:pt>
                <c:pt idx="1104">
                  <c:v>0.25</c:v>
                </c:pt>
                <c:pt idx="1105">
                  <c:v>0.25</c:v>
                </c:pt>
                <c:pt idx="1106">
                  <c:v>0.25</c:v>
                </c:pt>
                <c:pt idx="1107">
                  <c:v>0.25</c:v>
                </c:pt>
                <c:pt idx="1108">
                  <c:v>0.25</c:v>
                </c:pt>
                <c:pt idx="1109">
                  <c:v>0.25</c:v>
                </c:pt>
                <c:pt idx="1110">
                  <c:v>0.25</c:v>
                </c:pt>
                <c:pt idx="1111">
                  <c:v>0.25</c:v>
                </c:pt>
                <c:pt idx="1112">
                  <c:v>0.25</c:v>
                </c:pt>
                <c:pt idx="1113">
                  <c:v>0.25</c:v>
                </c:pt>
                <c:pt idx="1114">
                  <c:v>0.25</c:v>
                </c:pt>
                <c:pt idx="1115">
                  <c:v>0.25</c:v>
                </c:pt>
                <c:pt idx="1116">
                  <c:v>0.25</c:v>
                </c:pt>
                <c:pt idx="1117">
                  <c:v>0.25</c:v>
                </c:pt>
                <c:pt idx="1118">
                  <c:v>0.25</c:v>
                </c:pt>
                <c:pt idx="1119">
                  <c:v>0.25</c:v>
                </c:pt>
                <c:pt idx="1120">
                  <c:v>0.25</c:v>
                </c:pt>
                <c:pt idx="1121">
                  <c:v>0.25</c:v>
                </c:pt>
                <c:pt idx="1122">
                  <c:v>0.25</c:v>
                </c:pt>
                <c:pt idx="1123">
                  <c:v>0.25</c:v>
                </c:pt>
                <c:pt idx="1124">
                  <c:v>0.25</c:v>
                </c:pt>
                <c:pt idx="1125">
                  <c:v>0.25</c:v>
                </c:pt>
                <c:pt idx="1126">
                  <c:v>0.25</c:v>
                </c:pt>
                <c:pt idx="1127">
                  <c:v>0.25</c:v>
                </c:pt>
                <c:pt idx="1128">
                  <c:v>0.25</c:v>
                </c:pt>
                <c:pt idx="1129">
                  <c:v>0.25</c:v>
                </c:pt>
                <c:pt idx="1130">
                  <c:v>0.25</c:v>
                </c:pt>
                <c:pt idx="1131">
                  <c:v>0.25</c:v>
                </c:pt>
                <c:pt idx="1132">
                  <c:v>0.25</c:v>
                </c:pt>
                <c:pt idx="1133">
                  <c:v>0.25</c:v>
                </c:pt>
                <c:pt idx="1134">
                  <c:v>0.25</c:v>
                </c:pt>
                <c:pt idx="1135">
                  <c:v>0.25</c:v>
                </c:pt>
                <c:pt idx="1136">
                  <c:v>0.25</c:v>
                </c:pt>
                <c:pt idx="1137">
                  <c:v>0.25</c:v>
                </c:pt>
                <c:pt idx="1138">
                  <c:v>0.25</c:v>
                </c:pt>
                <c:pt idx="1139">
                  <c:v>0.25</c:v>
                </c:pt>
                <c:pt idx="1140">
                  <c:v>0.25</c:v>
                </c:pt>
                <c:pt idx="1141">
                  <c:v>0.25</c:v>
                </c:pt>
                <c:pt idx="1142">
                  <c:v>0.25</c:v>
                </c:pt>
                <c:pt idx="1143">
                  <c:v>0.25</c:v>
                </c:pt>
                <c:pt idx="1144">
                  <c:v>0.25</c:v>
                </c:pt>
                <c:pt idx="1145">
                  <c:v>0.25</c:v>
                </c:pt>
                <c:pt idx="1146">
                  <c:v>0.25</c:v>
                </c:pt>
                <c:pt idx="1147">
                  <c:v>0.25</c:v>
                </c:pt>
                <c:pt idx="1148">
                  <c:v>0.25</c:v>
                </c:pt>
                <c:pt idx="1149">
                  <c:v>0.25</c:v>
                </c:pt>
                <c:pt idx="1150">
                  <c:v>0.25</c:v>
                </c:pt>
                <c:pt idx="1151">
                  <c:v>0.25</c:v>
                </c:pt>
                <c:pt idx="1152">
                  <c:v>0.25</c:v>
                </c:pt>
                <c:pt idx="1153">
                  <c:v>0.25</c:v>
                </c:pt>
                <c:pt idx="1154">
                  <c:v>0.25</c:v>
                </c:pt>
                <c:pt idx="1155">
                  <c:v>0.25</c:v>
                </c:pt>
                <c:pt idx="1156">
                  <c:v>0.25</c:v>
                </c:pt>
                <c:pt idx="1157">
                  <c:v>0.25</c:v>
                </c:pt>
                <c:pt idx="1158">
                  <c:v>0.25</c:v>
                </c:pt>
                <c:pt idx="1159">
                  <c:v>0.25</c:v>
                </c:pt>
                <c:pt idx="1160">
                  <c:v>0.25</c:v>
                </c:pt>
                <c:pt idx="1161">
                  <c:v>0.25</c:v>
                </c:pt>
                <c:pt idx="1162">
                  <c:v>0.25</c:v>
                </c:pt>
                <c:pt idx="1163">
                  <c:v>0.25</c:v>
                </c:pt>
                <c:pt idx="1164">
                  <c:v>0.25</c:v>
                </c:pt>
                <c:pt idx="1165">
                  <c:v>0.25</c:v>
                </c:pt>
                <c:pt idx="1166">
                  <c:v>0.25</c:v>
                </c:pt>
                <c:pt idx="1167">
                  <c:v>0.25</c:v>
                </c:pt>
                <c:pt idx="1168">
                  <c:v>0.25</c:v>
                </c:pt>
                <c:pt idx="1169">
                  <c:v>0.25</c:v>
                </c:pt>
                <c:pt idx="1170">
                  <c:v>0.25</c:v>
                </c:pt>
                <c:pt idx="1171">
                  <c:v>0.25</c:v>
                </c:pt>
                <c:pt idx="1172">
                  <c:v>0.25</c:v>
                </c:pt>
                <c:pt idx="1173">
                  <c:v>0.25</c:v>
                </c:pt>
                <c:pt idx="1174">
                  <c:v>0.25</c:v>
                </c:pt>
                <c:pt idx="1175">
                  <c:v>0.25</c:v>
                </c:pt>
                <c:pt idx="1176">
                  <c:v>0.25</c:v>
                </c:pt>
                <c:pt idx="1177">
                  <c:v>0.25</c:v>
                </c:pt>
                <c:pt idx="1178">
                  <c:v>0.25</c:v>
                </c:pt>
                <c:pt idx="1179">
                  <c:v>0.25</c:v>
                </c:pt>
                <c:pt idx="1180">
                  <c:v>0.25</c:v>
                </c:pt>
                <c:pt idx="1181">
                  <c:v>0.25</c:v>
                </c:pt>
                <c:pt idx="1182">
                  <c:v>0.25</c:v>
                </c:pt>
                <c:pt idx="1183">
                  <c:v>0.25</c:v>
                </c:pt>
                <c:pt idx="1184">
                  <c:v>0.25</c:v>
                </c:pt>
                <c:pt idx="1185">
                  <c:v>0.25</c:v>
                </c:pt>
                <c:pt idx="1186">
                  <c:v>0.25</c:v>
                </c:pt>
                <c:pt idx="1187">
                  <c:v>0.25</c:v>
                </c:pt>
                <c:pt idx="1188">
                  <c:v>0.25</c:v>
                </c:pt>
                <c:pt idx="1189">
                  <c:v>0.25</c:v>
                </c:pt>
                <c:pt idx="1190">
                  <c:v>0.25</c:v>
                </c:pt>
                <c:pt idx="1191">
                  <c:v>0.25</c:v>
                </c:pt>
                <c:pt idx="1192">
                  <c:v>0.25</c:v>
                </c:pt>
                <c:pt idx="1193">
                  <c:v>0.25</c:v>
                </c:pt>
                <c:pt idx="1194">
                  <c:v>0.25</c:v>
                </c:pt>
                <c:pt idx="1195">
                  <c:v>0.25</c:v>
                </c:pt>
                <c:pt idx="1196">
                  <c:v>0.25</c:v>
                </c:pt>
                <c:pt idx="1197">
                  <c:v>0.25</c:v>
                </c:pt>
                <c:pt idx="1198">
                  <c:v>0.25</c:v>
                </c:pt>
                <c:pt idx="1199">
                  <c:v>0.25</c:v>
                </c:pt>
                <c:pt idx="1200">
                  <c:v>0.25</c:v>
                </c:pt>
                <c:pt idx="1201">
                  <c:v>0.25</c:v>
                </c:pt>
                <c:pt idx="1202">
                  <c:v>0.25</c:v>
                </c:pt>
                <c:pt idx="1203">
                  <c:v>0.25</c:v>
                </c:pt>
                <c:pt idx="1204">
                  <c:v>0.25</c:v>
                </c:pt>
                <c:pt idx="1205">
                  <c:v>0.25</c:v>
                </c:pt>
                <c:pt idx="1206">
                  <c:v>0.25</c:v>
                </c:pt>
                <c:pt idx="1207">
                  <c:v>0.25</c:v>
                </c:pt>
                <c:pt idx="1208">
                  <c:v>0.25</c:v>
                </c:pt>
                <c:pt idx="1209">
                  <c:v>0.25</c:v>
                </c:pt>
                <c:pt idx="1210">
                  <c:v>0.25</c:v>
                </c:pt>
                <c:pt idx="1211">
                  <c:v>0.25</c:v>
                </c:pt>
                <c:pt idx="1212">
                  <c:v>0.25</c:v>
                </c:pt>
                <c:pt idx="1213">
                  <c:v>0.25</c:v>
                </c:pt>
                <c:pt idx="1214">
                  <c:v>0.25</c:v>
                </c:pt>
                <c:pt idx="1215">
                  <c:v>0.25</c:v>
                </c:pt>
                <c:pt idx="1216">
                  <c:v>0.25</c:v>
                </c:pt>
                <c:pt idx="1217">
                  <c:v>0.25</c:v>
                </c:pt>
                <c:pt idx="1218">
                  <c:v>0.25</c:v>
                </c:pt>
                <c:pt idx="1219">
                  <c:v>0.25</c:v>
                </c:pt>
                <c:pt idx="1220">
                  <c:v>0.25</c:v>
                </c:pt>
                <c:pt idx="1221">
                  <c:v>0.25</c:v>
                </c:pt>
                <c:pt idx="1222">
                  <c:v>0.25</c:v>
                </c:pt>
                <c:pt idx="1223">
                  <c:v>0.25</c:v>
                </c:pt>
                <c:pt idx="1224">
                  <c:v>0.25</c:v>
                </c:pt>
                <c:pt idx="1225">
                  <c:v>0.25</c:v>
                </c:pt>
                <c:pt idx="1226">
                  <c:v>0.25</c:v>
                </c:pt>
                <c:pt idx="1227">
                  <c:v>0.25</c:v>
                </c:pt>
                <c:pt idx="1228">
                  <c:v>0.25</c:v>
                </c:pt>
                <c:pt idx="1229">
                  <c:v>0.25</c:v>
                </c:pt>
                <c:pt idx="1230">
                  <c:v>0.25</c:v>
                </c:pt>
                <c:pt idx="1231">
                  <c:v>0.25</c:v>
                </c:pt>
                <c:pt idx="1232">
                  <c:v>0.25</c:v>
                </c:pt>
                <c:pt idx="1233">
                  <c:v>0.25</c:v>
                </c:pt>
                <c:pt idx="1234">
                  <c:v>0.25</c:v>
                </c:pt>
                <c:pt idx="1235">
                  <c:v>0.25</c:v>
                </c:pt>
                <c:pt idx="1236">
                  <c:v>0.25</c:v>
                </c:pt>
                <c:pt idx="1237">
                  <c:v>0.25</c:v>
                </c:pt>
                <c:pt idx="1238">
                  <c:v>0.25</c:v>
                </c:pt>
                <c:pt idx="1239">
                  <c:v>0.25</c:v>
                </c:pt>
                <c:pt idx="1240">
                  <c:v>0.25</c:v>
                </c:pt>
                <c:pt idx="1241">
                  <c:v>0.25</c:v>
                </c:pt>
                <c:pt idx="1242">
                  <c:v>0.25</c:v>
                </c:pt>
                <c:pt idx="1243">
                  <c:v>0.25</c:v>
                </c:pt>
                <c:pt idx="1244">
                  <c:v>0.25</c:v>
                </c:pt>
                <c:pt idx="1245">
                  <c:v>0.25</c:v>
                </c:pt>
                <c:pt idx="1246">
                  <c:v>0.25</c:v>
                </c:pt>
                <c:pt idx="1247">
                  <c:v>0.25</c:v>
                </c:pt>
                <c:pt idx="1248">
                  <c:v>0.25</c:v>
                </c:pt>
                <c:pt idx="1249">
                  <c:v>0.25</c:v>
                </c:pt>
                <c:pt idx="1250">
                  <c:v>0.25</c:v>
                </c:pt>
                <c:pt idx="1251">
                  <c:v>0.25</c:v>
                </c:pt>
                <c:pt idx="1252">
                  <c:v>0.25</c:v>
                </c:pt>
                <c:pt idx="1253">
                  <c:v>0.25</c:v>
                </c:pt>
                <c:pt idx="1254">
                  <c:v>0.25</c:v>
                </c:pt>
                <c:pt idx="1255">
                  <c:v>0.25</c:v>
                </c:pt>
                <c:pt idx="1256">
                  <c:v>0.25</c:v>
                </c:pt>
                <c:pt idx="1257">
                  <c:v>0.25</c:v>
                </c:pt>
                <c:pt idx="1258">
                  <c:v>0.25</c:v>
                </c:pt>
                <c:pt idx="1259">
                  <c:v>0.25</c:v>
                </c:pt>
                <c:pt idx="1260">
                  <c:v>0.25</c:v>
                </c:pt>
                <c:pt idx="1261">
                  <c:v>0.25</c:v>
                </c:pt>
                <c:pt idx="1262">
                  <c:v>0.25</c:v>
                </c:pt>
                <c:pt idx="1263">
                  <c:v>0.25</c:v>
                </c:pt>
                <c:pt idx="1264">
                  <c:v>0.25</c:v>
                </c:pt>
                <c:pt idx="1265">
                  <c:v>0.25</c:v>
                </c:pt>
                <c:pt idx="1266">
                  <c:v>0.25</c:v>
                </c:pt>
                <c:pt idx="1267">
                  <c:v>0.25</c:v>
                </c:pt>
                <c:pt idx="1268">
                  <c:v>0.25</c:v>
                </c:pt>
                <c:pt idx="1269">
                  <c:v>0.25</c:v>
                </c:pt>
                <c:pt idx="1270">
                  <c:v>0.25</c:v>
                </c:pt>
                <c:pt idx="1271">
                  <c:v>0.25</c:v>
                </c:pt>
                <c:pt idx="1272">
                  <c:v>0.25</c:v>
                </c:pt>
                <c:pt idx="1273">
                  <c:v>0.25</c:v>
                </c:pt>
                <c:pt idx="1274">
                  <c:v>0.25</c:v>
                </c:pt>
                <c:pt idx="1275">
                  <c:v>0.25</c:v>
                </c:pt>
                <c:pt idx="1276">
                  <c:v>0.25</c:v>
                </c:pt>
                <c:pt idx="1277">
                  <c:v>0.25</c:v>
                </c:pt>
                <c:pt idx="1278">
                  <c:v>0.25</c:v>
                </c:pt>
                <c:pt idx="1279">
                  <c:v>0.25</c:v>
                </c:pt>
                <c:pt idx="1280">
                  <c:v>0.25</c:v>
                </c:pt>
                <c:pt idx="1281">
                  <c:v>0.25</c:v>
                </c:pt>
                <c:pt idx="1282">
                  <c:v>0.25</c:v>
                </c:pt>
                <c:pt idx="1283">
                  <c:v>0.25</c:v>
                </c:pt>
                <c:pt idx="1284">
                  <c:v>0.25</c:v>
                </c:pt>
                <c:pt idx="1285">
                  <c:v>0.25</c:v>
                </c:pt>
                <c:pt idx="1286">
                  <c:v>0.25</c:v>
                </c:pt>
                <c:pt idx="1287">
                  <c:v>0.25</c:v>
                </c:pt>
                <c:pt idx="1288">
                  <c:v>0.25</c:v>
                </c:pt>
                <c:pt idx="1289">
                  <c:v>0.25</c:v>
                </c:pt>
                <c:pt idx="1290">
                  <c:v>0.25</c:v>
                </c:pt>
                <c:pt idx="1291">
                  <c:v>0.25</c:v>
                </c:pt>
                <c:pt idx="1292">
                  <c:v>0.25</c:v>
                </c:pt>
                <c:pt idx="1293">
                  <c:v>0.25</c:v>
                </c:pt>
                <c:pt idx="1294">
                  <c:v>0.25</c:v>
                </c:pt>
                <c:pt idx="1295">
                  <c:v>0.25</c:v>
                </c:pt>
                <c:pt idx="1296">
                  <c:v>0.25</c:v>
                </c:pt>
                <c:pt idx="1297">
                  <c:v>0.25</c:v>
                </c:pt>
                <c:pt idx="1298">
                  <c:v>0.25</c:v>
                </c:pt>
                <c:pt idx="1299">
                  <c:v>0.25</c:v>
                </c:pt>
                <c:pt idx="1300">
                  <c:v>0.25</c:v>
                </c:pt>
                <c:pt idx="1301">
                  <c:v>0.25</c:v>
                </c:pt>
                <c:pt idx="1302">
                  <c:v>0.25</c:v>
                </c:pt>
                <c:pt idx="1303">
                  <c:v>0.25</c:v>
                </c:pt>
                <c:pt idx="1304">
                  <c:v>0.25</c:v>
                </c:pt>
                <c:pt idx="1305">
                  <c:v>0.25</c:v>
                </c:pt>
                <c:pt idx="1306">
                  <c:v>0.25</c:v>
                </c:pt>
                <c:pt idx="1307">
                  <c:v>0.25</c:v>
                </c:pt>
                <c:pt idx="1308">
                  <c:v>0.25</c:v>
                </c:pt>
                <c:pt idx="1309">
                  <c:v>0.25</c:v>
                </c:pt>
                <c:pt idx="1310">
                  <c:v>0.25</c:v>
                </c:pt>
                <c:pt idx="1311">
                  <c:v>0.25</c:v>
                </c:pt>
                <c:pt idx="1312">
                  <c:v>0.25</c:v>
                </c:pt>
                <c:pt idx="1313">
                  <c:v>0.25</c:v>
                </c:pt>
                <c:pt idx="1314">
                  <c:v>0.25</c:v>
                </c:pt>
                <c:pt idx="1315">
                  <c:v>0.25</c:v>
                </c:pt>
                <c:pt idx="1316">
                  <c:v>0.25</c:v>
                </c:pt>
                <c:pt idx="1317">
                  <c:v>0.25</c:v>
                </c:pt>
                <c:pt idx="1318">
                  <c:v>0.25</c:v>
                </c:pt>
                <c:pt idx="1319">
                  <c:v>0.25</c:v>
                </c:pt>
                <c:pt idx="1320">
                  <c:v>0.25</c:v>
                </c:pt>
                <c:pt idx="1321">
                  <c:v>0.25</c:v>
                </c:pt>
                <c:pt idx="1322">
                  <c:v>0.25</c:v>
                </c:pt>
                <c:pt idx="1323">
                  <c:v>0.25</c:v>
                </c:pt>
                <c:pt idx="1324">
                  <c:v>0.25</c:v>
                </c:pt>
                <c:pt idx="1325">
                  <c:v>0.25</c:v>
                </c:pt>
                <c:pt idx="1326">
                  <c:v>0.25</c:v>
                </c:pt>
                <c:pt idx="1327">
                  <c:v>0.25</c:v>
                </c:pt>
                <c:pt idx="1328">
                  <c:v>0.25</c:v>
                </c:pt>
                <c:pt idx="1329">
                  <c:v>0.25</c:v>
                </c:pt>
                <c:pt idx="1330">
                  <c:v>0.25</c:v>
                </c:pt>
                <c:pt idx="1331">
                  <c:v>0.25</c:v>
                </c:pt>
                <c:pt idx="1332">
                  <c:v>0.25</c:v>
                </c:pt>
                <c:pt idx="1333">
                  <c:v>0.25</c:v>
                </c:pt>
                <c:pt idx="1334">
                  <c:v>0.25</c:v>
                </c:pt>
                <c:pt idx="1335">
                  <c:v>0.25</c:v>
                </c:pt>
                <c:pt idx="1336">
                  <c:v>0.25</c:v>
                </c:pt>
                <c:pt idx="1337">
                  <c:v>0.25</c:v>
                </c:pt>
                <c:pt idx="1338">
                  <c:v>0.25</c:v>
                </c:pt>
                <c:pt idx="1339">
                  <c:v>0.25</c:v>
                </c:pt>
                <c:pt idx="1340">
                  <c:v>0.25</c:v>
                </c:pt>
                <c:pt idx="1341">
                  <c:v>0.25</c:v>
                </c:pt>
                <c:pt idx="1342">
                  <c:v>0.25</c:v>
                </c:pt>
                <c:pt idx="1343">
                  <c:v>0.25</c:v>
                </c:pt>
                <c:pt idx="1344">
                  <c:v>0.25</c:v>
                </c:pt>
                <c:pt idx="1345">
                  <c:v>0.25</c:v>
                </c:pt>
                <c:pt idx="1346">
                  <c:v>0.25</c:v>
                </c:pt>
                <c:pt idx="1347">
                  <c:v>0.25</c:v>
                </c:pt>
                <c:pt idx="1348">
                  <c:v>0.25</c:v>
                </c:pt>
                <c:pt idx="1349">
                  <c:v>0.25</c:v>
                </c:pt>
                <c:pt idx="1350">
                  <c:v>0.25</c:v>
                </c:pt>
                <c:pt idx="1351">
                  <c:v>0.25</c:v>
                </c:pt>
                <c:pt idx="1352">
                  <c:v>0.25</c:v>
                </c:pt>
                <c:pt idx="1353">
                  <c:v>0.25</c:v>
                </c:pt>
                <c:pt idx="1354">
                  <c:v>0.25</c:v>
                </c:pt>
                <c:pt idx="1355">
                  <c:v>0.25</c:v>
                </c:pt>
                <c:pt idx="1356">
                  <c:v>0.25</c:v>
                </c:pt>
                <c:pt idx="1357">
                  <c:v>0.25</c:v>
                </c:pt>
                <c:pt idx="1358">
                  <c:v>0.25</c:v>
                </c:pt>
                <c:pt idx="1359">
                  <c:v>0.25</c:v>
                </c:pt>
                <c:pt idx="1360">
                  <c:v>0.25</c:v>
                </c:pt>
                <c:pt idx="1361">
                  <c:v>0.25</c:v>
                </c:pt>
                <c:pt idx="1362">
                  <c:v>0.25</c:v>
                </c:pt>
                <c:pt idx="1363">
                  <c:v>0.25</c:v>
                </c:pt>
                <c:pt idx="1364">
                  <c:v>0.25</c:v>
                </c:pt>
                <c:pt idx="1365">
                  <c:v>0.25</c:v>
                </c:pt>
                <c:pt idx="1366">
                  <c:v>0.25</c:v>
                </c:pt>
                <c:pt idx="1367">
                  <c:v>0.25</c:v>
                </c:pt>
                <c:pt idx="1368">
                  <c:v>0.25</c:v>
                </c:pt>
                <c:pt idx="1369">
                  <c:v>0.25</c:v>
                </c:pt>
                <c:pt idx="1370">
                  <c:v>0.25</c:v>
                </c:pt>
                <c:pt idx="1371">
                  <c:v>0.25</c:v>
                </c:pt>
                <c:pt idx="1372">
                  <c:v>0.25</c:v>
                </c:pt>
                <c:pt idx="1373">
                  <c:v>0.5</c:v>
                </c:pt>
                <c:pt idx="1374">
                  <c:v>0.5</c:v>
                </c:pt>
                <c:pt idx="1375">
                  <c:v>0.5</c:v>
                </c:pt>
                <c:pt idx="1376">
                  <c:v>0.5</c:v>
                </c:pt>
                <c:pt idx="1377">
                  <c:v>0.5</c:v>
                </c:pt>
                <c:pt idx="1378">
                  <c:v>0.5</c:v>
                </c:pt>
                <c:pt idx="1379">
                  <c:v>0.5</c:v>
                </c:pt>
                <c:pt idx="1380">
                  <c:v>0.5</c:v>
                </c:pt>
                <c:pt idx="1381">
                  <c:v>0.5</c:v>
                </c:pt>
                <c:pt idx="1382">
                  <c:v>0.5</c:v>
                </c:pt>
                <c:pt idx="1383">
                  <c:v>0.5</c:v>
                </c:pt>
                <c:pt idx="1384">
                  <c:v>0.5</c:v>
                </c:pt>
                <c:pt idx="1385">
                  <c:v>0.5</c:v>
                </c:pt>
                <c:pt idx="1386">
                  <c:v>0.5</c:v>
                </c:pt>
                <c:pt idx="1387">
                  <c:v>0.5</c:v>
                </c:pt>
                <c:pt idx="1388">
                  <c:v>0.5</c:v>
                </c:pt>
                <c:pt idx="1389">
                  <c:v>0.5</c:v>
                </c:pt>
                <c:pt idx="1390">
                  <c:v>0.5</c:v>
                </c:pt>
                <c:pt idx="1391">
                  <c:v>0.5</c:v>
                </c:pt>
                <c:pt idx="1392">
                  <c:v>0.5</c:v>
                </c:pt>
                <c:pt idx="1393">
                  <c:v>0.5</c:v>
                </c:pt>
                <c:pt idx="1394">
                  <c:v>0.5</c:v>
                </c:pt>
                <c:pt idx="1395">
                  <c:v>0.5</c:v>
                </c:pt>
                <c:pt idx="1396">
                  <c:v>0.5</c:v>
                </c:pt>
                <c:pt idx="1397">
                  <c:v>0.5</c:v>
                </c:pt>
                <c:pt idx="1398">
                  <c:v>0.5</c:v>
                </c:pt>
                <c:pt idx="1399">
                  <c:v>0.5</c:v>
                </c:pt>
                <c:pt idx="1400">
                  <c:v>0.5</c:v>
                </c:pt>
                <c:pt idx="1401">
                  <c:v>0.5</c:v>
                </c:pt>
                <c:pt idx="1402">
                  <c:v>0.5</c:v>
                </c:pt>
                <c:pt idx="1403">
                  <c:v>0.5</c:v>
                </c:pt>
                <c:pt idx="1404">
                  <c:v>0.5</c:v>
                </c:pt>
                <c:pt idx="1405">
                  <c:v>0.5</c:v>
                </c:pt>
                <c:pt idx="1406">
                  <c:v>0.5</c:v>
                </c:pt>
                <c:pt idx="1407">
                  <c:v>0.5</c:v>
                </c:pt>
                <c:pt idx="1408">
                  <c:v>0.5</c:v>
                </c:pt>
                <c:pt idx="1409">
                  <c:v>0.5</c:v>
                </c:pt>
                <c:pt idx="1410">
                  <c:v>0.5</c:v>
                </c:pt>
                <c:pt idx="1411">
                  <c:v>0.5</c:v>
                </c:pt>
                <c:pt idx="1412">
                  <c:v>0.5</c:v>
                </c:pt>
                <c:pt idx="1413">
                  <c:v>0.5</c:v>
                </c:pt>
                <c:pt idx="1414">
                  <c:v>0.5</c:v>
                </c:pt>
                <c:pt idx="1415">
                  <c:v>0.5</c:v>
                </c:pt>
                <c:pt idx="1416">
                  <c:v>0.5</c:v>
                </c:pt>
                <c:pt idx="1417">
                  <c:v>0.5</c:v>
                </c:pt>
                <c:pt idx="1418">
                  <c:v>0.5</c:v>
                </c:pt>
                <c:pt idx="1419">
                  <c:v>0.5</c:v>
                </c:pt>
                <c:pt idx="1420">
                  <c:v>0.5</c:v>
                </c:pt>
                <c:pt idx="1421">
                  <c:v>0.5</c:v>
                </c:pt>
                <c:pt idx="1422">
                  <c:v>0.5</c:v>
                </c:pt>
                <c:pt idx="1423">
                  <c:v>0.5</c:v>
                </c:pt>
                <c:pt idx="1424">
                  <c:v>0.5</c:v>
                </c:pt>
                <c:pt idx="1425">
                  <c:v>0.5</c:v>
                </c:pt>
                <c:pt idx="1426">
                  <c:v>0.5</c:v>
                </c:pt>
                <c:pt idx="1427">
                  <c:v>0.5</c:v>
                </c:pt>
                <c:pt idx="1428">
                  <c:v>0.5</c:v>
                </c:pt>
                <c:pt idx="1429">
                  <c:v>0.5</c:v>
                </c:pt>
                <c:pt idx="1430">
                  <c:v>0.5</c:v>
                </c:pt>
                <c:pt idx="1431">
                  <c:v>0.5</c:v>
                </c:pt>
                <c:pt idx="1432">
                  <c:v>0.5</c:v>
                </c:pt>
                <c:pt idx="1433">
                  <c:v>0.5</c:v>
                </c:pt>
                <c:pt idx="1434">
                  <c:v>0.5</c:v>
                </c:pt>
                <c:pt idx="1435">
                  <c:v>0.5</c:v>
                </c:pt>
                <c:pt idx="1436">
                  <c:v>0.5</c:v>
                </c:pt>
                <c:pt idx="1437">
                  <c:v>0.5</c:v>
                </c:pt>
                <c:pt idx="1438">
                  <c:v>0.75</c:v>
                </c:pt>
                <c:pt idx="1439">
                  <c:v>0.75</c:v>
                </c:pt>
                <c:pt idx="1440">
                  <c:v>0.75</c:v>
                </c:pt>
                <c:pt idx="1441">
                  <c:v>0.75</c:v>
                </c:pt>
                <c:pt idx="1442">
                  <c:v>0.75</c:v>
                </c:pt>
                <c:pt idx="1443">
                  <c:v>0.75</c:v>
                </c:pt>
                <c:pt idx="1444">
                  <c:v>0.75</c:v>
                </c:pt>
                <c:pt idx="1445">
                  <c:v>0.75</c:v>
                </c:pt>
                <c:pt idx="1446">
                  <c:v>0.75</c:v>
                </c:pt>
                <c:pt idx="1447">
                  <c:v>0.75</c:v>
                </c:pt>
                <c:pt idx="1448">
                  <c:v>0.75</c:v>
                </c:pt>
                <c:pt idx="1449">
                  <c:v>0.75</c:v>
                </c:pt>
                <c:pt idx="1450">
                  <c:v>0.75</c:v>
                </c:pt>
                <c:pt idx="1451">
                  <c:v>0.75</c:v>
                </c:pt>
                <c:pt idx="1452">
                  <c:v>0.75</c:v>
                </c:pt>
                <c:pt idx="1453">
                  <c:v>0.75</c:v>
                </c:pt>
                <c:pt idx="1454">
                  <c:v>0.75</c:v>
                </c:pt>
                <c:pt idx="1455">
                  <c:v>0.75</c:v>
                </c:pt>
                <c:pt idx="1456">
                  <c:v>0.75</c:v>
                </c:pt>
                <c:pt idx="1457">
                  <c:v>0.75</c:v>
                </c:pt>
                <c:pt idx="1458">
                  <c:v>0.75</c:v>
                </c:pt>
                <c:pt idx="1459">
                  <c:v>0.75</c:v>
                </c:pt>
                <c:pt idx="1460">
                  <c:v>0.75</c:v>
                </c:pt>
                <c:pt idx="1461">
                  <c:v>0.75</c:v>
                </c:pt>
                <c:pt idx="1462">
                  <c:v>0.75</c:v>
                </c:pt>
                <c:pt idx="1463">
                  <c:v>0.75</c:v>
                </c:pt>
                <c:pt idx="1464">
                  <c:v>0.75</c:v>
                </c:pt>
                <c:pt idx="1465">
                  <c:v>0.75</c:v>
                </c:pt>
                <c:pt idx="1466">
                  <c:v>0.75</c:v>
                </c:pt>
                <c:pt idx="1467">
                  <c:v>0.75</c:v>
                </c:pt>
                <c:pt idx="1468">
                  <c:v>0.75</c:v>
                </c:pt>
                <c:pt idx="1469">
                  <c:v>0.75</c:v>
                </c:pt>
                <c:pt idx="1470">
                  <c:v>0.75</c:v>
                </c:pt>
                <c:pt idx="1471">
                  <c:v>0.75</c:v>
                </c:pt>
                <c:pt idx="1472">
                  <c:v>0.75</c:v>
                </c:pt>
                <c:pt idx="1473">
                  <c:v>0.75</c:v>
                </c:pt>
                <c:pt idx="1474">
                  <c:v>0.75</c:v>
                </c:pt>
                <c:pt idx="1475">
                  <c:v>0.75</c:v>
                </c:pt>
                <c:pt idx="1476">
                  <c:v>0.75</c:v>
                </c:pt>
                <c:pt idx="1477">
                  <c:v>0.75</c:v>
                </c:pt>
                <c:pt idx="1478">
                  <c:v>0.75</c:v>
                </c:pt>
                <c:pt idx="1479">
                  <c:v>0.75</c:v>
                </c:pt>
                <c:pt idx="1480">
                  <c:v>0.75</c:v>
                </c:pt>
                <c:pt idx="1481">
                  <c:v>0.75</c:v>
                </c:pt>
                <c:pt idx="1482">
                  <c:v>0.75</c:v>
                </c:pt>
                <c:pt idx="1483">
                  <c:v>0.75</c:v>
                </c:pt>
                <c:pt idx="1484">
                  <c:v>0.75</c:v>
                </c:pt>
                <c:pt idx="1485">
                  <c:v>0.75</c:v>
                </c:pt>
                <c:pt idx="1486">
                  <c:v>0.75</c:v>
                </c:pt>
                <c:pt idx="1487">
                  <c:v>0.75</c:v>
                </c:pt>
                <c:pt idx="1488">
                  <c:v>0.75</c:v>
                </c:pt>
                <c:pt idx="1489">
                  <c:v>0.75</c:v>
                </c:pt>
                <c:pt idx="1490">
                  <c:v>0.75</c:v>
                </c:pt>
                <c:pt idx="1491">
                  <c:v>0.75</c:v>
                </c:pt>
                <c:pt idx="1492">
                  <c:v>0.75</c:v>
                </c:pt>
                <c:pt idx="1493">
                  <c:v>0.75</c:v>
                </c:pt>
                <c:pt idx="1494">
                  <c:v>0.75</c:v>
                </c:pt>
                <c:pt idx="1495">
                  <c:v>0.75</c:v>
                </c:pt>
                <c:pt idx="1496">
                  <c:v>0.75</c:v>
                </c:pt>
                <c:pt idx="1497">
                  <c:v>0.75</c:v>
                </c:pt>
                <c:pt idx="1498">
                  <c:v>0.75</c:v>
                </c:pt>
                <c:pt idx="1499">
                  <c:v>0.75</c:v>
                </c:pt>
                <c:pt idx="1500">
                  <c:v>0.75</c:v>
                </c:pt>
                <c:pt idx="1501">
                  <c:v>0.75</c:v>
                </c:pt>
                <c:pt idx="1502">
                  <c:v>0.75</c:v>
                </c:pt>
                <c:pt idx="1503">
                  <c:v>0.75</c:v>
                </c:pt>
                <c:pt idx="1504">
                  <c:v>0.75</c:v>
                </c:pt>
                <c:pt idx="1505">
                  <c:v>0.75</c:v>
                </c:pt>
                <c:pt idx="1506">
                  <c:v>0.75</c:v>
                </c:pt>
                <c:pt idx="1507">
                  <c:v>0.75</c:v>
                </c:pt>
                <c:pt idx="1508">
                  <c:v>0.75</c:v>
                </c:pt>
                <c:pt idx="1509">
                  <c:v>0.75</c:v>
                </c:pt>
                <c:pt idx="1510">
                  <c:v>0.75</c:v>
                </c:pt>
                <c:pt idx="1511">
                  <c:v>0.75</c:v>
                </c:pt>
                <c:pt idx="1512">
                  <c:v>0.75</c:v>
                </c:pt>
                <c:pt idx="1513">
                  <c:v>0.75</c:v>
                </c:pt>
                <c:pt idx="1514">
                  <c:v>0.75</c:v>
                </c:pt>
                <c:pt idx="1515">
                  <c:v>0.75</c:v>
                </c:pt>
                <c:pt idx="1516">
                  <c:v>0.75</c:v>
                </c:pt>
                <c:pt idx="1517">
                  <c:v>0.75</c:v>
                </c:pt>
                <c:pt idx="1518">
                  <c:v>0.75</c:v>
                </c:pt>
                <c:pt idx="1519">
                  <c:v>0.75</c:v>
                </c:pt>
                <c:pt idx="1520">
                  <c:v>0.75</c:v>
                </c:pt>
                <c:pt idx="1521">
                  <c:v>0.75</c:v>
                </c:pt>
                <c:pt idx="1522">
                  <c:v>0.75</c:v>
                </c:pt>
                <c:pt idx="1523">
                  <c:v>0.75</c:v>
                </c:pt>
                <c:pt idx="1524">
                  <c:v>0.5</c:v>
                </c:pt>
                <c:pt idx="1525">
                  <c:v>0.5</c:v>
                </c:pt>
                <c:pt idx="1526">
                  <c:v>0.5</c:v>
                </c:pt>
                <c:pt idx="1527">
                  <c:v>0.5</c:v>
                </c:pt>
                <c:pt idx="1528">
                  <c:v>0.5</c:v>
                </c:pt>
                <c:pt idx="1529">
                  <c:v>0.5</c:v>
                </c:pt>
                <c:pt idx="1530">
                  <c:v>0.5</c:v>
                </c:pt>
                <c:pt idx="1531">
                  <c:v>0.5</c:v>
                </c:pt>
                <c:pt idx="1532">
                  <c:v>0.5</c:v>
                </c:pt>
                <c:pt idx="1533">
                  <c:v>0.5</c:v>
                </c:pt>
                <c:pt idx="1534">
                  <c:v>0.5</c:v>
                </c:pt>
                <c:pt idx="1535">
                  <c:v>0.5</c:v>
                </c:pt>
                <c:pt idx="1536">
                  <c:v>0.5</c:v>
                </c:pt>
                <c:pt idx="1537">
                  <c:v>0.5</c:v>
                </c:pt>
                <c:pt idx="1538">
                  <c:v>0.5</c:v>
                </c:pt>
                <c:pt idx="1539">
                  <c:v>0.5</c:v>
                </c:pt>
                <c:pt idx="1540">
                  <c:v>0.5</c:v>
                </c:pt>
                <c:pt idx="1541">
                  <c:v>0.5</c:v>
                </c:pt>
                <c:pt idx="1542">
                  <c:v>0.5</c:v>
                </c:pt>
                <c:pt idx="1543">
                  <c:v>0.5</c:v>
                </c:pt>
                <c:pt idx="1544">
                  <c:v>0.5</c:v>
                </c:pt>
                <c:pt idx="1545">
                  <c:v>0.5</c:v>
                </c:pt>
                <c:pt idx="1546">
                  <c:v>0.5</c:v>
                </c:pt>
                <c:pt idx="1547">
                  <c:v>0.5</c:v>
                </c:pt>
                <c:pt idx="1548">
                  <c:v>0.25</c:v>
                </c:pt>
                <c:pt idx="1549">
                  <c:v>0.25</c:v>
                </c:pt>
                <c:pt idx="1550">
                  <c:v>0.25</c:v>
                </c:pt>
                <c:pt idx="1551">
                  <c:v>0.25</c:v>
                </c:pt>
                <c:pt idx="1552">
                  <c:v>0.25</c:v>
                </c:pt>
                <c:pt idx="1553">
                  <c:v>0.25</c:v>
                </c:pt>
                <c:pt idx="1554">
                  <c:v>0.25</c:v>
                </c:pt>
                <c:pt idx="1555">
                  <c:v>0.25</c:v>
                </c:pt>
                <c:pt idx="1556">
                  <c:v>0.25</c:v>
                </c:pt>
                <c:pt idx="1557">
                  <c:v>0.25</c:v>
                </c:pt>
                <c:pt idx="1558">
                  <c:v>0.25</c:v>
                </c:pt>
                <c:pt idx="1559">
                  <c:v>0.25</c:v>
                </c:pt>
                <c:pt idx="1560">
                  <c:v>0.25</c:v>
                </c:pt>
                <c:pt idx="1561">
                  <c:v>0.25</c:v>
                </c:pt>
                <c:pt idx="1562">
                  <c:v>0.25</c:v>
                </c:pt>
                <c:pt idx="1563">
                  <c:v>0.25</c:v>
                </c:pt>
                <c:pt idx="1564">
                  <c:v>0.25</c:v>
                </c:pt>
                <c:pt idx="1565">
                  <c:v>0.25</c:v>
                </c:pt>
                <c:pt idx="1566">
                  <c:v>0.25</c:v>
                </c:pt>
                <c:pt idx="1567">
                  <c:v>0.25</c:v>
                </c:pt>
                <c:pt idx="1568">
                  <c:v>0.25</c:v>
                </c:pt>
                <c:pt idx="1569">
                  <c:v>0.25</c:v>
                </c:pt>
                <c:pt idx="1570">
                  <c:v>0.25</c:v>
                </c:pt>
                <c:pt idx="1571">
                  <c:v>0.25</c:v>
                </c:pt>
                <c:pt idx="1572">
                  <c:v>0.25</c:v>
                </c:pt>
                <c:pt idx="1573">
                  <c:v>0.25</c:v>
                </c:pt>
                <c:pt idx="1574">
                  <c:v>0.25</c:v>
                </c:pt>
                <c:pt idx="1575">
                  <c:v>0.25</c:v>
                </c:pt>
                <c:pt idx="1576">
                  <c:v>0.25</c:v>
                </c:pt>
                <c:pt idx="1577">
                  <c:v>0.25</c:v>
                </c:pt>
                <c:pt idx="1578">
                  <c:v>0.25</c:v>
                </c:pt>
                <c:pt idx="1579">
                  <c:v>0.25</c:v>
                </c:pt>
                <c:pt idx="1580">
                  <c:v>0.25</c:v>
                </c:pt>
                <c:pt idx="1581">
                  <c:v>0.25</c:v>
                </c:pt>
                <c:pt idx="1582">
                  <c:v>0.25</c:v>
                </c:pt>
                <c:pt idx="1583">
                  <c:v>0.25</c:v>
                </c:pt>
                <c:pt idx="1584">
                  <c:v>0.25</c:v>
                </c:pt>
                <c:pt idx="1585">
                  <c:v>0.25</c:v>
                </c:pt>
                <c:pt idx="1586">
                  <c:v>0.25</c:v>
                </c:pt>
                <c:pt idx="1587">
                  <c:v>0.25</c:v>
                </c:pt>
                <c:pt idx="1588">
                  <c:v>0.25</c:v>
                </c:pt>
                <c:pt idx="1589">
                  <c:v>0.25</c:v>
                </c:pt>
                <c:pt idx="1590">
                  <c:v>0.25</c:v>
                </c:pt>
                <c:pt idx="1591">
                  <c:v>0.25</c:v>
                </c:pt>
                <c:pt idx="1592">
                  <c:v>0.25</c:v>
                </c:pt>
                <c:pt idx="1593">
                  <c:v>0.25</c:v>
                </c:pt>
                <c:pt idx="1594">
                  <c:v>0.25</c:v>
                </c:pt>
                <c:pt idx="1595">
                  <c:v>0.25</c:v>
                </c:pt>
                <c:pt idx="1596">
                  <c:v>0.25</c:v>
                </c:pt>
                <c:pt idx="1597">
                  <c:v>0.25</c:v>
                </c:pt>
                <c:pt idx="1598">
                  <c:v>0.25</c:v>
                </c:pt>
                <c:pt idx="1599">
                  <c:v>0.25</c:v>
                </c:pt>
                <c:pt idx="1600">
                  <c:v>0.25</c:v>
                </c:pt>
                <c:pt idx="1601">
                  <c:v>0.25</c:v>
                </c:pt>
                <c:pt idx="1602">
                  <c:v>0.25</c:v>
                </c:pt>
                <c:pt idx="1603">
                  <c:v>0.25</c:v>
                </c:pt>
                <c:pt idx="1604">
                  <c:v>0.25</c:v>
                </c:pt>
                <c:pt idx="1605">
                  <c:v>0.25</c:v>
                </c:pt>
                <c:pt idx="1606">
                  <c:v>0.25</c:v>
                </c:pt>
                <c:pt idx="1607">
                  <c:v>0.25</c:v>
                </c:pt>
                <c:pt idx="1608">
                  <c:v>0.25</c:v>
                </c:pt>
                <c:pt idx="1609">
                  <c:v>0.25</c:v>
                </c:pt>
                <c:pt idx="1610">
                  <c:v>0.25</c:v>
                </c:pt>
                <c:pt idx="1611">
                  <c:v>0.25</c:v>
                </c:pt>
                <c:pt idx="1612">
                  <c:v>0.25</c:v>
                </c:pt>
                <c:pt idx="1613">
                  <c:v>0.25</c:v>
                </c:pt>
                <c:pt idx="1614">
                  <c:v>0.25</c:v>
                </c:pt>
                <c:pt idx="1615">
                  <c:v>0.25</c:v>
                </c:pt>
                <c:pt idx="1616">
                  <c:v>0.25</c:v>
                </c:pt>
                <c:pt idx="1617">
                  <c:v>0.25</c:v>
                </c:pt>
                <c:pt idx="1618">
                  <c:v>0.25</c:v>
                </c:pt>
                <c:pt idx="1619">
                  <c:v>0.25</c:v>
                </c:pt>
                <c:pt idx="1620">
                  <c:v>0.25</c:v>
                </c:pt>
                <c:pt idx="1621">
                  <c:v>0.25</c:v>
                </c:pt>
                <c:pt idx="1622">
                  <c:v>0.25</c:v>
                </c:pt>
                <c:pt idx="1623">
                  <c:v>0.25</c:v>
                </c:pt>
                <c:pt idx="1624">
                  <c:v>0.25</c:v>
                </c:pt>
                <c:pt idx="1625">
                  <c:v>0.25</c:v>
                </c:pt>
                <c:pt idx="1626">
                  <c:v>0.25</c:v>
                </c:pt>
                <c:pt idx="1627">
                  <c:v>0.25</c:v>
                </c:pt>
                <c:pt idx="1628">
                  <c:v>0.25</c:v>
                </c:pt>
                <c:pt idx="1629">
                  <c:v>0.25</c:v>
                </c:pt>
                <c:pt idx="1630">
                  <c:v>0.25</c:v>
                </c:pt>
                <c:pt idx="1631">
                  <c:v>0.25</c:v>
                </c:pt>
                <c:pt idx="1632">
                  <c:v>0.25</c:v>
                </c:pt>
                <c:pt idx="1633">
                  <c:v>0.25</c:v>
                </c:pt>
                <c:pt idx="1634">
                  <c:v>0.25</c:v>
                </c:pt>
                <c:pt idx="1635">
                  <c:v>0.25</c:v>
                </c:pt>
                <c:pt idx="1636">
                  <c:v>0.25</c:v>
                </c:pt>
                <c:pt idx="1637">
                  <c:v>0.25</c:v>
                </c:pt>
                <c:pt idx="1638">
                  <c:v>0.25</c:v>
                </c:pt>
                <c:pt idx="1639">
                  <c:v>0.25</c:v>
                </c:pt>
                <c:pt idx="1640">
                  <c:v>0.25</c:v>
                </c:pt>
                <c:pt idx="1641">
                  <c:v>0.25</c:v>
                </c:pt>
                <c:pt idx="1642">
                  <c:v>0.25</c:v>
                </c:pt>
                <c:pt idx="1643">
                  <c:v>0.25</c:v>
                </c:pt>
                <c:pt idx="1644">
                  <c:v>0.25</c:v>
                </c:pt>
                <c:pt idx="1645">
                  <c:v>0.25</c:v>
                </c:pt>
                <c:pt idx="1646">
                  <c:v>0.25</c:v>
                </c:pt>
                <c:pt idx="1647">
                  <c:v>0.25</c:v>
                </c:pt>
                <c:pt idx="1648">
                  <c:v>0.25</c:v>
                </c:pt>
                <c:pt idx="1649">
                  <c:v>0.25</c:v>
                </c:pt>
                <c:pt idx="1650">
                  <c:v>0.25</c:v>
                </c:pt>
                <c:pt idx="1651">
                  <c:v>0.25</c:v>
                </c:pt>
                <c:pt idx="1652">
                  <c:v>0.25</c:v>
                </c:pt>
                <c:pt idx="1653">
                  <c:v>0.25</c:v>
                </c:pt>
                <c:pt idx="1654">
                  <c:v>0.25</c:v>
                </c:pt>
                <c:pt idx="1655">
                  <c:v>0.25</c:v>
                </c:pt>
                <c:pt idx="1656">
                  <c:v>0.25</c:v>
                </c:pt>
                <c:pt idx="1657">
                  <c:v>0.25</c:v>
                </c:pt>
                <c:pt idx="1658">
                  <c:v>0.25</c:v>
                </c:pt>
                <c:pt idx="1659">
                  <c:v>0.25</c:v>
                </c:pt>
                <c:pt idx="1660">
                  <c:v>0.25</c:v>
                </c:pt>
                <c:pt idx="1661">
                  <c:v>0.25</c:v>
                </c:pt>
                <c:pt idx="1662">
                  <c:v>0.25</c:v>
                </c:pt>
                <c:pt idx="1663">
                  <c:v>0.25</c:v>
                </c:pt>
                <c:pt idx="1664">
                  <c:v>0.25</c:v>
                </c:pt>
                <c:pt idx="1665">
                  <c:v>0.25</c:v>
                </c:pt>
                <c:pt idx="1666">
                  <c:v>0.25</c:v>
                </c:pt>
                <c:pt idx="1667">
                  <c:v>0.25</c:v>
                </c:pt>
                <c:pt idx="1668">
                  <c:v>0.25</c:v>
                </c:pt>
                <c:pt idx="1669">
                  <c:v>0.25</c:v>
                </c:pt>
                <c:pt idx="1670">
                  <c:v>0.25</c:v>
                </c:pt>
                <c:pt idx="1671">
                  <c:v>0.25</c:v>
                </c:pt>
                <c:pt idx="1672">
                  <c:v>0.25</c:v>
                </c:pt>
                <c:pt idx="1673">
                  <c:v>0.25</c:v>
                </c:pt>
                <c:pt idx="1674">
                  <c:v>0.25</c:v>
                </c:pt>
                <c:pt idx="1675">
                  <c:v>0.25</c:v>
                </c:pt>
                <c:pt idx="1676">
                  <c:v>0.25</c:v>
                </c:pt>
                <c:pt idx="1677">
                  <c:v>0.25</c:v>
                </c:pt>
                <c:pt idx="1678">
                  <c:v>0.25</c:v>
                </c:pt>
                <c:pt idx="1679">
                  <c:v>0.25</c:v>
                </c:pt>
                <c:pt idx="1680">
                  <c:v>0.25</c:v>
                </c:pt>
                <c:pt idx="1681">
                  <c:v>0.25</c:v>
                </c:pt>
                <c:pt idx="1682">
                  <c:v>0.25</c:v>
                </c:pt>
                <c:pt idx="1683">
                  <c:v>0.25</c:v>
                </c:pt>
                <c:pt idx="1684">
                  <c:v>0.25</c:v>
                </c:pt>
                <c:pt idx="1685">
                  <c:v>0.25</c:v>
                </c:pt>
                <c:pt idx="1686">
                  <c:v>0.25</c:v>
                </c:pt>
                <c:pt idx="1687">
                  <c:v>0.25</c:v>
                </c:pt>
                <c:pt idx="1688">
                  <c:v>0.25</c:v>
                </c:pt>
                <c:pt idx="1689">
                  <c:v>0.25</c:v>
                </c:pt>
                <c:pt idx="1690">
                  <c:v>0.25</c:v>
                </c:pt>
                <c:pt idx="1691">
                  <c:v>0.25</c:v>
                </c:pt>
                <c:pt idx="1692">
                  <c:v>0.25</c:v>
                </c:pt>
                <c:pt idx="1693">
                  <c:v>0.25</c:v>
                </c:pt>
                <c:pt idx="1694">
                  <c:v>0.25</c:v>
                </c:pt>
                <c:pt idx="1695">
                  <c:v>0.25</c:v>
                </c:pt>
                <c:pt idx="1696">
                  <c:v>0.25</c:v>
                </c:pt>
                <c:pt idx="1697">
                  <c:v>0.25</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-0.1</c:v>
                </c:pt>
                <c:pt idx="2199">
                  <c:v>-0.1</c:v>
                </c:pt>
                <c:pt idx="2200">
                  <c:v>-0.1</c:v>
                </c:pt>
                <c:pt idx="2201">
                  <c:v>-0.1</c:v>
                </c:pt>
                <c:pt idx="2202">
                  <c:v>-0.1</c:v>
                </c:pt>
                <c:pt idx="2203">
                  <c:v>-0.1</c:v>
                </c:pt>
                <c:pt idx="2204">
                  <c:v>-0.1</c:v>
                </c:pt>
                <c:pt idx="2205">
                  <c:v>-0.1</c:v>
                </c:pt>
                <c:pt idx="2206">
                  <c:v>-0.1</c:v>
                </c:pt>
                <c:pt idx="2207">
                  <c:v>-0.1</c:v>
                </c:pt>
                <c:pt idx="2208">
                  <c:v>-0.1</c:v>
                </c:pt>
                <c:pt idx="2209">
                  <c:v>-0.1</c:v>
                </c:pt>
                <c:pt idx="2210">
                  <c:v>-0.1</c:v>
                </c:pt>
                <c:pt idx="2211">
                  <c:v>-0.1</c:v>
                </c:pt>
                <c:pt idx="2212">
                  <c:v>-0.1</c:v>
                </c:pt>
                <c:pt idx="2213">
                  <c:v>-0.1</c:v>
                </c:pt>
                <c:pt idx="2214">
                  <c:v>-0.1</c:v>
                </c:pt>
                <c:pt idx="2215">
                  <c:v>-0.1</c:v>
                </c:pt>
                <c:pt idx="2216">
                  <c:v>-0.1</c:v>
                </c:pt>
                <c:pt idx="2217">
                  <c:v>-0.1</c:v>
                </c:pt>
                <c:pt idx="2218">
                  <c:v>-0.1</c:v>
                </c:pt>
                <c:pt idx="2219">
                  <c:v>-0.1</c:v>
                </c:pt>
                <c:pt idx="2220">
                  <c:v>-0.1</c:v>
                </c:pt>
                <c:pt idx="2221">
                  <c:v>-0.1</c:v>
                </c:pt>
                <c:pt idx="2222">
                  <c:v>-0.1</c:v>
                </c:pt>
                <c:pt idx="2223">
                  <c:v>-0.1</c:v>
                </c:pt>
                <c:pt idx="2224">
                  <c:v>-0.1</c:v>
                </c:pt>
                <c:pt idx="2225">
                  <c:v>-0.1</c:v>
                </c:pt>
                <c:pt idx="2226">
                  <c:v>-0.1</c:v>
                </c:pt>
                <c:pt idx="2227">
                  <c:v>-0.1</c:v>
                </c:pt>
                <c:pt idx="2228">
                  <c:v>-0.1</c:v>
                </c:pt>
                <c:pt idx="2229">
                  <c:v>-0.1</c:v>
                </c:pt>
                <c:pt idx="2230">
                  <c:v>-0.1</c:v>
                </c:pt>
                <c:pt idx="2231">
                  <c:v>-0.1</c:v>
                </c:pt>
                <c:pt idx="2232">
                  <c:v>-0.1</c:v>
                </c:pt>
                <c:pt idx="2233">
                  <c:v>-0.1</c:v>
                </c:pt>
                <c:pt idx="2234">
                  <c:v>-0.1</c:v>
                </c:pt>
                <c:pt idx="2235">
                  <c:v>-0.1</c:v>
                </c:pt>
                <c:pt idx="2236">
                  <c:v>-0.1</c:v>
                </c:pt>
                <c:pt idx="2237">
                  <c:v>-0.1</c:v>
                </c:pt>
                <c:pt idx="2238">
                  <c:v>-0.1</c:v>
                </c:pt>
                <c:pt idx="2239">
                  <c:v>-0.1</c:v>
                </c:pt>
                <c:pt idx="2240">
                  <c:v>-0.1</c:v>
                </c:pt>
                <c:pt idx="2241">
                  <c:v>-0.1</c:v>
                </c:pt>
                <c:pt idx="2242">
                  <c:v>-0.1</c:v>
                </c:pt>
                <c:pt idx="2243">
                  <c:v>-0.1</c:v>
                </c:pt>
                <c:pt idx="2244">
                  <c:v>-0.1</c:v>
                </c:pt>
                <c:pt idx="2245">
                  <c:v>-0.1</c:v>
                </c:pt>
                <c:pt idx="2246">
                  <c:v>-0.1</c:v>
                </c:pt>
                <c:pt idx="2247">
                  <c:v>-0.1</c:v>
                </c:pt>
                <c:pt idx="2248">
                  <c:v>-0.1</c:v>
                </c:pt>
                <c:pt idx="2249">
                  <c:v>-0.1</c:v>
                </c:pt>
                <c:pt idx="2250">
                  <c:v>-0.1</c:v>
                </c:pt>
                <c:pt idx="2251">
                  <c:v>-0.1</c:v>
                </c:pt>
                <c:pt idx="2252">
                  <c:v>-0.1</c:v>
                </c:pt>
                <c:pt idx="2253">
                  <c:v>-0.1</c:v>
                </c:pt>
                <c:pt idx="2254">
                  <c:v>-0.1</c:v>
                </c:pt>
                <c:pt idx="2255">
                  <c:v>-0.1</c:v>
                </c:pt>
                <c:pt idx="2256">
                  <c:v>-0.1</c:v>
                </c:pt>
                <c:pt idx="2257">
                  <c:v>-0.1</c:v>
                </c:pt>
                <c:pt idx="2258">
                  <c:v>-0.1</c:v>
                </c:pt>
                <c:pt idx="2259">
                  <c:v>-0.1</c:v>
                </c:pt>
                <c:pt idx="2260">
                  <c:v>-0.1</c:v>
                </c:pt>
                <c:pt idx="2261">
                  <c:v>-0.1</c:v>
                </c:pt>
                <c:pt idx="2262">
                  <c:v>-0.1</c:v>
                </c:pt>
                <c:pt idx="2263">
                  <c:v>-0.2</c:v>
                </c:pt>
                <c:pt idx="2264">
                  <c:v>-0.2</c:v>
                </c:pt>
                <c:pt idx="2265">
                  <c:v>-0.2</c:v>
                </c:pt>
                <c:pt idx="2266">
                  <c:v>-0.2</c:v>
                </c:pt>
                <c:pt idx="2267">
                  <c:v>-0.2</c:v>
                </c:pt>
                <c:pt idx="2268">
                  <c:v>-0.2</c:v>
                </c:pt>
                <c:pt idx="2269">
                  <c:v>-0.2</c:v>
                </c:pt>
                <c:pt idx="2270">
                  <c:v>-0.2</c:v>
                </c:pt>
                <c:pt idx="2271">
                  <c:v>-0.2</c:v>
                </c:pt>
                <c:pt idx="2272">
                  <c:v>-0.2</c:v>
                </c:pt>
                <c:pt idx="2273">
                  <c:v>-0.2</c:v>
                </c:pt>
                <c:pt idx="2274">
                  <c:v>-0.2</c:v>
                </c:pt>
                <c:pt idx="2275">
                  <c:v>-0.2</c:v>
                </c:pt>
                <c:pt idx="2276">
                  <c:v>-0.2</c:v>
                </c:pt>
                <c:pt idx="2277">
                  <c:v>-0.2</c:v>
                </c:pt>
                <c:pt idx="2278">
                  <c:v>-0.2</c:v>
                </c:pt>
                <c:pt idx="2279">
                  <c:v>-0.2</c:v>
                </c:pt>
                <c:pt idx="2280">
                  <c:v>-0.2</c:v>
                </c:pt>
                <c:pt idx="2281">
                  <c:v>-0.2</c:v>
                </c:pt>
                <c:pt idx="2282">
                  <c:v>-0.2</c:v>
                </c:pt>
                <c:pt idx="2283">
                  <c:v>-0.2</c:v>
                </c:pt>
                <c:pt idx="2284">
                  <c:v>-0.2</c:v>
                </c:pt>
                <c:pt idx="2285">
                  <c:v>-0.2</c:v>
                </c:pt>
                <c:pt idx="2286">
                  <c:v>-0.2</c:v>
                </c:pt>
                <c:pt idx="2287">
                  <c:v>-0.2</c:v>
                </c:pt>
                <c:pt idx="2288">
                  <c:v>-0.2</c:v>
                </c:pt>
                <c:pt idx="2289">
                  <c:v>-0.2</c:v>
                </c:pt>
                <c:pt idx="2290">
                  <c:v>-0.2</c:v>
                </c:pt>
                <c:pt idx="2291">
                  <c:v>-0.2</c:v>
                </c:pt>
                <c:pt idx="2292">
                  <c:v>-0.2</c:v>
                </c:pt>
                <c:pt idx="2293">
                  <c:v>-0.2</c:v>
                </c:pt>
                <c:pt idx="2294">
                  <c:v>-0.2</c:v>
                </c:pt>
                <c:pt idx="2295">
                  <c:v>-0.2</c:v>
                </c:pt>
                <c:pt idx="2296">
                  <c:v>-0.2</c:v>
                </c:pt>
                <c:pt idx="2297">
                  <c:v>-0.2</c:v>
                </c:pt>
                <c:pt idx="2298">
                  <c:v>-0.2</c:v>
                </c:pt>
                <c:pt idx="2299">
                  <c:v>-0.2</c:v>
                </c:pt>
                <c:pt idx="2300">
                  <c:v>-0.2</c:v>
                </c:pt>
                <c:pt idx="2301">
                  <c:v>-0.2</c:v>
                </c:pt>
                <c:pt idx="2302">
                  <c:v>-0.2</c:v>
                </c:pt>
                <c:pt idx="2303">
                  <c:v>-0.2</c:v>
                </c:pt>
                <c:pt idx="2304">
                  <c:v>-0.2</c:v>
                </c:pt>
                <c:pt idx="2305">
                  <c:v>-0.2</c:v>
                </c:pt>
                <c:pt idx="2306">
                  <c:v>-0.2</c:v>
                </c:pt>
                <c:pt idx="2307">
                  <c:v>-0.2</c:v>
                </c:pt>
                <c:pt idx="2308">
                  <c:v>-0.2</c:v>
                </c:pt>
                <c:pt idx="2309">
                  <c:v>-0.2</c:v>
                </c:pt>
                <c:pt idx="2310">
                  <c:v>-0.2</c:v>
                </c:pt>
                <c:pt idx="2311">
                  <c:v>-0.2</c:v>
                </c:pt>
                <c:pt idx="2312">
                  <c:v>-0.2</c:v>
                </c:pt>
                <c:pt idx="2313">
                  <c:v>-0.2</c:v>
                </c:pt>
                <c:pt idx="2314">
                  <c:v>-0.2</c:v>
                </c:pt>
                <c:pt idx="2315">
                  <c:v>-0.2</c:v>
                </c:pt>
                <c:pt idx="2316">
                  <c:v>-0.2</c:v>
                </c:pt>
                <c:pt idx="2317">
                  <c:v>-0.2</c:v>
                </c:pt>
                <c:pt idx="2318">
                  <c:v>-0.2</c:v>
                </c:pt>
                <c:pt idx="2319">
                  <c:v>-0.2</c:v>
                </c:pt>
                <c:pt idx="2320">
                  <c:v>-0.2</c:v>
                </c:pt>
                <c:pt idx="2321">
                  <c:v>-0.2</c:v>
                </c:pt>
                <c:pt idx="2322">
                  <c:v>-0.2</c:v>
                </c:pt>
                <c:pt idx="2323">
                  <c:v>-0.2</c:v>
                </c:pt>
                <c:pt idx="2324">
                  <c:v>-0.2</c:v>
                </c:pt>
                <c:pt idx="2325">
                  <c:v>-0.2</c:v>
                </c:pt>
                <c:pt idx="2326">
                  <c:v>-0.2</c:v>
                </c:pt>
                <c:pt idx="2327">
                  <c:v>-0.2</c:v>
                </c:pt>
                <c:pt idx="2328">
                  <c:v>-0.2</c:v>
                </c:pt>
                <c:pt idx="2329">
                  <c:v>-0.2</c:v>
                </c:pt>
                <c:pt idx="2330">
                  <c:v>-0.2</c:v>
                </c:pt>
                <c:pt idx="2331">
                  <c:v>-0.2</c:v>
                </c:pt>
                <c:pt idx="2332">
                  <c:v>-0.2</c:v>
                </c:pt>
                <c:pt idx="2333">
                  <c:v>-0.2</c:v>
                </c:pt>
                <c:pt idx="2334">
                  <c:v>-0.2</c:v>
                </c:pt>
                <c:pt idx="2335">
                  <c:v>-0.2</c:v>
                </c:pt>
                <c:pt idx="2336">
                  <c:v>-0.2</c:v>
                </c:pt>
                <c:pt idx="2337">
                  <c:v>-0.2</c:v>
                </c:pt>
                <c:pt idx="2338">
                  <c:v>-0.2</c:v>
                </c:pt>
                <c:pt idx="2339">
                  <c:v>-0.2</c:v>
                </c:pt>
                <c:pt idx="2340">
                  <c:v>-0.2</c:v>
                </c:pt>
                <c:pt idx="2341">
                  <c:v>-0.2</c:v>
                </c:pt>
                <c:pt idx="2342">
                  <c:v>-0.2</c:v>
                </c:pt>
                <c:pt idx="2343">
                  <c:v>-0.2</c:v>
                </c:pt>
                <c:pt idx="2344">
                  <c:v>-0.2</c:v>
                </c:pt>
                <c:pt idx="2345">
                  <c:v>-0.2</c:v>
                </c:pt>
                <c:pt idx="2346">
                  <c:v>-0.2</c:v>
                </c:pt>
                <c:pt idx="2347">
                  <c:v>-0.2</c:v>
                </c:pt>
                <c:pt idx="2348">
                  <c:v>-0.2</c:v>
                </c:pt>
                <c:pt idx="2349">
                  <c:v>-0.2</c:v>
                </c:pt>
                <c:pt idx="2350">
                  <c:v>-0.2</c:v>
                </c:pt>
                <c:pt idx="2351">
                  <c:v>-0.2</c:v>
                </c:pt>
                <c:pt idx="2352">
                  <c:v>-0.2</c:v>
                </c:pt>
                <c:pt idx="2353">
                  <c:v>-0.2</c:v>
                </c:pt>
                <c:pt idx="2354">
                  <c:v>-0.2</c:v>
                </c:pt>
                <c:pt idx="2355">
                  <c:v>-0.2</c:v>
                </c:pt>
                <c:pt idx="2356">
                  <c:v>-0.2</c:v>
                </c:pt>
                <c:pt idx="2357">
                  <c:v>-0.2</c:v>
                </c:pt>
                <c:pt idx="2358">
                  <c:v>-0.2</c:v>
                </c:pt>
                <c:pt idx="2359">
                  <c:v>-0.2</c:v>
                </c:pt>
                <c:pt idx="2360">
                  <c:v>-0.2</c:v>
                </c:pt>
                <c:pt idx="2361">
                  <c:v>-0.2</c:v>
                </c:pt>
                <c:pt idx="2362">
                  <c:v>-0.2</c:v>
                </c:pt>
                <c:pt idx="2363">
                  <c:v>-0.2</c:v>
                </c:pt>
                <c:pt idx="2364">
                  <c:v>-0.2</c:v>
                </c:pt>
                <c:pt idx="2365">
                  <c:v>-0.2</c:v>
                </c:pt>
                <c:pt idx="2366">
                  <c:v>-0.2</c:v>
                </c:pt>
                <c:pt idx="2367">
                  <c:v>-0.2</c:v>
                </c:pt>
                <c:pt idx="2368">
                  <c:v>-0.2</c:v>
                </c:pt>
                <c:pt idx="2369">
                  <c:v>-0.2</c:v>
                </c:pt>
                <c:pt idx="2370">
                  <c:v>-0.2</c:v>
                </c:pt>
                <c:pt idx="2371">
                  <c:v>-0.2</c:v>
                </c:pt>
                <c:pt idx="2372">
                  <c:v>-0.2</c:v>
                </c:pt>
                <c:pt idx="2373">
                  <c:v>-0.2</c:v>
                </c:pt>
                <c:pt idx="2374">
                  <c:v>-0.2</c:v>
                </c:pt>
                <c:pt idx="2375">
                  <c:v>-0.2</c:v>
                </c:pt>
                <c:pt idx="2376">
                  <c:v>-0.2</c:v>
                </c:pt>
                <c:pt idx="2377">
                  <c:v>-0.2</c:v>
                </c:pt>
                <c:pt idx="2378">
                  <c:v>-0.2</c:v>
                </c:pt>
                <c:pt idx="2379">
                  <c:v>-0.2</c:v>
                </c:pt>
                <c:pt idx="2380">
                  <c:v>-0.2</c:v>
                </c:pt>
                <c:pt idx="2381">
                  <c:v>-0.2</c:v>
                </c:pt>
                <c:pt idx="2382">
                  <c:v>-0.2</c:v>
                </c:pt>
                <c:pt idx="2383">
                  <c:v>-0.2</c:v>
                </c:pt>
                <c:pt idx="2384">
                  <c:v>-0.2</c:v>
                </c:pt>
                <c:pt idx="2385">
                  <c:v>-0.2</c:v>
                </c:pt>
                <c:pt idx="2386">
                  <c:v>-0.2</c:v>
                </c:pt>
                <c:pt idx="2387">
                  <c:v>-0.2</c:v>
                </c:pt>
                <c:pt idx="2388">
                  <c:v>-0.2</c:v>
                </c:pt>
                <c:pt idx="2389">
                  <c:v>-0.2</c:v>
                </c:pt>
                <c:pt idx="2390">
                  <c:v>-0.2</c:v>
                </c:pt>
                <c:pt idx="2391">
                  <c:v>-0.2</c:v>
                </c:pt>
                <c:pt idx="2392">
                  <c:v>-0.2</c:v>
                </c:pt>
                <c:pt idx="2393">
                  <c:v>-0.2</c:v>
                </c:pt>
                <c:pt idx="2394">
                  <c:v>-0.2</c:v>
                </c:pt>
                <c:pt idx="2395">
                  <c:v>-0.2</c:v>
                </c:pt>
                <c:pt idx="2396">
                  <c:v>-0.2</c:v>
                </c:pt>
                <c:pt idx="2397">
                  <c:v>-0.2</c:v>
                </c:pt>
                <c:pt idx="2398">
                  <c:v>-0.2</c:v>
                </c:pt>
                <c:pt idx="2399">
                  <c:v>-0.2</c:v>
                </c:pt>
                <c:pt idx="2400">
                  <c:v>-0.2</c:v>
                </c:pt>
                <c:pt idx="2401">
                  <c:v>-0.2</c:v>
                </c:pt>
                <c:pt idx="2402">
                  <c:v>-0.2</c:v>
                </c:pt>
                <c:pt idx="2403">
                  <c:v>-0.2</c:v>
                </c:pt>
                <c:pt idx="2404">
                  <c:v>-0.2</c:v>
                </c:pt>
                <c:pt idx="2405">
                  <c:v>-0.2</c:v>
                </c:pt>
                <c:pt idx="2406">
                  <c:v>-0.2</c:v>
                </c:pt>
                <c:pt idx="2407">
                  <c:v>-0.2</c:v>
                </c:pt>
                <c:pt idx="2408">
                  <c:v>-0.2</c:v>
                </c:pt>
                <c:pt idx="2409">
                  <c:v>-0.2</c:v>
                </c:pt>
                <c:pt idx="2410">
                  <c:v>-0.2</c:v>
                </c:pt>
                <c:pt idx="2411">
                  <c:v>-0.2</c:v>
                </c:pt>
                <c:pt idx="2412">
                  <c:v>-0.2</c:v>
                </c:pt>
                <c:pt idx="2413">
                  <c:v>-0.2</c:v>
                </c:pt>
                <c:pt idx="2414">
                  <c:v>-0.2</c:v>
                </c:pt>
                <c:pt idx="2415">
                  <c:v>-0.2</c:v>
                </c:pt>
                <c:pt idx="2416">
                  <c:v>-0.2</c:v>
                </c:pt>
                <c:pt idx="2417">
                  <c:v>-0.2</c:v>
                </c:pt>
                <c:pt idx="2418">
                  <c:v>-0.2</c:v>
                </c:pt>
                <c:pt idx="2419">
                  <c:v>-0.2</c:v>
                </c:pt>
                <c:pt idx="2420">
                  <c:v>-0.2</c:v>
                </c:pt>
                <c:pt idx="2421">
                  <c:v>-0.2</c:v>
                </c:pt>
                <c:pt idx="2422">
                  <c:v>-0.2</c:v>
                </c:pt>
                <c:pt idx="2423">
                  <c:v>-0.2</c:v>
                </c:pt>
                <c:pt idx="2424">
                  <c:v>-0.2</c:v>
                </c:pt>
                <c:pt idx="2425">
                  <c:v>-0.2</c:v>
                </c:pt>
                <c:pt idx="2426">
                  <c:v>-0.2</c:v>
                </c:pt>
                <c:pt idx="2427">
                  <c:v>-0.2</c:v>
                </c:pt>
                <c:pt idx="2428">
                  <c:v>-0.2</c:v>
                </c:pt>
                <c:pt idx="2429">
                  <c:v>-0.2</c:v>
                </c:pt>
                <c:pt idx="2430">
                  <c:v>-0.2</c:v>
                </c:pt>
                <c:pt idx="2431">
                  <c:v>-0.2</c:v>
                </c:pt>
                <c:pt idx="2432">
                  <c:v>-0.2</c:v>
                </c:pt>
                <c:pt idx="2433">
                  <c:v>-0.2</c:v>
                </c:pt>
                <c:pt idx="2434">
                  <c:v>-0.2</c:v>
                </c:pt>
                <c:pt idx="2435">
                  <c:v>-0.2</c:v>
                </c:pt>
                <c:pt idx="2436">
                  <c:v>-0.2</c:v>
                </c:pt>
                <c:pt idx="2437">
                  <c:v>-0.2</c:v>
                </c:pt>
                <c:pt idx="2438">
                  <c:v>-0.2</c:v>
                </c:pt>
                <c:pt idx="2439">
                  <c:v>-0.2</c:v>
                </c:pt>
                <c:pt idx="2440">
                  <c:v>-0.2</c:v>
                </c:pt>
                <c:pt idx="2441">
                  <c:v>-0.2</c:v>
                </c:pt>
                <c:pt idx="2442">
                  <c:v>-0.2</c:v>
                </c:pt>
                <c:pt idx="2443">
                  <c:v>-0.2</c:v>
                </c:pt>
                <c:pt idx="2444">
                  <c:v>-0.2</c:v>
                </c:pt>
                <c:pt idx="2445">
                  <c:v>-0.2</c:v>
                </c:pt>
                <c:pt idx="2446">
                  <c:v>-0.2</c:v>
                </c:pt>
                <c:pt idx="2447">
                  <c:v>-0.2</c:v>
                </c:pt>
                <c:pt idx="2448">
                  <c:v>-0.2</c:v>
                </c:pt>
                <c:pt idx="2449">
                  <c:v>-0.2</c:v>
                </c:pt>
                <c:pt idx="2450">
                  <c:v>-0.2</c:v>
                </c:pt>
                <c:pt idx="2451">
                  <c:v>-0.2</c:v>
                </c:pt>
                <c:pt idx="2452">
                  <c:v>-0.2</c:v>
                </c:pt>
                <c:pt idx="2453">
                  <c:v>-0.2</c:v>
                </c:pt>
                <c:pt idx="2454">
                  <c:v>-0.2</c:v>
                </c:pt>
                <c:pt idx="2455">
                  <c:v>-0.2</c:v>
                </c:pt>
                <c:pt idx="2456">
                  <c:v>-0.2</c:v>
                </c:pt>
                <c:pt idx="2457">
                  <c:v>-0.2</c:v>
                </c:pt>
                <c:pt idx="2458">
                  <c:v>-0.2</c:v>
                </c:pt>
                <c:pt idx="2459">
                  <c:v>-0.2</c:v>
                </c:pt>
                <c:pt idx="2460">
                  <c:v>-0.2</c:v>
                </c:pt>
                <c:pt idx="2461">
                  <c:v>-0.2</c:v>
                </c:pt>
                <c:pt idx="2462">
                  <c:v>-0.2</c:v>
                </c:pt>
                <c:pt idx="2463">
                  <c:v>-0.2</c:v>
                </c:pt>
                <c:pt idx="2464">
                  <c:v>-0.2</c:v>
                </c:pt>
                <c:pt idx="2465">
                  <c:v>-0.2</c:v>
                </c:pt>
                <c:pt idx="2466">
                  <c:v>-0.2</c:v>
                </c:pt>
                <c:pt idx="2467">
                  <c:v>-0.2</c:v>
                </c:pt>
                <c:pt idx="2468">
                  <c:v>-0.2</c:v>
                </c:pt>
                <c:pt idx="2469">
                  <c:v>-0.2</c:v>
                </c:pt>
                <c:pt idx="2470">
                  <c:v>-0.2</c:v>
                </c:pt>
                <c:pt idx="2471">
                  <c:v>-0.2</c:v>
                </c:pt>
                <c:pt idx="2472">
                  <c:v>-0.2</c:v>
                </c:pt>
                <c:pt idx="2473">
                  <c:v>-0.2</c:v>
                </c:pt>
                <c:pt idx="2474">
                  <c:v>-0.2</c:v>
                </c:pt>
                <c:pt idx="2475">
                  <c:v>-0.2</c:v>
                </c:pt>
                <c:pt idx="2476">
                  <c:v>-0.2</c:v>
                </c:pt>
                <c:pt idx="2477">
                  <c:v>-0.2</c:v>
                </c:pt>
                <c:pt idx="2478">
                  <c:v>-0.2</c:v>
                </c:pt>
                <c:pt idx="2479">
                  <c:v>-0.2</c:v>
                </c:pt>
                <c:pt idx="2480">
                  <c:v>-0.2</c:v>
                </c:pt>
                <c:pt idx="2481">
                  <c:v>-0.2</c:v>
                </c:pt>
                <c:pt idx="2482">
                  <c:v>-0.2</c:v>
                </c:pt>
                <c:pt idx="2483">
                  <c:v>-0.2</c:v>
                </c:pt>
                <c:pt idx="2484">
                  <c:v>-0.2</c:v>
                </c:pt>
                <c:pt idx="2485">
                  <c:v>-0.2</c:v>
                </c:pt>
                <c:pt idx="2486">
                  <c:v>-0.2</c:v>
                </c:pt>
                <c:pt idx="2487">
                  <c:v>-0.2</c:v>
                </c:pt>
                <c:pt idx="2488">
                  <c:v>-0.2</c:v>
                </c:pt>
                <c:pt idx="2489">
                  <c:v>-0.2</c:v>
                </c:pt>
                <c:pt idx="2490">
                  <c:v>-0.2</c:v>
                </c:pt>
                <c:pt idx="2491">
                  <c:v>-0.2</c:v>
                </c:pt>
                <c:pt idx="2492">
                  <c:v>-0.2</c:v>
                </c:pt>
                <c:pt idx="2493">
                  <c:v>-0.2</c:v>
                </c:pt>
                <c:pt idx="2494">
                  <c:v>-0.2</c:v>
                </c:pt>
                <c:pt idx="2495">
                  <c:v>-0.2</c:v>
                </c:pt>
                <c:pt idx="2496">
                  <c:v>-0.2</c:v>
                </c:pt>
                <c:pt idx="2497">
                  <c:v>-0.2</c:v>
                </c:pt>
                <c:pt idx="2498">
                  <c:v>-0.2</c:v>
                </c:pt>
                <c:pt idx="2499">
                  <c:v>-0.2</c:v>
                </c:pt>
                <c:pt idx="2500">
                  <c:v>-0.2</c:v>
                </c:pt>
                <c:pt idx="2501">
                  <c:v>-0.2</c:v>
                </c:pt>
                <c:pt idx="2502">
                  <c:v>-0.2</c:v>
                </c:pt>
                <c:pt idx="2503">
                  <c:v>-0.2</c:v>
                </c:pt>
                <c:pt idx="2504">
                  <c:v>-0.2</c:v>
                </c:pt>
                <c:pt idx="2505">
                  <c:v>-0.2</c:v>
                </c:pt>
                <c:pt idx="2506">
                  <c:v>-0.2</c:v>
                </c:pt>
                <c:pt idx="2507">
                  <c:v>-0.2</c:v>
                </c:pt>
                <c:pt idx="2508">
                  <c:v>-0.2</c:v>
                </c:pt>
                <c:pt idx="2509">
                  <c:v>-0.2</c:v>
                </c:pt>
                <c:pt idx="2510">
                  <c:v>-0.2</c:v>
                </c:pt>
                <c:pt idx="2511">
                  <c:v>-0.2</c:v>
                </c:pt>
                <c:pt idx="2512">
                  <c:v>-0.2</c:v>
                </c:pt>
                <c:pt idx="2513">
                  <c:v>-0.2</c:v>
                </c:pt>
                <c:pt idx="2514">
                  <c:v>-0.2</c:v>
                </c:pt>
                <c:pt idx="2515">
                  <c:v>-0.2</c:v>
                </c:pt>
                <c:pt idx="2516">
                  <c:v>-0.2</c:v>
                </c:pt>
                <c:pt idx="2517">
                  <c:v>-0.2</c:v>
                </c:pt>
                <c:pt idx="2518">
                  <c:v>-0.2</c:v>
                </c:pt>
                <c:pt idx="2519">
                  <c:v>-0.2</c:v>
                </c:pt>
                <c:pt idx="2520">
                  <c:v>-0.2</c:v>
                </c:pt>
                <c:pt idx="2521">
                  <c:v>-0.2</c:v>
                </c:pt>
                <c:pt idx="2522">
                  <c:v>-0.2</c:v>
                </c:pt>
                <c:pt idx="2523">
                  <c:v>-0.2</c:v>
                </c:pt>
                <c:pt idx="2524">
                  <c:v>-0.2</c:v>
                </c:pt>
                <c:pt idx="2525">
                  <c:v>-0.2</c:v>
                </c:pt>
                <c:pt idx="2526">
                  <c:v>-0.2</c:v>
                </c:pt>
                <c:pt idx="2527">
                  <c:v>-0.2</c:v>
                </c:pt>
                <c:pt idx="2528">
                  <c:v>-0.2</c:v>
                </c:pt>
                <c:pt idx="2529">
                  <c:v>-0.2</c:v>
                </c:pt>
                <c:pt idx="2530">
                  <c:v>-0.2</c:v>
                </c:pt>
                <c:pt idx="2531">
                  <c:v>-0.2</c:v>
                </c:pt>
                <c:pt idx="2532">
                  <c:v>-0.2</c:v>
                </c:pt>
                <c:pt idx="2533">
                  <c:v>-0.2</c:v>
                </c:pt>
                <c:pt idx="2534">
                  <c:v>-0.2</c:v>
                </c:pt>
                <c:pt idx="2535">
                  <c:v>-0.2</c:v>
                </c:pt>
                <c:pt idx="2536">
                  <c:v>-0.2</c:v>
                </c:pt>
                <c:pt idx="2537">
                  <c:v>-0.2</c:v>
                </c:pt>
                <c:pt idx="2538">
                  <c:v>-0.2</c:v>
                </c:pt>
                <c:pt idx="2539">
                  <c:v>-0.2</c:v>
                </c:pt>
                <c:pt idx="2540">
                  <c:v>-0.2</c:v>
                </c:pt>
                <c:pt idx="2541">
                  <c:v>-0.2</c:v>
                </c:pt>
                <c:pt idx="2542">
                  <c:v>-0.2</c:v>
                </c:pt>
                <c:pt idx="2543">
                  <c:v>-0.2</c:v>
                </c:pt>
                <c:pt idx="2544">
                  <c:v>-0.2</c:v>
                </c:pt>
                <c:pt idx="2545">
                  <c:v>-0.2</c:v>
                </c:pt>
                <c:pt idx="2546">
                  <c:v>-0.2</c:v>
                </c:pt>
                <c:pt idx="2547">
                  <c:v>-0.2</c:v>
                </c:pt>
                <c:pt idx="2548">
                  <c:v>-0.2</c:v>
                </c:pt>
                <c:pt idx="2549">
                  <c:v>-0.2</c:v>
                </c:pt>
                <c:pt idx="2550">
                  <c:v>-0.2</c:v>
                </c:pt>
                <c:pt idx="2551">
                  <c:v>-0.2</c:v>
                </c:pt>
                <c:pt idx="2552">
                  <c:v>-0.2</c:v>
                </c:pt>
                <c:pt idx="2553">
                  <c:v>-0.2</c:v>
                </c:pt>
                <c:pt idx="2554">
                  <c:v>-0.2</c:v>
                </c:pt>
                <c:pt idx="2555">
                  <c:v>-0.2</c:v>
                </c:pt>
                <c:pt idx="2556">
                  <c:v>-0.2</c:v>
                </c:pt>
                <c:pt idx="2557">
                  <c:v>-0.2</c:v>
                </c:pt>
                <c:pt idx="2558">
                  <c:v>-0.2</c:v>
                </c:pt>
                <c:pt idx="2559">
                  <c:v>-0.2</c:v>
                </c:pt>
                <c:pt idx="2560">
                  <c:v>-0.2</c:v>
                </c:pt>
                <c:pt idx="2561">
                  <c:v>-0.2</c:v>
                </c:pt>
                <c:pt idx="2562">
                  <c:v>-0.2</c:v>
                </c:pt>
                <c:pt idx="2563">
                  <c:v>-0.2</c:v>
                </c:pt>
                <c:pt idx="2564">
                  <c:v>-0.2</c:v>
                </c:pt>
                <c:pt idx="2565">
                  <c:v>-0.2</c:v>
                </c:pt>
                <c:pt idx="2566">
                  <c:v>-0.2</c:v>
                </c:pt>
                <c:pt idx="2567">
                  <c:v>-0.2</c:v>
                </c:pt>
                <c:pt idx="2568">
                  <c:v>-0.2</c:v>
                </c:pt>
                <c:pt idx="2569">
                  <c:v>-0.2</c:v>
                </c:pt>
                <c:pt idx="2570">
                  <c:v>-0.2</c:v>
                </c:pt>
                <c:pt idx="2571">
                  <c:v>-0.2</c:v>
                </c:pt>
                <c:pt idx="2572">
                  <c:v>-0.2</c:v>
                </c:pt>
                <c:pt idx="2573">
                  <c:v>-0.2</c:v>
                </c:pt>
                <c:pt idx="2574">
                  <c:v>-0.2</c:v>
                </c:pt>
                <c:pt idx="2575">
                  <c:v>-0.2</c:v>
                </c:pt>
                <c:pt idx="2576">
                  <c:v>-0.2</c:v>
                </c:pt>
                <c:pt idx="2577">
                  <c:v>-0.2</c:v>
                </c:pt>
                <c:pt idx="2578">
                  <c:v>-0.2</c:v>
                </c:pt>
                <c:pt idx="2579">
                  <c:v>-0.2</c:v>
                </c:pt>
                <c:pt idx="2580">
                  <c:v>-0.2</c:v>
                </c:pt>
                <c:pt idx="2581">
                  <c:v>-0.2</c:v>
                </c:pt>
                <c:pt idx="2582">
                  <c:v>-0.2</c:v>
                </c:pt>
                <c:pt idx="2583">
                  <c:v>-0.2</c:v>
                </c:pt>
                <c:pt idx="2584">
                  <c:v>-0.2</c:v>
                </c:pt>
                <c:pt idx="2585">
                  <c:v>-0.2</c:v>
                </c:pt>
                <c:pt idx="2586">
                  <c:v>-0.2</c:v>
                </c:pt>
                <c:pt idx="2587">
                  <c:v>-0.2</c:v>
                </c:pt>
                <c:pt idx="2588">
                  <c:v>-0.3</c:v>
                </c:pt>
                <c:pt idx="2589">
                  <c:v>-0.3</c:v>
                </c:pt>
                <c:pt idx="2590">
                  <c:v>-0.3</c:v>
                </c:pt>
                <c:pt idx="2591">
                  <c:v>-0.3</c:v>
                </c:pt>
                <c:pt idx="2592">
                  <c:v>-0.3</c:v>
                </c:pt>
                <c:pt idx="2593">
                  <c:v>-0.3</c:v>
                </c:pt>
                <c:pt idx="2594">
                  <c:v>-0.3</c:v>
                </c:pt>
                <c:pt idx="2595">
                  <c:v>-0.3</c:v>
                </c:pt>
                <c:pt idx="2596">
                  <c:v>-0.3</c:v>
                </c:pt>
                <c:pt idx="2597">
                  <c:v>-0.3</c:v>
                </c:pt>
                <c:pt idx="2598">
                  <c:v>-0.3</c:v>
                </c:pt>
                <c:pt idx="2599">
                  <c:v>-0.3</c:v>
                </c:pt>
                <c:pt idx="2600">
                  <c:v>-0.3</c:v>
                </c:pt>
                <c:pt idx="2601">
                  <c:v>-0.3</c:v>
                </c:pt>
                <c:pt idx="2602">
                  <c:v>-0.3</c:v>
                </c:pt>
                <c:pt idx="2603">
                  <c:v>-0.3</c:v>
                </c:pt>
                <c:pt idx="2604">
                  <c:v>-0.3</c:v>
                </c:pt>
                <c:pt idx="2605">
                  <c:v>-0.3</c:v>
                </c:pt>
                <c:pt idx="2606">
                  <c:v>-0.3</c:v>
                </c:pt>
                <c:pt idx="2607">
                  <c:v>-0.3</c:v>
                </c:pt>
                <c:pt idx="2608">
                  <c:v>-0.3</c:v>
                </c:pt>
                <c:pt idx="2609">
                  <c:v>-0.3</c:v>
                </c:pt>
                <c:pt idx="2610">
                  <c:v>-0.3</c:v>
                </c:pt>
                <c:pt idx="2611">
                  <c:v>-0.3</c:v>
                </c:pt>
                <c:pt idx="2612">
                  <c:v>-0.3</c:v>
                </c:pt>
                <c:pt idx="2613">
                  <c:v>-0.3</c:v>
                </c:pt>
                <c:pt idx="2614">
                  <c:v>-0.3</c:v>
                </c:pt>
                <c:pt idx="2615">
                  <c:v>-0.3</c:v>
                </c:pt>
                <c:pt idx="2616">
                  <c:v>-0.3</c:v>
                </c:pt>
                <c:pt idx="2617">
                  <c:v>-0.3</c:v>
                </c:pt>
                <c:pt idx="2618">
                  <c:v>-0.3</c:v>
                </c:pt>
                <c:pt idx="2619">
                  <c:v>-0.3</c:v>
                </c:pt>
                <c:pt idx="2620">
                  <c:v>-0.3</c:v>
                </c:pt>
                <c:pt idx="2621">
                  <c:v>-0.3</c:v>
                </c:pt>
                <c:pt idx="2622">
                  <c:v>-0.3</c:v>
                </c:pt>
                <c:pt idx="2623">
                  <c:v>-0.3</c:v>
                </c:pt>
                <c:pt idx="2624">
                  <c:v>-0.3</c:v>
                </c:pt>
                <c:pt idx="2625">
                  <c:v>-0.3</c:v>
                </c:pt>
                <c:pt idx="2626">
                  <c:v>-0.3</c:v>
                </c:pt>
                <c:pt idx="2627">
                  <c:v>-0.3</c:v>
                </c:pt>
                <c:pt idx="2628">
                  <c:v>-0.3</c:v>
                </c:pt>
                <c:pt idx="2629">
                  <c:v>-0.3</c:v>
                </c:pt>
                <c:pt idx="2630">
                  <c:v>-0.3</c:v>
                </c:pt>
                <c:pt idx="2631">
                  <c:v>-0.3</c:v>
                </c:pt>
                <c:pt idx="2632">
                  <c:v>-0.3</c:v>
                </c:pt>
                <c:pt idx="2633">
                  <c:v>-0.3</c:v>
                </c:pt>
                <c:pt idx="2634">
                  <c:v>-0.3</c:v>
                </c:pt>
                <c:pt idx="2635">
                  <c:v>-0.3</c:v>
                </c:pt>
                <c:pt idx="2636">
                  <c:v>-0.3</c:v>
                </c:pt>
                <c:pt idx="2637">
                  <c:v>-0.3</c:v>
                </c:pt>
                <c:pt idx="2638">
                  <c:v>-0.3</c:v>
                </c:pt>
                <c:pt idx="2639">
                  <c:v>-0.3</c:v>
                </c:pt>
                <c:pt idx="2640">
                  <c:v>-0.3</c:v>
                </c:pt>
                <c:pt idx="2641">
                  <c:v>-0.3</c:v>
                </c:pt>
                <c:pt idx="2642">
                  <c:v>-0.3</c:v>
                </c:pt>
                <c:pt idx="2643">
                  <c:v>-0.3</c:v>
                </c:pt>
                <c:pt idx="2644">
                  <c:v>-0.3</c:v>
                </c:pt>
                <c:pt idx="2645">
                  <c:v>-0.3</c:v>
                </c:pt>
                <c:pt idx="2646">
                  <c:v>-0.3</c:v>
                </c:pt>
                <c:pt idx="2647">
                  <c:v>-0.3</c:v>
                </c:pt>
                <c:pt idx="2648">
                  <c:v>-0.3</c:v>
                </c:pt>
                <c:pt idx="2649">
                  <c:v>-0.3</c:v>
                </c:pt>
                <c:pt idx="2650">
                  <c:v>-0.3</c:v>
                </c:pt>
                <c:pt idx="2651">
                  <c:v>-0.3</c:v>
                </c:pt>
                <c:pt idx="2652">
                  <c:v>-0.3</c:v>
                </c:pt>
                <c:pt idx="2653">
                  <c:v>-0.3</c:v>
                </c:pt>
                <c:pt idx="2654">
                  <c:v>-0.3</c:v>
                </c:pt>
                <c:pt idx="2655">
                  <c:v>-0.3</c:v>
                </c:pt>
                <c:pt idx="2656">
                  <c:v>-0.3</c:v>
                </c:pt>
                <c:pt idx="2657">
                  <c:v>-0.3</c:v>
                </c:pt>
                <c:pt idx="2658">
                  <c:v>-0.4</c:v>
                </c:pt>
                <c:pt idx="2659">
                  <c:v>-0.4</c:v>
                </c:pt>
                <c:pt idx="2660">
                  <c:v>-0.4</c:v>
                </c:pt>
                <c:pt idx="2661">
                  <c:v>-0.4</c:v>
                </c:pt>
                <c:pt idx="2662">
                  <c:v>-0.4</c:v>
                </c:pt>
                <c:pt idx="2663">
                  <c:v>-0.4</c:v>
                </c:pt>
                <c:pt idx="2664">
                  <c:v>-0.4</c:v>
                </c:pt>
                <c:pt idx="2665">
                  <c:v>-0.4</c:v>
                </c:pt>
                <c:pt idx="2666">
                  <c:v>-0.4</c:v>
                </c:pt>
                <c:pt idx="2667">
                  <c:v>-0.4</c:v>
                </c:pt>
                <c:pt idx="2668">
                  <c:v>-0.4</c:v>
                </c:pt>
                <c:pt idx="2669">
                  <c:v>-0.4</c:v>
                </c:pt>
                <c:pt idx="2670">
                  <c:v>-0.4</c:v>
                </c:pt>
                <c:pt idx="2671">
                  <c:v>-0.4</c:v>
                </c:pt>
                <c:pt idx="2672">
                  <c:v>-0.4</c:v>
                </c:pt>
                <c:pt idx="2673">
                  <c:v>-0.4</c:v>
                </c:pt>
                <c:pt idx="2674">
                  <c:v>-0.4</c:v>
                </c:pt>
                <c:pt idx="2675">
                  <c:v>-0.4</c:v>
                </c:pt>
                <c:pt idx="2676">
                  <c:v>-0.4</c:v>
                </c:pt>
                <c:pt idx="2677">
                  <c:v>-0.4</c:v>
                </c:pt>
                <c:pt idx="2678">
                  <c:v>-0.4</c:v>
                </c:pt>
                <c:pt idx="2679">
                  <c:v>-0.4</c:v>
                </c:pt>
                <c:pt idx="2680">
                  <c:v>-0.4</c:v>
                </c:pt>
                <c:pt idx="2681">
                  <c:v>-0.4</c:v>
                </c:pt>
                <c:pt idx="2682">
                  <c:v>-0.4</c:v>
                </c:pt>
                <c:pt idx="2683">
                  <c:v>-0.4</c:v>
                </c:pt>
                <c:pt idx="2684">
                  <c:v>-0.4</c:v>
                </c:pt>
                <c:pt idx="2685">
                  <c:v>-0.4</c:v>
                </c:pt>
                <c:pt idx="2686">
                  <c:v>-0.4</c:v>
                </c:pt>
                <c:pt idx="2687">
                  <c:v>-0.4</c:v>
                </c:pt>
                <c:pt idx="2688">
                  <c:v>-0.4</c:v>
                </c:pt>
                <c:pt idx="2689">
                  <c:v>-0.4</c:v>
                </c:pt>
                <c:pt idx="2690">
                  <c:v>-0.4</c:v>
                </c:pt>
                <c:pt idx="2691">
                  <c:v>-0.4</c:v>
                </c:pt>
                <c:pt idx="2692">
                  <c:v>-0.4</c:v>
                </c:pt>
                <c:pt idx="2693">
                  <c:v>-0.4</c:v>
                </c:pt>
                <c:pt idx="2694">
                  <c:v>-0.4</c:v>
                </c:pt>
                <c:pt idx="2695">
                  <c:v>-0.4</c:v>
                </c:pt>
                <c:pt idx="2696">
                  <c:v>-0.4</c:v>
                </c:pt>
                <c:pt idx="2697">
                  <c:v>-0.4</c:v>
                </c:pt>
                <c:pt idx="2698">
                  <c:v>-0.4</c:v>
                </c:pt>
                <c:pt idx="2699">
                  <c:v>-0.4</c:v>
                </c:pt>
                <c:pt idx="2700">
                  <c:v>-0.4</c:v>
                </c:pt>
                <c:pt idx="2701">
                  <c:v>-0.4</c:v>
                </c:pt>
                <c:pt idx="2702">
                  <c:v>-0.4</c:v>
                </c:pt>
                <c:pt idx="2703">
                  <c:v>-0.4</c:v>
                </c:pt>
                <c:pt idx="2704">
                  <c:v>-0.4</c:v>
                </c:pt>
                <c:pt idx="2705">
                  <c:v>-0.4</c:v>
                </c:pt>
                <c:pt idx="2706">
                  <c:v>-0.4</c:v>
                </c:pt>
                <c:pt idx="2707">
                  <c:v>-0.4</c:v>
                </c:pt>
                <c:pt idx="2708">
                  <c:v>-0.4</c:v>
                </c:pt>
                <c:pt idx="2709">
                  <c:v>-0.4</c:v>
                </c:pt>
                <c:pt idx="2710">
                  <c:v>-0.4</c:v>
                </c:pt>
                <c:pt idx="2711">
                  <c:v>-0.4</c:v>
                </c:pt>
                <c:pt idx="2712">
                  <c:v>-0.4</c:v>
                </c:pt>
                <c:pt idx="2713">
                  <c:v>-0.4</c:v>
                </c:pt>
                <c:pt idx="2714">
                  <c:v>-0.4</c:v>
                </c:pt>
                <c:pt idx="2715">
                  <c:v>-0.4</c:v>
                </c:pt>
                <c:pt idx="2716">
                  <c:v>-0.4</c:v>
                </c:pt>
                <c:pt idx="2717">
                  <c:v>-0.4</c:v>
                </c:pt>
                <c:pt idx="2718">
                  <c:v>-0.4</c:v>
                </c:pt>
                <c:pt idx="2719">
                  <c:v>-0.4</c:v>
                </c:pt>
                <c:pt idx="2720">
                  <c:v>-0.4</c:v>
                </c:pt>
                <c:pt idx="2721">
                  <c:v>-0.4</c:v>
                </c:pt>
                <c:pt idx="2722">
                  <c:v>-0.4</c:v>
                </c:pt>
                <c:pt idx="2723">
                  <c:v>-0.4</c:v>
                </c:pt>
                <c:pt idx="2724">
                  <c:v>-0.4</c:v>
                </c:pt>
                <c:pt idx="2725">
                  <c:v>-0.4</c:v>
                </c:pt>
                <c:pt idx="2726">
                  <c:v>-0.4</c:v>
                </c:pt>
                <c:pt idx="2727">
                  <c:v>-0.4</c:v>
                </c:pt>
                <c:pt idx="2728">
                  <c:v>-0.4</c:v>
                </c:pt>
                <c:pt idx="2729">
                  <c:v>-0.4</c:v>
                </c:pt>
                <c:pt idx="2730">
                  <c:v>-0.4</c:v>
                </c:pt>
                <c:pt idx="2731">
                  <c:v>-0.4</c:v>
                </c:pt>
                <c:pt idx="2732">
                  <c:v>-0.4</c:v>
                </c:pt>
                <c:pt idx="2733">
                  <c:v>-0.4</c:v>
                </c:pt>
                <c:pt idx="2734">
                  <c:v>-0.4</c:v>
                </c:pt>
                <c:pt idx="2735">
                  <c:v>-0.4</c:v>
                </c:pt>
                <c:pt idx="2736">
                  <c:v>-0.4</c:v>
                </c:pt>
                <c:pt idx="2737">
                  <c:v>-0.4</c:v>
                </c:pt>
                <c:pt idx="2738">
                  <c:v>-0.4</c:v>
                </c:pt>
                <c:pt idx="2739">
                  <c:v>-0.4</c:v>
                </c:pt>
                <c:pt idx="2740">
                  <c:v>-0.4</c:v>
                </c:pt>
                <c:pt idx="2741">
                  <c:v>-0.4</c:v>
                </c:pt>
                <c:pt idx="2742">
                  <c:v>-0.4</c:v>
                </c:pt>
                <c:pt idx="2743">
                  <c:v>-0.4</c:v>
                </c:pt>
                <c:pt idx="2744">
                  <c:v>-0.4</c:v>
                </c:pt>
                <c:pt idx="2745">
                  <c:v>-0.4</c:v>
                </c:pt>
                <c:pt idx="2746">
                  <c:v>-0.4</c:v>
                </c:pt>
                <c:pt idx="2747">
                  <c:v>-0.4</c:v>
                </c:pt>
                <c:pt idx="2748">
                  <c:v>-0.4</c:v>
                </c:pt>
                <c:pt idx="2749">
                  <c:v>-0.4</c:v>
                </c:pt>
                <c:pt idx="2750">
                  <c:v>-0.4</c:v>
                </c:pt>
                <c:pt idx="2751">
                  <c:v>-0.4</c:v>
                </c:pt>
                <c:pt idx="2752">
                  <c:v>-0.4</c:v>
                </c:pt>
                <c:pt idx="2753">
                  <c:v>-0.4</c:v>
                </c:pt>
                <c:pt idx="2754">
                  <c:v>-0.4</c:v>
                </c:pt>
                <c:pt idx="2755">
                  <c:v>-0.4</c:v>
                </c:pt>
                <c:pt idx="2756">
                  <c:v>-0.4</c:v>
                </c:pt>
                <c:pt idx="2757">
                  <c:v>-0.4</c:v>
                </c:pt>
                <c:pt idx="2758">
                  <c:v>-0.4</c:v>
                </c:pt>
                <c:pt idx="2759">
                  <c:v>-0.4</c:v>
                </c:pt>
                <c:pt idx="2760">
                  <c:v>-0.4</c:v>
                </c:pt>
                <c:pt idx="2761">
                  <c:v>-0.4</c:v>
                </c:pt>
                <c:pt idx="2762">
                  <c:v>-0.4</c:v>
                </c:pt>
                <c:pt idx="2763">
                  <c:v>-0.4</c:v>
                </c:pt>
                <c:pt idx="2764">
                  <c:v>-0.4</c:v>
                </c:pt>
                <c:pt idx="2765">
                  <c:v>-0.4</c:v>
                </c:pt>
                <c:pt idx="2766">
                  <c:v>-0.4</c:v>
                </c:pt>
                <c:pt idx="2767">
                  <c:v>-0.4</c:v>
                </c:pt>
                <c:pt idx="2768">
                  <c:v>-0.4</c:v>
                </c:pt>
                <c:pt idx="2769">
                  <c:v>-0.4</c:v>
                </c:pt>
                <c:pt idx="2770">
                  <c:v>-0.4</c:v>
                </c:pt>
                <c:pt idx="2771">
                  <c:v>-0.4</c:v>
                </c:pt>
                <c:pt idx="2772">
                  <c:v>-0.4</c:v>
                </c:pt>
                <c:pt idx="2773">
                  <c:v>-0.4</c:v>
                </c:pt>
                <c:pt idx="2774">
                  <c:v>-0.4</c:v>
                </c:pt>
                <c:pt idx="2775">
                  <c:v>-0.4</c:v>
                </c:pt>
                <c:pt idx="2776">
                  <c:v>-0.4</c:v>
                </c:pt>
                <c:pt idx="2777">
                  <c:v>-0.4</c:v>
                </c:pt>
                <c:pt idx="2778">
                  <c:v>-0.4</c:v>
                </c:pt>
                <c:pt idx="2779">
                  <c:v>-0.4</c:v>
                </c:pt>
                <c:pt idx="2780">
                  <c:v>-0.4</c:v>
                </c:pt>
                <c:pt idx="2781">
                  <c:v>-0.4</c:v>
                </c:pt>
                <c:pt idx="2782">
                  <c:v>-0.4</c:v>
                </c:pt>
                <c:pt idx="2783">
                  <c:v>-0.4</c:v>
                </c:pt>
                <c:pt idx="2784">
                  <c:v>-0.4</c:v>
                </c:pt>
                <c:pt idx="2785">
                  <c:v>-0.4</c:v>
                </c:pt>
                <c:pt idx="2786">
                  <c:v>-0.4</c:v>
                </c:pt>
                <c:pt idx="2787">
                  <c:v>-0.4</c:v>
                </c:pt>
                <c:pt idx="2788">
                  <c:v>-0.4</c:v>
                </c:pt>
                <c:pt idx="2789">
                  <c:v>-0.4</c:v>
                </c:pt>
                <c:pt idx="2790">
                  <c:v>-0.4</c:v>
                </c:pt>
                <c:pt idx="2791">
                  <c:v>-0.4</c:v>
                </c:pt>
                <c:pt idx="2792">
                  <c:v>-0.4</c:v>
                </c:pt>
                <c:pt idx="2793">
                  <c:v>-0.4</c:v>
                </c:pt>
                <c:pt idx="2794">
                  <c:v>-0.4</c:v>
                </c:pt>
                <c:pt idx="2795">
                  <c:v>-0.4</c:v>
                </c:pt>
                <c:pt idx="2796">
                  <c:v>-0.4</c:v>
                </c:pt>
                <c:pt idx="2797">
                  <c:v>-0.4</c:v>
                </c:pt>
                <c:pt idx="2798">
                  <c:v>-0.4</c:v>
                </c:pt>
                <c:pt idx="2799">
                  <c:v>-0.4</c:v>
                </c:pt>
                <c:pt idx="2800">
                  <c:v>-0.4</c:v>
                </c:pt>
                <c:pt idx="2801">
                  <c:v>-0.4</c:v>
                </c:pt>
                <c:pt idx="2802">
                  <c:v>-0.4</c:v>
                </c:pt>
                <c:pt idx="2803">
                  <c:v>-0.4</c:v>
                </c:pt>
                <c:pt idx="2804">
                  <c:v>-0.4</c:v>
                </c:pt>
                <c:pt idx="2805">
                  <c:v>-0.4</c:v>
                </c:pt>
                <c:pt idx="2806">
                  <c:v>-0.4</c:v>
                </c:pt>
                <c:pt idx="2807">
                  <c:v>-0.4</c:v>
                </c:pt>
                <c:pt idx="2808">
                  <c:v>-0.4</c:v>
                </c:pt>
                <c:pt idx="2809">
                  <c:v>-0.4</c:v>
                </c:pt>
                <c:pt idx="2810">
                  <c:v>-0.4</c:v>
                </c:pt>
                <c:pt idx="2811">
                  <c:v>-0.4</c:v>
                </c:pt>
                <c:pt idx="2812">
                  <c:v>-0.4</c:v>
                </c:pt>
                <c:pt idx="2813">
                  <c:v>-0.4</c:v>
                </c:pt>
                <c:pt idx="2814">
                  <c:v>-0.4</c:v>
                </c:pt>
                <c:pt idx="2815">
                  <c:v>-0.4</c:v>
                </c:pt>
                <c:pt idx="2816">
                  <c:v>-0.4</c:v>
                </c:pt>
                <c:pt idx="2817">
                  <c:v>-0.4</c:v>
                </c:pt>
                <c:pt idx="2818">
                  <c:v>-0.4</c:v>
                </c:pt>
                <c:pt idx="2819">
                  <c:v>-0.4</c:v>
                </c:pt>
                <c:pt idx="2820">
                  <c:v>-0.4</c:v>
                </c:pt>
                <c:pt idx="2821">
                  <c:v>-0.4</c:v>
                </c:pt>
                <c:pt idx="2822">
                  <c:v>-0.4</c:v>
                </c:pt>
                <c:pt idx="2823">
                  <c:v>-0.4</c:v>
                </c:pt>
                <c:pt idx="2824">
                  <c:v>-0.4</c:v>
                </c:pt>
                <c:pt idx="2825">
                  <c:v>-0.4</c:v>
                </c:pt>
                <c:pt idx="2826">
                  <c:v>-0.4</c:v>
                </c:pt>
                <c:pt idx="2827">
                  <c:v>-0.4</c:v>
                </c:pt>
                <c:pt idx="2828">
                  <c:v>-0.4</c:v>
                </c:pt>
                <c:pt idx="2829">
                  <c:v>-0.4</c:v>
                </c:pt>
                <c:pt idx="2830">
                  <c:v>-0.4</c:v>
                </c:pt>
                <c:pt idx="2831">
                  <c:v>-0.4</c:v>
                </c:pt>
                <c:pt idx="2832">
                  <c:v>-0.4</c:v>
                </c:pt>
                <c:pt idx="2833">
                  <c:v>-0.4</c:v>
                </c:pt>
                <c:pt idx="2834">
                  <c:v>-0.4</c:v>
                </c:pt>
                <c:pt idx="2835">
                  <c:v>-0.4</c:v>
                </c:pt>
                <c:pt idx="2836">
                  <c:v>-0.4</c:v>
                </c:pt>
                <c:pt idx="2837">
                  <c:v>-0.4</c:v>
                </c:pt>
                <c:pt idx="2838">
                  <c:v>-0.4</c:v>
                </c:pt>
                <c:pt idx="2839">
                  <c:v>-0.4</c:v>
                </c:pt>
                <c:pt idx="2840">
                  <c:v>-0.4</c:v>
                </c:pt>
                <c:pt idx="2841">
                  <c:v>-0.4</c:v>
                </c:pt>
                <c:pt idx="2842">
                  <c:v>-0.4</c:v>
                </c:pt>
                <c:pt idx="2843">
                  <c:v>-0.4</c:v>
                </c:pt>
                <c:pt idx="2844">
                  <c:v>-0.4</c:v>
                </c:pt>
                <c:pt idx="2845">
                  <c:v>-0.4</c:v>
                </c:pt>
                <c:pt idx="2846">
                  <c:v>-0.4</c:v>
                </c:pt>
                <c:pt idx="2847">
                  <c:v>-0.4</c:v>
                </c:pt>
                <c:pt idx="2848">
                  <c:v>-0.4</c:v>
                </c:pt>
                <c:pt idx="2849">
                  <c:v>-0.4</c:v>
                </c:pt>
                <c:pt idx="2850">
                  <c:v>-0.4</c:v>
                </c:pt>
                <c:pt idx="2851">
                  <c:v>-0.4</c:v>
                </c:pt>
                <c:pt idx="2852">
                  <c:v>-0.4</c:v>
                </c:pt>
                <c:pt idx="2853">
                  <c:v>-0.4</c:v>
                </c:pt>
                <c:pt idx="2854">
                  <c:v>-0.4</c:v>
                </c:pt>
                <c:pt idx="2855">
                  <c:v>-0.4</c:v>
                </c:pt>
                <c:pt idx="2856">
                  <c:v>-0.4</c:v>
                </c:pt>
                <c:pt idx="2857">
                  <c:v>-0.4</c:v>
                </c:pt>
                <c:pt idx="2858">
                  <c:v>-0.4</c:v>
                </c:pt>
                <c:pt idx="2859">
                  <c:v>-0.4</c:v>
                </c:pt>
                <c:pt idx="2860">
                  <c:v>-0.4</c:v>
                </c:pt>
                <c:pt idx="2861">
                  <c:v>-0.4</c:v>
                </c:pt>
                <c:pt idx="2862">
                  <c:v>-0.4</c:v>
                </c:pt>
                <c:pt idx="2863">
                  <c:v>-0.4</c:v>
                </c:pt>
                <c:pt idx="2864">
                  <c:v>-0.4</c:v>
                </c:pt>
                <c:pt idx="2865">
                  <c:v>-0.4</c:v>
                </c:pt>
                <c:pt idx="2866">
                  <c:v>-0.4</c:v>
                </c:pt>
                <c:pt idx="2867">
                  <c:v>-0.4</c:v>
                </c:pt>
                <c:pt idx="2868">
                  <c:v>-0.4</c:v>
                </c:pt>
                <c:pt idx="2869">
                  <c:v>-0.4</c:v>
                </c:pt>
                <c:pt idx="2870">
                  <c:v>-0.4</c:v>
                </c:pt>
                <c:pt idx="2871">
                  <c:v>-0.4</c:v>
                </c:pt>
                <c:pt idx="2872">
                  <c:v>-0.4</c:v>
                </c:pt>
                <c:pt idx="2873">
                  <c:v>-0.4</c:v>
                </c:pt>
                <c:pt idx="2874">
                  <c:v>-0.4</c:v>
                </c:pt>
                <c:pt idx="2875">
                  <c:v>-0.4</c:v>
                </c:pt>
                <c:pt idx="2876">
                  <c:v>-0.4</c:v>
                </c:pt>
                <c:pt idx="2877">
                  <c:v>-0.4</c:v>
                </c:pt>
                <c:pt idx="2878">
                  <c:v>-0.4</c:v>
                </c:pt>
                <c:pt idx="2879">
                  <c:v>-0.4</c:v>
                </c:pt>
                <c:pt idx="2880">
                  <c:v>-0.4</c:v>
                </c:pt>
                <c:pt idx="2881">
                  <c:v>-0.4</c:v>
                </c:pt>
                <c:pt idx="2882">
                  <c:v>-0.4</c:v>
                </c:pt>
                <c:pt idx="2883">
                  <c:v>-0.4</c:v>
                </c:pt>
                <c:pt idx="2884">
                  <c:v>-0.4</c:v>
                </c:pt>
                <c:pt idx="2885">
                  <c:v>-0.4</c:v>
                </c:pt>
                <c:pt idx="2886">
                  <c:v>-0.4</c:v>
                </c:pt>
                <c:pt idx="2887">
                  <c:v>-0.4</c:v>
                </c:pt>
                <c:pt idx="2888">
                  <c:v>-0.4</c:v>
                </c:pt>
                <c:pt idx="2889">
                  <c:v>-0.4</c:v>
                </c:pt>
                <c:pt idx="2890">
                  <c:v>-0.4</c:v>
                </c:pt>
                <c:pt idx="2891">
                  <c:v>-0.4</c:v>
                </c:pt>
                <c:pt idx="2892">
                  <c:v>-0.4</c:v>
                </c:pt>
                <c:pt idx="2893">
                  <c:v>-0.4</c:v>
                </c:pt>
                <c:pt idx="2894">
                  <c:v>-0.4</c:v>
                </c:pt>
                <c:pt idx="2895">
                  <c:v>-0.4</c:v>
                </c:pt>
                <c:pt idx="2896">
                  <c:v>-0.4</c:v>
                </c:pt>
                <c:pt idx="2897">
                  <c:v>-0.4</c:v>
                </c:pt>
                <c:pt idx="2898">
                  <c:v>-0.4</c:v>
                </c:pt>
                <c:pt idx="2899">
                  <c:v>-0.4</c:v>
                </c:pt>
                <c:pt idx="2900">
                  <c:v>-0.4</c:v>
                </c:pt>
                <c:pt idx="2901">
                  <c:v>-0.4</c:v>
                </c:pt>
                <c:pt idx="2902">
                  <c:v>-0.4</c:v>
                </c:pt>
                <c:pt idx="2903">
                  <c:v>-0.4</c:v>
                </c:pt>
                <c:pt idx="2904">
                  <c:v>-0.4</c:v>
                </c:pt>
                <c:pt idx="2905">
                  <c:v>-0.4</c:v>
                </c:pt>
                <c:pt idx="2906">
                  <c:v>-0.4</c:v>
                </c:pt>
                <c:pt idx="2907">
                  <c:v>-0.4</c:v>
                </c:pt>
                <c:pt idx="2908">
                  <c:v>-0.4</c:v>
                </c:pt>
                <c:pt idx="2909">
                  <c:v>-0.4</c:v>
                </c:pt>
                <c:pt idx="2910">
                  <c:v>-0.4</c:v>
                </c:pt>
                <c:pt idx="2911">
                  <c:v>-0.4</c:v>
                </c:pt>
                <c:pt idx="2912">
                  <c:v>-0.4</c:v>
                </c:pt>
                <c:pt idx="2913">
                  <c:v>-0.4</c:v>
                </c:pt>
                <c:pt idx="2914">
                  <c:v>-0.4</c:v>
                </c:pt>
                <c:pt idx="2915">
                  <c:v>-0.4</c:v>
                </c:pt>
                <c:pt idx="2916">
                  <c:v>-0.4</c:v>
                </c:pt>
                <c:pt idx="2917">
                  <c:v>-0.4</c:v>
                </c:pt>
                <c:pt idx="2918">
                  <c:v>-0.4</c:v>
                </c:pt>
                <c:pt idx="2919">
                  <c:v>-0.4</c:v>
                </c:pt>
                <c:pt idx="2920">
                  <c:v>-0.4</c:v>
                </c:pt>
                <c:pt idx="2921">
                  <c:v>-0.4</c:v>
                </c:pt>
                <c:pt idx="2922">
                  <c:v>-0.4</c:v>
                </c:pt>
                <c:pt idx="2923">
                  <c:v>-0.4</c:v>
                </c:pt>
                <c:pt idx="2924">
                  <c:v>-0.4</c:v>
                </c:pt>
                <c:pt idx="2925">
                  <c:v>-0.4</c:v>
                </c:pt>
                <c:pt idx="2926">
                  <c:v>-0.4</c:v>
                </c:pt>
                <c:pt idx="2927">
                  <c:v>-0.4</c:v>
                </c:pt>
                <c:pt idx="2928">
                  <c:v>-0.4</c:v>
                </c:pt>
                <c:pt idx="2929">
                  <c:v>-0.4</c:v>
                </c:pt>
                <c:pt idx="2930">
                  <c:v>-0.4</c:v>
                </c:pt>
                <c:pt idx="2931">
                  <c:v>-0.4</c:v>
                </c:pt>
                <c:pt idx="2932">
                  <c:v>-0.4</c:v>
                </c:pt>
                <c:pt idx="2933">
                  <c:v>-0.4</c:v>
                </c:pt>
                <c:pt idx="2934">
                  <c:v>-0.4</c:v>
                </c:pt>
                <c:pt idx="2935">
                  <c:v>-0.4</c:v>
                </c:pt>
                <c:pt idx="2936">
                  <c:v>-0.4</c:v>
                </c:pt>
                <c:pt idx="2937">
                  <c:v>-0.4</c:v>
                </c:pt>
                <c:pt idx="2938">
                  <c:v>-0.4</c:v>
                </c:pt>
                <c:pt idx="2939">
                  <c:v>-0.4</c:v>
                </c:pt>
                <c:pt idx="2940">
                  <c:v>-0.4</c:v>
                </c:pt>
                <c:pt idx="2941">
                  <c:v>-0.4</c:v>
                </c:pt>
                <c:pt idx="2942">
                  <c:v>-0.4</c:v>
                </c:pt>
                <c:pt idx="2943">
                  <c:v>-0.4</c:v>
                </c:pt>
                <c:pt idx="2944">
                  <c:v>-0.4</c:v>
                </c:pt>
                <c:pt idx="2945">
                  <c:v>-0.4</c:v>
                </c:pt>
                <c:pt idx="2946">
                  <c:v>-0.4</c:v>
                </c:pt>
                <c:pt idx="2947">
                  <c:v>-0.4</c:v>
                </c:pt>
                <c:pt idx="2948">
                  <c:v>-0.4</c:v>
                </c:pt>
                <c:pt idx="2949">
                  <c:v>-0.4</c:v>
                </c:pt>
                <c:pt idx="2950">
                  <c:v>-0.4</c:v>
                </c:pt>
                <c:pt idx="2951">
                  <c:v>-0.4</c:v>
                </c:pt>
                <c:pt idx="2952">
                  <c:v>-0.4</c:v>
                </c:pt>
                <c:pt idx="2953">
                  <c:v>-0.4</c:v>
                </c:pt>
                <c:pt idx="2954">
                  <c:v>-0.4</c:v>
                </c:pt>
                <c:pt idx="2955">
                  <c:v>-0.4</c:v>
                </c:pt>
                <c:pt idx="2956">
                  <c:v>-0.4</c:v>
                </c:pt>
                <c:pt idx="2957">
                  <c:v>-0.4</c:v>
                </c:pt>
                <c:pt idx="2958">
                  <c:v>-0.4</c:v>
                </c:pt>
                <c:pt idx="2959">
                  <c:v>-0.4</c:v>
                </c:pt>
                <c:pt idx="2960">
                  <c:v>-0.4</c:v>
                </c:pt>
                <c:pt idx="2961">
                  <c:v>-0.4</c:v>
                </c:pt>
                <c:pt idx="2962">
                  <c:v>-0.4</c:v>
                </c:pt>
                <c:pt idx="2963">
                  <c:v>-0.4</c:v>
                </c:pt>
                <c:pt idx="2964">
                  <c:v>-0.4</c:v>
                </c:pt>
                <c:pt idx="2965">
                  <c:v>-0.4</c:v>
                </c:pt>
                <c:pt idx="2966">
                  <c:v>-0.4</c:v>
                </c:pt>
                <c:pt idx="2967">
                  <c:v>-0.4</c:v>
                </c:pt>
                <c:pt idx="2968">
                  <c:v>-0.4</c:v>
                </c:pt>
                <c:pt idx="2969">
                  <c:v>-0.4</c:v>
                </c:pt>
                <c:pt idx="2970">
                  <c:v>-0.4</c:v>
                </c:pt>
                <c:pt idx="2971">
                  <c:v>-0.4</c:v>
                </c:pt>
                <c:pt idx="2972">
                  <c:v>-0.4</c:v>
                </c:pt>
                <c:pt idx="2973">
                  <c:v>-0.4</c:v>
                </c:pt>
                <c:pt idx="2974">
                  <c:v>-0.4</c:v>
                </c:pt>
                <c:pt idx="2975">
                  <c:v>-0.4</c:v>
                </c:pt>
                <c:pt idx="2976">
                  <c:v>-0.4</c:v>
                </c:pt>
                <c:pt idx="2977">
                  <c:v>-0.4</c:v>
                </c:pt>
                <c:pt idx="2978">
                  <c:v>-0.4</c:v>
                </c:pt>
                <c:pt idx="2979">
                  <c:v>-0.4</c:v>
                </c:pt>
                <c:pt idx="2980">
                  <c:v>-0.4</c:v>
                </c:pt>
                <c:pt idx="2981">
                  <c:v>-0.4</c:v>
                </c:pt>
                <c:pt idx="2982">
                  <c:v>-0.4</c:v>
                </c:pt>
                <c:pt idx="2983">
                  <c:v>-0.4</c:v>
                </c:pt>
                <c:pt idx="2984">
                  <c:v>-0.4</c:v>
                </c:pt>
                <c:pt idx="2985">
                  <c:v>-0.4</c:v>
                </c:pt>
                <c:pt idx="2986">
                  <c:v>-0.4</c:v>
                </c:pt>
                <c:pt idx="2987">
                  <c:v>-0.4</c:v>
                </c:pt>
                <c:pt idx="2988">
                  <c:v>-0.4</c:v>
                </c:pt>
                <c:pt idx="2989">
                  <c:v>-0.4</c:v>
                </c:pt>
                <c:pt idx="2990">
                  <c:v>-0.4</c:v>
                </c:pt>
                <c:pt idx="2991">
                  <c:v>-0.4</c:v>
                </c:pt>
                <c:pt idx="2992">
                  <c:v>-0.4</c:v>
                </c:pt>
                <c:pt idx="2993">
                  <c:v>-0.4</c:v>
                </c:pt>
                <c:pt idx="2994">
                  <c:v>-0.4</c:v>
                </c:pt>
                <c:pt idx="2995">
                  <c:v>-0.4</c:v>
                </c:pt>
                <c:pt idx="2996">
                  <c:v>-0.4</c:v>
                </c:pt>
                <c:pt idx="2997">
                  <c:v>-0.4</c:v>
                </c:pt>
                <c:pt idx="2998">
                  <c:v>-0.4</c:v>
                </c:pt>
                <c:pt idx="2999">
                  <c:v>-0.4</c:v>
                </c:pt>
                <c:pt idx="3000">
                  <c:v>-0.4</c:v>
                </c:pt>
                <c:pt idx="3001">
                  <c:v>-0.4</c:v>
                </c:pt>
                <c:pt idx="3002">
                  <c:v>-0.4</c:v>
                </c:pt>
                <c:pt idx="3003">
                  <c:v>-0.4</c:v>
                </c:pt>
                <c:pt idx="3004">
                  <c:v>-0.4</c:v>
                </c:pt>
                <c:pt idx="3005">
                  <c:v>-0.4</c:v>
                </c:pt>
                <c:pt idx="3006">
                  <c:v>-0.4</c:v>
                </c:pt>
                <c:pt idx="3007">
                  <c:v>-0.4</c:v>
                </c:pt>
                <c:pt idx="3008">
                  <c:v>-0.4</c:v>
                </c:pt>
                <c:pt idx="3009">
                  <c:v>-0.4</c:v>
                </c:pt>
                <c:pt idx="3010">
                  <c:v>-0.4</c:v>
                </c:pt>
                <c:pt idx="3011">
                  <c:v>-0.4</c:v>
                </c:pt>
                <c:pt idx="3012">
                  <c:v>-0.4</c:v>
                </c:pt>
                <c:pt idx="3013">
                  <c:v>-0.4</c:v>
                </c:pt>
                <c:pt idx="3014">
                  <c:v>-0.4</c:v>
                </c:pt>
                <c:pt idx="3015">
                  <c:v>-0.4</c:v>
                </c:pt>
                <c:pt idx="3016">
                  <c:v>-0.4</c:v>
                </c:pt>
                <c:pt idx="3017">
                  <c:v>-0.4</c:v>
                </c:pt>
                <c:pt idx="3018">
                  <c:v>-0.4</c:v>
                </c:pt>
                <c:pt idx="3019">
                  <c:v>-0.4</c:v>
                </c:pt>
                <c:pt idx="3020">
                  <c:v>-0.4</c:v>
                </c:pt>
                <c:pt idx="3021">
                  <c:v>-0.4</c:v>
                </c:pt>
                <c:pt idx="3022">
                  <c:v>-0.4</c:v>
                </c:pt>
                <c:pt idx="3023">
                  <c:v>-0.4</c:v>
                </c:pt>
                <c:pt idx="3024">
                  <c:v>-0.4</c:v>
                </c:pt>
                <c:pt idx="3025">
                  <c:v>-0.4</c:v>
                </c:pt>
                <c:pt idx="3026">
                  <c:v>-0.4</c:v>
                </c:pt>
                <c:pt idx="3027">
                  <c:v>-0.4</c:v>
                </c:pt>
                <c:pt idx="3028">
                  <c:v>-0.4</c:v>
                </c:pt>
                <c:pt idx="3029">
                  <c:v>-0.4</c:v>
                </c:pt>
                <c:pt idx="3030">
                  <c:v>-0.4</c:v>
                </c:pt>
                <c:pt idx="3031">
                  <c:v>-0.4</c:v>
                </c:pt>
                <c:pt idx="3032">
                  <c:v>-0.4</c:v>
                </c:pt>
                <c:pt idx="3033">
                  <c:v>-0.4</c:v>
                </c:pt>
                <c:pt idx="3034">
                  <c:v>-0.4</c:v>
                </c:pt>
                <c:pt idx="3035">
                  <c:v>-0.4</c:v>
                </c:pt>
                <c:pt idx="3036">
                  <c:v>-0.4</c:v>
                </c:pt>
                <c:pt idx="3037">
                  <c:v>-0.4</c:v>
                </c:pt>
                <c:pt idx="3038">
                  <c:v>-0.4</c:v>
                </c:pt>
                <c:pt idx="3039">
                  <c:v>-0.4</c:v>
                </c:pt>
                <c:pt idx="3040">
                  <c:v>-0.4</c:v>
                </c:pt>
                <c:pt idx="3041">
                  <c:v>-0.4</c:v>
                </c:pt>
                <c:pt idx="3042">
                  <c:v>-0.4</c:v>
                </c:pt>
                <c:pt idx="3043">
                  <c:v>-0.4</c:v>
                </c:pt>
                <c:pt idx="3044">
                  <c:v>-0.4</c:v>
                </c:pt>
                <c:pt idx="3045">
                  <c:v>-0.4</c:v>
                </c:pt>
                <c:pt idx="3046">
                  <c:v>-0.4</c:v>
                </c:pt>
                <c:pt idx="3047">
                  <c:v>-0.4</c:v>
                </c:pt>
                <c:pt idx="3048">
                  <c:v>-0.4</c:v>
                </c:pt>
                <c:pt idx="3049">
                  <c:v>-0.4</c:v>
                </c:pt>
                <c:pt idx="3050">
                  <c:v>-0.4</c:v>
                </c:pt>
                <c:pt idx="3051">
                  <c:v>-0.4</c:v>
                </c:pt>
                <c:pt idx="3052">
                  <c:v>-0.4</c:v>
                </c:pt>
                <c:pt idx="3053">
                  <c:v>-0.4</c:v>
                </c:pt>
                <c:pt idx="3054">
                  <c:v>-0.4</c:v>
                </c:pt>
                <c:pt idx="3055">
                  <c:v>-0.4</c:v>
                </c:pt>
                <c:pt idx="3056">
                  <c:v>-0.4</c:v>
                </c:pt>
                <c:pt idx="3057">
                  <c:v>-0.4</c:v>
                </c:pt>
                <c:pt idx="3058">
                  <c:v>-0.4</c:v>
                </c:pt>
                <c:pt idx="3059">
                  <c:v>-0.4</c:v>
                </c:pt>
                <c:pt idx="3060">
                  <c:v>-0.4</c:v>
                </c:pt>
                <c:pt idx="3061">
                  <c:v>-0.4</c:v>
                </c:pt>
                <c:pt idx="3062">
                  <c:v>-0.4</c:v>
                </c:pt>
                <c:pt idx="3063">
                  <c:v>-0.4</c:v>
                </c:pt>
                <c:pt idx="3064">
                  <c:v>-0.4</c:v>
                </c:pt>
                <c:pt idx="3065">
                  <c:v>-0.4</c:v>
                </c:pt>
                <c:pt idx="3066">
                  <c:v>-0.4</c:v>
                </c:pt>
                <c:pt idx="3067">
                  <c:v>-0.4</c:v>
                </c:pt>
                <c:pt idx="3068">
                  <c:v>-0.4</c:v>
                </c:pt>
                <c:pt idx="3069">
                  <c:v>-0.4</c:v>
                </c:pt>
                <c:pt idx="3070">
                  <c:v>-0.4</c:v>
                </c:pt>
                <c:pt idx="3071">
                  <c:v>-0.4</c:v>
                </c:pt>
                <c:pt idx="3072">
                  <c:v>-0.4</c:v>
                </c:pt>
                <c:pt idx="3073">
                  <c:v>-0.4</c:v>
                </c:pt>
                <c:pt idx="3074">
                  <c:v>-0.4</c:v>
                </c:pt>
                <c:pt idx="3075">
                  <c:v>-0.4</c:v>
                </c:pt>
                <c:pt idx="3076">
                  <c:v>-0.4</c:v>
                </c:pt>
                <c:pt idx="3077">
                  <c:v>-0.4</c:v>
                </c:pt>
                <c:pt idx="3078">
                  <c:v>-0.4</c:v>
                </c:pt>
                <c:pt idx="3079">
                  <c:v>-0.4</c:v>
                </c:pt>
                <c:pt idx="3080">
                  <c:v>-0.4</c:v>
                </c:pt>
                <c:pt idx="3081">
                  <c:v>-0.4</c:v>
                </c:pt>
                <c:pt idx="3082">
                  <c:v>-0.4</c:v>
                </c:pt>
                <c:pt idx="3083">
                  <c:v>-0.4</c:v>
                </c:pt>
                <c:pt idx="3084">
                  <c:v>-0.4</c:v>
                </c:pt>
                <c:pt idx="3085">
                  <c:v>-0.4</c:v>
                </c:pt>
                <c:pt idx="3086">
                  <c:v>-0.4</c:v>
                </c:pt>
                <c:pt idx="3087">
                  <c:v>-0.4</c:v>
                </c:pt>
                <c:pt idx="3088">
                  <c:v>-0.4</c:v>
                </c:pt>
                <c:pt idx="3089">
                  <c:v>-0.4</c:v>
                </c:pt>
                <c:pt idx="3090">
                  <c:v>-0.4</c:v>
                </c:pt>
                <c:pt idx="3091">
                  <c:v>-0.4</c:v>
                </c:pt>
                <c:pt idx="3092">
                  <c:v>-0.4</c:v>
                </c:pt>
                <c:pt idx="3093">
                  <c:v>-0.4</c:v>
                </c:pt>
                <c:pt idx="3094">
                  <c:v>-0.4</c:v>
                </c:pt>
                <c:pt idx="3095">
                  <c:v>-0.4</c:v>
                </c:pt>
                <c:pt idx="3096">
                  <c:v>-0.4</c:v>
                </c:pt>
                <c:pt idx="3097">
                  <c:v>-0.4</c:v>
                </c:pt>
                <c:pt idx="3098">
                  <c:v>-0.4</c:v>
                </c:pt>
                <c:pt idx="3099">
                  <c:v>-0.4</c:v>
                </c:pt>
                <c:pt idx="3100">
                  <c:v>-0.4</c:v>
                </c:pt>
                <c:pt idx="3101">
                  <c:v>-0.4</c:v>
                </c:pt>
                <c:pt idx="3102">
                  <c:v>-0.4</c:v>
                </c:pt>
                <c:pt idx="3103">
                  <c:v>-0.4</c:v>
                </c:pt>
                <c:pt idx="3104">
                  <c:v>-0.4</c:v>
                </c:pt>
                <c:pt idx="3105">
                  <c:v>-0.4</c:v>
                </c:pt>
                <c:pt idx="3106">
                  <c:v>-0.4</c:v>
                </c:pt>
                <c:pt idx="3107">
                  <c:v>-0.4</c:v>
                </c:pt>
                <c:pt idx="3108">
                  <c:v>-0.4</c:v>
                </c:pt>
                <c:pt idx="3109">
                  <c:v>-0.4</c:v>
                </c:pt>
                <c:pt idx="3110">
                  <c:v>-0.4</c:v>
                </c:pt>
                <c:pt idx="3111">
                  <c:v>-0.4</c:v>
                </c:pt>
                <c:pt idx="3112">
                  <c:v>-0.4</c:v>
                </c:pt>
                <c:pt idx="3113">
                  <c:v>-0.4</c:v>
                </c:pt>
                <c:pt idx="3114">
                  <c:v>-0.4</c:v>
                </c:pt>
                <c:pt idx="3115">
                  <c:v>-0.4</c:v>
                </c:pt>
                <c:pt idx="3116">
                  <c:v>-0.4</c:v>
                </c:pt>
                <c:pt idx="3117">
                  <c:v>-0.4</c:v>
                </c:pt>
                <c:pt idx="3118">
                  <c:v>-0.4</c:v>
                </c:pt>
                <c:pt idx="3119">
                  <c:v>-0.4</c:v>
                </c:pt>
                <c:pt idx="3120">
                  <c:v>-0.4</c:v>
                </c:pt>
                <c:pt idx="3121">
                  <c:v>-0.4</c:v>
                </c:pt>
                <c:pt idx="3122">
                  <c:v>-0.4</c:v>
                </c:pt>
                <c:pt idx="3123">
                  <c:v>-0.4</c:v>
                </c:pt>
                <c:pt idx="3124">
                  <c:v>-0.4</c:v>
                </c:pt>
                <c:pt idx="3125">
                  <c:v>-0.4</c:v>
                </c:pt>
                <c:pt idx="3126">
                  <c:v>-0.4</c:v>
                </c:pt>
                <c:pt idx="3127">
                  <c:v>-0.4</c:v>
                </c:pt>
                <c:pt idx="3128">
                  <c:v>-0.4</c:v>
                </c:pt>
                <c:pt idx="3129">
                  <c:v>-0.4</c:v>
                </c:pt>
                <c:pt idx="3130">
                  <c:v>-0.4</c:v>
                </c:pt>
                <c:pt idx="3131">
                  <c:v>-0.4</c:v>
                </c:pt>
                <c:pt idx="3132">
                  <c:v>-0.4</c:v>
                </c:pt>
                <c:pt idx="3133">
                  <c:v>-0.4</c:v>
                </c:pt>
                <c:pt idx="3134">
                  <c:v>-0.4</c:v>
                </c:pt>
                <c:pt idx="3135">
                  <c:v>-0.4</c:v>
                </c:pt>
                <c:pt idx="3136">
                  <c:v>-0.4</c:v>
                </c:pt>
                <c:pt idx="3137">
                  <c:v>-0.4</c:v>
                </c:pt>
                <c:pt idx="3138">
                  <c:v>-0.4</c:v>
                </c:pt>
                <c:pt idx="3139">
                  <c:v>-0.4</c:v>
                </c:pt>
                <c:pt idx="3140">
                  <c:v>-0.4</c:v>
                </c:pt>
                <c:pt idx="3141">
                  <c:v>-0.4</c:v>
                </c:pt>
                <c:pt idx="3142">
                  <c:v>-0.4</c:v>
                </c:pt>
                <c:pt idx="3143">
                  <c:v>-0.4</c:v>
                </c:pt>
                <c:pt idx="3144">
                  <c:v>-0.4</c:v>
                </c:pt>
                <c:pt idx="3145">
                  <c:v>-0.4</c:v>
                </c:pt>
                <c:pt idx="3146">
                  <c:v>-0.4</c:v>
                </c:pt>
                <c:pt idx="3147">
                  <c:v>-0.4</c:v>
                </c:pt>
                <c:pt idx="3148">
                  <c:v>-0.4</c:v>
                </c:pt>
                <c:pt idx="3149">
                  <c:v>-0.4</c:v>
                </c:pt>
                <c:pt idx="3150">
                  <c:v>-0.4</c:v>
                </c:pt>
                <c:pt idx="3151">
                  <c:v>-0.4</c:v>
                </c:pt>
                <c:pt idx="3152">
                  <c:v>-0.4</c:v>
                </c:pt>
                <c:pt idx="3153">
                  <c:v>-0.4</c:v>
                </c:pt>
                <c:pt idx="3154">
                  <c:v>-0.4</c:v>
                </c:pt>
                <c:pt idx="3155">
                  <c:v>-0.4</c:v>
                </c:pt>
                <c:pt idx="3156">
                  <c:v>-0.4</c:v>
                </c:pt>
                <c:pt idx="3157">
                  <c:v>-0.4</c:v>
                </c:pt>
                <c:pt idx="3158">
                  <c:v>-0.4</c:v>
                </c:pt>
                <c:pt idx="3159">
                  <c:v>-0.4</c:v>
                </c:pt>
                <c:pt idx="3160">
                  <c:v>-0.4</c:v>
                </c:pt>
                <c:pt idx="3161">
                  <c:v>-0.4</c:v>
                </c:pt>
                <c:pt idx="3162">
                  <c:v>-0.4</c:v>
                </c:pt>
                <c:pt idx="3163">
                  <c:v>-0.4</c:v>
                </c:pt>
                <c:pt idx="3164">
                  <c:v>-0.4</c:v>
                </c:pt>
                <c:pt idx="3165">
                  <c:v>-0.4</c:v>
                </c:pt>
                <c:pt idx="3166">
                  <c:v>-0.4</c:v>
                </c:pt>
                <c:pt idx="3167">
                  <c:v>-0.4</c:v>
                </c:pt>
                <c:pt idx="3168">
                  <c:v>-0.4</c:v>
                </c:pt>
                <c:pt idx="3169">
                  <c:v>-0.4</c:v>
                </c:pt>
                <c:pt idx="3170">
                  <c:v>-0.4</c:v>
                </c:pt>
                <c:pt idx="3171">
                  <c:v>-0.4</c:v>
                </c:pt>
                <c:pt idx="3172">
                  <c:v>-0.4</c:v>
                </c:pt>
                <c:pt idx="3173">
                  <c:v>-0.4</c:v>
                </c:pt>
                <c:pt idx="3174">
                  <c:v>-0.4</c:v>
                </c:pt>
                <c:pt idx="3175">
                  <c:v>-0.4</c:v>
                </c:pt>
                <c:pt idx="3176">
                  <c:v>-0.4</c:v>
                </c:pt>
                <c:pt idx="3177">
                  <c:v>-0.4</c:v>
                </c:pt>
                <c:pt idx="3178">
                  <c:v>-0.4</c:v>
                </c:pt>
                <c:pt idx="3179">
                  <c:v>-0.4</c:v>
                </c:pt>
                <c:pt idx="3180">
                  <c:v>-0.4</c:v>
                </c:pt>
                <c:pt idx="3181">
                  <c:v>-0.4</c:v>
                </c:pt>
                <c:pt idx="3182">
                  <c:v>-0.4</c:v>
                </c:pt>
                <c:pt idx="3183">
                  <c:v>-0.4</c:v>
                </c:pt>
                <c:pt idx="3184">
                  <c:v>-0.4</c:v>
                </c:pt>
                <c:pt idx="3185">
                  <c:v>-0.4</c:v>
                </c:pt>
                <c:pt idx="3186">
                  <c:v>-0.4</c:v>
                </c:pt>
                <c:pt idx="3187">
                  <c:v>-0.4</c:v>
                </c:pt>
                <c:pt idx="3188">
                  <c:v>-0.4</c:v>
                </c:pt>
                <c:pt idx="3189">
                  <c:v>-0.4</c:v>
                </c:pt>
                <c:pt idx="3190">
                  <c:v>-0.4</c:v>
                </c:pt>
                <c:pt idx="3191">
                  <c:v>-0.4</c:v>
                </c:pt>
                <c:pt idx="3192">
                  <c:v>-0.4</c:v>
                </c:pt>
                <c:pt idx="3193">
                  <c:v>-0.4</c:v>
                </c:pt>
                <c:pt idx="3194">
                  <c:v>-0.4</c:v>
                </c:pt>
                <c:pt idx="3195">
                  <c:v>-0.4</c:v>
                </c:pt>
                <c:pt idx="3196">
                  <c:v>-0.4</c:v>
                </c:pt>
                <c:pt idx="3197">
                  <c:v>-0.4</c:v>
                </c:pt>
                <c:pt idx="3198">
                  <c:v>-0.4</c:v>
                </c:pt>
                <c:pt idx="3199">
                  <c:v>-0.4</c:v>
                </c:pt>
                <c:pt idx="3200">
                  <c:v>-0.4</c:v>
                </c:pt>
                <c:pt idx="3201">
                  <c:v>-0.4</c:v>
                </c:pt>
                <c:pt idx="3202">
                  <c:v>-0.4</c:v>
                </c:pt>
                <c:pt idx="3203">
                  <c:v>-0.4</c:v>
                </c:pt>
                <c:pt idx="3204">
                  <c:v>-0.4</c:v>
                </c:pt>
                <c:pt idx="3205">
                  <c:v>-0.4</c:v>
                </c:pt>
                <c:pt idx="3206">
                  <c:v>-0.4</c:v>
                </c:pt>
                <c:pt idx="3207">
                  <c:v>-0.4</c:v>
                </c:pt>
                <c:pt idx="3208">
                  <c:v>-0.4</c:v>
                </c:pt>
                <c:pt idx="3209">
                  <c:v>-0.4</c:v>
                </c:pt>
                <c:pt idx="3210">
                  <c:v>-0.4</c:v>
                </c:pt>
                <c:pt idx="3211">
                  <c:v>-0.4</c:v>
                </c:pt>
                <c:pt idx="3212">
                  <c:v>-0.4</c:v>
                </c:pt>
                <c:pt idx="3213">
                  <c:v>-0.4</c:v>
                </c:pt>
                <c:pt idx="3214">
                  <c:v>-0.4</c:v>
                </c:pt>
                <c:pt idx="3215">
                  <c:v>-0.4</c:v>
                </c:pt>
                <c:pt idx="3216">
                  <c:v>-0.4</c:v>
                </c:pt>
                <c:pt idx="3217">
                  <c:v>-0.4</c:v>
                </c:pt>
                <c:pt idx="3218">
                  <c:v>-0.4</c:v>
                </c:pt>
                <c:pt idx="3219">
                  <c:v>-0.4</c:v>
                </c:pt>
                <c:pt idx="3220">
                  <c:v>-0.4</c:v>
                </c:pt>
                <c:pt idx="3221">
                  <c:v>-0.4</c:v>
                </c:pt>
                <c:pt idx="3222">
                  <c:v>-0.4</c:v>
                </c:pt>
                <c:pt idx="3223">
                  <c:v>-0.4</c:v>
                </c:pt>
                <c:pt idx="3224">
                  <c:v>-0.4</c:v>
                </c:pt>
                <c:pt idx="3225">
                  <c:v>-0.4</c:v>
                </c:pt>
                <c:pt idx="3226">
                  <c:v>-0.4</c:v>
                </c:pt>
                <c:pt idx="3227">
                  <c:v>-0.4</c:v>
                </c:pt>
                <c:pt idx="3228">
                  <c:v>-0.4</c:v>
                </c:pt>
                <c:pt idx="3229">
                  <c:v>-0.4</c:v>
                </c:pt>
                <c:pt idx="3230">
                  <c:v>-0.4</c:v>
                </c:pt>
                <c:pt idx="3231">
                  <c:v>-0.4</c:v>
                </c:pt>
                <c:pt idx="3232">
                  <c:v>-0.4</c:v>
                </c:pt>
                <c:pt idx="3233">
                  <c:v>-0.4</c:v>
                </c:pt>
                <c:pt idx="3234">
                  <c:v>-0.4</c:v>
                </c:pt>
                <c:pt idx="3235">
                  <c:v>-0.4</c:v>
                </c:pt>
                <c:pt idx="3236">
                  <c:v>-0.4</c:v>
                </c:pt>
                <c:pt idx="3237">
                  <c:v>-0.4</c:v>
                </c:pt>
                <c:pt idx="3238">
                  <c:v>-0.4</c:v>
                </c:pt>
                <c:pt idx="3239">
                  <c:v>-0.4</c:v>
                </c:pt>
                <c:pt idx="3240">
                  <c:v>-0.4</c:v>
                </c:pt>
                <c:pt idx="3241">
                  <c:v>-0.4</c:v>
                </c:pt>
                <c:pt idx="3242">
                  <c:v>-0.4</c:v>
                </c:pt>
                <c:pt idx="3243">
                  <c:v>-0.4</c:v>
                </c:pt>
                <c:pt idx="3244">
                  <c:v>-0.4</c:v>
                </c:pt>
                <c:pt idx="3245">
                  <c:v>-0.4</c:v>
                </c:pt>
                <c:pt idx="3246">
                  <c:v>-0.4</c:v>
                </c:pt>
                <c:pt idx="3247">
                  <c:v>-0.4</c:v>
                </c:pt>
                <c:pt idx="3248">
                  <c:v>-0.4</c:v>
                </c:pt>
                <c:pt idx="3249">
                  <c:v>-0.4</c:v>
                </c:pt>
                <c:pt idx="3250">
                  <c:v>-0.4</c:v>
                </c:pt>
                <c:pt idx="3251">
                  <c:v>-0.4</c:v>
                </c:pt>
                <c:pt idx="3252">
                  <c:v>-0.4</c:v>
                </c:pt>
                <c:pt idx="3253">
                  <c:v>-0.4</c:v>
                </c:pt>
                <c:pt idx="3254">
                  <c:v>-0.4</c:v>
                </c:pt>
                <c:pt idx="3255">
                  <c:v>-0.4</c:v>
                </c:pt>
                <c:pt idx="3256">
                  <c:v>-0.4</c:v>
                </c:pt>
                <c:pt idx="3257">
                  <c:v>-0.4</c:v>
                </c:pt>
                <c:pt idx="3258">
                  <c:v>-0.4</c:v>
                </c:pt>
                <c:pt idx="3259">
                  <c:v>-0.4</c:v>
                </c:pt>
                <c:pt idx="3260">
                  <c:v>-0.4</c:v>
                </c:pt>
                <c:pt idx="3261">
                  <c:v>-0.4</c:v>
                </c:pt>
                <c:pt idx="3262">
                  <c:v>-0.4</c:v>
                </c:pt>
                <c:pt idx="3263">
                  <c:v>-0.4</c:v>
                </c:pt>
                <c:pt idx="3264">
                  <c:v>-0.4</c:v>
                </c:pt>
                <c:pt idx="3265">
                  <c:v>-0.4</c:v>
                </c:pt>
                <c:pt idx="3266">
                  <c:v>-0.4</c:v>
                </c:pt>
                <c:pt idx="3267">
                  <c:v>-0.4</c:v>
                </c:pt>
                <c:pt idx="3268">
                  <c:v>-0.4</c:v>
                </c:pt>
                <c:pt idx="3269">
                  <c:v>-0.4</c:v>
                </c:pt>
                <c:pt idx="3270">
                  <c:v>-0.4</c:v>
                </c:pt>
                <c:pt idx="3271">
                  <c:v>-0.4</c:v>
                </c:pt>
                <c:pt idx="3272">
                  <c:v>-0.4</c:v>
                </c:pt>
                <c:pt idx="3273">
                  <c:v>-0.4</c:v>
                </c:pt>
                <c:pt idx="3274">
                  <c:v>-0.4</c:v>
                </c:pt>
                <c:pt idx="3275">
                  <c:v>-0.4</c:v>
                </c:pt>
                <c:pt idx="3276">
                  <c:v>-0.4</c:v>
                </c:pt>
                <c:pt idx="3277">
                  <c:v>-0.4</c:v>
                </c:pt>
                <c:pt idx="3278">
                  <c:v>-0.4</c:v>
                </c:pt>
                <c:pt idx="3279">
                  <c:v>-0.4</c:v>
                </c:pt>
                <c:pt idx="3280">
                  <c:v>-0.4</c:v>
                </c:pt>
                <c:pt idx="3281">
                  <c:v>-0.4</c:v>
                </c:pt>
                <c:pt idx="3282">
                  <c:v>-0.4</c:v>
                </c:pt>
                <c:pt idx="3283">
                  <c:v>-0.4</c:v>
                </c:pt>
                <c:pt idx="3284">
                  <c:v>-0.4</c:v>
                </c:pt>
                <c:pt idx="3285">
                  <c:v>-0.4</c:v>
                </c:pt>
                <c:pt idx="3286">
                  <c:v>-0.4</c:v>
                </c:pt>
                <c:pt idx="3287">
                  <c:v>-0.4</c:v>
                </c:pt>
                <c:pt idx="3288">
                  <c:v>-0.4</c:v>
                </c:pt>
                <c:pt idx="3289">
                  <c:v>-0.4</c:v>
                </c:pt>
                <c:pt idx="3290">
                  <c:v>-0.4</c:v>
                </c:pt>
                <c:pt idx="3291">
                  <c:v>-0.4</c:v>
                </c:pt>
                <c:pt idx="3292">
                  <c:v>-0.4</c:v>
                </c:pt>
                <c:pt idx="3293">
                  <c:v>-0.4</c:v>
                </c:pt>
                <c:pt idx="3294">
                  <c:v>-0.4</c:v>
                </c:pt>
                <c:pt idx="3295">
                  <c:v>-0.4</c:v>
                </c:pt>
                <c:pt idx="3296">
                  <c:v>-0.4</c:v>
                </c:pt>
                <c:pt idx="3297">
                  <c:v>-0.4</c:v>
                </c:pt>
                <c:pt idx="3298">
                  <c:v>-0.4</c:v>
                </c:pt>
                <c:pt idx="3299">
                  <c:v>-0.4</c:v>
                </c:pt>
                <c:pt idx="3300">
                  <c:v>-0.4</c:v>
                </c:pt>
                <c:pt idx="3301">
                  <c:v>-0.4</c:v>
                </c:pt>
                <c:pt idx="3302">
                  <c:v>-0.4</c:v>
                </c:pt>
                <c:pt idx="3303">
                  <c:v>-0.4</c:v>
                </c:pt>
                <c:pt idx="3304">
                  <c:v>-0.4</c:v>
                </c:pt>
                <c:pt idx="3305">
                  <c:v>-0.4</c:v>
                </c:pt>
                <c:pt idx="3306">
                  <c:v>-0.4</c:v>
                </c:pt>
                <c:pt idx="3307">
                  <c:v>-0.4</c:v>
                </c:pt>
                <c:pt idx="3308">
                  <c:v>-0.4</c:v>
                </c:pt>
                <c:pt idx="3309">
                  <c:v>-0.4</c:v>
                </c:pt>
                <c:pt idx="3310">
                  <c:v>-0.4</c:v>
                </c:pt>
                <c:pt idx="3311">
                  <c:v>-0.4</c:v>
                </c:pt>
                <c:pt idx="3312">
                  <c:v>-0.4</c:v>
                </c:pt>
                <c:pt idx="3313">
                  <c:v>-0.4</c:v>
                </c:pt>
                <c:pt idx="3314">
                  <c:v>-0.4</c:v>
                </c:pt>
                <c:pt idx="3315">
                  <c:v>-0.4</c:v>
                </c:pt>
                <c:pt idx="3316">
                  <c:v>-0.4</c:v>
                </c:pt>
                <c:pt idx="3317">
                  <c:v>-0.4</c:v>
                </c:pt>
                <c:pt idx="3318">
                  <c:v>-0.4</c:v>
                </c:pt>
                <c:pt idx="3319">
                  <c:v>-0.4</c:v>
                </c:pt>
                <c:pt idx="3320">
                  <c:v>-0.4</c:v>
                </c:pt>
                <c:pt idx="3321">
                  <c:v>-0.4</c:v>
                </c:pt>
                <c:pt idx="3322">
                  <c:v>-0.4</c:v>
                </c:pt>
                <c:pt idx="3323">
                  <c:v>-0.4</c:v>
                </c:pt>
                <c:pt idx="3324">
                  <c:v>-0.4</c:v>
                </c:pt>
                <c:pt idx="3325">
                  <c:v>-0.4</c:v>
                </c:pt>
                <c:pt idx="3326">
                  <c:v>-0.4</c:v>
                </c:pt>
                <c:pt idx="3327">
                  <c:v>-0.4</c:v>
                </c:pt>
                <c:pt idx="3328">
                  <c:v>-0.4</c:v>
                </c:pt>
                <c:pt idx="3329">
                  <c:v>-0.4</c:v>
                </c:pt>
                <c:pt idx="3330">
                  <c:v>-0.4</c:v>
                </c:pt>
                <c:pt idx="3331">
                  <c:v>-0.4</c:v>
                </c:pt>
                <c:pt idx="3332">
                  <c:v>-0.4</c:v>
                </c:pt>
                <c:pt idx="3333">
                  <c:v>-0.4</c:v>
                </c:pt>
                <c:pt idx="3334">
                  <c:v>-0.4</c:v>
                </c:pt>
                <c:pt idx="3335">
                  <c:v>-0.4</c:v>
                </c:pt>
                <c:pt idx="3336">
                  <c:v>-0.4</c:v>
                </c:pt>
                <c:pt idx="3337">
                  <c:v>-0.4</c:v>
                </c:pt>
                <c:pt idx="3338">
                  <c:v>-0.4</c:v>
                </c:pt>
                <c:pt idx="3339">
                  <c:v>-0.4</c:v>
                </c:pt>
                <c:pt idx="3340">
                  <c:v>-0.4</c:v>
                </c:pt>
                <c:pt idx="3341">
                  <c:v>-0.4</c:v>
                </c:pt>
                <c:pt idx="3342">
                  <c:v>-0.4</c:v>
                </c:pt>
                <c:pt idx="3343">
                  <c:v>-0.4</c:v>
                </c:pt>
                <c:pt idx="3344">
                  <c:v>-0.4</c:v>
                </c:pt>
                <c:pt idx="3345">
                  <c:v>-0.4</c:v>
                </c:pt>
                <c:pt idx="3346">
                  <c:v>-0.4</c:v>
                </c:pt>
                <c:pt idx="3347">
                  <c:v>-0.4</c:v>
                </c:pt>
                <c:pt idx="3348">
                  <c:v>-0.4</c:v>
                </c:pt>
                <c:pt idx="3349">
                  <c:v>-0.4</c:v>
                </c:pt>
                <c:pt idx="3350">
                  <c:v>-0.4</c:v>
                </c:pt>
                <c:pt idx="3351">
                  <c:v>-0.4</c:v>
                </c:pt>
                <c:pt idx="3352">
                  <c:v>-0.4</c:v>
                </c:pt>
                <c:pt idx="3353">
                  <c:v>-0.4</c:v>
                </c:pt>
                <c:pt idx="3354">
                  <c:v>-0.4</c:v>
                </c:pt>
                <c:pt idx="3355">
                  <c:v>-0.4</c:v>
                </c:pt>
                <c:pt idx="3356">
                  <c:v>-0.4</c:v>
                </c:pt>
                <c:pt idx="3357">
                  <c:v>-0.4</c:v>
                </c:pt>
                <c:pt idx="3358">
                  <c:v>-0.4</c:v>
                </c:pt>
                <c:pt idx="3359">
                  <c:v>-0.4</c:v>
                </c:pt>
                <c:pt idx="3360">
                  <c:v>-0.4</c:v>
                </c:pt>
                <c:pt idx="3361">
                  <c:v>-0.4</c:v>
                </c:pt>
                <c:pt idx="3362">
                  <c:v>-0.4</c:v>
                </c:pt>
                <c:pt idx="3363">
                  <c:v>-0.4</c:v>
                </c:pt>
                <c:pt idx="3364">
                  <c:v>-0.4</c:v>
                </c:pt>
                <c:pt idx="3365">
                  <c:v>-0.4</c:v>
                </c:pt>
                <c:pt idx="3366">
                  <c:v>-0.4</c:v>
                </c:pt>
                <c:pt idx="3367">
                  <c:v>-0.4</c:v>
                </c:pt>
                <c:pt idx="3368">
                  <c:v>-0.4</c:v>
                </c:pt>
                <c:pt idx="3369">
                  <c:v>-0.4</c:v>
                </c:pt>
                <c:pt idx="3370">
                  <c:v>-0.4</c:v>
                </c:pt>
                <c:pt idx="3371">
                  <c:v>-0.4</c:v>
                </c:pt>
                <c:pt idx="3372">
                  <c:v>-0.4</c:v>
                </c:pt>
                <c:pt idx="3373">
                  <c:v>-0.4</c:v>
                </c:pt>
                <c:pt idx="3374">
                  <c:v>-0.4</c:v>
                </c:pt>
                <c:pt idx="3375">
                  <c:v>-0.4</c:v>
                </c:pt>
                <c:pt idx="3376">
                  <c:v>-0.4</c:v>
                </c:pt>
                <c:pt idx="3377">
                  <c:v>-0.4</c:v>
                </c:pt>
                <c:pt idx="3378">
                  <c:v>-0.4</c:v>
                </c:pt>
                <c:pt idx="3379">
                  <c:v>-0.4</c:v>
                </c:pt>
                <c:pt idx="3380">
                  <c:v>-0.4</c:v>
                </c:pt>
                <c:pt idx="3381">
                  <c:v>-0.4</c:v>
                </c:pt>
                <c:pt idx="3382">
                  <c:v>-0.4</c:v>
                </c:pt>
                <c:pt idx="3383">
                  <c:v>-0.4</c:v>
                </c:pt>
                <c:pt idx="3384">
                  <c:v>-0.4</c:v>
                </c:pt>
                <c:pt idx="3385">
                  <c:v>-0.4</c:v>
                </c:pt>
                <c:pt idx="3386">
                  <c:v>-0.4</c:v>
                </c:pt>
                <c:pt idx="3387">
                  <c:v>-0.4</c:v>
                </c:pt>
                <c:pt idx="3388">
                  <c:v>-0.4</c:v>
                </c:pt>
                <c:pt idx="3389">
                  <c:v>-0.4</c:v>
                </c:pt>
                <c:pt idx="3390">
                  <c:v>-0.4</c:v>
                </c:pt>
                <c:pt idx="3391">
                  <c:v>-0.4</c:v>
                </c:pt>
                <c:pt idx="3392">
                  <c:v>-0.4</c:v>
                </c:pt>
                <c:pt idx="3393">
                  <c:v>-0.4</c:v>
                </c:pt>
                <c:pt idx="3394">
                  <c:v>-0.4</c:v>
                </c:pt>
                <c:pt idx="3395">
                  <c:v>-0.4</c:v>
                </c:pt>
                <c:pt idx="3396">
                  <c:v>-0.4</c:v>
                </c:pt>
                <c:pt idx="3397">
                  <c:v>-0.4</c:v>
                </c:pt>
                <c:pt idx="3398">
                  <c:v>-0.4</c:v>
                </c:pt>
                <c:pt idx="3399">
                  <c:v>-0.4</c:v>
                </c:pt>
                <c:pt idx="3400">
                  <c:v>-0.4</c:v>
                </c:pt>
                <c:pt idx="3401">
                  <c:v>-0.4</c:v>
                </c:pt>
                <c:pt idx="3402">
                  <c:v>-0.4</c:v>
                </c:pt>
                <c:pt idx="3403">
                  <c:v>-0.4</c:v>
                </c:pt>
                <c:pt idx="3404">
                  <c:v>-0.4</c:v>
                </c:pt>
                <c:pt idx="3405">
                  <c:v>-0.4</c:v>
                </c:pt>
                <c:pt idx="3406">
                  <c:v>-0.4</c:v>
                </c:pt>
                <c:pt idx="3407">
                  <c:v>-0.4</c:v>
                </c:pt>
                <c:pt idx="3408">
                  <c:v>-0.4</c:v>
                </c:pt>
                <c:pt idx="3409">
                  <c:v>-0.4</c:v>
                </c:pt>
                <c:pt idx="3410">
                  <c:v>-0.4</c:v>
                </c:pt>
                <c:pt idx="3411">
                  <c:v>-0.4</c:v>
                </c:pt>
                <c:pt idx="3412">
                  <c:v>-0.4</c:v>
                </c:pt>
                <c:pt idx="3413">
                  <c:v>-0.4</c:v>
                </c:pt>
                <c:pt idx="3414">
                  <c:v>-0.4</c:v>
                </c:pt>
                <c:pt idx="3415">
                  <c:v>-0.4</c:v>
                </c:pt>
                <c:pt idx="3416">
                  <c:v>-0.4</c:v>
                </c:pt>
                <c:pt idx="3417">
                  <c:v>-0.4</c:v>
                </c:pt>
                <c:pt idx="3418">
                  <c:v>-0.4</c:v>
                </c:pt>
                <c:pt idx="3419">
                  <c:v>-0.4</c:v>
                </c:pt>
                <c:pt idx="3420">
                  <c:v>-0.4</c:v>
                </c:pt>
                <c:pt idx="3421">
                  <c:v>-0.4</c:v>
                </c:pt>
                <c:pt idx="3422">
                  <c:v>-0.4</c:v>
                </c:pt>
                <c:pt idx="3423">
                  <c:v>-0.4</c:v>
                </c:pt>
                <c:pt idx="3424">
                  <c:v>-0.4</c:v>
                </c:pt>
                <c:pt idx="3425">
                  <c:v>-0.4</c:v>
                </c:pt>
                <c:pt idx="3426">
                  <c:v>-0.4</c:v>
                </c:pt>
                <c:pt idx="3427">
                  <c:v>-0.4</c:v>
                </c:pt>
                <c:pt idx="3428">
                  <c:v>-0.4</c:v>
                </c:pt>
                <c:pt idx="3429">
                  <c:v>-0.4</c:v>
                </c:pt>
                <c:pt idx="3430">
                  <c:v>-0.4</c:v>
                </c:pt>
                <c:pt idx="3431">
                  <c:v>-0.4</c:v>
                </c:pt>
                <c:pt idx="3432">
                  <c:v>-0.4</c:v>
                </c:pt>
                <c:pt idx="3433">
                  <c:v>-0.4</c:v>
                </c:pt>
                <c:pt idx="3434">
                  <c:v>-0.4</c:v>
                </c:pt>
                <c:pt idx="3435">
                  <c:v>-0.4</c:v>
                </c:pt>
                <c:pt idx="3436">
                  <c:v>-0.4</c:v>
                </c:pt>
                <c:pt idx="3437">
                  <c:v>-0.4</c:v>
                </c:pt>
                <c:pt idx="3438">
                  <c:v>-0.4</c:v>
                </c:pt>
                <c:pt idx="3439">
                  <c:v>-0.4</c:v>
                </c:pt>
                <c:pt idx="3440">
                  <c:v>-0.4</c:v>
                </c:pt>
                <c:pt idx="3441">
                  <c:v>-0.4</c:v>
                </c:pt>
                <c:pt idx="3442">
                  <c:v>-0.4</c:v>
                </c:pt>
                <c:pt idx="3443">
                  <c:v>-0.4</c:v>
                </c:pt>
                <c:pt idx="3444">
                  <c:v>-0.4</c:v>
                </c:pt>
                <c:pt idx="3445">
                  <c:v>-0.4</c:v>
                </c:pt>
                <c:pt idx="3446">
                  <c:v>-0.4</c:v>
                </c:pt>
                <c:pt idx="3447">
                  <c:v>-0.4</c:v>
                </c:pt>
                <c:pt idx="3448">
                  <c:v>-0.4</c:v>
                </c:pt>
                <c:pt idx="3449">
                  <c:v>-0.4</c:v>
                </c:pt>
                <c:pt idx="3450">
                  <c:v>-0.4</c:v>
                </c:pt>
                <c:pt idx="3451">
                  <c:v>-0.4</c:v>
                </c:pt>
                <c:pt idx="3452">
                  <c:v>-0.4</c:v>
                </c:pt>
                <c:pt idx="3453">
                  <c:v>-0.4</c:v>
                </c:pt>
                <c:pt idx="3454">
                  <c:v>-0.4</c:v>
                </c:pt>
                <c:pt idx="3455">
                  <c:v>-0.4</c:v>
                </c:pt>
                <c:pt idx="3456">
                  <c:v>-0.4</c:v>
                </c:pt>
                <c:pt idx="3457">
                  <c:v>-0.4</c:v>
                </c:pt>
                <c:pt idx="3458">
                  <c:v>-0.4</c:v>
                </c:pt>
                <c:pt idx="3459">
                  <c:v>-0.4</c:v>
                </c:pt>
                <c:pt idx="3460">
                  <c:v>-0.4</c:v>
                </c:pt>
                <c:pt idx="3461">
                  <c:v>-0.4</c:v>
                </c:pt>
                <c:pt idx="3462">
                  <c:v>-0.4</c:v>
                </c:pt>
                <c:pt idx="3463">
                  <c:v>-0.4</c:v>
                </c:pt>
                <c:pt idx="3464">
                  <c:v>-0.4</c:v>
                </c:pt>
                <c:pt idx="3465">
                  <c:v>-0.4</c:v>
                </c:pt>
                <c:pt idx="3466">
                  <c:v>-0.4</c:v>
                </c:pt>
                <c:pt idx="3467">
                  <c:v>-0.4</c:v>
                </c:pt>
                <c:pt idx="3468">
                  <c:v>-0.4</c:v>
                </c:pt>
                <c:pt idx="3469">
                  <c:v>-0.4</c:v>
                </c:pt>
                <c:pt idx="3470">
                  <c:v>-0.4</c:v>
                </c:pt>
                <c:pt idx="3471">
                  <c:v>-0.4</c:v>
                </c:pt>
                <c:pt idx="3472">
                  <c:v>-0.4</c:v>
                </c:pt>
                <c:pt idx="3473">
                  <c:v>-0.4</c:v>
                </c:pt>
                <c:pt idx="3474">
                  <c:v>-0.4</c:v>
                </c:pt>
                <c:pt idx="3475">
                  <c:v>-0.4</c:v>
                </c:pt>
                <c:pt idx="3476">
                  <c:v>-0.4</c:v>
                </c:pt>
                <c:pt idx="3477">
                  <c:v>-0.4</c:v>
                </c:pt>
                <c:pt idx="3478">
                  <c:v>-0.4</c:v>
                </c:pt>
                <c:pt idx="3479">
                  <c:v>-0.4</c:v>
                </c:pt>
                <c:pt idx="3480">
                  <c:v>-0.4</c:v>
                </c:pt>
                <c:pt idx="3481">
                  <c:v>-0.4</c:v>
                </c:pt>
                <c:pt idx="3482">
                  <c:v>-0.4</c:v>
                </c:pt>
                <c:pt idx="3483">
                  <c:v>-0.4</c:v>
                </c:pt>
                <c:pt idx="3484">
                  <c:v>-0.4</c:v>
                </c:pt>
                <c:pt idx="3485">
                  <c:v>-0.4</c:v>
                </c:pt>
                <c:pt idx="3486">
                  <c:v>-0.4</c:v>
                </c:pt>
                <c:pt idx="3487">
                  <c:v>-0.4</c:v>
                </c:pt>
                <c:pt idx="3488">
                  <c:v>-0.4</c:v>
                </c:pt>
                <c:pt idx="3489">
                  <c:v>-0.4</c:v>
                </c:pt>
                <c:pt idx="3490">
                  <c:v>-0.4</c:v>
                </c:pt>
                <c:pt idx="3491">
                  <c:v>-0.4</c:v>
                </c:pt>
                <c:pt idx="3492">
                  <c:v>-0.4</c:v>
                </c:pt>
                <c:pt idx="3493">
                  <c:v>-0.4</c:v>
                </c:pt>
                <c:pt idx="3494">
                  <c:v>-0.4</c:v>
                </c:pt>
                <c:pt idx="3495">
                  <c:v>-0.4</c:v>
                </c:pt>
                <c:pt idx="3496">
                  <c:v>-0.4</c:v>
                </c:pt>
                <c:pt idx="3497">
                  <c:v>-0.4</c:v>
                </c:pt>
                <c:pt idx="3498">
                  <c:v>-0.4</c:v>
                </c:pt>
                <c:pt idx="3499">
                  <c:v>-0.4</c:v>
                </c:pt>
                <c:pt idx="3500">
                  <c:v>-0.4</c:v>
                </c:pt>
                <c:pt idx="3501">
                  <c:v>-0.4</c:v>
                </c:pt>
                <c:pt idx="3502">
                  <c:v>-0.4</c:v>
                </c:pt>
                <c:pt idx="3503">
                  <c:v>-0.4</c:v>
                </c:pt>
                <c:pt idx="3504">
                  <c:v>-0.4</c:v>
                </c:pt>
                <c:pt idx="3505">
                  <c:v>-0.4</c:v>
                </c:pt>
                <c:pt idx="3506">
                  <c:v>-0.4</c:v>
                </c:pt>
                <c:pt idx="3507">
                  <c:v>-0.4</c:v>
                </c:pt>
                <c:pt idx="3508">
                  <c:v>-0.4</c:v>
                </c:pt>
                <c:pt idx="3509">
                  <c:v>-0.4</c:v>
                </c:pt>
                <c:pt idx="3510">
                  <c:v>-0.4</c:v>
                </c:pt>
                <c:pt idx="3511">
                  <c:v>-0.4</c:v>
                </c:pt>
                <c:pt idx="3512">
                  <c:v>-0.4</c:v>
                </c:pt>
                <c:pt idx="3513">
                  <c:v>-0.4</c:v>
                </c:pt>
                <c:pt idx="3514">
                  <c:v>-0.4</c:v>
                </c:pt>
                <c:pt idx="3515">
                  <c:v>-0.4</c:v>
                </c:pt>
                <c:pt idx="3516">
                  <c:v>-0.4</c:v>
                </c:pt>
                <c:pt idx="3517">
                  <c:v>-0.4</c:v>
                </c:pt>
                <c:pt idx="3518">
                  <c:v>-0.4</c:v>
                </c:pt>
                <c:pt idx="3519">
                  <c:v>-0.4</c:v>
                </c:pt>
                <c:pt idx="3520">
                  <c:v>-0.4</c:v>
                </c:pt>
                <c:pt idx="3521">
                  <c:v>-0.4</c:v>
                </c:pt>
                <c:pt idx="3522">
                  <c:v>-0.4</c:v>
                </c:pt>
                <c:pt idx="3523">
                  <c:v>-0.4</c:v>
                </c:pt>
                <c:pt idx="3524">
                  <c:v>-0.4</c:v>
                </c:pt>
                <c:pt idx="3525">
                  <c:v>-0.4</c:v>
                </c:pt>
                <c:pt idx="3526">
                  <c:v>-0.4</c:v>
                </c:pt>
                <c:pt idx="3527">
                  <c:v>-0.4</c:v>
                </c:pt>
                <c:pt idx="3528">
                  <c:v>-0.4</c:v>
                </c:pt>
                <c:pt idx="3529">
                  <c:v>-0.4</c:v>
                </c:pt>
                <c:pt idx="3530">
                  <c:v>-0.4</c:v>
                </c:pt>
                <c:pt idx="3531">
                  <c:v>-0.4</c:v>
                </c:pt>
                <c:pt idx="3532">
                  <c:v>-0.4</c:v>
                </c:pt>
                <c:pt idx="3533">
                  <c:v>-0.4</c:v>
                </c:pt>
                <c:pt idx="3534">
                  <c:v>-0.4</c:v>
                </c:pt>
                <c:pt idx="3535">
                  <c:v>-0.4</c:v>
                </c:pt>
                <c:pt idx="3536">
                  <c:v>-0.4</c:v>
                </c:pt>
                <c:pt idx="3537">
                  <c:v>-0.4</c:v>
                </c:pt>
                <c:pt idx="3538">
                  <c:v>-0.4</c:v>
                </c:pt>
                <c:pt idx="3539">
                  <c:v>-0.4</c:v>
                </c:pt>
                <c:pt idx="3540">
                  <c:v>-0.4</c:v>
                </c:pt>
                <c:pt idx="3541">
                  <c:v>-0.4</c:v>
                </c:pt>
                <c:pt idx="3542">
                  <c:v>-0.4</c:v>
                </c:pt>
                <c:pt idx="3543">
                  <c:v>-0.4</c:v>
                </c:pt>
                <c:pt idx="3544">
                  <c:v>-0.4</c:v>
                </c:pt>
                <c:pt idx="3545">
                  <c:v>-0.4</c:v>
                </c:pt>
                <c:pt idx="3546">
                  <c:v>-0.4</c:v>
                </c:pt>
                <c:pt idx="3547">
                  <c:v>-0.4</c:v>
                </c:pt>
                <c:pt idx="3548">
                  <c:v>-0.4</c:v>
                </c:pt>
                <c:pt idx="3549">
                  <c:v>-0.4</c:v>
                </c:pt>
                <c:pt idx="3550">
                  <c:v>-0.4</c:v>
                </c:pt>
                <c:pt idx="3551">
                  <c:v>-0.4</c:v>
                </c:pt>
                <c:pt idx="3552">
                  <c:v>-0.4</c:v>
                </c:pt>
                <c:pt idx="3553">
                  <c:v>-0.4</c:v>
                </c:pt>
                <c:pt idx="3554">
                  <c:v>-0.4</c:v>
                </c:pt>
                <c:pt idx="3555">
                  <c:v>-0.4</c:v>
                </c:pt>
                <c:pt idx="3556">
                  <c:v>-0.4</c:v>
                </c:pt>
                <c:pt idx="3557">
                  <c:v>-0.4</c:v>
                </c:pt>
                <c:pt idx="3558">
                  <c:v>-0.4</c:v>
                </c:pt>
                <c:pt idx="3559">
                  <c:v>-0.4</c:v>
                </c:pt>
                <c:pt idx="3560">
                  <c:v>-0.4</c:v>
                </c:pt>
                <c:pt idx="3561">
                  <c:v>-0.4</c:v>
                </c:pt>
                <c:pt idx="3562">
                  <c:v>-0.4</c:v>
                </c:pt>
                <c:pt idx="3563">
                  <c:v>-0.4</c:v>
                </c:pt>
                <c:pt idx="3564">
                  <c:v>-0.4</c:v>
                </c:pt>
                <c:pt idx="3565">
                  <c:v>-0.4</c:v>
                </c:pt>
                <c:pt idx="3566">
                  <c:v>-0.4</c:v>
                </c:pt>
                <c:pt idx="3567">
                  <c:v>-0.4</c:v>
                </c:pt>
                <c:pt idx="3568">
                  <c:v>-0.4</c:v>
                </c:pt>
                <c:pt idx="3569">
                  <c:v>-0.4</c:v>
                </c:pt>
                <c:pt idx="3570">
                  <c:v>-0.4</c:v>
                </c:pt>
                <c:pt idx="3571">
                  <c:v>-0.4</c:v>
                </c:pt>
                <c:pt idx="3572">
                  <c:v>-0.4</c:v>
                </c:pt>
                <c:pt idx="3573">
                  <c:v>-0.5</c:v>
                </c:pt>
                <c:pt idx="3574">
                  <c:v>-0.5</c:v>
                </c:pt>
                <c:pt idx="3575">
                  <c:v>-0.5</c:v>
                </c:pt>
                <c:pt idx="3576">
                  <c:v>-0.5</c:v>
                </c:pt>
                <c:pt idx="3577">
                  <c:v>-0.5</c:v>
                </c:pt>
                <c:pt idx="3578">
                  <c:v>-0.5</c:v>
                </c:pt>
                <c:pt idx="3579">
                  <c:v>-0.5</c:v>
                </c:pt>
                <c:pt idx="3580">
                  <c:v>-0.5</c:v>
                </c:pt>
                <c:pt idx="3581">
                  <c:v>-0.5</c:v>
                </c:pt>
                <c:pt idx="3582">
                  <c:v>-0.5</c:v>
                </c:pt>
                <c:pt idx="3583">
                  <c:v>-0.5</c:v>
                </c:pt>
                <c:pt idx="3584">
                  <c:v>-0.5</c:v>
                </c:pt>
                <c:pt idx="3585">
                  <c:v>-0.5</c:v>
                </c:pt>
                <c:pt idx="3586">
                  <c:v>-0.5</c:v>
                </c:pt>
                <c:pt idx="3587">
                  <c:v>-0.5</c:v>
                </c:pt>
                <c:pt idx="3588">
                  <c:v>-0.5</c:v>
                </c:pt>
                <c:pt idx="3589">
                  <c:v>-0.5</c:v>
                </c:pt>
                <c:pt idx="3590">
                  <c:v>-0.5</c:v>
                </c:pt>
                <c:pt idx="3591">
                  <c:v>-0.5</c:v>
                </c:pt>
                <c:pt idx="3592">
                  <c:v>-0.5</c:v>
                </c:pt>
                <c:pt idx="3593">
                  <c:v>-0.5</c:v>
                </c:pt>
                <c:pt idx="3594">
                  <c:v>-0.5</c:v>
                </c:pt>
                <c:pt idx="3595">
                  <c:v>-0.5</c:v>
                </c:pt>
                <c:pt idx="3596">
                  <c:v>-0.5</c:v>
                </c:pt>
                <c:pt idx="3597">
                  <c:v>-0.5</c:v>
                </c:pt>
                <c:pt idx="3598">
                  <c:v>-0.5</c:v>
                </c:pt>
                <c:pt idx="3599">
                  <c:v>-0.5</c:v>
                </c:pt>
                <c:pt idx="3600">
                  <c:v>-0.5</c:v>
                </c:pt>
                <c:pt idx="3601">
                  <c:v>-0.5</c:v>
                </c:pt>
                <c:pt idx="3602">
                  <c:v>-0.5</c:v>
                </c:pt>
                <c:pt idx="3603">
                  <c:v>-0.5</c:v>
                </c:pt>
                <c:pt idx="3604">
                  <c:v>-0.5</c:v>
                </c:pt>
                <c:pt idx="3605">
                  <c:v>-0.5</c:v>
                </c:pt>
                <c:pt idx="3606">
                  <c:v>-0.5</c:v>
                </c:pt>
                <c:pt idx="3607">
                  <c:v>-0.5</c:v>
                </c:pt>
                <c:pt idx="3608">
                  <c:v>-0.5</c:v>
                </c:pt>
                <c:pt idx="3609">
                  <c:v>-0.5</c:v>
                </c:pt>
                <c:pt idx="3610">
                  <c:v>-0.5</c:v>
                </c:pt>
                <c:pt idx="3611">
                  <c:v>-0.5</c:v>
                </c:pt>
                <c:pt idx="3612">
                  <c:v>-0.5</c:v>
                </c:pt>
                <c:pt idx="3613">
                  <c:v>-0.5</c:v>
                </c:pt>
                <c:pt idx="3614">
                  <c:v>-0.5</c:v>
                </c:pt>
                <c:pt idx="3615">
                  <c:v>-0.5</c:v>
                </c:pt>
                <c:pt idx="3616">
                  <c:v>-0.5</c:v>
                </c:pt>
                <c:pt idx="3617">
                  <c:v>-0.5</c:v>
                </c:pt>
                <c:pt idx="3618">
                  <c:v>-0.5</c:v>
                </c:pt>
                <c:pt idx="3619">
                  <c:v>-0.5</c:v>
                </c:pt>
                <c:pt idx="3620">
                  <c:v>-0.5</c:v>
                </c:pt>
                <c:pt idx="3621">
                  <c:v>-0.5</c:v>
                </c:pt>
                <c:pt idx="3622">
                  <c:v>-0.5</c:v>
                </c:pt>
                <c:pt idx="3623">
                  <c:v>-0.5</c:v>
                </c:pt>
                <c:pt idx="3624">
                  <c:v>-0.5</c:v>
                </c:pt>
                <c:pt idx="3625">
                  <c:v>-0.5</c:v>
                </c:pt>
                <c:pt idx="3626">
                  <c:v>-0.5</c:v>
                </c:pt>
                <c:pt idx="3627">
                  <c:v>-0.5</c:v>
                </c:pt>
                <c:pt idx="3628">
                  <c:v>-0.5</c:v>
                </c:pt>
                <c:pt idx="3629">
                  <c:v>-0.5</c:v>
                </c:pt>
                <c:pt idx="3630">
                  <c:v>-0.5</c:v>
                </c:pt>
                <c:pt idx="3631">
                  <c:v>-0.5</c:v>
                </c:pt>
                <c:pt idx="3632">
                  <c:v>-0.5</c:v>
                </c:pt>
                <c:pt idx="3633">
                  <c:v>-0.5</c:v>
                </c:pt>
                <c:pt idx="3634">
                  <c:v>-0.5</c:v>
                </c:pt>
                <c:pt idx="3635">
                  <c:v>-0.5</c:v>
                </c:pt>
                <c:pt idx="3636">
                  <c:v>-0.5</c:v>
                </c:pt>
                <c:pt idx="3637">
                  <c:v>-0.5</c:v>
                </c:pt>
                <c:pt idx="3638">
                  <c:v>-0.5</c:v>
                </c:pt>
                <c:pt idx="3639">
                  <c:v>-0.5</c:v>
                </c:pt>
                <c:pt idx="3640">
                  <c:v>-0.5</c:v>
                </c:pt>
                <c:pt idx="3641">
                  <c:v>-0.5</c:v>
                </c:pt>
                <c:pt idx="3642">
                  <c:v>-0.5</c:v>
                </c:pt>
                <c:pt idx="3643">
                  <c:v>-0.5</c:v>
                </c:pt>
                <c:pt idx="3644">
                  <c:v>-0.5</c:v>
                </c:pt>
                <c:pt idx="3645">
                  <c:v>-0.5</c:v>
                </c:pt>
                <c:pt idx="3646">
                  <c:v>-0.5</c:v>
                </c:pt>
                <c:pt idx="3647">
                  <c:v>-0.5</c:v>
                </c:pt>
                <c:pt idx="3648">
                  <c:v>-0.5</c:v>
                </c:pt>
                <c:pt idx="3649">
                  <c:v>-0.5</c:v>
                </c:pt>
                <c:pt idx="3650">
                  <c:v>-0.5</c:v>
                </c:pt>
                <c:pt idx="3651">
                  <c:v>-0.5</c:v>
                </c:pt>
                <c:pt idx="3652">
                  <c:v>-0.5</c:v>
                </c:pt>
                <c:pt idx="3653">
                  <c:v>-0.5</c:v>
                </c:pt>
                <c:pt idx="3654">
                  <c:v>-0.5</c:v>
                </c:pt>
                <c:pt idx="3655">
                  <c:v>-0.5</c:v>
                </c:pt>
                <c:pt idx="3656">
                  <c:v>-0.5</c:v>
                </c:pt>
                <c:pt idx="3657">
                  <c:v>-0.5</c:v>
                </c:pt>
                <c:pt idx="3658">
                  <c:v>-0.5</c:v>
                </c:pt>
                <c:pt idx="3659">
                  <c:v>-0.5</c:v>
                </c:pt>
                <c:pt idx="3660">
                  <c:v>-0.5</c:v>
                </c:pt>
                <c:pt idx="3661">
                  <c:v>-0.5</c:v>
                </c:pt>
                <c:pt idx="3662">
                  <c:v>-0.5</c:v>
                </c:pt>
                <c:pt idx="3663">
                  <c:v>-0.5</c:v>
                </c:pt>
                <c:pt idx="3664">
                  <c:v>-0.5</c:v>
                </c:pt>
                <c:pt idx="3665">
                  <c:v>-0.5</c:v>
                </c:pt>
                <c:pt idx="3666">
                  <c:v>-0.5</c:v>
                </c:pt>
                <c:pt idx="3667">
                  <c:v>-0.5</c:v>
                </c:pt>
                <c:pt idx="3668">
                  <c:v>-0.5</c:v>
                </c:pt>
                <c:pt idx="3669">
                  <c:v>-0.5</c:v>
                </c:pt>
                <c:pt idx="3670">
                  <c:v>-0.5</c:v>
                </c:pt>
                <c:pt idx="3671">
                  <c:v>-0.5</c:v>
                </c:pt>
                <c:pt idx="3672">
                  <c:v>-0.5</c:v>
                </c:pt>
                <c:pt idx="3673">
                  <c:v>-0.5</c:v>
                </c:pt>
                <c:pt idx="3674">
                  <c:v>-0.5</c:v>
                </c:pt>
                <c:pt idx="3675">
                  <c:v>-0.5</c:v>
                </c:pt>
                <c:pt idx="3676">
                  <c:v>-0.5</c:v>
                </c:pt>
                <c:pt idx="3677">
                  <c:v>-0.5</c:v>
                </c:pt>
                <c:pt idx="3678">
                  <c:v>-0.5</c:v>
                </c:pt>
                <c:pt idx="3679">
                  <c:v>-0.5</c:v>
                </c:pt>
                <c:pt idx="3680">
                  <c:v>-0.5</c:v>
                </c:pt>
                <c:pt idx="3681">
                  <c:v>-0.5</c:v>
                </c:pt>
                <c:pt idx="3682">
                  <c:v>-0.5</c:v>
                </c:pt>
                <c:pt idx="3683">
                  <c:v>-0.5</c:v>
                </c:pt>
                <c:pt idx="3684">
                  <c:v>-0.5</c:v>
                </c:pt>
                <c:pt idx="3685">
                  <c:v>-0.5</c:v>
                </c:pt>
                <c:pt idx="3686">
                  <c:v>-0.5</c:v>
                </c:pt>
                <c:pt idx="3687">
                  <c:v>-0.5</c:v>
                </c:pt>
                <c:pt idx="3688">
                  <c:v>-0.5</c:v>
                </c:pt>
                <c:pt idx="3689">
                  <c:v>-0.5</c:v>
                </c:pt>
                <c:pt idx="3690">
                  <c:v>-0.5</c:v>
                </c:pt>
                <c:pt idx="3691">
                  <c:v>-0.5</c:v>
                </c:pt>
                <c:pt idx="3692">
                  <c:v>-0.5</c:v>
                </c:pt>
                <c:pt idx="3693">
                  <c:v>-0.5</c:v>
                </c:pt>
                <c:pt idx="3694">
                  <c:v>-0.5</c:v>
                </c:pt>
                <c:pt idx="3695">
                  <c:v>-0.5</c:v>
                </c:pt>
                <c:pt idx="3696">
                  <c:v>-0.5</c:v>
                </c:pt>
                <c:pt idx="3697">
                  <c:v>-0.5</c:v>
                </c:pt>
                <c:pt idx="3698">
                  <c:v>-0.5</c:v>
                </c:pt>
                <c:pt idx="3699">
                  <c:v>-0.5</c:v>
                </c:pt>
                <c:pt idx="3700">
                  <c:v>-0.5</c:v>
                </c:pt>
                <c:pt idx="3701">
                  <c:v>-0.5</c:v>
                </c:pt>
                <c:pt idx="3702">
                  <c:v>-0.5</c:v>
                </c:pt>
                <c:pt idx="3703">
                  <c:v>-0.5</c:v>
                </c:pt>
                <c:pt idx="3704">
                  <c:v>-0.5</c:v>
                </c:pt>
                <c:pt idx="3705">
                  <c:v>-0.5</c:v>
                </c:pt>
                <c:pt idx="3706">
                  <c:v>-0.5</c:v>
                </c:pt>
                <c:pt idx="3707">
                  <c:v>-0.5</c:v>
                </c:pt>
                <c:pt idx="3708">
                  <c:v>-0.5</c:v>
                </c:pt>
                <c:pt idx="3709">
                  <c:v>-0.5</c:v>
                </c:pt>
                <c:pt idx="3710">
                  <c:v>-0.5</c:v>
                </c:pt>
                <c:pt idx="3711">
                  <c:v>-0.5</c:v>
                </c:pt>
                <c:pt idx="3712">
                  <c:v>-0.5</c:v>
                </c:pt>
                <c:pt idx="3713">
                  <c:v>-0.5</c:v>
                </c:pt>
                <c:pt idx="3714">
                  <c:v>-0.5</c:v>
                </c:pt>
                <c:pt idx="3715">
                  <c:v>-0.5</c:v>
                </c:pt>
                <c:pt idx="3716">
                  <c:v>-0.5</c:v>
                </c:pt>
                <c:pt idx="3717">
                  <c:v>-0.5</c:v>
                </c:pt>
                <c:pt idx="3718">
                  <c:v>-0.5</c:v>
                </c:pt>
                <c:pt idx="3719">
                  <c:v>-0.5</c:v>
                </c:pt>
                <c:pt idx="3720">
                  <c:v>-0.5</c:v>
                </c:pt>
                <c:pt idx="3721">
                  <c:v>-0.5</c:v>
                </c:pt>
                <c:pt idx="3722">
                  <c:v>-0.5</c:v>
                </c:pt>
                <c:pt idx="3723">
                  <c:v>-0.5</c:v>
                </c:pt>
                <c:pt idx="3724">
                  <c:v>-0.5</c:v>
                </c:pt>
                <c:pt idx="3725">
                  <c:v>-0.5</c:v>
                </c:pt>
                <c:pt idx="3726">
                  <c:v>-0.5</c:v>
                </c:pt>
                <c:pt idx="3727">
                  <c:v>-0.5</c:v>
                </c:pt>
                <c:pt idx="3728">
                  <c:v>-0.5</c:v>
                </c:pt>
                <c:pt idx="3729">
                  <c:v>-0.5</c:v>
                </c:pt>
                <c:pt idx="3730">
                  <c:v>-0.5</c:v>
                </c:pt>
                <c:pt idx="3731">
                  <c:v>-0.5</c:v>
                </c:pt>
                <c:pt idx="3732">
                  <c:v>-0.5</c:v>
                </c:pt>
                <c:pt idx="3733">
                  <c:v>-0.5</c:v>
                </c:pt>
                <c:pt idx="3734">
                  <c:v>-0.5</c:v>
                </c:pt>
                <c:pt idx="3735">
                  <c:v>-0.5</c:v>
                </c:pt>
                <c:pt idx="3736">
                  <c:v>-0.5</c:v>
                </c:pt>
                <c:pt idx="3737">
                  <c:v>-0.5</c:v>
                </c:pt>
                <c:pt idx="3738">
                  <c:v>-0.5</c:v>
                </c:pt>
                <c:pt idx="3739">
                  <c:v>-0.5</c:v>
                </c:pt>
                <c:pt idx="3740">
                  <c:v>-0.5</c:v>
                </c:pt>
                <c:pt idx="3741">
                  <c:v>-0.5</c:v>
                </c:pt>
                <c:pt idx="3742">
                  <c:v>-0.5</c:v>
                </c:pt>
                <c:pt idx="3743">
                  <c:v>-0.5</c:v>
                </c:pt>
                <c:pt idx="3744">
                  <c:v>-0.5</c:v>
                </c:pt>
                <c:pt idx="3745">
                  <c:v>-0.5</c:v>
                </c:pt>
                <c:pt idx="3746">
                  <c:v>-0.5</c:v>
                </c:pt>
                <c:pt idx="3747">
                  <c:v>-0.5</c:v>
                </c:pt>
                <c:pt idx="3748">
                  <c:v>-0.5</c:v>
                </c:pt>
                <c:pt idx="3749">
                  <c:v>-0.5</c:v>
                </c:pt>
                <c:pt idx="3750">
                  <c:v>-0.5</c:v>
                </c:pt>
                <c:pt idx="3751">
                  <c:v>-0.5</c:v>
                </c:pt>
                <c:pt idx="3752">
                  <c:v>-0.5</c:v>
                </c:pt>
                <c:pt idx="3753">
                  <c:v>-0.5</c:v>
                </c:pt>
                <c:pt idx="3754">
                  <c:v>-0.5</c:v>
                </c:pt>
                <c:pt idx="3755">
                  <c:v>-0.5</c:v>
                </c:pt>
                <c:pt idx="3756">
                  <c:v>-0.5</c:v>
                </c:pt>
                <c:pt idx="3757">
                  <c:v>-0.5</c:v>
                </c:pt>
                <c:pt idx="3758">
                  <c:v>-0.5</c:v>
                </c:pt>
                <c:pt idx="3759">
                  <c:v>-0.5</c:v>
                </c:pt>
                <c:pt idx="3760">
                  <c:v>-0.5</c:v>
                </c:pt>
                <c:pt idx="3761">
                  <c:v>-0.5</c:v>
                </c:pt>
                <c:pt idx="3762">
                  <c:v>-0.5</c:v>
                </c:pt>
                <c:pt idx="3763">
                  <c:v>-0.5</c:v>
                </c:pt>
                <c:pt idx="3764">
                  <c:v>-0.5</c:v>
                </c:pt>
                <c:pt idx="3765">
                  <c:v>-0.5</c:v>
                </c:pt>
                <c:pt idx="3766">
                  <c:v>-0.5</c:v>
                </c:pt>
                <c:pt idx="3767">
                  <c:v>-0.5</c:v>
                </c:pt>
                <c:pt idx="3768">
                  <c:v>-0.5</c:v>
                </c:pt>
                <c:pt idx="3769">
                  <c:v>-0.5</c:v>
                </c:pt>
                <c:pt idx="3770">
                  <c:v>-0.5</c:v>
                </c:pt>
                <c:pt idx="3771">
                  <c:v>-0.5</c:v>
                </c:pt>
                <c:pt idx="3772">
                  <c:v>-0.5</c:v>
                </c:pt>
                <c:pt idx="3773">
                  <c:v>-0.5</c:v>
                </c:pt>
                <c:pt idx="3774">
                  <c:v>-0.5</c:v>
                </c:pt>
                <c:pt idx="3775">
                  <c:v>-0.5</c:v>
                </c:pt>
                <c:pt idx="3776">
                  <c:v>-0.5</c:v>
                </c:pt>
                <c:pt idx="3777">
                  <c:v>-0.5</c:v>
                </c:pt>
                <c:pt idx="3778">
                  <c:v>-0.5</c:v>
                </c:pt>
                <c:pt idx="3779">
                  <c:v>-0.5</c:v>
                </c:pt>
                <c:pt idx="3780">
                  <c:v>-0.5</c:v>
                </c:pt>
                <c:pt idx="3781">
                  <c:v>-0.5</c:v>
                </c:pt>
                <c:pt idx="3782">
                  <c:v>-0.5</c:v>
                </c:pt>
                <c:pt idx="3783">
                  <c:v>-0.5</c:v>
                </c:pt>
                <c:pt idx="3784">
                  <c:v>-0.5</c:v>
                </c:pt>
                <c:pt idx="3785">
                  <c:v>-0.5</c:v>
                </c:pt>
                <c:pt idx="3786">
                  <c:v>-0.5</c:v>
                </c:pt>
                <c:pt idx="3787">
                  <c:v>-0.5</c:v>
                </c:pt>
                <c:pt idx="3788">
                  <c:v>-0.5</c:v>
                </c:pt>
                <c:pt idx="3789">
                  <c:v>-0.5</c:v>
                </c:pt>
                <c:pt idx="3790">
                  <c:v>-0.5</c:v>
                </c:pt>
                <c:pt idx="3791">
                  <c:v>-0.5</c:v>
                </c:pt>
                <c:pt idx="3792">
                  <c:v>-0.5</c:v>
                </c:pt>
                <c:pt idx="3793">
                  <c:v>-0.5</c:v>
                </c:pt>
                <c:pt idx="3794">
                  <c:v>-0.5</c:v>
                </c:pt>
                <c:pt idx="3795">
                  <c:v>-0.5</c:v>
                </c:pt>
                <c:pt idx="3796">
                  <c:v>-0.5</c:v>
                </c:pt>
                <c:pt idx="3797">
                  <c:v>-0.5</c:v>
                </c:pt>
                <c:pt idx="3798">
                  <c:v>-0.5</c:v>
                </c:pt>
                <c:pt idx="3799">
                  <c:v>-0.5</c:v>
                </c:pt>
                <c:pt idx="3800">
                  <c:v>-0.5</c:v>
                </c:pt>
                <c:pt idx="3801">
                  <c:v>-0.5</c:v>
                </c:pt>
                <c:pt idx="3802">
                  <c:v>-0.5</c:v>
                </c:pt>
                <c:pt idx="3803">
                  <c:v>-0.5</c:v>
                </c:pt>
                <c:pt idx="3804">
                  <c:v>-0.5</c:v>
                </c:pt>
                <c:pt idx="3805">
                  <c:v>-0.5</c:v>
                </c:pt>
                <c:pt idx="3806">
                  <c:v>-0.5</c:v>
                </c:pt>
                <c:pt idx="3807">
                  <c:v>-0.5</c:v>
                </c:pt>
                <c:pt idx="3808">
                  <c:v>-0.5</c:v>
                </c:pt>
                <c:pt idx="3809">
                  <c:v>-0.5</c:v>
                </c:pt>
                <c:pt idx="3810">
                  <c:v>-0.5</c:v>
                </c:pt>
                <c:pt idx="3811">
                  <c:v>-0.5</c:v>
                </c:pt>
                <c:pt idx="3812">
                  <c:v>-0.5</c:v>
                </c:pt>
                <c:pt idx="3813">
                  <c:v>-0.5</c:v>
                </c:pt>
                <c:pt idx="3814">
                  <c:v>-0.5</c:v>
                </c:pt>
                <c:pt idx="3815">
                  <c:v>-0.5</c:v>
                </c:pt>
                <c:pt idx="3816">
                  <c:v>-0.5</c:v>
                </c:pt>
                <c:pt idx="3817">
                  <c:v>-0.5</c:v>
                </c:pt>
                <c:pt idx="3818">
                  <c:v>-0.5</c:v>
                </c:pt>
                <c:pt idx="3819">
                  <c:v>-0.5</c:v>
                </c:pt>
                <c:pt idx="3820">
                  <c:v>-0.5</c:v>
                </c:pt>
                <c:pt idx="3821">
                  <c:v>-0.5</c:v>
                </c:pt>
                <c:pt idx="3822">
                  <c:v>-0.5</c:v>
                </c:pt>
                <c:pt idx="3823">
                  <c:v>-0.5</c:v>
                </c:pt>
                <c:pt idx="3824">
                  <c:v>-0.5</c:v>
                </c:pt>
                <c:pt idx="3825">
                  <c:v>-0.5</c:v>
                </c:pt>
                <c:pt idx="3826">
                  <c:v>-0.5</c:v>
                </c:pt>
                <c:pt idx="3827">
                  <c:v>-0.5</c:v>
                </c:pt>
                <c:pt idx="3828">
                  <c:v>-0.5</c:v>
                </c:pt>
                <c:pt idx="3829">
                  <c:v>-0.5</c:v>
                </c:pt>
                <c:pt idx="3830">
                  <c:v>-0.5</c:v>
                </c:pt>
                <c:pt idx="3831">
                  <c:v>-0.5</c:v>
                </c:pt>
                <c:pt idx="3832">
                  <c:v>-0.5</c:v>
                </c:pt>
                <c:pt idx="3833">
                  <c:v>-0.5</c:v>
                </c:pt>
                <c:pt idx="3834">
                  <c:v>-0.5</c:v>
                </c:pt>
                <c:pt idx="3835">
                  <c:v>-0.5</c:v>
                </c:pt>
                <c:pt idx="3836">
                  <c:v>-0.5</c:v>
                </c:pt>
                <c:pt idx="3837">
                  <c:v>-0.5</c:v>
                </c:pt>
                <c:pt idx="3838">
                  <c:v>-0.5</c:v>
                </c:pt>
                <c:pt idx="3839">
                  <c:v>-0.5</c:v>
                </c:pt>
                <c:pt idx="3840">
                  <c:v>-0.5</c:v>
                </c:pt>
                <c:pt idx="3841">
                  <c:v>-0.5</c:v>
                </c:pt>
                <c:pt idx="3842">
                  <c:v>-0.5</c:v>
                </c:pt>
                <c:pt idx="3843">
                  <c:v>-0.5</c:v>
                </c:pt>
                <c:pt idx="3844">
                  <c:v>-0.5</c:v>
                </c:pt>
                <c:pt idx="3845">
                  <c:v>-0.5</c:v>
                </c:pt>
                <c:pt idx="3846">
                  <c:v>-0.5</c:v>
                </c:pt>
                <c:pt idx="3847">
                  <c:v>-0.5</c:v>
                </c:pt>
                <c:pt idx="3848">
                  <c:v>-0.5</c:v>
                </c:pt>
                <c:pt idx="3849">
                  <c:v>-0.5</c:v>
                </c:pt>
                <c:pt idx="3850">
                  <c:v>-0.5</c:v>
                </c:pt>
                <c:pt idx="3851">
                  <c:v>-0.5</c:v>
                </c:pt>
                <c:pt idx="3852">
                  <c:v>-0.5</c:v>
                </c:pt>
                <c:pt idx="3853">
                  <c:v>-0.5</c:v>
                </c:pt>
                <c:pt idx="3854">
                  <c:v>-0.5</c:v>
                </c:pt>
                <c:pt idx="3855">
                  <c:v>-0.5</c:v>
                </c:pt>
                <c:pt idx="3856">
                  <c:v>-0.5</c:v>
                </c:pt>
                <c:pt idx="3857">
                  <c:v>-0.5</c:v>
                </c:pt>
                <c:pt idx="3858">
                  <c:v>-0.5</c:v>
                </c:pt>
                <c:pt idx="3859">
                  <c:v>-0.5</c:v>
                </c:pt>
                <c:pt idx="3860">
                  <c:v>-0.5</c:v>
                </c:pt>
                <c:pt idx="3861">
                  <c:v>-0.5</c:v>
                </c:pt>
                <c:pt idx="3862">
                  <c:v>-0.5</c:v>
                </c:pt>
                <c:pt idx="3863">
                  <c:v>-0.5</c:v>
                </c:pt>
                <c:pt idx="3864">
                  <c:v>-0.5</c:v>
                </c:pt>
                <c:pt idx="3865">
                  <c:v>-0.5</c:v>
                </c:pt>
                <c:pt idx="3866">
                  <c:v>-0.5</c:v>
                </c:pt>
                <c:pt idx="3867">
                  <c:v>-0.5</c:v>
                </c:pt>
                <c:pt idx="3868">
                  <c:v>-0.5</c:v>
                </c:pt>
                <c:pt idx="3869">
                  <c:v>-0.5</c:v>
                </c:pt>
                <c:pt idx="3870">
                  <c:v>-0.5</c:v>
                </c:pt>
                <c:pt idx="3871">
                  <c:v>-0.5</c:v>
                </c:pt>
                <c:pt idx="3872">
                  <c:v>-0.5</c:v>
                </c:pt>
                <c:pt idx="3873">
                  <c:v>-0.5</c:v>
                </c:pt>
                <c:pt idx="3874">
                  <c:v>-0.5</c:v>
                </c:pt>
                <c:pt idx="3875">
                  <c:v>-0.5</c:v>
                </c:pt>
                <c:pt idx="3876">
                  <c:v>-0.5</c:v>
                </c:pt>
                <c:pt idx="3877">
                  <c:v>-0.5</c:v>
                </c:pt>
                <c:pt idx="3878">
                  <c:v>-0.5</c:v>
                </c:pt>
                <c:pt idx="3879">
                  <c:v>-0.5</c:v>
                </c:pt>
                <c:pt idx="3880">
                  <c:v>-0.5</c:v>
                </c:pt>
                <c:pt idx="3881">
                  <c:v>-0.5</c:v>
                </c:pt>
                <c:pt idx="3882">
                  <c:v>-0.5</c:v>
                </c:pt>
                <c:pt idx="3883">
                  <c:v>-0.5</c:v>
                </c:pt>
                <c:pt idx="3884">
                  <c:v>-0.5</c:v>
                </c:pt>
                <c:pt idx="3885">
                  <c:v>-0.5</c:v>
                </c:pt>
                <c:pt idx="3886">
                  <c:v>-0.5</c:v>
                </c:pt>
                <c:pt idx="3887">
                  <c:v>-0.5</c:v>
                </c:pt>
                <c:pt idx="3888">
                  <c:v>-0.5</c:v>
                </c:pt>
                <c:pt idx="3889">
                  <c:v>-0.5</c:v>
                </c:pt>
                <c:pt idx="3890">
                  <c:v>-0.5</c:v>
                </c:pt>
                <c:pt idx="3891">
                  <c:v>-0.5</c:v>
                </c:pt>
                <c:pt idx="3892">
                  <c:v>-0.5</c:v>
                </c:pt>
                <c:pt idx="3893">
                  <c:v>-0.5</c:v>
                </c:pt>
                <c:pt idx="3894">
                  <c:v>-0.5</c:v>
                </c:pt>
                <c:pt idx="3895">
                  <c:v>-0.5</c:v>
                </c:pt>
                <c:pt idx="3896">
                  <c:v>-0.5</c:v>
                </c:pt>
                <c:pt idx="3897">
                  <c:v>-0.5</c:v>
                </c:pt>
                <c:pt idx="3898">
                  <c:v>-0.5</c:v>
                </c:pt>
                <c:pt idx="3899">
                  <c:v>-0.5</c:v>
                </c:pt>
                <c:pt idx="3900">
                  <c:v>-0.5</c:v>
                </c:pt>
                <c:pt idx="3901">
                  <c:v>-0.5</c:v>
                </c:pt>
                <c:pt idx="3902">
                  <c:v>-0.5</c:v>
                </c:pt>
                <c:pt idx="3903">
                  <c:v>-0.5</c:v>
                </c:pt>
                <c:pt idx="3904">
                  <c:v>-0.5</c:v>
                </c:pt>
                <c:pt idx="3905">
                  <c:v>-0.5</c:v>
                </c:pt>
                <c:pt idx="3906">
                  <c:v>-0.5</c:v>
                </c:pt>
                <c:pt idx="3907">
                  <c:v>-0.5</c:v>
                </c:pt>
                <c:pt idx="3908">
                  <c:v>-0.5</c:v>
                </c:pt>
                <c:pt idx="3909">
                  <c:v>-0.5</c:v>
                </c:pt>
                <c:pt idx="3910">
                  <c:v>-0.5</c:v>
                </c:pt>
                <c:pt idx="3911">
                  <c:v>-0.5</c:v>
                </c:pt>
                <c:pt idx="3912">
                  <c:v>-0.5</c:v>
                </c:pt>
                <c:pt idx="3913">
                  <c:v>-0.5</c:v>
                </c:pt>
                <c:pt idx="3914">
                  <c:v>-0.5</c:v>
                </c:pt>
                <c:pt idx="3915">
                  <c:v>-0.5</c:v>
                </c:pt>
                <c:pt idx="3916">
                  <c:v>-0.5</c:v>
                </c:pt>
                <c:pt idx="3917">
                  <c:v>-0.5</c:v>
                </c:pt>
                <c:pt idx="3918">
                  <c:v>-0.5</c:v>
                </c:pt>
                <c:pt idx="3919">
                  <c:v>-0.5</c:v>
                </c:pt>
                <c:pt idx="3920">
                  <c:v>-0.5</c:v>
                </c:pt>
                <c:pt idx="3921">
                  <c:v>-0.5</c:v>
                </c:pt>
                <c:pt idx="3922">
                  <c:v>-0.5</c:v>
                </c:pt>
                <c:pt idx="3923">
                  <c:v>-0.5</c:v>
                </c:pt>
                <c:pt idx="3924">
                  <c:v>-0.5</c:v>
                </c:pt>
                <c:pt idx="3925">
                  <c:v>-0.5</c:v>
                </c:pt>
                <c:pt idx="3926">
                  <c:v>-0.5</c:v>
                </c:pt>
                <c:pt idx="3927">
                  <c:v>-0.5</c:v>
                </c:pt>
                <c:pt idx="3928">
                  <c:v>-0.5</c:v>
                </c:pt>
                <c:pt idx="3929">
                  <c:v>-0.5</c:v>
                </c:pt>
                <c:pt idx="3930">
                  <c:v>-0.5</c:v>
                </c:pt>
                <c:pt idx="3931">
                  <c:v>-0.5</c:v>
                </c:pt>
                <c:pt idx="3932">
                  <c:v>-0.5</c:v>
                </c:pt>
                <c:pt idx="3933">
                  <c:v>-0.5</c:v>
                </c:pt>
                <c:pt idx="3934">
                  <c:v>-0.5</c:v>
                </c:pt>
                <c:pt idx="3935">
                  <c:v>-0.5</c:v>
                </c:pt>
                <c:pt idx="3936">
                  <c:v>-0.5</c:v>
                </c:pt>
                <c:pt idx="3937">
                  <c:v>-0.5</c:v>
                </c:pt>
                <c:pt idx="3938">
                  <c:v>-0.5</c:v>
                </c:pt>
                <c:pt idx="3939">
                  <c:v>-0.5</c:v>
                </c:pt>
                <c:pt idx="3940">
                  <c:v>-0.5</c:v>
                </c:pt>
                <c:pt idx="3941">
                  <c:v>-0.5</c:v>
                </c:pt>
                <c:pt idx="3942">
                  <c:v>-0.5</c:v>
                </c:pt>
                <c:pt idx="3943">
                  <c:v>-0.5</c:v>
                </c:pt>
                <c:pt idx="3944">
                  <c:v>-0.5</c:v>
                </c:pt>
                <c:pt idx="3945">
                  <c:v>-0.5</c:v>
                </c:pt>
                <c:pt idx="3946">
                  <c:v>-0.5</c:v>
                </c:pt>
                <c:pt idx="3947">
                  <c:v>-0.5</c:v>
                </c:pt>
                <c:pt idx="3948">
                  <c:v>-0.5</c:v>
                </c:pt>
                <c:pt idx="3949">
                  <c:v>-0.5</c:v>
                </c:pt>
                <c:pt idx="3950">
                  <c:v>-0.5</c:v>
                </c:pt>
                <c:pt idx="3951">
                  <c:v>-0.5</c:v>
                </c:pt>
                <c:pt idx="3952">
                  <c:v>-0.5</c:v>
                </c:pt>
                <c:pt idx="3953">
                  <c:v>-0.5</c:v>
                </c:pt>
                <c:pt idx="3954">
                  <c:v>-0.5</c:v>
                </c:pt>
                <c:pt idx="3955">
                  <c:v>-0.5</c:v>
                </c:pt>
                <c:pt idx="3956">
                  <c:v>-0.5</c:v>
                </c:pt>
                <c:pt idx="3957">
                  <c:v>-0.5</c:v>
                </c:pt>
                <c:pt idx="3958">
                  <c:v>-0.5</c:v>
                </c:pt>
                <c:pt idx="3959">
                  <c:v>-0.5</c:v>
                </c:pt>
                <c:pt idx="3960">
                  <c:v>-0.5</c:v>
                </c:pt>
                <c:pt idx="3961">
                  <c:v>-0.5</c:v>
                </c:pt>
                <c:pt idx="3962">
                  <c:v>-0.5</c:v>
                </c:pt>
                <c:pt idx="3963">
                  <c:v>-0.5</c:v>
                </c:pt>
                <c:pt idx="3964">
                  <c:v>-0.5</c:v>
                </c:pt>
                <c:pt idx="3965">
                  <c:v>-0.5</c:v>
                </c:pt>
                <c:pt idx="3966">
                  <c:v>-0.5</c:v>
                </c:pt>
                <c:pt idx="3967">
                  <c:v>-0.5</c:v>
                </c:pt>
                <c:pt idx="3968">
                  <c:v>-0.5</c:v>
                </c:pt>
                <c:pt idx="3969">
                  <c:v>-0.5</c:v>
                </c:pt>
                <c:pt idx="3970">
                  <c:v>-0.5</c:v>
                </c:pt>
                <c:pt idx="3971">
                  <c:v>-0.5</c:v>
                </c:pt>
                <c:pt idx="3972">
                  <c:v>-0.5</c:v>
                </c:pt>
                <c:pt idx="3973">
                  <c:v>-0.5</c:v>
                </c:pt>
                <c:pt idx="3974">
                  <c:v>-0.5</c:v>
                </c:pt>
                <c:pt idx="3975">
                  <c:v>-0.5</c:v>
                </c:pt>
                <c:pt idx="3976">
                  <c:v>-0.5</c:v>
                </c:pt>
                <c:pt idx="3977">
                  <c:v>-0.5</c:v>
                </c:pt>
                <c:pt idx="3978">
                  <c:v>-0.5</c:v>
                </c:pt>
                <c:pt idx="3979">
                  <c:v>-0.5</c:v>
                </c:pt>
                <c:pt idx="3980">
                  <c:v>-0.5</c:v>
                </c:pt>
                <c:pt idx="3981">
                  <c:v>-0.5</c:v>
                </c:pt>
                <c:pt idx="3982">
                  <c:v>-0.5</c:v>
                </c:pt>
                <c:pt idx="3983">
                  <c:v>-0.5</c:v>
                </c:pt>
                <c:pt idx="3984">
                  <c:v>-0.5</c:v>
                </c:pt>
                <c:pt idx="3985">
                  <c:v>-0.5</c:v>
                </c:pt>
                <c:pt idx="3986">
                  <c:v>-0.5</c:v>
                </c:pt>
                <c:pt idx="3987">
                  <c:v>-0.5</c:v>
                </c:pt>
                <c:pt idx="3988">
                  <c:v>-0.5</c:v>
                </c:pt>
                <c:pt idx="3989">
                  <c:v>-0.5</c:v>
                </c:pt>
                <c:pt idx="3990">
                  <c:v>-0.5</c:v>
                </c:pt>
                <c:pt idx="3991">
                  <c:v>-0.5</c:v>
                </c:pt>
                <c:pt idx="3992">
                  <c:v>-0.5</c:v>
                </c:pt>
                <c:pt idx="3993">
                  <c:v>-0.5</c:v>
                </c:pt>
                <c:pt idx="3994">
                  <c:v>-0.5</c:v>
                </c:pt>
                <c:pt idx="3995">
                  <c:v>-0.5</c:v>
                </c:pt>
                <c:pt idx="3996">
                  <c:v>-0.5</c:v>
                </c:pt>
                <c:pt idx="3997">
                  <c:v>-0.5</c:v>
                </c:pt>
                <c:pt idx="3998">
                  <c:v>-0.5</c:v>
                </c:pt>
                <c:pt idx="3999">
                  <c:v>-0.5</c:v>
                </c:pt>
                <c:pt idx="4000">
                  <c:v>-0.5</c:v>
                </c:pt>
                <c:pt idx="4001">
                  <c:v>-0.5</c:v>
                </c:pt>
                <c:pt idx="4002">
                  <c:v>-0.5</c:v>
                </c:pt>
                <c:pt idx="4003">
                  <c:v>-0.5</c:v>
                </c:pt>
                <c:pt idx="4004">
                  <c:v>-0.5</c:v>
                </c:pt>
                <c:pt idx="4005">
                  <c:v>-0.5</c:v>
                </c:pt>
                <c:pt idx="4006">
                  <c:v>-0.5</c:v>
                </c:pt>
                <c:pt idx="4007">
                  <c:v>-0.5</c:v>
                </c:pt>
                <c:pt idx="4008">
                  <c:v>-0.5</c:v>
                </c:pt>
                <c:pt idx="4009">
                  <c:v>-0.5</c:v>
                </c:pt>
                <c:pt idx="4010">
                  <c:v>-0.5</c:v>
                </c:pt>
                <c:pt idx="4011">
                  <c:v>-0.5</c:v>
                </c:pt>
                <c:pt idx="4012">
                  <c:v>-0.5</c:v>
                </c:pt>
                <c:pt idx="4013">
                  <c:v>-0.5</c:v>
                </c:pt>
                <c:pt idx="4014">
                  <c:v>-0.5</c:v>
                </c:pt>
                <c:pt idx="4015">
                  <c:v>-0.5</c:v>
                </c:pt>
                <c:pt idx="4016">
                  <c:v>-0.5</c:v>
                </c:pt>
                <c:pt idx="4017">
                  <c:v>-0.5</c:v>
                </c:pt>
                <c:pt idx="4018">
                  <c:v>-0.5</c:v>
                </c:pt>
                <c:pt idx="4019">
                  <c:v>-0.5</c:v>
                </c:pt>
                <c:pt idx="4020">
                  <c:v>-0.5</c:v>
                </c:pt>
                <c:pt idx="4021">
                  <c:v>-0.5</c:v>
                </c:pt>
                <c:pt idx="4022">
                  <c:v>-0.5</c:v>
                </c:pt>
                <c:pt idx="4023">
                  <c:v>-0.5</c:v>
                </c:pt>
                <c:pt idx="4024">
                  <c:v>-0.5</c:v>
                </c:pt>
                <c:pt idx="4025">
                  <c:v>-0.5</c:v>
                </c:pt>
                <c:pt idx="4026">
                  <c:v>-0.5</c:v>
                </c:pt>
                <c:pt idx="4027">
                  <c:v>-0.5</c:v>
                </c:pt>
                <c:pt idx="4028">
                  <c:v>-0.5</c:v>
                </c:pt>
                <c:pt idx="4029">
                  <c:v>-0.5</c:v>
                </c:pt>
                <c:pt idx="4030">
                  <c:v>-0.5</c:v>
                </c:pt>
                <c:pt idx="4031">
                  <c:v>-0.5</c:v>
                </c:pt>
                <c:pt idx="4032">
                  <c:v>-0.5</c:v>
                </c:pt>
                <c:pt idx="4033">
                  <c:v>-0.5</c:v>
                </c:pt>
                <c:pt idx="4034">
                  <c:v>-0.5</c:v>
                </c:pt>
                <c:pt idx="4035">
                  <c:v>-0.5</c:v>
                </c:pt>
                <c:pt idx="4036">
                  <c:v>-0.5</c:v>
                </c:pt>
                <c:pt idx="4037">
                  <c:v>-0.5</c:v>
                </c:pt>
                <c:pt idx="4038">
                  <c:v>-0.5</c:v>
                </c:pt>
                <c:pt idx="4039">
                  <c:v>-0.5</c:v>
                </c:pt>
                <c:pt idx="4040">
                  <c:v>-0.5</c:v>
                </c:pt>
                <c:pt idx="4041">
                  <c:v>-0.5</c:v>
                </c:pt>
                <c:pt idx="4042">
                  <c:v>-0.5</c:v>
                </c:pt>
                <c:pt idx="4043">
                  <c:v>-0.5</c:v>
                </c:pt>
                <c:pt idx="4044">
                  <c:v>-0.5</c:v>
                </c:pt>
                <c:pt idx="4045">
                  <c:v>-0.5</c:v>
                </c:pt>
                <c:pt idx="4046">
                  <c:v>-0.5</c:v>
                </c:pt>
                <c:pt idx="4047">
                  <c:v>-0.5</c:v>
                </c:pt>
                <c:pt idx="4048">
                  <c:v>-0.5</c:v>
                </c:pt>
                <c:pt idx="4049">
                  <c:v>-0.5</c:v>
                </c:pt>
                <c:pt idx="4050">
                  <c:v>-0.5</c:v>
                </c:pt>
                <c:pt idx="4051">
                  <c:v>-0.5</c:v>
                </c:pt>
                <c:pt idx="4052">
                  <c:v>-0.5</c:v>
                </c:pt>
                <c:pt idx="4053">
                  <c:v>-0.5</c:v>
                </c:pt>
                <c:pt idx="4054">
                  <c:v>-0.5</c:v>
                </c:pt>
                <c:pt idx="4055">
                  <c:v>-0.5</c:v>
                </c:pt>
                <c:pt idx="4056">
                  <c:v>-0.5</c:v>
                </c:pt>
                <c:pt idx="4057">
                  <c:v>-0.5</c:v>
                </c:pt>
                <c:pt idx="4058">
                  <c:v>-0.5</c:v>
                </c:pt>
                <c:pt idx="4059">
                  <c:v>-0.5</c:v>
                </c:pt>
                <c:pt idx="4060">
                  <c:v>-0.5</c:v>
                </c:pt>
                <c:pt idx="4061">
                  <c:v>-0.5</c:v>
                </c:pt>
                <c:pt idx="4062">
                  <c:v>-0.5</c:v>
                </c:pt>
                <c:pt idx="4063">
                  <c:v>-0.5</c:v>
                </c:pt>
                <c:pt idx="4064">
                  <c:v>-0.5</c:v>
                </c:pt>
                <c:pt idx="4065">
                  <c:v>-0.5</c:v>
                </c:pt>
                <c:pt idx="4066">
                  <c:v>-0.5</c:v>
                </c:pt>
                <c:pt idx="4067">
                  <c:v>-0.5</c:v>
                </c:pt>
                <c:pt idx="4068">
                  <c:v>-0.5</c:v>
                </c:pt>
                <c:pt idx="4069">
                  <c:v>-0.5</c:v>
                </c:pt>
                <c:pt idx="4070">
                  <c:v>-0.5</c:v>
                </c:pt>
                <c:pt idx="4071">
                  <c:v>-0.5</c:v>
                </c:pt>
                <c:pt idx="4072">
                  <c:v>-0.5</c:v>
                </c:pt>
                <c:pt idx="4073">
                  <c:v>-0.5</c:v>
                </c:pt>
                <c:pt idx="4074">
                  <c:v>-0.5</c:v>
                </c:pt>
                <c:pt idx="4075">
                  <c:v>-0.5</c:v>
                </c:pt>
                <c:pt idx="4076">
                  <c:v>-0.5</c:v>
                </c:pt>
                <c:pt idx="4077">
                  <c:v>-0.5</c:v>
                </c:pt>
                <c:pt idx="4078">
                  <c:v>-0.5</c:v>
                </c:pt>
                <c:pt idx="4079">
                  <c:v>-0.5</c:v>
                </c:pt>
                <c:pt idx="4080">
                  <c:v>-0.5</c:v>
                </c:pt>
                <c:pt idx="4081">
                  <c:v>-0.5</c:v>
                </c:pt>
                <c:pt idx="4082">
                  <c:v>-0.5</c:v>
                </c:pt>
                <c:pt idx="4083">
                  <c:v>-0.5</c:v>
                </c:pt>
                <c:pt idx="4084">
                  <c:v>-0.5</c:v>
                </c:pt>
                <c:pt idx="4085">
                  <c:v>-0.5</c:v>
                </c:pt>
                <c:pt idx="4086">
                  <c:v>-0.5</c:v>
                </c:pt>
                <c:pt idx="4087">
                  <c:v>-0.5</c:v>
                </c:pt>
                <c:pt idx="4088">
                  <c:v>-0.5</c:v>
                </c:pt>
                <c:pt idx="4089">
                  <c:v>-0.5</c:v>
                </c:pt>
                <c:pt idx="4090">
                  <c:v>-0.5</c:v>
                </c:pt>
                <c:pt idx="4091">
                  <c:v>-0.5</c:v>
                </c:pt>
                <c:pt idx="4092">
                  <c:v>-0.5</c:v>
                </c:pt>
                <c:pt idx="4093">
                  <c:v>-0.5</c:v>
                </c:pt>
                <c:pt idx="4094">
                  <c:v>-0.5</c:v>
                </c:pt>
                <c:pt idx="4095">
                  <c:v>-0.5</c:v>
                </c:pt>
                <c:pt idx="4096">
                  <c:v>-0.5</c:v>
                </c:pt>
                <c:pt idx="4097">
                  <c:v>-0.5</c:v>
                </c:pt>
                <c:pt idx="4098">
                  <c:v>-0.5</c:v>
                </c:pt>
                <c:pt idx="4099">
                  <c:v>-0.5</c:v>
                </c:pt>
                <c:pt idx="4100">
                  <c:v>-0.5</c:v>
                </c:pt>
                <c:pt idx="4101">
                  <c:v>-0.5</c:v>
                </c:pt>
                <c:pt idx="4102">
                  <c:v>-0.5</c:v>
                </c:pt>
                <c:pt idx="4103">
                  <c:v>-0.5</c:v>
                </c:pt>
                <c:pt idx="4104">
                  <c:v>-0.5</c:v>
                </c:pt>
                <c:pt idx="4105">
                  <c:v>-0.5</c:v>
                </c:pt>
                <c:pt idx="4106">
                  <c:v>-0.5</c:v>
                </c:pt>
                <c:pt idx="4107">
                  <c:v>-0.5</c:v>
                </c:pt>
                <c:pt idx="4108">
                  <c:v>-0.5</c:v>
                </c:pt>
                <c:pt idx="4109">
                  <c:v>-0.5</c:v>
                </c:pt>
                <c:pt idx="4110">
                  <c:v>-0.5</c:v>
                </c:pt>
                <c:pt idx="4111">
                  <c:v>-0.5</c:v>
                </c:pt>
                <c:pt idx="4112">
                  <c:v>-0.5</c:v>
                </c:pt>
                <c:pt idx="4113">
                  <c:v>-0.5</c:v>
                </c:pt>
                <c:pt idx="4114">
                  <c:v>-0.5</c:v>
                </c:pt>
                <c:pt idx="4115">
                  <c:v>-0.5</c:v>
                </c:pt>
                <c:pt idx="4116">
                  <c:v>-0.5</c:v>
                </c:pt>
                <c:pt idx="4117">
                  <c:v>-0.5</c:v>
                </c:pt>
                <c:pt idx="4118">
                  <c:v>-0.5</c:v>
                </c:pt>
                <c:pt idx="4119">
                  <c:v>-0.5</c:v>
                </c:pt>
                <c:pt idx="4120">
                  <c:v>-0.5</c:v>
                </c:pt>
                <c:pt idx="4121">
                  <c:v>-0.5</c:v>
                </c:pt>
                <c:pt idx="4122">
                  <c:v>-0.5</c:v>
                </c:pt>
                <c:pt idx="4123">
                  <c:v>-0.5</c:v>
                </c:pt>
                <c:pt idx="4124">
                  <c:v>-0.5</c:v>
                </c:pt>
                <c:pt idx="4125">
                  <c:v>-0.5</c:v>
                </c:pt>
                <c:pt idx="4126">
                  <c:v>-0.5</c:v>
                </c:pt>
                <c:pt idx="4127">
                  <c:v>-0.5</c:v>
                </c:pt>
                <c:pt idx="4128">
                  <c:v>-0.5</c:v>
                </c:pt>
                <c:pt idx="4129">
                  <c:v>-0.5</c:v>
                </c:pt>
                <c:pt idx="4130">
                  <c:v>-0.5</c:v>
                </c:pt>
                <c:pt idx="4131">
                  <c:v>-0.5</c:v>
                </c:pt>
                <c:pt idx="4132">
                  <c:v>-0.5</c:v>
                </c:pt>
                <c:pt idx="4133">
                  <c:v>-0.5</c:v>
                </c:pt>
                <c:pt idx="4134">
                  <c:v>-0.5</c:v>
                </c:pt>
                <c:pt idx="4135">
                  <c:v>-0.5</c:v>
                </c:pt>
                <c:pt idx="4136">
                  <c:v>-0.5</c:v>
                </c:pt>
                <c:pt idx="4137">
                  <c:v>-0.5</c:v>
                </c:pt>
                <c:pt idx="4138">
                  <c:v>-0.5</c:v>
                </c:pt>
                <c:pt idx="4139">
                  <c:v>-0.5</c:v>
                </c:pt>
                <c:pt idx="4140">
                  <c:v>-0.5</c:v>
                </c:pt>
                <c:pt idx="4141">
                  <c:v>-0.5</c:v>
                </c:pt>
                <c:pt idx="4142">
                  <c:v>-0.5</c:v>
                </c:pt>
                <c:pt idx="4143">
                  <c:v>-0.5</c:v>
                </c:pt>
                <c:pt idx="4144">
                  <c:v>-0.5</c:v>
                </c:pt>
                <c:pt idx="4145">
                  <c:v>-0.5</c:v>
                </c:pt>
                <c:pt idx="4146">
                  <c:v>-0.5</c:v>
                </c:pt>
                <c:pt idx="4147">
                  <c:v>-0.5</c:v>
                </c:pt>
                <c:pt idx="4148">
                  <c:v>-0.5</c:v>
                </c:pt>
                <c:pt idx="4149">
                  <c:v>-0.5</c:v>
                </c:pt>
                <c:pt idx="4150">
                  <c:v>-0.5</c:v>
                </c:pt>
                <c:pt idx="4151">
                  <c:v>-0.5</c:v>
                </c:pt>
                <c:pt idx="4152">
                  <c:v>-0.5</c:v>
                </c:pt>
                <c:pt idx="4153">
                  <c:v>-0.5</c:v>
                </c:pt>
                <c:pt idx="4154">
                  <c:v>-0.5</c:v>
                </c:pt>
                <c:pt idx="4155">
                  <c:v>-0.5</c:v>
                </c:pt>
                <c:pt idx="4156">
                  <c:v>-0.5</c:v>
                </c:pt>
                <c:pt idx="4157">
                  <c:v>-0.5</c:v>
                </c:pt>
                <c:pt idx="4158">
                  <c:v>-0.5</c:v>
                </c:pt>
                <c:pt idx="4159">
                  <c:v>-0.5</c:v>
                </c:pt>
                <c:pt idx="4160">
                  <c:v>-0.5</c:v>
                </c:pt>
                <c:pt idx="4161">
                  <c:v>-0.5</c:v>
                </c:pt>
                <c:pt idx="4162">
                  <c:v>-0.5</c:v>
                </c:pt>
                <c:pt idx="4163">
                  <c:v>-0.5</c:v>
                </c:pt>
                <c:pt idx="4164">
                  <c:v>-0.5</c:v>
                </c:pt>
                <c:pt idx="4165">
                  <c:v>-0.5</c:v>
                </c:pt>
                <c:pt idx="4166">
                  <c:v>-0.5</c:v>
                </c:pt>
                <c:pt idx="4167">
                  <c:v>-0.5</c:v>
                </c:pt>
                <c:pt idx="4168">
                  <c:v>-0.5</c:v>
                </c:pt>
                <c:pt idx="4169">
                  <c:v>-0.5</c:v>
                </c:pt>
                <c:pt idx="4170">
                  <c:v>-0.5</c:v>
                </c:pt>
                <c:pt idx="4171">
                  <c:v>-0.5</c:v>
                </c:pt>
                <c:pt idx="4172">
                  <c:v>-0.5</c:v>
                </c:pt>
                <c:pt idx="4173">
                  <c:v>-0.5</c:v>
                </c:pt>
                <c:pt idx="4174">
                  <c:v>-0.5</c:v>
                </c:pt>
                <c:pt idx="4175">
                  <c:v>-0.5</c:v>
                </c:pt>
                <c:pt idx="4176">
                  <c:v>-0.5</c:v>
                </c:pt>
                <c:pt idx="4177">
                  <c:v>-0.5</c:v>
                </c:pt>
                <c:pt idx="4178">
                  <c:v>-0.5</c:v>
                </c:pt>
                <c:pt idx="4179">
                  <c:v>-0.5</c:v>
                </c:pt>
                <c:pt idx="4180">
                  <c:v>-0.5</c:v>
                </c:pt>
                <c:pt idx="4181">
                  <c:v>-0.5</c:v>
                </c:pt>
                <c:pt idx="4182">
                  <c:v>-0.5</c:v>
                </c:pt>
                <c:pt idx="4183">
                  <c:v>-0.5</c:v>
                </c:pt>
                <c:pt idx="4184">
                  <c:v>-0.5</c:v>
                </c:pt>
                <c:pt idx="4185">
                  <c:v>-0.5</c:v>
                </c:pt>
                <c:pt idx="4186">
                  <c:v>-0.5</c:v>
                </c:pt>
                <c:pt idx="4187">
                  <c:v>-0.5</c:v>
                </c:pt>
                <c:pt idx="4188">
                  <c:v>-0.5</c:v>
                </c:pt>
                <c:pt idx="4189">
                  <c:v>-0.5</c:v>
                </c:pt>
                <c:pt idx="4190">
                  <c:v>-0.5</c:v>
                </c:pt>
                <c:pt idx="4191">
                  <c:v>-0.5</c:v>
                </c:pt>
                <c:pt idx="4192">
                  <c:v>-0.5</c:v>
                </c:pt>
                <c:pt idx="4193">
                  <c:v>-0.5</c:v>
                </c:pt>
                <c:pt idx="4194">
                  <c:v>-0.5</c:v>
                </c:pt>
                <c:pt idx="4195">
                  <c:v>-0.5</c:v>
                </c:pt>
                <c:pt idx="4196">
                  <c:v>-0.5</c:v>
                </c:pt>
                <c:pt idx="4197">
                  <c:v>-0.5</c:v>
                </c:pt>
                <c:pt idx="4198">
                  <c:v>-0.5</c:v>
                </c:pt>
                <c:pt idx="4199">
                  <c:v>-0.5</c:v>
                </c:pt>
                <c:pt idx="4200">
                  <c:v>-0.5</c:v>
                </c:pt>
                <c:pt idx="4201">
                  <c:v>-0.5</c:v>
                </c:pt>
                <c:pt idx="4202">
                  <c:v>-0.5</c:v>
                </c:pt>
                <c:pt idx="4203">
                  <c:v>-0.5</c:v>
                </c:pt>
                <c:pt idx="4204">
                  <c:v>-0.5</c:v>
                </c:pt>
                <c:pt idx="4205">
                  <c:v>-0.5</c:v>
                </c:pt>
                <c:pt idx="4206">
                  <c:v>-0.5</c:v>
                </c:pt>
                <c:pt idx="4207">
                  <c:v>-0.5</c:v>
                </c:pt>
                <c:pt idx="4208">
                  <c:v>-0.5</c:v>
                </c:pt>
                <c:pt idx="4209">
                  <c:v>-0.5</c:v>
                </c:pt>
                <c:pt idx="4210">
                  <c:v>-0.5</c:v>
                </c:pt>
                <c:pt idx="4211">
                  <c:v>-0.5</c:v>
                </c:pt>
                <c:pt idx="4212">
                  <c:v>-0.5</c:v>
                </c:pt>
                <c:pt idx="4213">
                  <c:v>-0.5</c:v>
                </c:pt>
                <c:pt idx="4214">
                  <c:v>-0.5</c:v>
                </c:pt>
                <c:pt idx="4215">
                  <c:v>-0.5</c:v>
                </c:pt>
                <c:pt idx="4216">
                  <c:v>-0.5</c:v>
                </c:pt>
                <c:pt idx="4217">
                  <c:v>-0.5</c:v>
                </c:pt>
                <c:pt idx="4218">
                  <c:v>-0.5</c:v>
                </c:pt>
                <c:pt idx="4219">
                  <c:v>-0.5</c:v>
                </c:pt>
                <c:pt idx="4220">
                  <c:v>-0.5</c:v>
                </c:pt>
                <c:pt idx="4221">
                  <c:v>-0.5</c:v>
                </c:pt>
                <c:pt idx="4222">
                  <c:v>-0.5</c:v>
                </c:pt>
                <c:pt idx="4223">
                  <c:v>-0.5</c:v>
                </c:pt>
                <c:pt idx="4224">
                  <c:v>-0.5</c:v>
                </c:pt>
                <c:pt idx="4225">
                  <c:v>-0.5</c:v>
                </c:pt>
                <c:pt idx="4226">
                  <c:v>-0.5</c:v>
                </c:pt>
                <c:pt idx="4227">
                  <c:v>-0.5</c:v>
                </c:pt>
                <c:pt idx="4228">
                  <c:v>-0.5</c:v>
                </c:pt>
                <c:pt idx="4229">
                  <c:v>-0.5</c:v>
                </c:pt>
                <c:pt idx="4230">
                  <c:v>-0.5</c:v>
                </c:pt>
                <c:pt idx="4231">
                  <c:v>-0.5</c:v>
                </c:pt>
                <c:pt idx="4232">
                  <c:v>-0.5</c:v>
                </c:pt>
                <c:pt idx="4233">
                  <c:v>-0.5</c:v>
                </c:pt>
                <c:pt idx="4234">
                  <c:v>-0.5</c:v>
                </c:pt>
                <c:pt idx="4235">
                  <c:v>-0.5</c:v>
                </c:pt>
                <c:pt idx="4236">
                  <c:v>-0.5</c:v>
                </c:pt>
                <c:pt idx="4237">
                  <c:v>-0.5</c:v>
                </c:pt>
                <c:pt idx="4238">
                  <c:v>-0.5</c:v>
                </c:pt>
                <c:pt idx="4239">
                  <c:v>-0.5</c:v>
                </c:pt>
                <c:pt idx="4240">
                  <c:v>-0.5</c:v>
                </c:pt>
                <c:pt idx="4241">
                  <c:v>-0.5</c:v>
                </c:pt>
                <c:pt idx="4242">
                  <c:v>-0.5</c:v>
                </c:pt>
                <c:pt idx="4243">
                  <c:v>-0.5</c:v>
                </c:pt>
                <c:pt idx="4244">
                  <c:v>-0.5</c:v>
                </c:pt>
                <c:pt idx="4245">
                  <c:v>-0.5</c:v>
                </c:pt>
                <c:pt idx="4246">
                  <c:v>-0.5</c:v>
                </c:pt>
                <c:pt idx="4247">
                  <c:v>-0.5</c:v>
                </c:pt>
                <c:pt idx="4248">
                  <c:v>-0.5</c:v>
                </c:pt>
                <c:pt idx="4249">
                  <c:v>-0.5</c:v>
                </c:pt>
                <c:pt idx="4250">
                  <c:v>-0.5</c:v>
                </c:pt>
                <c:pt idx="4251">
                  <c:v>-0.5</c:v>
                </c:pt>
                <c:pt idx="4252">
                  <c:v>-0.5</c:v>
                </c:pt>
                <c:pt idx="4253">
                  <c:v>-0.5</c:v>
                </c:pt>
                <c:pt idx="4254">
                  <c:v>-0.5</c:v>
                </c:pt>
                <c:pt idx="4255">
                  <c:v>-0.5</c:v>
                </c:pt>
                <c:pt idx="4256">
                  <c:v>-0.5</c:v>
                </c:pt>
                <c:pt idx="4257">
                  <c:v>-0.5</c:v>
                </c:pt>
                <c:pt idx="4258">
                  <c:v>-0.5</c:v>
                </c:pt>
                <c:pt idx="4259">
                  <c:v>-0.5</c:v>
                </c:pt>
                <c:pt idx="4260">
                  <c:v>-0.5</c:v>
                </c:pt>
                <c:pt idx="4261">
                  <c:v>-0.5</c:v>
                </c:pt>
                <c:pt idx="4262">
                  <c:v>-0.5</c:v>
                </c:pt>
                <c:pt idx="4263">
                  <c:v>-0.5</c:v>
                </c:pt>
                <c:pt idx="4264">
                  <c:v>-0.5</c:v>
                </c:pt>
                <c:pt idx="4265">
                  <c:v>-0.5</c:v>
                </c:pt>
                <c:pt idx="4266">
                  <c:v>-0.5</c:v>
                </c:pt>
                <c:pt idx="4267">
                  <c:v>-0.5</c:v>
                </c:pt>
                <c:pt idx="4268">
                  <c:v>-0.5</c:v>
                </c:pt>
                <c:pt idx="4269">
                  <c:v>-0.5</c:v>
                </c:pt>
                <c:pt idx="4270">
                  <c:v>-0.5</c:v>
                </c:pt>
                <c:pt idx="4271">
                  <c:v>-0.5</c:v>
                </c:pt>
                <c:pt idx="4272">
                  <c:v>-0.5</c:v>
                </c:pt>
                <c:pt idx="4273">
                  <c:v>-0.5</c:v>
                </c:pt>
                <c:pt idx="4274">
                  <c:v>-0.5</c:v>
                </c:pt>
                <c:pt idx="4275">
                  <c:v>-0.5</c:v>
                </c:pt>
                <c:pt idx="4276">
                  <c:v>-0.5</c:v>
                </c:pt>
                <c:pt idx="4277">
                  <c:v>-0.5</c:v>
                </c:pt>
                <c:pt idx="4278">
                  <c:v>-0.5</c:v>
                </c:pt>
                <c:pt idx="4279">
                  <c:v>-0.5</c:v>
                </c:pt>
                <c:pt idx="4280">
                  <c:v>-0.5</c:v>
                </c:pt>
                <c:pt idx="4281">
                  <c:v>-0.5</c:v>
                </c:pt>
                <c:pt idx="4282">
                  <c:v>-0.5</c:v>
                </c:pt>
                <c:pt idx="4283">
                  <c:v>-0.5</c:v>
                </c:pt>
                <c:pt idx="4284">
                  <c:v>-0.5</c:v>
                </c:pt>
                <c:pt idx="4285">
                  <c:v>-0.5</c:v>
                </c:pt>
                <c:pt idx="4286">
                  <c:v>-0.5</c:v>
                </c:pt>
                <c:pt idx="4287">
                  <c:v>-0.5</c:v>
                </c:pt>
                <c:pt idx="4288">
                  <c:v>-0.5</c:v>
                </c:pt>
                <c:pt idx="4289">
                  <c:v>-0.5</c:v>
                </c:pt>
                <c:pt idx="4290">
                  <c:v>-0.5</c:v>
                </c:pt>
                <c:pt idx="4291">
                  <c:v>-0.5</c:v>
                </c:pt>
                <c:pt idx="4292">
                  <c:v>-0.5</c:v>
                </c:pt>
                <c:pt idx="4293">
                  <c:v>-0.5</c:v>
                </c:pt>
                <c:pt idx="4294">
                  <c:v>-0.5</c:v>
                </c:pt>
                <c:pt idx="4295">
                  <c:v>-0.5</c:v>
                </c:pt>
                <c:pt idx="4296">
                  <c:v>-0.5</c:v>
                </c:pt>
                <c:pt idx="4297">
                  <c:v>-0.5</c:v>
                </c:pt>
                <c:pt idx="4298">
                  <c:v>-0.5</c:v>
                </c:pt>
                <c:pt idx="4299">
                  <c:v>-0.5</c:v>
                </c:pt>
                <c:pt idx="4300">
                  <c:v>-0.5</c:v>
                </c:pt>
                <c:pt idx="4301">
                  <c:v>-0.5</c:v>
                </c:pt>
                <c:pt idx="4302">
                  <c:v>-0.5</c:v>
                </c:pt>
                <c:pt idx="4303">
                  <c:v>-0.5</c:v>
                </c:pt>
                <c:pt idx="4304">
                  <c:v>-0.5</c:v>
                </c:pt>
                <c:pt idx="4305">
                  <c:v>-0.5</c:v>
                </c:pt>
                <c:pt idx="4306">
                  <c:v>-0.5</c:v>
                </c:pt>
                <c:pt idx="4307">
                  <c:v>-0.5</c:v>
                </c:pt>
                <c:pt idx="4308">
                  <c:v>-0.5</c:v>
                </c:pt>
                <c:pt idx="4309">
                  <c:v>-0.5</c:v>
                </c:pt>
                <c:pt idx="4310">
                  <c:v>-0.5</c:v>
                </c:pt>
                <c:pt idx="4311">
                  <c:v>-0.5</c:v>
                </c:pt>
                <c:pt idx="4312">
                  <c:v>-0.5</c:v>
                </c:pt>
                <c:pt idx="4313">
                  <c:v>-0.5</c:v>
                </c:pt>
                <c:pt idx="4314">
                  <c:v>-0.5</c:v>
                </c:pt>
                <c:pt idx="4315">
                  <c:v>-0.5</c:v>
                </c:pt>
                <c:pt idx="4316">
                  <c:v>-0.5</c:v>
                </c:pt>
                <c:pt idx="4317">
                  <c:v>-0.5</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0.75</c:v>
                </c:pt>
                <c:pt idx="4354">
                  <c:v>0.75</c:v>
                </c:pt>
                <c:pt idx="4355">
                  <c:v>0.75</c:v>
                </c:pt>
                <c:pt idx="4356">
                  <c:v>0.75</c:v>
                </c:pt>
                <c:pt idx="4357">
                  <c:v>0.75</c:v>
                </c:pt>
                <c:pt idx="4358">
                  <c:v>0.75</c:v>
                </c:pt>
                <c:pt idx="4359">
                  <c:v>0.75</c:v>
                </c:pt>
                <c:pt idx="4360">
                  <c:v>0.75</c:v>
                </c:pt>
                <c:pt idx="4361">
                  <c:v>0.75</c:v>
                </c:pt>
                <c:pt idx="4362">
                  <c:v>0.75</c:v>
                </c:pt>
                <c:pt idx="4363">
                  <c:v>0.75</c:v>
                </c:pt>
                <c:pt idx="4364">
                  <c:v>0.75</c:v>
                </c:pt>
                <c:pt idx="4365">
                  <c:v>0.75</c:v>
                </c:pt>
                <c:pt idx="4366">
                  <c:v>0.75</c:v>
                </c:pt>
                <c:pt idx="4367">
                  <c:v>0.75</c:v>
                </c:pt>
                <c:pt idx="4368">
                  <c:v>0.75</c:v>
                </c:pt>
                <c:pt idx="4369">
                  <c:v>0.75</c:v>
                </c:pt>
                <c:pt idx="4370">
                  <c:v>0.75</c:v>
                </c:pt>
                <c:pt idx="4371">
                  <c:v>0.75</c:v>
                </c:pt>
                <c:pt idx="4372">
                  <c:v>0.75</c:v>
                </c:pt>
                <c:pt idx="4373">
                  <c:v>0.75</c:v>
                </c:pt>
                <c:pt idx="4374">
                  <c:v>0.75</c:v>
                </c:pt>
                <c:pt idx="4375">
                  <c:v>0.75</c:v>
                </c:pt>
                <c:pt idx="4376">
                  <c:v>0.75</c:v>
                </c:pt>
                <c:pt idx="4377">
                  <c:v>0.75</c:v>
                </c:pt>
                <c:pt idx="4378">
                  <c:v>0.75</c:v>
                </c:pt>
                <c:pt idx="4379">
                  <c:v>0.75</c:v>
                </c:pt>
                <c:pt idx="4380">
                  <c:v>0.75</c:v>
                </c:pt>
                <c:pt idx="4381">
                  <c:v>0.75</c:v>
                </c:pt>
                <c:pt idx="4382">
                  <c:v>0.75</c:v>
                </c:pt>
                <c:pt idx="4383">
                  <c:v>0.75</c:v>
                </c:pt>
                <c:pt idx="4384">
                  <c:v>0.75</c:v>
                </c:pt>
                <c:pt idx="4385">
                  <c:v>0.75</c:v>
                </c:pt>
                <c:pt idx="4386">
                  <c:v>0.75</c:v>
                </c:pt>
                <c:pt idx="4387">
                  <c:v>0.75</c:v>
                </c:pt>
                <c:pt idx="4388">
                  <c:v>1.5</c:v>
                </c:pt>
                <c:pt idx="4389">
                  <c:v>1.5</c:v>
                </c:pt>
                <c:pt idx="4390">
                  <c:v>1.5</c:v>
                </c:pt>
                <c:pt idx="4391">
                  <c:v>1.5</c:v>
                </c:pt>
                <c:pt idx="4392">
                  <c:v>1.5</c:v>
                </c:pt>
                <c:pt idx="4393">
                  <c:v>1.5</c:v>
                </c:pt>
                <c:pt idx="4394">
                  <c:v>1.5</c:v>
                </c:pt>
                <c:pt idx="4395">
                  <c:v>1.5</c:v>
                </c:pt>
                <c:pt idx="4396">
                  <c:v>1.5</c:v>
                </c:pt>
                <c:pt idx="4397">
                  <c:v>1.5</c:v>
                </c:pt>
                <c:pt idx="4398">
                  <c:v>1.5</c:v>
                </c:pt>
                <c:pt idx="4399">
                  <c:v>1.5</c:v>
                </c:pt>
                <c:pt idx="4400">
                  <c:v>1.5</c:v>
                </c:pt>
                <c:pt idx="4401">
                  <c:v>1.5</c:v>
                </c:pt>
                <c:pt idx="4402">
                  <c:v>1.5</c:v>
                </c:pt>
                <c:pt idx="4403">
                  <c:v>1.5</c:v>
                </c:pt>
                <c:pt idx="4404">
                  <c:v>1.5</c:v>
                </c:pt>
                <c:pt idx="4405">
                  <c:v>1.5</c:v>
                </c:pt>
                <c:pt idx="4406">
                  <c:v>1.5</c:v>
                </c:pt>
                <c:pt idx="4407">
                  <c:v>1.5</c:v>
                </c:pt>
                <c:pt idx="4408">
                  <c:v>1.5</c:v>
                </c:pt>
                <c:pt idx="4409">
                  <c:v>1.5</c:v>
                </c:pt>
                <c:pt idx="4410">
                  <c:v>1.5</c:v>
                </c:pt>
                <c:pt idx="4411">
                  <c:v>1.5</c:v>
                </c:pt>
                <c:pt idx="4412">
                  <c:v>1.5</c:v>
                </c:pt>
                <c:pt idx="4413">
                  <c:v>1.5</c:v>
                </c:pt>
                <c:pt idx="4414">
                  <c:v>1.5</c:v>
                </c:pt>
                <c:pt idx="4415">
                  <c:v>1.5</c:v>
                </c:pt>
                <c:pt idx="4416">
                  <c:v>1.5</c:v>
                </c:pt>
                <c:pt idx="4417">
                  <c:v>1.5</c:v>
                </c:pt>
                <c:pt idx="4418">
                  <c:v>1.5</c:v>
                </c:pt>
                <c:pt idx="4419">
                  <c:v>1.5</c:v>
                </c:pt>
                <c:pt idx="4420">
                  <c:v>1.5</c:v>
                </c:pt>
                <c:pt idx="4421">
                  <c:v>1.5</c:v>
                </c:pt>
                <c:pt idx="4422">
                  <c:v>1.5</c:v>
                </c:pt>
                <c:pt idx="4423">
                  <c:v>2</c:v>
                </c:pt>
                <c:pt idx="4424">
                  <c:v>2</c:v>
                </c:pt>
                <c:pt idx="4425">
                  <c:v>2</c:v>
                </c:pt>
                <c:pt idx="4426">
                  <c:v>2</c:v>
                </c:pt>
                <c:pt idx="4427">
                  <c:v>2</c:v>
                </c:pt>
                <c:pt idx="4428">
                  <c:v>2</c:v>
                </c:pt>
                <c:pt idx="4429">
                  <c:v>2</c:v>
                </c:pt>
                <c:pt idx="4430">
                  <c:v>2</c:v>
                </c:pt>
                <c:pt idx="4431">
                  <c:v>2</c:v>
                </c:pt>
                <c:pt idx="4432">
                  <c:v>2</c:v>
                </c:pt>
                <c:pt idx="4433">
                  <c:v>2</c:v>
                </c:pt>
                <c:pt idx="4434">
                  <c:v>2</c:v>
                </c:pt>
                <c:pt idx="4435">
                  <c:v>2</c:v>
                </c:pt>
                <c:pt idx="4436">
                  <c:v>2</c:v>
                </c:pt>
                <c:pt idx="4437">
                  <c:v>2</c:v>
                </c:pt>
                <c:pt idx="4438">
                  <c:v>2</c:v>
                </c:pt>
                <c:pt idx="4439">
                  <c:v>2</c:v>
                </c:pt>
                <c:pt idx="4440">
                  <c:v>2</c:v>
                </c:pt>
                <c:pt idx="4441">
                  <c:v>2</c:v>
                </c:pt>
                <c:pt idx="4442">
                  <c:v>2</c:v>
                </c:pt>
                <c:pt idx="4443">
                  <c:v>2</c:v>
                </c:pt>
                <c:pt idx="4444">
                  <c:v>2</c:v>
                </c:pt>
                <c:pt idx="4445">
                  <c:v>2</c:v>
                </c:pt>
                <c:pt idx="4446">
                  <c:v>2</c:v>
                </c:pt>
                <c:pt idx="4447">
                  <c:v>2</c:v>
                </c:pt>
                <c:pt idx="4448">
                  <c:v>2</c:v>
                </c:pt>
                <c:pt idx="4449">
                  <c:v>2</c:v>
                </c:pt>
                <c:pt idx="4450">
                  <c:v>2</c:v>
                </c:pt>
                <c:pt idx="4451">
                  <c:v>2</c:v>
                </c:pt>
                <c:pt idx="4452">
                  <c:v>2</c:v>
                </c:pt>
                <c:pt idx="4453">
                  <c:v>2</c:v>
                </c:pt>
                <c:pt idx="4454">
                  <c:v>2</c:v>
                </c:pt>
                <c:pt idx="4455">
                  <c:v>2</c:v>
                </c:pt>
                <c:pt idx="4456">
                  <c:v>2</c:v>
                </c:pt>
                <c:pt idx="4457">
                  <c:v>2</c:v>
                </c:pt>
                <c:pt idx="4458">
                  <c:v>2.5</c:v>
                </c:pt>
                <c:pt idx="4459">
                  <c:v>2.5</c:v>
                </c:pt>
                <c:pt idx="4460">
                  <c:v>2.5</c:v>
                </c:pt>
                <c:pt idx="4461">
                  <c:v>2.5</c:v>
                </c:pt>
                <c:pt idx="4462">
                  <c:v>2.5</c:v>
                </c:pt>
                <c:pt idx="4463">
                  <c:v>2.5</c:v>
                </c:pt>
                <c:pt idx="4464">
                  <c:v>2.5</c:v>
                </c:pt>
                <c:pt idx="4465">
                  <c:v>2.5</c:v>
                </c:pt>
                <c:pt idx="4466">
                  <c:v>2.5</c:v>
                </c:pt>
                <c:pt idx="4467">
                  <c:v>2.5</c:v>
                </c:pt>
                <c:pt idx="4468">
                  <c:v>2.5</c:v>
                </c:pt>
                <c:pt idx="4469">
                  <c:v>2.5</c:v>
                </c:pt>
                <c:pt idx="4470">
                  <c:v>2.5</c:v>
                </c:pt>
                <c:pt idx="4471">
                  <c:v>2.5</c:v>
                </c:pt>
                <c:pt idx="4472">
                  <c:v>2.5</c:v>
                </c:pt>
                <c:pt idx="4473">
                  <c:v>2.5</c:v>
                </c:pt>
                <c:pt idx="4474">
                  <c:v>2.5</c:v>
                </c:pt>
                <c:pt idx="4475">
                  <c:v>2.5</c:v>
                </c:pt>
                <c:pt idx="4476">
                  <c:v>2.5</c:v>
                </c:pt>
                <c:pt idx="4477">
                  <c:v>2.5</c:v>
                </c:pt>
                <c:pt idx="4478">
                  <c:v>2.5</c:v>
                </c:pt>
                <c:pt idx="4479">
                  <c:v>2.5</c:v>
                </c:pt>
                <c:pt idx="4480">
                  <c:v>2.5</c:v>
                </c:pt>
                <c:pt idx="4481">
                  <c:v>2.5</c:v>
                </c:pt>
                <c:pt idx="4482">
                  <c:v>2.5</c:v>
                </c:pt>
                <c:pt idx="4483">
                  <c:v>2.5</c:v>
                </c:pt>
                <c:pt idx="4484">
                  <c:v>2.5</c:v>
                </c:pt>
                <c:pt idx="4485">
                  <c:v>2.5</c:v>
                </c:pt>
                <c:pt idx="4486">
                  <c:v>2.5</c:v>
                </c:pt>
                <c:pt idx="4487">
                  <c:v>2.5</c:v>
                </c:pt>
                <c:pt idx="4488">
                  <c:v>3</c:v>
                </c:pt>
                <c:pt idx="4489">
                  <c:v>3</c:v>
                </c:pt>
                <c:pt idx="4490">
                  <c:v>3</c:v>
                </c:pt>
                <c:pt idx="4491">
                  <c:v>3</c:v>
                </c:pt>
                <c:pt idx="4492">
                  <c:v>3</c:v>
                </c:pt>
                <c:pt idx="4493">
                  <c:v>3</c:v>
                </c:pt>
                <c:pt idx="4494">
                  <c:v>3</c:v>
                </c:pt>
                <c:pt idx="4495">
                  <c:v>3</c:v>
                </c:pt>
                <c:pt idx="4496">
                  <c:v>3</c:v>
                </c:pt>
                <c:pt idx="4497">
                  <c:v>3</c:v>
                </c:pt>
                <c:pt idx="4498">
                  <c:v>3</c:v>
                </c:pt>
                <c:pt idx="4499">
                  <c:v>3</c:v>
                </c:pt>
                <c:pt idx="4500">
                  <c:v>3</c:v>
                </c:pt>
                <c:pt idx="4501">
                  <c:v>3</c:v>
                </c:pt>
                <c:pt idx="4502">
                  <c:v>3</c:v>
                </c:pt>
                <c:pt idx="4503">
                  <c:v>3</c:v>
                </c:pt>
                <c:pt idx="4504">
                  <c:v>3</c:v>
                </c:pt>
                <c:pt idx="4505">
                  <c:v>3</c:v>
                </c:pt>
                <c:pt idx="4506">
                  <c:v>3</c:v>
                </c:pt>
                <c:pt idx="4507">
                  <c:v>3</c:v>
                </c:pt>
                <c:pt idx="4508">
                  <c:v>3</c:v>
                </c:pt>
                <c:pt idx="4509">
                  <c:v>3</c:v>
                </c:pt>
                <c:pt idx="4510">
                  <c:v>3</c:v>
                </c:pt>
                <c:pt idx="4511">
                  <c:v>3</c:v>
                </c:pt>
                <c:pt idx="4512">
                  <c:v>3</c:v>
                </c:pt>
                <c:pt idx="4513">
                  <c:v>3</c:v>
                </c:pt>
                <c:pt idx="4514">
                  <c:v>3</c:v>
                </c:pt>
                <c:pt idx="4515">
                  <c:v>3</c:v>
                </c:pt>
                <c:pt idx="4516">
                  <c:v>3</c:v>
                </c:pt>
                <c:pt idx="4517">
                  <c:v>3</c:v>
                </c:pt>
                <c:pt idx="4518">
                  <c:v>3</c:v>
                </c:pt>
                <c:pt idx="4519">
                  <c:v>3</c:v>
                </c:pt>
                <c:pt idx="4520">
                  <c:v>3</c:v>
                </c:pt>
                <c:pt idx="4521">
                  <c:v>3</c:v>
                </c:pt>
                <c:pt idx="4522">
                  <c:v>3</c:v>
                </c:pt>
                <c:pt idx="4523">
                  <c:v>3.25</c:v>
                </c:pt>
                <c:pt idx="4524">
                  <c:v>3.25</c:v>
                </c:pt>
                <c:pt idx="4525">
                  <c:v>3.25</c:v>
                </c:pt>
                <c:pt idx="4526">
                  <c:v>3.25</c:v>
                </c:pt>
                <c:pt idx="4527">
                  <c:v>3.25</c:v>
                </c:pt>
                <c:pt idx="4528">
                  <c:v>3.25</c:v>
                </c:pt>
                <c:pt idx="4529">
                  <c:v>3.25</c:v>
                </c:pt>
                <c:pt idx="4530">
                  <c:v>3.25</c:v>
                </c:pt>
                <c:pt idx="4531">
                  <c:v>3.25</c:v>
                </c:pt>
                <c:pt idx="4532">
                  <c:v>3.25</c:v>
                </c:pt>
                <c:pt idx="4533">
                  <c:v>3.25</c:v>
                </c:pt>
                <c:pt idx="4534">
                  <c:v>3.25</c:v>
                </c:pt>
                <c:pt idx="4535">
                  <c:v>3.25</c:v>
                </c:pt>
                <c:pt idx="4536">
                  <c:v>3.25</c:v>
                </c:pt>
                <c:pt idx="4537">
                  <c:v>3.25</c:v>
                </c:pt>
                <c:pt idx="4538">
                  <c:v>3.25</c:v>
                </c:pt>
                <c:pt idx="4539">
                  <c:v>3.25</c:v>
                </c:pt>
                <c:pt idx="4540">
                  <c:v>3.25</c:v>
                </c:pt>
                <c:pt idx="4541">
                  <c:v>3.25</c:v>
                </c:pt>
                <c:pt idx="4542">
                  <c:v>3.25</c:v>
                </c:pt>
                <c:pt idx="4543">
                  <c:v>3.25</c:v>
                </c:pt>
                <c:pt idx="4544">
                  <c:v>3.25</c:v>
                </c:pt>
                <c:pt idx="4545">
                  <c:v>3.25</c:v>
                </c:pt>
                <c:pt idx="4546">
                  <c:v>3.25</c:v>
                </c:pt>
                <c:pt idx="4547">
                  <c:v>3.25</c:v>
                </c:pt>
                <c:pt idx="4548">
                  <c:v>3.25</c:v>
                </c:pt>
                <c:pt idx="4549">
                  <c:v>3.25</c:v>
                </c:pt>
                <c:pt idx="4550">
                  <c:v>3.25</c:v>
                </c:pt>
                <c:pt idx="4551">
                  <c:v>3.25</c:v>
                </c:pt>
                <c:pt idx="4552">
                  <c:v>3.25</c:v>
                </c:pt>
                <c:pt idx="4553">
                  <c:v>3.5</c:v>
                </c:pt>
                <c:pt idx="4554">
                  <c:v>3.5</c:v>
                </c:pt>
                <c:pt idx="4555">
                  <c:v>3.5</c:v>
                </c:pt>
                <c:pt idx="4556">
                  <c:v>3.5</c:v>
                </c:pt>
                <c:pt idx="4557">
                  <c:v>3.5</c:v>
                </c:pt>
                <c:pt idx="4558">
                  <c:v>3.5</c:v>
                </c:pt>
                <c:pt idx="4559">
                  <c:v>3.5</c:v>
                </c:pt>
                <c:pt idx="4560">
                  <c:v>3.5</c:v>
                </c:pt>
                <c:pt idx="4561">
                  <c:v>3.5</c:v>
                </c:pt>
                <c:pt idx="4562">
                  <c:v>3.5</c:v>
                </c:pt>
                <c:pt idx="4563">
                  <c:v>3.5</c:v>
                </c:pt>
                <c:pt idx="4564">
                  <c:v>3.5</c:v>
                </c:pt>
                <c:pt idx="4565">
                  <c:v>3.5</c:v>
                </c:pt>
                <c:pt idx="4566">
                  <c:v>3.5</c:v>
                </c:pt>
                <c:pt idx="4567">
                  <c:v>3.5</c:v>
                </c:pt>
                <c:pt idx="4568">
                  <c:v>3.5</c:v>
                </c:pt>
                <c:pt idx="4569">
                  <c:v>3.5</c:v>
                </c:pt>
                <c:pt idx="4570">
                  <c:v>3.5</c:v>
                </c:pt>
                <c:pt idx="4571">
                  <c:v>3.5</c:v>
                </c:pt>
                <c:pt idx="4572">
                  <c:v>3.5</c:v>
                </c:pt>
                <c:pt idx="4573">
                  <c:v>3.5</c:v>
                </c:pt>
                <c:pt idx="4574">
                  <c:v>3.5</c:v>
                </c:pt>
                <c:pt idx="4575">
                  <c:v>3.5</c:v>
                </c:pt>
                <c:pt idx="4576">
                  <c:v>3.5</c:v>
                </c:pt>
                <c:pt idx="4577">
                  <c:v>3.5</c:v>
                </c:pt>
                <c:pt idx="4578">
                  <c:v>3.5</c:v>
                </c:pt>
                <c:pt idx="4579">
                  <c:v>3.5</c:v>
                </c:pt>
                <c:pt idx="4580">
                  <c:v>3.5</c:v>
                </c:pt>
                <c:pt idx="4581">
                  <c:v>3.5</c:v>
                </c:pt>
                <c:pt idx="4582">
                  <c:v>3.5</c:v>
                </c:pt>
                <c:pt idx="4583">
                  <c:v>3.75</c:v>
                </c:pt>
                <c:pt idx="4584">
                  <c:v>3.75</c:v>
                </c:pt>
                <c:pt idx="4585">
                  <c:v>3.75</c:v>
                </c:pt>
                <c:pt idx="4586">
                  <c:v>3.75</c:v>
                </c:pt>
                <c:pt idx="4587">
                  <c:v>3.75</c:v>
                </c:pt>
                <c:pt idx="4588">
                  <c:v>3.75</c:v>
                </c:pt>
                <c:pt idx="4589">
                  <c:v>3.75</c:v>
                </c:pt>
                <c:pt idx="4590">
                  <c:v>3.75</c:v>
                </c:pt>
                <c:pt idx="4591">
                  <c:v>3.75</c:v>
                </c:pt>
                <c:pt idx="4592">
                  <c:v>3.75</c:v>
                </c:pt>
                <c:pt idx="4593">
                  <c:v>3.75</c:v>
                </c:pt>
                <c:pt idx="4594">
                  <c:v>3.75</c:v>
                </c:pt>
                <c:pt idx="4595">
                  <c:v>3.75</c:v>
                </c:pt>
                <c:pt idx="4596">
                  <c:v>3.75</c:v>
                </c:pt>
                <c:pt idx="4597">
                  <c:v>3.75</c:v>
                </c:pt>
                <c:pt idx="4598">
                  <c:v>3.75</c:v>
                </c:pt>
                <c:pt idx="4599">
                  <c:v>3.75</c:v>
                </c:pt>
                <c:pt idx="4600">
                  <c:v>3.75</c:v>
                </c:pt>
                <c:pt idx="4601">
                  <c:v>3.75</c:v>
                </c:pt>
                <c:pt idx="4602">
                  <c:v>3.75</c:v>
                </c:pt>
                <c:pt idx="4603">
                  <c:v>3.75</c:v>
                </c:pt>
                <c:pt idx="4604">
                  <c:v>3.75</c:v>
                </c:pt>
                <c:pt idx="4605">
                  <c:v>3.75</c:v>
                </c:pt>
                <c:pt idx="4606">
                  <c:v>3.75</c:v>
                </c:pt>
                <c:pt idx="4607">
                  <c:v>3.75</c:v>
                </c:pt>
                <c:pt idx="4608">
                  <c:v>3.75</c:v>
                </c:pt>
                <c:pt idx="4609">
                  <c:v>3.75</c:v>
                </c:pt>
                <c:pt idx="4610">
                  <c:v>3.75</c:v>
                </c:pt>
                <c:pt idx="4611">
                  <c:v>3.75</c:v>
                </c:pt>
                <c:pt idx="4612">
                  <c:v>3.75</c:v>
                </c:pt>
                <c:pt idx="4613">
                  <c:v>3.75</c:v>
                </c:pt>
                <c:pt idx="4614">
                  <c:v>3.75</c:v>
                </c:pt>
                <c:pt idx="4615">
                  <c:v>3.75</c:v>
                </c:pt>
                <c:pt idx="4616">
                  <c:v>3.75</c:v>
                </c:pt>
                <c:pt idx="4617">
                  <c:v>3.75</c:v>
                </c:pt>
                <c:pt idx="4618">
                  <c:v>4</c:v>
                </c:pt>
                <c:pt idx="4619">
                  <c:v>4</c:v>
                </c:pt>
                <c:pt idx="4620">
                  <c:v>4</c:v>
                </c:pt>
                <c:pt idx="4621">
                  <c:v>4</c:v>
                </c:pt>
                <c:pt idx="4622">
                  <c:v>4</c:v>
                </c:pt>
                <c:pt idx="4623">
                  <c:v>4</c:v>
                </c:pt>
                <c:pt idx="4624">
                  <c:v>4</c:v>
                </c:pt>
                <c:pt idx="4625">
                  <c:v>4</c:v>
                </c:pt>
                <c:pt idx="4626">
                  <c:v>4</c:v>
                </c:pt>
                <c:pt idx="4627">
                  <c:v>4</c:v>
                </c:pt>
                <c:pt idx="4628">
                  <c:v>4</c:v>
                </c:pt>
                <c:pt idx="4629">
                  <c:v>4</c:v>
                </c:pt>
                <c:pt idx="4630">
                  <c:v>4</c:v>
                </c:pt>
                <c:pt idx="4631">
                  <c:v>4</c:v>
                </c:pt>
                <c:pt idx="4632">
                  <c:v>4</c:v>
                </c:pt>
                <c:pt idx="4633">
                  <c:v>4</c:v>
                </c:pt>
                <c:pt idx="4634">
                  <c:v>4</c:v>
                </c:pt>
                <c:pt idx="4635">
                  <c:v>4</c:v>
                </c:pt>
                <c:pt idx="4636">
                  <c:v>4</c:v>
                </c:pt>
                <c:pt idx="4637">
                  <c:v>4</c:v>
                </c:pt>
                <c:pt idx="4638">
                  <c:v>4</c:v>
                </c:pt>
                <c:pt idx="4639">
                  <c:v>4</c:v>
                </c:pt>
                <c:pt idx="4640">
                  <c:v>4</c:v>
                </c:pt>
                <c:pt idx="4641">
                  <c:v>4</c:v>
                </c:pt>
                <c:pt idx="4642">
                  <c:v>4</c:v>
                </c:pt>
                <c:pt idx="4643">
                  <c:v>4</c:v>
                </c:pt>
                <c:pt idx="4644">
                  <c:v>4</c:v>
                </c:pt>
                <c:pt idx="4645">
                  <c:v>4</c:v>
                </c:pt>
                <c:pt idx="4646">
                  <c:v>4</c:v>
                </c:pt>
                <c:pt idx="4647">
                  <c:v>4</c:v>
                </c:pt>
                <c:pt idx="4648">
                  <c:v>4</c:v>
                </c:pt>
                <c:pt idx="4649">
                  <c:v>4</c:v>
                </c:pt>
                <c:pt idx="4650">
                  <c:v>4</c:v>
                </c:pt>
                <c:pt idx="4651">
                  <c:v>4</c:v>
                </c:pt>
                <c:pt idx="4652">
                  <c:v>4</c:v>
                </c:pt>
                <c:pt idx="4653">
                  <c:v>4</c:v>
                </c:pt>
                <c:pt idx="4654">
                  <c:v>4</c:v>
                </c:pt>
                <c:pt idx="4655">
                  <c:v>4</c:v>
                </c:pt>
                <c:pt idx="4656">
                  <c:v>4</c:v>
                </c:pt>
                <c:pt idx="4657">
                  <c:v>4</c:v>
                </c:pt>
                <c:pt idx="4658">
                  <c:v>4</c:v>
                </c:pt>
                <c:pt idx="4659">
                  <c:v>4</c:v>
                </c:pt>
                <c:pt idx="4660">
                  <c:v>4</c:v>
                </c:pt>
                <c:pt idx="4661">
                  <c:v>4</c:v>
                </c:pt>
                <c:pt idx="4662">
                  <c:v>4</c:v>
                </c:pt>
                <c:pt idx="4663">
                  <c:v>4</c:v>
                </c:pt>
                <c:pt idx="4664">
                  <c:v>4</c:v>
                </c:pt>
                <c:pt idx="4665">
                  <c:v>4</c:v>
                </c:pt>
                <c:pt idx="4666">
                  <c:v>4</c:v>
                </c:pt>
                <c:pt idx="4667">
                  <c:v>4</c:v>
                </c:pt>
                <c:pt idx="4668">
                  <c:v>4</c:v>
                </c:pt>
                <c:pt idx="4669">
                  <c:v>4</c:v>
                </c:pt>
                <c:pt idx="4670">
                  <c:v>4</c:v>
                </c:pt>
                <c:pt idx="4671">
                  <c:v>4</c:v>
                </c:pt>
                <c:pt idx="4672">
                  <c:v>4</c:v>
                </c:pt>
                <c:pt idx="4673">
                  <c:v>4</c:v>
                </c:pt>
                <c:pt idx="4674">
                  <c:v>4</c:v>
                </c:pt>
                <c:pt idx="4675">
                  <c:v>4</c:v>
                </c:pt>
                <c:pt idx="4676">
                  <c:v>4</c:v>
                </c:pt>
                <c:pt idx="4677">
                  <c:v>4</c:v>
                </c:pt>
                <c:pt idx="4678">
                  <c:v>4</c:v>
                </c:pt>
                <c:pt idx="4679">
                  <c:v>4</c:v>
                </c:pt>
                <c:pt idx="4680">
                  <c:v>4</c:v>
                </c:pt>
                <c:pt idx="4681">
                  <c:v>4</c:v>
                </c:pt>
                <c:pt idx="4682">
                  <c:v>4</c:v>
                </c:pt>
                <c:pt idx="4683">
                  <c:v>4</c:v>
                </c:pt>
                <c:pt idx="4684">
                  <c:v>4</c:v>
                </c:pt>
                <c:pt idx="4685">
                  <c:v>4</c:v>
                </c:pt>
                <c:pt idx="4686">
                  <c:v>4</c:v>
                </c:pt>
                <c:pt idx="4687">
                  <c:v>4</c:v>
                </c:pt>
                <c:pt idx="4688">
                  <c:v>4</c:v>
                </c:pt>
                <c:pt idx="4689">
                  <c:v>4</c:v>
                </c:pt>
                <c:pt idx="4690">
                  <c:v>4</c:v>
                </c:pt>
                <c:pt idx="4691">
                  <c:v>4</c:v>
                </c:pt>
                <c:pt idx="4692">
                  <c:v>4</c:v>
                </c:pt>
                <c:pt idx="4693">
                  <c:v>4</c:v>
                </c:pt>
                <c:pt idx="4694">
                  <c:v>4</c:v>
                </c:pt>
                <c:pt idx="4695">
                  <c:v>4</c:v>
                </c:pt>
                <c:pt idx="4696">
                  <c:v>4</c:v>
                </c:pt>
                <c:pt idx="4697">
                  <c:v>4</c:v>
                </c:pt>
                <c:pt idx="4698">
                  <c:v>4</c:v>
                </c:pt>
                <c:pt idx="4699">
                  <c:v>4</c:v>
                </c:pt>
                <c:pt idx="4700">
                  <c:v>4</c:v>
                </c:pt>
                <c:pt idx="4701">
                  <c:v>4</c:v>
                </c:pt>
                <c:pt idx="4702">
                  <c:v>4</c:v>
                </c:pt>
                <c:pt idx="4703">
                  <c:v>4</c:v>
                </c:pt>
                <c:pt idx="4704">
                  <c:v>4</c:v>
                </c:pt>
                <c:pt idx="4705">
                  <c:v>4</c:v>
                </c:pt>
                <c:pt idx="4706">
                  <c:v>4</c:v>
                </c:pt>
                <c:pt idx="4707">
                  <c:v>4</c:v>
                </c:pt>
                <c:pt idx="4708">
                  <c:v>4</c:v>
                </c:pt>
                <c:pt idx="4709">
                  <c:v>4</c:v>
                </c:pt>
                <c:pt idx="4710">
                  <c:v>4</c:v>
                </c:pt>
                <c:pt idx="4711">
                  <c:v>4</c:v>
                </c:pt>
                <c:pt idx="4712">
                  <c:v>4</c:v>
                </c:pt>
                <c:pt idx="4713">
                  <c:v>4</c:v>
                </c:pt>
                <c:pt idx="4714">
                  <c:v>4</c:v>
                </c:pt>
                <c:pt idx="4715">
                  <c:v>4</c:v>
                </c:pt>
                <c:pt idx="4716">
                  <c:v>4</c:v>
                </c:pt>
                <c:pt idx="4717">
                  <c:v>4</c:v>
                </c:pt>
                <c:pt idx="4718">
                  <c:v>4</c:v>
                </c:pt>
                <c:pt idx="4719">
                  <c:v>4</c:v>
                </c:pt>
                <c:pt idx="4720">
                  <c:v>4</c:v>
                </c:pt>
                <c:pt idx="4721">
                  <c:v>4</c:v>
                </c:pt>
                <c:pt idx="4722">
                  <c:v>4</c:v>
                </c:pt>
                <c:pt idx="4723">
                  <c:v>4</c:v>
                </c:pt>
                <c:pt idx="4724">
                  <c:v>4</c:v>
                </c:pt>
                <c:pt idx="4725">
                  <c:v>4</c:v>
                </c:pt>
                <c:pt idx="4726">
                  <c:v>4</c:v>
                </c:pt>
                <c:pt idx="4727">
                  <c:v>4</c:v>
                </c:pt>
                <c:pt idx="4728">
                  <c:v>4</c:v>
                </c:pt>
                <c:pt idx="4729">
                  <c:v>4</c:v>
                </c:pt>
                <c:pt idx="4730">
                  <c:v>4</c:v>
                </c:pt>
                <c:pt idx="4731">
                  <c:v>4</c:v>
                </c:pt>
                <c:pt idx="4732">
                  <c:v>4</c:v>
                </c:pt>
                <c:pt idx="4733">
                  <c:v>4</c:v>
                </c:pt>
                <c:pt idx="4734">
                  <c:v>4</c:v>
                </c:pt>
                <c:pt idx="4735">
                  <c:v>4</c:v>
                </c:pt>
                <c:pt idx="4736">
                  <c:v>4</c:v>
                </c:pt>
                <c:pt idx="4737">
                  <c:v>4</c:v>
                </c:pt>
                <c:pt idx="4738">
                  <c:v>4</c:v>
                </c:pt>
                <c:pt idx="4739">
                  <c:v>4</c:v>
                </c:pt>
                <c:pt idx="4740">
                  <c:v>4</c:v>
                </c:pt>
                <c:pt idx="4741">
                  <c:v>4</c:v>
                </c:pt>
                <c:pt idx="4742">
                  <c:v>4</c:v>
                </c:pt>
                <c:pt idx="4743">
                  <c:v>4</c:v>
                </c:pt>
                <c:pt idx="4744">
                  <c:v>4</c:v>
                </c:pt>
                <c:pt idx="4745">
                  <c:v>4</c:v>
                </c:pt>
                <c:pt idx="4746">
                  <c:v>4</c:v>
                </c:pt>
                <c:pt idx="4747">
                  <c:v>4</c:v>
                </c:pt>
                <c:pt idx="4748">
                  <c:v>4</c:v>
                </c:pt>
                <c:pt idx="4749">
                  <c:v>4</c:v>
                </c:pt>
                <c:pt idx="4750">
                  <c:v>4</c:v>
                </c:pt>
                <c:pt idx="4751">
                  <c:v>4</c:v>
                </c:pt>
                <c:pt idx="4752">
                  <c:v>4</c:v>
                </c:pt>
                <c:pt idx="4753">
                  <c:v>4</c:v>
                </c:pt>
                <c:pt idx="4754">
                  <c:v>4</c:v>
                </c:pt>
                <c:pt idx="4755">
                  <c:v>4</c:v>
                </c:pt>
                <c:pt idx="4756">
                  <c:v>4</c:v>
                </c:pt>
                <c:pt idx="4757">
                  <c:v>4</c:v>
                </c:pt>
                <c:pt idx="4758">
                  <c:v>4</c:v>
                </c:pt>
                <c:pt idx="4759">
                  <c:v>4</c:v>
                </c:pt>
                <c:pt idx="4760">
                  <c:v>4</c:v>
                </c:pt>
                <c:pt idx="4761">
                  <c:v>4</c:v>
                </c:pt>
                <c:pt idx="4762">
                  <c:v>4</c:v>
                </c:pt>
                <c:pt idx="4763">
                  <c:v>4</c:v>
                </c:pt>
                <c:pt idx="4764">
                  <c:v>4</c:v>
                </c:pt>
                <c:pt idx="4765">
                  <c:v>4</c:v>
                </c:pt>
                <c:pt idx="4766">
                  <c:v>4</c:v>
                </c:pt>
                <c:pt idx="4767">
                  <c:v>4</c:v>
                </c:pt>
                <c:pt idx="4768">
                  <c:v>4</c:v>
                </c:pt>
                <c:pt idx="4769">
                  <c:v>4</c:v>
                </c:pt>
                <c:pt idx="4770">
                  <c:v>4</c:v>
                </c:pt>
                <c:pt idx="4771">
                  <c:v>4</c:v>
                </c:pt>
                <c:pt idx="4772">
                  <c:v>4</c:v>
                </c:pt>
                <c:pt idx="4773">
                  <c:v>4</c:v>
                </c:pt>
                <c:pt idx="4774">
                  <c:v>4</c:v>
                </c:pt>
                <c:pt idx="4775">
                  <c:v>4</c:v>
                </c:pt>
                <c:pt idx="4776">
                  <c:v>4</c:v>
                </c:pt>
                <c:pt idx="4777">
                  <c:v>4</c:v>
                </c:pt>
                <c:pt idx="4778">
                  <c:v>4</c:v>
                </c:pt>
                <c:pt idx="4779">
                  <c:v>4</c:v>
                </c:pt>
                <c:pt idx="4780">
                  <c:v>4</c:v>
                </c:pt>
                <c:pt idx="4781">
                  <c:v>4</c:v>
                </c:pt>
                <c:pt idx="4782">
                  <c:v>4</c:v>
                </c:pt>
                <c:pt idx="4783">
                  <c:v>4</c:v>
                </c:pt>
                <c:pt idx="4784">
                  <c:v>4</c:v>
                </c:pt>
                <c:pt idx="4785">
                  <c:v>4</c:v>
                </c:pt>
                <c:pt idx="4786">
                  <c:v>4</c:v>
                </c:pt>
                <c:pt idx="4787">
                  <c:v>4</c:v>
                </c:pt>
                <c:pt idx="4788">
                  <c:v>4</c:v>
                </c:pt>
                <c:pt idx="4789">
                  <c:v>4</c:v>
                </c:pt>
                <c:pt idx="4790">
                  <c:v>4</c:v>
                </c:pt>
                <c:pt idx="4791">
                  <c:v>4</c:v>
                </c:pt>
                <c:pt idx="4792">
                  <c:v>4</c:v>
                </c:pt>
                <c:pt idx="4793">
                  <c:v>4</c:v>
                </c:pt>
                <c:pt idx="4794">
                  <c:v>4</c:v>
                </c:pt>
                <c:pt idx="4795">
                  <c:v>4</c:v>
                </c:pt>
                <c:pt idx="4796">
                  <c:v>4</c:v>
                </c:pt>
                <c:pt idx="4797">
                  <c:v>4</c:v>
                </c:pt>
                <c:pt idx="4798">
                  <c:v>4</c:v>
                </c:pt>
                <c:pt idx="4799">
                  <c:v>4</c:v>
                </c:pt>
                <c:pt idx="4800">
                  <c:v>4</c:v>
                </c:pt>
                <c:pt idx="4801">
                  <c:v>4</c:v>
                </c:pt>
                <c:pt idx="4802">
                  <c:v>4</c:v>
                </c:pt>
                <c:pt idx="4803">
                  <c:v>4</c:v>
                </c:pt>
                <c:pt idx="4804">
                  <c:v>4</c:v>
                </c:pt>
                <c:pt idx="4805">
                  <c:v>4</c:v>
                </c:pt>
                <c:pt idx="4806">
                  <c:v>4</c:v>
                </c:pt>
                <c:pt idx="4807">
                  <c:v>4</c:v>
                </c:pt>
                <c:pt idx="4808">
                  <c:v>3.75</c:v>
                </c:pt>
                <c:pt idx="4809">
                  <c:v>3.75</c:v>
                </c:pt>
                <c:pt idx="4810">
                  <c:v>3.75</c:v>
                </c:pt>
                <c:pt idx="4811">
                  <c:v>3.75</c:v>
                </c:pt>
                <c:pt idx="4812">
                  <c:v>3.75</c:v>
                </c:pt>
                <c:pt idx="4813">
                  <c:v>3.75</c:v>
                </c:pt>
                <c:pt idx="4814">
                  <c:v>3.75</c:v>
                </c:pt>
                <c:pt idx="4815">
                  <c:v>3.75</c:v>
                </c:pt>
                <c:pt idx="4816">
                  <c:v>3.75</c:v>
                </c:pt>
                <c:pt idx="4817">
                  <c:v>3.75</c:v>
                </c:pt>
                <c:pt idx="4818">
                  <c:v>3.75</c:v>
                </c:pt>
                <c:pt idx="4819">
                  <c:v>3.75</c:v>
                </c:pt>
                <c:pt idx="4820">
                  <c:v>3.75</c:v>
                </c:pt>
                <c:pt idx="4821">
                  <c:v>3.75</c:v>
                </c:pt>
                <c:pt idx="4822">
                  <c:v>3.75</c:v>
                </c:pt>
                <c:pt idx="4823">
                  <c:v>3.75</c:v>
                </c:pt>
                <c:pt idx="4824">
                  <c:v>3.75</c:v>
                </c:pt>
                <c:pt idx="4825">
                  <c:v>3.75</c:v>
                </c:pt>
                <c:pt idx="4826">
                  <c:v>3.75</c:v>
                </c:pt>
                <c:pt idx="4827">
                  <c:v>3.75</c:v>
                </c:pt>
                <c:pt idx="4828">
                  <c:v>3.75</c:v>
                </c:pt>
                <c:pt idx="4829">
                  <c:v>3.75</c:v>
                </c:pt>
                <c:pt idx="4830">
                  <c:v>3.75</c:v>
                </c:pt>
                <c:pt idx="4831">
                  <c:v>3.75</c:v>
                </c:pt>
                <c:pt idx="4832">
                  <c:v>3.75</c:v>
                </c:pt>
                <c:pt idx="4833">
                  <c:v>3.75</c:v>
                </c:pt>
                <c:pt idx="4834">
                  <c:v>3.75</c:v>
                </c:pt>
                <c:pt idx="4835">
                  <c:v>3.75</c:v>
                </c:pt>
                <c:pt idx="4836">
                  <c:v>3.75</c:v>
                </c:pt>
                <c:pt idx="4837">
                  <c:v>3.75</c:v>
                </c:pt>
                <c:pt idx="4838">
                  <c:v>3.75</c:v>
                </c:pt>
                <c:pt idx="4839">
                  <c:v>3.75</c:v>
                </c:pt>
                <c:pt idx="4840">
                  <c:v>3.75</c:v>
                </c:pt>
                <c:pt idx="4841">
                  <c:v>3.75</c:v>
                </c:pt>
                <c:pt idx="4842">
                  <c:v>3.75</c:v>
                </c:pt>
                <c:pt idx="4843">
                  <c:v>3.75</c:v>
                </c:pt>
                <c:pt idx="4844">
                  <c:v>3.75</c:v>
                </c:pt>
                <c:pt idx="4845">
                  <c:v>3.75</c:v>
                </c:pt>
                <c:pt idx="4846">
                  <c:v>3.75</c:v>
                </c:pt>
                <c:pt idx="4847">
                  <c:v>3.75</c:v>
                </c:pt>
                <c:pt idx="4848">
                  <c:v>3.75</c:v>
                </c:pt>
                <c:pt idx="4849">
                  <c:v>3.75</c:v>
                </c:pt>
                <c:pt idx="4850">
                  <c:v>3.75</c:v>
                </c:pt>
                <c:pt idx="4851">
                  <c:v>3.75</c:v>
                </c:pt>
                <c:pt idx="4852">
                  <c:v>3.75</c:v>
                </c:pt>
                <c:pt idx="4853">
                  <c:v>3.75</c:v>
                </c:pt>
                <c:pt idx="4854">
                  <c:v>3.75</c:v>
                </c:pt>
                <c:pt idx="4855">
                  <c:v>3.75</c:v>
                </c:pt>
                <c:pt idx="4856">
                  <c:v>3.75</c:v>
                </c:pt>
                <c:pt idx="4857">
                  <c:v>3.75</c:v>
                </c:pt>
                <c:pt idx="4858">
                  <c:v>3.75</c:v>
                </c:pt>
                <c:pt idx="4859">
                  <c:v>3.75</c:v>
                </c:pt>
                <c:pt idx="4860">
                  <c:v>3.75</c:v>
                </c:pt>
                <c:pt idx="4861">
                  <c:v>3.75</c:v>
                </c:pt>
                <c:pt idx="4862">
                  <c:v>3.75</c:v>
                </c:pt>
                <c:pt idx="4863">
                  <c:v>3.75</c:v>
                </c:pt>
                <c:pt idx="4864">
                  <c:v>3.75</c:v>
                </c:pt>
                <c:pt idx="4865">
                  <c:v>3.75</c:v>
                </c:pt>
                <c:pt idx="4866">
                  <c:v>3.75</c:v>
                </c:pt>
                <c:pt idx="4867">
                  <c:v>3.75</c:v>
                </c:pt>
                <c:pt idx="4868">
                  <c:v>3.75</c:v>
                </c:pt>
                <c:pt idx="4869">
                  <c:v>3.75</c:v>
                </c:pt>
                <c:pt idx="4870">
                  <c:v>3.75</c:v>
                </c:pt>
                <c:pt idx="4871">
                  <c:v>3.75</c:v>
                </c:pt>
                <c:pt idx="4872">
                  <c:v>3.75</c:v>
                </c:pt>
                <c:pt idx="4873">
                  <c:v>3.75</c:v>
                </c:pt>
                <c:pt idx="4874">
                  <c:v>3.75</c:v>
                </c:pt>
                <c:pt idx="4875">
                  <c:v>3.75</c:v>
                </c:pt>
                <c:pt idx="4876">
                  <c:v>3.75</c:v>
                </c:pt>
                <c:pt idx="4877">
                  <c:v>3.75</c:v>
                </c:pt>
                <c:pt idx="4878">
                  <c:v>3.5</c:v>
                </c:pt>
                <c:pt idx="4879">
                  <c:v>3.5</c:v>
                </c:pt>
                <c:pt idx="4880">
                  <c:v>3.5</c:v>
                </c:pt>
                <c:pt idx="4881">
                  <c:v>3.5</c:v>
                </c:pt>
                <c:pt idx="4882">
                  <c:v>3.5</c:v>
                </c:pt>
                <c:pt idx="4883">
                  <c:v>3.5</c:v>
                </c:pt>
                <c:pt idx="4884">
                  <c:v>3.5</c:v>
                </c:pt>
                <c:pt idx="4885">
                  <c:v>3.5</c:v>
                </c:pt>
                <c:pt idx="4886">
                  <c:v>3.5</c:v>
                </c:pt>
                <c:pt idx="4887">
                  <c:v>3.5</c:v>
                </c:pt>
                <c:pt idx="4888">
                  <c:v>3.5</c:v>
                </c:pt>
                <c:pt idx="4889">
                  <c:v>3.5</c:v>
                </c:pt>
                <c:pt idx="4890">
                  <c:v>3.5</c:v>
                </c:pt>
                <c:pt idx="4891">
                  <c:v>3.5</c:v>
                </c:pt>
                <c:pt idx="4892">
                  <c:v>3.5</c:v>
                </c:pt>
                <c:pt idx="4893">
                  <c:v>3.5</c:v>
                </c:pt>
                <c:pt idx="4894">
                  <c:v>3.5</c:v>
                </c:pt>
                <c:pt idx="4895">
                  <c:v>3.5</c:v>
                </c:pt>
                <c:pt idx="4896">
                  <c:v>3.5</c:v>
                </c:pt>
                <c:pt idx="4897">
                  <c:v>3.5</c:v>
                </c:pt>
                <c:pt idx="4898">
                  <c:v>3.5</c:v>
                </c:pt>
                <c:pt idx="4899">
                  <c:v>3.5</c:v>
                </c:pt>
                <c:pt idx="4900">
                  <c:v>3.5</c:v>
                </c:pt>
                <c:pt idx="4901">
                  <c:v>3.5</c:v>
                </c:pt>
                <c:pt idx="4902">
                  <c:v>3.5</c:v>
                </c:pt>
                <c:pt idx="4903">
                  <c:v>3.25</c:v>
                </c:pt>
                <c:pt idx="4904">
                  <c:v>3.25</c:v>
                </c:pt>
                <c:pt idx="4905">
                  <c:v>3.25</c:v>
                </c:pt>
                <c:pt idx="4906">
                  <c:v>3.25</c:v>
                </c:pt>
                <c:pt idx="4907">
                  <c:v>3.25</c:v>
                </c:pt>
                <c:pt idx="4908">
                  <c:v>3.25</c:v>
                </c:pt>
                <c:pt idx="4909">
                  <c:v>3.25</c:v>
                </c:pt>
                <c:pt idx="4910">
                  <c:v>3.25</c:v>
                </c:pt>
                <c:pt idx="4911">
                  <c:v>3.25</c:v>
                </c:pt>
                <c:pt idx="4912">
                  <c:v>3.25</c:v>
                </c:pt>
                <c:pt idx="4913">
                  <c:v>3.25</c:v>
                </c:pt>
                <c:pt idx="4914">
                  <c:v>3.25</c:v>
                </c:pt>
                <c:pt idx="4915">
                  <c:v>3.25</c:v>
                </c:pt>
                <c:pt idx="4916">
                  <c:v>3.25</c:v>
                </c:pt>
                <c:pt idx="4917">
                  <c:v>3.25</c:v>
                </c:pt>
                <c:pt idx="4918">
                  <c:v>3.25</c:v>
                </c:pt>
                <c:pt idx="4919">
                  <c:v>3.25</c:v>
                </c:pt>
                <c:pt idx="4920">
                  <c:v>3.25</c:v>
                </c:pt>
                <c:pt idx="4921">
                  <c:v>3.25</c:v>
                </c:pt>
                <c:pt idx="4922">
                  <c:v>3.25</c:v>
                </c:pt>
                <c:pt idx="4923">
                  <c:v>3.25</c:v>
                </c:pt>
                <c:pt idx="4924">
                  <c:v>3.25</c:v>
                </c:pt>
                <c:pt idx="4925">
                  <c:v>3.25</c:v>
                </c:pt>
                <c:pt idx="4926">
                  <c:v>3.25</c:v>
                </c:pt>
                <c:pt idx="4927">
                  <c:v>3.25</c:v>
                </c:pt>
                <c:pt idx="4928">
                  <c:v>3.25</c:v>
                </c:pt>
                <c:pt idx="4929">
                  <c:v>3.25</c:v>
                </c:pt>
                <c:pt idx="4930">
                  <c:v>3.25</c:v>
                </c:pt>
                <c:pt idx="4931">
                  <c:v>3.25</c:v>
                </c:pt>
                <c:pt idx="4932">
                  <c:v>3.25</c:v>
                </c:pt>
                <c:pt idx="4933">
                  <c:v>3.25</c:v>
                </c:pt>
                <c:pt idx="4934">
                  <c:v>3.25</c:v>
                </c:pt>
                <c:pt idx="4935">
                  <c:v>3.25</c:v>
                </c:pt>
                <c:pt idx="4936">
                  <c:v>3.25</c:v>
                </c:pt>
                <c:pt idx="4937">
                  <c:v>3.25</c:v>
                </c:pt>
                <c:pt idx="4938">
                  <c:v>3.25</c:v>
                </c:pt>
                <c:pt idx="4939">
                  <c:v>3.25</c:v>
                </c:pt>
                <c:pt idx="4940">
                  <c:v>3.25</c:v>
                </c:pt>
                <c:pt idx="4941">
                  <c:v>3.25</c:v>
                </c:pt>
                <c:pt idx="4942">
                  <c:v>3.25</c:v>
                </c:pt>
                <c:pt idx="4943">
                  <c:v>3</c:v>
                </c:pt>
                <c:pt idx="4944">
                  <c:v>3</c:v>
                </c:pt>
                <c:pt idx="4945">
                  <c:v>3</c:v>
                </c:pt>
                <c:pt idx="4946">
                  <c:v>3</c:v>
                </c:pt>
                <c:pt idx="4947">
                  <c:v>3</c:v>
                </c:pt>
                <c:pt idx="4948">
                  <c:v>3</c:v>
                </c:pt>
                <c:pt idx="4949">
                  <c:v>3</c:v>
                </c:pt>
                <c:pt idx="4950">
                  <c:v>3</c:v>
                </c:pt>
                <c:pt idx="4951">
                  <c:v>3</c:v>
                </c:pt>
                <c:pt idx="4952">
                  <c:v>3</c:v>
                </c:pt>
                <c:pt idx="4953">
                  <c:v>3</c:v>
                </c:pt>
                <c:pt idx="4954">
                  <c:v>3</c:v>
                </c:pt>
                <c:pt idx="4955">
                  <c:v>3</c:v>
                </c:pt>
                <c:pt idx="4956">
                  <c:v>3</c:v>
                </c:pt>
                <c:pt idx="4957">
                  <c:v>3</c:v>
                </c:pt>
                <c:pt idx="4958">
                  <c:v>3</c:v>
                </c:pt>
                <c:pt idx="4959">
                  <c:v>3</c:v>
                </c:pt>
                <c:pt idx="4960">
                  <c:v>3</c:v>
                </c:pt>
                <c:pt idx="4961">
                  <c:v>3</c:v>
                </c:pt>
                <c:pt idx="4962">
                  <c:v>3</c:v>
                </c:pt>
                <c:pt idx="4963">
                  <c:v>3</c:v>
                </c:pt>
                <c:pt idx="4964">
                  <c:v>3</c:v>
                </c:pt>
                <c:pt idx="4965">
                  <c:v>3</c:v>
                </c:pt>
                <c:pt idx="4966">
                  <c:v>3</c:v>
                </c:pt>
                <c:pt idx="4967">
                  <c:v>3</c:v>
                </c:pt>
                <c:pt idx="4968">
                  <c:v>3</c:v>
                </c:pt>
                <c:pt idx="4969">
                  <c:v>3</c:v>
                </c:pt>
                <c:pt idx="4970">
                  <c:v>3</c:v>
                </c:pt>
                <c:pt idx="4971">
                  <c:v>3</c:v>
                </c:pt>
                <c:pt idx="4972">
                  <c:v>3</c:v>
                </c:pt>
                <c:pt idx="4973">
                  <c:v>3</c:v>
                </c:pt>
                <c:pt idx="4974">
                  <c:v>3</c:v>
                </c:pt>
                <c:pt idx="4975">
                  <c:v>3</c:v>
                </c:pt>
                <c:pt idx="4976">
                  <c:v>3</c:v>
                </c:pt>
                <c:pt idx="4977">
                  <c:v>3</c:v>
                </c:pt>
                <c:pt idx="4978">
                  <c:v>2.75</c:v>
                </c:pt>
                <c:pt idx="4979">
                  <c:v>2.75</c:v>
                </c:pt>
                <c:pt idx="4980">
                  <c:v>2.75</c:v>
                </c:pt>
                <c:pt idx="4981">
                  <c:v>2.75</c:v>
                </c:pt>
                <c:pt idx="4982">
                  <c:v>2.75</c:v>
                </c:pt>
                <c:pt idx="4983">
                  <c:v>2.75</c:v>
                </c:pt>
                <c:pt idx="4984">
                  <c:v>2.75</c:v>
                </c:pt>
                <c:pt idx="4985">
                  <c:v>2.75</c:v>
                </c:pt>
                <c:pt idx="4986">
                  <c:v>2.75</c:v>
                </c:pt>
                <c:pt idx="4987">
                  <c:v>2.75</c:v>
                </c:pt>
                <c:pt idx="4988">
                  <c:v>2.75</c:v>
                </c:pt>
                <c:pt idx="4989">
                  <c:v>2.75</c:v>
                </c:pt>
                <c:pt idx="4990">
                  <c:v>2.75</c:v>
                </c:pt>
                <c:pt idx="4991">
                  <c:v>2.75</c:v>
                </c:pt>
                <c:pt idx="4992">
                  <c:v>2.75</c:v>
                </c:pt>
                <c:pt idx="4993">
                  <c:v>2.75</c:v>
                </c:pt>
                <c:pt idx="4994">
                  <c:v>2.75</c:v>
                </c:pt>
                <c:pt idx="4995">
                  <c:v>2.75</c:v>
                </c:pt>
                <c:pt idx="4996">
                  <c:v>2.75</c:v>
                </c:pt>
                <c:pt idx="4997">
                  <c:v>2.75</c:v>
                </c:pt>
                <c:pt idx="4998">
                  <c:v>2.75</c:v>
                </c:pt>
                <c:pt idx="4999">
                  <c:v>2.75</c:v>
                </c:pt>
                <c:pt idx="5000">
                  <c:v>2.75</c:v>
                </c:pt>
                <c:pt idx="5001">
                  <c:v>2.75</c:v>
                </c:pt>
                <c:pt idx="5002">
                  <c:v>2.75</c:v>
                </c:pt>
                <c:pt idx="5003">
                  <c:v>2.5</c:v>
                </c:pt>
                <c:pt idx="5004">
                  <c:v>2.5</c:v>
                </c:pt>
                <c:pt idx="5005">
                  <c:v>2.5</c:v>
                </c:pt>
                <c:pt idx="5006">
                  <c:v>2.5</c:v>
                </c:pt>
                <c:pt idx="5007">
                  <c:v>2.5</c:v>
                </c:pt>
                <c:pt idx="5008">
                  <c:v>2.5</c:v>
                </c:pt>
                <c:pt idx="5009">
                  <c:v>2.5</c:v>
                </c:pt>
                <c:pt idx="5010">
                  <c:v>2.5</c:v>
                </c:pt>
                <c:pt idx="5011">
                  <c:v>2.5</c:v>
                </c:pt>
                <c:pt idx="5012">
                  <c:v>2.5</c:v>
                </c:pt>
                <c:pt idx="5013">
                  <c:v>2.5</c:v>
                </c:pt>
                <c:pt idx="5014">
                  <c:v>2.5</c:v>
                </c:pt>
                <c:pt idx="5015">
                  <c:v>2.5</c:v>
                </c:pt>
                <c:pt idx="5016">
                  <c:v>2.5</c:v>
                </c:pt>
                <c:pt idx="5017">
                  <c:v>2.5</c:v>
                </c:pt>
                <c:pt idx="5018">
                  <c:v>2.5</c:v>
                </c:pt>
                <c:pt idx="5019">
                  <c:v>2.5</c:v>
                </c:pt>
                <c:pt idx="5020">
                  <c:v>2.5</c:v>
                </c:pt>
                <c:pt idx="5021">
                  <c:v>2.5</c:v>
                </c:pt>
                <c:pt idx="5022">
                  <c:v>2.5</c:v>
                </c:pt>
                <c:pt idx="5023">
                  <c:v>2.5</c:v>
                </c:pt>
                <c:pt idx="5024">
                  <c:v>2.5</c:v>
                </c:pt>
                <c:pt idx="5025">
                  <c:v>2.5</c:v>
                </c:pt>
                <c:pt idx="5026">
                  <c:v>2.5</c:v>
                </c:pt>
                <c:pt idx="5027">
                  <c:v>2.5</c:v>
                </c:pt>
                <c:pt idx="5028">
                  <c:v>2.5</c:v>
                </c:pt>
                <c:pt idx="5029">
                  <c:v>2.5</c:v>
                </c:pt>
                <c:pt idx="5030">
                  <c:v>2.5</c:v>
                </c:pt>
                <c:pt idx="5031">
                  <c:v>2.5</c:v>
                </c:pt>
                <c:pt idx="5032">
                  <c:v>2.5</c:v>
                </c:pt>
                <c:pt idx="5033">
                  <c:v>2.25</c:v>
                </c:pt>
                <c:pt idx="5034">
                  <c:v>2.25</c:v>
                </c:pt>
                <c:pt idx="5035">
                  <c:v>2.25</c:v>
                </c:pt>
                <c:pt idx="5036">
                  <c:v>2.25</c:v>
                </c:pt>
                <c:pt idx="5037">
                  <c:v>2.25</c:v>
                </c:pt>
                <c:pt idx="5038">
                  <c:v>2.25</c:v>
                </c:pt>
                <c:pt idx="5039">
                  <c:v>2.25</c:v>
                </c:pt>
                <c:pt idx="5040">
                  <c:v>2.25</c:v>
                </c:pt>
                <c:pt idx="5041">
                  <c:v>2.25</c:v>
                </c:pt>
                <c:pt idx="5042">
                  <c:v>2.25</c:v>
                </c:pt>
                <c:pt idx="5043">
                  <c:v>2.25</c:v>
                </c:pt>
                <c:pt idx="5044">
                  <c:v>2.25</c:v>
                </c:pt>
                <c:pt idx="5045">
                  <c:v>2.25</c:v>
                </c:pt>
                <c:pt idx="5046">
                  <c:v>2.25</c:v>
                </c:pt>
                <c:pt idx="5047">
                  <c:v>2.25</c:v>
                </c:pt>
                <c:pt idx="5048">
                  <c:v>2.25</c:v>
                </c:pt>
                <c:pt idx="5049">
                  <c:v>2.25</c:v>
                </c:pt>
                <c:pt idx="5050">
                  <c:v>2.25</c:v>
                </c:pt>
                <c:pt idx="5051">
                  <c:v>2.25</c:v>
                </c:pt>
                <c:pt idx="5052">
                  <c:v>2.25</c:v>
                </c:pt>
                <c:pt idx="5053">
                  <c:v>2.25</c:v>
                </c:pt>
                <c:pt idx="5054">
                  <c:v>2.25</c:v>
                </c:pt>
                <c:pt idx="5055">
                  <c:v>2.25</c:v>
                </c:pt>
                <c:pt idx="5056">
                  <c:v>2.25</c:v>
                </c:pt>
                <c:pt idx="5057">
                  <c:v>2.25</c:v>
                </c:pt>
                <c:pt idx="5058">
                  <c:v>2.25</c:v>
                </c:pt>
                <c:pt idx="5059">
                  <c:v>2.25</c:v>
                </c:pt>
                <c:pt idx="5060">
                  <c:v>2.25</c:v>
                </c:pt>
                <c:pt idx="5061">
                  <c:v>2.25</c:v>
                </c:pt>
                <c:pt idx="5062">
                  <c:v>2.25</c:v>
                </c:pt>
                <c:pt idx="5063">
                  <c:v>2.25</c:v>
                </c:pt>
                <c:pt idx="5064">
                  <c:v>2.25</c:v>
                </c:pt>
                <c:pt idx="5065">
                  <c:v>2.25</c:v>
                </c:pt>
                <c:pt idx="5066">
                  <c:v>2.25</c:v>
                </c:pt>
                <c:pt idx="5067">
                  <c:v>2.25</c:v>
                </c:pt>
                <c:pt idx="5068">
                  <c:v>2</c:v>
                </c:pt>
                <c:pt idx="5069">
                  <c:v>2</c:v>
                </c:pt>
                <c:pt idx="5070">
                  <c:v>2</c:v>
                </c:pt>
                <c:pt idx="5071">
                  <c:v>2</c:v>
                </c:pt>
                <c:pt idx="5072">
                  <c:v>2</c:v>
                </c:pt>
                <c:pt idx="5073">
                  <c:v>2</c:v>
                </c:pt>
                <c:pt idx="5074">
                  <c:v>2</c:v>
                </c:pt>
                <c:pt idx="5075">
                  <c:v>2</c:v>
                </c:pt>
                <c:pt idx="5076">
                  <c:v>2</c:v>
                </c:pt>
                <c:pt idx="5077">
                  <c:v>2</c:v>
                </c:pt>
                <c:pt idx="5078">
                  <c:v>2</c:v>
                </c:pt>
                <c:pt idx="5079">
                  <c:v>2</c:v>
                </c:pt>
                <c:pt idx="5080">
                  <c:v>2</c:v>
                </c:pt>
                <c:pt idx="5081">
                  <c:v>2</c:v>
                </c:pt>
                <c:pt idx="5082">
                  <c:v>2</c:v>
                </c:pt>
                <c:pt idx="5083">
                  <c:v>2</c:v>
                </c:pt>
                <c:pt idx="5084">
                  <c:v>2</c:v>
                </c:pt>
                <c:pt idx="5085">
                  <c:v>2</c:v>
                </c:pt>
                <c:pt idx="5086">
                  <c:v>2</c:v>
                </c:pt>
                <c:pt idx="5087">
                  <c:v>2</c:v>
                </c:pt>
                <c:pt idx="5088">
                  <c:v>2</c:v>
                </c:pt>
                <c:pt idx="5089">
                  <c:v>2</c:v>
                </c:pt>
                <c:pt idx="5090">
                  <c:v>2</c:v>
                </c:pt>
                <c:pt idx="5091">
                  <c:v>2</c:v>
                </c:pt>
                <c:pt idx="5092">
                  <c:v>2</c:v>
                </c:pt>
                <c:pt idx="5093">
                  <c:v>2</c:v>
                </c:pt>
                <c:pt idx="5094">
                  <c:v>2</c:v>
                </c:pt>
                <c:pt idx="5095">
                  <c:v>2</c:v>
                </c:pt>
                <c:pt idx="5096">
                  <c:v>2</c:v>
                </c:pt>
                <c:pt idx="5097">
                  <c:v>2</c:v>
                </c:pt>
                <c:pt idx="5098">
                  <c:v>2</c:v>
                </c:pt>
                <c:pt idx="5099">
                  <c:v>2</c:v>
                </c:pt>
                <c:pt idx="5100">
                  <c:v>2</c:v>
                </c:pt>
                <c:pt idx="5101">
                  <c:v>2</c:v>
                </c:pt>
                <c:pt idx="5102">
                  <c:v>2</c:v>
                </c:pt>
                <c:pt idx="5103">
                  <c:v>2</c:v>
                </c:pt>
                <c:pt idx="5104">
                  <c:v>2</c:v>
                </c:pt>
                <c:pt idx="5105">
                  <c:v>2</c:v>
                </c:pt>
                <c:pt idx="5106">
                  <c:v>2</c:v>
                </c:pt>
                <c:pt idx="5107">
                  <c:v>2</c:v>
                </c:pt>
                <c:pt idx="5108">
                  <c:v>2</c:v>
                </c:pt>
                <c:pt idx="5109">
                  <c:v>2</c:v>
                </c:pt>
                <c:pt idx="5110">
                  <c:v>2</c:v>
                </c:pt>
                <c:pt idx="5111">
                  <c:v>2</c:v>
                </c:pt>
                <c:pt idx="5112">
                  <c:v>2</c:v>
                </c:pt>
                <c:pt idx="5113">
                  <c:v>2</c:v>
                </c:pt>
                <c:pt idx="5114">
                  <c:v>2</c:v>
                </c:pt>
                <c:pt idx="5115">
                  <c:v>2</c:v>
                </c:pt>
                <c:pt idx="5116">
                  <c:v>2</c:v>
                </c:pt>
                <c:pt idx="5117">
                  <c:v>2</c:v>
                </c:pt>
                <c:pt idx="5118">
                  <c:v>2</c:v>
                </c:pt>
                <c:pt idx="5119">
                  <c:v>2</c:v>
                </c:pt>
                <c:pt idx="5120">
                  <c:v>2</c:v>
                </c:pt>
                <c:pt idx="5121">
                  <c:v>2</c:v>
                </c:pt>
                <c:pt idx="5122">
                  <c:v>2</c:v>
                </c:pt>
                <c:pt idx="5123">
                  <c:v>2</c:v>
                </c:pt>
                <c:pt idx="5124">
                  <c:v>2</c:v>
                </c:pt>
                <c:pt idx="5125">
                  <c:v>2</c:v>
                </c:pt>
                <c:pt idx="5126">
                  <c:v>2</c:v>
                </c:pt>
                <c:pt idx="5127">
                  <c:v>2</c:v>
                </c:pt>
                <c:pt idx="5128">
                  <c:v>2</c:v>
                </c:pt>
                <c:pt idx="5129">
                  <c:v>2</c:v>
                </c:pt>
                <c:pt idx="5130">
                  <c:v>2</c:v>
                </c:pt>
                <c:pt idx="5131">
                  <c:v>2</c:v>
                </c:pt>
                <c:pt idx="5132">
                  <c:v>2</c:v>
                </c:pt>
                <c:pt idx="5133">
                  <c:v>2</c:v>
                </c:pt>
                <c:pt idx="5134">
                  <c:v>2</c:v>
                </c:pt>
                <c:pt idx="5135">
                  <c:v>2</c:v>
                </c:pt>
                <c:pt idx="5136">
                  <c:v>2</c:v>
                </c:pt>
                <c:pt idx="5137">
                  <c:v>2</c:v>
                </c:pt>
                <c:pt idx="5138">
                  <c:v>2</c:v>
                </c:pt>
                <c:pt idx="5139">
                  <c:v>2</c:v>
                </c:pt>
                <c:pt idx="5140">
                  <c:v>2</c:v>
                </c:pt>
                <c:pt idx="5141">
                  <c:v>2</c:v>
                </c:pt>
                <c:pt idx="5142">
                  <c:v>2</c:v>
                </c:pt>
                <c:pt idx="5143">
                  <c:v>2</c:v>
                </c:pt>
                <c:pt idx="5144">
                  <c:v>2</c:v>
                </c:pt>
                <c:pt idx="5145">
                  <c:v>2</c:v>
                </c:pt>
                <c:pt idx="5146">
                  <c:v>2</c:v>
                </c:pt>
                <c:pt idx="5147">
                  <c:v>2</c:v>
                </c:pt>
                <c:pt idx="5148">
                  <c:v>2</c:v>
                </c:pt>
                <c:pt idx="5149">
                  <c:v>2</c:v>
                </c:pt>
                <c:pt idx="5150">
                  <c:v>2</c:v>
                </c:pt>
                <c:pt idx="5151">
                  <c:v>2</c:v>
                </c:pt>
                <c:pt idx="5152">
                  <c:v>2</c:v>
                </c:pt>
                <c:pt idx="5153">
                  <c:v>2</c:v>
                </c:pt>
                <c:pt idx="5154">
                  <c:v>2</c:v>
                </c:pt>
                <c:pt idx="5155">
                  <c:v>2</c:v>
                </c:pt>
                <c:pt idx="5156">
                  <c:v>2</c:v>
                </c:pt>
                <c:pt idx="5157">
                  <c:v>2</c:v>
                </c:pt>
                <c:pt idx="5158">
                  <c:v>2</c:v>
                </c:pt>
                <c:pt idx="5159">
                  <c:v>2</c:v>
                </c:pt>
                <c:pt idx="5160">
                  <c:v>2</c:v>
                </c:pt>
                <c:pt idx="5161">
                  <c:v>2</c:v>
                </c:pt>
                <c:pt idx="5162">
                  <c:v>2</c:v>
                </c:pt>
                <c:pt idx="5163">
                  <c:v>2</c:v>
                </c:pt>
                <c:pt idx="5164">
                  <c:v>2</c:v>
                </c:pt>
                <c:pt idx="5165">
                  <c:v>2</c:v>
                </c:pt>
                <c:pt idx="5166">
                  <c:v>2</c:v>
                </c:pt>
                <c:pt idx="5167">
                  <c:v>2</c:v>
                </c:pt>
                <c:pt idx="5168">
                  <c:v>2</c:v>
                </c:pt>
                <c:pt idx="5169">
                  <c:v>2</c:v>
                </c:pt>
                <c:pt idx="5170">
                  <c:v>2</c:v>
                </c:pt>
                <c:pt idx="5171">
                  <c:v>2</c:v>
                </c:pt>
                <c:pt idx="5172">
                  <c:v>2</c:v>
                </c:pt>
                <c:pt idx="5173">
                  <c:v>2</c:v>
                </c:pt>
                <c:pt idx="5174">
                  <c:v>2</c:v>
                </c:pt>
                <c:pt idx="5175">
                  <c:v>2</c:v>
                </c:pt>
                <c:pt idx="5176">
                  <c:v>2</c:v>
                </c:pt>
                <c:pt idx="5177">
                  <c:v>2</c:v>
                </c:pt>
                <c:pt idx="5178">
                  <c:v>2</c:v>
                </c:pt>
                <c:pt idx="5179">
                  <c:v>2</c:v>
                </c:pt>
                <c:pt idx="5180">
                  <c:v>2</c:v>
                </c:pt>
                <c:pt idx="5181">
                  <c:v>2</c:v>
                </c:pt>
                <c:pt idx="5182">
                  <c:v>2</c:v>
                </c:pt>
                <c:pt idx="5183">
                  <c:v>2</c:v>
                </c:pt>
                <c:pt idx="5184">
                  <c:v>2</c:v>
                </c:pt>
                <c:pt idx="5185">
                  <c:v>2</c:v>
                </c:pt>
                <c:pt idx="5186">
                  <c:v>2</c:v>
                </c:pt>
                <c:pt idx="5187">
                  <c:v>2</c:v>
                </c:pt>
                <c:pt idx="5188">
                  <c:v>2</c:v>
                </c:pt>
                <c:pt idx="5189">
                  <c:v>2</c:v>
                </c:pt>
                <c:pt idx="5190">
                  <c:v>2</c:v>
                </c:pt>
                <c:pt idx="5191">
                  <c:v>2</c:v>
                </c:pt>
                <c:pt idx="5192">
                  <c:v>2</c:v>
                </c:pt>
                <c:pt idx="5193">
                  <c:v>2</c:v>
                </c:pt>
                <c:pt idx="5194">
                  <c:v>2</c:v>
                </c:pt>
                <c:pt idx="5195">
                  <c:v>2</c:v>
                </c:pt>
                <c:pt idx="5196">
                  <c:v>2</c:v>
                </c:pt>
                <c:pt idx="5197">
                  <c:v>2</c:v>
                </c:pt>
                <c:pt idx="5198">
                  <c:v>2</c:v>
                </c:pt>
                <c:pt idx="5199">
                  <c:v>2</c:v>
                </c:pt>
                <c:pt idx="5200">
                  <c:v>2</c:v>
                </c:pt>
                <c:pt idx="5201">
                  <c:v>2</c:v>
                </c:pt>
                <c:pt idx="5202">
                  <c:v>2</c:v>
                </c:pt>
                <c:pt idx="5203">
                  <c:v>2</c:v>
                </c:pt>
                <c:pt idx="5204">
                  <c:v>2</c:v>
                </c:pt>
                <c:pt idx="5205">
                  <c:v>2</c:v>
                </c:pt>
                <c:pt idx="5206">
                  <c:v>2</c:v>
                </c:pt>
                <c:pt idx="5207">
                  <c:v>2</c:v>
                </c:pt>
                <c:pt idx="5208">
                  <c:v>2</c:v>
                </c:pt>
                <c:pt idx="5209">
                  <c:v>2</c:v>
                </c:pt>
                <c:pt idx="5210">
                  <c:v>2</c:v>
                </c:pt>
                <c:pt idx="5211">
                  <c:v>2</c:v>
                </c:pt>
                <c:pt idx="5212">
                  <c:v>2</c:v>
                </c:pt>
                <c:pt idx="5213">
                  <c:v>2</c:v>
                </c:pt>
                <c:pt idx="5214">
                  <c:v>2</c:v>
                </c:pt>
                <c:pt idx="5215">
                  <c:v>2</c:v>
                </c:pt>
                <c:pt idx="5216">
                  <c:v>2</c:v>
                </c:pt>
                <c:pt idx="5217">
                  <c:v>2</c:v>
                </c:pt>
                <c:pt idx="5218">
                  <c:v>2</c:v>
                </c:pt>
                <c:pt idx="5219">
                  <c:v>2</c:v>
                </c:pt>
                <c:pt idx="5220">
                  <c:v>2</c:v>
                </c:pt>
                <c:pt idx="5221">
                  <c:v>2</c:v>
                </c:pt>
                <c:pt idx="5222">
                  <c:v>2</c:v>
                </c:pt>
                <c:pt idx="5223">
                  <c:v>2</c:v>
                </c:pt>
                <c:pt idx="5224">
                  <c:v>2</c:v>
                </c:pt>
                <c:pt idx="5225">
                  <c:v>2</c:v>
                </c:pt>
                <c:pt idx="5226">
                  <c:v>2</c:v>
                </c:pt>
                <c:pt idx="5227">
                  <c:v>2</c:v>
                </c:pt>
                <c:pt idx="5228">
                  <c:v>2</c:v>
                </c:pt>
                <c:pt idx="5229">
                  <c:v>2</c:v>
                </c:pt>
                <c:pt idx="5230">
                  <c:v>2</c:v>
                </c:pt>
                <c:pt idx="5231">
                  <c:v>2</c:v>
                </c:pt>
                <c:pt idx="5232">
                  <c:v>2</c:v>
                </c:pt>
                <c:pt idx="5233">
                  <c:v>2</c:v>
                </c:pt>
                <c:pt idx="5234">
                  <c:v>2</c:v>
                </c:pt>
                <c:pt idx="5235">
                  <c:v>2</c:v>
                </c:pt>
                <c:pt idx="5236">
                  <c:v>2</c:v>
                </c:pt>
                <c:pt idx="5237">
                  <c:v>2</c:v>
                </c:pt>
                <c:pt idx="5238">
                  <c:v>2</c:v>
                </c:pt>
                <c:pt idx="5239">
                  <c:v>2</c:v>
                </c:pt>
                <c:pt idx="5240">
                  <c:v>2</c:v>
                </c:pt>
                <c:pt idx="5241">
                  <c:v>2</c:v>
                </c:pt>
                <c:pt idx="5242">
                  <c:v>2</c:v>
                </c:pt>
                <c:pt idx="5243">
                  <c:v>2</c:v>
                </c:pt>
                <c:pt idx="5244">
                  <c:v>2</c:v>
                </c:pt>
                <c:pt idx="5245">
                  <c:v>2</c:v>
                </c:pt>
                <c:pt idx="5246">
                  <c:v>2</c:v>
                </c:pt>
                <c:pt idx="5247">
                  <c:v>2</c:v>
                </c:pt>
                <c:pt idx="5248">
                  <c:v>2</c:v>
                </c:pt>
                <c:pt idx="5249">
                  <c:v>2</c:v>
                </c:pt>
                <c:pt idx="5250">
                  <c:v>2</c:v>
                </c:pt>
                <c:pt idx="5251">
                  <c:v>2</c:v>
                </c:pt>
                <c:pt idx="5252">
                  <c:v>2</c:v>
                </c:pt>
                <c:pt idx="5253">
                  <c:v>2</c:v>
                </c:pt>
                <c:pt idx="5254">
                  <c:v>2</c:v>
                </c:pt>
                <c:pt idx="5255">
                  <c:v>2</c:v>
                </c:pt>
                <c:pt idx="5256">
                  <c:v>2</c:v>
                </c:pt>
                <c:pt idx="5257">
                  <c:v>2</c:v>
                </c:pt>
                <c:pt idx="5258">
                  <c:v>2</c:v>
                </c:pt>
                <c:pt idx="5259">
                  <c:v>2</c:v>
                </c:pt>
                <c:pt idx="5260">
                  <c:v>2</c:v>
                </c:pt>
                <c:pt idx="5261">
                  <c:v>2</c:v>
                </c:pt>
                <c:pt idx="5262">
                  <c:v>2</c:v>
                </c:pt>
                <c:pt idx="5263">
                  <c:v>2</c:v>
                </c:pt>
                <c:pt idx="5264">
                  <c:v>2</c:v>
                </c:pt>
                <c:pt idx="5265">
                  <c:v>2</c:v>
                </c:pt>
                <c:pt idx="5266">
                  <c:v>2</c:v>
                </c:pt>
                <c:pt idx="5267">
                  <c:v>2</c:v>
                </c:pt>
                <c:pt idx="5268">
                  <c:v>2</c:v>
                </c:pt>
                <c:pt idx="5269">
                  <c:v>2</c:v>
                </c:pt>
                <c:pt idx="5270">
                  <c:v>2</c:v>
                </c:pt>
                <c:pt idx="5271">
                  <c:v>2</c:v>
                </c:pt>
                <c:pt idx="5272">
                  <c:v>2</c:v>
                </c:pt>
                <c:pt idx="5273">
                  <c:v>2</c:v>
                </c:pt>
                <c:pt idx="5274">
                  <c:v>2</c:v>
                </c:pt>
                <c:pt idx="5275">
                  <c:v>2</c:v>
                </c:pt>
                <c:pt idx="5276">
                  <c:v>2</c:v>
                </c:pt>
                <c:pt idx="5277">
                  <c:v>2</c:v>
                </c:pt>
                <c:pt idx="5278">
                  <c:v>2</c:v>
                </c:pt>
                <c:pt idx="5279">
                  <c:v>2</c:v>
                </c:pt>
                <c:pt idx="5280">
                  <c:v>2</c:v>
                </c:pt>
                <c:pt idx="5281">
                  <c:v>2</c:v>
                </c:pt>
                <c:pt idx="5282">
                  <c:v>2</c:v>
                </c:pt>
                <c:pt idx="5283">
                  <c:v>2</c:v>
                </c:pt>
                <c:pt idx="5284">
                  <c:v>2</c:v>
                </c:pt>
                <c:pt idx="5285">
                  <c:v>2</c:v>
                </c:pt>
                <c:pt idx="5286">
                  <c:v>2</c:v>
                </c:pt>
                <c:pt idx="5287">
                  <c:v>2</c:v>
                </c:pt>
                <c:pt idx="5288">
                  <c:v>2</c:v>
                </c:pt>
                <c:pt idx="5289">
                  <c:v>2</c:v>
                </c:pt>
                <c:pt idx="5290">
                  <c:v>2</c:v>
                </c:pt>
                <c:pt idx="5291">
                  <c:v>2</c:v>
                </c:pt>
                <c:pt idx="5292">
                  <c:v>2</c:v>
                </c:pt>
                <c:pt idx="5293">
                  <c:v>2</c:v>
                </c:pt>
                <c:pt idx="5294">
                  <c:v>2</c:v>
                </c:pt>
                <c:pt idx="5295">
                  <c:v>2</c:v>
                </c:pt>
                <c:pt idx="5296">
                  <c:v>2</c:v>
                </c:pt>
                <c:pt idx="5297">
                  <c:v>2</c:v>
                </c:pt>
                <c:pt idx="5298">
                  <c:v>2</c:v>
                </c:pt>
                <c:pt idx="5299">
                  <c:v>2</c:v>
                </c:pt>
                <c:pt idx="5300">
                  <c:v>2</c:v>
                </c:pt>
                <c:pt idx="5301">
                  <c:v>2</c:v>
                </c:pt>
                <c:pt idx="5302">
                  <c:v>2</c:v>
                </c:pt>
                <c:pt idx="5303">
                  <c:v>2</c:v>
                </c:pt>
                <c:pt idx="5304">
                  <c:v>2</c:v>
                </c:pt>
                <c:pt idx="5305">
                  <c:v>2</c:v>
                </c:pt>
                <c:pt idx="5306">
                  <c:v>2</c:v>
                </c:pt>
                <c:pt idx="5307">
                  <c:v>2</c:v>
                </c:pt>
                <c:pt idx="5308">
                  <c:v>2</c:v>
                </c:pt>
                <c:pt idx="5309">
                  <c:v>2</c:v>
                </c:pt>
                <c:pt idx="5310">
                  <c:v>2</c:v>
                </c:pt>
                <c:pt idx="5311">
                  <c:v>2</c:v>
                </c:pt>
                <c:pt idx="5312">
                  <c:v>2</c:v>
                </c:pt>
                <c:pt idx="5313">
                  <c:v>2</c:v>
                </c:pt>
                <c:pt idx="5314">
                  <c:v>2</c:v>
                </c:pt>
                <c:pt idx="5315">
                  <c:v>2</c:v>
                </c:pt>
                <c:pt idx="5316">
                  <c:v>2</c:v>
                </c:pt>
                <c:pt idx="5317">
                  <c:v>2</c:v>
                </c:pt>
                <c:pt idx="5318">
                  <c:v>2</c:v>
                </c:pt>
                <c:pt idx="5319">
                  <c:v>2</c:v>
                </c:pt>
                <c:pt idx="5320">
                  <c:v>2</c:v>
                </c:pt>
                <c:pt idx="5321">
                  <c:v>2</c:v>
                </c:pt>
                <c:pt idx="5322">
                  <c:v>2</c:v>
                </c:pt>
                <c:pt idx="5323">
                  <c:v>2</c:v>
                </c:pt>
                <c:pt idx="5324">
                  <c:v>2</c:v>
                </c:pt>
                <c:pt idx="5325">
                  <c:v>2</c:v>
                </c:pt>
                <c:pt idx="5326">
                  <c:v>2</c:v>
                </c:pt>
                <c:pt idx="5327">
                  <c:v>2</c:v>
                </c:pt>
                <c:pt idx="5328">
                  <c:v>2</c:v>
                </c:pt>
                <c:pt idx="5329">
                  <c:v>2</c:v>
                </c:pt>
                <c:pt idx="5330">
                  <c:v>2</c:v>
                </c:pt>
                <c:pt idx="5331">
                  <c:v>2</c:v>
                </c:pt>
                <c:pt idx="5332">
                  <c:v>2</c:v>
                </c:pt>
                <c:pt idx="5333">
                  <c:v>2.25</c:v>
                </c:pt>
                <c:pt idx="5334">
                  <c:v>2.25</c:v>
                </c:pt>
                <c:pt idx="5335">
                  <c:v>2.25</c:v>
                </c:pt>
                <c:pt idx="5336">
                  <c:v>2.25</c:v>
                </c:pt>
                <c:pt idx="5337">
                  <c:v>2.25</c:v>
                </c:pt>
                <c:pt idx="5338">
                  <c:v>2.25</c:v>
                </c:pt>
              </c:numCache>
            </c:numRef>
          </c:val>
          <c:smooth val="0"/>
          <c:extLst>
            <c:ext xmlns:c16="http://schemas.microsoft.com/office/drawing/2014/chart" uri="{C3380CC4-5D6E-409C-BE32-E72D297353CC}">
              <c16:uniqueId val="{00000001-F50C-428A-8B6D-6C9BC544911F}"/>
            </c:ext>
          </c:extLst>
        </c:ser>
        <c:ser>
          <c:idx val="2"/>
          <c:order val="2"/>
          <c:tx>
            <c:strRef>
              <c:f>'worldwide policy rate'!$D$1</c:f>
              <c:strCache>
                <c:ptCount val="1"/>
                <c:pt idx="0">
                  <c:v>日本银行间隔夜无担保拆借利率，%</c:v>
                </c:pt>
              </c:strCache>
            </c:strRef>
          </c:tx>
          <c:spPr>
            <a:ln w="25400" cap="rnd">
              <a:solidFill>
                <a:srgbClr val="FFC000"/>
              </a:solidFill>
              <a:round/>
            </a:ln>
            <a:effectLst/>
          </c:spPr>
          <c:marker>
            <c:symbol val="none"/>
          </c:marker>
          <c:cat>
            <c:numRef>
              <c:f>'worldwide policy rate'!$A$2612:$A$7950</c:f>
              <c:numCache>
                <c:formatCode>m/d/yyyy</c:formatCode>
                <c:ptCount val="5339"/>
                <c:pt idx="0">
                  <c:v>38719</c:v>
                </c:pt>
                <c:pt idx="1">
                  <c:v>38720</c:v>
                </c:pt>
                <c:pt idx="2">
                  <c:v>38721</c:v>
                </c:pt>
                <c:pt idx="3">
                  <c:v>38722</c:v>
                </c:pt>
                <c:pt idx="4">
                  <c:v>38723</c:v>
                </c:pt>
                <c:pt idx="5">
                  <c:v>38726</c:v>
                </c:pt>
                <c:pt idx="6">
                  <c:v>38727</c:v>
                </c:pt>
                <c:pt idx="7">
                  <c:v>38728</c:v>
                </c:pt>
                <c:pt idx="8">
                  <c:v>38729</c:v>
                </c:pt>
                <c:pt idx="9">
                  <c:v>38730</c:v>
                </c:pt>
                <c:pt idx="10">
                  <c:v>38733</c:v>
                </c:pt>
                <c:pt idx="11">
                  <c:v>38734</c:v>
                </c:pt>
                <c:pt idx="12">
                  <c:v>38735</c:v>
                </c:pt>
                <c:pt idx="13">
                  <c:v>38736</c:v>
                </c:pt>
                <c:pt idx="14">
                  <c:v>38737</c:v>
                </c:pt>
                <c:pt idx="15">
                  <c:v>38740</c:v>
                </c:pt>
                <c:pt idx="16">
                  <c:v>38741</c:v>
                </c:pt>
                <c:pt idx="17">
                  <c:v>38742</c:v>
                </c:pt>
                <c:pt idx="18">
                  <c:v>38743</c:v>
                </c:pt>
                <c:pt idx="19">
                  <c:v>38744</c:v>
                </c:pt>
                <c:pt idx="20">
                  <c:v>38747</c:v>
                </c:pt>
                <c:pt idx="21">
                  <c:v>38748</c:v>
                </c:pt>
                <c:pt idx="22">
                  <c:v>38749</c:v>
                </c:pt>
                <c:pt idx="23">
                  <c:v>38750</c:v>
                </c:pt>
                <c:pt idx="24">
                  <c:v>38751</c:v>
                </c:pt>
                <c:pt idx="25">
                  <c:v>38754</c:v>
                </c:pt>
                <c:pt idx="26">
                  <c:v>38755</c:v>
                </c:pt>
                <c:pt idx="27">
                  <c:v>38756</c:v>
                </c:pt>
                <c:pt idx="28">
                  <c:v>38757</c:v>
                </c:pt>
                <c:pt idx="29">
                  <c:v>38758</c:v>
                </c:pt>
                <c:pt idx="30">
                  <c:v>38761</c:v>
                </c:pt>
                <c:pt idx="31">
                  <c:v>38762</c:v>
                </c:pt>
                <c:pt idx="32">
                  <c:v>38763</c:v>
                </c:pt>
                <c:pt idx="33">
                  <c:v>38764</c:v>
                </c:pt>
                <c:pt idx="34">
                  <c:v>38765</c:v>
                </c:pt>
                <c:pt idx="35">
                  <c:v>38768</c:v>
                </c:pt>
                <c:pt idx="36">
                  <c:v>38769</c:v>
                </c:pt>
                <c:pt idx="37">
                  <c:v>38770</c:v>
                </c:pt>
                <c:pt idx="38">
                  <c:v>38771</c:v>
                </c:pt>
                <c:pt idx="39">
                  <c:v>38772</c:v>
                </c:pt>
                <c:pt idx="40">
                  <c:v>38775</c:v>
                </c:pt>
                <c:pt idx="41">
                  <c:v>38776</c:v>
                </c:pt>
                <c:pt idx="42">
                  <c:v>38777</c:v>
                </c:pt>
                <c:pt idx="43">
                  <c:v>38778</c:v>
                </c:pt>
                <c:pt idx="44">
                  <c:v>38779</c:v>
                </c:pt>
                <c:pt idx="45">
                  <c:v>38782</c:v>
                </c:pt>
                <c:pt idx="46">
                  <c:v>38783</c:v>
                </c:pt>
                <c:pt idx="47">
                  <c:v>38784</c:v>
                </c:pt>
                <c:pt idx="48">
                  <c:v>38785</c:v>
                </c:pt>
                <c:pt idx="49">
                  <c:v>38786</c:v>
                </c:pt>
                <c:pt idx="50">
                  <c:v>38789</c:v>
                </c:pt>
                <c:pt idx="51">
                  <c:v>38790</c:v>
                </c:pt>
                <c:pt idx="52">
                  <c:v>38791</c:v>
                </c:pt>
                <c:pt idx="53">
                  <c:v>38792</c:v>
                </c:pt>
                <c:pt idx="54">
                  <c:v>38793</c:v>
                </c:pt>
                <c:pt idx="55">
                  <c:v>38796</c:v>
                </c:pt>
                <c:pt idx="56">
                  <c:v>38797</c:v>
                </c:pt>
                <c:pt idx="57">
                  <c:v>38798</c:v>
                </c:pt>
                <c:pt idx="58">
                  <c:v>38799</c:v>
                </c:pt>
                <c:pt idx="59">
                  <c:v>38800</c:v>
                </c:pt>
                <c:pt idx="60">
                  <c:v>38803</c:v>
                </c:pt>
                <c:pt idx="61">
                  <c:v>38804</c:v>
                </c:pt>
                <c:pt idx="62">
                  <c:v>38805</c:v>
                </c:pt>
                <c:pt idx="63">
                  <c:v>38806</c:v>
                </c:pt>
                <c:pt idx="64">
                  <c:v>38807</c:v>
                </c:pt>
                <c:pt idx="65">
                  <c:v>38810</c:v>
                </c:pt>
                <c:pt idx="66">
                  <c:v>38811</c:v>
                </c:pt>
                <c:pt idx="67">
                  <c:v>38812</c:v>
                </c:pt>
                <c:pt idx="68">
                  <c:v>38813</c:v>
                </c:pt>
                <c:pt idx="69">
                  <c:v>38814</c:v>
                </c:pt>
                <c:pt idx="70">
                  <c:v>38817</c:v>
                </c:pt>
                <c:pt idx="71">
                  <c:v>38818</c:v>
                </c:pt>
                <c:pt idx="72">
                  <c:v>38819</c:v>
                </c:pt>
                <c:pt idx="73">
                  <c:v>38820</c:v>
                </c:pt>
                <c:pt idx="74">
                  <c:v>38821</c:v>
                </c:pt>
                <c:pt idx="75">
                  <c:v>38824</c:v>
                </c:pt>
                <c:pt idx="76">
                  <c:v>38825</c:v>
                </c:pt>
                <c:pt idx="77">
                  <c:v>38826</c:v>
                </c:pt>
                <c:pt idx="78">
                  <c:v>38827</c:v>
                </c:pt>
                <c:pt idx="79">
                  <c:v>38828</c:v>
                </c:pt>
                <c:pt idx="80">
                  <c:v>38831</c:v>
                </c:pt>
                <c:pt idx="81">
                  <c:v>38832</c:v>
                </c:pt>
                <c:pt idx="82">
                  <c:v>38833</c:v>
                </c:pt>
                <c:pt idx="83">
                  <c:v>38834</c:v>
                </c:pt>
                <c:pt idx="84">
                  <c:v>38835</c:v>
                </c:pt>
                <c:pt idx="85">
                  <c:v>38838</c:v>
                </c:pt>
                <c:pt idx="86">
                  <c:v>38839</c:v>
                </c:pt>
                <c:pt idx="87">
                  <c:v>38840</c:v>
                </c:pt>
                <c:pt idx="88">
                  <c:v>38841</c:v>
                </c:pt>
                <c:pt idx="89">
                  <c:v>38842</c:v>
                </c:pt>
                <c:pt idx="90">
                  <c:v>38845</c:v>
                </c:pt>
                <c:pt idx="91">
                  <c:v>38846</c:v>
                </c:pt>
                <c:pt idx="92">
                  <c:v>38847</c:v>
                </c:pt>
                <c:pt idx="93">
                  <c:v>38848</c:v>
                </c:pt>
                <c:pt idx="94">
                  <c:v>38849</c:v>
                </c:pt>
                <c:pt idx="95">
                  <c:v>38852</c:v>
                </c:pt>
                <c:pt idx="96">
                  <c:v>38853</c:v>
                </c:pt>
                <c:pt idx="97">
                  <c:v>38854</c:v>
                </c:pt>
                <c:pt idx="98">
                  <c:v>38855</c:v>
                </c:pt>
                <c:pt idx="99">
                  <c:v>38856</c:v>
                </c:pt>
                <c:pt idx="100">
                  <c:v>38859</c:v>
                </c:pt>
                <c:pt idx="101">
                  <c:v>38860</c:v>
                </c:pt>
                <c:pt idx="102">
                  <c:v>38861</c:v>
                </c:pt>
                <c:pt idx="103">
                  <c:v>38862</c:v>
                </c:pt>
                <c:pt idx="104">
                  <c:v>38863</c:v>
                </c:pt>
                <c:pt idx="105">
                  <c:v>38866</c:v>
                </c:pt>
                <c:pt idx="106">
                  <c:v>38867</c:v>
                </c:pt>
                <c:pt idx="107">
                  <c:v>38868</c:v>
                </c:pt>
                <c:pt idx="108">
                  <c:v>38869</c:v>
                </c:pt>
                <c:pt idx="109">
                  <c:v>38870</c:v>
                </c:pt>
                <c:pt idx="110">
                  <c:v>38873</c:v>
                </c:pt>
                <c:pt idx="111">
                  <c:v>38874</c:v>
                </c:pt>
                <c:pt idx="112">
                  <c:v>38875</c:v>
                </c:pt>
                <c:pt idx="113">
                  <c:v>38876</c:v>
                </c:pt>
                <c:pt idx="114">
                  <c:v>38877</c:v>
                </c:pt>
                <c:pt idx="115">
                  <c:v>38880</c:v>
                </c:pt>
                <c:pt idx="116">
                  <c:v>38881</c:v>
                </c:pt>
                <c:pt idx="117">
                  <c:v>38882</c:v>
                </c:pt>
                <c:pt idx="118">
                  <c:v>38883</c:v>
                </c:pt>
                <c:pt idx="119">
                  <c:v>38884</c:v>
                </c:pt>
                <c:pt idx="120">
                  <c:v>38887</c:v>
                </c:pt>
                <c:pt idx="121">
                  <c:v>38888</c:v>
                </c:pt>
                <c:pt idx="122">
                  <c:v>38889</c:v>
                </c:pt>
                <c:pt idx="123">
                  <c:v>38890</c:v>
                </c:pt>
                <c:pt idx="124">
                  <c:v>38891</c:v>
                </c:pt>
                <c:pt idx="125">
                  <c:v>38894</c:v>
                </c:pt>
                <c:pt idx="126">
                  <c:v>38895</c:v>
                </c:pt>
                <c:pt idx="127">
                  <c:v>38896</c:v>
                </c:pt>
                <c:pt idx="128">
                  <c:v>38897</c:v>
                </c:pt>
                <c:pt idx="129">
                  <c:v>38898</c:v>
                </c:pt>
                <c:pt idx="130">
                  <c:v>38901</c:v>
                </c:pt>
                <c:pt idx="131">
                  <c:v>38902</c:v>
                </c:pt>
                <c:pt idx="132">
                  <c:v>38903</c:v>
                </c:pt>
                <c:pt idx="133">
                  <c:v>38904</c:v>
                </c:pt>
                <c:pt idx="134">
                  <c:v>38905</c:v>
                </c:pt>
                <c:pt idx="135">
                  <c:v>38908</c:v>
                </c:pt>
                <c:pt idx="136">
                  <c:v>38909</c:v>
                </c:pt>
                <c:pt idx="137">
                  <c:v>38910</c:v>
                </c:pt>
                <c:pt idx="138">
                  <c:v>38911</c:v>
                </c:pt>
                <c:pt idx="139">
                  <c:v>38912</c:v>
                </c:pt>
                <c:pt idx="140">
                  <c:v>38915</c:v>
                </c:pt>
                <c:pt idx="141">
                  <c:v>38916</c:v>
                </c:pt>
                <c:pt idx="142">
                  <c:v>38917</c:v>
                </c:pt>
                <c:pt idx="143">
                  <c:v>38918</c:v>
                </c:pt>
                <c:pt idx="144">
                  <c:v>38919</c:v>
                </c:pt>
                <c:pt idx="145">
                  <c:v>38922</c:v>
                </c:pt>
                <c:pt idx="146">
                  <c:v>38923</c:v>
                </c:pt>
                <c:pt idx="147">
                  <c:v>38924</c:v>
                </c:pt>
                <c:pt idx="148">
                  <c:v>38925</c:v>
                </c:pt>
                <c:pt idx="149">
                  <c:v>38926</c:v>
                </c:pt>
                <c:pt idx="150">
                  <c:v>38929</c:v>
                </c:pt>
                <c:pt idx="151">
                  <c:v>38930</c:v>
                </c:pt>
                <c:pt idx="152">
                  <c:v>38931</c:v>
                </c:pt>
                <c:pt idx="153">
                  <c:v>38932</c:v>
                </c:pt>
                <c:pt idx="154">
                  <c:v>38933</c:v>
                </c:pt>
                <c:pt idx="155">
                  <c:v>38936</c:v>
                </c:pt>
                <c:pt idx="156">
                  <c:v>38937</c:v>
                </c:pt>
                <c:pt idx="157">
                  <c:v>38938</c:v>
                </c:pt>
                <c:pt idx="158">
                  <c:v>38939</c:v>
                </c:pt>
                <c:pt idx="159">
                  <c:v>38940</c:v>
                </c:pt>
                <c:pt idx="160">
                  <c:v>38943</c:v>
                </c:pt>
                <c:pt idx="161">
                  <c:v>38944</c:v>
                </c:pt>
                <c:pt idx="162">
                  <c:v>38945</c:v>
                </c:pt>
                <c:pt idx="163">
                  <c:v>38946</c:v>
                </c:pt>
                <c:pt idx="164">
                  <c:v>38947</c:v>
                </c:pt>
                <c:pt idx="165">
                  <c:v>38950</c:v>
                </c:pt>
                <c:pt idx="166">
                  <c:v>38951</c:v>
                </c:pt>
                <c:pt idx="167">
                  <c:v>38952</c:v>
                </c:pt>
                <c:pt idx="168">
                  <c:v>38953</c:v>
                </c:pt>
                <c:pt idx="169">
                  <c:v>38954</c:v>
                </c:pt>
                <c:pt idx="170">
                  <c:v>38957</c:v>
                </c:pt>
                <c:pt idx="171">
                  <c:v>38958</c:v>
                </c:pt>
                <c:pt idx="172">
                  <c:v>38959</c:v>
                </c:pt>
                <c:pt idx="173">
                  <c:v>38960</c:v>
                </c:pt>
                <c:pt idx="174">
                  <c:v>38961</c:v>
                </c:pt>
                <c:pt idx="175">
                  <c:v>38964</c:v>
                </c:pt>
                <c:pt idx="176">
                  <c:v>38965</c:v>
                </c:pt>
                <c:pt idx="177">
                  <c:v>38966</c:v>
                </c:pt>
                <c:pt idx="178">
                  <c:v>38967</c:v>
                </c:pt>
                <c:pt idx="179">
                  <c:v>38968</c:v>
                </c:pt>
                <c:pt idx="180">
                  <c:v>38971</c:v>
                </c:pt>
                <c:pt idx="181">
                  <c:v>38972</c:v>
                </c:pt>
                <c:pt idx="182">
                  <c:v>38973</c:v>
                </c:pt>
                <c:pt idx="183">
                  <c:v>38974</c:v>
                </c:pt>
                <c:pt idx="184">
                  <c:v>38975</c:v>
                </c:pt>
                <c:pt idx="185">
                  <c:v>38978</c:v>
                </c:pt>
                <c:pt idx="186">
                  <c:v>38979</c:v>
                </c:pt>
                <c:pt idx="187">
                  <c:v>38980</c:v>
                </c:pt>
                <c:pt idx="188">
                  <c:v>38981</c:v>
                </c:pt>
                <c:pt idx="189">
                  <c:v>38982</c:v>
                </c:pt>
                <c:pt idx="190">
                  <c:v>38985</c:v>
                </c:pt>
                <c:pt idx="191">
                  <c:v>38986</c:v>
                </c:pt>
                <c:pt idx="192">
                  <c:v>38987</c:v>
                </c:pt>
                <c:pt idx="193">
                  <c:v>38988</c:v>
                </c:pt>
                <c:pt idx="194">
                  <c:v>38989</c:v>
                </c:pt>
                <c:pt idx="195">
                  <c:v>38992</c:v>
                </c:pt>
                <c:pt idx="196">
                  <c:v>38993</c:v>
                </c:pt>
                <c:pt idx="197">
                  <c:v>38994</c:v>
                </c:pt>
                <c:pt idx="198">
                  <c:v>38995</c:v>
                </c:pt>
                <c:pt idx="199">
                  <c:v>38996</c:v>
                </c:pt>
                <c:pt idx="200">
                  <c:v>38999</c:v>
                </c:pt>
                <c:pt idx="201">
                  <c:v>39000</c:v>
                </c:pt>
                <c:pt idx="202">
                  <c:v>39001</c:v>
                </c:pt>
                <c:pt idx="203">
                  <c:v>39002</c:v>
                </c:pt>
                <c:pt idx="204">
                  <c:v>39003</c:v>
                </c:pt>
                <c:pt idx="205">
                  <c:v>39006</c:v>
                </c:pt>
                <c:pt idx="206">
                  <c:v>39007</c:v>
                </c:pt>
                <c:pt idx="207">
                  <c:v>39008</c:v>
                </c:pt>
                <c:pt idx="208">
                  <c:v>39009</c:v>
                </c:pt>
                <c:pt idx="209">
                  <c:v>39010</c:v>
                </c:pt>
                <c:pt idx="210">
                  <c:v>39013</c:v>
                </c:pt>
                <c:pt idx="211">
                  <c:v>39014</c:v>
                </c:pt>
                <c:pt idx="212">
                  <c:v>39015</c:v>
                </c:pt>
                <c:pt idx="213">
                  <c:v>39016</c:v>
                </c:pt>
                <c:pt idx="214">
                  <c:v>39017</c:v>
                </c:pt>
                <c:pt idx="215">
                  <c:v>39020</c:v>
                </c:pt>
                <c:pt idx="216">
                  <c:v>39021</c:v>
                </c:pt>
                <c:pt idx="217">
                  <c:v>39022</c:v>
                </c:pt>
                <c:pt idx="218">
                  <c:v>39023</c:v>
                </c:pt>
                <c:pt idx="219">
                  <c:v>39024</c:v>
                </c:pt>
                <c:pt idx="220">
                  <c:v>39027</c:v>
                </c:pt>
                <c:pt idx="221">
                  <c:v>39028</c:v>
                </c:pt>
                <c:pt idx="222">
                  <c:v>39029</c:v>
                </c:pt>
                <c:pt idx="223">
                  <c:v>39030</c:v>
                </c:pt>
                <c:pt idx="224">
                  <c:v>39031</c:v>
                </c:pt>
                <c:pt idx="225">
                  <c:v>39034</c:v>
                </c:pt>
                <c:pt idx="226">
                  <c:v>39035</c:v>
                </c:pt>
                <c:pt idx="227">
                  <c:v>39036</c:v>
                </c:pt>
                <c:pt idx="228">
                  <c:v>39037</c:v>
                </c:pt>
                <c:pt idx="229">
                  <c:v>39038</c:v>
                </c:pt>
                <c:pt idx="230">
                  <c:v>39041</c:v>
                </c:pt>
                <c:pt idx="231">
                  <c:v>39042</c:v>
                </c:pt>
                <c:pt idx="232">
                  <c:v>39043</c:v>
                </c:pt>
                <c:pt idx="233">
                  <c:v>39044</c:v>
                </c:pt>
                <c:pt idx="234">
                  <c:v>39045</c:v>
                </c:pt>
                <c:pt idx="235">
                  <c:v>39048</c:v>
                </c:pt>
                <c:pt idx="236">
                  <c:v>39049</c:v>
                </c:pt>
                <c:pt idx="237">
                  <c:v>39050</c:v>
                </c:pt>
                <c:pt idx="238">
                  <c:v>39051</c:v>
                </c:pt>
                <c:pt idx="239">
                  <c:v>39052</c:v>
                </c:pt>
                <c:pt idx="240">
                  <c:v>39055</c:v>
                </c:pt>
                <c:pt idx="241">
                  <c:v>39056</c:v>
                </c:pt>
                <c:pt idx="242">
                  <c:v>39057</c:v>
                </c:pt>
                <c:pt idx="243">
                  <c:v>39058</c:v>
                </c:pt>
                <c:pt idx="244">
                  <c:v>39059</c:v>
                </c:pt>
                <c:pt idx="245">
                  <c:v>39062</c:v>
                </c:pt>
                <c:pt idx="246">
                  <c:v>39063</c:v>
                </c:pt>
                <c:pt idx="247">
                  <c:v>39064</c:v>
                </c:pt>
                <c:pt idx="248">
                  <c:v>39065</c:v>
                </c:pt>
                <c:pt idx="249">
                  <c:v>39066</c:v>
                </c:pt>
                <c:pt idx="250">
                  <c:v>39069</c:v>
                </c:pt>
                <c:pt idx="251">
                  <c:v>39070</c:v>
                </c:pt>
                <c:pt idx="252">
                  <c:v>39071</c:v>
                </c:pt>
                <c:pt idx="253">
                  <c:v>39072</c:v>
                </c:pt>
                <c:pt idx="254">
                  <c:v>39073</c:v>
                </c:pt>
                <c:pt idx="255">
                  <c:v>39076</c:v>
                </c:pt>
                <c:pt idx="256">
                  <c:v>39077</c:v>
                </c:pt>
                <c:pt idx="257">
                  <c:v>39078</c:v>
                </c:pt>
                <c:pt idx="258">
                  <c:v>39079</c:v>
                </c:pt>
                <c:pt idx="259">
                  <c:v>39080</c:v>
                </c:pt>
                <c:pt idx="260">
                  <c:v>39083</c:v>
                </c:pt>
                <c:pt idx="261">
                  <c:v>39084</c:v>
                </c:pt>
                <c:pt idx="262">
                  <c:v>39085</c:v>
                </c:pt>
                <c:pt idx="263">
                  <c:v>39086</c:v>
                </c:pt>
                <c:pt idx="264">
                  <c:v>39087</c:v>
                </c:pt>
                <c:pt idx="265">
                  <c:v>39090</c:v>
                </c:pt>
                <c:pt idx="266">
                  <c:v>39091</c:v>
                </c:pt>
                <c:pt idx="267">
                  <c:v>39092</c:v>
                </c:pt>
                <c:pt idx="268">
                  <c:v>39093</c:v>
                </c:pt>
                <c:pt idx="269">
                  <c:v>39094</c:v>
                </c:pt>
                <c:pt idx="270">
                  <c:v>39097</c:v>
                </c:pt>
                <c:pt idx="271">
                  <c:v>39098</c:v>
                </c:pt>
                <c:pt idx="272">
                  <c:v>39099</c:v>
                </c:pt>
                <c:pt idx="273">
                  <c:v>39100</c:v>
                </c:pt>
                <c:pt idx="274">
                  <c:v>39101</c:v>
                </c:pt>
                <c:pt idx="275">
                  <c:v>39104</c:v>
                </c:pt>
                <c:pt idx="276">
                  <c:v>39105</c:v>
                </c:pt>
                <c:pt idx="277">
                  <c:v>39106</c:v>
                </c:pt>
                <c:pt idx="278">
                  <c:v>39107</c:v>
                </c:pt>
                <c:pt idx="279">
                  <c:v>39108</c:v>
                </c:pt>
                <c:pt idx="280">
                  <c:v>39111</c:v>
                </c:pt>
                <c:pt idx="281">
                  <c:v>39112</c:v>
                </c:pt>
                <c:pt idx="282">
                  <c:v>39113</c:v>
                </c:pt>
                <c:pt idx="283">
                  <c:v>39114</c:v>
                </c:pt>
                <c:pt idx="284">
                  <c:v>39115</c:v>
                </c:pt>
                <c:pt idx="285">
                  <c:v>39118</c:v>
                </c:pt>
                <c:pt idx="286">
                  <c:v>39119</c:v>
                </c:pt>
                <c:pt idx="287">
                  <c:v>39120</c:v>
                </c:pt>
                <c:pt idx="288">
                  <c:v>39121</c:v>
                </c:pt>
                <c:pt idx="289">
                  <c:v>39122</c:v>
                </c:pt>
                <c:pt idx="290">
                  <c:v>39125</c:v>
                </c:pt>
                <c:pt idx="291">
                  <c:v>39126</c:v>
                </c:pt>
                <c:pt idx="292">
                  <c:v>39127</c:v>
                </c:pt>
                <c:pt idx="293">
                  <c:v>39128</c:v>
                </c:pt>
                <c:pt idx="294">
                  <c:v>39129</c:v>
                </c:pt>
                <c:pt idx="295">
                  <c:v>39132</c:v>
                </c:pt>
                <c:pt idx="296">
                  <c:v>39133</c:v>
                </c:pt>
                <c:pt idx="297">
                  <c:v>39134</c:v>
                </c:pt>
                <c:pt idx="298">
                  <c:v>39135</c:v>
                </c:pt>
                <c:pt idx="299">
                  <c:v>39136</c:v>
                </c:pt>
                <c:pt idx="300">
                  <c:v>39139</c:v>
                </c:pt>
                <c:pt idx="301">
                  <c:v>39140</c:v>
                </c:pt>
                <c:pt idx="302">
                  <c:v>39141</c:v>
                </c:pt>
                <c:pt idx="303">
                  <c:v>39142</c:v>
                </c:pt>
                <c:pt idx="304">
                  <c:v>39143</c:v>
                </c:pt>
                <c:pt idx="305">
                  <c:v>39146</c:v>
                </c:pt>
                <c:pt idx="306">
                  <c:v>39147</c:v>
                </c:pt>
                <c:pt idx="307">
                  <c:v>39148</c:v>
                </c:pt>
                <c:pt idx="308">
                  <c:v>39149</c:v>
                </c:pt>
                <c:pt idx="309">
                  <c:v>39150</c:v>
                </c:pt>
                <c:pt idx="310">
                  <c:v>39153</c:v>
                </c:pt>
                <c:pt idx="311">
                  <c:v>39154</c:v>
                </c:pt>
                <c:pt idx="312">
                  <c:v>39155</c:v>
                </c:pt>
                <c:pt idx="313">
                  <c:v>39156</c:v>
                </c:pt>
                <c:pt idx="314">
                  <c:v>39157</c:v>
                </c:pt>
                <c:pt idx="315">
                  <c:v>39160</c:v>
                </c:pt>
                <c:pt idx="316">
                  <c:v>39161</c:v>
                </c:pt>
                <c:pt idx="317">
                  <c:v>39162</c:v>
                </c:pt>
                <c:pt idx="318">
                  <c:v>39163</c:v>
                </c:pt>
                <c:pt idx="319">
                  <c:v>39164</c:v>
                </c:pt>
                <c:pt idx="320">
                  <c:v>39167</c:v>
                </c:pt>
                <c:pt idx="321">
                  <c:v>39168</c:v>
                </c:pt>
                <c:pt idx="322">
                  <c:v>39169</c:v>
                </c:pt>
                <c:pt idx="323">
                  <c:v>39170</c:v>
                </c:pt>
                <c:pt idx="324">
                  <c:v>39171</c:v>
                </c:pt>
                <c:pt idx="325">
                  <c:v>39174</c:v>
                </c:pt>
                <c:pt idx="326">
                  <c:v>39175</c:v>
                </c:pt>
                <c:pt idx="327">
                  <c:v>39176</c:v>
                </c:pt>
                <c:pt idx="328">
                  <c:v>39177</c:v>
                </c:pt>
                <c:pt idx="329">
                  <c:v>39178</c:v>
                </c:pt>
                <c:pt idx="330">
                  <c:v>39181</c:v>
                </c:pt>
                <c:pt idx="331">
                  <c:v>39182</c:v>
                </c:pt>
                <c:pt idx="332">
                  <c:v>39183</c:v>
                </c:pt>
                <c:pt idx="333">
                  <c:v>39184</c:v>
                </c:pt>
                <c:pt idx="334">
                  <c:v>39185</c:v>
                </c:pt>
                <c:pt idx="335">
                  <c:v>39188</c:v>
                </c:pt>
                <c:pt idx="336">
                  <c:v>39189</c:v>
                </c:pt>
                <c:pt idx="337">
                  <c:v>39190</c:v>
                </c:pt>
                <c:pt idx="338">
                  <c:v>39191</c:v>
                </c:pt>
                <c:pt idx="339">
                  <c:v>39192</c:v>
                </c:pt>
                <c:pt idx="340">
                  <c:v>39195</c:v>
                </c:pt>
                <c:pt idx="341">
                  <c:v>39196</c:v>
                </c:pt>
                <c:pt idx="342">
                  <c:v>39197</c:v>
                </c:pt>
                <c:pt idx="343">
                  <c:v>39198</c:v>
                </c:pt>
                <c:pt idx="344">
                  <c:v>39199</c:v>
                </c:pt>
                <c:pt idx="345">
                  <c:v>39202</c:v>
                </c:pt>
                <c:pt idx="346">
                  <c:v>39203</c:v>
                </c:pt>
                <c:pt idx="347">
                  <c:v>39204</c:v>
                </c:pt>
                <c:pt idx="348">
                  <c:v>39205</c:v>
                </c:pt>
                <c:pt idx="349">
                  <c:v>39206</c:v>
                </c:pt>
                <c:pt idx="350">
                  <c:v>39209</c:v>
                </c:pt>
                <c:pt idx="351">
                  <c:v>39210</c:v>
                </c:pt>
                <c:pt idx="352">
                  <c:v>39211</c:v>
                </c:pt>
                <c:pt idx="353">
                  <c:v>39212</c:v>
                </c:pt>
                <c:pt idx="354">
                  <c:v>39213</c:v>
                </c:pt>
                <c:pt idx="355">
                  <c:v>39216</c:v>
                </c:pt>
                <c:pt idx="356">
                  <c:v>39217</c:v>
                </c:pt>
                <c:pt idx="357">
                  <c:v>39218</c:v>
                </c:pt>
                <c:pt idx="358">
                  <c:v>39219</c:v>
                </c:pt>
                <c:pt idx="359">
                  <c:v>39220</c:v>
                </c:pt>
                <c:pt idx="360">
                  <c:v>39223</c:v>
                </c:pt>
                <c:pt idx="361">
                  <c:v>39224</c:v>
                </c:pt>
                <c:pt idx="362">
                  <c:v>39225</c:v>
                </c:pt>
                <c:pt idx="363">
                  <c:v>39226</c:v>
                </c:pt>
                <c:pt idx="364">
                  <c:v>39227</c:v>
                </c:pt>
                <c:pt idx="365">
                  <c:v>39230</c:v>
                </c:pt>
                <c:pt idx="366">
                  <c:v>39231</c:v>
                </c:pt>
                <c:pt idx="367">
                  <c:v>39232</c:v>
                </c:pt>
                <c:pt idx="368">
                  <c:v>39233</c:v>
                </c:pt>
                <c:pt idx="369">
                  <c:v>39234</c:v>
                </c:pt>
                <c:pt idx="370">
                  <c:v>39237</c:v>
                </c:pt>
                <c:pt idx="371">
                  <c:v>39238</c:v>
                </c:pt>
                <c:pt idx="372">
                  <c:v>39239</c:v>
                </c:pt>
                <c:pt idx="373">
                  <c:v>39240</c:v>
                </c:pt>
                <c:pt idx="374">
                  <c:v>39241</c:v>
                </c:pt>
                <c:pt idx="375">
                  <c:v>39244</c:v>
                </c:pt>
                <c:pt idx="376">
                  <c:v>39245</c:v>
                </c:pt>
                <c:pt idx="377">
                  <c:v>39246</c:v>
                </c:pt>
                <c:pt idx="378">
                  <c:v>39247</c:v>
                </c:pt>
                <c:pt idx="379">
                  <c:v>39248</c:v>
                </c:pt>
                <c:pt idx="380">
                  <c:v>39251</c:v>
                </c:pt>
                <c:pt idx="381">
                  <c:v>39252</c:v>
                </c:pt>
                <c:pt idx="382">
                  <c:v>39253</c:v>
                </c:pt>
                <c:pt idx="383">
                  <c:v>39254</c:v>
                </c:pt>
                <c:pt idx="384">
                  <c:v>39255</c:v>
                </c:pt>
                <c:pt idx="385">
                  <c:v>39258</c:v>
                </c:pt>
                <c:pt idx="386">
                  <c:v>39259</c:v>
                </c:pt>
                <c:pt idx="387">
                  <c:v>39260</c:v>
                </c:pt>
                <c:pt idx="388">
                  <c:v>39261</c:v>
                </c:pt>
                <c:pt idx="389">
                  <c:v>39262</c:v>
                </c:pt>
                <c:pt idx="390">
                  <c:v>39265</c:v>
                </c:pt>
                <c:pt idx="391">
                  <c:v>39266</c:v>
                </c:pt>
                <c:pt idx="392">
                  <c:v>39267</c:v>
                </c:pt>
                <c:pt idx="393">
                  <c:v>39268</c:v>
                </c:pt>
                <c:pt idx="394">
                  <c:v>39269</c:v>
                </c:pt>
                <c:pt idx="395">
                  <c:v>39272</c:v>
                </c:pt>
                <c:pt idx="396">
                  <c:v>39273</c:v>
                </c:pt>
                <c:pt idx="397">
                  <c:v>39274</c:v>
                </c:pt>
                <c:pt idx="398">
                  <c:v>39275</c:v>
                </c:pt>
                <c:pt idx="399">
                  <c:v>39276</c:v>
                </c:pt>
                <c:pt idx="400">
                  <c:v>39279</c:v>
                </c:pt>
                <c:pt idx="401">
                  <c:v>39280</c:v>
                </c:pt>
                <c:pt idx="402">
                  <c:v>39281</c:v>
                </c:pt>
                <c:pt idx="403">
                  <c:v>39282</c:v>
                </c:pt>
                <c:pt idx="404">
                  <c:v>39283</c:v>
                </c:pt>
                <c:pt idx="405">
                  <c:v>39286</c:v>
                </c:pt>
                <c:pt idx="406">
                  <c:v>39287</c:v>
                </c:pt>
                <c:pt idx="407">
                  <c:v>39288</c:v>
                </c:pt>
                <c:pt idx="408">
                  <c:v>39289</c:v>
                </c:pt>
                <c:pt idx="409">
                  <c:v>39290</c:v>
                </c:pt>
                <c:pt idx="410">
                  <c:v>39293</c:v>
                </c:pt>
                <c:pt idx="411">
                  <c:v>39294</c:v>
                </c:pt>
                <c:pt idx="412">
                  <c:v>39295</c:v>
                </c:pt>
                <c:pt idx="413">
                  <c:v>39296</c:v>
                </c:pt>
                <c:pt idx="414">
                  <c:v>39297</c:v>
                </c:pt>
                <c:pt idx="415">
                  <c:v>39300</c:v>
                </c:pt>
                <c:pt idx="416">
                  <c:v>39301</c:v>
                </c:pt>
                <c:pt idx="417">
                  <c:v>39302</c:v>
                </c:pt>
                <c:pt idx="418">
                  <c:v>39303</c:v>
                </c:pt>
                <c:pt idx="419">
                  <c:v>39304</c:v>
                </c:pt>
                <c:pt idx="420">
                  <c:v>39307</c:v>
                </c:pt>
                <c:pt idx="421">
                  <c:v>39308</c:v>
                </c:pt>
                <c:pt idx="422">
                  <c:v>39309</c:v>
                </c:pt>
                <c:pt idx="423">
                  <c:v>39310</c:v>
                </c:pt>
                <c:pt idx="424">
                  <c:v>39311</c:v>
                </c:pt>
                <c:pt idx="425">
                  <c:v>39314</c:v>
                </c:pt>
                <c:pt idx="426">
                  <c:v>39315</c:v>
                </c:pt>
                <c:pt idx="427">
                  <c:v>39316</c:v>
                </c:pt>
                <c:pt idx="428">
                  <c:v>39317</c:v>
                </c:pt>
                <c:pt idx="429">
                  <c:v>39318</c:v>
                </c:pt>
                <c:pt idx="430">
                  <c:v>39321</c:v>
                </c:pt>
                <c:pt idx="431">
                  <c:v>39322</c:v>
                </c:pt>
                <c:pt idx="432">
                  <c:v>39323</c:v>
                </c:pt>
                <c:pt idx="433">
                  <c:v>39324</c:v>
                </c:pt>
                <c:pt idx="434">
                  <c:v>39325</c:v>
                </c:pt>
                <c:pt idx="435">
                  <c:v>39328</c:v>
                </c:pt>
                <c:pt idx="436">
                  <c:v>39329</c:v>
                </c:pt>
                <c:pt idx="437">
                  <c:v>39330</c:v>
                </c:pt>
                <c:pt idx="438">
                  <c:v>39331</c:v>
                </c:pt>
                <c:pt idx="439">
                  <c:v>39332</c:v>
                </c:pt>
                <c:pt idx="440">
                  <c:v>39335</c:v>
                </c:pt>
                <c:pt idx="441">
                  <c:v>39336</c:v>
                </c:pt>
                <c:pt idx="442">
                  <c:v>39337</c:v>
                </c:pt>
                <c:pt idx="443">
                  <c:v>39338</c:v>
                </c:pt>
                <c:pt idx="444">
                  <c:v>39339</c:v>
                </c:pt>
                <c:pt idx="445">
                  <c:v>39342</c:v>
                </c:pt>
                <c:pt idx="446">
                  <c:v>39343</c:v>
                </c:pt>
                <c:pt idx="447">
                  <c:v>39344</c:v>
                </c:pt>
                <c:pt idx="448">
                  <c:v>39345</c:v>
                </c:pt>
                <c:pt idx="449">
                  <c:v>39346</c:v>
                </c:pt>
                <c:pt idx="450">
                  <c:v>39349</c:v>
                </c:pt>
                <c:pt idx="451">
                  <c:v>39350</c:v>
                </c:pt>
                <c:pt idx="452">
                  <c:v>39351</c:v>
                </c:pt>
                <c:pt idx="453">
                  <c:v>39352</c:v>
                </c:pt>
                <c:pt idx="454">
                  <c:v>39353</c:v>
                </c:pt>
                <c:pt idx="455">
                  <c:v>39356</c:v>
                </c:pt>
                <c:pt idx="456">
                  <c:v>39357</c:v>
                </c:pt>
                <c:pt idx="457">
                  <c:v>39358</c:v>
                </c:pt>
                <c:pt idx="458">
                  <c:v>39359</c:v>
                </c:pt>
                <c:pt idx="459">
                  <c:v>39360</c:v>
                </c:pt>
                <c:pt idx="460">
                  <c:v>39363</c:v>
                </c:pt>
                <c:pt idx="461">
                  <c:v>39364</c:v>
                </c:pt>
                <c:pt idx="462">
                  <c:v>39365</c:v>
                </c:pt>
                <c:pt idx="463">
                  <c:v>39366</c:v>
                </c:pt>
                <c:pt idx="464">
                  <c:v>39367</c:v>
                </c:pt>
                <c:pt idx="465">
                  <c:v>39370</c:v>
                </c:pt>
                <c:pt idx="466">
                  <c:v>39371</c:v>
                </c:pt>
                <c:pt idx="467">
                  <c:v>39372</c:v>
                </c:pt>
                <c:pt idx="468">
                  <c:v>39373</c:v>
                </c:pt>
                <c:pt idx="469">
                  <c:v>39374</c:v>
                </c:pt>
                <c:pt idx="470">
                  <c:v>39377</c:v>
                </c:pt>
                <c:pt idx="471">
                  <c:v>39378</c:v>
                </c:pt>
                <c:pt idx="472">
                  <c:v>39379</c:v>
                </c:pt>
                <c:pt idx="473">
                  <c:v>39380</c:v>
                </c:pt>
                <c:pt idx="474">
                  <c:v>39381</c:v>
                </c:pt>
                <c:pt idx="475">
                  <c:v>39384</c:v>
                </c:pt>
                <c:pt idx="476">
                  <c:v>39385</c:v>
                </c:pt>
                <c:pt idx="477">
                  <c:v>39386</c:v>
                </c:pt>
                <c:pt idx="478">
                  <c:v>39387</c:v>
                </c:pt>
                <c:pt idx="479">
                  <c:v>39388</c:v>
                </c:pt>
                <c:pt idx="480">
                  <c:v>39391</c:v>
                </c:pt>
                <c:pt idx="481">
                  <c:v>39392</c:v>
                </c:pt>
                <c:pt idx="482">
                  <c:v>39393</c:v>
                </c:pt>
                <c:pt idx="483">
                  <c:v>39394</c:v>
                </c:pt>
                <c:pt idx="484">
                  <c:v>39395</c:v>
                </c:pt>
                <c:pt idx="485">
                  <c:v>39398</c:v>
                </c:pt>
                <c:pt idx="486">
                  <c:v>39399</c:v>
                </c:pt>
                <c:pt idx="487">
                  <c:v>39400</c:v>
                </c:pt>
                <c:pt idx="488">
                  <c:v>39401</c:v>
                </c:pt>
                <c:pt idx="489">
                  <c:v>39402</c:v>
                </c:pt>
                <c:pt idx="490">
                  <c:v>39405</c:v>
                </c:pt>
                <c:pt idx="491">
                  <c:v>39406</c:v>
                </c:pt>
                <c:pt idx="492">
                  <c:v>39407</c:v>
                </c:pt>
                <c:pt idx="493">
                  <c:v>39408</c:v>
                </c:pt>
                <c:pt idx="494">
                  <c:v>39409</c:v>
                </c:pt>
                <c:pt idx="495">
                  <c:v>39412</c:v>
                </c:pt>
                <c:pt idx="496">
                  <c:v>39413</c:v>
                </c:pt>
                <c:pt idx="497">
                  <c:v>39414</c:v>
                </c:pt>
                <c:pt idx="498">
                  <c:v>39415</c:v>
                </c:pt>
                <c:pt idx="499">
                  <c:v>39416</c:v>
                </c:pt>
                <c:pt idx="500">
                  <c:v>39419</c:v>
                </c:pt>
                <c:pt idx="501">
                  <c:v>39420</c:v>
                </c:pt>
                <c:pt idx="502">
                  <c:v>39421</c:v>
                </c:pt>
                <c:pt idx="503">
                  <c:v>39422</c:v>
                </c:pt>
                <c:pt idx="504">
                  <c:v>39423</c:v>
                </c:pt>
                <c:pt idx="505">
                  <c:v>39426</c:v>
                </c:pt>
                <c:pt idx="506">
                  <c:v>39427</c:v>
                </c:pt>
                <c:pt idx="507">
                  <c:v>39428</c:v>
                </c:pt>
                <c:pt idx="508">
                  <c:v>39429</c:v>
                </c:pt>
                <c:pt idx="509">
                  <c:v>39430</c:v>
                </c:pt>
                <c:pt idx="510">
                  <c:v>39433</c:v>
                </c:pt>
                <c:pt idx="511">
                  <c:v>39434</c:v>
                </c:pt>
                <c:pt idx="512">
                  <c:v>39435</c:v>
                </c:pt>
                <c:pt idx="513">
                  <c:v>39436</c:v>
                </c:pt>
                <c:pt idx="514">
                  <c:v>39437</c:v>
                </c:pt>
                <c:pt idx="515">
                  <c:v>39440</c:v>
                </c:pt>
                <c:pt idx="516">
                  <c:v>39441</c:v>
                </c:pt>
                <c:pt idx="517">
                  <c:v>39442</c:v>
                </c:pt>
                <c:pt idx="518">
                  <c:v>39443</c:v>
                </c:pt>
                <c:pt idx="519">
                  <c:v>39444</c:v>
                </c:pt>
                <c:pt idx="520">
                  <c:v>39447</c:v>
                </c:pt>
                <c:pt idx="521">
                  <c:v>39448</c:v>
                </c:pt>
                <c:pt idx="522">
                  <c:v>39449</c:v>
                </c:pt>
                <c:pt idx="523">
                  <c:v>39450</c:v>
                </c:pt>
                <c:pt idx="524">
                  <c:v>39451</c:v>
                </c:pt>
                <c:pt idx="525">
                  <c:v>39454</c:v>
                </c:pt>
                <c:pt idx="526">
                  <c:v>39455</c:v>
                </c:pt>
                <c:pt idx="527">
                  <c:v>39456</c:v>
                </c:pt>
                <c:pt idx="528">
                  <c:v>39457</c:v>
                </c:pt>
                <c:pt idx="529">
                  <c:v>39458</c:v>
                </c:pt>
                <c:pt idx="530">
                  <c:v>39461</c:v>
                </c:pt>
                <c:pt idx="531">
                  <c:v>39462</c:v>
                </c:pt>
                <c:pt idx="532">
                  <c:v>39463</c:v>
                </c:pt>
                <c:pt idx="533">
                  <c:v>39464</c:v>
                </c:pt>
                <c:pt idx="534">
                  <c:v>39465</c:v>
                </c:pt>
                <c:pt idx="535">
                  <c:v>39468</c:v>
                </c:pt>
                <c:pt idx="536">
                  <c:v>39469</c:v>
                </c:pt>
                <c:pt idx="537">
                  <c:v>39470</c:v>
                </c:pt>
                <c:pt idx="538">
                  <c:v>39471</c:v>
                </c:pt>
                <c:pt idx="539">
                  <c:v>39472</c:v>
                </c:pt>
                <c:pt idx="540">
                  <c:v>39475</c:v>
                </c:pt>
                <c:pt idx="541">
                  <c:v>39476</c:v>
                </c:pt>
                <c:pt idx="542">
                  <c:v>39477</c:v>
                </c:pt>
                <c:pt idx="543">
                  <c:v>39478</c:v>
                </c:pt>
                <c:pt idx="544">
                  <c:v>39479</c:v>
                </c:pt>
                <c:pt idx="545">
                  <c:v>39482</c:v>
                </c:pt>
                <c:pt idx="546">
                  <c:v>39483</c:v>
                </c:pt>
                <c:pt idx="547">
                  <c:v>39484</c:v>
                </c:pt>
                <c:pt idx="548">
                  <c:v>39485</c:v>
                </c:pt>
                <c:pt idx="549">
                  <c:v>39486</c:v>
                </c:pt>
                <c:pt idx="550">
                  <c:v>39489</c:v>
                </c:pt>
                <c:pt idx="551">
                  <c:v>39490</c:v>
                </c:pt>
                <c:pt idx="552">
                  <c:v>39491</c:v>
                </c:pt>
                <c:pt idx="553">
                  <c:v>39492</c:v>
                </c:pt>
                <c:pt idx="554">
                  <c:v>39493</c:v>
                </c:pt>
                <c:pt idx="555">
                  <c:v>39496</c:v>
                </c:pt>
                <c:pt idx="556">
                  <c:v>39497</c:v>
                </c:pt>
                <c:pt idx="557">
                  <c:v>39498</c:v>
                </c:pt>
                <c:pt idx="558">
                  <c:v>39499</c:v>
                </c:pt>
                <c:pt idx="559">
                  <c:v>39500</c:v>
                </c:pt>
                <c:pt idx="560">
                  <c:v>39503</c:v>
                </c:pt>
                <c:pt idx="561">
                  <c:v>39504</c:v>
                </c:pt>
                <c:pt idx="562">
                  <c:v>39505</c:v>
                </c:pt>
                <c:pt idx="563">
                  <c:v>39506</c:v>
                </c:pt>
                <c:pt idx="564">
                  <c:v>39507</c:v>
                </c:pt>
                <c:pt idx="565">
                  <c:v>39510</c:v>
                </c:pt>
                <c:pt idx="566">
                  <c:v>39511</c:v>
                </c:pt>
                <c:pt idx="567">
                  <c:v>39512</c:v>
                </c:pt>
                <c:pt idx="568">
                  <c:v>39513</c:v>
                </c:pt>
                <c:pt idx="569">
                  <c:v>39514</c:v>
                </c:pt>
                <c:pt idx="570">
                  <c:v>39517</c:v>
                </c:pt>
                <c:pt idx="571">
                  <c:v>39518</c:v>
                </c:pt>
                <c:pt idx="572">
                  <c:v>39519</c:v>
                </c:pt>
                <c:pt idx="573">
                  <c:v>39520</c:v>
                </c:pt>
                <c:pt idx="574">
                  <c:v>39521</c:v>
                </c:pt>
                <c:pt idx="575">
                  <c:v>39524</c:v>
                </c:pt>
                <c:pt idx="576">
                  <c:v>39525</c:v>
                </c:pt>
                <c:pt idx="577">
                  <c:v>39526</c:v>
                </c:pt>
                <c:pt idx="578">
                  <c:v>39527</c:v>
                </c:pt>
                <c:pt idx="579">
                  <c:v>39528</c:v>
                </c:pt>
                <c:pt idx="580">
                  <c:v>39531</c:v>
                </c:pt>
                <c:pt idx="581">
                  <c:v>39532</c:v>
                </c:pt>
                <c:pt idx="582">
                  <c:v>39533</c:v>
                </c:pt>
                <c:pt idx="583">
                  <c:v>39534</c:v>
                </c:pt>
                <c:pt idx="584">
                  <c:v>39535</c:v>
                </c:pt>
                <c:pt idx="585">
                  <c:v>39538</c:v>
                </c:pt>
                <c:pt idx="586">
                  <c:v>39539</c:v>
                </c:pt>
                <c:pt idx="587">
                  <c:v>39540</c:v>
                </c:pt>
                <c:pt idx="588">
                  <c:v>39541</c:v>
                </c:pt>
                <c:pt idx="589">
                  <c:v>39542</c:v>
                </c:pt>
                <c:pt idx="590">
                  <c:v>39545</c:v>
                </c:pt>
                <c:pt idx="591">
                  <c:v>39546</c:v>
                </c:pt>
                <c:pt idx="592">
                  <c:v>39547</c:v>
                </c:pt>
                <c:pt idx="593">
                  <c:v>39548</c:v>
                </c:pt>
                <c:pt idx="594">
                  <c:v>39549</c:v>
                </c:pt>
                <c:pt idx="595">
                  <c:v>39552</c:v>
                </c:pt>
                <c:pt idx="596">
                  <c:v>39553</c:v>
                </c:pt>
                <c:pt idx="597">
                  <c:v>39554</c:v>
                </c:pt>
                <c:pt idx="598">
                  <c:v>39555</c:v>
                </c:pt>
                <c:pt idx="599">
                  <c:v>39556</c:v>
                </c:pt>
                <c:pt idx="600">
                  <c:v>39559</c:v>
                </c:pt>
                <c:pt idx="601">
                  <c:v>39560</c:v>
                </c:pt>
                <c:pt idx="602">
                  <c:v>39561</c:v>
                </c:pt>
                <c:pt idx="603">
                  <c:v>39562</c:v>
                </c:pt>
                <c:pt idx="604">
                  <c:v>39563</c:v>
                </c:pt>
                <c:pt idx="605">
                  <c:v>39566</c:v>
                </c:pt>
                <c:pt idx="606">
                  <c:v>39567</c:v>
                </c:pt>
                <c:pt idx="607">
                  <c:v>39568</c:v>
                </c:pt>
                <c:pt idx="608">
                  <c:v>39569</c:v>
                </c:pt>
                <c:pt idx="609">
                  <c:v>39570</c:v>
                </c:pt>
                <c:pt idx="610">
                  <c:v>39573</c:v>
                </c:pt>
                <c:pt idx="611">
                  <c:v>39574</c:v>
                </c:pt>
                <c:pt idx="612">
                  <c:v>39575</c:v>
                </c:pt>
                <c:pt idx="613">
                  <c:v>39576</c:v>
                </c:pt>
                <c:pt idx="614">
                  <c:v>39577</c:v>
                </c:pt>
                <c:pt idx="615">
                  <c:v>39580</c:v>
                </c:pt>
                <c:pt idx="616">
                  <c:v>39581</c:v>
                </c:pt>
                <c:pt idx="617">
                  <c:v>39582</c:v>
                </c:pt>
                <c:pt idx="618">
                  <c:v>39583</c:v>
                </c:pt>
                <c:pt idx="619">
                  <c:v>39584</c:v>
                </c:pt>
                <c:pt idx="620">
                  <c:v>39587</c:v>
                </c:pt>
                <c:pt idx="621">
                  <c:v>39588</c:v>
                </c:pt>
                <c:pt idx="622">
                  <c:v>39589</c:v>
                </c:pt>
                <c:pt idx="623">
                  <c:v>39590</c:v>
                </c:pt>
                <c:pt idx="624">
                  <c:v>39591</c:v>
                </c:pt>
                <c:pt idx="625">
                  <c:v>39594</c:v>
                </c:pt>
                <c:pt idx="626">
                  <c:v>39595</c:v>
                </c:pt>
                <c:pt idx="627">
                  <c:v>39596</c:v>
                </c:pt>
                <c:pt idx="628">
                  <c:v>39597</c:v>
                </c:pt>
                <c:pt idx="629">
                  <c:v>39598</c:v>
                </c:pt>
                <c:pt idx="630">
                  <c:v>39601</c:v>
                </c:pt>
                <c:pt idx="631">
                  <c:v>39602</c:v>
                </c:pt>
                <c:pt idx="632">
                  <c:v>39603</c:v>
                </c:pt>
                <c:pt idx="633">
                  <c:v>39604</c:v>
                </c:pt>
                <c:pt idx="634">
                  <c:v>39605</c:v>
                </c:pt>
                <c:pt idx="635">
                  <c:v>39608</c:v>
                </c:pt>
                <c:pt idx="636">
                  <c:v>39609</c:v>
                </c:pt>
                <c:pt idx="637">
                  <c:v>39610</c:v>
                </c:pt>
                <c:pt idx="638">
                  <c:v>39611</c:v>
                </c:pt>
                <c:pt idx="639">
                  <c:v>39612</c:v>
                </c:pt>
                <c:pt idx="640">
                  <c:v>39615</c:v>
                </c:pt>
                <c:pt idx="641">
                  <c:v>39616</c:v>
                </c:pt>
                <c:pt idx="642">
                  <c:v>39617</c:v>
                </c:pt>
                <c:pt idx="643">
                  <c:v>39618</c:v>
                </c:pt>
                <c:pt idx="644">
                  <c:v>39619</c:v>
                </c:pt>
                <c:pt idx="645">
                  <c:v>39622</c:v>
                </c:pt>
                <c:pt idx="646">
                  <c:v>39623</c:v>
                </c:pt>
                <c:pt idx="647">
                  <c:v>39624</c:v>
                </c:pt>
                <c:pt idx="648">
                  <c:v>39625</c:v>
                </c:pt>
                <c:pt idx="649">
                  <c:v>39626</c:v>
                </c:pt>
                <c:pt idx="650">
                  <c:v>39629</c:v>
                </c:pt>
                <c:pt idx="651">
                  <c:v>39630</c:v>
                </c:pt>
                <c:pt idx="652">
                  <c:v>39631</c:v>
                </c:pt>
                <c:pt idx="653">
                  <c:v>39632</c:v>
                </c:pt>
                <c:pt idx="654">
                  <c:v>39633</c:v>
                </c:pt>
                <c:pt idx="655">
                  <c:v>39636</c:v>
                </c:pt>
                <c:pt idx="656">
                  <c:v>39637</c:v>
                </c:pt>
                <c:pt idx="657">
                  <c:v>39638</c:v>
                </c:pt>
                <c:pt idx="658">
                  <c:v>39639</c:v>
                </c:pt>
                <c:pt idx="659">
                  <c:v>39640</c:v>
                </c:pt>
                <c:pt idx="660">
                  <c:v>39643</c:v>
                </c:pt>
                <c:pt idx="661">
                  <c:v>39644</c:v>
                </c:pt>
                <c:pt idx="662">
                  <c:v>39645</c:v>
                </c:pt>
                <c:pt idx="663">
                  <c:v>39646</c:v>
                </c:pt>
                <c:pt idx="664">
                  <c:v>39647</c:v>
                </c:pt>
                <c:pt idx="665">
                  <c:v>39650</c:v>
                </c:pt>
                <c:pt idx="666">
                  <c:v>39651</c:v>
                </c:pt>
                <c:pt idx="667">
                  <c:v>39652</c:v>
                </c:pt>
                <c:pt idx="668">
                  <c:v>39653</c:v>
                </c:pt>
                <c:pt idx="669">
                  <c:v>39654</c:v>
                </c:pt>
                <c:pt idx="670">
                  <c:v>39657</c:v>
                </c:pt>
                <c:pt idx="671">
                  <c:v>39658</c:v>
                </c:pt>
                <c:pt idx="672">
                  <c:v>39659</c:v>
                </c:pt>
                <c:pt idx="673">
                  <c:v>39660</c:v>
                </c:pt>
                <c:pt idx="674">
                  <c:v>39661</c:v>
                </c:pt>
                <c:pt idx="675">
                  <c:v>39664</c:v>
                </c:pt>
                <c:pt idx="676">
                  <c:v>39665</c:v>
                </c:pt>
                <c:pt idx="677">
                  <c:v>39666</c:v>
                </c:pt>
                <c:pt idx="678">
                  <c:v>39667</c:v>
                </c:pt>
                <c:pt idx="679">
                  <c:v>39668</c:v>
                </c:pt>
                <c:pt idx="680">
                  <c:v>39671</c:v>
                </c:pt>
                <c:pt idx="681">
                  <c:v>39672</c:v>
                </c:pt>
                <c:pt idx="682">
                  <c:v>39673</c:v>
                </c:pt>
                <c:pt idx="683">
                  <c:v>39674</c:v>
                </c:pt>
                <c:pt idx="684">
                  <c:v>39675</c:v>
                </c:pt>
                <c:pt idx="685">
                  <c:v>39678</c:v>
                </c:pt>
                <c:pt idx="686">
                  <c:v>39679</c:v>
                </c:pt>
                <c:pt idx="687">
                  <c:v>39680</c:v>
                </c:pt>
                <c:pt idx="688">
                  <c:v>39681</c:v>
                </c:pt>
                <c:pt idx="689">
                  <c:v>39682</c:v>
                </c:pt>
                <c:pt idx="690">
                  <c:v>39685</c:v>
                </c:pt>
                <c:pt idx="691">
                  <c:v>39686</c:v>
                </c:pt>
                <c:pt idx="692">
                  <c:v>39687</c:v>
                </c:pt>
                <c:pt idx="693">
                  <c:v>39688</c:v>
                </c:pt>
                <c:pt idx="694">
                  <c:v>39689</c:v>
                </c:pt>
                <c:pt idx="695">
                  <c:v>39692</c:v>
                </c:pt>
                <c:pt idx="696">
                  <c:v>39693</c:v>
                </c:pt>
                <c:pt idx="697">
                  <c:v>39694</c:v>
                </c:pt>
                <c:pt idx="698">
                  <c:v>39695</c:v>
                </c:pt>
                <c:pt idx="699">
                  <c:v>39696</c:v>
                </c:pt>
                <c:pt idx="700">
                  <c:v>39699</c:v>
                </c:pt>
                <c:pt idx="701">
                  <c:v>39700</c:v>
                </c:pt>
                <c:pt idx="702">
                  <c:v>39701</c:v>
                </c:pt>
                <c:pt idx="703">
                  <c:v>39702</c:v>
                </c:pt>
                <c:pt idx="704">
                  <c:v>39703</c:v>
                </c:pt>
                <c:pt idx="705">
                  <c:v>39706</c:v>
                </c:pt>
                <c:pt idx="706">
                  <c:v>39707</c:v>
                </c:pt>
                <c:pt idx="707">
                  <c:v>39708</c:v>
                </c:pt>
                <c:pt idx="708">
                  <c:v>39709</c:v>
                </c:pt>
                <c:pt idx="709">
                  <c:v>39710</c:v>
                </c:pt>
                <c:pt idx="710">
                  <c:v>39713</c:v>
                </c:pt>
                <c:pt idx="711">
                  <c:v>39714</c:v>
                </c:pt>
                <c:pt idx="712">
                  <c:v>39715</c:v>
                </c:pt>
                <c:pt idx="713">
                  <c:v>39716</c:v>
                </c:pt>
                <c:pt idx="714">
                  <c:v>39717</c:v>
                </c:pt>
                <c:pt idx="715">
                  <c:v>39720</c:v>
                </c:pt>
                <c:pt idx="716">
                  <c:v>39721</c:v>
                </c:pt>
                <c:pt idx="717">
                  <c:v>39722</c:v>
                </c:pt>
                <c:pt idx="718">
                  <c:v>39723</c:v>
                </c:pt>
                <c:pt idx="719">
                  <c:v>39724</c:v>
                </c:pt>
                <c:pt idx="720">
                  <c:v>39727</c:v>
                </c:pt>
                <c:pt idx="721">
                  <c:v>39728</c:v>
                </c:pt>
                <c:pt idx="722">
                  <c:v>39729</c:v>
                </c:pt>
                <c:pt idx="723">
                  <c:v>39730</c:v>
                </c:pt>
                <c:pt idx="724">
                  <c:v>39731</c:v>
                </c:pt>
                <c:pt idx="725">
                  <c:v>39734</c:v>
                </c:pt>
                <c:pt idx="726">
                  <c:v>39735</c:v>
                </c:pt>
                <c:pt idx="727">
                  <c:v>39736</c:v>
                </c:pt>
                <c:pt idx="728">
                  <c:v>39737</c:v>
                </c:pt>
                <c:pt idx="729">
                  <c:v>39738</c:v>
                </c:pt>
                <c:pt idx="730">
                  <c:v>39741</c:v>
                </c:pt>
                <c:pt idx="731">
                  <c:v>39742</c:v>
                </c:pt>
                <c:pt idx="732">
                  <c:v>39743</c:v>
                </c:pt>
                <c:pt idx="733">
                  <c:v>39744</c:v>
                </c:pt>
                <c:pt idx="734">
                  <c:v>39745</c:v>
                </c:pt>
                <c:pt idx="735">
                  <c:v>39748</c:v>
                </c:pt>
                <c:pt idx="736">
                  <c:v>39749</c:v>
                </c:pt>
                <c:pt idx="737">
                  <c:v>39750</c:v>
                </c:pt>
                <c:pt idx="738">
                  <c:v>39751</c:v>
                </c:pt>
                <c:pt idx="739">
                  <c:v>39752</c:v>
                </c:pt>
                <c:pt idx="740">
                  <c:v>39755</c:v>
                </c:pt>
                <c:pt idx="741">
                  <c:v>39756</c:v>
                </c:pt>
                <c:pt idx="742">
                  <c:v>39757</c:v>
                </c:pt>
                <c:pt idx="743">
                  <c:v>39758</c:v>
                </c:pt>
                <c:pt idx="744">
                  <c:v>39759</c:v>
                </c:pt>
                <c:pt idx="745">
                  <c:v>39762</c:v>
                </c:pt>
                <c:pt idx="746">
                  <c:v>39763</c:v>
                </c:pt>
                <c:pt idx="747">
                  <c:v>39764</c:v>
                </c:pt>
                <c:pt idx="748">
                  <c:v>39765</c:v>
                </c:pt>
                <c:pt idx="749">
                  <c:v>39766</c:v>
                </c:pt>
                <c:pt idx="750">
                  <c:v>39769</c:v>
                </c:pt>
                <c:pt idx="751">
                  <c:v>39770</c:v>
                </c:pt>
                <c:pt idx="752">
                  <c:v>39771</c:v>
                </c:pt>
                <c:pt idx="753">
                  <c:v>39772</c:v>
                </c:pt>
                <c:pt idx="754">
                  <c:v>39773</c:v>
                </c:pt>
                <c:pt idx="755">
                  <c:v>39776</c:v>
                </c:pt>
                <c:pt idx="756">
                  <c:v>39777</c:v>
                </c:pt>
                <c:pt idx="757">
                  <c:v>39778</c:v>
                </c:pt>
                <c:pt idx="758">
                  <c:v>39779</c:v>
                </c:pt>
                <c:pt idx="759">
                  <c:v>39780</c:v>
                </c:pt>
                <c:pt idx="760">
                  <c:v>39783</c:v>
                </c:pt>
                <c:pt idx="761">
                  <c:v>39784</c:v>
                </c:pt>
                <c:pt idx="762">
                  <c:v>39785</c:v>
                </c:pt>
                <c:pt idx="763">
                  <c:v>39786</c:v>
                </c:pt>
                <c:pt idx="764">
                  <c:v>39787</c:v>
                </c:pt>
                <c:pt idx="765">
                  <c:v>39790</c:v>
                </c:pt>
                <c:pt idx="766">
                  <c:v>39791</c:v>
                </c:pt>
                <c:pt idx="767">
                  <c:v>39792</c:v>
                </c:pt>
                <c:pt idx="768">
                  <c:v>39793</c:v>
                </c:pt>
                <c:pt idx="769">
                  <c:v>39794</c:v>
                </c:pt>
                <c:pt idx="770">
                  <c:v>39797</c:v>
                </c:pt>
                <c:pt idx="771">
                  <c:v>39798</c:v>
                </c:pt>
                <c:pt idx="772">
                  <c:v>39799</c:v>
                </c:pt>
                <c:pt idx="773">
                  <c:v>39800</c:v>
                </c:pt>
                <c:pt idx="774">
                  <c:v>39801</c:v>
                </c:pt>
                <c:pt idx="775">
                  <c:v>39804</c:v>
                </c:pt>
                <c:pt idx="776">
                  <c:v>39805</c:v>
                </c:pt>
                <c:pt idx="777">
                  <c:v>39806</c:v>
                </c:pt>
                <c:pt idx="778">
                  <c:v>39807</c:v>
                </c:pt>
                <c:pt idx="779">
                  <c:v>39808</c:v>
                </c:pt>
                <c:pt idx="780">
                  <c:v>39811</c:v>
                </c:pt>
                <c:pt idx="781">
                  <c:v>39812</c:v>
                </c:pt>
                <c:pt idx="782">
                  <c:v>39813</c:v>
                </c:pt>
                <c:pt idx="783">
                  <c:v>39814</c:v>
                </c:pt>
                <c:pt idx="784">
                  <c:v>39815</c:v>
                </c:pt>
                <c:pt idx="785">
                  <c:v>39818</c:v>
                </c:pt>
                <c:pt idx="786">
                  <c:v>39819</c:v>
                </c:pt>
                <c:pt idx="787">
                  <c:v>39820</c:v>
                </c:pt>
                <c:pt idx="788">
                  <c:v>39821</c:v>
                </c:pt>
                <c:pt idx="789">
                  <c:v>39822</c:v>
                </c:pt>
                <c:pt idx="790">
                  <c:v>39825</c:v>
                </c:pt>
                <c:pt idx="791">
                  <c:v>39826</c:v>
                </c:pt>
                <c:pt idx="792">
                  <c:v>39827</c:v>
                </c:pt>
                <c:pt idx="793">
                  <c:v>39828</c:v>
                </c:pt>
                <c:pt idx="794">
                  <c:v>39829</c:v>
                </c:pt>
                <c:pt idx="795">
                  <c:v>39832</c:v>
                </c:pt>
                <c:pt idx="796">
                  <c:v>39833</c:v>
                </c:pt>
                <c:pt idx="797">
                  <c:v>39834</c:v>
                </c:pt>
                <c:pt idx="798">
                  <c:v>39835</c:v>
                </c:pt>
                <c:pt idx="799">
                  <c:v>39836</c:v>
                </c:pt>
                <c:pt idx="800">
                  <c:v>39839</c:v>
                </c:pt>
                <c:pt idx="801">
                  <c:v>39840</c:v>
                </c:pt>
                <c:pt idx="802">
                  <c:v>39841</c:v>
                </c:pt>
                <c:pt idx="803">
                  <c:v>39842</c:v>
                </c:pt>
                <c:pt idx="804">
                  <c:v>39843</c:v>
                </c:pt>
                <c:pt idx="805">
                  <c:v>39846</c:v>
                </c:pt>
                <c:pt idx="806">
                  <c:v>39847</c:v>
                </c:pt>
                <c:pt idx="807">
                  <c:v>39848</c:v>
                </c:pt>
                <c:pt idx="808">
                  <c:v>39849</c:v>
                </c:pt>
                <c:pt idx="809">
                  <c:v>39850</c:v>
                </c:pt>
                <c:pt idx="810">
                  <c:v>39853</c:v>
                </c:pt>
                <c:pt idx="811">
                  <c:v>39854</c:v>
                </c:pt>
                <c:pt idx="812">
                  <c:v>39855</c:v>
                </c:pt>
                <c:pt idx="813">
                  <c:v>39856</c:v>
                </c:pt>
                <c:pt idx="814">
                  <c:v>39857</c:v>
                </c:pt>
                <c:pt idx="815">
                  <c:v>39860</c:v>
                </c:pt>
                <c:pt idx="816">
                  <c:v>39861</c:v>
                </c:pt>
                <c:pt idx="817">
                  <c:v>39862</c:v>
                </c:pt>
                <c:pt idx="818">
                  <c:v>39863</c:v>
                </c:pt>
                <c:pt idx="819">
                  <c:v>39864</c:v>
                </c:pt>
                <c:pt idx="820">
                  <c:v>39867</c:v>
                </c:pt>
                <c:pt idx="821">
                  <c:v>39868</c:v>
                </c:pt>
                <c:pt idx="822">
                  <c:v>39869</c:v>
                </c:pt>
                <c:pt idx="823">
                  <c:v>39870</c:v>
                </c:pt>
                <c:pt idx="824">
                  <c:v>39871</c:v>
                </c:pt>
                <c:pt idx="825">
                  <c:v>39874</c:v>
                </c:pt>
                <c:pt idx="826">
                  <c:v>39875</c:v>
                </c:pt>
                <c:pt idx="827">
                  <c:v>39876</c:v>
                </c:pt>
                <c:pt idx="828">
                  <c:v>39877</c:v>
                </c:pt>
                <c:pt idx="829">
                  <c:v>39878</c:v>
                </c:pt>
                <c:pt idx="830">
                  <c:v>39881</c:v>
                </c:pt>
                <c:pt idx="831">
                  <c:v>39882</c:v>
                </c:pt>
                <c:pt idx="832">
                  <c:v>39883</c:v>
                </c:pt>
                <c:pt idx="833">
                  <c:v>39884</c:v>
                </c:pt>
                <c:pt idx="834">
                  <c:v>39885</c:v>
                </c:pt>
                <c:pt idx="835">
                  <c:v>39888</c:v>
                </c:pt>
                <c:pt idx="836">
                  <c:v>39889</c:v>
                </c:pt>
                <c:pt idx="837">
                  <c:v>39890</c:v>
                </c:pt>
                <c:pt idx="838">
                  <c:v>39891</c:v>
                </c:pt>
                <c:pt idx="839">
                  <c:v>39892</c:v>
                </c:pt>
                <c:pt idx="840">
                  <c:v>39895</c:v>
                </c:pt>
                <c:pt idx="841">
                  <c:v>39896</c:v>
                </c:pt>
                <c:pt idx="842">
                  <c:v>39897</c:v>
                </c:pt>
                <c:pt idx="843">
                  <c:v>39898</c:v>
                </c:pt>
                <c:pt idx="844">
                  <c:v>39899</c:v>
                </c:pt>
                <c:pt idx="845">
                  <c:v>39902</c:v>
                </c:pt>
                <c:pt idx="846">
                  <c:v>39903</c:v>
                </c:pt>
                <c:pt idx="847">
                  <c:v>39904</c:v>
                </c:pt>
                <c:pt idx="848">
                  <c:v>39905</c:v>
                </c:pt>
                <c:pt idx="849">
                  <c:v>39906</c:v>
                </c:pt>
                <c:pt idx="850">
                  <c:v>39909</c:v>
                </c:pt>
                <c:pt idx="851">
                  <c:v>39910</c:v>
                </c:pt>
                <c:pt idx="852">
                  <c:v>39911</c:v>
                </c:pt>
                <c:pt idx="853">
                  <c:v>39912</c:v>
                </c:pt>
                <c:pt idx="854">
                  <c:v>39913</c:v>
                </c:pt>
                <c:pt idx="855">
                  <c:v>39916</c:v>
                </c:pt>
                <c:pt idx="856">
                  <c:v>39917</c:v>
                </c:pt>
                <c:pt idx="857">
                  <c:v>39918</c:v>
                </c:pt>
                <c:pt idx="858">
                  <c:v>39919</c:v>
                </c:pt>
                <c:pt idx="859">
                  <c:v>39920</c:v>
                </c:pt>
                <c:pt idx="860">
                  <c:v>39923</c:v>
                </c:pt>
                <c:pt idx="861">
                  <c:v>39924</c:v>
                </c:pt>
                <c:pt idx="862">
                  <c:v>39925</c:v>
                </c:pt>
                <c:pt idx="863">
                  <c:v>39926</c:v>
                </c:pt>
                <c:pt idx="864">
                  <c:v>39927</c:v>
                </c:pt>
                <c:pt idx="865">
                  <c:v>39930</c:v>
                </c:pt>
                <c:pt idx="866">
                  <c:v>39931</c:v>
                </c:pt>
                <c:pt idx="867">
                  <c:v>39932</c:v>
                </c:pt>
                <c:pt idx="868">
                  <c:v>39933</c:v>
                </c:pt>
                <c:pt idx="869">
                  <c:v>39934</c:v>
                </c:pt>
                <c:pt idx="870">
                  <c:v>39937</c:v>
                </c:pt>
                <c:pt idx="871">
                  <c:v>39938</c:v>
                </c:pt>
                <c:pt idx="872">
                  <c:v>39939</c:v>
                </c:pt>
                <c:pt idx="873">
                  <c:v>39940</c:v>
                </c:pt>
                <c:pt idx="874">
                  <c:v>39941</c:v>
                </c:pt>
                <c:pt idx="875">
                  <c:v>39944</c:v>
                </c:pt>
                <c:pt idx="876">
                  <c:v>39945</c:v>
                </c:pt>
                <c:pt idx="877">
                  <c:v>39946</c:v>
                </c:pt>
                <c:pt idx="878">
                  <c:v>39947</c:v>
                </c:pt>
                <c:pt idx="879">
                  <c:v>39948</c:v>
                </c:pt>
                <c:pt idx="880">
                  <c:v>39951</c:v>
                </c:pt>
                <c:pt idx="881">
                  <c:v>39952</c:v>
                </c:pt>
                <c:pt idx="882">
                  <c:v>39953</c:v>
                </c:pt>
                <c:pt idx="883">
                  <c:v>39954</c:v>
                </c:pt>
                <c:pt idx="884">
                  <c:v>39955</c:v>
                </c:pt>
                <c:pt idx="885">
                  <c:v>39958</c:v>
                </c:pt>
                <c:pt idx="886">
                  <c:v>39959</c:v>
                </c:pt>
                <c:pt idx="887">
                  <c:v>39960</c:v>
                </c:pt>
                <c:pt idx="888">
                  <c:v>39961</c:v>
                </c:pt>
                <c:pt idx="889">
                  <c:v>39962</c:v>
                </c:pt>
                <c:pt idx="890">
                  <c:v>39965</c:v>
                </c:pt>
                <c:pt idx="891">
                  <c:v>39966</c:v>
                </c:pt>
                <c:pt idx="892">
                  <c:v>39967</c:v>
                </c:pt>
                <c:pt idx="893">
                  <c:v>39968</c:v>
                </c:pt>
                <c:pt idx="894">
                  <c:v>39969</c:v>
                </c:pt>
                <c:pt idx="895">
                  <c:v>39972</c:v>
                </c:pt>
                <c:pt idx="896">
                  <c:v>39973</c:v>
                </c:pt>
                <c:pt idx="897">
                  <c:v>39974</c:v>
                </c:pt>
                <c:pt idx="898">
                  <c:v>39975</c:v>
                </c:pt>
                <c:pt idx="899">
                  <c:v>39976</c:v>
                </c:pt>
                <c:pt idx="900">
                  <c:v>39979</c:v>
                </c:pt>
                <c:pt idx="901">
                  <c:v>39980</c:v>
                </c:pt>
                <c:pt idx="902">
                  <c:v>39981</c:v>
                </c:pt>
                <c:pt idx="903">
                  <c:v>39982</c:v>
                </c:pt>
                <c:pt idx="904">
                  <c:v>39983</c:v>
                </c:pt>
                <c:pt idx="905">
                  <c:v>39986</c:v>
                </c:pt>
                <c:pt idx="906">
                  <c:v>39987</c:v>
                </c:pt>
                <c:pt idx="907">
                  <c:v>39988</c:v>
                </c:pt>
                <c:pt idx="908">
                  <c:v>39989</c:v>
                </c:pt>
                <c:pt idx="909">
                  <c:v>39990</c:v>
                </c:pt>
                <c:pt idx="910">
                  <c:v>39993</c:v>
                </c:pt>
                <c:pt idx="911">
                  <c:v>39994</c:v>
                </c:pt>
                <c:pt idx="912">
                  <c:v>39995</c:v>
                </c:pt>
                <c:pt idx="913">
                  <c:v>39996</c:v>
                </c:pt>
                <c:pt idx="914">
                  <c:v>39997</c:v>
                </c:pt>
                <c:pt idx="915">
                  <c:v>40000</c:v>
                </c:pt>
                <c:pt idx="916">
                  <c:v>40001</c:v>
                </c:pt>
                <c:pt idx="917">
                  <c:v>40002</c:v>
                </c:pt>
                <c:pt idx="918">
                  <c:v>40003</c:v>
                </c:pt>
                <c:pt idx="919">
                  <c:v>40004</c:v>
                </c:pt>
                <c:pt idx="920">
                  <c:v>40007</c:v>
                </c:pt>
                <c:pt idx="921">
                  <c:v>40008</c:v>
                </c:pt>
                <c:pt idx="922">
                  <c:v>40009</c:v>
                </c:pt>
                <c:pt idx="923">
                  <c:v>40010</c:v>
                </c:pt>
                <c:pt idx="924">
                  <c:v>40011</c:v>
                </c:pt>
                <c:pt idx="925">
                  <c:v>40014</c:v>
                </c:pt>
                <c:pt idx="926">
                  <c:v>40015</c:v>
                </c:pt>
                <c:pt idx="927">
                  <c:v>40016</c:v>
                </c:pt>
                <c:pt idx="928">
                  <c:v>40017</c:v>
                </c:pt>
                <c:pt idx="929">
                  <c:v>40018</c:v>
                </c:pt>
                <c:pt idx="930">
                  <c:v>40021</c:v>
                </c:pt>
                <c:pt idx="931">
                  <c:v>40022</c:v>
                </c:pt>
                <c:pt idx="932">
                  <c:v>40023</c:v>
                </c:pt>
                <c:pt idx="933">
                  <c:v>40024</c:v>
                </c:pt>
                <c:pt idx="934">
                  <c:v>40025</c:v>
                </c:pt>
                <c:pt idx="935">
                  <c:v>40028</c:v>
                </c:pt>
                <c:pt idx="936">
                  <c:v>40029</c:v>
                </c:pt>
                <c:pt idx="937">
                  <c:v>40030</c:v>
                </c:pt>
                <c:pt idx="938">
                  <c:v>40031</c:v>
                </c:pt>
                <c:pt idx="939">
                  <c:v>40032</c:v>
                </c:pt>
                <c:pt idx="940">
                  <c:v>40035</c:v>
                </c:pt>
                <c:pt idx="941">
                  <c:v>40036</c:v>
                </c:pt>
                <c:pt idx="942">
                  <c:v>40037</c:v>
                </c:pt>
                <c:pt idx="943">
                  <c:v>40038</c:v>
                </c:pt>
                <c:pt idx="944">
                  <c:v>40039</c:v>
                </c:pt>
                <c:pt idx="945">
                  <c:v>40042</c:v>
                </c:pt>
                <c:pt idx="946">
                  <c:v>40043</c:v>
                </c:pt>
                <c:pt idx="947">
                  <c:v>40044</c:v>
                </c:pt>
                <c:pt idx="948">
                  <c:v>40045</c:v>
                </c:pt>
                <c:pt idx="949">
                  <c:v>40046</c:v>
                </c:pt>
                <c:pt idx="950">
                  <c:v>40049</c:v>
                </c:pt>
                <c:pt idx="951">
                  <c:v>40050</c:v>
                </c:pt>
                <c:pt idx="952">
                  <c:v>40051</c:v>
                </c:pt>
                <c:pt idx="953">
                  <c:v>40052</c:v>
                </c:pt>
                <c:pt idx="954">
                  <c:v>40053</c:v>
                </c:pt>
                <c:pt idx="955">
                  <c:v>40056</c:v>
                </c:pt>
                <c:pt idx="956">
                  <c:v>40057</c:v>
                </c:pt>
                <c:pt idx="957">
                  <c:v>40058</c:v>
                </c:pt>
                <c:pt idx="958">
                  <c:v>40059</c:v>
                </c:pt>
                <c:pt idx="959">
                  <c:v>40060</c:v>
                </c:pt>
                <c:pt idx="960">
                  <c:v>40063</c:v>
                </c:pt>
                <c:pt idx="961">
                  <c:v>40064</c:v>
                </c:pt>
                <c:pt idx="962">
                  <c:v>40065</c:v>
                </c:pt>
                <c:pt idx="963">
                  <c:v>40066</c:v>
                </c:pt>
                <c:pt idx="964">
                  <c:v>40067</c:v>
                </c:pt>
                <c:pt idx="965">
                  <c:v>40070</c:v>
                </c:pt>
                <c:pt idx="966">
                  <c:v>40071</c:v>
                </c:pt>
                <c:pt idx="967">
                  <c:v>40072</c:v>
                </c:pt>
                <c:pt idx="968">
                  <c:v>40073</c:v>
                </c:pt>
                <c:pt idx="969">
                  <c:v>40074</c:v>
                </c:pt>
                <c:pt idx="970">
                  <c:v>40077</c:v>
                </c:pt>
                <c:pt idx="971">
                  <c:v>40078</c:v>
                </c:pt>
                <c:pt idx="972">
                  <c:v>40079</c:v>
                </c:pt>
                <c:pt idx="973">
                  <c:v>40080</c:v>
                </c:pt>
                <c:pt idx="974">
                  <c:v>40081</c:v>
                </c:pt>
                <c:pt idx="975">
                  <c:v>40084</c:v>
                </c:pt>
                <c:pt idx="976">
                  <c:v>40085</c:v>
                </c:pt>
                <c:pt idx="977">
                  <c:v>40086</c:v>
                </c:pt>
                <c:pt idx="978">
                  <c:v>40087</c:v>
                </c:pt>
                <c:pt idx="979">
                  <c:v>40088</c:v>
                </c:pt>
                <c:pt idx="980">
                  <c:v>40091</c:v>
                </c:pt>
                <c:pt idx="981">
                  <c:v>40092</c:v>
                </c:pt>
                <c:pt idx="982">
                  <c:v>40093</c:v>
                </c:pt>
                <c:pt idx="983">
                  <c:v>40094</c:v>
                </c:pt>
                <c:pt idx="984">
                  <c:v>40095</c:v>
                </c:pt>
                <c:pt idx="985">
                  <c:v>40098</c:v>
                </c:pt>
                <c:pt idx="986">
                  <c:v>40099</c:v>
                </c:pt>
                <c:pt idx="987">
                  <c:v>40100</c:v>
                </c:pt>
                <c:pt idx="988">
                  <c:v>40101</c:v>
                </c:pt>
                <c:pt idx="989">
                  <c:v>40102</c:v>
                </c:pt>
                <c:pt idx="990">
                  <c:v>40105</c:v>
                </c:pt>
                <c:pt idx="991">
                  <c:v>40106</c:v>
                </c:pt>
                <c:pt idx="992">
                  <c:v>40107</c:v>
                </c:pt>
                <c:pt idx="993">
                  <c:v>40108</c:v>
                </c:pt>
                <c:pt idx="994">
                  <c:v>40109</c:v>
                </c:pt>
                <c:pt idx="995">
                  <c:v>40112</c:v>
                </c:pt>
                <c:pt idx="996">
                  <c:v>40113</c:v>
                </c:pt>
                <c:pt idx="997">
                  <c:v>40114</c:v>
                </c:pt>
                <c:pt idx="998">
                  <c:v>40115</c:v>
                </c:pt>
                <c:pt idx="999">
                  <c:v>40116</c:v>
                </c:pt>
                <c:pt idx="1000">
                  <c:v>40119</c:v>
                </c:pt>
                <c:pt idx="1001">
                  <c:v>40120</c:v>
                </c:pt>
                <c:pt idx="1002">
                  <c:v>40121</c:v>
                </c:pt>
                <c:pt idx="1003">
                  <c:v>40122</c:v>
                </c:pt>
                <c:pt idx="1004">
                  <c:v>40123</c:v>
                </c:pt>
                <c:pt idx="1005">
                  <c:v>40126</c:v>
                </c:pt>
                <c:pt idx="1006">
                  <c:v>40127</c:v>
                </c:pt>
                <c:pt idx="1007">
                  <c:v>40128</c:v>
                </c:pt>
                <c:pt idx="1008">
                  <c:v>40129</c:v>
                </c:pt>
                <c:pt idx="1009">
                  <c:v>40130</c:v>
                </c:pt>
                <c:pt idx="1010">
                  <c:v>40133</c:v>
                </c:pt>
                <c:pt idx="1011">
                  <c:v>40134</c:v>
                </c:pt>
                <c:pt idx="1012">
                  <c:v>40135</c:v>
                </c:pt>
                <c:pt idx="1013">
                  <c:v>40136</c:v>
                </c:pt>
                <c:pt idx="1014">
                  <c:v>40137</c:v>
                </c:pt>
                <c:pt idx="1015">
                  <c:v>40140</c:v>
                </c:pt>
                <c:pt idx="1016">
                  <c:v>40141</c:v>
                </c:pt>
                <c:pt idx="1017">
                  <c:v>40142</c:v>
                </c:pt>
                <c:pt idx="1018">
                  <c:v>40143</c:v>
                </c:pt>
                <c:pt idx="1019">
                  <c:v>40144</c:v>
                </c:pt>
                <c:pt idx="1020">
                  <c:v>40147</c:v>
                </c:pt>
                <c:pt idx="1021">
                  <c:v>40148</c:v>
                </c:pt>
                <c:pt idx="1022">
                  <c:v>40149</c:v>
                </c:pt>
                <c:pt idx="1023">
                  <c:v>40150</c:v>
                </c:pt>
                <c:pt idx="1024">
                  <c:v>40151</c:v>
                </c:pt>
                <c:pt idx="1025">
                  <c:v>40154</c:v>
                </c:pt>
                <c:pt idx="1026">
                  <c:v>40155</c:v>
                </c:pt>
                <c:pt idx="1027">
                  <c:v>40156</c:v>
                </c:pt>
                <c:pt idx="1028">
                  <c:v>40157</c:v>
                </c:pt>
                <c:pt idx="1029">
                  <c:v>40158</c:v>
                </c:pt>
                <c:pt idx="1030">
                  <c:v>40161</c:v>
                </c:pt>
                <c:pt idx="1031">
                  <c:v>40162</c:v>
                </c:pt>
                <c:pt idx="1032">
                  <c:v>40163</c:v>
                </c:pt>
                <c:pt idx="1033">
                  <c:v>40164</c:v>
                </c:pt>
                <c:pt idx="1034">
                  <c:v>40165</c:v>
                </c:pt>
                <c:pt idx="1035">
                  <c:v>40168</c:v>
                </c:pt>
                <c:pt idx="1036">
                  <c:v>40169</c:v>
                </c:pt>
                <c:pt idx="1037">
                  <c:v>40170</c:v>
                </c:pt>
                <c:pt idx="1038">
                  <c:v>40171</c:v>
                </c:pt>
                <c:pt idx="1039">
                  <c:v>40172</c:v>
                </c:pt>
                <c:pt idx="1040">
                  <c:v>40175</c:v>
                </c:pt>
                <c:pt idx="1041">
                  <c:v>40176</c:v>
                </c:pt>
                <c:pt idx="1042">
                  <c:v>40177</c:v>
                </c:pt>
                <c:pt idx="1043">
                  <c:v>40178</c:v>
                </c:pt>
                <c:pt idx="1044">
                  <c:v>40179</c:v>
                </c:pt>
                <c:pt idx="1045">
                  <c:v>40182</c:v>
                </c:pt>
                <c:pt idx="1046">
                  <c:v>40183</c:v>
                </c:pt>
                <c:pt idx="1047">
                  <c:v>40184</c:v>
                </c:pt>
                <c:pt idx="1048">
                  <c:v>40185</c:v>
                </c:pt>
                <c:pt idx="1049">
                  <c:v>40186</c:v>
                </c:pt>
                <c:pt idx="1050">
                  <c:v>40189</c:v>
                </c:pt>
                <c:pt idx="1051">
                  <c:v>40190</c:v>
                </c:pt>
                <c:pt idx="1052">
                  <c:v>40191</c:v>
                </c:pt>
                <c:pt idx="1053">
                  <c:v>40192</c:v>
                </c:pt>
                <c:pt idx="1054">
                  <c:v>40193</c:v>
                </c:pt>
                <c:pt idx="1055">
                  <c:v>40196</c:v>
                </c:pt>
                <c:pt idx="1056">
                  <c:v>40197</c:v>
                </c:pt>
                <c:pt idx="1057">
                  <c:v>40198</c:v>
                </c:pt>
                <c:pt idx="1058">
                  <c:v>40199</c:v>
                </c:pt>
                <c:pt idx="1059">
                  <c:v>40200</c:v>
                </c:pt>
                <c:pt idx="1060">
                  <c:v>40203</c:v>
                </c:pt>
                <c:pt idx="1061">
                  <c:v>40204</c:v>
                </c:pt>
                <c:pt idx="1062">
                  <c:v>40205</c:v>
                </c:pt>
                <c:pt idx="1063">
                  <c:v>40206</c:v>
                </c:pt>
                <c:pt idx="1064">
                  <c:v>40207</c:v>
                </c:pt>
                <c:pt idx="1065">
                  <c:v>40210</c:v>
                </c:pt>
                <c:pt idx="1066">
                  <c:v>40211</c:v>
                </c:pt>
                <c:pt idx="1067">
                  <c:v>40212</c:v>
                </c:pt>
                <c:pt idx="1068">
                  <c:v>40213</c:v>
                </c:pt>
                <c:pt idx="1069">
                  <c:v>40214</c:v>
                </c:pt>
                <c:pt idx="1070">
                  <c:v>40217</c:v>
                </c:pt>
                <c:pt idx="1071">
                  <c:v>40218</c:v>
                </c:pt>
                <c:pt idx="1072">
                  <c:v>40219</c:v>
                </c:pt>
                <c:pt idx="1073">
                  <c:v>40220</c:v>
                </c:pt>
                <c:pt idx="1074">
                  <c:v>40221</c:v>
                </c:pt>
                <c:pt idx="1075">
                  <c:v>40224</c:v>
                </c:pt>
                <c:pt idx="1076">
                  <c:v>40225</c:v>
                </c:pt>
                <c:pt idx="1077">
                  <c:v>40226</c:v>
                </c:pt>
                <c:pt idx="1078">
                  <c:v>40227</c:v>
                </c:pt>
                <c:pt idx="1079">
                  <c:v>40228</c:v>
                </c:pt>
                <c:pt idx="1080">
                  <c:v>40231</c:v>
                </c:pt>
                <c:pt idx="1081">
                  <c:v>40232</c:v>
                </c:pt>
                <c:pt idx="1082">
                  <c:v>40233</c:v>
                </c:pt>
                <c:pt idx="1083">
                  <c:v>40234</c:v>
                </c:pt>
                <c:pt idx="1084">
                  <c:v>40235</c:v>
                </c:pt>
                <c:pt idx="1085">
                  <c:v>40238</c:v>
                </c:pt>
                <c:pt idx="1086">
                  <c:v>40239</c:v>
                </c:pt>
                <c:pt idx="1087">
                  <c:v>40240</c:v>
                </c:pt>
                <c:pt idx="1088">
                  <c:v>40241</c:v>
                </c:pt>
                <c:pt idx="1089">
                  <c:v>40242</c:v>
                </c:pt>
                <c:pt idx="1090">
                  <c:v>40245</c:v>
                </c:pt>
                <c:pt idx="1091">
                  <c:v>40246</c:v>
                </c:pt>
                <c:pt idx="1092">
                  <c:v>40247</c:v>
                </c:pt>
                <c:pt idx="1093">
                  <c:v>40248</c:v>
                </c:pt>
                <c:pt idx="1094">
                  <c:v>40249</c:v>
                </c:pt>
                <c:pt idx="1095">
                  <c:v>40252</c:v>
                </c:pt>
                <c:pt idx="1096">
                  <c:v>40253</c:v>
                </c:pt>
                <c:pt idx="1097">
                  <c:v>40254</c:v>
                </c:pt>
                <c:pt idx="1098">
                  <c:v>40255</c:v>
                </c:pt>
                <c:pt idx="1099">
                  <c:v>40256</c:v>
                </c:pt>
                <c:pt idx="1100">
                  <c:v>40259</c:v>
                </c:pt>
                <c:pt idx="1101">
                  <c:v>40260</c:v>
                </c:pt>
                <c:pt idx="1102">
                  <c:v>40261</c:v>
                </c:pt>
                <c:pt idx="1103">
                  <c:v>40262</c:v>
                </c:pt>
                <c:pt idx="1104">
                  <c:v>40263</c:v>
                </c:pt>
                <c:pt idx="1105">
                  <c:v>40266</c:v>
                </c:pt>
                <c:pt idx="1106">
                  <c:v>40267</c:v>
                </c:pt>
                <c:pt idx="1107">
                  <c:v>40268</c:v>
                </c:pt>
                <c:pt idx="1108">
                  <c:v>40269</c:v>
                </c:pt>
                <c:pt idx="1109">
                  <c:v>40270</c:v>
                </c:pt>
                <c:pt idx="1110">
                  <c:v>40273</c:v>
                </c:pt>
                <c:pt idx="1111">
                  <c:v>40274</c:v>
                </c:pt>
                <c:pt idx="1112">
                  <c:v>40275</c:v>
                </c:pt>
                <c:pt idx="1113">
                  <c:v>40276</c:v>
                </c:pt>
                <c:pt idx="1114">
                  <c:v>40277</c:v>
                </c:pt>
                <c:pt idx="1115">
                  <c:v>40280</c:v>
                </c:pt>
                <c:pt idx="1116">
                  <c:v>40281</c:v>
                </c:pt>
                <c:pt idx="1117">
                  <c:v>40282</c:v>
                </c:pt>
                <c:pt idx="1118">
                  <c:v>40283</c:v>
                </c:pt>
                <c:pt idx="1119">
                  <c:v>40284</c:v>
                </c:pt>
                <c:pt idx="1120">
                  <c:v>40287</c:v>
                </c:pt>
                <c:pt idx="1121">
                  <c:v>40288</c:v>
                </c:pt>
                <c:pt idx="1122">
                  <c:v>40289</c:v>
                </c:pt>
                <c:pt idx="1123">
                  <c:v>40290</c:v>
                </c:pt>
                <c:pt idx="1124">
                  <c:v>40291</c:v>
                </c:pt>
                <c:pt idx="1125">
                  <c:v>40294</c:v>
                </c:pt>
                <c:pt idx="1126">
                  <c:v>40295</c:v>
                </c:pt>
                <c:pt idx="1127">
                  <c:v>40296</c:v>
                </c:pt>
                <c:pt idx="1128">
                  <c:v>40297</c:v>
                </c:pt>
                <c:pt idx="1129">
                  <c:v>40298</c:v>
                </c:pt>
                <c:pt idx="1130">
                  <c:v>40301</c:v>
                </c:pt>
                <c:pt idx="1131">
                  <c:v>40302</c:v>
                </c:pt>
                <c:pt idx="1132">
                  <c:v>40303</c:v>
                </c:pt>
                <c:pt idx="1133">
                  <c:v>40304</c:v>
                </c:pt>
                <c:pt idx="1134">
                  <c:v>40305</c:v>
                </c:pt>
                <c:pt idx="1135">
                  <c:v>40308</c:v>
                </c:pt>
                <c:pt idx="1136">
                  <c:v>40309</c:v>
                </c:pt>
                <c:pt idx="1137">
                  <c:v>40310</c:v>
                </c:pt>
                <c:pt idx="1138">
                  <c:v>40311</c:v>
                </c:pt>
                <c:pt idx="1139">
                  <c:v>40312</c:v>
                </c:pt>
                <c:pt idx="1140">
                  <c:v>40315</c:v>
                </c:pt>
                <c:pt idx="1141">
                  <c:v>40316</c:v>
                </c:pt>
                <c:pt idx="1142">
                  <c:v>40317</c:v>
                </c:pt>
                <c:pt idx="1143">
                  <c:v>40318</c:v>
                </c:pt>
                <c:pt idx="1144">
                  <c:v>40319</c:v>
                </c:pt>
                <c:pt idx="1145">
                  <c:v>40322</c:v>
                </c:pt>
                <c:pt idx="1146">
                  <c:v>40323</c:v>
                </c:pt>
                <c:pt idx="1147">
                  <c:v>40324</c:v>
                </c:pt>
                <c:pt idx="1148">
                  <c:v>40325</c:v>
                </c:pt>
                <c:pt idx="1149">
                  <c:v>40326</c:v>
                </c:pt>
                <c:pt idx="1150">
                  <c:v>40329</c:v>
                </c:pt>
                <c:pt idx="1151">
                  <c:v>40330</c:v>
                </c:pt>
                <c:pt idx="1152">
                  <c:v>40331</c:v>
                </c:pt>
                <c:pt idx="1153">
                  <c:v>40332</c:v>
                </c:pt>
                <c:pt idx="1154">
                  <c:v>40333</c:v>
                </c:pt>
                <c:pt idx="1155">
                  <c:v>40336</c:v>
                </c:pt>
                <c:pt idx="1156">
                  <c:v>40337</c:v>
                </c:pt>
                <c:pt idx="1157">
                  <c:v>40338</c:v>
                </c:pt>
                <c:pt idx="1158">
                  <c:v>40339</c:v>
                </c:pt>
                <c:pt idx="1159">
                  <c:v>40340</c:v>
                </c:pt>
                <c:pt idx="1160">
                  <c:v>40343</c:v>
                </c:pt>
                <c:pt idx="1161">
                  <c:v>40344</c:v>
                </c:pt>
                <c:pt idx="1162">
                  <c:v>40345</c:v>
                </c:pt>
                <c:pt idx="1163">
                  <c:v>40346</c:v>
                </c:pt>
                <c:pt idx="1164">
                  <c:v>40347</c:v>
                </c:pt>
                <c:pt idx="1165">
                  <c:v>40350</c:v>
                </c:pt>
                <c:pt idx="1166">
                  <c:v>40351</c:v>
                </c:pt>
                <c:pt idx="1167">
                  <c:v>40352</c:v>
                </c:pt>
                <c:pt idx="1168">
                  <c:v>40353</c:v>
                </c:pt>
                <c:pt idx="1169">
                  <c:v>40354</c:v>
                </c:pt>
                <c:pt idx="1170">
                  <c:v>40357</c:v>
                </c:pt>
                <c:pt idx="1171">
                  <c:v>40358</c:v>
                </c:pt>
                <c:pt idx="1172">
                  <c:v>40359</c:v>
                </c:pt>
                <c:pt idx="1173">
                  <c:v>40360</c:v>
                </c:pt>
                <c:pt idx="1174">
                  <c:v>40361</c:v>
                </c:pt>
                <c:pt idx="1175">
                  <c:v>40364</c:v>
                </c:pt>
                <c:pt idx="1176">
                  <c:v>40365</c:v>
                </c:pt>
                <c:pt idx="1177">
                  <c:v>40366</c:v>
                </c:pt>
                <c:pt idx="1178">
                  <c:v>40367</c:v>
                </c:pt>
                <c:pt idx="1179">
                  <c:v>40368</c:v>
                </c:pt>
                <c:pt idx="1180">
                  <c:v>40371</c:v>
                </c:pt>
                <c:pt idx="1181">
                  <c:v>40372</c:v>
                </c:pt>
                <c:pt idx="1182">
                  <c:v>40373</c:v>
                </c:pt>
                <c:pt idx="1183">
                  <c:v>40374</c:v>
                </c:pt>
                <c:pt idx="1184">
                  <c:v>40375</c:v>
                </c:pt>
                <c:pt idx="1185">
                  <c:v>40378</c:v>
                </c:pt>
                <c:pt idx="1186">
                  <c:v>40379</c:v>
                </c:pt>
                <c:pt idx="1187">
                  <c:v>40380</c:v>
                </c:pt>
                <c:pt idx="1188">
                  <c:v>40381</c:v>
                </c:pt>
                <c:pt idx="1189">
                  <c:v>40382</c:v>
                </c:pt>
                <c:pt idx="1190">
                  <c:v>40385</c:v>
                </c:pt>
                <c:pt idx="1191">
                  <c:v>40386</c:v>
                </c:pt>
                <c:pt idx="1192">
                  <c:v>40387</c:v>
                </c:pt>
                <c:pt idx="1193">
                  <c:v>40388</c:v>
                </c:pt>
                <c:pt idx="1194">
                  <c:v>40389</c:v>
                </c:pt>
                <c:pt idx="1195">
                  <c:v>40392</c:v>
                </c:pt>
                <c:pt idx="1196">
                  <c:v>40393</c:v>
                </c:pt>
                <c:pt idx="1197">
                  <c:v>40394</c:v>
                </c:pt>
                <c:pt idx="1198">
                  <c:v>40395</c:v>
                </c:pt>
                <c:pt idx="1199">
                  <c:v>40396</c:v>
                </c:pt>
                <c:pt idx="1200">
                  <c:v>40399</c:v>
                </c:pt>
                <c:pt idx="1201">
                  <c:v>40400</c:v>
                </c:pt>
                <c:pt idx="1202">
                  <c:v>40401</c:v>
                </c:pt>
                <c:pt idx="1203">
                  <c:v>40402</c:v>
                </c:pt>
                <c:pt idx="1204">
                  <c:v>40403</c:v>
                </c:pt>
                <c:pt idx="1205">
                  <c:v>40406</c:v>
                </c:pt>
                <c:pt idx="1206">
                  <c:v>40407</c:v>
                </c:pt>
                <c:pt idx="1207">
                  <c:v>40408</c:v>
                </c:pt>
                <c:pt idx="1208">
                  <c:v>40409</c:v>
                </c:pt>
                <c:pt idx="1209">
                  <c:v>40410</c:v>
                </c:pt>
                <c:pt idx="1210">
                  <c:v>40413</c:v>
                </c:pt>
                <c:pt idx="1211">
                  <c:v>40414</c:v>
                </c:pt>
                <c:pt idx="1212">
                  <c:v>40415</c:v>
                </c:pt>
                <c:pt idx="1213">
                  <c:v>40416</c:v>
                </c:pt>
                <c:pt idx="1214">
                  <c:v>40417</c:v>
                </c:pt>
                <c:pt idx="1215">
                  <c:v>40420</c:v>
                </c:pt>
                <c:pt idx="1216">
                  <c:v>40421</c:v>
                </c:pt>
                <c:pt idx="1217">
                  <c:v>40422</c:v>
                </c:pt>
                <c:pt idx="1218">
                  <c:v>40423</c:v>
                </c:pt>
                <c:pt idx="1219">
                  <c:v>40424</c:v>
                </c:pt>
                <c:pt idx="1220">
                  <c:v>40427</c:v>
                </c:pt>
                <c:pt idx="1221">
                  <c:v>40428</c:v>
                </c:pt>
                <c:pt idx="1222">
                  <c:v>40429</c:v>
                </c:pt>
                <c:pt idx="1223">
                  <c:v>40430</c:v>
                </c:pt>
                <c:pt idx="1224">
                  <c:v>40431</c:v>
                </c:pt>
                <c:pt idx="1225">
                  <c:v>40434</c:v>
                </c:pt>
                <c:pt idx="1226">
                  <c:v>40435</c:v>
                </c:pt>
                <c:pt idx="1227">
                  <c:v>40436</c:v>
                </c:pt>
                <c:pt idx="1228">
                  <c:v>40437</c:v>
                </c:pt>
                <c:pt idx="1229">
                  <c:v>40438</c:v>
                </c:pt>
                <c:pt idx="1230">
                  <c:v>40441</c:v>
                </c:pt>
                <c:pt idx="1231">
                  <c:v>40442</c:v>
                </c:pt>
                <c:pt idx="1232">
                  <c:v>40443</c:v>
                </c:pt>
                <c:pt idx="1233">
                  <c:v>40444</c:v>
                </c:pt>
                <c:pt idx="1234">
                  <c:v>40445</c:v>
                </c:pt>
                <c:pt idx="1235">
                  <c:v>40448</c:v>
                </c:pt>
                <c:pt idx="1236">
                  <c:v>40449</c:v>
                </c:pt>
                <c:pt idx="1237">
                  <c:v>40450</c:v>
                </c:pt>
                <c:pt idx="1238">
                  <c:v>40451</c:v>
                </c:pt>
                <c:pt idx="1239">
                  <c:v>40452</c:v>
                </c:pt>
                <c:pt idx="1240">
                  <c:v>40455</c:v>
                </c:pt>
                <c:pt idx="1241">
                  <c:v>40456</c:v>
                </c:pt>
                <c:pt idx="1242">
                  <c:v>40457</c:v>
                </c:pt>
                <c:pt idx="1243">
                  <c:v>40458</c:v>
                </c:pt>
                <c:pt idx="1244">
                  <c:v>40459</c:v>
                </c:pt>
                <c:pt idx="1245">
                  <c:v>40462</c:v>
                </c:pt>
                <c:pt idx="1246">
                  <c:v>40463</c:v>
                </c:pt>
                <c:pt idx="1247">
                  <c:v>40464</c:v>
                </c:pt>
                <c:pt idx="1248">
                  <c:v>40465</c:v>
                </c:pt>
                <c:pt idx="1249">
                  <c:v>40466</c:v>
                </c:pt>
                <c:pt idx="1250">
                  <c:v>40469</c:v>
                </c:pt>
                <c:pt idx="1251">
                  <c:v>40470</c:v>
                </c:pt>
                <c:pt idx="1252">
                  <c:v>40471</c:v>
                </c:pt>
                <c:pt idx="1253">
                  <c:v>40472</c:v>
                </c:pt>
                <c:pt idx="1254">
                  <c:v>40473</c:v>
                </c:pt>
                <c:pt idx="1255">
                  <c:v>40476</c:v>
                </c:pt>
                <c:pt idx="1256">
                  <c:v>40477</c:v>
                </c:pt>
                <c:pt idx="1257">
                  <c:v>40478</c:v>
                </c:pt>
                <c:pt idx="1258">
                  <c:v>40479</c:v>
                </c:pt>
                <c:pt idx="1259">
                  <c:v>40480</c:v>
                </c:pt>
                <c:pt idx="1260">
                  <c:v>40483</c:v>
                </c:pt>
                <c:pt idx="1261">
                  <c:v>40484</c:v>
                </c:pt>
                <c:pt idx="1262">
                  <c:v>40485</c:v>
                </c:pt>
                <c:pt idx="1263">
                  <c:v>40486</c:v>
                </c:pt>
                <c:pt idx="1264">
                  <c:v>40487</c:v>
                </c:pt>
                <c:pt idx="1265">
                  <c:v>40490</c:v>
                </c:pt>
                <c:pt idx="1266">
                  <c:v>40491</c:v>
                </c:pt>
                <c:pt idx="1267">
                  <c:v>40492</c:v>
                </c:pt>
                <c:pt idx="1268">
                  <c:v>40493</c:v>
                </c:pt>
                <c:pt idx="1269">
                  <c:v>40494</c:v>
                </c:pt>
                <c:pt idx="1270">
                  <c:v>40497</c:v>
                </c:pt>
                <c:pt idx="1271">
                  <c:v>40498</c:v>
                </c:pt>
                <c:pt idx="1272">
                  <c:v>40499</c:v>
                </c:pt>
                <c:pt idx="1273">
                  <c:v>40500</c:v>
                </c:pt>
                <c:pt idx="1274">
                  <c:v>40501</c:v>
                </c:pt>
                <c:pt idx="1275">
                  <c:v>40504</c:v>
                </c:pt>
                <c:pt idx="1276">
                  <c:v>40505</c:v>
                </c:pt>
                <c:pt idx="1277">
                  <c:v>40506</c:v>
                </c:pt>
                <c:pt idx="1278">
                  <c:v>40507</c:v>
                </c:pt>
                <c:pt idx="1279">
                  <c:v>40508</c:v>
                </c:pt>
                <c:pt idx="1280">
                  <c:v>40511</c:v>
                </c:pt>
                <c:pt idx="1281">
                  <c:v>40512</c:v>
                </c:pt>
                <c:pt idx="1282">
                  <c:v>40513</c:v>
                </c:pt>
                <c:pt idx="1283">
                  <c:v>40514</c:v>
                </c:pt>
                <c:pt idx="1284">
                  <c:v>40515</c:v>
                </c:pt>
                <c:pt idx="1285">
                  <c:v>40518</c:v>
                </c:pt>
                <c:pt idx="1286">
                  <c:v>40519</c:v>
                </c:pt>
                <c:pt idx="1287">
                  <c:v>40520</c:v>
                </c:pt>
                <c:pt idx="1288">
                  <c:v>40521</c:v>
                </c:pt>
                <c:pt idx="1289">
                  <c:v>40522</c:v>
                </c:pt>
                <c:pt idx="1290">
                  <c:v>40525</c:v>
                </c:pt>
                <c:pt idx="1291">
                  <c:v>40526</c:v>
                </c:pt>
                <c:pt idx="1292">
                  <c:v>40527</c:v>
                </c:pt>
                <c:pt idx="1293">
                  <c:v>40528</c:v>
                </c:pt>
                <c:pt idx="1294">
                  <c:v>40529</c:v>
                </c:pt>
                <c:pt idx="1295">
                  <c:v>40532</c:v>
                </c:pt>
                <c:pt idx="1296">
                  <c:v>40533</c:v>
                </c:pt>
                <c:pt idx="1297">
                  <c:v>40534</c:v>
                </c:pt>
                <c:pt idx="1298">
                  <c:v>40535</c:v>
                </c:pt>
                <c:pt idx="1299">
                  <c:v>40536</c:v>
                </c:pt>
                <c:pt idx="1300">
                  <c:v>40539</c:v>
                </c:pt>
                <c:pt idx="1301">
                  <c:v>40540</c:v>
                </c:pt>
                <c:pt idx="1302">
                  <c:v>40541</c:v>
                </c:pt>
                <c:pt idx="1303">
                  <c:v>40542</c:v>
                </c:pt>
                <c:pt idx="1304">
                  <c:v>40543</c:v>
                </c:pt>
                <c:pt idx="1305">
                  <c:v>40546</c:v>
                </c:pt>
                <c:pt idx="1306">
                  <c:v>40547</c:v>
                </c:pt>
                <c:pt idx="1307">
                  <c:v>40548</c:v>
                </c:pt>
                <c:pt idx="1308">
                  <c:v>40549</c:v>
                </c:pt>
                <c:pt idx="1309">
                  <c:v>40550</c:v>
                </c:pt>
                <c:pt idx="1310">
                  <c:v>40553</c:v>
                </c:pt>
                <c:pt idx="1311">
                  <c:v>40554</c:v>
                </c:pt>
                <c:pt idx="1312">
                  <c:v>40555</c:v>
                </c:pt>
                <c:pt idx="1313">
                  <c:v>40556</c:v>
                </c:pt>
                <c:pt idx="1314">
                  <c:v>40557</c:v>
                </c:pt>
                <c:pt idx="1315">
                  <c:v>40560</c:v>
                </c:pt>
                <c:pt idx="1316">
                  <c:v>40561</c:v>
                </c:pt>
                <c:pt idx="1317">
                  <c:v>40562</c:v>
                </c:pt>
                <c:pt idx="1318">
                  <c:v>40563</c:v>
                </c:pt>
                <c:pt idx="1319">
                  <c:v>40564</c:v>
                </c:pt>
                <c:pt idx="1320">
                  <c:v>40567</c:v>
                </c:pt>
                <c:pt idx="1321">
                  <c:v>40568</c:v>
                </c:pt>
                <c:pt idx="1322">
                  <c:v>40569</c:v>
                </c:pt>
                <c:pt idx="1323">
                  <c:v>40570</c:v>
                </c:pt>
                <c:pt idx="1324">
                  <c:v>40571</c:v>
                </c:pt>
                <c:pt idx="1325">
                  <c:v>40574</c:v>
                </c:pt>
                <c:pt idx="1326">
                  <c:v>40575</c:v>
                </c:pt>
                <c:pt idx="1327">
                  <c:v>40576</c:v>
                </c:pt>
                <c:pt idx="1328">
                  <c:v>40577</c:v>
                </c:pt>
                <c:pt idx="1329">
                  <c:v>40578</c:v>
                </c:pt>
                <c:pt idx="1330">
                  <c:v>40581</c:v>
                </c:pt>
                <c:pt idx="1331">
                  <c:v>40582</c:v>
                </c:pt>
                <c:pt idx="1332">
                  <c:v>40583</c:v>
                </c:pt>
                <c:pt idx="1333">
                  <c:v>40584</c:v>
                </c:pt>
                <c:pt idx="1334">
                  <c:v>40585</c:v>
                </c:pt>
                <c:pt idx="1335">
                  <c:v>40588</c:v>
                </c:pt>
                <c:pt idx="1336">
                  <c:v>40589</c:v>
                </c:pt>
                <c:pt idx="1337">
                  <c:v>40590</c:v>
                </c:pt>
                <c:pt idx="1338">
                  <c:v>40591</c:v>
                </c:pt>
                <c:pt idx="1339">
                  <c:v>40592</c:v>
                </c:pt>
                <c:pt idx="1340">
                  <c:v>40595</c:v>
                </c:pt>
                <c:pt idx="1341">
                  <c:v>40596</c:v>
                </c:pt>
                <c:pt idx="1342">
                  <c:v>40597</c:v>
                </c:pt>
                <c:pt idx="1343">
                  <c:v>40598</c:v>
                </c:pt>
                <c:pt idx="1344">
                  <c:v>40599</c:v>
                </c:pt>
                <c:pt idx="1345">
                  <c:v>40602</c:v>
                </c:pt>
                <c:pt idx="1346">
                  <c:v>40603</c:v>
                </c:pt>
                <c:pt idx="1347">
                  <c:v>40604</c:v>
                </c:pt>
                <c:pt idx="1348">
                  <c:v>40605</c:v>
                </c:pt>
                <c:pt idx="1349">
                  <c:v>40606</c:v>
                </c:pt>
                <c:pt idx="1350">
                  <c:v>40609</c:v>
                </c:pt>
                <c:pt idx="1351">
                  <c:v>40610</c:v>
                </c:pt>
                <c:pt idx="1352">
                  <c:v>40611</c:v>
                </c:pt>
                <c:pt idx="1353">
                  <c:v>40612</c:v>
                </c:pt>
                <c:pt idx="1354">
                  <c:v>40613</c:v>
                </c:pt>
                <c:pt idx="1355">
                  <c:v>40616</c:v>
                </c:pt>
                <c:pt idx="1356">
                  <c:v>40617</c:v>
                </c:pt>
                <c:pt idx="1357">
                  <c:v>40618</c:v>
                </c:pt>
                <c:pt idx="1358">
                  <c:v>40619</c:v>
                </c:pt>
                <c:pt idx="1359">
                  <c:v>40620</c:v>
                </c:pt>
                <c:pt idx="1360">
                  <c:v>40623</c:v>
                </c:pt>
                <c:pt idx="1361">
                  <c:v>40624</c:v>
                </c:pt>
                <c:pt idx="1362">
                  <c:v>40625</c:v>
                </c:pt>
                <c:pt idx="1363">
                  <c:v>40626</c:v>
                </c:pt>
                <c:pt idx="1364">
                  <c:v>40627</c:v>
                </c:pt>
                <c:pt idx="1365">
                  <c:v>40630</c:v>
                </c:pt>
                <c:pt idx="1366">
                  <c:v>40631</c:v>
                </c:pt>
                <c:pt idx="1367">
                  <c:v>40632</c:v>
                </c:pt>
                <c:pt idx="1368">
                  <c:v>40633</c:v>
                </c:pt>
                <c:pt idx="1369">
                  <c:v>40634</c:v>
                </c:pt>
                <c:pt idx="1370">
                  <c:v>40637</c:v>
                </c:pt>
                <c:pt idx="1371">
                  <c:v>40638</c:v>
                </c:pt>
                <c:pt idx="1372">
                  <c:v>40639</c:v>
                </c:pt>
                <c:pt idx="1373">
                  <c:v>40640</c:v>
                </c:pt>
                <c:pt idx="1374">
                  <c:v>40641</c:v>
                </c:pt>
                <c:pt idx="1375">
                  <c:v>40644</c:v>
                </c:pt>
                <c:pt idx="1376">
                  <c:v>40645</c:v>
                </c:pt>
                <c:pt idx="1377">
                  <c:v>40646</c:v>
                </c:pt>
                <c:pt idx="1378">
                  <c:v>40647</c:v>
                </c:pt>
                <c:pt idx="1379">
                  <c:v>40648</c:v>
                </c:pt>
                <c:pt idx="1380">
                  <c:v>40651</c:v>
                </c:pt>
                <c:pt idx="1381">
                  <c:v>40652</c:v>
                </c:pt>
                <c:pt idx="1382">
                  <c:v>40653</c:v>
                </c:pt>
                <c:pt idx="1383">
                  <c:v>40654</c:v>
                </c:pt>
                <c:pt idx="1384">
                  <c:v>40655</c:v>
                </c:pt>
                <c:pt idx="1385">
                  <c:v>40658</c:v>
                </c:pt>
                <c:pt idx="1386">
                  <c:v>40659</c:v>
                </c:pt>
                <c:pt idx="1387">
                  <c:v>40660</c:v>
                </c:pt>
                <c:pt idx="1388">
                  <c:v>40661</c:v>
                </c:pt>
                <c:pt idx="1389">
                  <c:v>40662</c:v>
                </c:pt>
                <c:pt idx="1390">
                  <c:v>40665</c:v>
                </c:pt>
                <c:pt idx="1391">
                  <c:v>40666</c:v>
                </c:pt>
                <c:pt idx="1392">
                  <c:v>40667</c:v>
                </c:pt>
                <c:pt idx="1393">
                  <c:v>40668</c:v>
                </c:pt>
                <c:pt idx="1394">
                  <c:v>40669</c:v>
                </c:pt>
                <c:pt idx="1395">
                  <c:v>40672</c:v>
                </c:pt>
                <c:pt idx="1396">
                  <c:v>40673</c:v>
                </c:pt>
                <c:pt idx="1397">
                  <c:v>40674</c:v>
                </c:pt>
                <c:pt idx="1398">
                  <c:v>40675</c:v>
                </c:pt>
                <c:pt idx="1399">
                  <c:v>40676</c:v>
                </c:pt>
                <c:pt idx="1400">
                  <c:v>40679</c:v>
                </c:pt>
                <c:pt idx="1401">
                  <c:v>40680</c:v>
                </c:pt>
                <c:pt idx="1402">
                  <c:v>40681</c:v>
                </c:pt>
                <c:pt idx="1403">
                  <c:v>40682</c:v>
                </c:pt>
                <c:pt idx="1404">
                  <c:v>40683</c:v>
                </c:pt>
                <c:pt idx="1405">
                  <c:v>40686</c:v>
                </c:pt>
                <c:pt idx="1406">
                  <c:v>40687</c:v>
                </c:pt>
                <c:pt idx="1407">
                  <c:v>40688</c:v>
                </c:pt>
                <c:pt idx="1408">
                  <c:v>40689</c:v>
                </c:pt>
                <c:pt idx="1409">
                  <c:v>40690</c:v>
                </c:pt>
                <c:pt idx="1410">
                  <c:v>40693</c:v>
                </c:pt>
                <c:pt idx="1411">
                  <c:v>40694</c:v>
                </c:pt>
                <c:pt idx="1412">
                  <c:v>40695</c:v>
                </c:pt>
                <c:pt idx="1413">
                  <c:v>40696</c:v>
                </c:pt>
                <c:pt idx="1414">
                  <c:v>40697</c:v>
                </c:pt>
                <c:pt idx="1415">
                  <c:v>40700</c:v>
                </c:pt>
                <c:pt idx="1416">
                  <c:v>40701</c:v>
                </c:pt>
                <c:pt idx="1417">
                  <c:v>40702</c:v>
                </c:pt>
                <c:pt idx="1418">
                  <c:v>40703</c:v>
                </c:pt>
                <c:pt idx="1419">
                  <c:v>40704</c:v>
                </c:pt>
                <c:pt idx="1420">
                  <c:v>40707</c:v>
                </c:pt>
                <c:pt idx="1421">
                  <c:v>40708</c:v>
                </c:pt>
                <c:pt idx="1422">
                  <c:v>40709</c:v>
                </c:pt>
                <c:pt idx="1423">
                  <c:v>40710</c:v>
                </c:pt>
                <c:pt idx="1424">
                  <c:v>40711</c:v>
                </c:pt>
                <c:pt idx="1425">
                  <c:v>40714</c:v>
                </c:pt>
                <c:pt idx="1426">
                  <c:v>40715</c:v>
                </c:pt>
                <c:pt idx="1427">
                  <c:v>40716</c:v>
                </c:pt>
                <c:pt idx="1428">
                  <c:v>40717</c:v>
                </c:pt>
                <c:pt idx="1429">
                  <c:v>40718</c:v>
                </c:pt>
                <c:pt idx="1430">
                  <c:v>40721</c:v>
                </c:pt>
                <c:pt idx="1431">
                  <c:v>40722</c:v>
                </c:pt>
                <c:pt idx="1432">
                  <c:v>40723</c:v>
                </c:pt>
                <c:pt idx="1433">
                  <c:v>40724</c:v>
                </c:pt>
                <c:pt idx="1434">
                  <c:v>40725</c:v>
                </c:pt>
                <c:pt idx="1435">
                  <c:v>40728</c:v>
                </c:pt>
                <c:pt idx="1436">
                  <c:v>40729</c:v>
                </c:pt>
                <c:pt idx="1437">
                  <c:v>40730</c:v>
                </c:pt>
                <c:pt idx="1438">
                  <c:v>40731</c:v>
                </c:pt>
                <c:pt idx="1439">
                  <c:v>40732</c:v>
                </c:pt>
                <c:pt idx="1440">
                  <c:v>40735</c:v>
                </c:pt>
                <c:pt idx="1441">
                  <c:v>40736</c:v>
                </c:pt>
                <c:pt idx="1442">
                  <c:v>40737</c:v>
                </c:pt>
                <c:pt idx="1443">
                  <c:v>40738</c:v>
                </c:pt>
                <c:pt idx="1444">
                  <c:v>40739</c:v>
                </c:pt>
                <c:pt idx="1445">
                  <c:v>40742</c:v>
                </c:pt>
                <c:pt idx="1446">
                  <c:v>40743</c:v>
                </c:pt>
                <c:pt idx="1447">
                  <c:v>40744</c:v>
                </c:pt>
                <c:pt idx="1448">
                  <c:v>40745</c:v>
                </c:pt>
                <c:pt idx="1449">
                  <c:v>40746</c:v>
                </c:pt>
                <c:pt idx="1450">
                  <c:v>40749</c:v>
                </c:pt>
                <c:pt idx="1451">
                  <c:v>40750</c:v>
                </c:pt>
                <c:pt idx="1452">
                  <c:v>40751</c:v>
                </c:pt>
                <c:pt idx="1453">
                  <c:v>40752</c:v>
                </c:pt>
                <c:pt idx="1454">
                  <c:v>40753</c:v>
                </c:pt>
                <c:pt idx="1455">
                  <c:v>40756</c:v>
                </c:pt>
                <c:pt idx="1456">
                  <c:v>40757</c:v>
                </c:pt>
                <c:pt idx="1457">
                  <c:v>40758</c:v>
                </c:pt>
                <c:pt idx="1458">
                  <c:v>40759</c:v>
                </c:pt>
                <c:pt idx="1459">
                  <c:v>40760</c:v>
                </c:pt>
                <c:pt idx="1460">
                  <c:v>40763</c:v>
                </c:pt>
                <c:pt idx="1461">
                  <c:v>40764</c:v>
                </c:pt>
                <c:pt idx="1462">
                  <c:v>40765</c:v>
                </c:pt>
                <c:pt idx="1463">
                  <c:v>40766</c:v>
                </c:pt>
                <c:pt idx="1464">
                  <c:v>40767</c:v>
                </c:pt>
                <c:pt idx="1465">
                  <c:v>40770</c:v>
                </c:pt>
                <c:pt idx="1466">
                  <c:v>40771</c:v>
                </c:pt>
                <c:pt idx="1467">
                  <c:v>40772</c:v>
                </c:pt>
                <c:pt idx="1468">
                  <c:v>40773</c:v>
                </c:pt>
                <c:pt idx="1469">
                  <c:v>40774</c:v>
                </c:pt>
                <c:pt idx="1470">
                  <c:v>40777</c:v>
                </c:pt>
                <c:pt idx="1471">
                  <c:v>40778</c:v>
                </c:pt>
                <c:pt idx="1472">
                  <c:v>40779</c:v>
                </c:pt>
                <c:pt idx="1473">
                  <c:v>40780</c:v>
                </c:pt>
                <c:pt idx="1474">
                  <c:v>40781</c:v>
                </c:pt>
                <c:pt idx="1475">
                  <c:v>40784</c:v>
                </c:pt>
                <c:pt idx="1476">
                  <c:v>40785</c:v>
                </c:pt>
                <c:pt idx="1477">
                  <c:v>40786</c:v>
                </c:pt>
                <c:pt idx="1478">
                  <c:v>40787</c:v>
                </c:pt>
                <c:pt idx="1479">
                  <c:v>40788</c:v>
                </c:pt>
                <c:pt idx="1480">
                  <c:v>40791</c:v>
                </c:pt>
                <c:pt idx="1481">
                  <c:v>40792</c:v>
                </c:pt>
                <c:pt idx="1482">
                  <c:v>40793</c:v>
                </c:pt>
                <c:pt idx="1483">
                  <c:v>40794</c:v>
                </c:pt>
                <c:pt idx="1484">
                  <c:v>40795</c:v>
                </c:pt>
                <c:pt idx="1485">
                  <c:v>40798</c:v>
                </c:pt>
                <c:pt idx="1486">
                  <c:v>40799</c:v>
                </c:pt>
                <c:pt idx="1487">
                  <c:v>40800</c:v>
                </c:pt>
                <c:pt idx="1488">
                  <c:v>40801</c:v>
                </c:pt>
                <c:pt idx="1489">
                  <c:v>40802</c:v>
                </c:pt>
                <c:pt idx="1490">
                  <c:v>40805</c:v>
                </c:pt>
                <c:pt idx="1491">
                  <c:v>40806</c:v>
                </c:pt>
                <c:pt idx="1492">
                  <c:v>40807</c:v>
                </c:pt>
                <c:pt idx="1493">
                  <c:v>40808</c:v>
                </c:pt>
                <c:pt idx="1494">
                  <c:v>40809</c:v>
                </c:pt>
                <c:pt idx="1495">
                  <c:v>40812</c:v>
                </c:pt>
                <c:pt idx="1496">
                  <c:v>40813</c:v>
                </c:pt>
                <c:pt idx="1497">
                  <c:v>40814</c:v>
                </c:pt>
                <c:pt idx="1498">
                  <c:v>40815</c:v>
                </c:pt>
                <c:pt idx="1499">
                  <c:v>40816</c:v>
                </c:pt>
                <c:pt idx="1500">
                  <c:v>40819</c:v>
                </c:pt>
                <c:pt idx="1501">
                  <c:v>40820</c:v>
                </c:pt>
                <c:pt idx="1502">
                  <c:v>40821</c:v>
                </c:pt>
                <c:pt idx="1503">
                  <c:v>40822</c:v>
                </c:pt>
                <c:pt idx="1504">
                  <c:v>40823</c:v>
                </c:pt>
                <c:pt idx="1505">
                  <c:v>40826</c:v>
                </c:pt>
                <c:pt idx="1506">
                  <c:v>40827</c:v>
                </c:pt>
                <c:pt idx="1507">
                  <c:v>40828</c:v>
                </c:pt>
                <c:pt idx="1508">
                  <c:v>40829</c:v>
                </c:pt>
                <c:pt idx="1509">
                  <c:v>40830</c:v>
                </c:pt>
                <c:pt idx="1510">
                  <c:v>40833</c:v>
                </c:pt>
                <c:pt idx="1511">
                  <c:v>40834</c:v>
                </c:pt>
                <c:pt idx="1512">
                  <c:v>40835</c:v>
                </c:pt>
                <c:pt idx="1513">
                  <c:v>40836</c:v>
                </c:pt>
                <c:pt idx="1514">
                  <c:v>40837</c:v>
                </c:pt>
                <c:pt idx="1515">
                  <c:v>40840</c:v>
                </c:pt>
                <c:pt idx="1516">
                  <c:v>40841</c:v>
                </c:pt>
                <c:pt idx="1517">
                  <c:v>40842</c:v>
                </c:pt>
                <c:pt idx="1518">
                  <c:v>40843</c:v>
                </c:pt>
                <c:pt idx="1519">
                  <c:v>40844</c:v>
                </c:pt>
                <c:pt idx="1520">
                  <c:v>40847</c:v>
                </c:pt>
                <c:pt idx="1521">
                  <c:v>40848</c:v>
                </c:pt>
                <c:pt idx="1522">
                  <c:v>40849</c:v>
                </c:pt>
                <c:pt idx="1523">
                  <c:v>40850</c:v>
                </c:pt>
                <c:pt idx="1524">
                  <c:v>40851</c:v>
                </c:pt>
                <c:pt idx="1525">
                  <c:v>40854</c:v>
                </c:pt>
                <c:pt idx="1526">
                  <c:v>40855</c:v>
                </c:pt>
                <c:pt idx="1527">
                  <c:v>40856</c:v>
                </c:pt>
                <c:pt idx="1528">
                  <c:v>40857</c:v>
                </c:pt>
                <c:pt idx="1529">
                  <c:v>40858</c:v>
                </c:pt>
                <c:pt idx="1530">
                  <c:v>40861</c:v>
                </c:pt>
                <c:pt idx="1531">
                  <c:v>40862</c:v>
                </c:pt>
                <c:pt idx="1532">
                  <c:v>40863</c:v>
                </c:pt>
                <c:pt idx="1533">
                  <c:v>40864</c:v>
                </c:pt>
                <c:pt idx="1534">
                  <c:v>40865</c:v>
                </c:pt>
                <c:pt idx="1535">
                  <c:v>40868</c:v>
                </c:pt>
                <c:pt idx="1536">
                  <c:v>40869</c:v>
                </c:pt>
                <c:pt idx="1537">
                  <c:v>40870</c:v>
                </c:pt>
                <c:pt idx="1538">
                  <c:v>40871</c:v>
                </c:pt>
                <c:pt idx="1539">
                  <c:v>40872</c:v>
                </c:pt>
                <c:pt idx="1540">
                  <c:v>40875</c:v>
                </c:pt>
                <c:pt idx="1541">
                  <c:v>40876</c:v>
                </c:pt>
                <c:pt idx="1542">
                  <c:v>40877</c:v>
                </c:pt>
                <c:pt idx="1543">
                  <c:v>40878</c:v>
                </c:pt>
                <c:pt idx="1544">
                  <c:v>40879</c:v>
                </c:pt>
                <c:pt idx="1545">
                  <c:v>40882</c:v>
                </c:pt>
                <c:pt idx="1546">
                  <c:v>40883</c:v>
                </c:pt>
                <c:pt idx="1547">
                  <c:v>40884</c:v>
                </c:pt>
                <c:pt idx="1548">
                  <c:v>40885</c:v>
                </c:pt>
                <c:pt idx="1549">
                  <c:v>40886</c:v>
                </c:pt>
                <c:pt idx="1550">
                  <c:v>40889</c:v>
                </c:pt>
                <c:pt idx="1551">
                  <c:v>40890</c:v>
                </c:pt>
                <c:pt idx="1552">
                  <c:v>40891</c:v>
                </c:pt>
                <c:pt idx="1553">
                  <c:v>40892</c:v>
                </c:pt>
                <c:pt idx="1554">
                  <c:v>40893</c:v>
                </c:pt>
                <c:pt idx="1555">
                  <c:v>40896</c:v>
                </c:pt>
                <c:pt idx="1556">
                  <c:v>40897</c:v>
                </c:pt>
                <c:pt idx="1557">
                  <c:v>40898</c:v>
                </c:pt>
                <c:pt idx="1558">
                  <c:v>40899</c:v>
                </c:pt>
                <c:pt idx="1559">
                  <c:v>40900</c:v>
                </c:pt>
                <c:pt idx="1560">
                  <c:v>40903</c:v>
                </c:pt>
                <c:pt idx="1561">
                  <c:v>40904</c:v>
                </c:pt>
                <c:pt idx="1562">
                  <c:v>40905</c:v>
                </c:pt>
                <c:pt idx="1563">
                  <c:v>40906</c:v>
                </c:pt>
                <c:pt idx="1564">
                  <c:v>40907</c:v>
                </c:pt>
                <c:pt idx="1565">
                  <c:v>40910</c:v>
                </c:pt>
                <c:pt idx="1566">
                  <c:v>40911</c:v>
                </c:pt>
                <c:pt idx="1567">
                  <c:v>40912</c:v>
                </c:pt>
                <c:pt idx="1568">
                  <c:v>40913</c:v>
                </c:pt>
                <c:pt idx="1569">
                  <c:v>40914</c:v>
                </c:pt>
                <c:pt idx="1570">
                  <c:v>40917</c:v>
                </c:pt>
                <c:pt idx="1571">
                  <c:v>40918</c:v>
                </c:pt>
                <c:pt idx="1572">
                  <c:v>40919</c:v>
                </c:pt>
                <c:pt idx="1573">
                  <c:v>40920</c:v>
                </c:pt>
                <c:pt idx="1574">
                  <c:v>40921</c:v>
                </c:pt>
                <c:pt idx="1575">
                  <c:v>40924</c:v>
                </c:pt>
                <c:pt idx="1576">
                  <c:v>40925</c:v>
                </c:pt>
                <c:pt idx="1577">
                  <c:v>40926</c:v>
                </c:pt>
                <c:pt idx="1578">
                  <c:v>40927</c:v>
                </c:pt>
                <c:pt idx="1579">
                  <c:v>40928</c:v>
                </c:pt>
                <c:pt idx="1580">
                  <c:v>40931</c:v>
                </c:pt>
                <c:pt idx="1581">
                  <c:v>40932</c:v>
                </c:pt>
                <c:pt idx="1582">
                  <c:v>40933</c:v>
                </c:pt>
                <c:pt idx="1583">
                  <c:v>40934</c:v>
                </c:pt>
                <c:pt idx="1584">
                  <c:v>40935</c:v>
                </c:pt>
                <c:pt idx="1585">
                  <c:v>40938</c:v>
                </c:pt>
                <c:pt idx="1586">
                  <c:v>40939</c:v>
                </c:pt>
                <c:pt idx="1587">
                  <c:v>40940</c:v>
                </c:pt>
                <c:pt idx="1588">
                  <c:v>40941</c:v>
                </c:pt>
                <c:pt idx="1589">
                  <c:v>40942</c:v>
                </c:pt>
                <c:pt idx="1590">
                  <c:v>40945</c:v>
                </c:pt>
                <c:pt idx="1591">
                  <c:v>40946</c:v>
                </c:pt>
                <c:pt idx="1592">
                  <c:v>40947</c:v>
                </c:pt>
                <c:pt idx="1593">
                  <c:v>40948</c:v>
                </c:pt>
                <c:pt idx="1594">
                  <c:v>40949</c:v>
                </c:pt>
                <c:pt idx="1595">
                  <c:v>40952</c:v>
                </c:pt>
                <c:pt idx="1596">
                  <c:v>40953</c:v>
                </c:pt>
                <c:pt idx="1597">
                  <c:v>40954</c:v>
                </c:pt>
                <c:pt idx="1598">
                  <c:v>40955</c:v>
                </c:pt>
                <c:pt idx="1599">
                  <c:v>40956</c:v>
                </c:pt>
                <c:pt idx="1600">
                  <c:v>40959</c:v>
                </c:pt>
                <c:pt idx="1601">
                  <c:v>40960</c:v>
                </c:pt>
                <c:pt idx="1602">
                  <c:v>40961</c:v>
                </c:pt>
                <c:pt idx="1603">
                  <c:v>40962</c:v>
                </c:pt>
                <c:pt idx="1604">
                  <c:v>40963</c:v>
                </c:pt>
                <c:pt idx="1605">
                  <c:v>40966</c:v>
                </c:pt>
                <c:pt idx="1606">
                  <c:v>40967</c:v>
                </c:pt>
                <c:pt idx="1607">
                  <c:v>40968</c:v>
                </c:pt>
                <c:pt idx="1608">
                  <c:v>40969</c:v>
                </c:pt>
                <c:pt idx="1609">
                  <c:v>40970</c:v>
                </c:pt>
                <c:pt idx="1610">
                  <c:v>40973</c:v>
                </c:pt>
                <c:pt idx="1611">
                  <c:v>40974</c:v>
                </c:pt>
                <c:pt idx="1612">
                  <c:v>40975</c:v>
                </c:pt>
                <c:pt idx="1613">
                  <c:v>40976</c:v>
                </c:pt>
                <c:pt idx="1614">
                  <c:v>40977</c:v>
                </c:pt>
                <c:pt idx="1615">
                  <c:v>40980</c:v>
                </c:pt>
                <c:pt idx="1616">
                  <c:v>40981</c:v>
                </c:pt>
                <c:pt idx="1617">
                  <c:v>40982</c:v>
                </c:pt>
                <c:pt idx="1618">
                  <c:v>40983</c:v>
                </c:pt>
                <c:pt idx="1619">
                  <c:v>40984</c:v>
                </c:pt>
                <c:pt idx="1620">
                  <c:v>40987</c:v>
                </c:pt>
                <c:pt idx="1621">
                  <c:v>40988</c:v>
                </c:pt>
                <c:pt idx="1622">
                  <c:v>40989</c:v>
                </c:pt>
                <c:pt idx="1623">
                  <c:v>40990</c:v>
                </c:pt>
                <c:pt idx="1624">
                  <c:v>40991</c:v>
                </c:pt>
                <c:pt idx="1625">
                  <c:v>40994</c:v>
                </c:pt>
                <c:pt idx="1626">
                  <c:v>40995</c:v>
                </c:pt>
                <c:pt idx="1627">
                  <c:v>40996</c:v>
                </c:pt>
                <c:pt idx="1628">
                  <c:v>40997</c:v>
                </c:pt>
                <c:pt idx="1629">
                  <c:v>40998</c:v>
                </c:pt>
                <c:pt idx="1630">
                  <c:v>41001</c:v>
                </c:pt>
                <c:pt idx="1631">
                  <c:v>41002</c:v>
                </c:pt>
                <c:pt idx="1632">
                  <c:v>41003</c:v>
                </c:pt>
                <c:pt idx="1633">
                  <c:v>41004</c:v>
                </c:pt>
                <c:pt idx="1634">
                  <c:v>41005</c:v>
                </c:pt>
                <c:pt idx="1635">
                  <c:v>41008</c:v>
                </c:pt>
                <c:pt idx="1636">
                  <c:v>41009</c:v>
                </c:pt>
                <c:pt idx="1637">
                  <c:v>41010</c:v>
                </c:pt>
                <c:pt idx="1638">
                  <c:v>41011</c:v>
                </c:pt>
                <c:pt idx="1639">
                  <c:v>41012</c:v>
                </c:pt>
                <c:pt idx="1640">
                  <c:v>41015</c:v>
                </c:pt>
                <c:pt idx="1641">
                  <c:v>41016</c:v>
                </c:pt>
                <c:pt idx="1642">
                  <c:v>41017</c:v>
                </c:pt>
                <c:pt idx="1643">
                  <c:v>41018</c:v>
                </c:pt>
                <c:pt idx="1644">
                  <c:v>41019</c:v>
                </c:pt>
                <c:pt idx="1645">
                  <c:v>41022</c:v>
                </c:pt>
                <c:pt idx="1646">
                  <c:v>41023</c:v>
                </c:pt>
                <c:pt idx="1647">
                  <c:v>41024</c:v>
                </c:pt>
                <c:pt idx="1648">
                  <c:v>41025</c:v>
                </c:pt>
                <c:pt idx="1649">
                  <c:v>41026</c:v>
                </c:pt>
                <c:pt idx="1650">
                  <c:v>41029</c:v>
                </c:pt>
                <c:pt idx="1651">
                  <c:v>41030</c:v>
                </c:pt>
                <c:pt idx="1652">
                  <c:v>41031</c:v>
                </c:pt>
                <c:pt idx="1653">
                  <c:v>41032</c:v>
                </c:pt>
                <c:pt idx="1654">
                  <c:v>41033</c:v>
                </c:pt>
                <c:pt idx="1655">
                  <c:v>41036</c:v>
                </c:pt>
                <c:pt idx="1656">
                  <c:v>41037</c:v>
                </c:pt>
                <c:pt idx="1657">
                  <c:v>41038</c:v>
                </c:pt>
                <c:pt idx="1658">
                  <c:v>41039</c:v>
                </c:pt>
                <c:pt idx="1659">
                  <c:v>41040</c:v>
                </c:pt>
                <c:pt idx="1660">
                  <c:v>41043</c:v>
                </c:pt>
                <c:pt idx="1661">
                  <c:v>41044</c:v>
                </c:pt>
                <c:pt idx="1662">
                  <c:v>41045</c:v>
                </c:pt>
                <c:pt idx="1663">
                  <c:v>41046</c:v>
                </c:pt>
                <c:pt idx="1664">
                  <c:v>41047</c:v>
                </c:pt>
                <c:pt idx="1665">
                  <c:v>41050</c:v>
                </c:pt>
                <c:pt idx="1666">
                  <c:v>41051</c:v>
                </c:pt>
                <c:pt idx="1667">
                  <c:v>41052</c:v>
                </c:pt>
                <c:pt idx="1668">
                  <c:v>41053</c:v>
                </c:pt>
                <c:pt idx="1669">
                  <c:v>41054</c:v>
                </c:pt>
                <c:pt idx="1670">
                  <c:v>41057</c:v>
                </c:pt>
                <c:pt idx="1671">
                  <c:v>41058</c:v>
                </c:pt>
                <c:pt idx="1672">
                  <c:v>41059</c:v>
                </c:pt>
                <c:pt idx="1673">
                  <c:v>41060</c:v>
                </c:pt>
                <c:pt idx="1674">
                  <c:v>41061</c:v>
                </c:pt>
                <c:pt idx="1675">
                  <c:v>41064</c:v>
                </c:pt>
                <c:pt idx="1676">
                  <c:v>41065</c:v>
                </c:pt>
                <c:pt idx="1677">
                  <c:v>41066</c:v>
                </c:pt>
                <c:pt idx="1678">
                  <c:v>41067</c:v>
                </c:pt>
                <c:pt idx="1679">
                  <c:v>41068</c:v>
                </c:pt>
                <c:pt idx="1680">
                  <c:v>41071</c:v>
                </c:pt>
                <c:pt idx="1681">
                  <c:v>41072</c:v>
                </c:pt>
                <c:pt idx="1682">
                  <c:v>41073</c:v>
                </c:pt>
                <c:pt idx="1683">
                  <c:v>41074</c:v>
                </c:pt>
                <c:pt idx="1684">
                  <c:v>41075</c:v>
                </c:pt>
                <c:pt idx="1685">
                  <c:v>41078</c:v>
                </c:pt>
                <c:pt idx="1686">
                  <c:v>41079</c:v>
                </c:pt>
                <c:pt idx="1687">
                  <c:v>41080</c:v>
                </c:pt>
                <c:pt idx="1688">
                  <c:v>41081</c:v>
                </c:pt>
                <c:pt idx="1689">
                  <c:v>41082</c:v>
                </c:pt>
                <c:pt idx="1690">
                  <c:v>41085</c:v>
                </c:pt>
                <c:pt idx="1691">
                  <c:v>41086</c:v>
                </c:pt>
                <c:pt idx="1692">
                  <c:v>41087</c:v>
                </c:pt>
                <c:pt idx="1693">
                  <c:v>41088</c:v>
                </c:pt>
                <c:pt idx="1694">
                  <c:v>41089</c:v>
                </c:pt>
                <c:pt idx="1695">
                  <c:v>41092</c:v>
                </c:pt>
                <c:pt idx="1696">
                  <c:v>41093</c:v>
                </c:pt>
                <c:pt idx="1697">
                  <c:v>41094</c:v>
                </c:pt>
                <c:pt idx="1698">
                  <c:v>41095</c:v>
                </c:pt>
                <c:pt idx="1699">
                  <c:v>41096</c:v>
                </c:pt>
                <c:pt idx="1700">
                  <c:v>41099</c:v>
                </c:pt>
                <c:pt idx="1701">
                  <c:v>41100</c:v>
                </c:pt>
                <c:pt idx="1702">
                  <c:v>41101</c:v>
                </c:pt>
                <c:pt idx="1703">
                  <c:v>41102</c:v>
                </c:pt>
                <c:pt idx="1704">
                  <c:v>41103</c:v>
                </c:pt>
                <c:pt idx="1705">
                  <c:v>41106</c:v>
                </c:pt>
                <c:pt idx="1706">
                  <c:v>41107</c:v>
                </c:pt>
                <c:pt idx="1707">
                  <c:v>41108</c:v>
                </c:pt>
                <c:pt idx="1708">
                  <c:v>41109</c:v>
                </c:pt>
                <c:pt idx="1709">
                  <c:v>41110</c:v>
                </c:pt>
                <c:pt idx="1710">
                  <c:v>41113</c:v>
                </c:pt>
                <c:pt idx="1711">
                  <c:v>41114</c:v>
                </c:pt>
                <c:pt idx="1712">
                  <c:v>41115</c:v>
                </c:pt>
                <c:pt idx="1713">
                  <c:v>41116</c:v>
                </c:pt>
                <c:pt idx="1714">
                  <c:v>41117</c:v>
                </c:pt>
                <c:pt idx="1715">
                  <c:v>41120</c:v>
                </c:pt>
                <c:pt idx="1716">
                  <c:v>41121</c:v>
                </c:pt>
                <c:pt idx="1717">
                  <c:v>41122</c:v>
                </c:pt>
                <c:pt idx="1718">
                  <c:v>41123</c:v>
                </c:pt>
                <c:pt idx="1719">
                  <c:v>41124</c:v>
                </c:pt>
                <c:pt idx="1720">
                  <c:v>41127</c:v>
                </c:pt>
                <c:pt idx="1721">
                  <c:v>41128</c:v>
                </c:pt>
                <c:pt idx="1722">
                  <c:v>41129</c:v>
                </c:pt>
                <c:pt idx="1723">
                  <c:v>41130</c:v>
                </c:pt>
                <c:pt idx="1724">
                  <c:v>41131</c:v>
                </c:pt>
                <c:pt idx="1725">
                  <c:v>41134</c:v>
                </c:pt>
                <c:pt idx="1726">
                  <c:v>41135</c:v>
                </c:pt>
                <c:pt idx="1727">
                  <c:v>41136</c:v>
                </c:pt>
                <c:pt idx="1728">
                  <c:v>41137</c:v>
                </c:pt>
                <c:pt idx="1729">
                  <c:v>41138</c:v>
                </c:pt>
                <c:pt idx="1730">
                  <c:v>41141</c:v>
                </c:pt>
                <c:pt idx="1731">
                  <c:v>41142</c:v>
                </c:pt>
                <c:pt idx="1732">
                  <c:v>41143</c:v>
                </c:pt>
                <c:pt idx="1733">
                  <c:v>41144</c:v>
                </c:pt>
                <c:pt idx="1734">
                  <c:v>41145</c:v>
                </c:pt>
                <c:pt idx="1735">
                  <c:v>41148</c:v>
                </c:pt>
                <c:pt idx="1736">
                  <c:v>41149</c:v>
                </c:pt>
                <c:pt idx="1737">
                  <c:v>41150</c:v>
                </c:pt>
                <c:pt idx="1738">
                  <c:v>41151</c:v>
                </c:pt>
                <c:pt idx="1739">
                  <c:v>41152</c:v>
                </c:pt>
                <c:pt idx="1740">
                  <c:v>41155</c:v>
                </c:pt>
                <c:pt idx="1741">
                  <c:v>41156</c:v>
                </c:pt>
                <c:pt idx="1742">
                  <c:v>41157</c:v>
                </c:pt>
                <c:pt idx="1743">
                  <c:v>41158</c:v>
                </c:pt>
                <c:pt idx="1744">
                  <c:v>41159</c:v>
                </c:pt>
                <c:pt idx="1745">
                  <c:v>41162</c:v>
                </c:pt>
                <c:pt idx="1746">
                  <c:v>41163</c:v>
                </c:pt>
                <c:pt idx="1747">
                  <c:v>41164</c:v>
                </c:pt>
                <c:pt idx="1748">
                  <c:v>41165</c:v>
                </c:pt>
                <c:pt idx="1749">
                  <c:v>41166</c:v>
                </c:pt>
                <c:pt idx="1750">
                  <c:v>41169</c:v>
                </c:pt>
                <c:pt idx="1751">
                  <c:v>41170</c:v>
                </c:pt>
                <c:pt idx="1752">
                  <c:v>41171</c:v>
                </c:pt>
                <c:pt idx="1753">
                  <c:v>41172</c:v>
                </c:pt>
                <c:pt idx="1754">
                  <c:v>41173</c:v>
                </c:pt>
                <c:pt idx="1755">
                  <c:v>41176</c:v>
                </c:pt>
                <c:pt idx="1756">
                  <c:v>41177</c:v>
                </c:pt>
                <c:pt idx="1757">
                  <c:v>41178</c:v>
                </c:pt>
                <c:pt idx="1758">
                  <c:v>41179</c:v>
                </c:pt>
                <c:pt idx="1759">
                  <c:v>41180</c:v>
                </c:pt>
                <c:pt idx="1760">
                  <c:v>41183</c:v>
                </c:pt>
                <c:pt idx="1761">
                  <c:v>41184</c:v>
                </c:pt>
                <c:pt idx="1762">
                  <c:v>41185</c:v>
                </c:pt>
                <c:pt idx="1763">
                  <c:v>41186</c:v>
                </c:pt>
                <c:pt idx="1764">
                  <c:v>41187</c:v>
                </c:pt>
                <c:pt idx="1765">
                  <c:v>41190</c:v>
                </c:pt>
                <c:pt idx="1766">
                  <c:v>41191</c:v>
                </c:pt>
                <c:pt idx="1767">
                  <c:v>41192</c:v>
                </c:pt>
                <c:pt idx="1768">
                  <c:v>41193</c:v>
                </c:pt>
                <c:pt idx="1769">
                  <c:v>41194</c:v>
                </c:pt>
                <c:pt idx="1770">
                  <c:v>41197</c:v>
                </c:pt>
                <c:pt idx="1771">
                  <c:v>41198</c:v>
                </c:pt>
                <c:pt idx="1772">
                  <c:v>41199</c:v>
                </c:pt>
                <c:pt idx="1773">
                  <c:v>41200</c:v>
                </c:pt>
                <c:pt idx="1774">
                  <c:v>41201</c:v>
                </c:pt>
                <c:pt idx="1775">
                  <c:v>41204</c:v>
                </c:pt>
                <c:pt idx="1776">
                  <c:v>41205</c:v>
                </c:pt>
                <c:pt idx="1777">
                  <c:v>41206</c:v>
                </c:pt>
                <c:pt idx="1778">
                  <c:v>41207</c:v>
                </c:pt>
                <c:pt idx="1779">
                  <c:v>41208</c:v>
                </c:pt>
                <c:pt idx="1780">
                  <c:v>41211</c:v>
                </c:pt>
                <c:pt idx="1781">
                  <c:v>41212</c:v>
                </c:pt>
                <c:pt idx="1782">
                  <c:v>41213</c:v>
                </c:pt>
                <c:pt idx="1783">
                  <c:v>41214</c:v>
                </c:pt>
                <c:pt idx="1784">
                  <c:v>41215</c:v>
                </c:pt>
                <c:pt idx="1785">
                  <c:v>41218</c:v>
                </c:pt>
                <c:pt idx="1786">
                  <c:v>41219</c:v>
                </c:pt>
                <c:pt idx="1787">
                  <c:v>41220</c:v>
                </c:pt>
                <c:pt idx="1788">
                  <c:v>41221</c:v>
                </c:pt>
                <c:pt idx="1789">
                  <c:v>41222</c:v>
                </c:pt>
                <c:pt idx="1790">
                  <c:v>41225</c:v>
                </c:pt>
                <c:pt idx="1791">
                  <c:v>41226</c:v>
                </c:pt>
                <c:pt idx="1792">
                  <c:v>41227</c:v>
                </c:pt>
                <c:pt idx="1793">
                  <c:v>41228</c:v>
                </c:pt>
                <c:pt idx="1794">
                  <c:v>41229</c:v>
                </c:pt>
                <c:pt idx="1795">
                  <c:v>41232</c:v>
                </c:pt>
                <c:pt idx="1796">
                  <c:v>41233</c:v>
                </c:pt>
                <c:pt idx="1797">
                  <c:v>41234</c:v>
                </c:pt>
                <c:pt idx="1798">
                  <c:v>41235</c:v>
                </c:pt>
                <c:pt idx="1799">
                  <c:v>41236</c:v>
                </c:pt>
                <c:pt idx="1800">
                  <c:v>41239</c:v>
                </c:pt>
                <c:pt idx="1801">
                  <c:v>41240</c:v>
                </c:pt>
                <c:pt idx="1802">
                  <c:v>41241</c:v>
                </c:pt>
                <c:pt idx="1803">
                  <c:v>41242</c:v>
                </c:pt>
                <c:pt idx="1804">
                  <c:v>41243</c:v>
                </c:pt>
                <c:pt idx="1805">
                  <c:v>41246</c:v>
                </c:pt>
                <c:pt idx="1806">
                  <c:v>41247</c:v>
                </c:pt>
                <c:pt idx="1807">
                  <c:v>41248</c:v>
                </c:pt>
                <c:pt idx="1808">
                  <c:v>41249</c:v>
                </c:pt>
                <c:pt idx="1809">
                  <c:v>41250</c:v>
                </c:pt>
                <c:pt idx="1810">
                  <c:v>41253</c:v>
                </c:pt>
                <c:pt idx="1811">
                  <c:v>41254</c:v>
                </c:pt>
                <c:pt idx="1812">
                  <c:v>41255</c:v>
                </c:pt>
                <c:pt idx="1813">
                  <c:v>41256</c:v>
                </c:pt>
                <c:pt idx="1814">
                  <c:v>41257</c:v>
                </c:pt>
                <c:pt idx="1815">
                  <c:v>41260</c:v>
                </c:pt>
                <c:pt idx="1816">
                  <c:v>41261</c:v>
                </c:pt>
                <c:pt idx="1817">
                  <c:v>41262</c:v>
                </c:pt>
                <c:pt idx="1818">
                  <c:v>41263</c:v>
                </c:pt>
                <c:pt idx="1819">
                  <c:v>41264</c:v>
                </c:pt>
                <c:pt idx="1820">
                  <c:v>41267</c:v>
                </c:pt>
                <c:pt idx="1821">
                  <c:v>41268</c:v>
                </c:pt>
                <c:pt idx="1822">
                  <c:v>41269</c:v>
                </c:pt>
                <c:pt idx="1823">
                  <c:v>41270</c:v>
                </c:pt>
                <c:pt idx="1824">
                  <c:v>41271</c:v>
                </c:pt>
                <c:pt idx="1825">
                  <c:v>41274</c:v>
                </c:pt>
                <c:pt idx="1826">
                  <c:v>41275</c:v>
                </c:pt>
                <c:pt idx="1827">
                  <c:v>41276</c:v>
                </c:pt>
                <c:pt idx="1828">
                  <c:v>41277</c:v>
                </c:pt>
                <c:pt idx="1829">
                  <c:v>41278</c:v>
                </c:pt>
                <c:pt idx="1830">
                  <c:v>41281</c:v>
                </c:pt>
                <c:pt idx="1831">
                  <c:v>41282</c:v>
                </c:pt>
                <c:pt idx="1832">
                  <c:v>41283</c:v>
                </c:pt>
                <c:pt idx="1833">
                  <c:v>41284</c:v>
                </c:pt>
                <c:pt idx="1834">
                  <c:v>41285</c:v>
                </c:pt>
                <c:pt idx="1835">
                  <c:v>41288</c:v>
                </c:pt>
                <c:pt idx="1836">
                  <c:v>41289</c:v>
                </c:pt>
                <c:pt idx="1837">
                  <c:v>41290</c:v>
                </c:pt>
                <c:pt idx="1838">
                  <c:v>41291</c:v>
                </c:pt>
                <c:pt idx="1839">
                  <c:v>41292</c:v>
                </c:pt>
                <c:pt idx="1840">
                  <c:v>41295</c:v>
                </c:pt>
                <c:pt idx="1841">
                  <c:v>41296</c:v>
                </c:pt>
                <c:pt idx="1842">
                  <c:v>41297</c:v>
                </c:pt>
                <c:pt idx="1843">
                  <c:v>41298</c:v>
                </c:pt>
                <c:pt idx="1844">
                  <c:v>41299</c:v>
                </c:pt>
                <c:pt idx="1845">
                  <c:v>41302</c:v>
                </c:pt>
                <c:pt idx="1846">
                  <c:v>41303</c:v>
                </c:pt>
                <c:pt idx="1847">
                  <c:v>41304</c:v>
                </c:pt>
                <c:pt idx="1848">
                  <c:v>41305</c:v>
                </c:pt>
                <c:pt idx="1849">
                  <c:v>41306</c:v>
                </c:pt>
                <c:pt idx="1850">
                  <c:v>41309</c:v>
                </c:pt>
                <c:pt idx="1851">
                  <c:v>41310</c:v>
                </c:pt>
                <c:pt idx="1852">
                  <c:v>41311</c:v>
                </c:pt>
                <c:pt idx="1853">
                  <c:v>41312</c:v>
                </c:pt>
                <c:pt idx="1854">
                  <c:v>41313</c:v>
                </c:pt>
                <c:pt idx="1855">
                  <c:v>41316</c:v>
                </c:pt>
                <c:pt idx="1856">
                  <c:v>41317</c:v>
                </c:pt>
                <c:pt idx="1857">
                  <c:v>41318</c:v>
                </c:pt>
                <c:pt idx="1858">
                  <c:v>41319</c:v>
                </c:pt>
                <c:pt idx="1859">
                  <c:v>41320</c:v>
                </c:pt>
                <c:pt idx="1860">
                  <c:v>41323</c:v>
                </c:pt>
                <c:pt idx="1861">
                  <c:v>41324</c:v>
                </c:pt>
                <c:pt idx="1862">
                  <c:v>41325</c:v>
                </c:pt>
                <c:pt idx="1863">
                  <c:v>41326</c:v>
                </c:pt>
                <c:pt idx="1864">
                  <c:v>41327</c:v>
                </c:pt>
                <c:pt idx="1865">
                  <c:v>41330</c:v>
                </c:pt>
                <c:pt idx="1866">
                  <c:v>41331</c:v>
                </c:pt>
                <c:pt idx="1867">
                  <c:v>41332</c:v>
                </c:pt>
                <c:pt idx="1868">
                  <c:v>41333</c:v>
                </c:pt>
                <c:pt idx="1869">
                  <c:v>41334</c:v>
                </c:pt>
                <c:pt idx="1870">
                  <c:v>41337</c:v>
                </c:pt>
                <c:pt idx="1871">
                  <c:v>41338</c:v>
                </c:pt>
                <c:pt idx="1872">
                  <c:v>41339</c:v>
                </c:pt>
                <c:pt idx="1873">
                  <c:v>41340</c:v>
                </c:pt>
                <c:pt idx="1874">
                  <c:v>41341</c:v>
                </c:pt>
                <c:pt idx="1875">
                  <c:v>41344</c:v>
                </c:pt>
                <c:pt idx="1876">
                  <c:v>41345</c:v>
                </c:pt>
                <c:pt idx="1877">
                  <c:v>41346</c:v>
                </c:pt>
                <c:pt idx="1878">
                  <c:v>41347</c:v>
                </c:pt>
                <c:pt idx="1879">
                  <c:v>41348</c:v>
                </c:pt>
                <c:pt idx="1880">
                  <c:v>41351</c:v>
                </c:pt>
                <c:pt idx="1881">
                  <c:v>41352</c:v>
                </c:pt>
                <c:pt idx="1882">
                  <c:v>41353</c:v>
                </c:pt>
                <c:pt idx="1883">
                  <c:v>41354</c:v>
                </c:pt>
                <c:pt idx="1884">
                  <c:v>41355</c:v>
                </c:pt>
                <c:pt idx="1885">
                  <c:v>41358</c:v>
                </c:pt>
                <c:pt idx="1886">
                  <c:v>41359</c:v>
                </c:pt>
                <c:pt idx="1887">
                  <c:v>41360</c:v>
                </c:pt>
                <c:pt idx="1888">
                  <c:v>41361</c:v>
                </c:pt>
                <c:pt idx="1889">
                  <c:v>41362</c:v>
                </c:pt>
                <c:pt idx="1890">
                  <c:v>41365</c:v>
                </c:pt>
                <c:pt idx="1891">
                  <c:v>41366</c:v>
                </c:pt>
                <c:pt idx="1892">
                  <c:v>41367</c:v>
                </c:pt>
                <c:pt idx="1893">
                  <c:v>41368</c:v>
                </c:pt>
                <c:pt idx="1894">
                  <c:v>41369</c:v>
                </c:pt>
                <c:pt idx="1895">
                  <c:v>41372</c:v>
                </c:pt>
                <c:pt idx="1896">
                  <c:v>41373</c:v>
                </c:pt>
                <c:pt idx="1897">
                  <c:v>41374</c:v>
                </c:pt>
                <c:pt idx="1898">
                  <c:v>41375</c:v>
                </c:pt>
                <c:pt idx="1899">
                  <c:v>41376</c:v>
                </c:pt>
                <c:pt idx="1900">
                  <c:v>41379</c:v>
                </c:pt>
                <c:pt idx="1901">
                  <c:v>41380</c:v>
                </c:pt>
                <c:pt idx="1902">
                  <c:v>41381</c:v>
                </c:pt>
                <c:pt idx="1903">
                  <c:v>41382</c:v>
                </c:pt>
                <c:pt idx="1904">
                  <c:v>41383</c:v>
                </c:pt>
                <c:pt idx="1905">
                  <c:v>41386</c:v>
                </c:pt>
                <c:pt idx="1906">
                  <c:v>41387</c:v>
                </c:pt>
                <c:pt idx="1907">
                  <c:v>41388</c:v>
                </c:pt>
                <c:pt idx="1908">
                  <c:v>41389</c:v>
                </c:pt>
                <c:pt idx="1909">
                  <c:v>41390</c:v>
                </c:pt>
                <c:pt idx="1910">
                  <c:v>41393</c:v>
                </c:pt>
                <c:pt idx="1911">
                  <c:v>41394</c:v>
                </c:pt>
                <c:pt idx="1912">
                  <c:v>41395</c:v>
                </c:pt>
                <c:pt idx="1913">
                  <c:v>41396</c:v>
                </c:pt>
                <c:pt idx="1914">
                  <c:v>41397</c:v>
                </c:pt>
                <c:pt idx="1915">
                  <c:v>41400</c:v>
                </c:pt>
                <c:pt idx="1916">
                  <c:v>41401</c:v>
                </c:pt>
                <c:pt idx="1917">
                  <c:v>41402</c:v>
                </c:pt>
                <c:pt idx="1918">
                  <c:v>41403</c:v>
                </c:pt>
                <c:pt idx="1919">
                  <c:v>41404</c:v>
                </c:pt>
                <c:pt idx="1920">
                  <c:v>41407</c:v>
                </c:pt>
                <c:pt idx="1921">
                  <c:v>41408</c:v>
                </c:pt>
                <c:pt idx="1922">
                  <c:v>41409</c:v>
                </c:pt>
                <c:pt idx="1923">
                  <c:v>41410</c:v>
                </c:pt>
                <c:pt idx="1924">
                  <c:v>41411</c:v>
                </c:pt>
                <c:pt idx="1925">
                  <c:v>41414</c:v>
                </c:pt>
                <c:pt idx="1926">
                  <c:v>41415</c:v>
                </c:pt>
                <c:pt idx="1927">
                  <c:v>41416</c:v>
                </c:pt>
                <c:pt idx="1928">
                  <c:v>41417</c:v>
                </c:pt>
                <c:pt idx="1929">
                  <c:v>41418</c:v>
                </c:pt>
                <c:pt idx="1930">
                  <c:v>41421</c:v>
                </c:pt>
                <c:pt idx="1931">
                  <c:v>41422</c:v>
                </c:pt>
                <c:pt idx="1932">
                  <c:v>41423</c:v>
                </c:pt>
                <c:pt idx="1933">
                  <c:v>41424</c:v>
                </c:pt>
                <c:pt idx="1934">
                  <c:v>41425</c:v>
                </c:pt>
                <c:pt idx="1935">
                  <c:v>41428</c:v>
                </c:pt>
                <c:pt idx="1936">
                  <c:v>41429</c:v>
                </c:pt>
                <c:pt idx="1937">
                  <c:v>41430</c:v>
                </c:pt>
                <c:pt idx="1938">
                  <c:v>41431</c:v>
                </c:pt>
                <c:pt idx="1939">
                  <c:v>41432</c:v>
                </c:pt>
                <c:pt idx="1940">
                  <c:v>41435</c:v>
                </c:pt>
                <c:pt idx="1941">
                  <c:v>41436</c:v>
                </c:pt>
                <c:pt idx="1942">
                  <c:v>41437</c:v>
                </c:pt>
                <c:pt idx="1943">
                  <c:v>41438</c:v>
                </c:pt>
                <c:pt idx="1944">
                  <c:v>41439</c:v>
                </c:pt>
                <c:pt idx="1945">
                  <c:v>41442</c:v>
                </c:pt>
                <c:pt idx="1946">
                  <c:v>41443</c:v>
                </c:pt>
                <c:pt idx="1947">
                  <c:v>41444</c:v>
                </c:pt>
                <c:pt idx="1948">
                  <c:v>41445</c:v>
                </c:pt>
                <c:pt idx="1949">
                  <c:v>41446</c:v>
                </c:pt>
                <c:pt idx="1950">
                  <c:v>41449</c:v>
                </c:pt>
                <c:pt idx="1951">
                  <c:v>41450</c:v>
                </c:pt>
                <c:pt idx="1952">
                  <c:v>41451</c:v>
                </c:pt>
                <c:pt idx="1953">
                  <c:v>41452</c:v>
                </c:pt>
                <c:pt idx="1954">
                  <c:v>41453</c:v>
                </c:pt>
                <c:pt idx="1955">
                  <c:v>41456</c:v>
                </c:pt>
                <c:pt idx="1956">
                  <c:v>41457</c:v>
                </c:pt>
                <c:pt idx="1957">
                  <c:v>41458</c:v>
                </c:pt>
                <c:pt idx="1958">
                  <c:v>41459</c:v>
                </c:pt>
                <c:pt idx="1959">
                  <c:v>41460</c:v>
                </c:pt>
                <c:pt idx="1960">
                  <c:v>41463</c:v>
                </c:pt>
                <c:pt idx="1961">
                  <c:v>41464</c:v>
                </c:pt>
                <c:pt idx="1962">
                  <c:v>41465</c:v>
                </c:pt>
                <c:pt idx="1963">
                  <c:v>41466</c:v>
                </c:pt>
                <c:pt idx="1964">
                  <c:v>41467</c:v>
                </c:pt>
                <c:pt idx="1965">
                  <c:v>41470</c:v>
                </c:pt>
                <c:pt idx="1966">
                  <c:v>41471</c:v>
                </c:pt>
                <c:pt idx="1967">
                  <c:v>41472</c:v>
                </c:pt>
                <c:pt idx="1968">
                  <c:v>41473</c:v>
                </c:pt>
                <c:pt idx="1969">
                  <c:v>41474</c:v>
                </c:pt>
                <c:pt idx="1970">
                  <c:v>41477</c:v>
                </c:pt>
                <c:pt idx="1971">
                  <c:v>41478</c:v>
                </c:pt>
                <c:pt idx="1972">
                  <c:v>41479</c:v>
                </c:pt>
                <c:pt idx="1973">
                  <c:v>41480</c:v>
                </c:pt>
                <c:pt idx="1974">
                  <c:v>41481</c:v>
                </c:pt>
                <c:pt idx="1975">
                  <c:v>41484</c:v>
                </c:pt>
                <c:pt idx="1976">
                  <c:v>41485</c:v>
                </c:pt>
                <c:pt idx="1977">
                  <c:v>41486</c:v>
                </c:pt>
                <c:pt idx="1978">
                  <c:v>41487</c:v>
                </c:pt>
                <c:pt idx="1979">
                  <c:v>41488</c:v>
                </c:pt>
                <c:pt idx="1980">
                  <c:v>41491</c:v>
                </c:pt>
                <c:pt idx="1981">
                  <c:v>41492</c:v>
                </c:pt>
                <c:pt idx="1982">
                  <c:v>41493</c:v>
                </c:pt>
                <c:pt idx="1983">
                  <c:v>41494</c:v>
                </c:pt>
                <c:pt idx="1984">
                  <c:v>41495</c:v>
                </c:pt>
                <c:pt idx="1985">
                  <c:v>41498</c:v>
                </c:pt>
                <c:pt idx="1986">
                  <c:v>41499</c:v>
                </c:pt>
                <c:pt idx="1987">
                  <c:v>41500</c:v>
                </c:pt>
                <c:pt idx="1988">
                  <c:v>41501</c:v>
                </c:pt>
                <c:pt idx="1989">
                  <c:v>41502</c:v>
                </c:pt>
                <c:pt idx="1990">
                  <c:v>41505</c:v>
                </c:pt>
                <c:pt idx="1991">
                  <c:v>41506</c:v>
                </c:pt>
                <c:pt idx="1992">
                  <c:v>41507</c:v>
                </c:pt>
                <c:pt idx="1993">
                  <c:v>41508</c:v>
                </c:pt>
                <c:pt idx="1994">
                  <c:v>41509</c:v>
                </c:pt>
                <c:pt idx="1995">
                  <c:v>41512</c:v>
                </c:pt>
                <c:pt idx="1996">
                  <c:v>41513</c:v>
                </c:pt>
                <c:pt idx="1997">
                  <c:v>41514</c:v>
                </c:pt>
                <c:pt idx="1998">
                  <c:v>41515</c:v>
                </c:pt>
                <c:pt idx="1999">
                  <c:v>41516</c:v>
                </c:pt>
                <c:pt idx="2000">
                  <c:v>41519</c:v>
                </c:pt>
                <c:pt idx="2001">
                  <c:v>41520</c:v>
                </c:pt>
                <c:pt idx="2002">
                  <c:v>41521</c:v>
                </c:pt>
                <c:pt idx="2003">
                  <c:v>41522</c:v>
                </c:pt>
                <c:pt idx="2004">
                  <c:v>41523</c:v>
                </c:pt>
                <c:pt idx="2005">
                  <c:v>41526</c:v>
                </c:pt>
                <c:pt idx="2006">
                  <c:v>41527</c:v>
                </c:pt>
                <c:pt idx="2007">
                  <c:v>41528</c:v>
                </c:pt>
                <c:pt idx="2008">
                  <c:v>41529</c:v>
                </c:pt>
                <c:pt idx="2009">
                  <c:v>41530</c:v>
                </c:pt>
                <c:pt idx="2010">
                  <c:v>41533</c:v>
                </c:pt>
                <c:pt idx="2011">
                  <c:v>41534</c:v>
                </c:pt>
                <c:pt idx="2012">
                  <c:v>41535</c:v>
                </c:pt>
                <c:pt idx="2013">
                  <c:v>41536</c:v>
                </c:pt>
                <c:pt idx="2014">
                  <c:v>41537</c:v>
                </c:pt>
                <c:pt idx="2015">
                  <c:v>41540</c:v>
                </c:pt>
                <c:pt idx="2016">
                  <c:v>41541</c:v>
                </c:pt>
                <c:pt idx="2017">
                  <c:v>41542</c:v>
                </c:pt>
                <c:pt idx="2018">
                  <c:v>41543</c:v>
                </c:pt>
                <c:pt idx="2019">
                  <c:v>41544</c:v>
                </c:pt>
                <c:pt idx="2020">
                  <c:v>41547</c:v>
                </c:pt>
                <c:pt idx="2021">
                  <c:v>41548</c:v>
                </c:pt>
                <c:pt idx="2022">
                  <c:v>41549</c:v>
                </c:pt>
                <c:pt idx="2023">
                  <c:v>41550</c:v>
                </c:pt>
                <c:pt idx="2024">
                  <c:v>41551</c:v>
                </c:pt>
                <c:pt idx="2025">
                  <c:v>41554</c:v>
                </c:pt>
                <c:pt idx="2026">
                  <c:v>41555</c:v>
                </c:pt>
                <c:pt idx="2027">
                  <c:v>41556</c:v>
                </c:pt>
                <c:pt idx="2028">
                  <c:v>41557</c:v>
                </c:pt>
                <c:pt idx="2029">
                  <c:v>41558</c:v>
                </c:pt>
                <c:pt idx="2030">
                  <c:v>41561</c:v>
                </c:pt>
                <c:pt idx="2031">
                  <c:v>41562</c:v>
                </c:pt>
                <c:pt idx="2032">
                  <c:v>41563</c:v>
                </c:pt>
                <c:pt idx="2033">
                  <c:v>41564</c:v>
                </c:pt>
                <c:pt idx="2034">
                  <c:v>41565</c:v>
                </c:pt>
                <c:pt idx="2035">
                  <c:v>41568</c:v>
                </c:pt>
                <c:pt idx="2036">
                  <c:v>41569</c:v>
                </c:pt>
                <c:pt idx="2037">
                  <c:v>41570</c:v>
                </c:pt>
                <c:pt idx="2038">
                  <c:v>41571</c:v>
                </c:pt>
                <c:pt idx="2039">
                  <c:v>41572</c:v>
                </c:pt>
                <c:pt idx="2040">
                  <c:v>41575</c:v>
                </c:pt>
                <c:pt idx="2041">
                  <c:v>41576</c:v>
                </c:pt>
                <c:pt idx="2042">
                  <c:v>41577</c:v>
                </c:pt>
                <c:pt idx="2043">
                  <c:v>41578</c:v>
                </c:pt>
                <c:pt idx="2044">
                  <c:v>41579</c:v>
                </c:pt>
                <c:pt idx="2045">
                  <c:v>41582</c:v>
                </c:pt>
                <c:pt idx="2046">
                  <c:v>41583</c:v>
                </c:pt>
                <c:pt idx="2047">
                  <c:v>41584</c:v>
                </c:pt>
                <c:pt idx="2048">
                  <c:v>41585</c:v>
                </c:pt>
                <c:pt idx="2049">
                  <c:v>41586</c:v>
                </c:pt>
                <c:pt idx="2050">
                  <c:v>41589</c:v>
                </c:pt>
                <c:pt idx="2051">
                  <c:v>41590</c:v>
                </c:pt>
                <c:pt idx="2052">
                  <c:v>41591</c:v>
                </c:pt>
                <c:pt idx="2053">
                  <c:v>41592</c:v>
                </c:pt>
                <c:pt idx="2054">
                  <c:v>41593</c:v>
                </c:pt>
                <c:pt idx="2055">
                  <c:v>41596</c:v>
                </c:pt>
                <c:pt idx="2056">
                  <c:v>41597</c:v>
                </c:pt>
                <c:pt idx="2057">
                  <c:v>41598</c:v>
                </c:pt>
                <c:pt idx="2058">
                  <c:v>41599</c:v>
                </c:pt>
                <c:pt idx="2059">
                  <c:v>41600</c:v>
                </c:pt>
                <c:pt idx="2060">
                  <c:v>41603</c:v>
                </c:pt>
                <c:pt idx="2061">
                  <c:v>41604</c:v>
                </c:pt>
                <c:pt idx="2062">
                  <c:v>41605</c:v>
                </c:pt>
                <c:pt idx="2063">
                  <c:v>41606</c:v>
                </c:pt>
                <c:pt idx="2064">
                  <c:v>41607</c:v>
                </c:pt>
                <c:pt idx="2065">
                  <c:v>41610</c:v>
                </c:pt>
                <c:pt idx="2066">
                  <c:v>41611</c:v>
                </c:pt>
                <c:pt idx="2067">
                  <c:v>41612</c:v>
                </c:pt>
                <c:pt idx="2068">
                  <c:v>41613</c:v>
                </c:pt>
                <c:pt idx="2069">
                  <c:v>41614</c:v>
                </c:pt>
                <c:pt idx="2070">
                  <c:v>41617</c:v>
                </c:pt>
                <c:pt idx="2071">
                  <c:v>41618</c:v>
                </c:pt>
                <c:pt idx="2072">
                  <c:v>41619</c:v>
                </c:pt>
                <c:pt idx="2073">
                  <c:v>41620</c:v>
                </c:pt>
                <c:pt idx="2074">
                  <c:v>41621</c:v>
                </c:pt>
                <c:pt idx="2075">
                  <c:v>41624</c:v>
                </c:pt>
                <c:pt idx="2076">
                  <c:v>41625</c:v>
                </c:pt>
                <c:pt idx="2077">
                  <c:v>41626</c:v>
                </c:pt>
                <c:pt idx="2078">
                  <c:v>41627</c:v>
                </c:pt>
                <c:pt idx="2079">
                  <c:v>41628</c:v>
                </c:pt>
                <c:pt idx="2080">
                  <c:v>41631</c:v>
                </c:pt>
                <c:pt idx="2081">
                  <c:v>41632</c:v>
                </c:pt>
                <c:pt idx="2082">
                  <c:v>41633</c:v>
                </c:pt>
                <c:pt idx="2083">
                  <c:v>41634</c:v>
                </c:pt>
                <c:pt idx="2084">
                  <c:v>41635</c:v>
                </c:pt>
                <c:pt idx="2085">
                  <c:v>41638</c:v>
                </c:pt>
                <c:pt idx="2086">
                  <c:v>41639</c:v>
                </c:pt>
                <c:pt idx="2087">
                  <c:v>41640</c:v>
                </c:pt>
                <c:pt idx="2088">
                  <c:v>41641</c:v>
                </c:pt>
                <c:pt idx="2089">
                  <c:v>41642</c:v>
                </c:pt>
                <c:pt idx="2090">
                  <c:v>41645</c:v>
                </c:pt>
                <c:pt idx="2091">
                  <c:v>41646</c:v>
                </c:pt>
                <c:pt idx="2092">
                  <c:v>41647</c:v>
                </c:pt>
                <c:pt idx="2093">
                  <c:v>41648</c:v>
                </c:pt>
                <c:pt idx="2094">
                  <c:v>41649</c:v>
                </c:pt>
                <c:pt idx="2095">
                  <c:v>41652</c:v>
                </c:pt>
                <c:pt idx="2096">
                  <c:v>41653</c:v>
                </c:pt>
                <c:pt idx="2097">
                  <c:v>41654</c:v>
                </c:pt>
                <c:pt idx="2098">
                  <c:v>41655</c:v>
                </c:pt>
                <c:pt idx="2099">
                  <c:v>41656</c:v>
                </c:pt>
                <c:pt idx="2100">
                  <c:v>41659</c:v>
                </c:pt>
                <c:pt idx="2101">
                  <c:v>41660</c:v>
                </c:pt>
                <c:pt idx="2102">
                  <c:v>41661</c:v>
                </c:pt>
                <c:pt idx="2103">
                  <c:v>41662</c:v>
                </c:pt>
                <c:pt idx="2104">
                  <c:v>41663</c:v>
                </c:pt>
                <c:pt idx="2105">
                  <c:v>41666</c:v>
                </c:pt>
                <c:pt idx="2106">
                  <c:v>41667</c:v>
                </c:pt>
                <c:pt idx="2107">
                  <c:v>41668</c:v>
                </c:pt>
                <c:pt idx="2108">
                  <c:v>41669</c:v>
                </c:pt>
                <c:pt idx="2109">
                  <c:v>41670</c:v>
                </c:pt>
                <c:pt idx="2110">
                  <c:v>41673</c:v>
                </c:pt>
                <c:pt idx="2111">
                  <c:v>41674</c:v>
                </c:pt>
                <c:pt idx="2112">
                  <c:v>41675</c:v>
                </c:pt>
                <c:pt idx="2113">
                  <c:v>41676</c:v>
                </c:pt>
                <c:pt idx="2114">
                  <c:v>41677</c:v>
                </c:pt>
                <c:pt idx="2115">
                  <c:v>41680</c:v>
                </c:pt>
                <c:pt idx="2116">
                  <c:v>41681</c:v>
                </c:pt>
                <c:pt idx="2117">
                  <c:v>41682</c:v>
                </c:pt>
                <c:pt idx="2118">
                  <c:v>41683</c:v>
                </c:pt>
                <c:pt idx="2119">
                  <c:v>41684</c:v>
                </c:pt>
                <c:pt idx="2120">
                  <c:v>41687</c:v>
                </c:pt>
                <c:pt idx="2121">
                  <c:v>41688</c:v>
                </c:pt>
                <c:pt idx="2122">
                  <c:v>41689</c:v>
                </c:pt>
                <c:pt idx="2123">
                  <c:v>41690</c:v>
                </c:pt>
                <c:pt idx="2124">
                  <c:v>41691</c:v>
                </c:pt>
                <c:pt idx="2125">
                  <c:v>41694</c:v>
                </c:pt>
                <c:pt idx="2126">
                  <c:v>41695</c:v>
                </c:pt>
                <c:pt idx="2127">
                  <c:v>41696</c:v>
                </c:pt>
                <c:pt idx="2128">
                  <c:v>41697</c:v>
                </c:pt>
                <c:pt idx="2129">
                  <c:v>41698</c:v>
                </c:pt>
                <c:pt idx="2130">
                  <c:v>41701</c:v>
                </c:pt>
                <c:pt idx="2131">
                  <c:v>41702</c:v>
                </c:pt>
                <c:pt idx="2132">
                  <c:v>41703</c:v>
                </c:pt>
                <c:pt idx="2133">
                  <c:v>41704</c:v>
                </c:pt>
                <c:pt idx="2134">
                  <c:v>41705</c:v>
                </c:pt>
                <c:pt idx="2135">
                  <c:v>41708</c:v>
                </c:pt>
                <c:pt idx="2136">
                  <c:v>41709</c:v>
                </c:pt>
                <c:pt idx="2137">
                  <c:v>41710</c:v>
                </c:pt>
                <c:pt idx="2138">
                  <c:v>41711</c:v>
                </c:pt>
                <c:pt idx="2139">
                  <c:v>41712</c:v>
                </c:pt>
                <c:pt idx="2140">
                  <c:v>41715</c:v>
                </c:pt>
                <c:pt idx="2141">
                  <c:v>41716</c:v>
                </c:pt>
                <c:pt idx="2142">
                  <c:v>41717</c:v>
                </c:pt>
                <c:pt idx="2143">
                  <c:v>41718</c:v>
                </c:pt>
                <c:pt idx="2144">
                  <c:v>41719</c:v>
                </c:pt>
                <c:pt idx="2145">
                  <c:v>41722</c:v>
                </c:pt>
                <c:pt idx="2146">
                  <c:v>41723</c:v>
                </c:pt>
                <c:pt idx="2147">
                  <c:v>41724</c:v>
                </c:pt>
                <c:pt idx="2148">
                  <c:v>41725</c:v>
                </c:pt>
                <c:pt idx="2149">
                  <c:v>41726</c:v>
                </c:pt>
                <c:pt idx="2150">
                  <c:v>41729</c:v>
                </c:pt>
                <c:pt idx="2151">
                  <c:v>41730</c:v>
                </c:pt>
                <c:pt idx="2152">
                  <c:v>41731</c:v>
                </c:pt>
                <c:pt idx="2153">
                  <c:v>41732</c:v>
                </c:pt>
                <c:pt idx="2154">
                  <c:v>41733</c:v>
                </c:pt>
                <c:pt idx="2155">
                  <c:v>41736</c:v>
                </c:pt>
                <c:pt idx="2156">
                  <c:v>41737</c:v>
                </c:pt>
                <c:pt idx="2157">
                  <c:v>41738</c:v>
                </c:pt>
                <c:pt idx="2158">
                  <c:v>41739</c:v>
                </c:pt>
                <c:pt idx="2159">
                  <c:v>41740</c:v>
                </c:pt>
                <c:pt idx="2160">
                  <c:v>41743</c:v>
                </c:pt>
                <c:pt idx="2161">
                  <c:v>41744</c:v>
                </c:pt>
                <c:pt idx="2162">
                  <c:v>41745</c:v>
                </c:pt>
                <c:pt idx="2163">
                  <c:v>41746</c:v>
                </c:pt>
                <c:pt idx="2164">
                  <c:v>41747</c:v>
                </c:pt>
                <c:pt idx="2165">
                  <c:v>41750</c:v>
                </c:pt>
                <c:pt idx="2166">
                  <c:v>41751</c:v>
                </c:pt>
                <c:pt idx="2167">
                  <c:v>41752</c:v>
                </c:pt>
                <c:pt idx="2168">
                  <c:v>41753</c:v>
                </c:pt>
                <c:pt idx="2169">
                  <c:v>41754</c:v>
                </c:pt>
                <c:pt idx="2170">
                  <c:v>41757</c:v>
                </c:pt>
                <c:pt idx="2171">
                  <c:v>41758</c:v>
                </c:pt>
                <c:pt idx="2172">
                  <c:v>41759</c:v>
                </c:pt>
                <c:pt idx="2173">
                  <c:v>41760</c:v>
                </c:pt>
                <c:pt idx="2174">
                  <c:v>41761</c:v>
                </c:pt>
                <c:pt idx="2175">
                  <c:v>41764</c:v>
                </c:pt>
                <c:pt idx="2176">
                  <c:v>41765</c:v>
                </c:pt>
                <c:pt idx="2177">
                  <c:v>41766</c:v>
                </c:pt>
                <c:pt idx="2178">
                  <c:v>41767</c:v>
                </c:pt>
                <c:pt idx="2179">
                  <c:v>41768</c:v>
                </c:pt>
                <c:pt idx="2180">
                  <c:v>41771</c:v>
                </c:pt>
                <c:pt idx="2181">
                  <c:v>41772</c:v>
                </c:pt>
                <c:pt idx="2182">
                  <c:v>41773</c:v>
                </c:pt>
                <c:pt idx="2183">
                  <c:v>41774</c:v>
                </c:pt>
                <c:pt idx="2184">
                  <c:v>41775</c:v>
                </c:pt>
                <c:pt idx="2185">
                  <c:v>41778</c:v>
                </c:pt>
                <c:pt idx="2186">
                  <c:v>41779</c:v>
                </c:pt>
                <c:pt idx="2187">
                  <c:v>41780</c:v>
                </c:pt>
                <c:pt idx="2188">
                  <c:v>41781</c:v>
                </c:pt>
                <c:pt idx="2189">
                  <c:v>41782</c:v>
                </c:pt>
                <c:pt idx="2190">
                  <c:v>41785</c:v>
                </c:pt>
                <c:pt idx="2191">
                  <c:v>41786</c:v>
                </c:pt>
                <c:pt idx="2192">
                  <c:v>41787</c:v>
                </c:pt>
                <c:pt idx="2193">
                  <c:v>41788</c:v>
                </c:pt>
                <c:pt idx="2194">
                  <c:v>41789</c:v>
                </c:pt>
                <c:pt idx="2195">
                  <c:v>41792</c:v>
                </c:pt>
                <c:pt idx="2196">
                  <c:v>41793</c:v>
                </c:pt>
                <c:pt idx="2197">
                  <c:v>41794</c:v>
                </c:pt>
                <c:pt idx="2198">
                  <c:v>41795</c:v>
                </c:pt>
                <c:pt idx="2199">
                  <c:v>41796</c:v>
                </c:pt>
                <c:pt idx="2200">
                  <c:v>41799</c:v>
                </c:pt>
                <c:pt idx="2201">
                  <c:v>41800</c:v>
                </c:pt>
                <c:pt idx="2202">
                  <c:v>41801</c:v>
                </c:pt>
                <c:pt idx="2203">
                  <c:v>41802</c:v>
                </c:pt>
                <c:pt idx="2204">
                  <c:v>41803</c:v>
                </c:pt>
                <c:pt idx="2205">
                  <c:v>41806</c:v>
                </c:pt>
                <c:pt idx="2206">
                  <c:v>41807</c:v>
                </c:pt>
                <c:pt idx="2207">
                  <c:v>41808</c:v>
                </c:pt>
                <c:pt idx="2208">
                  <c:v>41809</c:v>
                </c:pt>
                <c:pt idx="2209">
                  <c:v>41810</c:v>
                </c:pt>
                <c:pt idx="2210">
                  <c:v>41813</c:v>
                </c:pt>
                <c:pt idx="2211">
                  <c:v>41814</c:v>
                </c:pt>
                <c:pt idx="2212">
                  <c:v>41815</c:v>
                </c:pt>
                <c:pt idx="2213">
                  <c:v>41816</c:v>
                </c:pt>
                <c:pt idx="2214">
                  <c:v>41817</c:v>
                </c:pt>
                <c:pt idx="2215">
                  <c:v>41820</c:v>
                </c:pt>
                <c:pt idx="2216">
                  <c:v>41821</c:v>
                </c:pt>
                <c:pt idx="2217">
                  <c:v>41822</c:v>
                </c:pt>
                <c:pt idx="2218">
                  <c:v>41823</c:v>
                </c:pt>
                <c:pt idx="2219">
                  <c:v>41824</c:v>
                </c:pt>
                <c:pt idx="2220">
                  <c:v>41827</c:v>
                </c:pt>
                <c:pt idx="2221">
                  <c:v>41828</c:v>
                </c:pt>
                <c:pt idx="2222">
                  <c:v>41829</c:v>
                </c:pt>
                <c:pt idx="2223">
                  <c:v>41830</c:v>
                </c:pt>
                <c:pt idx="2224">
                  <c:v>41831</c:v>
                </c:pt>
                <c:pt idx="2225">
                  <c:v>41834</c:v>
                </c:pt>
                <c:pt idx="2226">
                  <c:v>41835</c:v>
                </c:pt>
                <c:pt idx="2227">
                  <c:v>41836</c:v>
                </c:pt>
                <c:pt idx="2228">
                  <c:v>41837</c:v>
                </c:pt>
                <c:pt idx="2229">
                  <c:v>41838</c:v>
                </c:pt>
                <c:pt idx="2230">
                  <c:v>41841</c:v>
                </c:pt>
                <c:pt idx="2231">
                  <c:v>41842</c:v>
                </c:pt>
                <c:pt idx="2232">
                  <c:v>41843</c:v>
                </c:pt>
                <c:pt idx="2233">
                  <c:v>41844</c:v>
                </c:pt>
                <c:pt idx="2234">
                  <c:v>41845</c:v>
                </c:pt>
                <c:pt idx="2235">
                  <c:v>41848</c:v>
                </c:pt>
                <c:pt idx="2236">
                  <c:v>41849</c:v>
                </c:pt>
                <c:pt idx="2237">
                  <c:v>41850</c:v>
                </c:pt>
                <c:pt idx="2238">
                  <c:v>41851</c:v>
                </c:pt>
                <c:pt idx="2239">
                  <c:v>41852</c:v>
                </c:pt>
                <c:pt idx="2240">
                  <c:v>41855</c:v>
                </c:pt>
                <c:pt idx="2241">
                  <c:v>41856</c:v>
                </c:pt>
                <c:pt idx="2242">
                  <c:v>41857</c:v>
                </c:pt>
                <c:pt idx="2243">
                  <c:v>41858</c:v>
                </c:pt>
                <c:pt idx="2244">
                  <c:v>41859</c:v>
                </c:pt>
                <c:pt idx="2245">
                  <c:v>41862</c:v>
                </c:pt>
                <c:pt idx="2246">
                  <c:v>41863</c:v>
                </c:pt>
                <c:pt idx="2247">
                  <c:v>41864</c:v>
                </c:pt>
                <c:pt idx="2248">
                  <c:v>41865</c:v>
                </c:pt>
                <c:pt idx="2249">
                  <c:v>41866</c:v>
                </c:pt>
                <c:pt idx="2250">
                  <c:v>41869</c:v>
                </c:pt>
                <c:pt idx="2251">
                  <c:v>41870</c:v>
                </c:pt>
                <c:pt idx="2252">
                  <c:v>41871</c:v>
                </c:pt>
                <c:pt idx="2253">
                  <c:v>41872</c:v>
                </c:pt>
                <c:pt idx="2254">
                  <c:v>41873</c:v>
                </c:pt>
                <c:pt idx="2255">
                  <c:v>41876</c:v>
                </c:pt>
                <c:pt idx="2256">
                  <c:v>41877</c:v>
                </c:pt>
                <c:pt idx="2257">
                  <c:v>41878</c:v>
                </c:pt>
                <c:pt idx="2258">
                  <c:v>41879</c:v>
                </c:pt>
                <c:pt idx="2259">
                  <c:v>41880</c:v>
                </c:pt>
                <c:pt idx="2260">
                  <c:v>41883</c:v>
                </c:pt>
                <c:pt idx="2261">
                  <c:v>41884</c:v>
                </c:pt>
                <c:pt idx="2262">
                  <c:v>41885</c:v>
                </c:pt>
                <c:pt idx="2263">
                  <c:v>41886</c:v>
                </c:pt>
                <c:pt idx="2264">
                  <c:v>41887</c:v>
                </c:pt>
                <c:pt idx="2265">
                  <c:v>41890</c:v>
                </c:pt>
                <c:pt idx="2266">
                  <c:v>41891</c:v>
                </c:pt>
                <c:pt idx="2267">
                  <c:v>41892</c:v>
                </c:pt>
                <c:pt idx="2268">
                  <c:v>41893</c:v>
                </c:pt>
                <c:pt idx="2269">
                  <c:v>41894</c:v>
                </c:pt>
                <c:pt idx="2270">
                  <c:v>41897</c:v>
                </c:pt>
                <c:pt idx="2271">
                  <c:v>41898</c:v>
                </c:pt>
                <c:pt idx="2272">
                  <c:v>41899</c:v>
                </c:pt>
                <c:pt idx="2273">
                  <c:v>41900</c:v>
                </c:pt>
                <c:pt idx="2274">
                  <c:v>41901</c:v>
                </c:pt>
                <c:pt idx="2275">
                  <c:v>41904</c:v>
                </c:pt>
                <c:pt idx="2276">
                  <c:v>41905</c:v>
                </c:pt>
                <c:pt idx="2277">
                  <c:v>41906</c:v>
                </c:pt>
                <c:pt idx="2278">
                  <c:v>41907</c:v>
                </c:pt>
                <c:pt idx="2279">
                  <c:v>41908</c:v>
                </c:pt>
                <c:pt idx="2280">
                  <c:v>41911</c:v>
                </c:pt>
                <c:pt idx="2281">
                  <c:v>41912</c:v>
                </c:pt>
                <c:pt idx="2282">
                  <c:v>41913</c:v>
                </c:pt>
                <c:pt idx="2283">
                  <c:v>41914</c:v>
                </c:pt>
                <c:pt idx="2284">
                  <c:v>41915</c:v>
                </c:pt>
                <c:pt idx="2285">
                  <c:v>41918</c:v>
                </c:pt>
                <c:pt idx="2286">
                  <c:v>41919</c:v>
                </c:pt>
                <c:pt idx="2287">
                  <c:v>41920</c:v>
                </c:pt>
                <c:pt idx="2288">
                  <c:v>41921</c:v>
                </c:pt>
                <c:pt idx="2289">
                  <c:v>41922</c:v>
                </c:pt>
                <c:pt idx="2290">
                  <c:v>41925</c:v>
                </c:pt>
                <c:pt idx="2291">
                  <c:v>41926</c:v>
                </c:pt>
                <c:pt idx="2292">
                  <c:v>41927</c:v>
                </c:pt>
                <c:pt idx="2293">
                  <c:v>41928</c:v>
                </c:pt>
                <c:pt idx="2294">
                  <c:v>41929</c:v>
                </c:pt>
                <c:pt idx="2295">
                  <c:v>41932</c:v>
                </c:pt>
                <c:pt idx="2296">
                  <c:v>41933</c:v>
                </c:pt>
                <c:pt idx="2297">
                  <c:v>41934</c:v>
                </c:pt>
                <c:pt idx="2298">
                  <c:v>41935</c:v>
                </c:pt>
                <c:pt idx="2299">
                  <c:v>41936</c:v>
                </c:pt>
                <c:pt idx="2300">
                  <c:v>41939</c:v>
                </c:pt>
                <c:pt idx="2301">
                  <c:v>41940</c:v>
                </c:pt>
                <c:pt idx="2302">
                  <c:v>41941</c:v>
                </c:pt>
                <c:pt idx="2303">
                  <c:v>41942</c:v>
                </c:pt>
                <c:pt idx="2304">
                  <c:v>41943</c:v>
                </c:pt>
                <c:pt idx="2305">
                  <c:v>41946</c:v>
                </c:pt>
                <c:pt idx="2306">
                  <c:v>41947</c:v>
                </c:pt>
                <c:pt idx="2307">
                  <c:v>41948</c:v>
                </c:pt>
                <c:pt idx="2308">
                  <c:v>41949</c:v>
                </c:pt>
                <c:pt idx="2309">
                  <c:v>41950</c:v>
                </c:pt>
                <c:pt idx="2310">
                  <c:v>41953</c:v>
                </c:pt>
                <c:pt idx="2311">
                  <c:v>41954</c:v>
                </c:pt>
                <c:pt idx="2312">
                  <c:v>41955</c:v>
                </c:pt>
                <c:pt idx="2313">
                  <c:v>41956</c:v>
                </c:pt>
                <c:pt idx="2314">
                  <c:v>41957</c:v>
                </c:pt>
                <c:pt idx="2315">
                  <c:v>41960</c:v>
                </c:pt>
                <c:pt idx="2316">
                  <c:v>41961</c:v>
                </c:pt>
                <c:pt idx="2317">
                  <c:v>41962</c:v>
                </c:pt>
                <c:pt idx="2318">
                  <c:v>41963</c:v>
                </c:pt>
                <c:pt idx="2319">
                  <c:v>41964</c:v>
                </c:pt>
                <c:pt idx="2320">
                  <c:v>41967</c:v>
                </c:pt>
                <c:pt idx="2321">
                  <c:v>41968</c:v>
                </c:pt>
                <c:pt idx="2322">
                  <c:v>41969</c:v>
                </c:pt>
                <c:pt idx="2323">
                  <c:v>41970</c:v>
                </c:pt>
                <c:pt idx="2324">
                  <c:v>41971</c:v>
                </c:pt>
                <c:pt idx="2325">
                  <c:v>41974</c:v>
                </c:pt>
                <c:pt idx="2326">
                  <c:v>41975</c:v>
                </c:pt>
                <c:pt idx="2327">
                  <c:v>41976</c:v>
                </c:pt>
                <c:pt idx="2328">
                  <c:v>41977</c:v>
                </c:pt>
                <c:pt idx="2329">
                  <c:v>41978</c:v>
                </c:pt>
                <c:pt idx="2330">
                  <c:v>41981</c:v>
                </c:pt>
                <c:pt idx="2331">
                  <c:v>41982</c:v>
                </c:pt>
                <c:pt idx="2332">
                  <c:v>41983</c:v>
                </c:pt>
                <c:pt idx="2333">
                  <c:v>41984</c:v>
                </c:pt>
                <c:pt idx="2334">
                  <c:v>41985</c:v>
                </c:pt>
                <c:pt idx="2335">
                  <c:v>41988</c:v>
                </c:pt>
                <c:pt idx="2336">
                  <c:v>41989</c:v>
                </c:pt>
                <c:pt idx="2337">
                  <c:v>41990</c:v>
                </c:pt>
                <c:pt idx="2338">
                  <c:v>41991</c:v>
                </c:pt>
                <c:pt idx="2339">
                  <c:v>41992</c:v>
                </c:pt>
                <c:pt idx="2340">
                  <c:v>41995</c:v>
                </c:pt>
                <c:pt idx="2341">
                  <c:v>41996</c:v>
                </c:pt>
                <c:pt idx="2342">
                  <c:v>41997</c:v>
                </c:pt>
                <c:pt idx="2343">
                  <c:v>41998</c:v>
                </c:pt>
                <c:pt idx="2344">
                  <c:v>41999</c:v>
                </c:pt>
                <c:pt idx="2345">
                  <c:v>42002</c:v>
                </c:pt>
                <c:pt idx="2346">
                  <c:v>42003</c:v>
                </c:pt>
                <c:pt idx="2347">
                  <c:v>42004</c:v>
                </c:pt>
                <c:pt idx="2348">
                  <c:v>42005</c:v>
                </c:pt>
                <c:pt idx="2349">
                  <c:v>42006</c:v>
                </c:pt>
                <c:pt idx="2350">
                  <c:v>42009</c:v>
                </c:pt>
                <c:pt idx="2351">
                  <c:v>42010</c:v>
                </c:pt>
                <c:pt idx="2352">
                  <c:v>42011</c:v>
                </c:pt>
                <c:pt idx="2353">
                  <c:v>42012</c:v>
                </c:pt>
                <c:pt idx="2354">
                  <c:v>42013</c:v>
                </c:pt>
                <c:pt idx="2355">
                  <c:v>42016</c:v>
                </c:pt>
                <c:pt idx="2356">
                  <c:v>42017</c:v>
                </c:pt>
                <c:pt idx="2357">
                  <c:v>42018</c:v>
                </c:pt>
                <c:pt idx="2358">
                  <c:v>42019</c:v>
                </c:pt>
                <c:pt idx="2359">
                  <c:v>42020</c:v>
                </c:pt>
                <c:pt idx="2360">
                  <c:v>42023</c:v>
                </c:pt>
                <c:pt idx="2361">
                  <c:v>42024</c:v>
                </c:pt>
                <c:pt idx="2362">
                  <c:v>42025</c:v>
                </c:pt>
                <c:pt idx="2363">
                  <c:v>42026</c:v>
                </c:pt>
                <c:pt idx="2364">
                  <c:v>42027</c:v>
                </c:pt>
                <c:pt idx="2365">
                  <c:v>42030</c:v>
                </c:pt>
                <c:pt idx="2366">
                  <c:v>42031</c:v>
                </c:pt>
                <c:pt idx="2367">
                  <c:v>42032</c:v>
                </c:pt>
                <c:pt idx="2368">
                  <c:v>42033</c:v>
                </c:pt>
                <c:pt idx="2369">
                  <c:v>42034</c:v>
                </c:pt>
                <c:pt idx="2370">
                  <c:v>42037</c:v>
                </c:pt>
                <c:pt idx="2371">
                  <c:v>42038</c:v>
                </c:pt>
                <c:pt idx="2372">
                  <c:v>42039</c:v>
                </c:pt>
                <c:pt idx="2373">
                  <c:v>42040</c:v>
                </c:pt>
                <c:pt idx="2374">
                  <c:v>42041</c:v>
                </c:pt>
                <c:pt idx="2375">
                  <c:v>42044</c:v>
                </c:pt>
                <c:pt idx="2376">
                  <c:v>42045</c:v>
                </c:pt>
                <c:pt idx="2377">
                  <c:v>42046</c:v>
                </c:pt>
                <c:pt idx="2378">
                  <c:v>42047</c:v>
                </c:pt>
                <c:pt idx="2379">
                  <c:v>42048</c:v>
                </c:pt>
                <c:pt idx="2380">
                  <c:v>42051</c:v>
                </c:pt>
                <c:pt idx="2381">
                  <c:v>42052</c:v>
                </c:pt>
                <c:pt idx="2382">
                  <c:v>42053</c:v>
                </c:pt>
                <c:pt idx="2383">
                  <c:v>42054</c:v>
                </c:pt>
                <c:pt idx="2384">
                  <c:v>42055</c:v>
                </c:pt>
                <c:pt idx="2385">
                  <c:v>42058</c:v>
                </c:pt>
                <c:pt idx="2386">
                  <c:v>42059</c:v>
                </c:pt>
                <c:pt idx="2387">
                  <c:v>42060</c:v>
                </c:pt>
                <c:pt idx="2388">
                  <c:v>42061</c:v>
                </c:pt>
                <c:pt idx="2389">
                  <c:v>42062</c:v>
                </c:pt>
                <c:pt idx="2390">
                  <c:v>42065</c:v>
                </c:pt>
                <c:pt idx="2391">
                  <c:v>42066</c:v>
                </c:pt>
                <c:pt idx="2392">
                  <c:v>42067</c:v>
                </c:pt>
                <c:pt idx="2393">
                  <c:v>42068</c:v>
                </c:pt>
                <c:pt idx="2394">
                  <c:v>42069</c:v>
                </c:pt>
                <c:pt idx="2395">
                  <c:v>42072</c:v>
                </c:pt>
                <c:pt idx="2396">
                  <c:v>42073</c:v>
                </c:pt>
                <c:pt idx="2397">
                  <c:v>42074</c:v>
                </c:pt>
                <c:pt idx="2398">
                  <c:v>42075</c:v>
                </c:pt>
                <c:pt idx="2399">
                  <c:v>42076</c:v>
                </c:pt>
                <c:pt idx="2400">
                  <c:v>42079</c:v>
                </c:pt>
                <c:pt idx="2401">
                  <c:v>42080</c:v>
                </c:pt>
                <c:pt idx="2402">
                  <c:v>42081</c:v>
                </c:pt>
                <c:pt idx="2403">
                  <c:v>42082</c:v>
                </c:pt>
                <c:pt idx="2404">
                  <c:v>42083</c:v>
                </c:pt>
                <c:pt idx="2405">
                  <c:v>42086</c:v>
                </c:pt>
                <c:pt idx="2406">
                  <c:v>42087</c:v>
                </c:pt>
                <c:pt idx="2407">
                  <c:v>42088</c:v>
                </c:pt>
                <c:pt idx="2408">
                  <c:v>42089</c:v>
                </c:pt>
                <c:pt idx="2409">
                  <c:v>42090</c:v>
                </c:pt>
                <c:pt idx="2410">
                  <c:v>42093</c:v>
                </c:pt>
                <c:pt idx="2411">
                  <c:v>42094</c:v>
                </c:pt>
                <c:pt idx="2412">
                  <c:v>42095</c:v>
                </c:pt>
                <c:pt idx="2413">
                  <c:v>42096</c:v>
                </c:pt>
                <c:pt idx="2414">
                  <c:v>42097</c:v>
                </c:pt>
                <c:pt idx="2415">
                  <c:v>42100</c:v>
                </c:pt>
                <c:pt idx="2416">
                  <c:v>42101</c:v>
                </c:pt>
                <c:pt idx="2417">
                  <c:v>42102</c:v>
                </c:pt>
                <c:pt idx="2418">
                  <c:v>42103</c:v>
                </c:pt>
                <c:pt idx="2419">
                  <c:v>42104</c:v>
                </c:pt>
                <c:pt idx="2420">
                  <c:v>42107</c:v>
                </c:pt>
                <c:pt idx="2421">
                  <c:v>42108</c:v>
                </c:pt>
                <c:pt idx="2422">
                  <c:v>42109</c:v>
                </c:pt>
                <c:pt idx="2423">
                  <c:v>42110</c:v>
                </c:pt>
                <c:pt idx="2424">
                  <c:v>42111</c:v>
                </c:pt>
                <c:pt idx="2425">
                  <c:v>42114</c:v>
                </c:pt>
                <c:pt idx="2426">
                  <c:v>42115</c:v>
                </c:pt>
                <c:pt idx="2427">
                  <c:v>42116</c:v>
                </c:pt>
                <c:pt idx="2428">
                  <c:v>42117</c:v>
                </c:pt>
                <c:pt idx="2429">
                  <c:v>42118</c:v>
                </c:pt>
                <c:pt idx="2430">
                  <c:v>42121</c:v>
                </c:pt>
                <c:pt idx="2431">
                  <c:v>42122</c:v>
                </c:pt>
                <c:pt idx="2432">
                  <c:v>42123</c:v>
                </c:pt>
                <c:pt idx="2433">
                  <c:v>42124</c:v>
                </c:pt>
                <c:pt idx="2434">
                  <c:v>42125</c:v>
                </c:pt>
                <c:pt idx="2435">
                  <c:v>42128</c:v>
                </c:pt>
                <c:pt idx="2436">
                  <c:v>42129</c:v>
                </c:pt>
                <c:pt idx="2437">
                  <c:v>42130</c:v>
                </c:pt>
                <c:pt idx="2438">
                  <c:v>42131</c:v>
                </c:pt>
                <c:pt idx="2439">
                  <c:v>42132</c:v>
                </c:pt>
                <c:pt idx="2440">
                  <c:v>42135</c:v>
                </c:pt>
                <c:pt idx="2441">
                  <c:v>42136</c:v>
                </c:pt>
                <c:pt idx="2442">
                  <c:v>42137</c:v>
                </c:pt>
                <c:pt idx="2443">
                  <c:v>42138</c:v>
                </c:pt>
                <c:pt idx="2444">
                  <c:v>42139</c:v>
                </c:pt>
                <c:pt idx="2445">
                  <c:v>42142</c:v>
                </c:pt>
                <c:pt idx="2446">
                  <c:v>42143</c:v>
                </c:pt>
                <c:pt idx="2447">
                  <c:v>42144</c:v>
                </c:pt>
                <c:pt idx="2448">
                  <c:v>42145</c:v>
                </c:pt>
                <c:pt idx="2449">
                  <c:v>42146</c:v>
                </c:pt>
                <c:pt idx="2450">
                  <c:v>42149</c:v>
                </c:pt>
                <c:pt idx="2451">
                  <c:v>42150</c:v>
                </c:pt>
                <c:pt idx="2452">
                  <c:v>42151</c:v>
                </c:pt>
                <c:pt idx="2453">
                  <c:v>42152</c:v>
                </c:pt>
                <c:pt idx="2454">
                  <c:v>42153</c:v>
                </c:pt>
                <c:pt idx="2455">
                  <c:v>42156</c:v>
                </c:pt>
                <c:pt idx="2456">
                  <c:v>42157</c:v>
                </c:pt>
                <c:pt idx="2457">
                  <c:v>42158</c:v>
                </c:pt>
                <c:pt idx="2458">
                  <c:v>42159</c:v>
                </c:pt>
                <c:pt idx="2459">
                  <c:v>42160</c:v>
                </c:pt>
                <c:pt idx="2460">
                  <c:v>42163</c:v>
                </c:pt>
                <c:pt idx="2461">
                  <c:v>42164</c:v>
                </c:pt>
                <c:pt idx="2462">
                  <c:v>42165</c:v>
                </c:pt>
                <c:pt idx="2463">
                  <c:v>42166</c:v>
                </c:pt>
                <c:pt idx="2464">
                  <c:v>42167</c:v>
                </c:pt>
                <c:pt idx="2465">
                  <c:v>42170</c:v>
                </c:pt>
                <c:pt idx="2466">
                  <c:v>42171</c:v>
                </c:pt>
                <c:pt idx="2467">
                  <c:v>42172</c:v>
                </c:pt>
                <c:pt idx="2468">
                  <c:v>42173</c:v>
                </c:pt>
                <c:pt idx="2469">
                  <c:v>42174</c:v>
                </c:pt>
                <c:pt idx="2470">
                  <c:v>42177</c:v>
                </c:pt>
                <c:pt idx="2471">
                  <c:v>42178</c:v>
                </c:pt>
                <c:pt idx="2472">
                  <c:v>42179</c:v>
                </c:pt>
                <c:pt idx="2473">
                  <c:v>42180</c:v>
                </c:pt>
                <c:pt idx="2474">
                  <c:v>42181</c:v>
                </c:pt>
                <c:pt idx="2475">
                  <c:v>42184</c:v>
                </c:pt>
                <c:pt idx="2476">
                  <c:v>42185</c:v>
                </c:pt>
                <c:pt idx="2477">
                  <c:v>42186</c:v>
                </c:pt>
                <c:pt idx="2478">
                  <c:v>42187</c:v>
                </c:pt>
                <c:pt idx="2479">
                  <c:v>42188</c:v>
                </c:pt>
                <c:pt idx="2480">
                  <c:v>42191</c:v>
                </c:pt>
                <c:pt idx="2481">
                  <c:v>42192</c:v>
                </c:pt>
                <c:pt idx="2482">
                  <c:v>42193</c:v>
                </c:pt>
                <c:pt idx="2483">
                  <c:v>42194</c:v>
                </c:pt>
                <c:pt idx="2484">
                  <c:v>42195</c:v>
                </c:pt>
                <c:pt idx="2485">
                  <c:v>42198</c:v>
                </c:pt>
                <c:pt idx="2486">
                  <c:v>42199</c:v>
                </c:pt>
                <c:pt idx="2487">
                  <c:v>42200</c:v>
                </c:pt>
                <c:pt idx="2488">
                  <c:v>42201</c:v>
                </c:pt>
                <c:pt idx="2489">
                  <c:v>42202</c:v>
                </c:pt>
                <c:pt idx="2490">
                  <c:v>42205</c:v>
                </c:pt>
                <c:pt idx="2491">
                  <c:v>42206</c:v>
                </c:pt>
                <c:pt idx="2492">
                  <c:v>42207</c:v>
                </c:pt>
                <c:pt idx="2493">
                  <c:v>42208</c:v>
                </c:pt>
                <c:pt idx="2494">
                  <c:v>42209</c:v>
                </c:pt>
                <c:pt idx="2495">
                  <c:v>42212</c:v>
                </c:pt>
                <c:pt idx="2496">
                  <c:v>42213</c:v>
                </c:pt>
                <c:pt idx="2497">
                  <c:v>42214</c:v>
                </c:pt>
                <c:pt idx="2498">
                  <c:v>42215</c:v>
                </c:pt>
                <c:pt idx="2499">
                  <c:v>42216</c:v>
                </c:pt>
                <c:pt idx="2500">
                  <c:v>42219</c:v>
                </c:pt>
                <c:pt idx="2501">
                  <c:v>42220</c:v>
                </c:pt>
                <c:pt idx="2502">
                  <c:v>42221</c:v>
                </c:pt>
                <c:pt idx="2503">
                  <c:v>42222</c:v>
                </c:pt>
                <c:pt idx="2504">
                  <c:v>42223</c:v>
                </c:pt>
                <c:pt idx="2505">
                  <c:v>42226</c:v>
                </c:pt>
                <c:pt idx="2506">
                  <c:v>42227</c:v>
                </c:pt>
                <c:pt idx="2507">
                  <c:v>42228</c:v>
                </c:pt>
                <c:pt idx="2508">
                  <c:v>42229</c:v>
                </c:pt>
                <c:pt idx="2509">
                  <c:v>42230</c:v>
                </c:pt>
                <c:pt idx="2510">
                  <c:v>42233</c:v>
                </c:pt>
                <c:pt idx="2511">
                  <c:v>42234</c:v>
                </c:pt>
                <c:pt idx="2512">
                  <c:v>42235</c:v>
                </c:pt>
                <c:pt idx="2513">
                  <c:v>42236</c:v>
                </c:pt>
                <c:pt idx="2514">
                  <c:v>42237</c:v>
                </c:pt>
                <c:pt idx="2515">
                  <c:v>42240</c:v>
                </c:pt>
                <c:pt idx="2516">
                  <c:v>42241</c:v>
                </c:pt>
                <c:pt idx="2517">
                  <c:v>42242</c:v>
                </c:pt>
                <c:pt idx="2518">
                  <c:v>42243</c:v>
                </c:pt>
                <c:pt idx="2519">
                  <c:v>42244</c:v>
                </c:pt>
                <c:pt idx="2520">
                  <c:v>42247</c:v>
                </c:pt>
                <c:pt idx="2521">
                  <c:v>42248</c:v>
                </c:pt>
                <c:pt idx="2522">
                  <c:v>42249</c:v>
                </c:pt>
                <c:pt idx="2523">
                  <c:v>42250</c:v>
                </c:pt>
                <c:pt idx="2524">
                  <c:v>42251</c:v>
                </c:pt>
                <c:pt idx="2525">
                  <c:v>42254</c:v>
                </c:pt>
                <c:pt idx="2526">
                  <c:v>42255</c:v>
                </c:pt>
                <c:pt idx="2527">
                  <c:v>42256</c:v>
                </c:pt>
                <c:pt idx="2528">
                  <c:v>42257</c:v>
                </c:pt>
                <c:pt idx="2529">
                  <c:v>42258</c:v>
                </c:pt>
                <c:pt idx="2530">
                  <c:v>42261</c:v>
                </c:pt>
                <c:pt idx="2531">
                  <c:v>42262</c:v>
                </c:pt>
                <c:pt idx="2532">
                  <c:v>42263</c:v>
                </c:pt>
                <c:pt idx="2533">
                  <c:v>42264</c:v>
                </c:pt>
                <c:pt idx="2534">
                  <c:v>42265</c:v>
                </c:pt>
                <c:pt idx="2535">
                  <c:v>42268</c:v>
                </c:pt>
                <c:pt idx="2536">
                  <c:v>42269</c:v>
                </c:pt>
                <c:pt idx="2537">
                  <c:v>42270</c:v>
                </c:pt>
                <c:pt idx="2538">
                  <c:v>42271</c:v>
                </c:pt>
                <c:pt idx="2539">
                  <c:v>42272</c:v>
                </c:pt>
                <c:pt idx="2540">
                  <c:v>42275</c:v>
                </c:pt>
                <c:pt idx="2541">
                  <c:v>42276</c:v>
                </c:pt>
                <c:pt idx="2542">
                  <c:v>42277</c:v>
                </c:pt>
                <c:pt idx="2543">
                  <c:v>42278</c:v>
                </c:pt>
                <c:pt idx="2544">
                  <c:v>42279</c:v>
                </c:pt>
                <c:pt idx="2545">
                  <c:v>42282</c:v>
                </c:pt>
                <c:pt idx="2546">
                  <c:v>42283</c:v>
                </c:pt>
                <c:pt idx="2547">
                  <c:v>42284</c:v>
                </c:pt>
                <c:pt idx="2548">
                  <c:v>42285</c:v>
                </c:pt>
                <c:pt idx="2549">
                  <c:v>42286</c:v>
                </c:pt>
                <c:pt idx="2550">
                  <c:v>42289</c:v>
                </c:pt>
                <c:pt idx="2551">
                  <c:v>42290</c:v>
                </c:pt>
                <c:pt idx="2552">
                  <c:v>42291</c:v>
                </c:pt>
                <c:pt idx="2553">
                  <c:v>42292</c:v>
                </c:pt>
                <c:pt idx="2554">
                  <c:v>42293</c:v>
                </c:pt>
                <c:pt idx="2555">
                  <c:v>42296</c:v>
                </c:pt>
                <c:pt idx="2556">
                  <c:v>42297</c:v>
                </c:pt>
                <c:pt idx="2557">
                  <c:v>42298</c:v>
                </c:pt>
                <c:pt idx="2558">
                  <c:v>42299</c:v>
                </c:pt>
                <c:pt idx="2559">
                  <c:v>42300</c:v>
                </c:pt>
                <c:pt idx="2560">
                  <c:v>42303</c:v>
                </c:pt>
                <c:pt idx="2561">
                  <c:v>42304</c:v>
                </c:pt>
                <c:pt idx="2562">
                  <c:v>42305</c:v>
                </c:pt>
                <c:pt idx="2563">
                  <c:v>42306</c:v>
                </c:pt>
                <c:pt idx="2564">
                  <c:v>42307</c:v>
                </c:pt>
                <c:pt idx="2565">
                  <c:v>42310</c:v>
                </c:pt>
                <c:pt idx="2566">
                  <c:v>42311</c:v>
                </c:pt>
                <c:pt idx="2567">
                  <c:v>42312</c:v>
                </c:pt>
                <c:pt idx="2568">
                  <c:v>42313</c:v>
                </c:pt>
                <c:pt idx="2569">
                  <c:v>42314</c:v>
                </c:pt>
                <c:pt idx="2570">
                  <c:v>42317</c:v>
                </c:pt>
                <c:pt idx="2571">
                  <c:v>42318</c:v>
                </c:pt>
                <c:pt idx="2572">
                  <c:v>42319</c:v>
                </c:pt>
                <c:pt idx="2573">
                  <c:v>42320</c:v>
                </c:pt>
                <c:pt idx="2574">
                  <c:v>42321</c:v>
                </c:pt>
                <c:pt idx="2575">
                  <c:v>42324</c:v>
                </c:pt>
                <c:pt idx="2576">
                  <c:v>42325</c:v>
                </c:pt>
                <c:pt idx="2577">
                  <c:v>42326</c:v>
                </c:pt>
                <c:pt idx="2578">
                  <c:v>42327</c:v>
                </c:pt>
                <c:pt idx="2579">
                  <c:v>42328</c:v>
                </c:pt>
                <c:pt idx="2580">
                  <c:v>42331</c:v>
                </c:pt>
                <c:pt idx="2581">
                  <c:v>42332</c:v>
                </c:pt>
                <c:pt idx="2582">
                  <c:v>42333</c:v>
                </c:pt>
                <c:pt idx="2583">
                  <c:v>42334</c:v>
                </c:pt>
                <c:pt idx="2584">
                  <c:v>42335</c:v>
                </c:pt>
                <c:pt idx="2585">
                  <c:v>42338</c:v>
                </c:pt>
                <c:pt idx="2586">
                  <c:v>42339</c:v>
                </c:pt>
                <c:pt idx="2587">
                  <c:v>42340</c:v>
                </c:pt>
                <c:pt idx="2588">
                  <c:v>42341</c:v>
                </c:pt>
                <c:pt idx="2589">
                  <c:v>42342</c:v>
                </c:pt>
                <c:pt idx="2590">
                  <c:v>42345</c:v>
                </c:pt>
                <c:pt idx="2591">
                  <c:v>42346</c:v>
                </c:pt>
                <c:pt idx="2592">
                  <c:v>42347</c:v>
                </c:pt>
                <c:pt idx="2593">
                  <c:v>42348</c:v>
                </c:pt>
                <c:pt idx="2594">
                  <c:v>42349</c:v>
                </c:pt>
                <c:pt idx="2595">
                  <c:v>42352</c:v>
                </c:pt>
                <c:pt idx="2596">
                  <c:v>42353</c:v>
                </c:pt>
                <c:pt idx="2597">
                  <c:v>42354</c:v>
                </c:pt>
                <c:pt idx="2598">
                  <c:v>42355</c:v>
                </c:pt>
                <c:pt idx="2599">
                  <c:v>42356</c:v>
                </c:pt>
                <c:pt idx="2600">
                  <c:v>42359</c:v>
                </c:pt>
                <c:pt idx="2601">
                  <c:v>42360</c:v>
                </c:pt>
                <c:pt idx="2602">
                  <c:v>42361</c:v>
                </c:pt>
                <c:pt idx="2603">
                  <c:v>42362</c:v>
                </c:pt>
                <c:pt idx="2604">
                  <c:v>42363</c:v>
                </c:pt>
                <c:pt idx="2605">
                  <c:v>42366</c:v>
                </c:pt>
                <c:pt idx="2606">
                  <c:v>42367</c:v>
                </c:pt>
                <c:pt idx="2607">
                  <c:v>42368</c:v>
                </c:pt>
                <c:pt idx="2608">
                  <c:v>42369</c:v>
                </c:pt>
                <c:pt idx="2609">
                  <c:v>42370</c:v>
                </c:pt>
                <c:pt idx="2610">
                  <c:v>42373</c:v>
                </c:pt>
                <c:pt idx="2611">
                  <c:v>42374</c:v>
                </c:pt>
                <c:pt idx="2612">
                  <c:v>42375</c:v>
                </c:pt>
                <c:pt idx="2613">
                  <c:v>42376</c:v>
                </c:pt>
                <c:pt idx="2614">
                  <c:v>42377</c:v>
                </c:pt>
                <c:pt idx="2615">
                  <c:v>42380</c:v>
                </c:pt>
                <c:pt idx="2616">
                  <c:v>42381</c:v>
                </c:pt>
                <c:pt idx="2617">
                  <c:v>42382</c:v>
                </c:pt>
                <c:pt idx="2618">
                  <c:v>42383</c:v>
                </c:pt>
                <c:pt idx="2619">
                  <c:v>42384</c:v>
                </c:pt>
                <c:pt idx="2620">
                  <c:v>42387</c:v>
                </c:pt>
                <c:pt idx="2621">
                  <c:v>42388</c:v>
                </c:pt>
                <c:pt idx="2622">
                  <c:v>42389</c:v>
                </c:pt>
                <c:pt idx="2623">
                  <c:v>42390</c:v>
                </c:pt>
                <c:pt idx="2624">
                  <c:v>42391</c:v>
                </c:pt>
                <c:pt idx="2625">
                  <c:v>42394</c:v>
                </c:pt>
                <c:pt idx="2626">
                  <c:v>42395</c:v>
                </c:pt>
                <c:pt idx="2627">
                  <c:v>42396</c:v>
                </c:pt>
                <c:pt idx="2628">
                  <c:v>42397</c:v>
                </c:pt>
                <c:pt idx="2629">
                  <c:v>42398</c:v>
                </c:pt>
                <c:pt idx="2630">
                  <c:v>42401</c:v>
                </c:pt>
                <c:pt idx="2631">
                  <c:v>42402</c:v>
                </c:pt>
                <c:pt idx="2632">
                  <c:v>42403</c:v>
                </c:pt>
                <c:pt idx="2633">
                  <c:v>42404</c:v>
                </c:pt>
                <c:pt idx="2634">
                  <c:v>42405</c:v>
                </c:pt>
                <c:pt idx="2635">
                  <c:v>42408</c:v>
                </c:pt>
                <c:pt idx="2636">
                  <c:v>42409</c:v>
                </c:pt>
                <c:pt idx="2637">
                  <c:v>42410</c:v>
                </c:pt>
                <c:pt idx="2638">
                  <c:v>42411</c:v>
                </c:pt>
                <c:pt idx="2639">
                  <c:v>42412</c:v>
                </c:pt>
                <c:pt idx="2640">
                  <c:v>42415</c:v>
                </c:pt>
                <c:pt idx="2641">
                  <c:v>42416</c:v>
                </c:pt>
                <c:pt idx="2642">
                  <c:v>42417</c:v>
                </c:pt>
                <c:pt idx="2643">
                  <c:v>42418</c:v>
                </c:pt>
                <c:pt idx="2644">
                  <c:v>42419</c:v>
                </c:pt>
                <c:pt idx="2645">
                  <c:v>42422</c:v>
                </c:pt>
                <c:pt idx="2646">
                  <c:v>42423</c:v>
                </c:pt>
                <c:pt idx="2647">
                  <c:v>42424</c:v>
                </c:pt>
                <c:pt idx="2648">
                  <c:v>42425</c:v>
                </c:pt>
                <c:pt idx="2649">
                  <c:v>42426</c:v>
                </c:pt>
                <c:pt idx="2650">
                  <c:v>42429</c:v>
                </c:pt>
                <c:pt idx="2651">
                  <c:v>42430</c:v>
                </c:pt>
                <c:pt idx="2652">
                  <c:v>42431</c:v>
                </c:pt>
                <c:pt idx="2653">
                  <c:v>42432</c:v>
                </c:pt>
                <c:pt idx="2654">
                  <c:v>42433</c:v>
                </c:pt>
                <c:pt idx="2655">
                  <c:v>42436</c:v>
                </c:pt>
                <c:pt idx="2656">
                  <c:v>42437</c:v>
                </c:pt>
                <c:pt idx="2657">
                  <c:v>42438</c:v>
                </c:pt>
                <c:pt idx="2658">
                  <c:v>42439</c:v>
                </c:pt>
                <c:pt idx="2659">
                  <c:v>42440</c:v>
                </c:pt>
                <c:pt idx="2660">
                  <c:v>42443</c:v>
                </c:pt>
                <c:pt idx="2661">
                  <c:v>42444</c:v>
                </c:pt>
                <c:pt idx="2662">
                  <c:v>42445</c:v>
                </c:pt>
                <c:pt idx="2663">
                  <c:v>42446</c:v>
                </c:pt>
                <c:pt idx="2664">
                  <c:v>42447</c:v>
                </c:pt>
                <c:pt idx="2665">
                  <c:v>42450</c:v>
                </c:pt>
                <c:pt idx="2666">
                  <c:v>42451</c:v>
                </c:pt>
                <c:pt idx="2667">
                  <c:v>42452</c:v>
                </c:pt>
                <c:pt idx="2668">
                  <c:v>42453</c:v>
                </c:pt>
                <c:pt idx="2669">
                  <c:v>42454</c:v>
                </c:pt>
                <c:pt idx="2670">
                  <c:v>42457</c:v>
                </c:pt>
                <c:pt idx="2671">
                  <c:v>42458</c:v>
                </c:pt>
                <c:pt idx="2672">
                  <c:v>42459</c:v>
                </c:pt>
                <c:pt idx="2673">
                  <c:v>42460</c:v>
                </c:pt>
                <c:pt idx="2674">
                  <c:v>42461</c:v>
                </c:pt>
                <c:pt idx="2675">
                  <c:v>42464</c:v>
                </c:pt>
                <c:pt idx="2676">
                  <c:v>42465</c:v>
                </c:pt>
                <c:pt idx="2677">
                  <c:v>42466</c:v>
                </c:pt>
                <c:pt idx="2678">
                  <c:v>42467</c:v>
                </c:pt>
                <c:pt idx="2679">
                  <c:v>42468</c:v>
                </c:pt>
                <c:pt idx="2680">
                  <c:v>42471</c:v>
                </c:pt>
                <c:pt idx="2681">
                  <c:v>42472</c:v>
                </c:pt>
                <c:pt idx="2682">
                  <c:v>42473</c:v>
                </c:pt>
                <c:pt idx="2683">
                  <c:v>42474</c:v>
                </c:pt>
                <c:pt idx="2684">
                  <c:v>42475</c:v>
                </c:pt>
                <c:pt idx="2685">
                  <c:v>42478</c:v>
                </c:pt>
                <c:pt idx="2686">
                  <c:v>42479</c:v>
                </c:pt>
                <c:pt idx="2687">
                  <c:v>42480</c:v>
                </c:pt>
                <c:pt idx="2688">
                  <c:v>42481</c:v>
                </c:pt>
                <c:pt idx="2689">
                  <c:v>42482</c:v>
                </c:pt>
                <c:pt idx="2690">
                  <c:v>42485</c:v>
                </c:pt>
                <c:pt idx="2691">
                  <c:v>42486</c:v>
                </c:pt>
                <c:pt idx="2692">
                  <c:v>42487</c:v>
                </c:pt>
                <c:pt idx="2693">
                  <c:v>42488</c:v>
                </c:pt>
                <c:pt idx="2694">
                  <c:v>42489</c:v>
                </c:pt>
                <c:pt idx="2695">
                  <c:v>42492</c:v>
                </c:pt>
                <c:pt idx="2696">
                  <c:v>42493</c:v>
                </c:pt>
                <c:pt idx="2697">
                  <c:v>42494</c:v>
                </c:pt>
                <c:pt idx="2698">
                  <c:v>42495</c:v>
                </c:pt>
                <c:pt idx="2699">
                  <c:v>42496</c:v>
                </c:pt>
                <c:pt idx="2700">
                  <c:v>42499</c:v>
                </c:pt>
                <c:pt idx="2701">
                  <c:v>42500</c:v>
                </c:pt>
                <c:pt idx="2702">
                  <c:v>42501</c:v>
                </c:pt>
                <c:pt idx="2703">
                  <c:v>42502</c:v>
                </c:pt>
                <c:pt idx="2704">
                  <c:v>42503</c:v>
                </c:pt>
                <c:pt idx="2705">
                  <c:v>42506</c:v>
                </c:pt>
                <c:pt idx="2706">
                  <c:v>42507</c:v>
                </c:pt>
                <c:pt idx="2707">
                  <c:v>42508</c:v>
                </c:pt>
                <c:pt idx="2708">
                  <c:v>42509</c:v>
                </c:pt>
                <c:pt idx="2709">
                  <c:v>42510</c:v>
                </c:pt>
                <c:pt idx="2710">
                  <c:v>42513</c:v>
                </c:pt>
                <c:pt idx="2711">
                  <c:v>42514</c:v>
                </c:pt>
                <c:pt idx="2712">
                  <c:v>42515</c:v>
                </c:pt>
                <c:pt idx="2713">
                  <c:v>42516</c:v>
                </c:pt>
                <c:pt idx="2714">
                  <c:v>42517</c:v>
                </c:pt>
                <c:pt idx="2715">
                  <c:v>42520</c:v>
                </c:pt>
                <c:pt idx="2716">
                  <c:v>42521</c:v>
                </c:pt>
                <c:pt idx="2717">
                  <c:v>42522</c:v>
                </c:pt>
                <c:pt idx="2718">
                  <c:v>42523</c:v>
                </c:pt>
                <c:pt idx="2719">
                  <c:v>42524</c:v>
                </c:pt>
                <c:pt idx="2720">
                  <c:v>42527</c:v>
                </c:pt>
                <c:pt idx="2721">
                  <c:v>42528</c:v>
                </c:pt>
                <c:pt idx="2722">
                  <c:v>42529</c:v>
                </c:pt>
                <c:pt idx="2723">
                  <c:v>42530</c:v>
                </c:pt>
                <c:pt idx="2724">
                  <c:v>42531</c:v>
                </c:pt>
                <c:pt idx="2725">
                  <c:v>42534</c:v>
                </c:pt>
                <c:pt idx="2726">
                  <c:v>42535</c:v>
                </c:pt>
                <c:pt idx="2727">
                  <c:v>42536</c:v>
                </c:pt>
                <c:pt idx="2728">
                  <c:v>42537</c:v>
                </c:pt>
                <c:pt idx="2729">
                  <c:v>42538</c:v>
                </c:pt>
                <c:pt idx="2730">
                  <c:v>42541</c:v>
                </c:pt>
                <c:pt idx="2731">
                  <c:v>42542</c:v>
                </c:pt>
                <c:pt idx="2732">
                  <c:v>42543</c:v>
                </c:pt>
                <c:pt idx="2733">
                  <c:v>42544</c:v>
                </c:pt>
                <c:pt idx="2734">
                  <c:v>42545</c:v>
                </c:pt>
                <c:pt idx="2735">
                  <c:v>42548</c:v>
                </c:pt>
                <c:pt idx="2736">
                  <c:v>42549</c:v>
                </c:pt>
                <c:pt idx="2737">
                  <c:v>42550</c:v>
                </c:pt>
                <c:pt idx="2738">
                  <c:v>42551</c:v>
                </c:pt>
                <c:pt idx="2739">
                  <c:v>42552</c:v>
                </c:pt>
                <c:pt idx="2740">
                  <c:v>42555</c:v>
                </c:pt>
                <c:pt idx="2741">
                  <c:v>42556</c:v>
                </c:pt>
                <c:pt idx="2742">
                  <c:v>42557</c:v>
                </c:pt>
                <c:pt idx="2743">
                  <c:v>42558</c:v>
                </c:pt>
                <c:pt idx="2744">
                  <c:v>42559</c:v>
                </c:pt>
                <c:pt idx="2745">
                  <c:v>42562</c:v>
                </c:pt>
                <c:pt idx="2746">
                  <c:v>42563</c:v>
                </c:pt>
                <c:pt idx="2747">
                  <c:v>42564</c:v>
                </c:pt>
                <c:pt idx="2748">
                  <c:v>42565</c:v>
                </c:pt>
                <c:pt idx="2749">
                  <c:v>42566</c:v>
                </c:pt>
                <c:pt idx="2750">
                  <c:v>42569</c:v>
                </c:pt>
                <c:pt idx="2751">
                  <c:v>42570</c:v>
                </c:pt>
                <c:pt idx="2752">
                  <c:v>42571</c:v>
                </c:pt>
                <c:pt idx="2753">
                  <c:v>42572</c:v>
                </c:pt>
                <c:pt idx="2754">
                  <c:v>42573</c:v>
                </c:pt>
                <c:pt idx="2755">
                  <c:v>42576</c:v>
                </c:pt>
                <c:pt idx="2756">
                  <c:v>42577</c:v>
                </c:pt>
                <c:pt idx="2757">
                  <c:v>42578</c:v>
                </c:pt>
                <c:pt idx="2758">
                  <c:v>42579</c:v>
                </c:pt>
                <c:pt idx="2759">
                  <c:v>42580</c:v>
                </c:pt>
                <c:pt idx="2760">
                  <c:v>42583</c:v>
                </c:pt>
                <c:pt idx="2761">
                  <c:v>42584</c:v>
                </c:pt>
                <c:pt idx="2762">
                  <c:v>42585</c:v>
                </c:pt>
                <c:pt idx="2763">
                  <c:v>42586</c:v>
                </c:pt>
                <c:pt idx="2764">
                  <c:v>42587</c:v>
                </c:pt>
                <c:pt idx="2765">
                  <c:v>42590</c:v>
                </c:pt>
                <c:pt idx="2766">
                  <c:v>42591</c:v>
                </c:pt>
                <c:pt idx="2767">
                  <c:v>42592</c:v>
                </c:pt>
                <c:pt idx="2768">
                  <c:v>42593</c:v>
                </c:pt>
                <c:pt idx="2769">
                  <c:v>42594</c:v>
                </c:pt>
                <c:pt idx="2770">
                  <c:v>42597</c:v>
                </c:pt>
                <c:pt idx="2771">
                  <c:v>42598</c:v>
                </c:pt>
                <c:pt idx="2772">
                  <c:v>42599</c:v>
                </c:pt>
                <c:pt idx="2773">
                  <c:v>42600</c:v>
                </c:pt>
                <c:pt idx="2774">
                  <c:v>42601</c:v>
                </c:pt>
                <c:pt idx="2775">
                  <c:v>42604</c:v>
                </c:pt>
                <c:pt idx="2776">
                  <c:v>42605</c:v>
                </c:pt>
                <c:pt idx="2777">
                  <c:v>42606</c:v>
                </c:pt>
                <c:pt idx="2778">
                  <c:v>42607</c:v>
                </c:pt>
                <c:pt idx="2779">
                  <c:v>42608</c:v>
                </c:pt>
                <c:pt idx="2780">
                  <c:v>42611</c:v>
                </c:pt>
                <c:pt idx="2781">
                  <c:v>42612</c:v>
                </c:pt>
                <c:pt idx="2782">
                  <c:v>42613</c:v>
                </c:pt>
                <c:pt idx="2783">
                  <c:v>42614</c:v>
                </c:pt>
                <c:pt idx="2784">
                  <c:v>42615</c:v>
                </c:pt>
                <c:pt idx="2785">
                  <c:v>42618</c:v>
                </c:pt>
                <c:pt idx="2786">
                  <c:v>42619</c:v>
                </c:pt>
                <c:pt idx="2787">
                  <c:v>42620</c:v>
                </c:pt>
                <c:pt idx="2788">
                  <c:v>42621</c:v>
                </c:pt>
                <c:pt idx="2789">
                  <c:v>42622</c:v>
                </c:pt>
                <c:pt idx="2790">
                  <c:v>42625</c:v>
                </c:pt>
                <c:pt idx="2791">
                  <c:v>42626</c:v>
                </c:pt>
                <c:pt idx="2792">
                  <c:v>42627</c:v>
                </c:pt>
                <c:pt idx="2793">
                  <c:v>42628</c:v>
                </c:pt>
                <c:pt idx="2794">
                  <c:v>42629</c:v>
                </c:pt>
                <c:pt idx="2795">
                  <c:v>42632</c:v>
                </c:pt>
                <c:pt idx="2796">
                  <c:v>42633</c:v>
                </c:pt>
                <c:pt idx="2797">
                  <c:v>42634</c:v>
                </c:pt>
                <c:pt idx="2798">
                  <c:v>42635</c:v>
                </c:pt>
                <c:pt idx="2799">
                  <c:v>42636</c:v>
                </c:pt>
                <c:pt idx="2800">
                  <c:v>42639</c:v>
                </c:pt>
                <c:pt idx="2801">
                  <c:v>42640</c:v>
                </c:pt>
                <c:pt idx="2802">
                  <c:v>42641</c:v>
                </c:pt>
                <c:pt idx="2803">
                  <c:v>42642</c:v>
                </c:pt>
                <c:pt idx="2804">
                  <c:v>42643</c:v>
                </c:pt>
                <c:pt idx="2805">
                  <c:v>42646</c:v>
                </c:pt>
                <c:pt idx="2806">
                  <c:v>42647</c:v>
                </c:pt>
                <c:pt idx="2807">
                  <c:v>42648</c:v>
                </c:pt>
                <c:pt idx="2808">
                  <c:v>42649</c:v>
                </c:pt>
                <c:pt idx="2809">
                  <c:v>42650</c:v>
                </c:pt>
                <c:pt idx="2810">
                  <c:v>42653</c:v>
                </c:pt>
                <c:pt idx="2811">
                  <c:v>42654</c:v>
                </c:pt>
                <c:pt idx="2812">
                  <c:v>42655</c:v>
                </c:pt>
                <c:pt idx="2813">
                  <c:v>42656</c:v>
                </c:pt>
                <c:pt idx="2814">
                  <c:v>42657</c:v>
                </c:pt>
                <c:pt idx="2815">
                  <c:v>42660</c:v>
                </c:pt>
                <c:pt idx="2816">
                  <c:v>42661</c:v>
                </c:pt>
                <c:pt idx="2817">
                  <c:v>42662</c:v>
                </c:pt>
                <c:pt idx="2818">
                  <c:v>42663</c:v>
                </c:pt>
                <c:pt idx="2819">
                  <c:v>42664</c:v>
                </c:pt>
                <c:pt idx="2820">
                  <c:v>42667</c:v>
                </c:pt>
                <c:pt idx="2821">
                  <c:v>42668</c:v>
                </c:pt>
                <c:pt idx="2822">
                  <c:v>42669</c:v>
                </c:pt>
                <c:pt idx="2823">
                  <c:v>42670</c:v>
                </c:pt>
                <c:pt idx="2824">
                  <c:v>42671</c:v>
                </c:pt>
                <c:pt idx="2825">
                  <c:v>42674</c:v>
                </c:pt>
                <c:pt idx="2826">
                  <c:v>42675</c:v>
                </c:pt>
                <c:pt idx="2827">
                  <c:v>42676</c:v>
                </c:pt>
                <c:pt idx="2828">
                  <c:v>42677</c:v>
                </c:pt>
                <c:pt idx="2829">
                  <c:v>42678</c:v>
                </c:pt>
                <c:pt idx="2830">
                  <c:v>42681</c:v>
                </c:pt>
                <c:pt idx="2831">
                  <c:v>42682</c:v>
                </c:pt>
                <c:pt idx="2832">
                  <c:v>42683</c:v>
                </c:pt>
                <c:pt idx="2833">
                  <c:v>42684</c:v>
                </c:pt>
                <c:pt idx="2834">
                  <c:v>42685</c:v>
                </c:pt>
                <c:pt idx="2835">
                  <c:v>42688</c:v>
                </c:pt>
                <c:pt idx="2836">
                  <c:v>42689</c:v>
                </c:pt>
                <c:pt idx="2837">
                  <c:v>42690</c:v>
                </c:pt>
                <c:pt idx="2838">
                  <c:v>42691</c:v>
                </c:pt>
                <c:pt idx="2839">
                  <c:v>42692</c:v>
                </c:pt>
                <c:pt idx="2840">
                  <c:v>42695</c:v>
                </c:pt>
                <c:pt idx="2841">
                  <c:v>42696</c:v>
                </c:pt>
                <c:pt idx="2842">
                  <c:v>42697</c:v>
                </c:pt>
                <c:pt idx="2843">
                  <c:v>42698</c:v>
                </c:pt>
                <c:pt idx="2844">
                  <c:v>42699</c:v>
                </c:pt>
                <c:pt idx="2845">
                  <c:v>42702</c:v>
                </c:pt>
                <c:pt idx="2846">
                  <c:v>42703</c:v>
                </c:pt>
                <c:pt idx="2847">
                  <c:v>42704</c:v>
                </c:pt>
                <c:pt idx="2848">
                  <c:v>42705</c:v>
                </c:pt>
                <c:pt idx="2849">
                  <c:v>42706</c:v>
                </c:pt>
                <c:pt idx="2850">
                  <c:v>42709</c:v>
                </c:pt>
                <c:pt idx="2851">
                  <c:v>42710</c:v>
                </c:pt>
                <c:pt idx="2852">
                  <c:v>42711</c:v>
                </c:pt>
                <c:pt idx="2853">
                  <c:v>42712</c:v>
                </c:pt>
                <c:pt idx="2854">
                  <c:v>42713</c:v>
                </c:pt>
                <c:pt idx="2855">
                  <c:v>42716</c:v>
                </c:pt>
                <c:pt idx="2856">
                  <c:v>42717</c:v>
                </c:pt>
                <c:pt idx="2857">
                  <c:v>42718</c:v>
                </c:pt>
                <c:pt idx="2858">
                  <c:v>42719</c:v>
                </c:pt>
                <c:pt idx="2859">
                  <c:v>42720</c:v>
                </c:pt>
                <c:pt idx="2860">
                  <c:v>42723</c:v>
                </c:pt>
                <c:pt idx="2861">
                  <c:v>42724</c:v>
                </c:pt>
                <c:pt idx="2862">
                  <c:v>42725</c:v>
                </c:pt>
                <c:pt idx="2863">
                  <c:v>42726</c:v>
                </c:pt>
                <c:pt idx="2864">
                  <c:v>42727</c:v>
                </c:pt>
                <c:pt idx="2865">
                  <c:v>42730</c:v>
                </c:pt>
                <c:pt idx="2866">
                  <c:v>42731</c:v>
                </c:pt>
                <c:pt idx="2867">
                  <c:v>42732</c:v>
                </c:pt>
                <c:pt idx="2868">
                  <c:v>42733</c:v>
                </c:pt>
                <c:pt idx="2869">
                  <c:v>42734</c:v>
                </c:pt>
                <c:pt idx="2870">
                  <c:v>42737</c:v>
                </c:pt>
                <c:pt idx="2871">
                  <c:v>42738</c:v>
                </c:pt>
                <c:pt idx="2872">
                  <c:v>42739</c:v>
                </c:pt>
                <c:pt idx="2873">
                  <c:v>42740</c:v>
                </c:pt>
                <c:pt idx="2874">
                  <c:v>42741</c:v>
                </c:pt>
                <c:pt idx="2875">
                  <c:v>42744</c:v>
                </c:pt>
                <c:pt idx="2876">
                  <c:v>42745</c:v>
                </c:pt>
                <c:pt idx="2877">
                  <c:v>42746</c:v>
                </c:pt>
                <c:pt idx="2878">
                  <c:v>42747</c:v>
                </c:pt>
                <c:pt idx="2879">
                  <c:v>42748</c:v>
                </c:pt>
                <c:pt idx="2880">
                  <c:v>42751</c:v>
                </c:pt>
                <c:pt idx="2881">
                  <c:v>42752</c:v>
                </c:pt>
                <c:pt idx="2882">
                  <c:v>42753</c:v>
                </c:pt>
                <c:pt idx="2883">
                  <c:v>42754</c:v>
                </c:pt>
                <c:pt idx="2884">
                  <c:v>42755</c:v>
                </c:pt>
                <c:pt idx="2885">
                  <c:v>42758</c:v>
                </c:pt>
                <c:pt idx="2886">
                  <c:v>42759</c:v>
                </c:pt>
                <c:pt idx="2887">
                  <c:v>42760</c:v>
                </c:pt>
                <c:pt idx="2888">
                  <c:v>42761</c:v>
                </c:pt>
                <c:pt idx="2889">
                  <c:v>42762</c:v>
                </c:pt>
                <c:pt idx="2890">
                  <c:v>42765</c:v>
                </c:pt>
                <c:pt idx="2891">
                  <c:v>42766</c:v>
                </c:pt>
                <c:pt idx="2892">
                  <c:v>42767</c:v>
                </c:pt>
                <c:pt idx="2893">
                  <c:v>42768</c:v>
                </c:pt>
                <c:pt idx="2894">
                  <c:v>42769</c:v>
                </c:pt>
                <c:pt idx="2895">
                  <c:v>42772</c:v>
                </c:pt>
                <c:pt idx="2896">
                  <c:v>42773</c:v>
                </c:pt>
                <c:pt idx="2897">
                  <c:v>42774</c:v>
                </c:pt>
                <c:pt idx="2898">
                  <c:v>42775</c:v>
                </c:pt>
                <c:pt idx="2899">
                  <c:v>42776</c:v>
                </c:pt>
                <c:pt idx="2900">
                  <c:v>42779</c:v>
                </c:pt>
                <c:pt idx="2901">
                  <c:v>42780</c:v>
                </c:pt>
                <c:pt idx="2902">
                  <c:v>42781</c:v>
                </c:pt>
                <c:pt idx="2903">
                  <c:v>42782</c:v>
                </c:pt>
                <c:pt idx="2904">
                  <c:v>42783</c:v>
                </c:pt>
                <c:pt idx="2905">
                  <c:v>42786</c:v>
                </c:pt>
                <c:pt idx="2906">
                  <c:v>42787</c:v>
                </c:pt>
                <c:pt idx="2907">
                  <c:v>42788</c:v>
                </c:pt>
                <c:pt idx="2908">
                  <c:v>42789</c:v>
                </c:pt>
                <c:pt idx="2909">
                  <c:v>42790</c:v>
                </c:pt>
                <c:pt idx="2910">
                  <c:v>42793</c:v>
                </c:pt>
                <c:pt idx="2911">
                  <c:v>42794</c:v>
                </c:pt>
                <c:pt idx="2912">
                  <c:v>42795</c:v>
                </c:pt>
                <c:pt idx="2913">
                  <c:v>42796</c:v>
                </c:pt>
                <c:pt idx="2914">
                  <c:v>42797</c:v>
                </c:pt>
                <c:pt idx="2915">
                  <c:v>42800</c:v>
                </c:pt>
                <c:pt idx="2916">
                  <c:v>42801</c:v>
                </c:pt>
                <c:pt idx="2917">
                  <c:v>42802</c:v>
                </c:pt>
                <c:pt idx="2918">
                  <c:v>42803</c:v>
                </c:pt>
                <c:pt idx="2919">
                  <c:v>42804</c:v>
                </c:pt>
                <c:pt idx="2920">
                  <c:v>42807</c:v>
                </c:pt>
                <c:pt idx="2921">
                  <c:v>42808</c:v>
                </c:pt>
                <c:pt idx="2922">
                  <c:v>42809</c:v>
                </c:pt>
                <c:pt idx="2923">
                  <c:v>42810</c:v>
                </c:pt>
                <c:pt idx="2924">
                  <c:v>42811</c:v>
                </c:pt>
                <c:pt idx="2925">
                  <c:v>42814</c:v>
                </c:pt>
                <c:pt idx="2926">
                  <c:v>42815</c:v>
                </c:pt>
                <c:pt idx="2927">
                  <c:v>42816</c:v>
                </c:pt>
                <c:pt idx="2928">
                  <c:v>42817</c:v>
                </c:pt>
                <c:pt idx="2929">
                  <c:v>42818</c:v>
                </c:pt>
                <c:pt idx="2930">
                  <c:v>42821</c:v>
                </c:pt>
                <c:pt idx="2931">
                  <c:v>42822</c:v>
                </c:pt>
                <c:pt idx="2932">
                  <c:v>42823</c:v>
                </c:pt>
                <c:pt idx="2933">
                  <c:v>42824</c:v>
                </c:pt>
                <c:pt idx="2934">
                  <c:v>42825</c:v>
                </c:pt>
                <c:pt idx="2935">
                  <c:v>42828</c:v>
                </c:pt>
                <c:pt idx="2936">
                  <c:v>42829</c:v>
                </c:pt>
                <c:pt idx="2937">
                  <c:v>42830</c:v>
                </c:pt>
                <c:pt idx="2938">
                  <c:v>42831</c:v>
                </c:pt>
                <c:pt idx="2939">
                  <c:v>42832</c:v>
                </c:pt>
                <c:pt idx="2940">
                  <c:v>42835</c:v>
                </c:pt>
                <c:pt idx="2941">
                  <c:v>42836</c:v>
                </c:pt>
                <c:pt idx="2942">
                  <c:v>42837</c:v>
                </c:pt>
                <c:pt idx="2943">
                  <c:v>42838</c:v>
                </c:pt>
                <c:pt idx="2944">
                  <c:v>42839</c:v>
                </c:pt>
                <c:pt idx="2945">
                  <c:v>42842</c:v>
                </c:pt>
                <c:pt idx="2946">
                  <c:v>42843</c:v>
                </c:pt>
                <c:pt idx="2947">
                  <c:v>42844</c:v>
                </c:pt>
                <c:pt idx="2948">
                  <c:v>42845</c:v>
                </c:pt>
                <c:pt idx="2949">
                  <c:v>42846</c:v>
                </c:pt>
                <c:pt idx="2950">
                  <c:v>42849</c:v>
                </c:pt>
                <c:pt idx="2951">
                  <c:v>42850</c:v>
                </c:pt>
                <c:pt idx="2952">
                  <c:v>42851</c:v>
                </c:pt>
                <c:pt idx="2953">
                  <c:v>42852</c:v>
                </c:pt>
                <c:pt idx="2954">
                  <c:v>42853</c:v>
                </c:pt>
                <c:pt idx="2955">
                  <c:v>42856</c:v>
                </c:pt>
                <c:pt idx="2956">
                  <c:v>42857</c:v>
                </c:pt>
                <c:pt idx="2957">
                  <c:v>42858</c:v>
                </c:pt>
                <c:pt idx="2958">
                  <c:v>42859</c:v>
                </c:pt>
                <c:pt idx="2959">
                  <c:v>42860</c:v>
                </c:pt>
                <c:pt idx="2960">
                  <c:v>42863</c:v>
                </c:pt>
                <c:pt idx="2961">
                  <c:v>42864</c:v>
                </c:pt>
                <c:pt idx="2962">
                  <c:v>42865</c:v>
                </c:pt>
                <c:pt idx="2963">
                  <c:v>42866</c:v>
                </c:pt>
                <c:pt idx="2964">
                  <c:v>42867</c:v>
                </c:pt>
                <c:pt idx="2965">
                  <c:v>42870</c:v>
                </c:pt>
                <c:pt idx="2966">
                  <c:v>42871</c:v>
                </c:pt>
                <c:pt idx="2967">
                  <c:v>42872</c:v>
                </c:pt>
                <c:pt idx="2968">
                  <c:v>42873</c:v>
                </c:pt>
                <c:pt idx="2969">
                  <c:v>42874</c:v>
                </c:pt>
                <c:pt idx="2970">
                  <c:v>42877</c:v>
                </c:pt>
                <c:pt idx="2971">
                  <c:v>42878</c:v>
                </c:pt>
                <c:pt idx="2972">
                  <c:v>42879</c:v>
                </c:pt>
                <c:pt idx="2973">
                  <c:v>42880</c:v>
                </c:pt>
                <c:pt idx="2974">
                  <c:v>42881</c:v>
                </c:pt>
                <c:pt idx="2975">
                  <c:v>42884</c:v>
                </c:pt>
                <c:pt idx="2976">
                  <c:v>42885</c:v>
                </c:pt>
                <c:pt idx="2977">
                  <c:v>42886</c:v>
                </c:pt>
                <c:pt idx="2978">
                  <c:v>42887</c:v>
                </c:pt>
                <c:pt idx="2979">
                  <c:v>42888</c:v>
                </c:pt>
                <c:pt idx="2980">
                  <c:v>42891</c:v>
                </c:pt>
                <c:pt idx="2981">
                  <c:v>42892</c:v>
                </c:pt>
                <c:pt idx="2982">
                  <c:v>42893</c:v>
                </c:pt>
                <c:pt idx="2983">
                  <c:v>42894</c:v>
                </c:pt>
                <c:pt idx="2984">
                  <c:v>42895</c:v>
                </c:pt>
                <c:pt idx="2985">
                  <c:v>42898</c:v>
                </c:pt>
                <c:pt idx="2986">
                  <c:v>42899</c:v>
                </c:pt>
                <c:pt idx="2987">
                  <c:v>42900</c:v>
                </c:pt>
                <c:pt idx="2988">
                  <c:v>42901</c:v>
                </c:pt>
                <c:pt idx="2989">
                  <c:v>42902</c:v>
                </c:pt>
                <c:pt idx="2990">
                  <c:v>42905</c:v>
                </c:pt>
                <c:pt idx="2991">
                  <c:v>42906</c:v>
                </c:pt>
                <c:pt idx="2992">
                  <c:v>42907</c:v>
                </c:pt>
                <c:pt idx="2993">
                  <c:v>42908</c:v>
                </c:pt>
                <c:pt idx="2994">
                  <c:v>42909</c:v>
                </c:pt>
                <c:pt idx="2995">
                  <c:v>42912</c:v>
                </c:pt>
                <c:pt idx="2996">
                  <c:v>42913</c:v>
                </c:pt>
                <c:pt idx="2997">
                  <c:v>42914</c:v>
                </c:pt>
                <c:pt idx="2998">
                  <c:v>42915</c:v>
                </c:pt>
                <c:pt idx="2999">
                  <c:v>42916</c:v>
                </c:pt>
                <c:pt idx="3000">
                  <c:v>42919</c:v>
                </c:pt>
                <c:pt idx="3001">
                  <c:v>42920</c:v>
                </c:pt>
                <c:pt idx="3002">
                  <c:v>42921</c:v>
                </c:pt>
                <c:pt idx="3003">
                  <c:v>42922</c:v>
                </c:pt>
                <c:pt idx="3004">
                  <c:v>42923</c:v>
                </c:pt>
                <c:pt idx="3005">
                  <c:v>42926</c:v>
                </c:pt>
                <c:pt idx="3006">
                  <c:v>42927</c:v>
                </c:pt>
                <c:pt idx="3007">
                  <c:v>42928</c:v>
                </c:pt>
                <c:pt idx="3008">
                  <c:v>42929</c:v>
                </c:pt>
                <c:pt idx="3009">
                  <c:v>42930</c:v>
                </c:pt>
                <c:pt idx="3010">
                  <c:v>42933</c:v>
                </c:pt>
                <c:pt idx="3011">
                  <c:v>42934</c:v>
                </c:pt>
                <c:pt idx="3012">
                  <c:v>42935</c:v>
                </c:pt>
                <c:pt idx="3013">
                  <c:v>42936</c:v>
                </c:pt>
                <c:pt idx="3014">
                  <c:v>42937</c:v>
                </c:pt>
                <c:pt idx="3015">
                  <c:v>42940</c:v>
                </c:pt>
                <c:pt idx="3016">
                  <c:v>42941</c:v>
                </c:pt>
                <c:pt idx="3017">
                  <c:v>42942</c:v>
                </c:pt>
                <c:pt idx="3018">
                  <c:v>42943</c:v>
                </c:pt>
                <c:pt idx="3019">
                  <c:v>42944</c:v>
                </c:pt>
                <c:pt idx="3020">
                  <c:v>42947</c:v>
                </c:pt>
                <c:pt idx="3021">
                  <c:v>42948</c:v>
                </c:pt>
                <c:pt idx="3022">
                  <c:v>42949</c:v>
                </c:pt>
                <c:pt idx="3023">
                  <c:v>42950</c:v>
                </c:pt>
                <c:pt idx="3024">
                  <c:v>42951</c:v>
                </c:pt>
                <c:pt idx="3025">
                  <c:v>42954</c:v>
                </c:pt>
                <c:pt idx="3026">
                  <c:v>42955</c:v>
                </c:pt>
                <c:pt idx="3027">
                  <c:v>42956</c:v>
                </c:pt>
                <c:pt idx="3028">
                  <c:v>42957</c:v>
                </c:pt>
                <c:pt idx="3029">
                  <c:v>42958</c:v>
                </c:pt>
                <c:pt idx="3030">
                  <c:v>42961</c:v>
                </c:pt>
                <c:pt idx="3031">
                  <c:v>42962</c:v>
                </c:pt>
                <c:pt idx="3032">
                  <c:v>42963</c:v>
                </c:pt>
                <c:pt idx="3033">
                  <c:v>42964</c:v>
                </c:pt>
                <c:pt idx="3034">
                  <c:v>42965</c:v>
                </c:pt>
                <c:pt idx="3035">
                  <c:v>42968</c:v>
                </c:pt>
                <c:pt idx="3036">
                  <c:v>42969</c:v>
                </c:pt>
                <c:pt idx="3037">
                  <c:v>42970</c:v>
                </c:pt>
                <c:pt idx="3038">
                  <c:v>42971</c:v>
                </c:pt>
                <c:pt idx="3039">
                  <c:v>42972</c:v>
                </c:pt>
                <c:pt idx="3040">
                  <c:v>42975</c:v>
                </c:pt>
                <c:pt idx="3041">
                  <c:v>42976</c:v>
                </c:pt>
                <c:pt idx="3042">
                  <c:v>42977</c:v>
                </c:pt>
                <c:pt idx="3043">
                  <c:v>42978</c:v>
                </c:pt>
                <c:pt idx="3044">
                  <c:v>42979</c:v>
                </c:pt>
                <c:pt idx="3045">
                  <c:v>42982</c:v>
                </c:pt>
                <c:pt idx="3046">
                  <c:v>42983</c:v>
                </c:pt>
                <c:pt idx="3047">
                  <c:v>42984</c:v>
                </c:pt>
                <c:pt idx="3048">
                  <c:v>42985</c:v>
                </c:pt>
                <c:pt idx="3049">
                  <c:v>42986</c:v>
                </c:pt>
                <c:pt idx="3050">
                  <c:v>42989</c:v>
                </c:pt>
                <c:pt idx="3051">
                  <c:v>42990</c:v>
                </c:pt>
                <c:pt idx="3052">
                  <c:v>42991</c:v>
                </c:pt>
                <c:pt idx="3053">
                  <c:v>42992</c:v>
                </c:pt>
                <c:pt idx="3054">
                  <c:v>42993</c:v>
                </c:pt>
                <c:pt idx="3055">
                  <c:v>42996</c:v>
                </c:pt>
                <c:pt idx="3056">
                  <c:v>42997</c:v>
                </c:pt>
                <c:pt idx="3057">
                  <c:v>42998</c:v>
                </c:pt>
                <c:pt idx="3058">
                  <c:v>42999</c:v>
                </c:pt>
                <c:pt idx="3059">
                  <c:v>43000</c:v>
                </c:pt>
                <c:pt idx="3060">
                  <c:v>43003</c:v>
                </c:pt>
                <c:pt idx="3061">
                  <c:v>43004</c:v>
                </c:pt>
                <c:pt idx="3062">
                  <c:v>43005</c:v>
                </c:pt>
                <c:pt idx="3063">
                  <c:v>43006</c:v>
                </c:pt>
                <c:pt idx="3064">
                  <c:v>43007</c:v>
                </c:pt>
                <c:pt idx="3065">
                  <c:v>43010</c:v>
                </c:pt>
                <c:pt idx="3066">
                  <c:v>43011</c:v>
                </c:pt>
                <c:pt idx="3067">
                  <c:v>43012</c:v>
                </c:pt>
                <c:pt idx="3068">
                  <c:v>43013</c:v>
                </c:pt>
                <c:pt idx="3069">
                  <c:v>43014</c:v>
                </c:pt>
                <c:pt idx="3070">
                  <c:v>43017</c:v>
                </c:pt>
                <c:pt idx="3071">
                  <c:v>43018</c:v>
                </c:pt>
                <c:pt idx="3072">
                  <c:v>43019</c:v>
                </c:pt>
                <c:pt idx="3073">
                  <c:v>43020</c:v>
                </c:pt>
                <c:pt idx="3074">
                  <c:v>43021</c:v>
                </c:pt>
                <c:pt idx="3075">
                  <c:v>43024</c:v>
                </c:pt>
                <c:pt idx="3076">
                  <c:v>43025</c:v>
                </c:pt>
                <c:pt idx="3077">
                  <c:v>43026</c:v>
                </c:pt>
                <c:pt idx="3078">
                  <c:v>43027</c:v>
                </c:pt>
                <c:pt idx="3079">
                  <c:v>43028</c:v>
                </c:pt>
                <c:pt idx="3080">
                  <c:v>43031</c:v>
                </c:pt>
                <c:pt idx="3081">
                  <c:v>43032</c:v>
                </c:pt>
                <c:pt idx="3082">
                  <c:v>43033</c:v>
                </c:pt>
                <c:pt idx="3083">
                  <c:v>43034</c:v>
                </c:pt>
                <c:pt idx="3084">
                  <c:v>43035</c:v>
                </c:pt>
                <c:pt idx="3085">
                  <c:v>43038</c:v>
                </c:pt>
                <c:pt idx="3086">
                  <c:v>43039</c:v>
                </c:pt>
                <c:pt idx="3087">
                  <c:v>43040</c:v>
                </c:pt>
                <c:pt idx="3088">
                  <c:v>43041</c:v>
                </c:pt>
                <c:pt idx="3089">
                  <c:v>43042</c:v>
                </c:pt>
                <c:pt idx="3090">
                  <c:v>43045</c:v>
                </c:pt>
                <c:pt idx="3091">
                  <c:v>43046</c:v>
                </c:pt>
                <c:pt idx="3092">
                  <c:v>43047</c:v>
                </c:pt>
                <c:pt idx="3093">
                  <c:v>43048</c:v>
                </c:pt>
                <c:pt idx="3094">
                  <c:v>43049</c:v>
                </c:pt>
                <c:pt idx="3095">
                  <c:v>43052</c:v>
                </c:pt>
                <c:pt idx="3096">
                  <c:v>43053</c:v>
                </c:pt>
                <c:pt idx="3097">
                  <c:v>43054</c:v>
                </c:pt>
                <c:pt idx="3098">
                  <c:v>43055</c:v>
                </c:pt>
                <c:pt idx="3099">
                  <c:v>43056</c:v>
                </c:pt>
                <c:pt idx="3100">
                  <c:v>43059</c:v>
                </c:pt>
                <c:pt idx="3101">
                  <c:v>43060</c:v>
                </c:pt>
                <c:pt idx="3102">
                  <c:v>43061</c:v>
                </c:pt>
                <c:pt idx="3103">
                  <c:v>43062</c:v>
                </c:pt>
                <c:pt idx="3104">
                  <c:v>43063</c:v>
                </c:pt>
                <c:pt idx="3105">
                  <c:v>43066</c:v>
                </c:pt>
                <c:pt idx="3106">
                  <c:v>43067</c:v>
                </c:pt>
                <c:pt idx="3107">
                  <c:v>43068</c:v>
                </c:pt>
                <c:pt idx="3108">
                  <c:v>43069</c:v>
                </c:pt>
                <c:pt idx="3109">
                  <c:v>43070</c:v>
                </c:pt>
                <c:pt idx="3110">
                  <c:v>43073</c:v>
                </c:pt>
                <c:pt idx="3111">
                  <c:v>43074</c:v>
                </c:pt>
                <c:pt idx="3112">
                  <c:v>43075</c:v>
                </c:pt>
                <c:pt idx="3113">
                  <c:v>43076</c:v>
                </c:pt>
                <c:pt idx="3114">
                  <c:v>43077</c:v>
                </c:pt>
                <c:pt idx="3115">
                  <c:v>43080</c:v>
                </c:pt>
                <c:pt idx="3116">
                  <c:v>43081</c:v>
                </c:pt>
                <c:pt idx="3117">
                  <c:v>43082</c:v>
                </c:pt>
                <c:pt idx="3118">
                  <c:v>43083</c:v>
                </c:pt>
                <c:pt idx="3119">
                  <c:v>43084</c:v>
                </c:pt>
                <c:pt idx="3120">
                  <c:v>43087</c:v>
                </c:pt>
                <c:pt idx="3121">
                  <c:v>43088</c:v>
                </c:pt>
                <c:pt idx="3122">
                  <c:v>43089</c:v>
                </c:pt>
                <c:pt idx="3123">
                  <c:v>43090</c:v>
                </c:pt>
                <c:pt idx="3124">
                  <c:v>43091</c:v>
                </c:pt>
                <c:pt idx="3125">
                  <c:v>43094</c:v>
                </c:pt>
                <c:pt idx="3126">
                  <c:v>43095</c:v>
                </c:pt>
                <c:pt idx="3127">
                  <c:v>43096</c:v>
                </c:pt>
                <c:pt idx="3128">
                  <c:v>43097</c:v>
                </c:pt>
                <c:pt idx="3129">
                  <c:v>43098</c:v>
                </c:pt>
                <c:pt idx="3130">
                  <c:v>43101</c:v>
                </c:pt>
                <c:pt idx="3131">
                  <c:v>43102</c:v>
                </c:pt>
                <c:pt idx="3132">
                  <c:v>43103</c:v>
                </c:pt>
                <c:pt idx="3133">
                  <c:v>43104</c:v>
                </c:pt>
                <c:pt idx="3134">
                  <c:v>43105</c:v>
                </c:pt>
                <c:pt idx="3135">
                  <c:v>43108</c:v>
                </c:pt>
                <c:pt idx="3136">
                  <c:v>43109</c:v>
                </c:pt>
                <c:pt idx="3137">
                  <c:v>43110</c:v>
                </c:pt>
                <c:pt idx="3138">
                  <c:v>43111</c:v>
                </c:pt>
                <c:pt idx="3139">
                  <c:v>43112</c:v>
                </c:pt>
                <c:pt idx="3140">
                  <c:v>43115</c:v>
                </c:pt>
                <c:pt idx="3141">
                  <c:v>43116</c:v>
                </c:pt>
                <c:pt idx="3142">
                  <c:v>43117</c:v>
                </c:pt>
                <c:pt idx="3143">
                  <c:v>43118</c:v>
                </c:pt>
                <c:pt idx="3144">
                  <c:v>43119</c:v>
                </c:pt>
                <c:pt idx="3145">
                  <c:v>43122</c:v>
                </c:pt>
                <c:pt idx="3146">
                  <c:v>43123</c:v>
                </c:pt>
                <c:pt idx="3147">
                  <c:v>43124</c:v>
                </c:pt>
                <c:pt idx="3148">
                  <c:v>43125</c:v>
                </c:pt>
                <c:pt idx="3149">
                  <c:v>43126</c:v>
                </c:pt>
                <c:pt idx="3150">
                  <c:v>43129</c:v>
                </c:pt>
                <c:pt idx="3151">
                  <c:v>43130</c:v>
                </c:pt>
                <c:pt idx="3152">
                  <c:v>43131</c:v>
                </c:pt>
                <c:pt idx="3153">
                  <c:v>43132</c:v>
                </c:pt>
                <c:pt idx="3154">
                  <c:v>43133</c:v>
                </c:pt>
                <c:pt idx="3155">
                  <c:v>43136</c:v>
                </c:pt>
                <c:pt idx="3156">
                  <c:v>43137</c:v>
                </c:pt>
                <c:pt idx="3157">
                  <c:v>43138</c:v>
                </c:pt>
                <c:pt idx="3158">
                  <c:v>43139</c:v>
                </c:pt>
                <c:pt idx="3159">
                  <c:v>43140</c:v>
                </c:pt>
                <c:pt idx="3160">
                  <c:v>43143</c:v>
                </c:pt>
                <c:pt idx="3161">
                  <c:v>43144</c:v>
                </c:pt>
                <c:pt idx="3162">
                  <c:v>43145</c:v>
                </c:pt>
                <c:pt idx="3163">
                  <c:v>43146</c:v>
                </c:pt>
                <c:pt idx="3164">
                  <c:v>43147</c:v>
                </c:pt>
                <c:pt idx="3165">
                  <c:v>43150</c:v>
                </c:pt>
                <c:pt idx="3166">
                  <c:v>43151</c:v>
                </c:pt>
                <c:pt idx="3167">
                  <c:v>43152</c:v>
                </c:pt>
                <c:pt idx="3168">
                  <c:v>43153</c:v>
                </c:pt>
                <c:pt idx="3169">
                  <c:v>43154</c:v>
                </c:pt>
                <c:pt idx="3170">
                  <c:v>43157</c:v>
                </c:pt>
                <c:pt idx="3171">
                  <c:v>43158</c:v>
                </c:pt>
                <c:pt idx="3172">
                  <c:v>43159</c:v>
                </c:pt>
                <c:pt idx="3173">
                  <c:v>43160</c:v>
                </c:pt>
                <c:pt idx="3174">
                  <c:v>43161</c:v>
                </c:pt>
                <c:pt idx="3175">
                  <c:v>43164</c:v>
                </c:pt>
                <c:pt idx="3176">
                  <c:v>43165</c:v>
                </c:pt>
                <c:pt idx="3177">
                  <c:v>43166</c:v>
                </c:pt>
                <c:pt idx="3178">
                  <c:v>43167</c:v>
                </c:pt>
                <c:pt idx="3179">
                  <c:v>43168</c:v>
                </c:pt>
                <c:pt idx="3180">
                  <c:v>43171</c:v>
                </c:pt>
                <c:pt idx="3181">
                  <c:v>43172</c:v>
                </c:pt>
                <c:pt idx="3182">
                  <c:v>43173</c:v>
                </c:pt>
                <c:pt idx="3183">
                  <c:v>43174</c:v>
                </c:pt>
                <c:pt idx="3184">
                  <c:v>43175</c:v>
                </c:pt>
                <c:pt idx="3185">
                  <c:v>43178</c:v>
                </c:pt>
                <c:pt idx="3186">
                  <c:v>43179</c:v>
                </c:pt>
                <c:pt idx="3187">
                  <c:v>43180</c:v>
                </c:pt>
                <c:pt idx="3188">
                  <c:v>43181</c:v>
                </c:pt>
                <c:pt idx="3189">
                  <c:v>43182</c:v>
                </c:pt>
                <c:pt idx="3190">
                  <c:v>43185</c:v>
                </c:pt>
                <c:pt idx="3191">
                  <c:v>43186</c:v>
                </c:pt>
                <c:pt idx="3192">
                  <c:v>43187</c:v>
                </c:pt>
                <c:pt idx="3193">
                  <c:v>43188</c:v>
                </c:pt>
                <c:pt idx="3194">
                  <c:v>43189</c:v>
                </c:pt>
                <c:pt idx="3195">
                  <c:v>43192</c:v>
                </c:pt>
                <c:pt idx="3196">
                  <c:v>43193</c:v>
                </c:pt>
                <c:pt idx="3197">
                  <c:v>43194</c:v>
                </c:pt>
                <c:pt idx="3198">
                  <c:v>43195</c:v>
                </c:pt>
                <c:pt idx="3199">
                  <c:v>43196</c:v>
                </c:pt>
                <c:pt idx="3200">
                  <c:v>43199</c:v>
                </c:pt>
                <c:pt idx="3201">
                  <c:v>43200</c:v>
                </c:pt>
                <c:pt idx="3202">
                  <c:v>43201</c:v>
                </c:pt>
                <c:pt idx="3203">
                  <c:v>43202</c:v>
                </c:pt>
                <c:pt idx="3204">
                  <c:v>43203</c:v>
                </c:pt>
                <c:pt idx="3205">
                  <c:v>43206</c:v>
                </c:pt>
                <c:pt idx="3206">
                  <c:v>43207</c:v>
                </c:pt>
                <c:pt idx="3207">
                  <c:v>43208</c:v>
                </c:pt>
                <c:pt idx="3208">
                  <c:v>43209</c:v>
                </c:pt>
                <c:pt idx="3209">
                  <c:v>43210</c:v>
                </c:pt>
                <c:pt idx="3210">
                  <c:v>43213</c:v>
                </c:pt>
                <c:pt idx="3211">
                  <c:v>43214</c:v>
                </c:pt>
                <c:pt idx="3212">
                  <c:v>43215</c:v>
                </c:pt>
                <c:pt idx="3213">
                  <c:v>43216</c:v>
                </c:pt>
                <c:pt idx="3214">
                  <c:v>43217</c:v>
                </c:pt>
                <c:pt idx="3215">
                  <c:v>43220</c:v>
                </c:pt>
                <c:pt idx="3216">
                  <c:v>43221</c:v>
                </c:pt>
                <c:pt idx="3217">
                  <c:v>43222</c:v>
                </c:pt>
                <c:pt idx="3218">
                  <c:v>43223</c:v>
                </c:pt>
                <c:pt idx="3219">
                  <c:v>43224</c:v>
                </c:pt>
                <c:pt idx="3220">
                  <c:v>43227</c:v>
                </c:pt>
                <c:pt idx="3221">
                  <c:v>43228</c:v>
                </c:pt>
                <c:pt idx="3222">
                  <c:v>43229</c:v>
                </c:pt>
                <c:pt idx="3223">
                  <c:v>43230</c:v>
                </c:pt>
                <c:pt idx="3224">
                  <c:v>43231</c:v>
                </c:pt>
                <c:pt idx="3225">
                  <c:v>43234</c:v>
                </c:pt>
                <c:pt idx="3226">
                  <c:v>43235</c:v>
                </c:pt>
                <c:pt idx="3227">
                  <c:v>43236</c:v>
                </c:pt>
                <c:pt idx="3228">
                  <c:v>43237</c:v>
                </c:pt>
                <c:pt idx="3229">
                  <c:v>43238</c:v>
                </c:pt>
                <c:pt idx="3230">
                  <c:v>43241</c:v>
                </c:pt>
                <c:pt idx="3231">
                  <c:v>43242</c:v>
                </c:pt>
                <c:pt idx="3232">
                  <c:v>43243</c:v>
                </c:pt>
                <c:pt idx="3233">
                  <c:v>43244</c:v>
                </c:pt>
                <c:pt idx="3234">
                  <c:v>43245</c:v>
                </c:pt>
                <c:pt idx="3235">
                  <c:v>43248</c:v>
                </c:pt>
                <c:pt idx="3236">
                  <c:v>43249</c:v>
                </c:pt>
                <c:pt idx="3237">
                  <c:v>43250</c:v>
                </c:pt>
                <c:pt idx="3238">
                  <c:v>43251</c:v>
                </c:pt>
                <c:pt idx="3239">
                  <c:v>43252</c:v>
                </c:pt>
                <c:pt idx="3240">
                  <c:v>43255</c:v>
                </c:pt>
                <c:pt idx="3241">
                  <c:v>43256</c:v>
                </c:pt>
                <c:pt idx="3242">
                  <c:v>43257</c:v>
                </c:pt>
                <c:pt idx="3243">
                  <c:v>43258</c:v>
                </c:pt>
                <c:pt idx="3244">
                  <c:v>43259</c:v>
                </c:pt>
                <c:pt idx="3245">
                  <c:v>43262</c:v>
                </c:pt>
                <c:pt idx="3246">
                  <c:v>43263</c:v>
                </c:pt>
                <c:pt idx="3247">
                  <c:v>43264</c:v>
                </c:pt>
                <c:pt idx="3248">
                  <c:v>43265</c:v>
                </c:pt>
                <c:pt idx="3249">
                  <c:v>43266</c:v>
                </c:pt>
                <c:pt idx="3250">
                  <c:v>43269</c:v>
                </c:pt>
                <c:pt idx="3251">
                  <c:v>43270</c:v>
                </c:pt>
                <c:pt idx="3252">
                  <c:v>43271</c:v>
                </c:pt>
                <c:pt idx="3253">
                  <c:v>43272</c:v>
                </c:pt>
                <c:pt idx="3254">
                  <c:v>43273</c:v>
                </c:pt>
                <c:pt idx="3255">
                  <c:v>43276</c:v>
                </c:pt>
                <c:pt idx="3256">
                  <c:v>43277</c:v>
                </c:pt>
                <c:pt idx="3257">
                  <c:v>43278</c:v>
                </c:pt>
                <c:pt idx="3258">
                  <c:v>43279</c:v>
                </c:pt>
                <c:pt idx="3259">
                  <c:v>43280</c:v>
                </c:pt>
                <c:pt idx="3260">
                  <c:v>43283</c:v>
                </c:pt>
                <c:pt idx="3261">
                  <c:v>43284</c:v>
                </c:pt>
                <c:pt idx="3262">
                  <c:v>43285</c:v>
                </c:pt>
                <c:pt idx="3263">
                  <c:v>43286</c:v>
                </c:pt>
                <c:pt idx="3264">
                  <c:v>43287</c:v>
                </c:pt>
                <c:pt idx="3265">
                  <c:v>43290</c:v>
                </c:pt>
                <c:pt idx="3266">
                  <c:v>43291</c:v>
                </c:pt>
                <c:pt idx="3267">
                  <c:v>43292</c:v>
                </c:pt>
                <c:pt idx="3268">
                  <c:v>43293</c:v>
                </c:pt>
                <c:pt idx="3269">
                  <c:v>43294</c:v>
                </c:pt>
                <c:pt idx="3270">
                  <c:v>43297</c:v>
                </c:pt>
                <c:pt idx="3271">
                  <c:v>43298</c:v>
                </c:pt>
                <c:pt idx="3272">
                  <c:v>43299</c:v>
                </c:pt>
                <c:pt idx="3273">
                  <c:v>43300</c:v>
                </c:pt>
                <c:pt idx="3274">
                  <c:v>43301</c:v>
                </c:pt>
                <c:pt idx="3275">
                  <c:v>43304</c:v>
                </c:pt>
                <c:pt idx="3276">
                  <c:v>43305</c:v>
                </c:pt>
                <c:pt idx="3277">
                  <c:v>43306</c:v>
                </c:pt>
                <c:pt idx="3278">
                  <c:v>43307</c:v>
                </c:pt>
                <c:pt idx="3279">
                  <c:v>43308</c:v>
                </c:pt>
                <c:pt idx="3280">
                  <c:v>43311</c:v>
                </c:pt>
                <c:pt idx="3281">
                  <c:v>43312</c:v>
                </c:pt>
                <c:pt idx="3282">
                  <c:v>43313</c:v>
                </c:pt>
                <c:pt idx="3283">
                  <c:v>43314</c:v>
                </c:pt>
                <c:pt idx="3284">
                  <c:v>43315</c:v>
                </c:pt>
                <c:pt idx="3285">
                  <c:v>43318</c:v>
                </c:pt>
                <c:pt idx="3286">
                  <c:v>43319</c:v>
                </c:pt>
                <c:pt idx="3287">
                  <c:v>43320</c:v>
                </c:pt>
                <c:pt idx="3288">
                  <c:v>43321</c:v>
                </c:pt>
                <c:pt idx="3289">
                  <c:v>43322</c:v>
                </c:pt>
                <c:pt idx="3290">
                  <c:v>43325</c:v>
                </c:pt>
                <c:pt idx="3291">
                  <c:v>43326</c:v>
                </c:pt>
                <c:pt idx="3292">
                  <c:v>43327</c:v>
                </c:pt>
                <c:pt idx="3293">
                  <c:v>43328</c:v>
                </c:pt>
                <c:pt idx="3294">
                  <c:v>43329</c:v>
                </c:pt>
                <c:pt idx="3295">
                  <c:v>43332</c:v>
                </c:pt>
                <c:pt idx="3296">
                  <c:v>43333</c:v>
                </c:pt>
                <c:pt idx="3297">
                  <c:v>43334</c:v>
                </c:pt>
                <c:pt idx="3298">
                  <c:v>43335</c:v>
                </c:pt>
                <c:pt idx="3299">
                  <c:v>43336</c:v>
                </c:pt>
                <c:pt idx="3300">
                  <c:v>43339</c:v>
                </c:pt>
                <c:pt idx="3301">
                  <c:v>43340</c:v>
                </c:pt>
                <c:pt idx="3302">
                  <c:v>43341</c:v>
                </c:pt>
                <c:pt idx="3303">
                  <c:v>43342</c:v>
                </c:pt>
                <c:pt idx="3304">
                  <c:v>43343</c:v>
                </c:pt>
                <c:pt idx="3305">
                  <c:v>43346</c:v>
                </c:pt>
                <c:pt idx="3306">
                  <c:v>43347</c:v>
                </c:pt>
                <c:pt idx="3307">
                  <c:v>43348</c:v>
                </c:pt>
                <c:pt idx="3308">
                  <c:v>43349</c:v>
                </c:pt>
                <c:pt idx="3309">
                  <c:v>43350</c:v>
                </c:pt>
                <c:pt idx="3310">
                  <c:v>43353</c:v>
                </c:pt>
                <c:pt idx="3311">
                  <c:v>43354</c:v>
                </c:pt>
                <c:pt idx="3312">
                  <c:v>43355</c:v>
                </c:pt>
                <c:pt idx="3313">
                  <c:v>43356</c:v>
                </c:pt>
                <c:pt idx="3314">
                  <c:v>43357</c:v>
                </c:pt>
                <c:pt idx="3315">
                  <c:v>43360</c:v>
                </c:pt>
                <c:pt idx="3316">
                  <c:v>43361</c:v>
                </c:pt>
                <c:pt idx="3317">
                  <c:v>43362</c:v>
                </c:pt>
                <c:pt idx="3318">
                  <c:v>43363</c:v>
                </c:pt>
                <c:pt idx="3319">
                  <c:v>43364</c:v>
                </c:pt>
                <c:pt idx="3320">
                  <c:v>43367</c:v>
                </c:pt>
                <c:pt idx="3321">
                  <c:v>43368</c:v>
                </c:pt>
                <c:pt idx="3322">
                  <c:v>43369</c:v>
                </c:pt>
                <c:pt idx="3323">
                  <c:v>43370</c:v>
                </c:pt>
                <c:pt idx="3324">
                  <c:v>43371</c:v>
                </c:pt>
                <c:pt idx="3325">
                  <c:v>43374</c:v>
                </c:pt>
                <c:pt idx="3326">
                  <c:v>43375</c:v>
                </c:pt>
                <c:pt idx="3327">
                  <c:v>43376</c:v>
                </c:pt>
                <c:pt idx="3328">
                  <c:v>43377</c:v>
                </c:pt>
                <c:pt idx="3329">
                  <c:v>43378</c:v>
                </c:pt>
                <c:pt idx="3330">
                  <c:v>43381</c:v>
                </c:pt>
                <c:pt idx="3331">
                  <c:v>43382</c:v>
                </c:pt>
                <c:pt idx="3332">
                  <c:v>43383</c:v>
                </c:pt>
                <c:pt idx="3333">
                  <c:v>43384</c:v>
                </c:pt>
                <c:pt idx="3334">
                  <c:v>43385</c:v>
                </c:pt>
                <c:pt idx="3335">
                  <c:v>43388</c:v>
                </c:pt>
                <c:pt idx="3336">
                  <c:v>43389</c:v>
                </c:pt>
                <c:pt idx="3337">
                  <c:v>43390</c:v>
                </c:pt>
                <c:pt idx="3338">
                  <c:v>43391</c:v>
                </c:pt>
                <c:pt idx="3339">
                  <c:v>43392</c:v>
                </c:pt>
                <c:pt idx="3340">
                  <c:v>43395</c:v>
                </c:pt>
                <c:pt idx="3341">
                  <c:v>43396</c:v>
                </c:pt>
                <c:pt idx="3342">
                  <c:v>43397</c:v>
                </c:pt>
                <c:pt idx="3343">
                  <c:v>43398</c:v>
                </c:pt>
                <c:pt idx="3344">
                  <c:v>43399</c:v>
                </c:pt>
                <c:pt idx="3345">
                  <c:v>43402</c:v>
                </c:pt>
                <c:pt idx="3346">
                  <c:v>43403</c:v>
                </c:pt>
                <c:pt idx="3347">
                  <c:v>43404</c:v>
                </c:pt>
                <c:pt idx="3348">
                  <c:v>43405</c:v>
                </c:pt>
                <c:pt idx="3349">
                  <c:v>43406</c:v>
                </c:pt>
                <c:pt idx="3350">
                  <c:v>43409</c:v>
                </c:pt>
                <c:pt idx="3351">
                  <c:v>43410</c:v>
                </c:pt>
                <c:pt idx="3352">
                  <c:v>43411</c:v>
                </c:pt>
                <c:pt idx="3353">
                  <c:v>43412</c:v>
                </c:pt>
                <c:pt idx="3354">
                  <c:v>43413</c:v>
                </c:pt>
                <c:pt idx="3355">
                  <c:v>43416</c:v>
                </c:pt>
                <c:pt idx="3356">
                  <c:v>43417</c:v>
                </c:pt>
                <c:pt idx="3357">
                  <c:v>43418</c:v>
                </c:pt>
                <c:pt idx="3358">
                  <c:v>43419</c:v>
                </c:pt>
                <c:pt idx="3359">
                  <c:v>43420</c:v>
                </c:pt>
                <c:pt idx="3360">
                  <c:v>43423</c:v>
                </c:pt>
                <c:pt idx="3361">
                  <c:v>43424</c:v>
                </c:pt>
                <c:pt idx="3362">
                  <c:v>43425</c:v>
                </c:pt>
                <c:pt idx="3363">
                  <c:v>43426</c:v>
                </c:pt>
                <c:pt idx="3364">
                  <c:v>43427</c:v>
                </c:pt>
                <c:pt idx="3365">
                  <c:v>43430</c:v>
                </c:pt>
                <c:pt idx="3366">
                  <c:v>43431</c:v>
                </c:pt>
                <c:pt idx="3367">
                  <c:v>43432</c:v>
                </c:pt>
                <c:pt idx="3368">
                  <c:v>43433</c:v>
                </c:pt>
                <c:pt idx="3369">
                  <c:v>43434</c:v>
                </c:pt>
                <c:pt idx="3370">
                  <c:v>43437</c:v>
                </c:pt>
                <c:pt idx="3371">
                  <c:v>43438</c:v>
                </c:pt>
                <c:pt idx="3372">
                  <c:v>43439</c:v>
                </c:pt>
                <c:pt idx="3373">
                  <c:v>43440</c:v>
                </c:pt>
                <c:pt idx="3374">
                  <c:v>43441</c:v>
                </c:pt>
                <c:pt idx="3375">
                  <c:v>43444</c:v>
                </c:pt>
                <c:pt idx="3376">
                  <c:v>43445</c:v>
                </c:pt>
                <c:pt idx="3377">
                  <c:v>43446</c:v>
                </c:pt>
                <c:pt idx="3378">
                  <c:v>43447</c:v>
                </c:pt>
                <c:pt idx="3379">
                  <c:v>43448</c:v>
                </c:pt>
                <c:pt idx="3380">
                  <c:v>43451</c:v>
                </c:pt>
                <c:pt idx="3381">
                  <c:v>43452</c:v>
                </c:pt>
                <c:pt idx="3382">
                  <c:v>43453</c:v>
                </c:pt>
                <c:pt idx="3383">
                  <c:v>43454</c:v>
                </c:pt>
                <c:pt idx="3384">
                  <c:v>43455</c:v>
                </c:pt>
                <c:pt idx="3385">
                  <c:v>43458</c:v>
                </c:pt>
                <c:pt idx="3386">
                  <c:v>43459</c:v>
                </c:pt>
                <c:pt idx="3387">
                  <c:v>43460</c:v>
                </c:pt>
                <c:pt idx="3388">
                  <c:v>43461</c:v>
                </c:pt>
                <c:pt idx="3389">
                  <c:v>43462</c:v>
                </c:pt>
                <c:pt idx="3390">
                  <c:v>43465</c:v>
                </c:pt>
                <c:pt idx="3391">
                  <c:v>43466</c:v>
                </c:pt>
                <c:pt idx="3392">
                  <c:v>43467</c:v>
                </c:pt>
                <c:pt idx="3393">
                  <c:v>43468</c:v>
                </c:pt>
                <c:pt idx="3394">
                  <c:v>43469</c:v>
                </c:pt>
                <c:pt idx="3395">
                  <c:v>43472</c:v>
                </c:pt>
                <c:pt idx="3396">
                  <c:v>43473</c:v>
                </c:pt>
                <c:pt idx="3397">
                  <c:v>43474</c:v>
                </c:pt>
                <c:pt idx="3398">
                  <c:v>43475</c:v>
                </c:pt>
                <c:pt idx="3399">
                  <c:v>43476</c:v>
                </c:pt>
                <c:pt idx="3400">
                  <c:v>43479</c:v>
                </c:pt>
                <c:pt idx="3401">
                  <c:v>43480</c:v>
                </c:pt>
                <c:pt idx="3402">
                  <c:v>43481</c:v>
                </c:pt>
                <c:pt idx="3403">
                  <c:v>43482</c:v>
                </c:pt>
                <c:pt idx="3404">
                  <c:v>43483</c:v>
                </c:pt>
                <c:pt idx="3405">
                  <c:v>43486</c:v>
                </c:pt>
                <c:pt idx="3406">
                  <c:v>43487</c:v>
                </c:pt>
                <c:pt idx="3407">
                  <c:v>43488</c:v>
                </c:pt>
                <c:pt idx="3408">
                  <c:v>43489</c:v>
                </c:pt>
                <c:pt idx="3409">
                  <c:v>43490</c:v>
                </c:pt>
                <c:pt idx="3410">
                  <c:v>43493</c:v>
                </c:pt>
                <c:pt idx="3411">
                  <c:v>43494</c:v>
                </c:pt>
                <c:pt idx="3412">
                  <c:v>43495</c:v>
                </c:pt>
                <c:pt idx="3413">
                  <c:v>43496</c:v>
                </c:pt>
                <c:pt idx="3414">
                  <c:v>43497</c:v>
                </c:pt>
                <c:pt idx="3415">
                  <c:v>43500</c:v>
                </c:pt>
                <c:pt idx="3416">
                  <c:v>43501</c:v>
                </c:pt>
                <c:pt idx="3417">
                  <c:v>43502</c:v>
                </c:pt>
                <c:pt idx="3418">
                  <c:v>43503</c:v>
                </c:pt>
                <c:pt idx="3419">
                  <c:v>43504</c:v>
                </c:pt>
                <c:pt idx="3420">
                  <c:v>43507</c:v>
                </c:pt>
                <c:pt idx="3421">
                  <c:v>43508</c:v>
                </c:pt>
                <c:pt idx="3422">
                  <c:v>43509</c:v>
                </c:pt>
                <c:pt idx="3423">
                  <c:v>43510</c:v>
                </c:pt>
                <c:pt idx="3424">
                  <c:v>43511</c:v>
                </c:pt>
                <c:pt idx="3425">
                  <c:v>43514</c:v>
                </c:pt>
                <c:pt idx="3426">
                  <c:v>43515</c:v>
                </c:pt>
                <c:pt idx="3427">
                  <c:v>43516</c:v>
                </c:pt>
                <c:pt idx="3428">
                  <c:v>43517</c:v>
                </c:pt>
                <c:pt idx="3429">
                  <c:v>43518</c:v>
                </c:pt>
                <c:pt idx="3430">
                  <c:v>43521</c:v>
                </c:pt>
                <c:pt idx="3431">
                  <c:v>43522</c:v>
                </c:pt>
                <c:pt idx="3432">
                  <c:v>43523</c:v>
                </c:pt>
                <c:pt idx="3433">
                  <c:v>43524</c:v>
                </c:pt>
                <c:pt idx="3434">
                  <c:v>43525</c:v>
                </c:pt>
                <c:pt idx="3435">
                  <c:v>43528</c:v>
                </c:pt>
                <c:pt idx="3436">
                  <c:v>43529</c:v>
                </c:pt>
                <c:pt idx="3437">
                  <c:v>43530</c:v>
                </c:pt>
                <c:pt idx="3438">
                  <c:v>43531</c:v>
                </c:pt>
                <c:pt idx="3439">
                  <c:v>43532</c:v>
                </c:pt>
                <c:pt idx="3440">
                  <c:v>43535</c:v>
                </c:pt>
                <c:pt idx="3441">
                  <c:v>43536</c:v>
                </c:pt>
                <c:pt idx="3442">
                  <c:v>43537</c:v>
                </c:pt>
                <c:pt idx="3443">
                  <c:v>43538</c:v>
                </c:pt>
                <c:pt idx="3444">
                  <c:v>43539</c:v>
                </c:pt>
                <c:pt idx="3445">
                  <c:v>43542</c:v>
                </c:pt>
                <c:pt idx="3446">
                  <c:v>43543</c:v>
                </c:pt>
                <c:pt idx="3447">
                  <c:v>43544</c:v>
                </c:pt>
                <c:pt idx="3448">
                  <c:v>43545</c:v>
                </c:pt>
                <c:pt idx="3449">
                  <c:v>43546</c:v>
                </c:pt>
                <c:pt idx="3450">
                  <c:v>43549</c:v>
                </c:pt>
                <c:pt idx="3451">
                  <c:v>43550</c:v>
                </c:pt>
                <c:pt idx="3452">
                  <c:v>43551</c:v>
                </c:pt>
                <c:pt idx="3453">
                  <c:v>43552</c:v>
                </c:pt>
                <c:pt idx="3454">
                  <c:v>43553</c:v>
                </c:pt>
                <c:pt idx="3455">
                  <c:v>43556</c:v>
                </c:pt>
                <c:pt idx="3456">
                  <c:v>43557</c:v>
                </c:pt>
                <c:pt idx="3457">
                  <c:v>43558</c:v>
                </c:pt>
                <c:pt idx="3458">
                  <c:v>43559</c:v>
                </c:pt>
                <c:pt idx="3459">
                  <c:v>43560</c:v>
                </c:pt>
                <c:pt idx="3460">
                  <c:v>43563</c:v>
                </c:pt>
                <c:pt idx="3461">
                  <c:v>43564</c:v>
                </c:pt>
                <c:pt idx="3462">
                  <c:v>43565</c:v>
                </c:pt>
                <c:pt idx="3463">
                  <c:v>43566</c:v>
                </c:pt>
                <c:pt idx="3464">
                  <c:v>43567</c:v>
                </c:pt>
                <c:pt idx="3465">
                  <c:v>43570</c:v>
                </c:pt>
                <c:pt idx="3466">
                  <c:v>43571</c:v>
                </c:pt>
                <c:pt idx="3467">
                  <c:v>43572</c:v>
                </c:pt>
                <c:pt idx="3468">
                  <c:v>43573</c:v>
                </c:pt>
                <c:pt idx="3469">
                  <c:v>43574</c:v>
                </c:pt>
                <c:pt idx="3470">
                  <c:v>43577</c:v>
                </c:pt>
                <c:pt idx="3471">
                  <c:v>43578</c:v>
                </c:pt>
                <c:pt idx="3472">
                  <c:v>43579</c:v>
                </c:pt>
                <c:pt idx="3473">
                  <c:v>43580</c:v>
                </c:pt>
                <c:pt idx="3474">
                  <c:v>43581</c:v>
                </c:pt>
                <c:pt idx="3475">
                  <c:v>43584</c:v>
                </c:pt>
                <c:pt idx="3476">
                  <c:v>43585</c:v>
                </c:pt>
                <c:pt idx="3477">
                  <c:v>43586</c:v>
                </c:pt>
                <c:pt idx="3478">
                  <c:v>43587</c:v>
                </c:pt>
                <c:pt idx="3479">
                  <c:v>43588</c:v>
                </c:pt>
                <c:pt idx="3480">
                  <c:v>43591</c:v>
                </c:pt>
                <c:pt idx="3481">
                  <c:v>43592</c:v>
                </c:pt>
                <c:pt idx="3482">
                  <c:v>43593</c:v>
                </c:pt>
                <c:pt idx="3483">
                  <c:v>43594</c:v>
                </c:pt>
                <c:pt idx="3484">
                  <c:v>43595</c:v>
                </c:pt>
                <c:pt idx="3485">
                  <c:v>43598</c:v>
                </c:pt>
                <c:pt idx="3486">
                  <c:v>43599</c:v>
                </c:pt>
                <c:pt idx="3487">
                  <c:v>43600</c:v>
                </c:pt>
                <c:pt idx="3488">
                  <c:v>43601</c:v>
                </c:pt>
                <c:pt idx="3489">
                  <c:v>43602</c:v>
                </c:pt>
                <c:pt idx="3490">
                  <c:v>43605</c:v>
                </c:pt>
                <c:pt idx="3491">
                  <c:v>43606</c:v>
                </c:pt>
                <c:pt idx="3492">
                  <c:v>43607</c:v>
                </c:pt>
                <c:pt idx="3493">
                  <c:v>43608</c:v>
                </c:pt>
                <c:pt idx="3494">
                  <c:v>43609</c:v>
                </c:pt>
                <c:pt idx="3495">
                  <c:v>43612</c:v>
                </c:pt>
                <c:pt idx="3496">
                  <c:v>43613</c:v>
                </c:pt>
                <c:pt idx="3497">
                  <c:v>43614</c:v>
                </c:pt>
                <c:pt idx="3498">
                  <c:v>43615</c:v>
                </c:pt>
                <c:pt idx="3499">
                  <c:v>43616</c:v>
                </c:pt>
                <c:pt idx="3500">
                  <c:v>43619</c:v>
                </c:pt>
                <c:pt idx="3501">
                  <c:v>43620</c:v>
                </c:pt>
                <c:pt idx="3502">
                  <c:v>43621</c:v>
                </c:pt>
                <c:pt idx="3503">
                  <c:v>43622</c:v>
                </c:pt>
                <c:pt idx="3504">
                  <c:v>43623</c:v>
                </c:pt>
                <c:pt idx="3505">
                  <c:v>43626</c:v>
                </c:pt>
                <c:pt idx="3506">
                  <c:v>43627</c:v>
                </c:pt>
                <c:pt idx="3507">
                  <c:v>43628</c:v>
                </c:pt>
                <c:pt idx="3508">
                  <c:v>43629</c:v>
                </c:pt>
                <c:pt idx="3509">
                  <c:v>43630</c:v>
                </c:pt>
                <c:pt idx="3510">
                  <c:v>43633</c:v>
                </c:pt>
                <c:pt idx="3511">
                  <c:v>43634</c:v>
                </c:pt>
                <c:pt idx="3512">
                  <c:v>43635</c:v>
                </c:pt>
                <c:pt idx="3513">
                  <c:v>43636</c:v>
                </c:pt>
                <c:pt idx="3514">
                  <c:v>43637</c:v>
                </c:pt>
                <c:pt idx="3515">
                  <c:v>43640</c:v>
                </c:pt>
                <c:pt idx="3516">
                  <c:v>43641</c:v>
                </c:pt>
                <c:pt idx="3517">
                  <c:v>43642</c:v>
                </c:pt>
                <c:pt idx="3518">
                  <c:v>43643</c:v>
                </c:pt>
                <c:pt idx="3519">
                  <c:v>43644</c:v>
                </c:pt>
                <c:pt idx="3520">
                  <c:v>43647</c:v>
                </c:pt>
                <c:pt idx="3521">
                  <c:v>43648</c:v>
                </c:pt>
                <c:pt idx="3522">
                  <c:v>43649</c:v>
                </c:pt>
                <c:pt idx="3523">
                  <c:v>43650</c:v>
                </c:pt>
                <c:pt idx="3524">
                  <c:v>43651</c:v>
                </c:pt>
                <c:pt idx="3525">
                  <c:v>43654</c:v>
                </c:pt>
                <c:pt idx="3526">
                  <c:v>43655</c:v>
                </c:pt>
                <c:pt idx="3527">
                  <c:v>43656</c:v>
                </c:pt>
                <c:pt idx="3528">
                  <c:v>43657</c:v>
                </c:pt>
                <c:pt idx="3529">
                  <c:v>43658</c:v>
                </c:pt>
                <c:pt idx="3530">
                  <c:v>43661</c:v>
                </c:pt>
                <c:pt idx="3531">
                  <c:v>43662</c:v>
                </c:pt>
                <c:pt idx="3532">
                  <c:v>43663</c:v>
                </c:pt>
                <c:pt idx="3533">
                  <c:v>43664</c:v>
                </c:pt>
                <c:pt idx="3534">
                  <c:v>43665</c:v>
                </c:pt>
                <c:pt idx="3535">
                  <c:v>43668</c:v>
                </c:pt>
                <c:pt idx="3536">
                  <c:v>43669</c:v>
                </c:pt>
                <c:pt idx="3537">
                  <c:v>43670</c:v>
                </c:pt>
                <c:pt idx="3538">
                  <c:v>43671</c:v>
                </c:pt>
                <c:pt idx="3539">
                  <c:v>43672</c:v>
                </c:pt>
                <c:pt idx="3540">
                  <c:v>43675</c:v>
                </c:pt>
                <c:pt idx="3541">
                  <c:v>43676</c:v>
                </c:pt>
                <c:pt idx="3542">
                  <c:v>43677</c:v>
                </c:pt>
                <c:pt idx="3543">
                  <c:v>43678</c:v>
                </c:pt>
                <c:pt idx="3544">
                  <c:v>43679</c:v>
                </c:pt>
                <c:pt idx="3545">
                  <c:v>43682</c:v>
                </c:pt>
                <c:pt idx="3546">
                  <c:v>43683</c:v>
                </c:pt>
                <c:pt idx="3547">
                  <c:v>43684</c:v>
                </c:pt>
                <c:pt idx="3548">
                  <c:v>43685</c:v>
                </c:pt>
                <c:pt idx="3549">
                  <c:v>43686</c:v>
                </c:pt>
                <c:pt idx="3550">
                  <c:v>43689</c:v>
                </c:pt>
                <c:pt idx="3551">
                  <c:v>43690</c:v>
                </c:pt>
                <c:pt idx="3552">
                  <c:v>43691</c:v>
                </c:pt>
                <c:pt idx="3553">
                  <c:v>43692</c:v>
                </c:pt>
                <c:pt idx="3554">
                  <c:v>43693</c:v>
                </c:pt>
                <c:pt idx="3555">
                  <c:v>43696</c:v>
                </c:pt>
                <c:pt idx="3556">
                  <c:v>43697</c:v>
                </c:pt>
                <c:pt idx="3557">
                  <c:v>43698</c:v>
                </c:pt>
                <c:pt idx="3558">
                  <c:v>43699</c:v>
                </c:pt>
                <c:pt idx="3559">
                  <c:v>43700</c:v>
                </c:pt>
                <c:pt idx="3560">
                  <c:v>43703</c:v>
                </c:pt>
                <c:pt idx="3561">
                  <c:v>43704</c:v>
                </c:pt>
                <c:pt idx="3562">
                  <c:v>43705</c:v>
                </c:pt>
                <c:pt idx="3563">
                  <c:v>43706</c:v>
                </c:pt>
                <c:pt idx="3564">
                  <c:v>43707</c:v>
                </c:pt>
                <c:pt idx="3565">
                  <c:v>43710</c:v>
                </c:pt>
                <c:pt idx="3566">
                  <c:v>43711</c:v>
                </c:pt>
                <c:pt idx="3567">
                  <c:v>43712</c:v>
                </c:pt>
                <c:pt idx="3568">
                  <c:v>43713</c:v>
                </c:pt>
                <c:pt idx="3569">
                  <c:v>43714</c:v>
                </c:pt>
                <c:pt idx="3570">
                  <c:v>43717</c:v>
                </c:pt>
                <c:pt idx="3571">
                  <c:v>43718</c:v>
                </c:pt>
                <c:pt idx="3572">
                  <c:v>43719</c:v>
                </c:pt>
                <c:pt idx="3573">
                  <c:v>43720</c:v>
                </c:pt>
                <c:pt idx="3574">
                  <c:v>43721</c:v>
                </c:pt>
                <c:pt idx="3575">
                  <c:v>43724</c:v>
                </c:pt>
                <c:pt idx="3576">
                  <c:v>43725</c:v>
                </c:pt>
                <c:pt idx="3577">
                  <c:v>43726</c:v>
                </c:pt>
                <c:pt idx="3578">
                  <c:v>43727</c:v>
                </c:pt>
                <c:pt idx="3579">
                  <c:v>43728</c:v>
                </c:pt>
                <c:pt idx="3580">
                  <c:v>43731</c:v>
                </c:pt>
                <c:pt idx="3581">
                  <c:v>43732</c:v>
                </c:pt>
                <c:pt idx="3582">
                  <c:v>43733</c:v>
                </c:pt>
                <c:pt idx="3583">
                  <c:v>43734</c:v>
                </c:pt>
                <c:pt idx="3584">
                  <c:v>43735</c:v>
                </c:pt>
                <c:pt idx="3585">
                  <c:v>43738</c:v>
                </c:pt>
                <c:pt idx="3586">
                  <c:v>43739</c:v>
                </c:pt>
                <c:pt idx="3587">
                  <c:v>43740</c:v>
                </c:pt>
                <c:pt idx="3588">
                  <c:v>43741</c:v>
                </c:pt>
                <c:pt idx="3589">
                  <c:v>43742</c:v>
                </c:pt>
                <c:pt idx="3590">
                  <c:v>43745</c:v>
                </c:pt>
                <c:pt idx="3591">
                  <c:v>43746</c:v>
                </c:pt>
                <c:pt idx="3592">
                  <c:v>43747</c:v>
                </c:pt>
                <c:pt idx="3593">
                  <c:v>43748</c:v>
                </c:pt>
                <c:pt idx="3594">
                  <c:v>43749</c:v>
                </c:pt>
                <c:pt idx="3595">
                  <c:v>43752</c:v>
                </c:pt>
                <c:pt idx="3596">
                  <c:v>43753</c:v>
                </c:pt>
                <c:pt idx="3597">
                  <c:v>43754</c:v>
                </c:pt>
                <c:pt idx="3598">
                  <c:v>43755</c:v>
                </c:pt>
                <c:pt idx="3599">
                  <c:v>43756</c:v>
                </c:pt>
                <c:pt idx="3600">
                  <c:v>43759</c:v>
                </c:pt>
                <c:pt idx="3601">
                  <c:v>43760</c:v>
                </c:pt>
                <c:pt idx="3602">
                  <c:v>43761</c:v>
                </c:pt>
                <c:pt idx="3603">
                  <c:v>43762</c:v>
                </c:pt>
                <c:pt idx="3604">
                  <c:v>43763</c:v>
                </c:pt>
                <c:pt idx="3605">
                  <c:v>43766</c:v>
                </c:pt>
                <c:pt idx="3606">
                  <c:v>43767</c:v>
                </c:pt>
                <c:pt idx="3607">
                  <c:v>43768</c:v>
                </c:pt>
                <c:pt idx="3608">
                  <c:v>43769</c:v>
                </c:pt>
                <c:pt idx="3609">
                  <c:v>43770</c:v>
                </c:pt>
                <c:pt idx="3610">
                  <c:v>43773</c:v>
                </c:pt>
                <c:pt idx="3611">
                  <c:v>43774</c:v>
                </c:pt>
                <c:pt idx="3612">
                  <c:v>43775</c:v>
                </c:pt>
                <c:pt idx="3613">
                  <c:v>43776</c:v>
                </c:pt>
                <c:pt idx="3614">
                  <c:v>43777</c:v>
                </c:pt>
                <c:pt idx="3615">
                  <c:v>43780</c:v>
                </c:pt>
                <c:pt idx="3616">
                  <c:v>43781</c:v>
                </c:pt>
                <c:pt idx="3617">
                  <c:v>43782</c:v>
                </c:pt>
                <c:pt idx="3618">
                  <c:v>43783</c:v>
                </c:pt>
                <c:pt idx="3619">
                  <c:v>43784</c:v>
                </c:pt>
                <c:pt idx="3620">
                  <c:v>43787</c:v>
                </c:pt>
                <c:pt idx="3621">
                  <c:v>43788</c:v>
                </c:pt>
                <c:pt idx="3622">
                  <c:v>43789</c:v>
                </c:pt>
                <c:pt idx="3623">
                  <c:v>43790</c:v>
                </c:pt>
                <c:pt idx="3624">
                  <c:v>43791</c:v>
                </c:pt>
                <c:pt idx="3625">
                  <c:v>43794</c:v>
                </c:pt>
                <c:pt idx="3626">
                  <c:v>43795</c:v>
                </c:pt>
                <c:pt idx="3627">
                  <c:v>43796</c:v>
                </c:pt>
                <c:pt idx="3628">
                  <c:v>43797</c:v>
                </c:pt>
                <c:pt idx="3629">
                  <c:v>43798</c:v>
                </c:pt>
                <c:pt idx="3630">
                  <c:v>43801</c:v>
                </c:pt>
                <c:pt idx="3631">
                  <c:v>43802</c:v>
                </c:pt>
                <c:pt idx="3632">
                  <c:v>43803</c:v>
                </c:pt>
                <c:pt idx="3633">
                  <c:v>43804</c:v>
                </c:pt>
                <c:pt idx="3634">
                  <c:v>43805</c:v>
                </c:pt>
                <c:pt idx="3635">
                  <c:v>43808</c:v>
                </c:pt>
                <c:pt idx="3636">
                  <c:v>43809</c:v>
                </c:pt>
                <c:pt idx="3637">
                  <c:v>43810</c:v>
                </c:pt>
                <c:pt idx="3638">
                  <c:v>43811</c:v>
                </c:pt>
                <c:pt idx="3639">
                  <c:v>43812</c:v>
                </c:pt>
                <c:pt idx="3640">
                  <c:v>43815</c:v>
                </c:pt>
                <c:pt idx="3641">
                  <c:v>43816</c:v>
                </c:pt>
                <c:pt idx="3642">
                  <c:v>43817</c:v>
                </c:pt>
                <c:pt idx="3643">
                  <c:v>43818</c:v>
                </c:pt>
                <c:pt idx="3644">
                  <c:v>43819</c:v>
                </c:pt>
                <c:pt idx="3645">
                  <c:v>43822</c:v>
                </c:pt>
                <c:pt idx="3646">
                  <c:v>43823</c:v>
                </c:pt>
                <c:pt idx="3647">
                  <c:v>43824</c:v>
                </c:pt>
                <c:pt idx="3648">
                  <c:v>43825</c:v>
                </c:pt>
                <c:pt idx="3649">
                  <c:v>43826</c:v>
                </c:pt>
                <c:pt idx="3650">
                  <c:v>43829</c:v>
                </c:pt>
                <c:pt idx="3651">
                  <c:v>43830</c:v>
                </c:pt>
                <c:pt idx="3652">
                  <c:v>43831</c:v>
                </c:pt>
                <c:pt idx="3653">
                  <c:v>43832</c:v>
                </c:pt>
                <c:pt idx="3654">
                  <c:v>43833</c:v>
                </c:pt>
                <c:pt idx="3655">
                  <c:v>43836</c:v>
                </c:pt>
                <c:pt idx="3656">
                  <c:v>43837</c:v>
                </c:pt>
                <c:pt idx="3657">
                  <c:v>43838</c:v>
                </c:pt>
                <c:pt idx="3658">
                  <c:v>43839</c:v>
                </c:pt>
                <c:pt idx="3659">
                  <c:v>43840</c:v>
                </c:pt>
                <c:pt idx="3660">
                  <c:v>43843</c:v>
                </c:pt>
                <c:pt idx="3661">
                  <c:v>43844</c:v>
                </c:pt>
                <c:pt idx="3662">
                  <c:v>43845</c:v>
                </c:pt>
                <c:pt idx="3663">
                  <c:v>43846</c:v>
                </c:pt>
                <c:pt idx="3664">
                  <c:v>43847</c:v>
                </c:pt>
                <c:pt idx="3665">
                  <c:v>43850</c:v>
                </c:pt>
                <c:pt idx="3666">
                  <c:v>43851</c:v>
                </c:pt>
                <c:pt idx="3667">
                  <c:v>43852</c:v>
                </c:pt>
                <c:pt idx="3668">
                  <c:v>43853</c:v>
                </c:pt>
                <c:pt idx="3669">
                  <c:v>43854</c:v>
                </c:pt>
                <c:pt idx="3670">
                  <c:v>43857</c:v>
                </c:pt>
                <c:pt idx="3671">
                  <c:v>43858</c:v>
                </c:pt>
                <c:pt idx="3672">
                  <c:v>43859</c:v>
                </c:pt>
                <c:pt idx="3673">
                  <c:v>43860</c:v>
                </c:pt>
                <c:pt idx="3674">
                  <c:v>43861</c:v>
                </c:pt>
                <c:pt idx="3675">
                  <c:v>43864</c:v>
                </c:pt>
                <c:pt idx="3676">
                  <c:v>43865</c:v>
                </c:pt>
                <c:pt idx="3677">
                  <c:v>43866</c:v>
                </c:pt>
                <c:pt idx="3678">
                  <c:v>43867</c:v>
                </c:pt>
                <c:pt idx="3679">
                  <c:v>43868</c:v>
                </c:pt>
                <c:pt idx="3680">
                  <c:v>43871</c:v>
                </c:pt>
                <c:pt idx="3681">
                  <c:v>43872</c:v>
                </c:pt>
                <c:pt idx="3682">
                  <c:v>43873</c:v>
                </c:pt>
                <c:pt idx="3683">
                  <c:v>43874</c:v>
                </c:pt>
                <c:pt idx="3684">
                  <c:v>43875</c:v>
                </c:pt>
                <c:pt idx="3685">
                  <c:v>43878</c:v>
                </c:pt>
                <c:pt idx="3686">
                  <c:v>43879</c:v>
                </c:pt>
                <c:pt idx="3687">
                  <c:v>43880</c:v>
                </c:pt>
                <c:pt idx="3688">
                  <c:v>43881</c:v>
                </c:pt>
                <c:pt idx="3689">
                  <c:v>43882</c:v>
                </c:pt>
                <c:pt idx="3690">
                  <c:v>43885</c:v>
                </c:pt>
                <c:pt idx="3691">
                  <c:v>43886</c:v>
                </c:pt>
                <c:pt idx="3692">
                  <c:v>43887</c:v>
                </c:pt>
                <c:pt idx="3693">
                  <c:v>43888</c:v>
                </c:pt>
                <c:pt idx="3694">
                  <c:v>43889</c:v>
                </c:pt>
                <c:pt idx="3695">
                  <c:v>43892</c:v>
                </c:pt>
                <c:pt idx="3696">
                  <c:v>43893</c:v>
                </c:pt>
                <c:pt idx="3697">
                  <c:v>43894</c:v>
                </c:pt>
                <c:pt idx="3698">
                  <c:v>43895</c:v>
                </c:pt>
                <c:pt idx="3699">
                  <c:v>43896</c:v>
                </c:pt>
                <c:pt idx="3700">
                  <c:v>43899</c:v>
                </c:pt>
                <c:pt idx="3701">
                  <c:v>43900</c:v>
                </c:pt>
                <c:pt idx="3702">
                  <c:v>43901</c:v>
                </c:pt>
                <c:pt idx="3703">
                  <c:v>43902</c:v>
                </c:pt>
                <c:pt idx="3704">
                  <c:v>43903</c:v>
                </c:pt>
                <c:pt idx="3705">
                  <c:v>43906</c:v>
                </c:pt>
                <c:pt idx="3706">
                  <c:v>43907</c:v>
                </c:pt>
                <c:pt idx="3707">
                  <c:v>43908</c:v>
                </c:pt>
                <c:pt idx="3708">
                  <c:v>43909</c:v>
                </c:pt>
                <c:pt idx="3709">
                  <c:v>43910</c:v>
                </c:pt>
                <c:pt idx="3710">
                  <c:v>43913</c:v>
                </c:pt>
                <c:pt idx="3711">
                  <c:v>43914</c:v>
                </c:pt>
                <c:pt idx="3712">
                  <c:v>43915</c:v>
                </c:pt>
                <c:pt idx="3713">
                  <c:v>43916</c:v>
                </c:pt>
                <c:pt idx="3714">
                  <c:v>43917</c:v>
                </c:pt>
                <c:pt idx="3715">
                  <c:v>43920</c:v>
                </c:pt>
                <c:pt idx="3716">
                  <c:v>43921</c:v>
                </c:pt>
                <c:pt idx="3717">
                  <c:v>43922</c:v>
                </c:pt>
                <c:pt idx="3718">
                  <c:v>43923</c:v>
                </c:pt>
                <c:pt idx="3719">
                  <c:v>43924</c:v>
                </c:pt>
                <c:pt idx="3720">
                  <c:v>43927</c:v>
                </c:pt>
                <c:pt idx="3721">
                  <c:v>43928</c:v>
                </c:pt>
                <c:pt idx="3722">
                  <c:v>43929</c:v>
                </c:pt>
                <c:pt idx="3723">
                  <c:v>43930</c:v>
                </c:pt>
                <c:pt idx="3724">
                  <c:v>43931</c:v>
                </c:pt>
                <c:pt idx="3725">
                  <c:v>43934</c:v>
                </c:pt>
                <c:pt idx="3726">
                  <c:v>43935</c:v>
                </c:pt>
                <c:pt idx="3727">
                  <c:v>43936</c:v>
                </c:pt>
                <c:pt idx="3728">
                  <c:v>43937</c:v>
                </c:pt>
                <c:pt idx="3729">
                  <c:v>43938</c:v>
                </c:pt>
                <c:pt idx="3730">
                  <c:v>43941</c:v>
                </c:pt>
                <c:pt idx="3731">
                  <c:v>43942</c:v>
                </c:pt>
                <c:pt idx="3732">
                  <c:v>43943</c:v>
                </c:pt>
                <c:pt idx="3733">
                  <c:v>43944</c:v>
                </c:pt>
                <c:pt idx="3734">
                  <c:v>43945</c:v>
                </c:pt>
                <c:pt idx="3735">
                  <c:v>43948</c:v>
                </c:pt>
                <c:pt idx="3736">
                  <c:v>43949</c:v>
                </c:pt>
                <c:pt idx="3737">
                  <c:v>43950</c:v>
                </c:pt>
                <c:pt idx="3738">
                  <c:v>43951</c:v>
                </c:pt>
                <c:pt idx="3739">
                  <c:v>43952</c:v>
                </c:pt>
                <c:pt idx="3740">
                  <c:v>43955</c:v>
                </c:pt>
                <c:pt idx="3741">
                  <c:v>43956</c:v>
                </c:pt>
                <c:pt idx="3742">
                  <c:v>43957</c:v>
                </c:pt>
                <c:pt idx="3743">
                  <c:v>43958</c:v>
                </c:pt>
                <c:pt idx="3744">
                  <c:v>43959</c:v>
                </c:pt>
                <c:pt idx="3745">
                  <c:v>43962</c:v>
                </c:pt>
                <c:pt idx="3746">
                  <c:v>43963</c:v>
                </c:pt>
                <c:pt idx="3747">
                  <c:v>43964</c:v>
                </c:pt>
                <c:pt idx="3748">
                  <c:v>43965</c:v>
                </c:pt>
                <c:pt idx="3749">
                  <c:v>43966</c:v>
                </c:pt>
                <c:pt idx="3750">
                  <c:v>43969</c:v>
                </c:pt>
                <c:pt idx="3751">
                  <c:v>43970</c:v>
                </c:pt>
                <c:pt idx="3752">
                  <c:v>43971</c:v>
                </c:pt>
                <c:pt idx="3753">
                  <c:v>43972</c:v>
                </c:pt>
                <c:pt idx="3754">
                  <c:v>43973</c:v>
                </c:pt>
                <c:pt idx="3755">
                  <c:v>43976</c:v>
                </c:pt>
                <c:pt idx="3756">
                  <c:v>43977</c:v>
                </c:pt>
                <c:pt idx="3757">
                  <c:v>43978</c:v>
                </c:pt>
                <c:pt idx="3758">
                  <c:v>43979</c:v>
                </c:pt>
                <c:pt idx="3759">
                  <c:v>43980</c:v>
                </c:pt>
                <c:pt idx="3760">
                  <c:v>43983</c:v>
                </c:pt>
                <c:pt idx="3761">
                  <c:v>43984</c:v>
                </c:pt>
                <c:pt idx="3762">
                  <c:v>43985</c:v>
                </c:pt>
                <c:pt idx="3763">
                  <c:v>43986</c:v>
                </c:pt>
                <c:pt idx="3764">
                  <c:v>43987</c:v>
                </c:pt>
                <c:pt idx="3765">
                  <c:v>43990</c:v>
                </c:pt>
                <c:pt idx="3766">
                  <c:v>43991</c:v>
                </c:pt>
                <c:pt idx="3767">
                  <c:v>43992</c:v>
                </c:pt>
                <c:pt idx="3768">
                  <c:v>43993</c:v>
                </c:pt>
                <c:pt idx="3769">
                  <c:v>43994</c:v>
                </c:pt>
                <c:pt idx="3770">
                  <c:v>43997</c:v>
                </c:pt>
                <c:pt idx="3771">
                  <c:v>43998</c:v>
                </c:pt>
                <c:pt idx="3772">
                  <c:v>43999</c:v>
                </c:pt>
                <c:pt idx="3773">
                  <c:v>44000</c:v>
                </c:pt>
                <c:pt idx="3774">
                  <c:v>44001</c:v>
                </c:pt>
                <c:pt idx="3775">
                  <c:v>44004</c:v>
                </c:pt>
                <c:pt idx="3776">
                  <c:v>44005</c:v>
                </c:pt>
                <c:pt idx="3777">
                  <c:v>44006</c:v>
                </c:pt>
                <c:pt idx="3778">
                  <c:v>44007</c:v>
                </c:pt>
                <c:pt idx="3779">
                  <c:v>44008</c:v>
                </c:pt>
                <c:pt idx="3780">
                  <c:v>44011</c:v>
                </c:pt>
                <c:pt idx="3781">
                  <c:v>44012</c:v>
                </c:pt>
                <c:pt idx="3782">
                  <c:v>44013</c:v>
                </c:pt>
                <c:pt idx="3783">
                  <c:v>44014</c:v>
                </c:pt>
                <c:pt idx="3784">
                  <c:v>44015</c:v>
                </c:pt>
                <c:pt idx="3785">
                  <c:v>44018</c:v>
                </c:pt>
                <c:pt idx="3786">
                  <c:v>44019</c:v>
                </c:pt>
                <c:pt idx="3787">
                  <c:v>44020</c:v>
                </c:pt>
                <c:pt idx="3788">
                  <c:v>44021</c:v>
                </c:pt>
                <c:pt idx="3789">
                  <c:v>44022</c:v>
                </c:pt>
                <c:pt idx="3790">
                  <c:v>44025</c:v>
                </c:pt>
                <c:pt idx="3791">
                  <c:v>44026</c:v>
                </c:pt>
                <c:pt idx="3792">
                  <c:v>44027</c:v>
                </c:pt>
                <c:pt idx="3793">
                  <c:v>44028</c:v>
                </c:pt>
                <c:pt idx="3794">
                  <c:v>44029</c:v>
                </c:pt>
                <c:pt idx="3795">
                  <c:v>44032</c:v>
                </c:pt>
                <c:pt idx="3796">
                  <c:v>44033</c:v>
                </c:pt>
                <c:pt idx="3797">
                  <c:v>44034</c:v>
                </c:pt>
                <c:pt idx="3798">
                  <c:v>44035</c:v>
                </c:pt>
                <c:pt idx="3799">
                  <c:v>44036</c:v>
                </c:pt>
                <c:pt idx="3800">
                  <c:v>44039</c:v>
                </c:pt>
                <c:pt idx="3801">
                  <c:v>44040</c:v>
                </c:pt>
                <c:pt idx="3802">
                  <c:v>44041</c:v>
                </c:pt>
                <c:pt idx="3803">
                  <c:v>44042</c:v>
                </c:pt>
                <c:pt idx="3804">
                  <c:v>44043</c:v>
                </c:pt>
                <c:pt idx="3805">
                  <c:v>44046</c:v>
                </c:pt>
                <c:pt idx="3806">
                  <c:v>44047</c:v>
                </c:pt>
                <c:pt idx="3807">
                  <c:v>44048</c:v>
                </c:pt>
                <c:pt idx="3808">
                  <c:v>44049</c:v>
                </c:pt>
                <c:pt idx="3809">
                  <c:v>44050</c:v>
                </c:pt>
                <c:pt idx="3810">
                  <c:v>44053</c:v>
                </c:pt>
                <c:pt idx="3811">
                  <c:v>44054</c:v>
                </c:pt>
                <c:pt idx="3812">
                  <c:v>44055</c:v>
                </c:pt>
                <c:pt idx="3813">
                  <c:v>44056</c:v>
                </c:pt>
                <c:pt idx="3814">
                  <c:v>44057</c:v>
                </c:pt>
                <c:pt idx="3815">
                  <c:v>44060</c:v>
                </c:pt>
                <c:pt idx="3816">
                  <c:v>44061</c:v>
                </c:pt>
                <c:pt idx="3817">
                  <c:v>44062</c:v>
                </c:pt>
                <c:pt idx="3818">
                  <c:v>44063</c:v>
                </c:pt>
                <c:pt idx="3819">
                  <c:v>44064</c:v>
                </c:pt>
                <c:pt idx="3820">
                  <c:v>44067</c:v>
                </c:pt>
                <c:pt idx="3821">
                  <c:v>44068</c:v>
                </c:pt>
                <c:pt idx="3822">
                  <c:v>44069</c:v>
                </c:pt>
                <c:pt idx="3823">
                  <c:v>44070</c:v>
                </c:pt>
                <c:pt idx="3824">
                  <c:v>44071</c:v>
                </c:pt>
                <c:pt idx="3825">
                  <c:v>44074</c:v>
                </c:pt>
                <c:pt idx="3826">
                  <c:v>44075</c:v>
                </c:pt>
                <c:pt idx="3827">
                  <c:v>44076</c:v>
                </c:pt>
                <c:pt idx="3828">
                  <c:v>44077</c:v>
                </c:pt>
                <c:pt idx="3829">
                  <c:v>44078</c:v>
                </c:pt>
                <c:pt idx="3830">
                  <c:v>44081</c:v>
                </c:pt>
                <c:pt idx="3831">
                  <c:v>44082</c:v>
                </c:pt>
                <c:pt idx="3832">
                  <c:v>44083</c:v>
                </c:pt>
                <c:pt idx="3833">
                  <c:v>44084</c:v>
                </c:pt>
                <c:pt idx="3834">
                  <c:v>44085</c:v>
                </c:pt>
                <c:pt idx="3835">
                  <c:v>44088</c:v>
                </c:pt>
                <c:pt idx="3836">
                  <c:v>44089</c:v>
                </c:pt>
                <c:pt idx="3837">
                  <c:v>44090</c:v>
                </c:pt>
                <c:pt idx="3838">
                  <c:v>44091</c:v>
                </c:pt>
                <c:pt idx="3839">
                  <c:v>44092</c:v>
                </c:pt>
                <c:pt idx="3840">
                  <c:v>44095</c:v>
                </c:pt>
                <c:pt idx="3841">
                  <c:v>44096</c:v>
                </c:pt>
                <c:pt idx="3842">
                  <c:v>44097</c:v>
                </c:pt>
                <c:pt idx="3843">
                  <c:v>44098</c:v>
                </c:pt>
                <c:pt idx="3844">
                  <c:v>44099</c:v>
                </c:pt>
                <c:pt idx="3845">
                  <c:v>44102</c:v>
                </c:pt>
                <c:pt idx="3846">
                  <c:v>44103</c:v>
                </c:pt>
                <c:pt idx="3847">
                  <c:v>44104</c:v>
                </c:pt>
                <c:pt idx="3848">
                  <c:v>44105</c:v>
                </c:pt>
                <c:pt idx="3849">
                  <c:v>44106</c:v>
                </c:pt>
                <c:pt idx="3850">
                  <c:v>44109</c:v>
                </c:pt>
                <c:pt idx="3851">
                  <c:v>44110</c:v>
                </c:pt>
                <c:pt idx="3852">
                  <c:v>44111</c:v>
                </c:pt>
                <c:pt idx="3853">
                  <c:v>44112</c:v>
                </c:pt>
                <c:pt idx="3854">
                  <c:v>44113</c:v>
                </c:pt>
                <c:pt idx="3855">
                  <c:v>44116</c:v>
                </c:pt>
                <c:pt idx="3856">
                  <c:v>44117</c:v>
                </c:pt>
                <c:pt idx="3857">
                  <c:v>44118</c:v>
                </c:pt>
                <c:pt idx="3858">
                  <c:v>44119</c:v>
                </c:pt>
                <c:pt idx="3859">
                  <c:v>44120</c:v>
                </c:pt>
                <c:pt idx="3860">
                  <c:v>44123</c:v>
                </c:pt>
                <c:pt idx="3861">
                  <c:v>44124</c:v>
                </c:pt>
                <c:pt idx="3862">
                  <c:v>44125</c:v>
                </c:pt>
                <c:pt idx="3863">
                  <c:v>44126</c:v>
                </c:pt>
                <c:pt idx="3864">
                  <c:v>44127</c:v>
                </c:pt>
                <c:pt idx="3865">
                  <c:v>44130</c:v>
                </c:pt>
                <c:pt idx="3866">
                  <c:v>44131</c:v>
                </c:pt>
                <c:pt idx="3867">
                  <c:v>44132</c:v>
                </c:pt>
                <c:pt idx="3868">
                  <c:v>44133</c:v>
                </c:pt>
                <c:pt idx="3869">
                  <c:v>44134</c:v>
                </c:pt>
                <c:pt idx="3870">
                  <c:v>44137</c:v>
                </c:pt>
                <c:pt idx="3871">
                  <c:v>44138</c:v>
                </c:pt>
                <c:pt idx="3872">
                  <c:v>44139</c:v>
                </c:pt>
                <c:pt idx="3873">
                  <c:v>44140</c:v>
                </c:pt>
                <c:pt idx="3874">
                  <c:v>44141</c:v>
                </c:pt>
                <c:pt idx="3875">
                  <c:v>44144</c:v>
                </c:pt>
                <c:pt idx="3876">
                  <c:v>44145</c:v>
                </c:pt>
                <c:pt idx="3877">
                  <c:v>44146</c:v>
                </c:pt>
                <c:pt idx="3878">
                  <c:v>44147</c:v>
                </c:pt>
                <c:pt idx="3879">
                  <c:v>44148</c:v>
                </c:pt>
                <c:pt idx="3880">
                  <c:v>44151</c:v>
                </c:pt>
                <c:pt idx="3881">
                  <c:v>44152</c:v>
                </c:pt>
                <c:pt idx="3882">
                  <c:v>44153</c:v>
                </c:pt>
                <c:pt idx="3883">
                  <c:v>44154</c:v>
                </c:pt>
                <c:pt idx="3884">
                  <c:v>44155</c:v>
                </c:pt>
                <c:pt idx="3885">
                  <c:v>44158</c:v>
                </c:pt>
                <c:pt idx="3886">
                  <c:v>44159</c:v>
                </c:pt>
                <c:pt idx="3887">
                  <c:v>44160</c:v>
                </c:pt>
                <c:pt idx="3888">
                  <c:v>44161</c:v>
                </c:pt>
                <c:pt idx="3889">
                  <c:v>44162</c:v>
                </c:pt>
                <c:pt idx="3890">
                  <c:v>44165</c:v>
                </c:pt>
                <c:pt idx="3891">
                  <c:v>44166</c:v>
                </c:pt>
                <c:pt idx="3892">
                  <c:v>44167</c:v>
                </c:pt>
                <c:pt idx="3893">
                  <c:v>44168</c:v>
                </c:pt>
                <c:pt idx="3894">
                  <c:v>44169</c:v>
                </c:pt>
                <c:pt idx="3895">
                  <c:v>44172</c:v>
                </c:pt>
                <c:pt idx="3896">
                  <c:v>44173</c:v>
                </c:pt>
                <c:pt idx="3897">
                  <c:v>44174</c:v>
                </c:pt>
                <c:pt idx="3898">
                  <c:v>44175</c:v>
                </c:pt>
                <c:pt idx="3899">
                  <c:v>44176</c:v>
                </c:pt>
                <c:pt idx="3900">
                  <c:v>44179</c:v>
                </c:pt>
                <c:pt idx="3901">
                  <c:v>44180</c:v>
                </c:pt>
                <c:pt idx="3902">
                  <c:v>44181</c:v>
                </c:pt>
                <c:pt idx="3903">
                  <c:v>44182</c:v>
                </c:pt>
                <c:pt idx="3904">
                  <c:v>44183</c:v>
                </c:pt>
                <c:pt idx="3905">
                  <c:v>44186</c:v>
                </c:pt>
                <c:pt idx="3906">
                  <c:v>44187</c:v>
                </c:pt>
                <c:pt idx="3907">
                  <c:v>44188</c:v>
                </c:pt>
                <c:pt idx="3908">
                  <c:v>44189</c:v>
                </c:pt>
                <c:pt idx="3909">
                  <c:v>44190</c:v>
                </c:pt>
                <c:pt idx="3910">
                  <c:v>44193</c:v>
                </c:pt>
                <c:pt idx="3911">
                  <c:v>44194</c:v>
                </c:pt>
                <c:pt idx="3912">
                  <c:v>44195</c:v>
                </c:pt>
                <c:pt idx="3913">
                  <c:v>44196</c:v>
                </c:pt>
                <c:pt idx="3914">
                  <c:v>44197</c:v>
                </c:pt>
                <c:pt idx="3915">
                  <c:v>44200</c:v>
                </c:pt>
                <c:pt idx="3916">
                  <c:v>44201</c:v>
                </c:pt>
                <c:pt idx="3917">
                  <c:v>44202</c:v>
                </c:pt>
                <c:pt idx="3918">
                  <c:v>44203</c:v>
                </c:pt>
                <c:pt idx="3919">
                  <c:v>44204</c:v>
                </c:pt>
                <c:pt idx="3920">
                  <c:v>44207</c:v>
                </c:pt>
                <c:pt idx="3921">
                  <c:v>44208</c:v>
                </c:pt>
                <c:pt idx="3922">
                  <c:v>44209</c:v>
                </c:pt>
                <c:pt idx="3923">
                  <c:v>44210</c:v>
                </c:pt>
                <c:pt idx="3924">
                  <c:v>44211</c:v>
                </c:pt>
                <c:pt idx="3925">
                  <c:v>44214</c:v>
                </c:pt>
                <c:pt idx="3926">
                  <c:v>44215</c:v>
                </c:pt>
                <c:pt idx="3927">
                  <c:v>44216</c:v>
                </c:pt>
                <c:pt idx="3928">
                  <c:v>44217</c:v>
                </c:pt>
                <c:pt idx="3929">
                  <c:v>44218</c:v>
                </c:pt>
                <c:pt idx="3930">
                  <c:v>44221</c:v>
                </c:pt>
                <c:pt idx="3931">
                  <c:v>44222</c:v>
                </c:pt>
                <c:pt idx="3932">
                  <c:v>44223</c:v>
                </c:pt>
                <c:pt idx="3933">
                  <c:v>44224</c:v>
                </c:pt>
                <c:pt idx="3934">
                  <c:v>44225</c:v>
                </c:pt>
                <c:pt idx="3935">
                  <c:v>44228</c:v>
                </c:pt>
                <c:pt idx="3936">
                  <c:v>44229</c:v>
                </c:pt>
                <c:pt idx="3937">
                  <c:v>44230</c:v>
                </c:pt>
                <c:pt idx="3938">
                  <c:v>44231</c:v>
                </c:pt>
                <c:pt idx="3939">
                  <c:v>44232</c:v>
                </c:pt>
                <c:pt idx="3940">
                  <c:v>44235</c:v>
                </c:pt>
                <c:pt idx="3941">
                  <c:v>44236</c:v>
                </c:pt>
                <c:pt idx="3942">
                  <c:v>44237</c:v>
                </c:pt>
                <c:pt idx="3943">
                  <c:v>44238</c:v>
                </c:pt>
                <c:pt idx="3944">
                  <c:v>44239</c:v>
                </c:pt>
                <c:pt idx="3945">
                  <c:v>44242</c:v>
                </c:pt>
                <c:pt idx="3946">
                  <c:v>44243</c:v>
                </c:pt>
                <c:pt idx="3947">
                  <c:v>44244</c:v>
                </c:pt>
                <c:pt idx="3948">
                  <c:v>44245</c:v>
                </c:pt>
                <c:pt idx="3949">
                  <c:v>44246</c:v>
                </c:pt>
                <c:pt idx="3950">
                  <c:v>44249</c:v>
                </c:pt>
                <c:pt idx="3951">
                  <c:v>44250</c:v>
                </c:pt>
                <c:pt idx="3952">
                  <c:v>44251</c:v>
                </c:pt>
                <c:pt idx="3953">
                  <c:v>44252</c:v>
                </c:pt>
                <c:pt idx="3954">
                  <c:v>44253</c:v>
                </c:pt>
                <c:pt idx="3955">
                  <c:v>44256</c:v>
                </c:pt>
                <c:pt idx="3956">
                  <c:v>44257</c:v>
                </c:pt>
                <c:pt idx="3957">
                  <c:v>44258</c:v>
                </c:pt>
                <c:pt idx="3958">
                  <c:v>44259</c:v>
                </c:pt>
                <c:pt idx="3959">
                  <c:v>44260</c:v>
                </c:pt>
                <c:pt idx="3960">
                  <c:v>44263</c:v>
                </c:pt>
                <c:pt idx="3961">
                  <c:v>44264</c:v>
                </c:pt>
                <c:pt idx="3962">
                  <c:v>44265</c:v>
                </c:pt>
                <c:pt idx="3963">
                  <c:v>44266</c:v>
                </c:pt>
                <c:pt idx="3964">
                  <c:v>44267</c:v>
                </c:pt>
                <c:pt idx="3965">
                  <c:v>44270</c:v>
                </c:pt>
                <c:pt idx="3966">
                  <c:v>44271</c:v>
                </c:pt>
                <c:pt idx="3967">
                  <c:v>44272</c:v>
                </c:pt>
                <c:pt idx="3968">
                  <c:v>44273</c:v>
                </c:pt>
                <c:pt idx="3969">
                  <c:v>44274</c:v>
                </c:pt>
                <c:pt idx="3970">
                  <c:v>44277</c:v>
                </c:pt>
                <c:pt idx="3971">
                  <c:v>44278</c:v>
                </c:pt>
                <c:pt idx="3972">
                  <c:v>44279</c:v>
                </c:pt>
                <c:pt idx="3973">
                  <c:v>44280</c:v>
                </c:pt>
                <c:pt idx="3974">
                  <c:v>44281</c:v>
                </c:pt>
                <c:pt idx="3975">
                  <c:v>44284</c:v>
                </c:pt>
                <c:pt idx="3976">
                  <c:v>44285</c:v>
                </c:pt>
                <c:pt idx="3977">
                  <c:v>44286</c:v>
                </c:pt>
                <c:pt idx="3978">
                  <c:v>44287</c:v>
                </c:pt>
                <c:pt idx="3979">
                  <c:v>44288</c:v>
                </c:pt>
                <c:pt idx="3980">
                  <c:v>44291</c:v>
                </c:pt>
                <c:pt idx="3981">
                  <c:v>44292</c:v>
                </c:pt>
                <c:pt idx="3982">
                  <c:v>44293</c:v>
                </c:pt>
                <c:pt idx="3983">
                  <c:v>44294</c:v>
                </c:pt>
                <c:pt idx="3984">
                  <c:v>44295</c:v>
                </c:pt>
                <c:pt idx="3985">
                  <c:v>44298</c:v>
                </c:pt>
                <c:pt idx="3986">
                  <c:v>44299</c:v>
                </c:pt>
                <c:pt idx="3987">
                  <c:v>44300</c:v>
                </c:pt>
                <c:pt idx="3988">
                  <c:v>44301</c:v>
                </c:pt>
                <c:pt idx="3989">
                  <c:v>44302</c:v>
                </c:pt>
                <c:pt idx="3990">
                  <c:v>44305</c:v>
                </c:pt>
                <c:pt idx="3991">
                  <c:v>44306</c:v>
                </c:pt>
                <c:pt idx="3992">
                  <c:v>44307</c:v>
                </c:pt>
                <c:pt idx="3993">
                  <c:v>44308</c:v>
                </c:pt>
                <c:pt idx="3994">
                  <c:v>44309</c:v>
                </c:pt>
                <c:pt idx="3995">
                  <c:v>44312</c:v>
                </c:pt>
                <c:pt idx="3996">
                  <c:v>44313</c:v>
                </c:pt>
                <c:pt idx="3997">
                  <c:v>44314</c:v>
                </c:pt>
                <c:pt idx="3998">
                  <c:v>44315</c:v>
                </c:pt>
                <c:pt idx="3999">
                  <c:v>44316</c:v>
                </c:pt>
                <c:pt idx="4000">
                  <c:v>44319</c:v>
                </c:pt>
                <c:pt idx="4001">
                  <c:v>44320</c:v>
                </c:pt>
                <c:pt idx="4002">
                  <c:v>44321</c:v>
                </c:pt>
                <c:pt idx="4003">
                  <c:v>44322</c:v>
                </c:pt>
                <c:pt idx="4004">
                  <c:v>44323</c:v>
                </c:pt>
                <c:pt idx="4005">
                  <c:v>44326</c:v>
                </c:pt>
                <c:pt idx="4006">
                  <c:v>44327</c:v>
                </c:pt>
                <c:pt idx="4007">
                  <c:v>44328</c:v>
                </c:pt>
                <c:pt idx="4008">
                  <c:v>44329</c:v>
                </c:pt>
                <c:pt idx="4009">
                  <c:v>44330</c:v>
                </c:pt>
                <c:pt idx="4010">
                  <c:v>44333</c:v>
                </c:pt>
                <c:pt idx="4011">
                  <c:v>44334</c:v>
                </c:pt>
                <c:pt idx="4012">
                  <c:v>44335</c:v>
                </c:pt>
                <c:pt idx="4013">
                  <c:v>44336</c:v>
                </c:pt>
                <c:pt idx="4014">
                  <c:v>44337</c:v>
                </c:pt>
                <c:pt idx="4015">
                  <c:v>44340</c:v>
                </c:pt>
                <c:pt idx="4016">
                  <c:v>44341</c:v>
                </c:pt>
                <c:pt idx="4017">
                  <c:v>44342</c:v>
                </c:pt>
                <c:pt idx="4018">
                  <c:v>44343</c:v>
                </c:pt>
                <c:pt idx="4019">
                  <c:v>44344</c:v>
                </c:pt>
                <c:pt idx="4020">
                  <c:v>44347</c:v>
                </c:pt>
                <c:pt idx="4021">
                  <c:v>44348</c:v>
                </c:pt>
                <c:pt idx="4022">
                  <c:v>44349</c:v>
                </c:pt>
                <c:pt idx="4023">
                  <c:v>44350</c:v>
                </c:pt>
                <c:pt idx="4024">
                  <c:v>44351</c:v>
                </c:pt>
                <c:pt idx="4025">
                  <c:v>44354</c:v>
                </c:pt>
                <c:pt idx="4026">
                  <c:v>44355</c:v>
                </c:pt>
                <c:pt idx="4027">
                  <c:v>44356</c:v>
                </c:pt>
                <c:pt idx="4028">
                  <c:v>44357</c:v>
                </c:pt>
                <c:pt idx="4029">
                  <c:v>44358</c:v>
                </c:pt>
                <c:pt idx="4030">
                  <c:v>44361</c:v>
                </c:pt>
                <c:pt idx="4031">
                  <c:v>44362</c:v>
                </c:pt>
                <c:pt idx="4032">
                  <c:v>44363</c:v>
                </c:pt>
                <c:pt idx="4033">
                  <c:v>44364</c:v>
                </c:pt>
                <c:pt idx="4034">
                  <c:v>44365</c:v>
                </c:pt>
                <c:pt idx="4035">
                  <c:v>44368</c:v>
                </c:pt>
                <c:pt idx="4036">
                  <c:v>44369</c:v>
                </c:pt>
                <c:pt idx="4037">
                  <c:v>44370</c:v>
                </c:pt>
                <c:pt idx="4038">
                  <c:v>44371</c:v>
                </c:pt>
                <c:pt idx="4039">
                  <c:v>44372</c:v>
                </c:pt>
                <c:pt idx="4040">
                  <c:v>44375</c:v>
                </c:pt>
                <c:pt idx="4041">
                  <c:v>44376</c:v>
                </c:pt>
                <c:pt idx="4042">
                  <c:v>44377</c:v>
                </c:pt>
                <c:pt idx="4043">
                  <c:v>44378</c:v>
                </c:pt>
                <c:pt idx="4044">
                  <c:v>44379</c:v>
                </c:pt>
                <c:pt idx="4045">
                  <c:v>44382</c:v>
                </c:pt>
                <c:pt idx="4046">
                  <c:v>44383</c:v>
                </c:pt>
                <c:pt idx="4047">
                  <c:v>44384</c:v>
                </c:pt>
                <c:pt idx="4048">
                  <c:v>44385</c:v>
                </c:pt>
                <c:pt idx="4049">
                  <c:v>44386</c:v>
                </c:pt>
                <c:pt idx="4050">
                  <c:v>44389</c:v>
                </c:pt>
                <c:pt idx="4051">
                  <c:v>44390</c:v>
                </c:pt>
                <c:pt idx="4052">
                  <c:v>44391</c:v>
                </c:pt>
                <c:pt idx="4053">
                  <c:v>44392</c:v>
                </c:pt>
                <c:pt idx="4054">
                  <c:v>44393</c:v>
                </c:pt>
                <c:pt idx="4055">
                  <c:v>44396</c:v>
                </c:pt>
                <c:pt idx="4056">
                  <c:v>44397</c:v>
                </c:pt>
                <c:pt idx="4057">
                  <c:v>44398</c:v>
                </c:pt>
                <c:pt idx="4058">
                  <c:v>44399</c:v>
                </c:pt>
                <c:pt idx="4059">
                  <c:v>44400</c:v>
                </c:pt>
                <c:pt idx="4060">
                  <c:v>44403</c:v>
                </c:pt>
                <c:pt idx="4061">
                  <c:v>44404</c:v>
                </c:pt>
                <c:pt idx="4062">
                  <c:v>44405</c:v>
                </c:pt>
                <c:pt idx="4063">
                  <c:v>44406</c:v>
                </c:pt>
                <c:pt idx="4064">
                  <c:v>44407</c:v>
                </c:pt>
                <c:pt idx="4065">
                  <c:v>44410</c:v>
                </c:pt>
                <c:pt idx="4066">
                  <c:v>44411</c:v>
                </c:pt>
                <c:pt idx="4067">
                  <c:v>44412</c:v>
                </c:pt>
                <c:pt idx="4068">
                  <c:v>44413</c:v>
                </c:pt>
                <c:pt idx="4069">
                  <c:v>44414</c:v>
                </c:pt>
                <c:pt idx="4070">
                  <c:v>44417</c:v>
                </c:pt>
                <c:pt idx="4071">
                  <c:v>44418</c:v>
                </c:pt>
                <c:pt idx="4072">
                  <c:v>44419</c:v>
                </c:pt>
                <c:pt idx="4073">
                  <c:v>44420</c:v>
                </c:pt>
                <c:pt idx="4074">
                  <c:v>44421</c:v>
                </c:pt>
                <c:pt idx="4075">
                  <c:v>44424</c:v>
                </c:pt>
                <c:pt idx="4076">
                  <c:v>44425</c:v>
                </c:pt>
                <c:pt idx="4077">
                  <c:v>44426</c:v>
                </c:pt>
                <c:pt idx="4078">
                  <c:v>44427</c:v>
                </c:pt>
                <c:pt idx="4079">
                  <c:v>44428</c:v>
                </c:pt>
                <c:pt idx="4080">
                  <c:v>44431</c:v>
                </c:pt>
                <c:pt idx="4081">
                  <c:v>44432</c:v>
                </c:pt>
                <c:pt idx="4082">
                  <c:v>44433</c:v>
                </c:pt>
                <c:pt idx="4083">
                  <c:v>44434</c:v>
                </c:pt>
                <c:pt idx="4084">
                  <c:v>44435</c:v>
                </c:pt>
                <c:pt idx="4085">
                  <c:v>44438</c:v>
                </c:pt>
                <c:pt idx="4086">
                  <c:v>44439</c:v>
                </c:pt>
                <c:pt idx="4087">
                  <c:v>44440</c:v>
                </c:pt>
                <c:pt idx="4088">
                  <c:v>44441</c:v>
                </c:pt>
                <c:pt idx="4089">
                  <c:v>44442</c:v>
                </c:pt>
                <c:pt idx="4090">
                  <c:v>44445</c:v>
                </c:pt>
                <c:pt idx="4091">
                  <c:v>44446</c:v>
                </c:pt>
                <c:pt idx="4092">
                  <c:v>44447</c:v>
                </c:pt>
                <c:pt idx="4093">
                  <c:v>44448</c:v>
                </c:pt>
                <c:pt idx="4094">
                  <c:v>44449</c:v>
                </c:pt>
                <c:pt idx="4095">
                  <c:v>44452</c:v>
                </c:pt>
                <c:pt idx="4096">
                  <c:v>44453</c:v>
                </c:pt>
                <c:pt idx="4097">
                  <c:v>44454</c:v>
                </c:pt>
                <c:pt idx="4098">
                  <c:v>44455</c:v>
                </c:pt>
                <c:pt idx="4099">
                  <c:v>44456</c:v>
                </c:pt>
                <c:pt idx="4100">
                  <c:v>44459</c:v>
                </c:pt>
                <c:pt idx="4101">
                  <c:v>44460</c:v>
                </c:pt>
                <c:pt idx="4102">
                  <c:v>44461</c:v>
                </c:pt>
                <c:pt idx="4103">
                  <c:v>44462</c:v>
                </c:pt>
                <c:pt idx="4104">
                  <c:v>44463</c:v>
                </c:pt>
                <c:pt idx="4105">
                  <c:v>44466</c:v>
                </c:pt>
                <c:pt idx="4106">
                  <c:v>44467</c:v>
                </c:pt>
                <c:pt idx="4107">
                  <c:v>44468</c:v>
                </c:pt>
                <c:pt idx="4108">
                  <c:v>44469</c:v>
                </c:pt>
                <c:pt idx="4109">
                  <c:v>44470</c:v>
                </c:pt>
                <c:pt idx="4110">
                  <c:v>44473</c:v>
                </c:pt>
                <c:pt idx="4111">
                  <c:v>44474</c:v>
                </c:pt>
                <c:pt idx="4112">
                  <c:v>44475</c:v>
                </c:pt>
                <c:pt idx="4113">
                  <c:v>44476</c:v>
                </c:pt>
                <c:pt idx="4114">
                  <c:v>44477</c:v>
                </c:pt>
                <c:pt idx="4115">
                  <c:v>44480</c:v>
                </c:pt>
                <c:pt idx="4116">
                  <c:v>44481</c:v>
                </c:pt>
                <c:pt idx="4117">
                  <c:v>44482</c:v>
                </c:pt>
                <c:pt idx="4118">
                  <c:v>44483</c:v>
                </c:pt>
                <c:pt idx="4119">
                  <c:v>44484</c:v>
                </c:pt>
                <c:pt idx="4120">
                  <c:v>44487</c:v>
                </c:pt>
                <c:pt idx="4121">
                  <c:v>44488</c:v>
                </c:pt>
                <c:pt idx="4122">
                  <c:v>44489</c:v>
                </c:pt>
                <c:pt idx="4123">
                  <c:v>44490</c:v>
                </c:pt>
                <c:pt idx="4124">
                  <c:v>44491</c:v>
                </c:pt>
                <c:pt idx="4125">
                  <c:v>44494</c:v>
                </c:pt>
                <c:pt idx="4126">
                  <c:v>44495</c:v>
                </c:pt>
                <c:pt idx="4127">
                  <c:v>44496</c:v>
                </c:pt>
                <c:pt idx="4128">
                  <c:v>44497</c:v>
                </c:pt>
                <c:pt idx="4129">
                  <c:v>44498</c:v>
                </c:pt>
                <c:pt idx="4130">
                  <c:v>44501</c:v>
                </c:pt>
                <c:pt idx="4131">
                  <c:v>44502</c:v>
                </c:pt>
                <c:pt idx="4132">
                  <c:v>44503</c:v>
                </c:pt>
                <c:pt idx="4133">
                  <c:v>44504</c:v>
                </c:pt>
                <c:pt idx="4134">
                  <c:v>44505</c:v>
                </c:pt>
                <c:pt idx="4135">
                  <c:v>44508</c:v>
                </c:pt>
                <c:pt idx="4136">
                  <c:v>44509</c:v>
                </c:pt>
                <c:pt idx="4137">
                  <c:v>44510</c:v>
                </c:pt>
                <c:pt idx="4138">
                  <c:v>44511</c:v>
                </c:pt>
                <c:pt idx="4139">
                  <c:v>44512</c:v>
                </c:pt>
                <c:pt idx="4140">
                  <c:v>44515</c:v>
                </c:pt>
                <c:pt idx="4141">
                  <c:v>44516</c:v>
                </c:pt>
                <c:pt idx="4142">
                  <c:v>44517</c:v>
                </c:pt>
                <c:pt idx="4143">
                  <c:v>44518</c:v>
                </c:pt>
                <c:pt idx="4144">
                  <c:v>44519</c:v>
                </c:pt>
                <c:pt idx="4145">
                  <c:v>44522</c:v>
                </c:pt>
                <c:pt idx="4146">
                  <c:v>44523</c:v>
                </c:pt>
                <c:pt idx="4147">
                  <c:v>44524</c:v>
                </c:pt>
                <c:pt idx="4148">
                  <c:v>44525</c:v>
                </c:pt>
                <c:pt idx="4149">
                  <c:v>44526</c:v>
                </c:pt>
                <c:pt idx="4150">
                  <c:v>44529</c:v>
                </c:pt>
                <c:pt idx="4151">
                  <c:v>44530</c:v>
                </c:pt>
                <c:pt idx="4152">
                  <c:v>44531</c:v>
                </c:pt>
                <c:pt idx="4153">
                  <c:v>44532</c:v>
                </c:pt>
                <c:pt idx="4154">
                  <c:v>44533</c:v>
                </c:pt>
                <c:pt idx="4155">
                  <c:v>44536</c:v>
                </c:pt>
                <c:pt idx="4156">
                  <c:v>44537</c:v>
                </c:pt>
                <c:pt idx="4157">
                  <c:v>44538</c:v>
                </c:pt>
                <c:pt idx="4158">
                  <c:v>44539</c:v>
                </c:pt>
                <c:pt idx="4159">
                  <c:v>44540</c:v>
                </c:pt>
                <c:pt idx="4160">
                  <c:v>44543</c:v>
                </c:pt>
                <c:pt idx="4161">
                  <c:v>44544</c:v>
                </c:pt>
                <c:pt idx="4162">
                  <c:v>44545</c:v>
                </c:pt>
                <c:pt idx="4163">
                  <c:v>44546</c:v>
                </c:pt>
                <c:pt idx="4164">
                  <c:v>44547</c:v>
                </c:pt>
                <c:pt idx="4165">
                  <c:v>44550</c:v>
                </c:pt>
                <c:pt idx="4166">
                  <c:v>44551</c:v>
                </c:pt>
                <c:pt idx="4167">
                  <c:v>44552</c:v>
                </c:pt>
                <c:pt idx="4168">
                  <c:v>44553</c:v>
                </c:pt>
                <c:pt idx="4169">
                  <c:v>44554</c:v>
                </c:pt>
                <c:pt idx="4170">
                  <c:v>44557</c:v>
                </c:pt>
                <c:pt idx="4171">
                  <c:v>44558</c:v>
                </c:pt>
                <c:pt idx="4172">
                  <c:v>44559</c:v>
                </c:pt>
                <c:pt idx="4173">
                  <c:v>44560</c:v>
                </c:pt>
                <c:pt idx="4174">
                  <c:v>44561</c:v>
                </c:pt>
                <c:pt idx="4175">
                  <c:v>44564</c:v>
                </c:pt>
                <c:pt idx="4176">
                  <c:v>44565</c:v>
                </c:pt>
                <c:pt idx="4177">
                  <c:v>44566</c:v>
                </c:pt>
                <c:pt idx="4178">
                  <c:v>44567</c:v>
                </c:pt>
                <c:pt idx="4179">
                  <c:v>44568</c:v>
                </c:pt>
                <c:pt idx="4180">
                  <c:v>44571</c:v>
                </c:pt>
                <c:pt idx="4181">
                  <c:v>44572</c:v>
                </c:pt>
                <c:pt idx="4182">
                  <c:v>44573</c:v>
                </c:pt>
                <c:pt idx="4183">
                  <c:v>44574</c:v>
                </c:pt>
                <c:pt idx="4184">
                  <c:v>44575</c:v>
                </c:pt>
                <c:pt idx="4185">
                  <c:v>44578</c:v>
                </c:pt>
                <c:pt idx="4186">
                  <c:v>44579</c:v>
                </c:pt>
                <c:pt idx="4187">
                  <c:v>44580</c:v>
                </c:pt>
                <c:pt idx="4188">
                  <c:v>44581</c:v>
                </c:pt>
                <c:pt idx="4189">
                  <c:v>44582</c:v>
                </c:pt>
                <c:pt idx="4190">
                  <c:v>44585</c:v>
                </c:pt>
                <c:pt idx="4191">
                  <c:v>44586</c:v>
                </c:pt>
                <c:pt idx="4192">
                  <c:v>44587</c:v>
                </c:pt>
                <c:pt idx="4193">
                  <c:v>44588</c:v>
                </c:pt>
                <c:pt idx="4194">
                  <c:v>44589</c:v>
                </c:pt>
                <c:pt idx="4195">
                  <c:v>44592</c:v>
                </c:pt>
                <c:pt idx="4196">
                  <c:v>44593</c:v>
                </c:pt>
                <c:pt idx="4197">
                  <c:v>44594</c:v>
                </c:pt>
                <c:pt idx="4198">
                  <c:v>44595</c:v>
                </c:pt>
                <c:pt idx="4199">
                  <c:v>44596</c:v>
                </c:pt>
                <c:pt idx="4200">
                  <c:v>44599</c:v>
                </c:pt>
                <c:pt idx="4201">
                  <c:v>44600</c:v>
                </c:pt>
                <c:pt idx="4202">
                  <c:v>44601</c:v>
                </c:pt>
                <c:pt idx="4203">
                  <c:v>44602</c:v>
                </c:pt>
                <c:pt idx="4204">
                  <c:v>44603</c:v>
                </c:pt>
                <c:pt idx="4205">
                  <c:v>44606</c:v>
                </c:pt>
                <c:pt idx="4206">
                  <c:v>44607</c:v>
                </c:pt>
                <c:pt idx="4207">
                  <c:v>44608</c:v>
                </c:pt>
                <c:pt idx="4208">
                  <c:v>44609</c:v>
                </c:pt>
                <c:pt idx="4209">
                  <c:v>44610</c:v>
                </c:pt>
                <c:pt idx="4210">
                  <c:v>44613</c:v>
                </c:pt>
                <c:pt idx="4211">
                  <c:v>44614</c:v>
                </c:pt>
                <c:pt idx="4212">
                  <c:v>44615</c:v>
                </c:pt>
                <c:pt idx="4213">
                  <c:v>44616</c:v>
                </c:pt>
                <c:pt idx="4214">
                  <c:v>44617</c:v>
                </c:pt>
                <c:pt idx="4215">
                  <c:v>44620</c:v>
                </c:pt>
                <c:pt idx="4216">
                  <c:v>44621</c:v>
                </c:pt>
                <c:pt idx="4217">
                  <c:v>44622</c:v>
                </c:pt>
                <c:pt idx="4218">
                  <c:v>44623</c:v>
                </c:pt>
                <c:pt idx="4219">
                  <c:v>44624</c:v>
                </c:pt>
                <c:pt idx="4220">
                  <c:v>44627</c:v>
                </c:pt>
                <c:pt idx="4221">
                  <c:v>44628</c:v>
                </c:pt>
                <c:pt idx="4222">
                  <c:v>44629</c:v>
                </c:pt>
                <c:pt idx="4223">
                  <c:v>44630</c:v>
                </c:pt>
                <c:pt idx="4224">
                  <c:v>44631</c:v>
                </c:pt>
                <c:pt idx="4225">
                  <c:v>44634</c:v>
                </c:pt>
                <c:pt idx="4226">
                  <c:v>44635</c:v>
                </c:pt>
                <c:pt idx="4227">
                  <c:v>44636</c:v>
                </c:pt>
                <c:pt idx="4228">
                  <c:v>44637</c:v>
                </c:pt>
                <c:pt idx="4229">
                  <c:v>44638</c:v>
                </c:pt>
                <c:pt idx="4230">
                  <c:v>44641</c:v>
                </c:pt>
                <c:pt idx="4231">
                  <c:v>44642</c:v>
                </c:pt>
                <c:pt idx="4232">
                  <c:v>44643</c:v>
                </c:pt>
                <c:pt idx="4233">
                  <c:v>44644</c:v>
                </c:pt>
                <c:pt idx="4234">
                  <c:v>44645</c:v>
                </c:pt>
                <c:pt idx="4235">
                  <c:v>44648</c:v>
                </c:pt>
                <c:pt idx="4236">
                  <c:v>44649</c:v>
                </c:pt>
                <c:pt idx="4237">
                  <c:v>44650</c:v>
                </c:pt>
                <c:pt idx="4238">
                  <c:v>44651</c:v>
                </c:pt>
                <c:pt idx="4239">
                  <c:v>44652</c:v>
                </c:pt>
                <c:pt idx="4240">
                  <c:v>44655</c:v>
                </c:pt>
                <c:pt idx="4241">
                  <c:v>44656</c:v>
                </c:pt>
                <c:pt idx="4242">
                  <c:v>44657</c:v>
                </c:pt>
                <c:pt idx="4243">
                  <c:v>44658</c:v>
                </c:pt>
                <c:pt idx="4244">
                  <c:v>44659</c:v>
                </c:pt>
                <c:pt idx="4245">
                  <c:v>44662</c:v>
                </c:pt>
                <c:pt idx="4246">
                  <c:v>44663</c:v>
                </c:pt>
                <c:pt idx="4247">
                  <c:v>44664</c:v>
                </c:pt>
                <c:pt idx="4248">
                  <c:v>44665</c:v>
                </c:pt>
                <c:pt idx="4249">
                  <c:v>44666</c:v>
                </c:pt>
                <c:pt idx="4250">
                  <c:v>44669</c:v>
                </c:pt>
                <c:pt idx="4251">
                  <c:v>44670</c:v>
                </c:pt>
                <c:pt idx="4252">
                  <c:v>44671</c:v>
                </c:pt>
                <c:pt idx="4253">
                  <c:v>44672</c:v>
                </c:pt>
                <c:pt idx="4254">
                  <c:v>44673</c:v>
                </c:pt>
                <c:pt idx="4255">
                  <c:v>44676</c:v>
                </c:pt>
                <c:pt idx="4256">
                  <c:v>44677</c:v>
                </c:pt>
                <c:pt idx="4257">
                  <c:v>44678</c:v>
                </c:pt>
                <c:pt idx="4258">
                  <c:v>44679</c:v>
                </c:pt>
                <c:pt idx="4259">
                  <c:v>44680</c:v>
                </c:pt>
                <c:pt idx="4260">
                  <c:v>44683</c:v>
                </c:pt>
                <c:pt idx="4261">
                  <c:v>44684</c:v>
                </c:pt>
                <c:pt idx="4262">
                  <c:v>44685</c:v>
                </c:pt>
                <c:pt idx="4263">
                  <c:v>44686</c:v>
                </c:pt>
                <c:pt idx="4264">
                  <c:v>44687</c:v>
                </c:pt>
                <c:pt idx="4265">
                  <c:v>44690</c:v>
                </c:pt>
                <c:pt idx="4266">
                  <c:v>44691</c:v>
                </c:pt>
                <c:pt idx="4267">
                  <c:v>44692</c:v>
                </c:pt>
                <c:pt idx="4268">
                  <c:v>44693</c:v>
                </c:pt>
                <c:pt idx="4269">
                  <c:v>44694</c:v>
                </c:pt>
                <c:pt idx="4270">
                  <c:v>44697</c:v>
                </c:pt>
                <c:pt idx="4271">
                  <c:v>44698</c:v>
                </c:pt>
                <c:pt idx="4272">
                  <c:v>44699</c:v>
                </c:pt>
                <c:pt idx="4273">
                  <c:v>44700</c:v>
                </c:pt>
                <c:pt idx="4274">
                  <c:v>44701</c:v>
                </c:pt>
                <c:pt idx="4275">
                  <c:v>44704</c:v>
                </c:pt>
                <c:pt idx="4276">
                  <c:v>44705</c:v>
                </c:pt>
                <c:pt idx="4277">
                  <c:v>44706</c:v>
                </c:pt>
                <c:pt idx="4278">
                  <c:v>44707</c:v>
                </c:pt>
                <c:pt idx="4279">
                  <c:v>44708</c:v>
                </c:pt>
                <c:pt idx="4280">
                  <c:v>44711</c:v>
                </c:pt>
                <c:pt idx="4281">
                  <c:v>44712</c:v>
                </c:pt>
                <c:pt idx="4282">
                  <c:v>44713</c:v>
                </c:pt>
                <c:pt idx="4283">
                  <c:v>44714</c:v>
                </c:pt>
                <c:pt idx="4284">
                  <c:v>44715</c:v>
                </c:pt>
                <c:pt idx="4285">
                  <c:v>44718</c:v>
                </c:pt>
                <c:pt idx="4286">
                  <c:v>44719</c:v>
                </c:pt>
                <c:pt idx="4287">
                  <c:v>44720</c:v>
                </c:pt>
                <c:pt idx="4288">
                  <c:v>44721</c:v>
                </c:pt>
                <c:pt idx="4289">
                  <c:v>44722</c:v>
                </c:pt>
                <c:pt idx="4290">
                  <c:v>44725</c:v>
                </c:pt>
                <c:pt idx="4291">
                  <c:v>44726</c:v>
                </c:pt>
                <c:pt idx="4292">
                  <c:v>44727</c:v>
                </c:pt>
                <c:pt idx="4293">
                  <c:v>44728</c:v>
                </c:pt>
                <c:pt idx="4294">
                  <c:v>44729</c:v>
                </c:pt>
                <c:pt idx="4295">
                  <c:v>44732</c:v>
                </c:pt>
                <c:pt idx="4296">
                  <c:v>44733</c:v>
                </c:pt>
                <c:pt idx="4297">
                  <c:v>44734</c:v>
                </c:pt>
                <c:pt idx="4298">
                  <c:v>44735</c:v>
                </c:pt>
                <c:pt idx="4299">
                  <c:v>44736</c:v>
                </c:pt>
                <c:pt idx="4300">
                  <c:v>44739</c:v>
                </c:pt>
                <c:pt idx="4301">
                  <c:v>44740</c:v>
                </c:pt>
                <c:pt idx="4302">
                  <c:v>44741</c:v>
                </c:pt>
                <c:pt idx="4303">
                  <c:v>44742</c:v>
                </c:pt>
                <c:pt idx="4304">
                  <c:v>44743</c:v>
                </c:pt>
                <c:pt idx="4305">
                  <c:v>44746</c:v>
                </c:pt>
                <c:pt idx="4306">
                  <c:v>44747</c:v>
                </c:pt>
                <c:pt idx="4307">
                  <c:v>44748</c:v>
                </c:pt>
                <c:pt idx="4308">
                  <c:v>44749</c:v>
                </c:pt>
                <c:pt idx="4309">
                  <c:v>44750</c:v>
                </c:pt>
                <c:pt idx="4310">
                  <c:v>44753</c:v>
                </c:pt>
                <c:pt idx="4311">
                  <c:v>44754</c:v>
                </c:pt>
                <c:pt idx="4312">
                  <c:v>44755</c:v>
                </c:pt>
                <c:pt idx="4313">
                  <c:v>44756</c:v>
                </c:pt>
                <c:pt idx="4314">
                  <c:v>44757</c:v>
                </c:pt>
                <c:pt idx="4315">
                  <c:v>44760</c:v>
                </c:pt>
                <c:pt idx="4316">
                  <c:v>44761</c:v>
                </c:pt>
                <c:pt idx="4317">
                  <c:v>44762</c:v>
                </c:pt>
                <c:pt idx="4318">
                  <c:v>44763</c:v>
                </c:pt>
                <c:pt idx="4319">
                  <c:v>44764</c:v>
                </c:pt>
                <c:pt idx="4320">
                  <c:v>44767</c:v>
                </c:pt>
                <c:pt idx="4321">
                  <c:v>44768</c:v>
                </c:pt>
                <c:pt idx="4322">
                  <c:v>44769</c:v>
                </c:pt>
                <c:pt idx="4323">
                  <c:v>44770</c:v>
                </c:pt>
                <c:pt idx="4324">
                  <c:v>44771</c:v>
                </c:pt>
                <c:pt idx="4325">
                  <c:v>44774</c:v>
                </c:pt>
                <c:pt idx="4326">
                  <c:v>44775</c:v>
                </c:pt>
                <c:pt idx="4327">
                  <c:v>44776</c:v>
                </c:pt>
                <c:pt idx="4328">
                  <c:v>44777</c:v>
                </c:pt>
                <c:pt idx="4329">
                  <c:v>44778</c:v>
                </c:pt>
                <c:pt idx="4330">
                  <c:v>44781</c:v>
                </c:pt>
                <c:pt idx="4331">
                  <c:v>44782</c:v>
                </c:pt>
                <c:pt idx="4332">
                  <c:v>44783</c:v>
                </c:pt>
                <c:pt idx="4333">
                  <c:v>44784</c:v>
                </c:pt>
                <c:pt idx="4334">
                  <c:v>44785</c:v>
                </c:pt>
                <c:pt idx="4335">
                  <c:v>44788</c:v>
                </c:pt>
                <c:pt idx="4336">
                  <c:v>44789</c:v>
                </c:pt>
                <c:pt idx="4337">
                  <c:v>44790</c:v>
                </c:pt>
                <c:pt idx="4338">
                  <c:v>44791</c:v>
                </c:pt>
                <c:pt idx="4339">
                  <c:v>44792</c:v>
                </c:pt>
                <c:pt idx="4340">
                  <c:v>44795</c:v>
                </c:pt>
                <c:pt idx="4341">
                  <c:v>44796</c:v>
                </c:pt>
                <c:pt idx="4342">
                  <c:v>44797</c:v>
                </c:pt>
                <c:pt idx="4343">
                  <c:v>44798</c:v>
                </c:pt>
                <c:pt idx="4344">
                  <c:v>44799</c:v>
                </c:pt>
                <c:pt idx="4345">
                  <c:v>44802</c:v>
                </c:pt>
                <c:pt idx="4346">
                  <c:v>44803</c:v>
                </c:pt>
                <c:pt idx="4347">
                  <c:v>44804</c:v>
                </c:pt>
                <c:pt idx="4348">
                  <c:v>44805</c:v>
                </c:pt>
                <c:pt idx="4349">
                  <c:v>44806</c:v>
                </c:pt>
                <c:pt idx="4350">
                  <c:v>44809</c:v>
                </c:pt>
                <c:pt idx="4351">
                  <c:v>44810</c:v>
                </c:pt>
                <c:pt idx="4352">
                  <c:v>44811</c:v>
                </c:pt>
                <c:pt idx="4353">
                  <c:v>44812</c:v>
                </c:pt>
                <c:pt idx="4354">
                  <c:v>44813</c:v>
                </c:pt>
                <c:pt idx="4355">
                  <c:v>44816</c:v>
                </c:pt>
                <c:pt idx="4356">
                  <c:v>44817</c:v>
                </c:pt>
                <c:pt idx="4357">
                  <c:v>44818</c:v>
                </c:pt>
                <c:pt idx="4358">
                  <c:v>44819</c:v>
                </c:pt>
                <c:pt idx="4359">
                  <c:v>44820</c:v>
                </c:pt>
                <c:pt idx="4360">
                  <c:v>44823</c:v>
                </c:pt>
                <c:pt idx="4361">
                  <c:v>44824</c:v>
                </c:pt>
                <c:pt idx="4362">
                  <c:v>44825</c:v>
                </c:pt>
                <c:pt idx="4363">
                  <c:v>44826</c:v>
                </c:pt>
                <c:pt idx="4364">
                  <c:v>44827</c:v>
                </c:pt>
                <c:pt idx="4365">
                  <c:v>44830</c:v>
                </c:pt>
                <c:pt idx="4366">
                  <c:v>44831</c:v>
                </c:pt>
                <c:pt idx="4367">
                  <c:v>44832</c:v>
                </c:pt>
                <c:pt idx="4368">
                  <c:v>44833</c:v>
                </c:pt>
                <c:pt idx="4369">
                  <c:v>44834</c:v>
                </c:pt>
                <c:pt idx="4370">
                  <c:v>44837</c:v>
                </c:pt>
                <c:pt idx="4371">
                  <c:v>44838</c:v>
                </c:pt>
                <c:pt idx="4372">
                  <c:v>44839</c:v>
                </c:pt>
                <c:pt idx="4373">
                  <c:v>44840</c:v>
                </c:pt>
                <c:pt idx="4374">
                  <c:v>44841</c:v>
                </c:pt>
                <c:pt idx="4375">
                  <c:v>44844</c:v>
                </c:pt>
                <c:pt idx="4376">
                  <c:v>44845</c:v>
                </c:pt>
                <c:pt idx="4377">
                  <c:v>44846</c:v>
                </c:pt>
                <c:pt idx="4378">
                  <c:v>44847</c:v>
                </c:pt>
                <c:pt idx="4379">
                  <c:v>44848</c:v>
                </c:pt>
                <c:pt idx="4380">
                  <c:v>44851</c:v>
                </c:pt>
                <c:pt idx="4381">
                  <c:v>44852</c:v>
                </c:pt>
                <c:pt idx="4382">
                  <c:v>44853</c:v>
                </c:pt>
                <c:pt idx="4383">
                  <c:v>44854</c:v>
                </c:pt>
                <c:pt idx="4384">
                  <c:v>44855</c:v>
                </c:pt>
                <c:pt idx="4385">
                  <c:v>44858</c:v>
                </c:pt>
                <c:pt idx="4386">
                  <c:v>44859</c:v>
                </c:pt>
                <c:pt idx="4387">
                  <c:v>44860</c:v>
                </c:pt>
                <c:pt idx="4388">
                  <c:v>44861</c:v>
                </c:pt>
                <c:pt idx="4389">
                  <c:v>44862</c:v>
                </c:pt>
                <c:pt idx="4390">
                  <c:v>44865</c:v>
                </c:pt>
                <c:pt idx="4391">
                  <c:v>44866</c:v>
                </c:pt>
                <c:pt idx="4392">
                  <c:v>44867</c:v>
                </c:pt>
                <c:pt idx="4393">
                  <c:v>44868</c:v>
                </c:pt>
                <c:pt idx="4394">
                  <c:v>44869</c:v>
                </c:pt>
                <c:pt idx="4395">
                  <c:v>44872</c:v>
                </c:pt>
                <c:pt idx="4396">
                  <c:v>44873</c:v>
                </c:pt>
                <c:pt idx="4397">
                  <c:v>44874</c:v>
                </c:pt>
                <c:pt idx="4398">
                  <c:v>44875</c:v>
                </c:pt>
                <c:pt idx="4399">
                  <c:v>44876</c:v>
                </c:pt>
                <c:pt idx="4400">
                  <c:v>44879</c:v>
                </c:pt>
                <c:pt idx="4401">
                  <c:v>44880</c:v>
                </c:pt>
                <c:pt idx="4402">
                  <c:v>44881</c:v>
                </c:pt>
                <c:pt idx="4403">
                  <c:v>44882</c:v>
                </c:pt>
                <c:pt idx="4404">
                  <c:v>44883</c:v>
                </c:pt>
                <c:pt idx="4405">
                  <c:v>44886</c:v>
                </c:pt>
                <c:pt idx="4406">
                  <c:v>44887</c:v>
                </c:pt>
                <c:pt idx="4407">
                  <c:v>44888</c:v>
                </c:pt>
                <c:pt idx="4408">
                  <c:v>44889</c:v>
                </c:pt>
                <c:pt idx="4409">
                  <c:v>44890</c:v>
                </c:pt>
                <c:pt idx="4410">
                  <c:v>44893</c:v>
                </c:pt>
                <c:pt idx="4411">
                  <c:v>44894</c:v>
                </c:pt>
                <c:pt idx="4412">
                  <c:v>44895</c:v>
                </c:pt>
                <c:pt idx="4413">
                  <c:v>44896</c:v>
                </c:pt>
                <c:pt idx="4414">
                  <c:v>44897</c:v>
                </c:pt>
                <c:pt idx="4415">
                  <c:v>44900</c:v>
                </c:pt>
                <c:pt idx="4416">
                  <c:v>44901</c:v>
                </c:pt>
                <c:pt idx="4417">
                  <c:v>44902</c:v>
                </c:pt>
                <c:pt idx="4418">
                  <c:v>44903</c:v>
                </c:pt>
                <c:pt idx="4419">
                  <c:v>44904</c:v>
                </c:pt>
                <c:pt idx="4420">
                  <c:v>44907</c:v>
                </c:pt>
                <c:pt idx="4421">
                  <c:v>44908</c:v>
                </c:pt>
                <c:pt idx="4422">
                  <c:v>44909</c:v>
                </c:pt>
                <c:pt idx="4423">
                  <c:v>44910</c:v>
                </c:pt>
                <c:pt idx="4424">
                  <c:v>44911</c:v>
                </c:pt>
                <c:pt idx="4425">
                  <c:v>44914</c:v>
                </c:pt>
                <c:pt idx="4426">
                  <c:v>44915</c:v>
                </c:pt>
                <c:pt idx="4427">
                  <c:v>44916</c:v>
                </c:pt>
                <c:pt idx="4428">
                  <c:v>44917</c:v>
                </c:pt>
                <c:pt idx="4429">
                  <c:v>44918</c:v>
                </c:pt>
                <c:pt idx="4430">
                  <c:v>44921</c:v>
                </c:pt>
                <c:pt idx="4431">
                  <c:v>44922</c:v>
                </c:pt>
                <c:pt idx="4432">
                  <c:v>44923</c:v>
                </c:pt>
                <c:pt idx="4433">
                  <c:v>44924</c:v>
                </c:pt>
                <c:pt idx="4434">
                  <c:v>44925</c:v>
                </c:pt>
                <c:pt idx="4435">
                  <c:v>44928</c:v>
                </c:pt>
                <c:pt idx="4436">
                  <c:v>44929</c:v>
                </c:pt>
                <c:pt idx="4437">
                  <c:v>44930</c:v>
                </c:pt>
                <c:pt idx="4438">
                  <c:v>44931</c:v>
                </c:pt>
                <c:pt idx="4439">
                  <c:v>44932</c:v>
                </c:pt>
                <c:pt idx="4440">
                  <c:v>44935</c:v>
                </c:pt>
                <c:pt idx="4441">
                  <c:v>44936</c:v>
                </c:pt>
                <c:pt idx="4442">
                  <c:v>44937</c:v>
                </c:pt>
                <c:pt idx="4443">
                  <c:v>44938</c:v>
                </c:pt>
                <c:pt idx="4444">
                  <c:v>44939</c:v>
                </c:pt>
                <c:pt idx="4445">
                  <c:v>44942</c:v>
                </c:pt>
                <c:pt idx="4446">
                  <c:v>44943</c:v>
                </c:pt>
                <c:pt idx="4447">
                  <c:v>44944</c:v>
                </c:pt>
                <c:pt idx="4448">
                  <c:v>44945</c:v>
                </c:pt>
                <c:pt idx="4449">
                  <c:v>44946</c:v>
                </c:pt>
                <c:pt idx="4450">
                  <c:v>44949</c:v>
                </c:pt>
                <c:pt idx="4451">
                  <c:v>44950</c:v>
                </c:pt>
                <c:pt idx="4452">
                  <c:v>44951</c:v>
                </c:pt>
                <c:pt idx="4453">
                  <c:v>44952</c:v>
                </c:pt>
                <c:pt idx="4454">
                  <c:v>44953</c:v>
                </c:pt>
                <c:pt idx="4455">
                  <c:v>44956</c:v>
                </c:pt>
                <c:pt idx="4456">
                  <c:v>44957</c:v>
                </c:pt>
                <c:pt idx="4457">
                  <c:v>44958</c:v>
                </c:pt>
                <c:pt idx="4458">
                  <c:v>44959</c:v>
                </c:pt>
                <c:pt idx="4459">
                  <c:v>44960</c:v>
                </c:pt>
                <c:pt idx="4460">
                  <c:v>44963</c:v>
                </c:pt>
                <c:pt idx="4461">
                  <c:v>44964</c:v>
                </c:pt>
                <c:pt idx="4462">
                  <c:v>44965</c:v>
                </c:pt>
                <c:pt idx="4463">
                  <c:v>44966</c:v>
                </c:pt>
                <c:pt idx="4464">
                  <c:v>44967</c:v>
                </c:pt>
                <c:pt idx="4465">
                  <c:v>44970</c:v>
                </c:pt>
                <c:pt idx="4466">
                  <c:v>44971</c:v>
                </c:pt>
                <c:pt idx="4467">
                  <c:v>44972</c:v>
                </c:pt>
                <c:pt idx="4468">
                  <c:v>44973</c:v>
                </c:pt>
                <c:pt idx="4469">
                  <c:v>44974</c:v>
                </c:pt>
                <c:pt idx="4470">
                  <c:v>44977</c:v>
                </c:pt>
                <c:pt idx="4471">
                  <c:v>44978</c:v>
                </c:pt>
                <c:pt idx="4472">
                  <c:v>44979</c:v>
                </c:pt>
                <c:pt idx="4473">
                  <c:v>44980</c:v>
                </c:pt>
                <c:pt idx="4474">
                  <c:v>44981</c:v>
                </c:pt>
                <c:pt idx="4475">
                  <c:v>44984</c:v>
                </c:pt>
                <c:pt idx="4476">
                  <c:v>44985</c:v>
                </c:pt>
                <c:pt idx="4477">
                  <c:v>44986</c:v>
                </c:pt>
                <c:pt idx="4478">
                  <c:v>44987</c:v>
                </c:pt>
                <c:pt idx="4479">
                  <c:v>44988</c:v>
                </c:pt>
                <c:pt idx="4480">
                  <c:v>44991</c:v>
                </c:pt>
                <c:pt idx="4481">
                  <c:v>44992</c:v>
                </c:pt>
                <c:pt idx="4482">
                  <c:v>44993</c:v>
                </c:pt>
                <c:pt idx="4483">
                  <c:v>44994</c:v>
                </c:pt>
                <c:pt idx="4484">
                  <c:v>44995</c:v>
                </c:pt>
                <c:pt idx="4485">
                  <c:v>44998</c:v>
                </c:pt>
                <c:pt idx="4486">
                  <c:v>44999</c:v>
                </c:pt>
                <c:pt idx="4487">
                  <c:v>45000</c:v>
                </c:pt>
                <c:pt idx="4488">
                  <c:v>45001</c:v>
                </c:pt>
                <c:pt idx="4489">
                  <c:v>45002</c:v>
                </c:pt>
                <c:pt idx="4490">
                  <c:v>45005</c:v>
                </c:pt>
                <c:pt idx="4491">
                  <c:v>45006</c:v>
                </c:pt>
                <c:pt idx="4492">
                  <c:v>45007</c:v>
                </c:pt>
                <c:pt idx="4493">
                  <c:v>45008</c:v>
                </c:pt>
                <c:pt idx="4494">
                  <c:v>45009</c:v>
                </c:pt>
                <c:pt idx="4495">
                  <c:v>45012</c:v>
                </c:pt>
                <c:pt idx="4496">
                  <c:v>45013</c:v>
                </c:pt>
                <c:pt idx="4497">
                  <c:v>45014</c:v>
                </c:pt>
                <c:pt idx="4498">
                  <c:v>45015</c:v>
                </c:pt>
                <c:pt idx="4499">
                  <c:v>45016</c:v>
                </c:pt>
                <c:pt idx="4500">
                  <c:v>45019</c:v>
                </c:pt>
                <c:pt idx="4501">
                  <c:v>45020</c:v>
                </c:pt>
                <c:pt idx="4502">
                  <c:v>45021</c:v>
                </c:pt>
                <c:pt idx="4503">
                  <c:v>45022</c:v>
                </c:pt>
                <c:pt idx="4504">
                  <c:v>45023</c:v>
                </c:pt>
                <c:pt idx="4505">
                  <c:v>45026</c:v>
                </c:pt>
                <c:pt idx="4506">
                  <c:v>45027</c:v>
                </c:pt>
                <c:pt idx="4507">
                  <c:v>45028</c:v>
                </c:pt>
                <c:pt idx="4508">
                  <c:v>45029</c:v>
                </c:pt>
                <c:pt idx="4509">
                  <c:v>45030</c:v>
                </c:pt>
                <c:pt idx="4510">
                  <c:v>45033</c:v>
                </c:pt>
                <c:pt idx="4511">
                  <c:v>45034</c:v>
                </c:pt>
                <c:pt idx="4512">
                  <c:v>45035</c:v>
                </c:pt>
                <c:pt idx="4513">
                  <c:v>45036</c:v>
                </c:pt>
                <c:pt idx="4514">
                  <c:v>45037</c:v>
                </c:pt>
                <c:pt idx="4515">
                  <c:v>45040</c:v>
                </c:pt>
                <c:pt idx="4516">
                  <c:v>45041</c:v>
                </c:pt>
                <c:pt idx="4517">
                  <c:v>45042</c:v>
                </c:pt>
                <c:pt idx="4518">
                  <c:v>45043</c:v>
                </c:pt>
                <c:pt idx="4519">
                  <c:v>45044</c:v>
                </c:pt>
                <c:pt idx="4520">
                  <c:v>45047</c:v>
                </c:pt>
                <c:pt idx="4521">
                  <c:v>45048</c:v>
                </c:pt>
                <c:pt idx="4522">
                  <c:v>45049</c:v>
                </c:pt>
                <c:pt idx="4523">
                  <c:v>45050</c:v>
                </c:pt>
                <c:pt idx="4524">
                  <c:v>45051</c:v>
                </c:pt>
                <c:pt idx="4525">
                  <c:v>45054</c:v>
                </c:pt>
                <c:pt idx="4526">
                  <c:v>45055</c:v>
                </c:pt>
                <c:pt idx="4527">
                  <c:v>45056</c:v>
                </c:pt>
                <c:pt idx="4528">
                  <c:v>45057</c:v>
                </c:pt>
                <c:pt idx="4529">
                  <c:v>45058</c:v>
                </c:pt>
                <c:pt idx="4530">
                  <c:v>45061</c:v>
                </c:pt>
                <c:pt idx="4531">
                  <c:v>45062</c:v>
                </c:pt>
                <c:pt idx="4532">
                  <c:v>45063</c:v>
                </c:pt>
                <c:pt idx="4533">
                  <c:v>45064</c:v>
                </c:pt>
                <c:pt idx="4534">
                  <c:v>45065</c:v>
                </c:pt>
                <c:pt idx="4535">
                  <c:v>45068</c:v>
                </c:pt>
                <c:pt idx="4536">
                  <c:v>45069</c:v>
                </c:pt>
                <c:pt idx="4537">
                  <c:v>45070</c:v>
                </c:pt>
                <c:pt idx="4538">
                  <c:v>45071</c:v>
                </c:pt>
                <c:pt idx="4539">
                  <c:v>45072</c:v>
                </c:pt>
                <c:pt idx="4540">
                  <c:v>45075</c:v>
                </c:pt>
                <c:pt idx="4541">
                  <c:v>45076</c:v>
                </c:pt>
                <c:pt idx="4542">
                  <c:v>45077</c:v>
                </c:pt>
                <c:pt idx="4543">
                  <c:v>45078</c:v>
                </c:pt>
                <c:pt idx="4544">
                  <c:v>45079</c:v>
                </c:pt>
                <c:pt idx="4545">
                  <c:v>45082</c:v>
                </c:pt>
                <c:pt idx="4546">
                  <c:v>45083</c:v>
                </c:pt>
                <c:pt idx="4547">
                  <c:v>45084</c:v>
                </c:pt>
                <c:pt idx="4548">
                  <c:v>45085</c:v>
                </c:pt>
                <c:pt idx="4549">
                  <c:v>45086</c:v>
                </c:pt>
                <c:pt idx="4550">
                  <c:v>45089</c:v>
                </c:pt>
                <c:pt idx="4551">
                  <c:v>45090</c:v>
                </c:pt>
                <c:pt idx="4552">
                  <c:v>45091</c:v>
                </c:pt>
                <c:pt idx="4553">
                  <c:v>45092</c:v>
                </c:pt>
                <c:pt idx="4554">
                  <c:v>45093</c:v>
                </c:pt>
                <c:pt idx="4555">
                  <c:v>45096</c:v>
                </c:pt>
                <c:pt idx="4556">
                  <c:v>45097</c:v>
                </c:pt>
                <c:pt idx="4557">
                  <c:v>45098</c:v>
                </c:pt>
                <c:pt idx="4558">
                  <c:v>45099</c:v>
                </c:pt>
                <c:pt idx="4559">
                  <c:v>45100</c:v>
                </c:pt>
                <c:pt idx="4560">
                  <c:v>45103</c:v>
                </c:pt>
                <c:pt idx="4561">
                  <c:v>45104</c:v>
                </c:pt>
                <c:pt idx="4562">
                  <c:v>45105</c:v>
                </c:pt>
                <c:pt idx="4563">
                  <c:v>45106</c:v>
                </c:pt>
                <c:pt idx="4564">
                  <c:v>45107</c:v>
                </c:pt>
                <c:pt idx="4565">
                  <c:v>45110</c:v>
                </c:pt>
                <c:pt idx="4566">
                  <c:v>45111</c:v>
                </c:pt>
                <c:pt idx="4567">
                  <c:v>45112</c:v>
                </c:pt>
                <c:pt idx="4568">
                  <c:v>45113</c:v>
                </c:pt>
                <c:pt idx="4569">
                  <c:v>45114</c:v>
                </c:pt>
                <c:pt idx="4570">
                  <c:v>45117</c:v>
                </c:pt>
                <c:pt idx="4571">
                  <c:v>45118</c:v>
                </c:pt>
                <c:pt idx="4572">
                  <c:v>45119</c:v>
                </c:pt>
                <c:pt idx="4573">
                  <c:v>45120</c:v>
                </c:pt>
                <c:pt idx="4574">
                  <c:v>45121</c:v>
                </c:pt>
                <c:pt idx="4575">
                  <c:v>45124</c:v>
                </c:pt>
                <c:pt idx="4576">
                  <c:v>45125</c:v>
                </c:pt>
                <c:pt idx="4577">
                  <c:v>45126</c:v>
                </c:pt>
                <c:pt idx="4578">
                  <c:v>45127</c:v>
                </c:pt>
                <c:pt idx="4579">
                  <c:v>45128</c:v>
                </c:pt>
                <c:pt idx="4580">
                  <c:v>45131</c:v>
                </c:pt>
                <c:pt idx="4581">
                  <c:v>45132</c:v>
                </c:pt>
                <c:pt idx="4582">
                  <c:v>45133</c:v>
                </c:pt>
                <c:pt idx="4583">
                  <c:v>45134</c:v>
                </c:pt>
                <c:pt idx="4584">
                  <c:v>45135</c:v>
                </c:pt>
                <c:pt idx="4585">
                  <c:v>45138</c:v>
                </c:pt>
                <c:pt idx="4586">
                  <c:v>45139</c:v>
                </c:pt>
                <c:pt idx="4587">
                  <c:v>45140</c:v>
                </c:pt>
                <c:pt idx="4588">
                  <c:v>45141</c:v>
                </c:pt>
                <c:pt idx="4589">
                  <c:v>45142</c:v>
                </c:pt>
                <c:pt idx="4590">
                  <c:v>45145</c:v>
                </c:pt>
                <c:pt idx="4591">
                  <c:v>45146</c:v>
                </c:pt>
                <c:pt idx="4592">
                  <c:v>45147</c:v>
                </c:pt>
                <c:pt idx="4593">
                  <c:v>45148</c:v>
                </c:pt>
                <c:pt idx="4594">
                  <c:v>45149</c:v>
                </c:pt>
                <c:pt idx="4595">
                  <c:v>45152</c:v>
                </c:pt>
                <c:pt idx="4596">
                  <c:v>45153</c:v>
                </c:pt>
                <c:pt idx="4597">
                  <c:v>45154</c:v>
                </c:pt>
                <c:pt idx="4598">
                  <c:v>45155</c:v>
                </c:pt>
                <c:pt idx="4599">
                  <c:v>45156</c:v>
                </c:pt>
                <c:pt idx="4600">
                  <c:v>45159</c:v>
                </c:pt>
                <c:pt idx="4601">
                  <c:v>45160</c:v>
                </c:pt>
                <c:pt idx="4602">
                  <c:v>45161</c:v>
                </c:pt>
                <c:pt idx="4603">
                  <c:v>45162</c:v>
                </c:pt>
                <c:pt idx="4604">
                  <c:v>45163</c:v>
                </c:pt>
                <c:pt idx="4605">
                  <c:v>45166</c:v>
                </c:pt>
                <c:pt idx="4606">
                  <c:v>45167</c:v>
                </c:pt>
                <c:pt idx="4607">
                  <c:v>45168</c:v>
                </c:pt>
                <c:pt idx="4608">
                  <c:v>45169</c:v>
                </c:pt>
                <c:pt idx="4609">
                  <c:v>45170</c:v>
                </c:pt>
                <c:pt idx="4610">
                  <c:v>45173</c:v>
                </c:pt>
                <c:pt idx="4611">
                  <c:v>45174</c:v>
                </c:pt>
                <c:pt idx="4612">
                  <c:v>45175</c:v>
                </c:pt>
                <c:pt idx="4613">
                  <c:v>45176</c:v>
                </c:pt>
                <c:pt idx="4614">
                  <c:v>45177</c:v>
                </c:pt>
                <c:pt idx="4615">
                  <c:v>45180</c:v>
                </c:pt>
                <c:pt idx="4616">
                  <c:v>45181</c:v>
                </c:pt>
                <c:pt idx="4617">
                  <c:v>45182</c:v>
                </c:pt>
                <c:pt idx="4618">
                  <c:v>45183</c:v>
                </c:pt>
                <c:pt idx="4619">
                  <c:v>45184</c:v>
                </c:pt>
                <c:pt idx="4620">
                  <c:v>45187</c:v>
                </c:pt>
                <c:pt idx="4621">
                  <c:v>45188</c:v>
                </c:pt>
                <c:pt idx="4622">
                  <c:v>45189</c:v>
                </c:pt>
                <c:pt idx="4623">
                  <c:v>45190</c:v>
                </c:pt>
                <c:pt idx="4624">
                  <c:v>45191</c:v>
                </c:pt>
                <c:pt idx="4625">
                  <c:v>45194</c:v>
                </c:pt>
                <c:pt idx="4626">
                  <c:v>45195</c:v>
                </c:pt>
                <c:pt idx="4627">
                  <c:v>45196</c:v>
                </c:pt>
                <c:pt idx="4628">
                  <c:v>45197</c:v>
                </c:pt>
                <c:pt idx="4629">
                  <c:v>45198</c:v>
                </c:pt>
                <c:pt idx="4630">
                  <c:v>45201</c:v>
                </c:pt>
                <c:pt idx="4631">
                  <c:v>45202</c:v>
                </c:pt>
                <c:pt idx="4632">
                  <c:v>45203</c:v>
                </c:pt>
                <c:pt idx="4633">
                  <c:v>45204</c:v>
                </c:pt>
                <c:pt idx="4634">
                  <c:v>45205</c:v>
                </c:pt>
                <c:pt idx="4635">
                  <c:v>45208</c:v>
                </c:pt>
                <c:pt idx="4636">
                  <c:v>45209</c:v>
                </c:pt>
                <c:pt idx="4637">
                  <c:v>45210</c:v>
                </c:pt>
                <c:pt idx="4638">
                  <c:v>45211</c:v>
                </c:pt>
                <c:pt idx="4639">
                  <c:v>45212</c:v>
                </c:pt>
                <c:pt idx="4640">
                  <c:v>45215</c:v>
                </c:pt>
                <c:pt idx="4641">
                  <c:v>45216</c:v>
                </c:pt>
                <c:pt idx="4642">
                  <c:v>45217</c:v>
                </c:pt>
                <c:pt idx="4643">
                  <c:v>45218</c:v>
                </c:pt>
                <c:pt idx="4644">
                  <c:v>45219</c:v>
                </c:pt>
                <c:pt idx="4645">
                  <c:v>45222</c:v>
                </c:pt>
                <c:pt idx="4646">
                  <c:v>45223</c:v>
                </c:pt>
                <c:pt idx="4647">
                  <c:v>45224</c:v>
                </c:pt>
                <c:pt idx="4648">
                  <c:v>45225</c:v>
                </c:pt>
                <c:pt idx="4649">
                  <c:v>45226</c:v>
                </c:pt>
                <c:pt idx="4650">
                  <c:v>45229</c:v>
                </c:pt>
                <c:pt idx="4651">
                  <c:v>45230</c:v>
                </c:pt>
                <c:pt idx="4652">
                  <c:v>45231</c:v>
                </c:pt>
                <c:pt idx="4653">
                  <c:v>45232</c:v>
                </c:pt>
                <c:pt idx="4654">
                  <c:v>45233</c:v>
                </c:pt>
                <c:pt idx="4655">
                  <c:v>45236</c:v>
                </c:pt>
                <c:pt idx="4656">
                  <c:v>45237</c:v>
                </c:pt>
                <c:pt idx="4657">
                  <c:v>45238</c:v>
                </c:pt>
                <c:pt idx="4658">
                  <c:v>45239</c:v>
                </c:pt>
                <c:pt idx="4659">
                  <c:v>45240</c:v>
                </c:pt>
                <c:pt idx="4660">
                  <c:v>45243</c:v>
                </c:pt>
                <c:pt idx="4661">
                  <c:v>45244</c:v>
                </c:pt>
                <c:pt idx="4662">
                  <c:v>45245</c:v>
                </c:pt>
                <c:pt idx="4663">
                  <c:v>45246</c:v>
                </c:pt>
                <c:pt idx="4664">
                  <c:v>45247</c:v>
                </c:pt>
                <c:pt idx="4665">
                  <c:v>45250</c:v>
                </c:pt>
                <c:pt idx="4666">
                  <c:v>45251</c:v>
                </c:pt>
                <c:pt idx="4667">
                  <c:v>45252</c:v>
                </c:pt>
                <c:pt idx="4668">
                  <c:v>45253</c:v>
                </c:pt>
                <c:pt idx="4669">
                  <c:v>45254</c:v>
                </c:pt>
                <c:pt idx="4670">
                  <c:v>45257</c:v>
                </c:pt>
                <c:pt idx="4671">
                  <c:v>45258</c:v>
                </c:pt>
                <c:pt idx="4672">
                  <c:v>45259</c:v>
                </c:pt>
                <c:pt idx="4673">
                  <c:v>45260</c:v>
                </c:pt>
                <c:pt idx="4674">
                  <c:v>45261</c:v>
                </c:pt>
                <c:pt idx="4675">
                  <c:v>45264</c:v>
                </c:pt>
                <c:pt idx="4676">
                  <c:v>45265</c:v>
                </c:pt>
                <c:pt idx="4677">
                  <c:v>45266</c:v>
                </c:pt>
                <c:pt idx="4678">
                  <c:v>45267</c:v>
                </c:pt>
                <c:pt idx="4679">
                  <c:v>45268</c:v>
                </c:pt>
                <c:pt idx="4680">
                  <c:v>45271</c:v>
                </c:pt>
                <c:pt idx="4681">
                  <c:v>45272</c:v>
                </c:pt>
                <c:pt idx="4682">
                  <c:v>45273</c:v>
                </c:pt>
                <c:pt idx="4683">
                  <c:v>45274</c:v>
                </c:pt>
                <c:pt idx="4684">
                  <c:v>45275</c:v>
                </c:pt>
                <c:pt idx="4685">
                  <c:v>45278</c:v>
                </c:pt>
                <c:pt idx="4686">
                  <c:v>45279</c:v>
                </c:pt>
                <c:pt idx="4687">
                  <c:v>45280</c:v>
                </c:pt>
                <c:pt idx="4688">
                  <c:v>45281</c:v>
                </c:pt>
                <c:pt idx="4689">
                  <c:v>45282</c:v>
                </c:pt>
                <c:pt idx="4690">
                  <c:v>45285</c:v>
                </c:pt>
                <c:pt idx="4691">
                  <c:v>45286</c:v>
                </c:pt>
                <c:pt idx="4692">
                  <c:v>45287</c:v>
                </c:pt>
                <c:pt idx="4693">
                  <c:v>45288</c:v>
                </c:pt>
                <c:pt idx="4694">
                  <c:v>45289</c:v>
                </c:pt>
                <c:pt idx="4695">
                  <c:v>45292</c:v>
                </c:pt>
                <c:pt idx="4696">
                  <c:v>45293</c:v>
                </c:pt>
                <c:pt idx="4697">
                  <c:v>45294</c:v>
                </c:pt>
                <c:pt idx="4698">
                  <c:v>45295</c:v>
                </c:pt>
                <c:pt idx="4699">
                  <c:v>45296</c:v>
                </c:pt>
                <c:pt idx="4700">
                  <c:v>45299</c:v>
                </c:pt>
                <c:pt idx="4701">
                  <c:v>45300</c:v>
                </c:pt>
                <c:pt idx="4702">
                  <c:v>45301</c:v>
                </c:pt>
                <c:pt idx="4703">
                  <c:v>45302</c:v>
                </c:pt>
                <c:pt idx="4704">
                  <c:v>45303</c:v>
                </c:pt>
                <c:pt idx="4705">
                  <c:v>45306</c:v>
                </c:pt>
                <c:pt idx="4706">
                  <c:v>45307</c:v>
                </c:pt>
                <c:pt idx="4707">
                  <c:v>45308</c:v>
                </c:pt>
                <c:pt idx="4708">
                  <c:v>45309</c:v>
                </c:pt>
                <c:pt idx="4709">
                  <c:v>45310</c:v>
                </c:pt>
                <c:pt idx="4710">
                  <c:v>45313</c:v>
                </c:pt>
                <c:pt idx="4711">
                  <c:v>45314</c:v>
                </c:pt>
                <c:pt idx="4712">
                  <c:v>45315</c:v>
                </c:pt>
                <c:pt idx="4713">
                  <c:v>45316</c:v>
                </c:pt>
                <c:pt idx="4714">
                  <c:v>45317</c:v>
                </c:pt>
                <c:pt idx="4715">
                  <c:v>45320</c:v>
                </c:pt>
                <c:pt idx="4716">
                  <c:v>45321</c:v>
                </c:pt>
                <c:pt idx="4717">
                  <c:v>45322</c:v>
                </c:pt>
                <c:pt idx="4718">
                  <c:v>45323</c:v>
                </c:pt>
                <c:pt idx="4719">
                  <c:v>45324</c:v>
                </c:pt>
                <c:pt idx="4720">
                  <c:v>45327</c:v>
                </c:pt>
                <c:pt idx="4721">
                  <c:v>45328</c:v>
                </c:pt>
                <c:pt idx="4722">
                  <c:v>45329</c:v>
                </c:pt>
                <c:pt idx="4723">
                  <c:v>45330</c:v>
                </c:pt>
                <c:pt idx="4724">
                  <c:v>45331</c:v>
                </c:pt>
                <c:pt idx="4725">
                  <c:v>45334</c:v>
                </c:pt>
                <c:pt idx="4726">
                  <c:v>45335</c:v>
                </c:pt>
                <c:pt idx="4727">
                  <c:v>45336</c:v>
                </c:pt>
                <c:pt idx="4728">
                  <c:v>45337</c:v>
                </c:pt>
                <c:pt idx="4729">
                  <c:v>45338</c:v>
                </c:pt>
                <c:pt idx="4730">
                  <c:v>45341</c:v>
                </c:pt>
                <c:pt idx="4731">
                  <c:v>45342</c:v>
                </c:pt>
                <c:pt idx="4732">
                  <c:v>45343</c:v>
                </c:pt>
                <c:pt idx="4733">
                  <c:v>45344</c:v>
                </c:pt>
                <c:pt idx="4734">
                  <c:v>45345</c:v>
                </c:pt>
                <c:pt idx="4735">
                  <c:v>45348</c:v>
                </c:pt>
                <c:pt idx="4736">
                  <c:v>45349</c:v>
                </c:pt>
                <c:pt idx="4737">
                  <c:v>45350</c:v>
                </c:pt>
                <c:pt idx="4738">
                  <c:v>45351</c:v>
                </c:pt>
                <c:pt idx="4739">
                  <c:v>45352</c:v>
                </c:pt>
                <c:pt idx="4740">
                  <c:v>45355</c:v>
                </c:pt>
                <c:pt idx="4741">
                  <c:v>45356</c:v>
                </c:pt>
                <c:pt idx="4742">
                  <c:v>45357</c:v>
                </c:pt>
                <c:pt idx="4743">
                  <c:v>45358</c:v>
                </c:pt>
                <c:pt idx="4744">
                  <c:v>45359</c:v>
                </c:pt>
                <c:pt idx="4745">
                  <c:v>45362</c:v>
                </c:pt>
                <c:pt idx="4746">
                  <c:v>45363</c:v>
                </c:pt>
                <c:pt idx="4747">
                  <c:v>45364</c:v>
                </c:pt>
                <c:pt idx="4748">
                  <c:v>45365</c:v>
                </c:pt>
                <c:pt idx="4749">
                  <c:v>45366</c:v>
                </c:pt>
                <c:pt idx="4750">
                  <c:v>45369</c:v>
                </c:pt>
                <c:pt idx="4751">
                  <c:v>45370</c:v>
                </c:pt>
                <c:pt idx="4752">
                  <c:v>45371</c:v>
                </c:pt>
                <c:pt idx="4753">
                  <c:v>45372</c:v>
                </c:pt>
                <c:pt idx="4754">
                  <c:v>45373</c:v>
                </c:pt>
                <c:pt idx="4755">
                  <c:v>45376</c:v>
                </c:pt>
                <c:pt idx="4756">
                  <c:v>45377</c:v>
                </c:pt>
                <c:pt idx="4757">
                  <c:v>45378</c:v>
                </c:pt>
                <c:pt idx="4758">
                  <c:v>45379</c:v>
                </c:pt>
                <c:pt idx="4759">
                  <c:v>45380</c:v>
                </c:pt>
                <c:pt idx="4760">
                  <c:v>45383</c:v>
                </c:pt>
                <c:pt idx="4761">
                  <c:v>45384</c:v>
                </c:pt>
                <c:pt idx="4762">
                  <c:v>45385</c:v>
                </c:pt>
                <c:pt idx="4763">
                  <c:v>45386</c:v>
                </c:pt>
                <c:pt idx="4764">
                  <c:v>45387</c:v>
                </c:pt>
                <c:pt idx="4765">
                  <c:v>45390</c:v>
                </c:pt>
                <c:pt idx="4766">
                  <c:v>45391</c:v>
                </c:pt>
                <c:pt idx="4767">
                  <c:v>45392</c:v>
                </c:pt>
                <c:pt idx="4768">
                  <c:v>45393</c:v>
                </c:pt>
                <c:pt idx="4769">
                  <c:v>45394</c:v>
                </c:pt>
                <c:pt idx="4770">
                  <c:v>45397</c:v>
                </c:pt>
                <c:pt idx="4771">
                  <c:v>45398</c:v>
                </c:pt>
                <c:pt idx="4772">
                  <c:v>45399</c:v>
                </c:pt>
                <c:pt idx="4773">
                  <c:v>45400</c:v>
                </c:pt>
                <c:pt idx="4774">
                  <c:v>45401</c:v>
                </c:pt>
                <c:pt idx="4775">
                  <c:v>45404</c:v>
                </c:pt>
                <c:pt idx="4776">
                  <c:v>45405</c:v>
                </c:pt>
                <c:pt idx="4777">
                  <c:v>45406</c:v>
                </c:pt>
                <c:pt idx="4778">
                  <c:v>45407</c:v>
                </c:pt>
                <c:pt idx="4779">
                  <c:v>45408</c:v>
                </c:pt>
                <c:pt idx="4780">
                  <c:v>45411</c:v>
                </c:pt>
                <c:pt idx="4781">
                  <c:v>45412</c:v>
                </c:pt>
                <c:pt idx="4782">
                  <c:v>45413</c:v>
                </c:pt>
                <c:pt idx="4783">
                  <c:v>45414</c:v>
                </c:pt>
                <c:pt idx="4784">
                  <c:v>45415</c:v>
                </c:pt>
                <c:pt idx="4785">
                  <c:v>45418</c:v>
                </c:pt>
                <c:pt idx="4786">
                  <c:v>45419</c:v>
                </c:pt>
                <c:pt idx="4787">
                  <c:v>45420</c:v>
                </c:pt>
                <c:pt idx="4788">
                  <c:v>45421</c:v>
                </c:pt>
                <c:pt idx="4789">
                  <c:v>45422</c:v>
                </c:pt>
                <c:pt idx="4790">
                  <c:v>45425</c:v>
                </c:pt>
                <c:pt idx="4791">
                  <c:v>45426</c:v>
                </c:pt>
                <c:pt idx="4792">
                  <c:v>45427</c:v>
                </c:pt>
                <c:pt idx="4793">
                  <c:v>45428</c:v>
                </c:pt>
                <c:pt idx="4794">
                  <c:v>45429</c:v>
                </c:pt>
                <c:pt idx="4795">
                  <c:v>45432</c:v>
                </c:pt>
                <c:pt idx="4796">
                  <c:v>45433</c:v>
                </c:pt>
                <c:pt idx="4797">
                  <c:v>45434</c:v>
                </c:pt>
                <c:pt idx="4798">
                  <c:v>45435</c:v>
                </c:pt>
                <c:pt idx="4799">
                  <c:v>45436</c:v>
                </c:pt>
                <c:pt idx="4800">
                  <c:v>45439</c:v>
                </c:pt>
                <c:pt idx="4801">
                  <c:v>45440</c:v>
                </c:pt>
                <c:pt idx="4802">
                  <c:v>45441</c:v>
                </c:pt>
                <c:pt idx="4803">
                  <c:v>45442</c:v>
                </c:pt>
                <c:pt idx="4804">
                  <c:v>45443</c:v>
                </c:pt>
                <c:pt idx="4805">
                  <c:v>45446</c:v>
                </c:pt>
                <c:pt idx="4806">
                  <c:v>45447</c:v>
                </c:pt>
                <c:pt idx="4807">
                  <c:v>45448</c:v>
                </c:pt>
                <c:pt idx="4808">
                  <c:v>45449</c:v>
                </c:pt>
                <c:pt idx="4809">
                  <c:v>45450</c:v>
                </c:pt>
                <c:pt idx="4810">
                  <c:v>45453</c:v>
                </c:pt>
                <c:pt idx="4811">
                  <c:v>45454</c:v>
                </c:pt>
                <c:pt idx="4812">
                  <c:v>45455</c:v>
                </c:pt>
                <c:pt idx="4813">
                  <c:v>45456</c:v>
                </c:pt>
                <c:pt idx="4814">
                  <c:v>45457</c:v>
                </c:pt>
                <c:pt idx="4815">
                  <c:v>45460</c:v>
                </c:pt>
                <c:pt idx="4816">
                  <c:v>45461</c:v>
                </c:pt>
                <c:pt idx="4817">
                  <c:v>45462</c:v>
                </c:pt>
                <c:pt idx="4818">
                  <c:v>45463</c:v>
                </c:pt>
                <c:pt idx="4819">
                  <c:v>45464</c:v>
                </c:pt>
                <c:pt idx="4820">
                  <c:v>45467</c:v>
                </c:pt>
                <c:pt idx="4821">
                  <c:v>45468</c:v>
                </c:pt>
                <c:pt idx="4822">
                  <c:v>45469</c:v>
                </c:pt>
                <c:pt idx="4823">
                  <c:v>45470</c:v>
                </c:pt>
                <c:pt idx="4824">
                  <c:v>45471</c:v>
                </c:pt>
                <c:pt idx="4825">
                  <c:v>45474</c:v>
                </c:pt>
                <c:pt idx="4826">
                  <c:v>45475</c:v>
                </c:pt>
                <c:pt idx="4827">
                  <c:v>45476</c:v>
                </c:pt>
                <c:pt idx="4828">
                  <c:v>45477</c:v>
                </c:pt>
                <c:pt idx="4829">
                  <c:v>45478</c:v>
                </c:pt>
                <c:pt idx="4830">
                  <c:v>45481</c:v>
                </c:pt>
                <c:pt idx="4831">
                  <c:v>45482</c:v>
                </c:pt>
                <c:pt idx="4832">
                  <c:v>45483</c:v>
                </c:pt>
                <c:pt idx="4833">
                  <c:v>45484</c:v>
                </c:pt>
                <c:pt idx="4834">
                  <c:v>45485</c:v>
                </c:pt>
                <c:pt idx="4835">
                  <c:v>45488</c:v>
                </c:pt>
                <c:pt idx="4836">
                  <c:v>45489</c:v>
                </c:pt>
                <c:pt idx="4837">
                  <c:v>45490</c:v>
                </c:pt>
                <c:pt idx="4838">
                  <c:v>45491</c:v>
                </c:pt>
                <c:pt idx="4839">
                  <c:v>45492</c:v>
                </c:pt>
                <c:pt idx="4840">
                  <c:v>45495</c:v>
                </c:pt>
                <c:pt idx="4841">
                  <c:v>45496</c:v>
                </c:pt>
                <c:pt idx="4842">
                  <c:v>45497</c:v>
                </c:pt>
                <c:pt idx="4843">
                  <c:v>45498</c:v>
                </c:pt>
                <c:pt idx="4844">
                  <c:v>45499</c:v>
                </c:pt>
                <c:pt idx="4845">
                  <c:v>45502</c:v>
                </c:pt>
                <c:pt idx="4846">
                  <c:v>45503</c:v>
                </c:pt>
                <c:pt idx="4847">
                  <c:v>45504</c:v>
                </c:pt>
                <c:pt idx="4848">
                  <c:v>45505</c:v>
                </c:pt>
                <c:pt idx="4849">
                  <c:v>45506</c:v>
                </c:pt>
                <c:pt idx="4850">
                  <c:v>45509</c:v>
                </c:pt>
                <c:pt idx="4851">
                  <c:v>45510</c:v>
                </c:pt>
                <c:pt idx="4852">
                  <c:v>45511</c:v>
                </c:pt>
                <c:pt idx="4853">
                  <c:v>45512</c:v>
                </c:pt>
                <c:pt idx="4854">
                  <c:v>45513</c:v>
                </c:pt>
                <c:pt idx="4855">
                  <c:v>45516</c:v>
                </c:pt>
                <c:pt idx="4856">
                  <c:v>45517</c:v>
                </c:pt>
                <c:pt idx="4857">
                  <c:v>45518</c:v>
                </c:pt>
                <c:pt idx="4858">
                  <c:v>45519</c:v>
                </c:pt>
                <c:pt idx="4859">
                  <c:v>45520</c:v>
                </c:pt>
                <c:pt idx="4860">
                  <c:v>45523</c:v>
                </c:pt>
                <c:pt idx="4861">
                  <c:v>45524</c:v>
                </c:pt>
                <c:pt idx="4862">
                  <c:v>45525</c:v>
                </c:pt>
                <c:pt idx="4863">
                  <c:v>45526</c:v>
                </c:pt>
                <c:pt idx="4864">
                  <c:v>45527</c:v>
                </c:pt>
                <c:pt idx="4865">
                  <c:v>45530</c:v>
                </c:pt>
                <c:pt idx="4866">
                  <c:v>45531</c:v>
                </c:pt>
                <c:pt idx="4867">
                  <c:v>45532</c:v>
                </c:pt>
                <c:pt idx="4868">
                  <c:v>45533</c:v>
                </c:pt>
                <c:pt idx="4869">
                  <c:v>45534</c:v>
                </c:pt>
                <c:pt idx="4870">
                  <c:v>45537</c:v>
                </c:pt>
                <c:pt idx="4871">
                  <c:v>45538</c:v>
                </c:pt>
                <c:pt idx="4872">
                  <c:v>45539</c:v>
                </c:pt>
                <c:pt idx="4873">
                  <c:v>45540</c:v>
                </c:pt>
                <c:pt idx="4874">
                  <c:v>45541</c:v>
                </c:pt>
                <c:pt idx="4875">
                  <c:v>45544</c:v>
                </c:pt>
                <c:pt idx="4876">
                  <c:v>45545</c:v>
                </c:pt>
                <c:pt idx="4877">
                  <c:v>45546</c:v>
                </c:pt>
                <c:pt idx="4878">
                  <c:v>45547</c:v>
                </c:pt>
                <c:pt idx="4879">
                  <c:v>45548</c:v>
                </c:pt>
                <c:pt idx="4880">
                  <c:v>45551</c:v>
                </c:pt>
                <c:pt idx="4881">
                  <c:v>45552</c:v>
                </c:pt>
                <c:pt idx="4882">
                  <c:v>45553</c:v>
                </c:pt>
                <c:pt idx="4883">
                  <c:v>45554</c:v>
                </c:pt>
                <c:pt idx="4884">
                  <c:v>45555</c:v>
                </c:pt>
                <c:pt idx="4885">
                  <c:v>45558</c:v>
                </c:pt>
                <c:pt idx="4886">
                  <c:v>45559</c:v>
                </c:pt>
                <c:pt idx="4887">
                  <c:v>45560</c:v>
                </c:pt>
                <c:pt idx="4888">
                  <c:v>45561</c:v>
                </c:pt>
                <c:pt idx="4889">
                  <c:v>45562</c:v>
                </c:pt>
                <c:pt idx="4890">
                  <c:v>45565</c:v>
                </c:pt>
                <c:pt idx="4891">
                  <c:v>45566</c:v>
                </c:pt>
                <c:pt idx="4892">
                  <c:v>45567</c:v>
                </c:pt>
                <c:pt idx="4893">
                  <c:v>45568</c:v>
                </c:pt>
                <c:pt idx="4894">
                  <c:v>45569</c:v>
                </c:pt>
                <c:pt idx="4895">
                  <c:v>45572</c:v>
                </c:pt>
                <c:pt idx="4896">
                  <c:v>45573</c:v>
                </c:pt>
                <c:pt idx="4897">
                  <c:v>45574</c:v>
                </c:pt>
                <c:pt idx="4898">
                  <c:v>45575</c:v>
                </c:pt>
                <c:pt idx="4899">
                  <c:v>45576</c:v>
                </c:pt>
                <c:pt idx="4900">
                  <c:v>45579</c:v>
                </c:pt>
                <c:pt idx="4901">
                  <c:v>45580</c:v>
                </c:pt>
                <c:pt idx="4902">
                  <c:v>45581</c:v>
                </c:pt>
                <c:pt idx="4903">
                  <c:v>45582</c:v>
                </c:pt>
                <c:pt idx="4904">
                  <c:v>45583</c:v>
                </c:pt>
                <c:pt idx="4905">
                  <c:v>45586</c:v>
                </c:pt>
                <c:pt idx="4906">
                  <c:v>45587</c:v>
                </c:pt>
                <c:pt idx="4907">
                  <c:v>45588</c:v>
                </c:pt>
                <c:pt idx="4908">
                  <c:v>45589</c:v>
                </c:pt>
                <c:pt idx="4909">
                  <c:v>45590</c:v>
                </c:pt>
                <c:pt idx="4910">
                  <c:v>45593</c:v>
                </c:pt>
                <c:pt idx="4911">
                  <c:v>45594</c:v>
                </c:pt>
                <c:pt idx="4912">
                  <c:v>45595</c:v>
                </c:pt>
                <c:pt idx="4913">
                  <c:v>45596</c:v>
                </c:pt>
                <c:pt idx="4914">
                  <c:v>45597</c:v>
                </c:pt>
                <c:pt idx="4915">
                  <c:v>45600</c:v>
                </c:pt>
                <c:pt idx="4916">
                  <c:v>45601</c:v>
                </c:pt>
                <c:pt idx="4917">
                  <c:v>45602</c:v>
                </c:pt>
                <c:pt idx="4918">
                  <c:v>45603</c:v>
                </c:pt>
                <c:pt idx="4919">
                  <c:v>45604</c:v>
                </c:pt>
                <c:pt idx="4920">
                  <c:v>45607</c:v>
                </c:pt>
                <c:pt idx="4921">
                  <c:v>45608</c:v>
                </c:pt>
                <c:pt idx="4922">
                  <c:v>45609</c:v>
                </c:pt>
                <c:pt idx="4923">
                  <c:v>45610</c:v>
                </c:pt>
                <c:pt idx="4924">
                  <c:v>45611</c:v>
                </c:pt>
                <c:pt idx="4925">
                  <c:v>45614</c:v>
                </c:pt>
                <c:pt idx="4926">
                  <c:v>45615</c:v>
                </c:pt>
                <c:pt idx="4927">
                  <c:v>45616</c:v>
                </c:pt>
                <c:pt idx="4928">
                  <c:v>45617</c:v>
                </c:pt>
                <c:pt idx="4929">
                  <c:v>45618</c:v>
                </c:pt>
                <c:pt idx="4930">
                  <c:v>45621</c:v>
                </c:pt>
                <c:pt idx="4931">
                  <c:v>45622</c:v>
                </c:pt>
                <c:pt idx="4932">
                  <c:v>45623</c:v>
                </c:pt>
                <c:pt idx="4933">
                  <c:v>45624</c:v>
                </c:pt>
                <c:pt idx="4934">
                  <c:v>45625</c:v>
                </c:pt>
                <c:pt idx="4935">
                  <c:v>45628</c:v>
                </c:pt>
                <c:pt idx="4936">
                  <c:v>45629</c:v>
                </c:pt>
                <c:pt idx="4937">
                  <c:v>45630</c:v>
                </c:pt>
                <c:pt idx="4938">
                  <c:v>45631</c:v>
                </c:pt>
                <c:pt idx="4939">
                  <c:v>45632</c:v>
                </c:pt>
                <c:pt idx="4940">
                  <c:v>45635</c:v>
                </c:pt>
                <c:pt idx="4941">
                  <c:v>45636</c:v>
                </c:pt>
                <c:pt idx="4942">
                  <c:v>45637</c:v>
                </c:pt>
                <c:pt idx="4943">
                  <c:v>45638</c:v>
                </c:pt>
                <c:pt idx="4944">
                  <c:v>45639</c:v>
                </c:pt>
                <c:pt idx="4945">
                  <c:v>45642</c:v>
                </c:pt>
                <c:pt idx="4946">
                  <c:v>45643</c:v>
                </c:pt>
                <c:pt idx="4947">
                  <c:v>45644</c:v>
                </c:pt>
                <c:pt idx="4948">
                  <c:v>45645</c:v>
                </c:pt>
                <c:pt idx="4949">
                  <c:v>45646</c:v>
                </c:pt>
                <c:pt idx="4950">
                  <c:v>45649</c:v>
                </c:pt>
                <c:pt idx="4951">
                  <c:v>45650</c:v>
                </c:pt>
                <c:pt idx="4952">
                  <c:v>45651</c:v>
                </c:pt>
                <c:pt idx="4953">
                  <c:v>45652</c:v>
                </c:pt>
                <c:pt idx="4954">
                  <c:v>45653</c:v>
                </c:pt>
                <c:pt idx="4955">
                  <c:v>45656</c:v>
                </c:pt>
                <c:pt idx="4956">
                  <c:v>45657</c:v>
                </c:pt>
                <c:pt idx="4957">
                  <c:v>45658</c:v>
                </c:pt>
                <c:pt idx="4958">
                  <c:v>45659</c:v>
                </c:pt>
                <c:pt idx="4959">
                  <c:v>45660</c:v>
                </c:pt>
                <c:pt idx="4960">
                  <c:v>45663</c:v>
                </c:pt>
                <c:pt idx="4961">
                  <c:v>45664</c:v>
                </c:pt>
                <c:pt idx="4962">
                  <c:v>45665</c:v>
                </c:pt>
                <c:pt idx="4963">
                  <c:v>45666</c:v>
                </c:pt>
                <c:pt idx="4964">
                  <c:v>45667</c:v>
                </c:pt>
                <c:pt idx="4965">
                  <c:v>45670</c:v>
                </c:pt>
                <c:pt idx="4966">
                  <c:v>45671</c:v>
                </c:pt>
                <c:pt idx="4967">
                  <c:v>45672</c:v>
                </c:pt>
                <c:pt idx="4968">
                  <c:v>45673</c:v>
                </c:pt>
                <c:pt idx="4969">
                  <c:v>45674</c:v>
                </c:pt>
                <c:pt idx="4970">
                  <c:v>45677</c:v>
                </c:pt>
                <c:pt idx="4971">
                  <c:v>45678</c:v>
                </c:pt>
                <c:pt idx="4972">
                  <c:v>45679</c:v>
                </c:pt>
                <c:pt idx="4973">
                  <c:v>45680</c:v>
                </c:pt>
                <c:pt idx="4974">
                  <c:v>45681</c:v>
                </c:pt>
                <c:pt idx="4975">
                  <c:v>45684</c:v>
                </c:pt>
                <c:pt idx="4976">
                  <c:v>45685</c:v>
                </c:pt>
                <c:pt idx="4977">
                  <c:v>45686</c:v>
                </c:pt>
                <c:pt idx="4978">
                  <c:v>45687</c:v>
                </c:pt>
                <c:pt idx="4979">
                  <c:v>45688</c:v>
                </c:pt>
                <c:pt idx="4980">
                  <c:v>45691</c:v>
                </c:pt>
                <c:pt idx="4981">
                  <c:v>45692</c:v>
                </c:pt>
                <c:pt idx="4982">
                  <c:v>45693</c:v>
                </c:pt>
                <c:pt idx="4983">
                  <c:v>45694</c:v>
                </c:pt>
                <c:pt idx="4984">
                  <c:v>45695</c:v>
                </c:pt>
                <c:pt idx="4985">
                  <c:v>45698</c:v>
                </c:pt>
                <c:pt idx="4986">
                  <c:v>45699</c:v>
                </c:pt>
                <c:pt idx="4987">
                  <c:v>45700</c:v>
                </c:pt>
                <c:pt idx="4988">
                  <c:v>45701</c:v>
                </c:pt>
                <c:pt idx="4989">
                  <c:v>45702</c:v>
                </c:pt>
                <c:pt idx="4990">
                  <c:v>45705</c:v>
                </c:pt>
                <c:pt idx="4991">
                  <c:v>45706</c:v>
                </c:pt>
                <c:pt idx="4992">
                  <c:v>45707</c:v>
                </c:pt>
                <c:pt idx="4993">
                  <c:v>45708</c:v>
                </c:pt>
                <c:pt idx="4994">
                  <c:v>45709</c:v>
                </c:pt>
                <c:pt idx="4995">
                  <c:v>45712</c:v>
                </c:pt>
                <c:pt idx="4996">
                  <c:v>45713</c:v>
                </c:pt>
                <c:pt idx="4997">
                  <c:v>45714</c:v>
                </c:pt>
                <c:pt idx="4998">
                  <c:v>45715</c:v>
                </c:pt>
                <c:pt idx="4999">
                  <c:v>45716</c:v>
                </c:pt>
                <c:pt idx="5000">
                  <c:v>45719</c:v>
                </c:pt>
                <c:pt idx="5001">
                  <c:v>45720</c:v>
                </c:pt>
                <c:pt idx="5002">
                  <c:v>45721</c:v>
                </c:pt>
                <c:pt idx="5003">
                  <c:v>45722</c:v>
                </c:pt>
                <c:pt idx="5004">
                  <c:v>45723</c:v>
                </c:pt>
                <c:pt idx="5005">
                  <c:v>45726</c:v>
                </c:pt>
                <c:pt idx="5006">
                  <c:v>45727</c:v>
                </c:pt>
                <c:pt idx="5007">
                  <c:v>45728</c:v>
                </c:pt>
                <c:pt idx="5008">
                  <c:v>45729</c:v>
                </c:pt>
                <c:pt idx="5009">
                  <c:v>45730</c:v>
                </c:pt>
                <c:pt idx="5010">
                  <c:v>45733</c:v>
                </c:pt>
                <c:pt idx="5011">
                  <c:v>45734</c:v>
                </c:pt>
                <c:pt idx="5012">
                  <c:v>45735</c:v>
                </c:pt>
                <c:pt idx="5013">
                  <c:v>45736</c:v>
                </c:pt>
                <c:pt idx="5014">
                  <c:v>45737</c:v>
                </c:pt>
                <c:pt idx="5015">
                  <c:v>45740</c:v>
                </c:pt>
                <c:pt idx="5016">
                  <c:v>45741</c:v>
                </c:pt>
                <c:pt idx="5017">
                  <c:v>45742</c:v>
                </c:pt>
                <c:pt idx="5018">
                  <c:v>45743</c:v>
                </c:pt>
                <c:pt idx="5019">
                  <c:v>45744</c:v>
                </c:pt>
                <c:pt idx="5020">
                  <c:v>45747</c:v>
                </c:pt>
                <c:pt idx="5021">
                  <c:v>45748</c:v>
                </c:pt>
                <c:pt idx="5022">
                  <c:v>45749</c:v>
                </c:pt>
                <c:pt idx="5023">
                  <c:v>45750</c:v>
                </c:pt>
                <c:pt idx="5024">
                  <c:v>45751</c:v>
                </c:pt>
                <c:pt idx="5025">
                  <c:v>45754</c:v>
                </c:pt>
                <c:pt idx="5026">
                  <c:v>45755</c:v>
                </c:pt>
                <c:pt idx="5027">
                  <c:v>45756</c:v>
                </c:pt>
                <c:pt idx="5028">
                  <c:v>45757</c:v>
                </c:pt>
                <c:pt idx="5029">
                  <c:v>45758</c:v>
                </c:pt>
                <c:pt idx="5030">
                  <c:v>45761</c:v>
                </c:pt>
                <c:pt idx="5031">
                  <c:v>45762</c:v>
                </c:pt>
                <c:pt idx="5032">
                  <c:v>45763</c:v>
                </c:pt>
                <c:pt idx="5033">
                  <c:v>45764</c:v>
                </c:pt>
                <c:pt idx="5034">
                  <c:v>45765</c:v>
                </c:pt>
                <c:pt idx="5035">
                  <c:v>45768</c:v>
                </c:pt>
                <c:pt idx="5036">
                  <c:v>45769</c:v>
                </c:pt>
                <c:pt idx="5037">
                  <c:v>45770</c:v>
                </c:pt>
                <c:pt idx="5038">
                  <c:v>45771</c:v>
                </c:pt>
                <c:pt idx="5039">
                  <c:v>45772</c:v>
                </c:pt>
                <c:pt idx="5040">
                  <c:v>45775</c:v>
                </c:pt>
                <c:pt idx="5041">
                  <c:v>45776</c:v>
                </c:pt>
                <c:pt idx="5042">
                  <c:v>45777</c:v>
                </c:pt>
                <c:pt idx="5043">
                  <c:v>45778</c:v>
                </c:pt>
                <c:pt idx="5044">
                  <c:v>45779</c:v>
                </c:pt>
                <c:pt idx="5045">
                  <c:v>45782</c:v>
                </c:pt>
                <c:pt idx="5046">
                  <c:v>45783</c:v>
                </c:pt>
                <c:pt idx="5047">
                  <c:v>45784</c:v>
                </c:pt>
                <c:pt idx="5048">
                  <c:v>45785</c:v>
                </c:pt>
                <c:pt idx="5049">
                  <c:v>45786</c:v>
                </c:pt>
                <c:pt idx="5050">
                  <c:v>45789</c:v>
                </c:pt>
                <c:pt idx="5051">
                  <c:v>45790</c:v>
                </c:pt>
                <c:pt idx="5052">
                  <c:v>45791</c:v>
                </c:pt>
                <c:pt idx="5053">
                  <c:v>45792</c:v>
                </c:pt>
                <c:pt idx="5054">
                  <c:v>45793</c:v>
                </c:pt>
                <c:pt idx="5055">
                  <c:v>45796</c:v>
                </c:pt>
                <c:pt idx="5056">
                  <c:v>45797</c:v>
                </c:pt>
                <c:pt idx="5057">
                  <c:v>45798</c:v>
                </c:pt>
                <c:pt idx="5058">
                  <c:v>45799</c:v>
                </c:pt>
                <c:pt idx="5059">
                  <c:v>45800</c:v>
                </c:pt>
                <c:pt idx="5060">
                  <c:v>45803</c:v>
                </c:pt>
                <c:pt idx="5061">
                  <c:v>45804</c:v>
                </c:pt>
                <c:pt idx="5062">
                  <c:v>45805</c:v>
                </c:pt>
                <c:pt idx="5063">
                  <c:v>45806</c:v>
                </c:pt>
                <c:pt idx="5064">
                  <c:v>45807</c:v>
                </c:pt>
                <c:pt idx="5065">
                  <c:v>45810</c:v>
                </c:pt>
                <c:pt idx="5066">
                  <c:v>45811</c:v>
                </c:pt>
                <c:pt idx="5067">
                  <c:v>45812</c:v>
                </c:pt>
                <c:pt idx="5068">
                  <c:v>45813</c:v>
                </c:pt>
                <c:pt idx="5069">
                  <c:v>45814</c:v>
                </c:pt>
                <c:pt idx="5070">
                  <c:v>45817</c:v>
                </c:pt>
                <c:pt idx="5071">
                  <c:v>45818</c:v>
                </c:pt>
                <c:pt idx="5072">
                  <c:v>45819</c:v>
                </c:pt>
                <c:pt idx="5073">
                  <c:v>45820</c:v>
                </c:pt>
                <c:pt idx="5074">
                  <c:v>45821</c:v>
                </c:pt>
                <c:pt idx="5075">
                  <c:v>45824</c:v>
                </c:pt>
                <c:pt idx="5076">
                  <c:v>45825</c:v>
                </c:pt>
                <c:pt idx="5077">
                  <c:v>45826</c:v>
                </c:pt>
                <c:pt idx="5078">
                  <c:v>45827</c:v>
                </c:pt>
                <c:pt idx="5079">
                  <c:v>45828</c:v>
                </c:pt>
                <c:pt idx="5080">
                  <c:v>45831</c:v>
                </c:pt>
                <c:pt idx="5081">
                  <c:v>45832</c:v>
                </c:pt>
                <c:pt idx="5082">
                  <c:v>45833</c:v>
                </c:pt>
                <c:pt idx="5083">
                  <c:v>45834</c:v>
                </c:pt>
                <c:pt idx="5084">
                  <c:v>45835</c:v>
                </c:pt>
                <c:pt idx="5085">
                  <c:v>45838</c:v>
                </c:pt>
                <c:pt idx="5086">
                  <c:v>45839</c:v>
                </c:pt>
                <c:pt idx="5087">
                  <c:v>45840</c:v>
                </c:pt>
                <c:pt idx="5088">
                  <c:v>45841</c:v>
                </c:pt>
                <c:pt idx="5089">
                  <c:v>45842</c:v>
                </c:pt>
                <c:pt idx="5090">
                  <c:v>45845</c:v>
                </c:pt>
                <c:pt idx="5091">
                  <c:v>45846</c:v>
                </c:pt>
                <c:pt idx="5092">
                  <c:v>45847</c:v>
                </c:pt>
                <c:pt idx="5093">
                  <c:v>45848</c:v>
                </c:pt>
                <c:pt idx="5094">
                  <c:v>45849</c:v>
                </c:pt>
                <c:pt idx="5095">
                  <c:v>45852</c:v>
                </c:pt>
                <c:pt idx="5096">
                  <c:v>45853</c:v>
                </c:pt>
                <c:pt idx="5097">
                  <c:v>45854</c:v>
                </c:pt>
                <c:pt idx="5098">
                  <c:v>45855</c:v>
                </c:pt>
                <c:pt idx="5099">
                  <c:v>45856</c:v>
                </c:pt>
                <c:pt idx="5100">
                  <c:v>45859</c:v>
                </c:pt>
                <c:pt idx="5101">
                  <c:v>45860</c:v>
                </c:pt>
                <c:pt idx="5102">
                  <c:v>45861</c:v>
                </c:pt>
                <c:pt idx="5103">
                  <c:v>45862</c:v>
                </c:pt>
                <c:pt idx="5104">
                  <c:v>45863</c:v>
                </c:pt>
                <c:pt idx="5105">
                  <c:v>45866</c:v>
                </c:pt>
                <c:pt idx="5106">
                  <c:v>45867</c:v>
                </c:pt>
                <c:pt idx="5107">
                  <c:v>45868</c:v>
                </c:pt>
                <c:pt idx="5108">
                  <c:v>45869</c:v>
                </c:pt>
                <c:pt idx="5109">
                  <c:v>45870</c:v>
                </c:pt>
                <c:pt idx="5110">
                  <c:v>45873</c:v>
                </c:pt>
                <c:pt idx="5111">
                  <c:v>45874</c:v>
                </c:pt>
                <c:pt idx="5112">
                  <c:v>45875</c:v>
                </c:pt>
                <c:pt idx="5113">
                  <c:v>45876</c:v>
                </c:pt>
                <c:pt idx="5114">
                  <c:v>45877</c:v>
                </c:pt>
                <c:pt idx="5115">
                  <c:v>45880</c:v>
                </c:pt>
                <c:pt idx="5116">
                  <c:v>45881</c:v>
                </c:pt>
                <c:pt idx="5117">
                  <c:v>45882</c:v>
                </c:pt>
                <c:pt idx="5118">
                  <c:v>45883</c:v>
                </c:pt>
                <c:pt idx="5119">
                  <c:v>45884</c:v>
                </c:pt>
                <c:pt idx="5120">
                  <c:v>45887</c:v>
                </c:pt>
                <c:pt idx="5121">
                  <c:v>45888</c:v>
                </c:pt>
                <c:pt idx="5122">
                  <c:v>45889</c:v>
                </c:pt>
                <c:pt idx="5123">
                  <c:v>45890</c:v>
                </c:pt>
                <c:pt idx="5124">
                  <c:v>45891</c:v>
                </c:pt>
                <c:pt idx="5125">
                  <c:v>45894</c:v>
                </c:pt>
                <c:pt idx="5126">
                  <c:v>45895</c:v>
                </c:pt>
                <c:pt idx="5127">
                  <c:v>45896</c:v>
                </c:pt>
                <c:pt idx="5128">
                  <c:v>45897</c:v>
                </c:pt>
                <c:pt idx="5129">
                  <c:v>45898</c:v>
                </c:pt>
                <c:pt idx="5130">
                  <c:v>45901</c:v>
                </c:pt>
                <c:pt idx="5131">
                  <c:v>45902</c:v>
                </c:pt>
                <c:pt idx="5132">
                  <c:v>45903</c:v>
                </c:pt>
                <c:pt idx="5133">
                  <c:v>45904</c:v>
                </c:pt>
                <c:pt idx="5134">
                  <c:v>45905</c:v>
                </c:pt>
                <c:pt idx="5135">
                  <c:v>45908</c:v>
                </c:pt>
                <c:pt idx="5136">
                  <c:v>45909</c:v>
                </c:pt>
                <c:pt idx="5137">
                  <c:v>45910</c:v>
                </c:pt>
                <c:pt idx="5138">
                  <c:v>45911</c:v>
                </c:pt>
                <c:pt idx="5139">
                  <c:v>45912</c:v>
                </c:pt>
                <c:pt idx="5140">
                  <c:v>45915</c:v>
                </c:pt>
                <c:pt idx="5141">
                  <c:v>45916</c:v>
                </c:pt>
                <c:pt idx="5142">
                  <c:v>45917</c:v>
                </c:pt>
                <c:pt idx="5143">
                  <c:v>45918</c:v>
                </c:pt>
                <c:pt idx="5144">
                  <c:v>45919</c:v>
                </c:pt>
                <c:pt idx="5145">
                  <c:v>45922</c:v>
                </c:pt>
                <c:pt idx="5146">
                  <c:v>45923</c:v>
                </c:pt>
                <c:pt idx="5147">
                  <c:v>45924</c:v>
                </c:pt>
                <c:pt idx="5148">
                  <c:v>45925</c:v>
                </c:pt>
                <c:pt idx="5149">
                  <c:v>45926</c:v>
                </c:pt>
                <c:pt idx="5150">
                  <c:v>45929</c:v>
                </c:pt>
                <c:pt idx="5151">
                  <c:v>45930</c:v>
                </c:pt>
                <c:pt idx="5152">
                  <c:v>45931</c:v>
                </c:pt>
                <c:pt idx="5153">
                  <c:v>45932</c:v>
                </c:pt>
                <c:pt idx="5154">
                  <c:v>45933</c:v>
                </c:pt>
                <c:pt idx="5155">
                  <c:v>45936</c:v>
                </c:pt>
                <c:pt idx="5156">
                  <c:v>45937</c:v>
                </c:pt>
                <c:pt idx="5157">
                  <c:v>45938</c:v>
                </c:pt>
                <c:pt idx="5158">
                  <c:v>45939</c:v>
                </c:pt>
                <c:pt idx="5159">
                  <c:v>45940</c:v>
                </c:pt>
                <c:pt idx="5160">
                  <c:v>45943</c:v>
                </c:pt>
                <c:pt idx="5161">
                  <c:v>45944</c:v>
                </c:pt>
                <c:pt idx="5162">
                  <c:v>45945</c:v>
                </c:pt>
                <c:pt idx="5163">
                  <c:v>45946</c:v>
                </c:pt>
                <c:pt idx="5164">
                  <c:v>45947</c:v>
                </c:pt>
                <c:pt idx="5165">
                  <c:v>45950</c:v>
                </c:pt>
                <c:pt idx="5166">
                  <c:v>45951</c:v>
                </c:pt>
                <c:pt idx="5167">
                  <c:v>45952</c:v>
                </c:pt>
                <c:pt idx="5168">
                  <c:v>45953</c:v>
                </c:pt>
                <c:pt idx="5169">
                  <c:v>45954</c:v>
                </c:pt>
                <c:pt idx="5170">
                  <c:v>45957</c:v>
                </c:pt>
                <c:pt idx="5171">
                  <c:v>45958</c:v>
                </c:pt>
                <c:pt idx="5172">
                  <c:v>45959</c:v>
                </c:pt>
                <c:pt idx="5173">
                  <c:v>45960</c:v>
                </c:pt>
                <c:pt idx="5174">
                  <c:v>45961</c:v>
                </c:pt>
                <c:pt idx="5175">
                  <c:v>45964</c:v>
                </c:pt>
                <c:pt idx="5176">
                  <c:v>45965</c:v>
                </c:pt>
                <c:pt idx="5177">
                  <c:v>45966</c:v>
                </c:pt>
                <c:pt idx="5178">
                  <c:v>45967</c:v>
                </c:pt>
                <c:pt idx="5179">
                  <c:v>45968</c:v>
                </c:pt>
                <c:pt idx="5180">
                  <c:v>45971</c:v>
                </c:pt>
                <c:pt idx="5181">
                  <c:v>45972</c:v>
                </c:pt>
                <c:pt idx="5182">
                  <c:v>45973</c:v>
                </c:pt>
                <c:pt idx="5183">
                  <c:v>45974</c:v>
                </c:pt>
                <c:pt idx="5184">
                  <c:v>45975</c:v>
                </c:pt>
                <c:pt idx="5185">
                  <c:v>45978</c:v>
                </c:pt>
                <c:pt idx="5186">
                  <c:v>45979</c:v>
                </c:pt>
                <c:pt idx="5187">
                  <c:v>45980</c:v>
                </c:pt>
                <c:pt idx="5188">
                  <c:v>45981</c:v>
                </c:pt>
                <c:pt idx="5189">
                  <c:v>45982</c:v>
                </c:pt>
                <c:pt idx="5190">
                  <c:v>45985</c:v>
                </c:pt>
                <c:pt idx="5191">
                  <c:v>45986</c:v>
                </c:pt>
                <c:pt idx="5192">
                  <c:v>45987</c:v>
                </c:pt>
                <c:pt idx="5193">
                  <c:v>45988</c:v>
                </c:pt>
                <c:pt idx="5194">
                  <c:v>45989</c:v>
                </c:pt>
                <c:pt idx="5195">
                  <c:v>45992</c:v>
                </c:pt>
                <c:pt idx="5196">
                  <c:v>45993</c:v>
                </c:pt>
                <c:pt idx="5197">
                  <c:v>45994</c:v>
                </c:pt>
                <c:pt idx="5198">
                  <c:v>45995</c:v>
                </c:pt>
                <c:pt idx="5199">
                  <c:v>45996</c:v>
                </c:pt>
                <c:pt idx="5200">
                  <c:v>45999</c:v>
                </c:pt>
                <c:pt idx="5201">
                  <c:v>46000</c:v>
                </c:pt>
                <c:pt idx="5202">
                  <c:v>46001</c:v>
                </c:pt>
                <c:pt idx="5203">
                  <c:v>46002</c:v>
                </c:pt>
                <c:pt idx="5204">
                  <c:v>46003</c:v>
                </c:pt>
                <c:pt idx="5205">
                  <c:v>46006</c:v>
                </c:pt>
                <c:pt idx="5206">
                  <c:v>46007</c:v>
                </c:pt>
                <c:pt idx="5207">
                  <c:v>46008</c:v>
                </c:pt>
                <c:pt idx="5208">
                  <c:v>46009</c:v>
                </c:pt>
                <c:pt idx="5209">
                  <c:v>46010</c:v>
                </c:pt>
                <c:pt idx="5210">
                  <c:v>46013</c:v>
                </c:pt>
                <c:pt idx="5211">
                  <c:v>46014</c:v>
                </c:pt>
                <c:pt idx="5212">
                  <c:v>46015</c:v>
                </c:pt>
                <c:pt idx="5213">
                  <c:v>46016</c:v>
                </c:pt>
                <c:pt idx="5214">
                  <c:v>46017</c:v>
                </c:pt>
                <c:pt idx="5215">
                  <c:v>46020</c:v>
                </c:pt>
                <c:pt idx="5216">
                  <c:v>46021</c:v>
                </c:pt>
                <c:pt idx="5217">
                  <c:v>46022</c:v>
                </c:pt>
                <c:pt idx="5218">
                  <c:v>46023</c:v>
                </c:pt>
                <c:pt idx="5219">
                  <c:v>46024</c:v>
                </c:pt>
                <c:pt idx="5220">
                  <c:v>46027</c:v>
                </c:pt>
                <c:pt idx="5221">
                  <c:v>46028</c:v>
                </c:pt>
                <c:pt idx="5222">
                  <c:v>46029</c:v>
                </c:pt>
                <c:pt idx="5223">
                  <c:v>46030</c:v>
                </c:pt>
                <c:pt idx="5224">
                  <c:v>46031</c:v>
                </c:pt>
                <c:pt idx="5225">
                  <c:v>46034</c:v>
                </c:pt>
                <c:pt idx="5226">
                  <c:v>46035</c:v>
                </c:pt>
                <c:pt idx="5227">
                  <c:v>46036</c:v>
                </c:pt>
                <c:pt idx="5228">
                  <c:v>46037</c:v>
                </c:pt>
                <c:pt idx="5229">
                  <c:v>46038</c:v>
                </c:pt>
                <c:pt idx="5230">
                  <c:v>46041</c:v>
                </c:pt>
                <c:pt idx="5231">
                  <c:v>46042</c:v>
                </c:pt>
                <c:pt idx="5232">
                  <c:v>46043</c:v>
                </c:pt>
                <c:pt idx="5233">
                  <c:v>46044</c:v>
                </c:pt>
                <c:pt idx="5234">
                  <c:v>46045</c:v>
                </c:pt>
                <c:pt idx="5235">
                  <c:v>46048</c:v>
                </c:pt>
                <c:pt idx="5236">
                  <c:v>46049</c:v>
                </c:pt>
                <c:pt idx="5237">
                  <c:v>46050</c:v>
                </c:pt>
                <c:pt idx="5238">
                  <c:v>46051</c:v>
                </c:pt>
                <c:pt idx="5239">
                  <c:v>46052</c:v>
                </c:pt>
                <c:pt idx="5240">
                  <c:v>46055</c:v>
                </c:pt>
                <c:pt idx="5241">
                  <c:v>46056</c:v>
                </c:pt>
                <c:pt idx="5242">
                  <c:v>46057</c:v>
                </c:pt>
                <c:pt idx="5243">
                  <c:v>46058</c:v>
                </c:pt>
                <c:pt idx="5244">
                  <c:v>46059</c:v>
                </c:pt>
                <c:pt idx="5245">
                  <c:v>46062</c:v>
                </c:pt>
                <c:pt idx="5246">
                  <c:v>46063</c:v>
                </c:pt>
                <c:pt idx="5247">
                  <c:v>46064</c:v>
                </c:pt>
                <c:pt idx="5248">
                  <c:v>46065</c:v>
                </c:pt>
                <c:pt idx="5249">
                  <c:v>46066</c:v>
                </c:pt>
                <c:pt idx="5250">
                  <c:v>46069</c:v>
                </c:pt>
                <c:pt idx="5251">
                  <c:v>46070</c:v>
                </c:pt>
                <c:pt idx="5252">
                  <c:v>46071</c:v>
                </c:pt>
                <c:pt idx="5253">
                  <c:v>46072</c:v>
                </c:pt>
                <c:pt idx="5254">
                  <c:v>46073</c:v>
                </c:pt>
                <c:pt idx="5255">
                  <c:v>46076</c:v>
                </c:pt>
                <c:pt idx="5256">
                  <c:v>46077</c:v>
                </c:pt>
                <c:pt idx="5257">
                  <c:v>46078</c:v>
                </c:pt>
                <c:pt idx="5258">
                  <c:v>46079</c:v>
                </c:pt>
                <c:pt idx="5259">
                  <c:v>46080</c:v>
                </c:pt>
                <c:pt idx="5260">
                  <c:v>46083</c:v>
                </c:pt>
                <c:pt idx="5261">
                  <c:v>46084</c:v>
                </c:pt>
                <c:pt idx="5262">
                  <c:v>46085</c:v>
                </c:pt>
                <c:pt idx="5263">
                  <c:v>46086</c:v>
                </c:pt>
                <c:pt idx="5264">
                  <c:v>46087</c:v>
                </c:pt>
                <c:pt idx="5265">
                  <c:v>46090</c:v>
                </c:pt>
                <c:pt idx="5266">
                  <c:v>46091</c:v>
                </c:pt>
                <c:pt idx="5267">
                  <c:v>46092</c:v>
                </c:pt>
                <c:pt idx="5268">
                  <c:v>46093</c:v>
                </c:pt>
                <c:pt idx="5269">
                  <c:v>46094</c:v>
                </c:pt>
                <c:pt idx="5270">
                  <c:v>46097</c:v>
                </c:pt>
                <c:pt idx="5271">
                  <c:v>46098</c:v>
                </c:pt>
                <c:pt idx="5272">
                  <c:v>46099</c:v>
                </c:pt>
                <c:pt idx="5273">
                  <c:v>46100</c:v>
                </c:pt>
                <c:pt idx="5274">
                  <c:v>46101</c:v>
                </c:pt>
                <c:pt idx="5275">
                  <c:v>46104</c:v>
                </c:pt>
                <c:pt idx="5276">
                  <c:v>46105</c:v>
                </c:pt>
                <c:pt idx="5277">
                  <c:v>46106</c:v>
                </c:pt>
                <c:pt idx="5278">
                  <c:v>46107</c:v>
                </c:pt>
                <c:pt idx="5279">
                  <c:v>46108</c:v>
                </c:pt>
                <c:pt idx="5280">
                  <c:v>46111</c:v>
                </c:pt>
                <c:pt idx="5281">
                  <c:v>46112</c:v>
                </c:pt>
                <c:pt idx="5282">
                  <c:v>46113</c:v>
                </c:pt>
                <c:pt idx="5283">
                  <c:v>46114</c:v>
                </c:pt>
                <c:pt idx="5284">
                  <c:v>46115</c:v>
                </c:pt>
                <c:pt idx="5285">
                  <c:v>46118</c:v>
                </c:pt>
                <c:pt idx="5286">
                  <c:v>46119</c:v>
                </c:pt>
                <c:pt idx="5287">
                  <c:v>46120</c:v>
                </c:pt>
                <c:pt idx="5288">
                  <c:v>46121</c:v>
                </c:pt>
                <c:pt idx="5289">
                  <c:v>46122</c:v>
                </c:pt>
                <c:pt idx="5290">
                  <c:v>46125</c:v>
                </c:pt>
                <c:pt idx="5291">
                  <c:v>46126</c:v>
                </c:pt>
                <c:pt idx="5292">
                  <c:v>46127</c:v>
                </c:pt>
                <c:pt idx="5293">
                  <c:v>46128</c:v>
                </c:pt>
                <c:pt idx="5294">
                  <c:v>46129</c:v>
                </c:pt>
                <c:pt idx="5295">
                  <c:v>46132</c:v>
                </c:pt>
                <c:pt idx="5296">
                  <c:v>46133</c:v>
                </c:pt>
                <c:pt idx="5297">
                  <c:v>46134</c:v>
                </c:pt>
                <c:pt idx="5298">
                  <c:v>46135</c:v>
                </c:pt>
                <c:pt idx="5299">
                  <c:v>46136</c:v>
                </c:pt>
                <c:pt idx="5300">
                  <c:v>46139</c:v>
                </c:pt>
                <c:pt idx="5301">
                  <c:v>46140</c:v>
                </c:pt>
                <c:pt idx="5302">
                  <c:v>46141</c:v>
                </c:pt>
                <c:pt idx="5303">
                  <c:v>46142</c:v>
                </c:pt>
                <c:pt idx="5304">
                  <c:v>46143</c:v>
                </c:pt>
                <c:pt idx="5305">
                  <c:v>46146</c:v>
                </c:pt>
                <c:pt idx="5306">
                  <c:v>46147</c:v>
                </c:pt>
                <c:pt idx="5307">
                  <c:v>46148</c:v>
                </c:pt>
                <c:pt idx="5308">
                  <c:v>46149</c:v>
                </c:pt>
                <c:pt idx="5309">
                  <c:v>46150</c:v>
                </c:pt>
                <c:pt idx="5310">
                  <c:v>46153</c:v>
                </c:pt>
                <c:pt idx="5311">
                  <c:v>46154</c:v>
                </c:pt>
                <c:pt idx="5312">
                  <c:v>46155</c:v>
                </c:pt>
                <c:pt idx="5313">
                  <c:v>46156</c:v>
                </c:pt>
                <c:pt idx="5314">
                  <c:v>46157</c:v>
                </c:pt>
                <c:pt idx="5315">
                  <c:v>46160</c:v>
                </c:pt>
                <c:pt idx="5316">
                  <c:v>46161</c:v>
                </c:pt>
                <c:pt idx="5317">
                  <c:v>46162</c:v>
                </c:pt>
                <c:pt idx="5318">
                  <c:v>46163</c:v>
                </c:pt>
                <c:pt idx="5319">
                  <c:v>46164</c:v>
                </c:pt>
                <c:pt idx="5320">
                  <c:v>46167</c:v>
                </c:pt>
                <c:pt idx="5321">
                  <c:v>46168</c:v>
                </c:pt>
                <c:pt idx="5322">
                  <c:v>46169</c:v>
                </c:pt>
                <c:pt idx="5323">
                  <c:v>46170</c:v>
                </c:pt>
                <c:pt idx="5324">
                  <c:v>46171</c:v>
                </c:pt>
                <c:pt idx="5325">
                  <c:v>46174</c:v>
                </c:pt>
                <c:pt idx="5326">
                  <c:v>46175</c:v>
                </c:pt>
                <c:pt idx="5327">
                  <c:v>46176</c:v>
                </c:pt>
                <c:pt idx="5328">
                  <c:v>46177</c:v>
                </c:pt>
                <c:pt idx="5329">
                  <c:v>46178</c:v>
                </c:pt>
                <c:pt idx="5330">
                  <c:v>46181</c:v>
                </c:pt>
                <c:pt idx="5331">
                  <c:v>46182</c:v>
                </c:pt>
                <c:pt idx="5332">
                  <c:v>46183</c:v>
                </c:pt>
                <c:pt idx="5333">
                  <c:v>46184</c:v>
                </c:pt>
                <c:pt idx="5334">
                  <c:v>46185</c:v>
                </c:pt>
                <c:pt idx="5335">
                  <c:v>46188</c:v>
                </c:pt>
                <c:pt idx="5336">
                  <c:v>46189</c:v>
                </c:pt>
                <c:pt idx="5337">
                  <c:v>46190</c:v>
                </c:pt>
                <c:pt idx="5338">
                  <c:v>46191</c:v>
                </c:pt>
              </c:numCache>
            </c:numRef>
          </c:cat>
          <c:val>
            <c:numRef>
              <c:f>'worldwide policy rate'!$D$2612:$D$7950</c:f>
              <c:numCache>
                <c:formatCode>General</c:formatCode>
                <c:ptCount val="5339"/>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pt idx="21">
                  <c:v>0.15</c:v>
                </c:pt>
                <c:pt idx="22">
                  <c:v>0.15</c:v>
                </c:pt>
                <c:pt idx="23">
                  <c:v>0.15</c:v>
                </c:pt>
                <c:pt idx="24">
                  <c:v>0.15</c:v>
                </c:pt>
                <c:pt idx="25">
                  <c:v>0.15</c:v>
                </c:pt>
                <c:pt idx="26">
                  <c:v>0.15</c:v>
                </c:pt>
                <c:pt idx="27">
                  <c:v>0.15</c:v>
                </c:pt>
                <c:pt idx="28">
                  <c:v>0.15</c:v>
                </c:pt>
                <c:pt idx="29">
                  <c:v>0.15</c:v>
                </c:pt>
                <c:pt idx="30">
                  <c:v>0.15</c:v>
                </c:pt>
                <c:pt idx="31">
                  <c:v>0.15</c:v>
                </c:pt>
                <c:pt idx="32">
                  <c:v>0.15</c:v>
                </c:pt>
                <c:pt idx="33">
                  <c:v>0.15</c:v>
                </c:pt>
                <c:pt idx="34">
                  <c:v>0.15</c:v>
                </c:pt>
                <c:pt idx="35">
                  <c:v>0.15</c:v>
                </c:pt>
                <c:pt idx="36">
                  <c:v>0.15</c:v>
                </c:pt>
                <c:pt idx="37">
                  <c:v>0.15</c:v>
                </c:pt>
                <c:pt idx="38">
                  <c:v>0.15</c:v>
                </c:pt>
                <c:pt idx="39">
                  <c:v>0.15</c:v>
                </c:pt>
                <c:pt idx="40">
                  <c:v>0.15</c:v>
                </c:pt>
                <c:pt idx="41">
                  <c:v>0.15</c:v>
                </c:pt>
                <c:pt idx="42">
                  <c:v>0.15</c:v>
                </c:pt>
                <c:pt idx="43">
                  <c:v>0.15</c:v>
                </c:pt>
                <c:pt idx="44">
                  <c:v>0.15</c:v>
                </c:pt>
                <c:pt idx="45">
                  <c:v>0.15</c:v>
                </c:pt>
                <c:pt idx="46">
                  <c:v>0.15</c:v>
                </c:pt>
                <c:pt idx="47">
                  <c:v>0.15</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0.25</c:v>
                </c:pt>
                <c:pt idx="140">
                  <c:v>0.25</c:v>
                </c:pt>
                <c:pt idx="141">
                  <c:v>0.25</c:v>
                </c:pt>
                <c:pt idx="142">
                  <c:v>0.25</c:v>
                </c:pt>
                <c:pt idx="143">
                  <c:v>0.25</c:v>
                </c:pt>
                <c:pt idx="144">
                  <c:v>0.25</c:v>
                </c:pt>
                <c:pt idx="145">
                  <c:v>0.25</c:v>
                </c:pt>
                <c:pt idx="146">
                  <c:v>0.25</c:v>
                </c:pt>
                <c:pt idx="147">
                  <c:v>0.25</c:v>
                </c:pt>
                <c:pt idx="148">
                  <c:v>0.25</c:v>
                </c:pt>
                <c:pt idx="149">
                  <c:v>0.25</c:v>
                </c:pt>
                <c:pt idx="150">
                  <c:v>0.25</c:v>
                </c:pt>
                <c:pt idx="151">
                  <c:v>0.25</c:v>
                </c:pt>
                <c:pt idx="152">
                  <c:v>0.25</c:v>
                </c:pt>
                <c:pt idx="153">
                  <c:v>0.25</c:v>
                </c:pt>
                <c:pt idx="154">
                  <c:v>0.25</c:v>
                </c:pt>
                <c:pt idx="155">
                  <c:v>0.25</c:v>
                </c:pt>
                <c:pt idx="156">
                  <c:v>0.25</c:v>
                </c:pt>
                <c:pt idx="157">
                  <c:v>0.25</c:v>
                </c:pt>
                <c:pt idx="158">
                  <c:v>0.25</c:v>
                </c:pt>
                <c:pt idx="159">
                  <c:v>0.25</c:v>
                </c:pt>
                <c:pt idx="160">
                  <c:v>0.25</c:v>
                </c:pt>
                <c:pt idx="161">
                  <c:v>0.25</c:v>
                </c:pt>
                <c:pt idx="162">
                  <c:v>0.25</c:v>
                </c:pt>
                <c:pt idx="163">
                  <c:v>0.25</c:v>
                </c:pt>
                <c:pt idx="164">
                  <c:v>0.25</c:v>
                </c:pt>
                <c:pt idx="165">
                  <c:v>0.25</c:v>
                </c:pt>
                <c:pt idx="166">
                  <c:v>0.25</c:v>
                </c:pt>
                <c:pt idx="167">
                  <c:v>0.25</c:v>
                </c:pt>
                <c:pt idx="168">
                  <c:v>0.25</c:v>
                </c:pt>
                <c:pt idx="169">
                  <c:v>0.25</c:v>
                </c:pt>
                <c:pt idx="170">
                  <c:v>0.25</c:v>
                </c:pt>
                <c:pt idx="171">
                  <c:v>0.25</c:v>
                </c:pt>
                <c:pt idx="172">
                  <c:v>0.25</c:v>
                </c:pt>
                <c:pt idx="173">
                  <c:v>0.25</c:v>
                </c:pt>
                <c:pt idx="174">
                  <c:v>0.25</c:v>
                </c:pt>
                <c:pt idx="175">
                  <c:v>0.25</c:v>
                </c:pt>
                <c:pt idx="176">
                  <c:v>0.25</c:v>
                </c:pt>
                <c:pt idx="177">
                  <c:v>0.25</c:v>
                </c:pt>
                <c:pt idx="178">
                  <c:v>0.25</c:v>
                </c:pt>
                <c:pt idx="179">
                  <c:v>0.25</c:v>
                </c:pt>
                <c:pt idx="180">
                  <c:v>0.25</c:v>
                </c:pt>
                <c:pt idx="181">
                  <c:v>0.25</c:v>
                </c:pt>
                <c:pt idx="182">
                  <c:v>0.25</c:v>
                </c:pt>
                <c:pt idx="183">
                  <c:v>0.25</c:v>
                </c:pt>
                <c:pt idx="184">
                  <c:v>0.25</c:v>
                </c:pt>
                <c:pt idx="185">
                  <c:v>0.25</c:v>
                </c:pt>
                <c:pt idx="186">
                  <c:v>0.25</c:v>
                </c:pt>
                <c:pt idx="187">
                  <c:v>0.25</c:v>
                </c:pt>
                <c:pt idx="188">
                  <c:v>0.25</c:v>
                </c:pt>
                <c:pt idx="189">
                  <c:v>0.25</c:v>
                </c:pt>
                <c:pt idx="190">
                  <c:v>0.25</c:v>
                </c:pt>
                <c:pt idx="191">
                  <c:v>0.25</c:v>
                </c:pt>
                <c:pt idx="192">
                  <c:v>0.25</c:v>
                </c:pt>
                <c:pt idx="193">
                  <c:v>0.25</c:v>
                </c:pt>
                <c:pt idx="194">
                  <c:v>0.25</c:v>
                </c:pt>
                <c:pt idx="195">
                  <c:v>0.25</c:v>
                </c:pt>
                <c:pt idx="196">
                  <c:v>0.25</c:v>
                </c:pt>
                <c:pt idx="197">
                  <c:v>0.25</c:v>
                </c:pt>
                <c:pt idx="198">
                  <c:v>0.25</c:v>
                </c:pt>
                <c:pt idx="199">
                  <c:v>0.25</c:v>
                </c:pt>
                <c:pt idx="200">
                  <c:v>0.25</c:v>
                </c:pt>
                <c:pt idx="201">
                  <c:v>0.25</c:v>
                </c:pt>
                <c:pt idx="202">
                  <c:v>0.25</c:v>
                </c:pt>
                <c:pt idx="203">
                  <c:v>0.25</c:v>
                </c:pt>
                <c:pt idx="204">
                  <c:v>0.25</c:v>
                </c:pt>
                <c:pt idx="205">
                  <c:v>0.25</c:v>
                </c:pt>
                <c:pt idx="206">
                  <c:v>0.25</c:v>
                </c:pt>
                <c:pt idx="207">
                  <c:v>0.25</c:v>
                </c:pt>
                <c:pt idx="208">
                  <c:v>0.25</c:v>
                </c:pt>
                <c:pt idx="209">
                  <c:v>0.25</c:v>
                </c:pt>
                <c:pt idx="210">
                  <c:v>0.25</c:v>
                </c:pt>
                <c:pt idx="211">
                  <c:v>0.25</c:v>
                </c:pt>
                <c:pt idx="212">
                  <c:v>0.25</c:v>
                </c:pt>
                <c:pt idx="213">
                  <c:v>0.25</c:v>
                </c:pt>
                <c:pt idx="214">
                  <c:v>0.25</c:v>
                </c:pt>
                <c:pt idx="215">
                  <c:v>0.25</c:v>
                </c:pt>
                <c:pt idx="216">
                  <c:v>0.25</c:v>
                </c:pt>
                <c:pt idx="217">
                  <c:v>0.25</c:v>
                </c:pt>
                <c:pt idx="218">
                  <c:v>0.25</c:v>
                </c:pt>
                <c:pt idx="219">
                  <c:v>0.25</c:v>
                </c:pt>
                <c:pt idx="220">
                  <c:v>0.25</c:v>
                </c:pt>
                <c:pt idx="221">
                  <c:v>0.25</c:v>
                </c:pt>
                <c:pt idx="222">
                  <c:v>0.25</c:v>
                </c:pt>
                <c:pt idx="223">
                  <c:v>0.25</c:v>
                </c:pt>
                <c:pt idx="224">
                  <c:v>0.25</c:v>
                </c:pt>
                <c:pt idx="225">
                  <c:v>0.25</c:v>
                </c:pt>
                <c:pt idx="226">
                  <c:v>0.25</c:v>
                </c:pt>
                <c:pt idx="227">
                  <c:v>0.25</c:v>
                </c:pt>
                <c:pt idx="228">
                  <c:v>0.25</c:v>
                </c:pt>
                <c:pt idx="229">
                  <c:v>0.25</c:v>
                </c:pt>
                <c:pt idx="230">
                  <c:v>0.25</c:v>
                </c:pt>
                <c:pt idx="231">
                  <c:v>0.25</c:v>
                </c:pt>
                <c:pt idx="232">
                  <c:v>0.25</c:v>
                </c:pt>
                <c:pt idx="233">
                  <c:v>0.25</c:v>
                </c:pt>
                <c:pt idx="234">
                  <c:v>0.25</c:v>
                </c:pt>
                <c:pt idx="235">
                  <c:v>0.25</c:v>
                </c:pt>
                <c:pt idx="236">
                  <c:v>0.25</c:v>
                </c:pt>
                <c:pt idx="237">
                  <c:v>0.25</c:v>
                </c:pt>
                <c:pt idx="238">
                  <c:v>0.25</c:v>
                </c:pt>
                <c:pt idx="239">
                  <c:v>0.25</c:v>
                </c:pt>
                <c:pt idx="240">
                  <c:v>0.25</c:v>
                </c:pt>
                <c:pt idx="241">
                  <c:v>0.25</c:v>
                </c:pt>
                <c:pt idx="242">
                  <c:v>0.25</c:v>
                </c:pt>
                <c:pt idx="243">
                  <c:v>0.25</c:v>
                </c:pt>
                <c:pt idx="244">
                  <c:v>0.25</c:v>
                </c:pt>
                <c:pt idx="245">
                  <c:v>0.25</c:v>
                </c:pt>
                <c:pt idx="246">
                  <c:v>0.25</c:v>
                </c:pt>
                <c:pt idx="247">
                  <c:v>0.25</c:v>
                </c:pt>
                <c:pt idx="248">
                  <c:v>0.25</c:v>
                </c:pt>
                <c:pt idx="249">
                  <c:v>0.25</c:v>
                </c:pt>
                <c:pt idx="250">
                  <c:v>0.25</c:v>
                </c:pt>
                <c:pt idx="251">
                  <c:v>0.25</c:v>
                </c:pt>
                <c:pt idx="252">
                  <c:v>0.25</c:v>
                </c:pt>
                <c:pt idx="253">
                  <c:v>0.25</c:v>
                </c:pt>
                <c:pt idx="254">
                  <c:v>0.25</c:v>
                </c:pt>
                <c:pt idx="255">
                  <c:v>0.25</c:v>
                </c:pt>
                <c:pt idx="256">
                  <c:v>0.25</c:v>
                </c:pt>
                <c:pt idx="257">
                  <c:v>0.25</c:v>
                </c:pt>
                <c:pt idx="258">
                  <c:v>0.25</c:v>
                </c:pt>
                <c:pt idx="259">
                  <c:v>0.25</c:v>
                </c:pt>
                <c:pt idx="260">
                  <c:v>0.25</c:v>
                </c:pt>
                <c:pt idx="261">
                  <c:v>0.25</c:v>
                </c:pt>
                <c:pt idx="262">
                  <c:v>0.25</c:v>
                </c:pt>
                <c:pt idx="263">
                  <c:v>0.25</c:v>
                </c:pt>
                <c:pt idx="264">
                  <c:v>0.25</c:v>
                </c:pt>
                <c:pt idx="265">
                  <c:v>0.25</c:v>
                </c:pt>
                <c:pt idx="266">
                  <c:v>0.25</c:v>
                </c:pt>
                <c:pt idx="267">
                  <c:v>0.25</c:v>
                </c:pt>
                <c:pt idx="268">
                  <c:v>0.25</c:v>
                </c:pt>
                <c:pt idx="269">
                  <c:v>0.25</c:v>
                </c:pt>
                <c:pt idx="270">
                  <c:v>0.25</c:v>
                </c:pt>
                <c:pt idx="271">
                  <c:v>0.25</c:v>
                </c:pt>
                <c:pt idx="272">
                  <c:v>0.25</c:v>
                </c:pt>
                <c:pt idx="273">
                  <c:v>0.25</c:v>
                </c:pt>
                <c:pt idx="274">
                  <c:v>0.25</c:v>
                </c:pt>
                <c:pt idx="275">
                  <c:v>0.25</c:v>
                </c:pt>
                <c:pt idx="276">
                  <c:v>0.25</c:v>
                </c:pt>
                <c:pt idx="277">
                  <c:v>0.25</c:v>
                </c:pt>
                <c:pt idx="278">
                  <c:v>0.25</c:v>
                </c:pt>
                <c:pt idx="279">
                  <c:v>0.25</c:v>
                </c:pt>
                <c:pt idx="280">
                  <c:v>0.25</c:v>
                </c:pt>
                <c:pt idx="281">
                  <c:v>0.25</c:v>
                </c:pt>
                <c:pt idx="282">
                  <c:v>0.25</c:v>
                </c:pt>
                <c:pt idx="283">
                  <c:v>0.25</c:v>
                </c:pt>
                <c:pt idx="284">
                  <c:v>0.25</c:v>
                </c:pt>
                <c:pt idx="285">
                  <c:v>0.25</c:v>
                </c:pt>
                <c:pt idx="286">
                  <c:v>0.25</c:v>
                </c:pt>
                <c:pt idx="287">
                  <c:v>0.25</c:v>
                </c:pt>
                <c:pt idx="288">
                  <c:v>0.25</c:v>
                </c:pt>
                <c:pt idx="289">
                  <c:v>0.25</c:v>
                </c:pt>
                <c:pt idx="290">
                  <c:v>0.25</c:v>
                </c:pt>
                <c:pt idx="291">
                  <c:v>0.25</c:v>
                </c:pt>
                <c:pt idx="292">
                  <c:v>0.25</c:v>
                </c:pt>
                <c:pt idx="293">
                  <c:v>0.25</c:v>
                </c:pt>
                <c:pt idx="294">
                  <c:v>0.25</c:v>
                </c:pt>
                <c:pt idx="295">
                  <c:v>0.25</c:v>
                </c:pt>
                <c:pt idx="296">
                  <c:v>0.25</c:v>
                </c:pt>
                <c:pt idx="297">
                  <c:v>0.5</c:v>
                </c:pt>
                <c:pt idx="298">
                  <c:v>0.5</c:v>
                </c:pt>
                <c:pt idx="299">
                  <c:v>0.5</c:v>
                </c:pt>
                <c:pt idx="300">
                  <c:v>0.5</c:v>
                </c:pt>
                <c:pt idx="301">
                  <c:v>0.5</c:v>
                </c:pt>
                <c:pt idx="302">
                  <c:v>0.5</c:v>
                </c:pt>
                <c:pt idx="303">
                  <c:v>0.5</c:v>
                </c:pt>
                <c:pt idx="304">
                  <c:v>0.5</c:v>
                </c:pt>
                <c:pt idx="305">
                  <c:v>0.5</c:v>
                </c:pt>
                <c:pt idx="306">
                  <c:v>0.5</c:v>
                </c:pt>
                <c:pt idx="307">
                  <c:v>0.5</c:v>
                </c:pt>
                <c:pt idx="308">
                  <c:v>0.5</c:v>
                </c:pt>
                <c:pt idx="309">
                  <c:v>0.5</c:v>
                </c:pt>
                <c:pt idx="310">
                  <c:v>0.5</c:v>
                </c:pt>
                <c:pt idx="311">
                  <c:v>0.5</c:v>
                </c:pt>
                <c:pt idx="312">
                  <c:v>0.5</c:v>
                </c:pt>
                <c:pt idx="313">
                  <c:v>0.5</c:v>
                </c:pt>
                <c:pt idx="314">
                  <c:v>0.5</c:v>
                </c:pt>
                <c:pt idx="315">
                  <c:v>0.5</c:v>
                </c:pt>
                <c:pt idx="316">
                  <c:v>0.5</c:v>
                </c:pt>
                <c:pt idx="317">
                  <c:v>0.5</c:v>
                </c:pt>
                <c:pt idx="318">
                  <c:v>0.5</c:v>
                </c:pt>
                <c:pt idx="319">
                  <c:v>0.5</c:v>
                </c:pt>
                <c:pt idx="320">
                  <c:v>0.5</c:v>
                </c:pt>
                <c:pt idx="321">
                  <c:v>0.5</c:v>
                </c:pt>
                <c:pt idx="322">
                  <c:v>0.5</c:v>
                </c:pt>
                <c:pt idx="323">
                  <c:v>0.5</c:v>
                </c:pt>
                <c:pt idx="324">
                  <c:v>0.5</c:v>
                </c:pt>
                <c:pt idx="325">
                  <c:v>0.5</c:v>
                </c:pt>
                <c:pt idx="326">
                  <c:v>0.5</c:v>
                </c:pt>
                <c:pt idx="327">
                  <c:v>0.5</c:v>
                </c:pt>
                <c:pt idx="328">
                  <c:v>0.5</c:v>
                </c:pt>
                <c:pt idx="329">
                  <c:v>0.5</c:v>
                </c:pt>
                <c:pt idx="330">
                  <c:v>0.5</c:v>
                </c:pt>
                <c:pt idx="331">
                  <c:v>0.5</c:v>
                </c:pt>
                <c:pt idx="332">
                  <c:v>0.5</c:v>
                </c:pt>
                <c:pt idx="333">
                  <c:v>0.5</c:v>
                </c:pt>
                <c:pt idx="334">
                  <c:v>0.5</c:v>
                </c:pt>
                <c:pt idx="335">
                  <c:v>0.5</c:v>
                </c:pt>
                <c:pt idx="336">
                  <c:v>0.5</c:v>
                </c:pt>
                <c:pt idx="337">
                  <c:v>0.5</c:v>
                </c:pt>
                <c:pt idx="338">
                  <c:v>0.5</c:v>
                </c:pt>
                <c:pt idx="339">
                  <c:v>0.5</c:v>
                </c:pt>
                <c:pt idx="340">
                  <c:v>0.5</c:v>
                </c:pt>
                <c:pt idx="341">
                  <c:v>0.5</c:v>
                </c:pt>
                <c:pt idx="342">
                  <c:v>0.5</c:v>
                </c:pt>
                <c:pt idx="343">
                  <c:v>0.5</c:v>
                </c:pt>
                <c:pt idx="344">
                  <c:v>0.5</c:v>
                </c:pt>
                <c:pt idx="345">
                  <c:v>0.5</c:v>
                </c:pt>
                <c:pt idx="346">
                  <c:v>0.5</c:v>
                </c:pt>
                <c:pt idx="347">
                  <c:v>0.5</c:v>
                </c:pt>
                <c:pt idx="348">
                  <c:v>0.5</c:v>
                </c:pt>
                <c:pt idx="349">
                  <c:v>0.5</c:v>
                </c:pt>
                <c:pt idx="350">
                  <c:v>0.5</c:v>
                </c:pt>
                <c:pt idx="351">
                  <c:v>0.5</c:v>
                </c:pt>
                <c:pt idx="352">
                  <c:v>0.5</c:v>
                </c:pt>
                <c:pt idx="353">
                  <c:v>0.5</c:v>
                </c:pt>
                <c:pt idx="354">
                  <c:v>0.5</c:v>
                </c:pt>
                <c:pt idx="355">
                  <c:v>0.5</c:v>
                </c:pt>
                <c:pt idx="356">
                  <c:v>0.5</c:v>
                </c:pt>
                <c:pt idx="357">
                  <c:v>0.5</c:v>
                </c:pt>
                <c:pt idx="358">
                  <c:v>0.5</c:v>
                </c:pt>
                <c:pt idx="359">
                  <c:v>0.5</c:v>
                </c:pt>
                <c:pt idx="360">
                  <c:v>0.5</c:v>
                </c:pt>
                <c:pt idx="361">
                  <c:v>0.5</c:v>
                </c:pt>
                <c:pt idx="362">
                  <c:v>0.5</c:v>
                </c:pt>
                <c:pt idx="363">
                  <c:v>0.5</c:v>
                </c:pt>
                <c:pt idx="364">
                  <c:v>0.5</c:v>
                </c:pt>
                <c:pt idx="365">
                  <c:v>0.5</c:v>
                </c:pt>
                <c:pt idx="366">
                  <c:v>0.5</c:v>
                </c:pt>
                <c:pt idx="367">
                  <c:v>0.5</c:v>
                </c:pt>
                <c:pt idx="368">
                  <c:v>0.5</c:v>
                </c:pt>
                <c:pt idx="369">
                  <c:v>0.5</c:v>
                </c:pt>
                <c:pt idx="370">
                  <c:v>0.5</c:v>
                </c:pt>
                <c:pt idx="371">
                  <c:v>0.5</c:v>
                </c:pt>
                <c:pt idx="372">
                  <c:v>0.5</c:v>
                </c:pt>
                <c:pt idx="373">
                  <c:v>0.5</c:v>
                </c:pt>
                <c:pt idx="374">
                  <c:v>0.5</c:v>
                </c:pt>
                <c:pt idx="375">
                  <c:v>0.5</c:v>
                </c:pt>
                <c:pt idx="376">
                  <c:v>0.5</c:v>
                </c:pt>
                <c:pt idx="377">
                  <c:v>0.5</c:v>
                </c:pt>
                <c:pt idx="378">
                  <c:v>0.5</c:v>
                </c:pt>
                <c:pt idx="379">
                  <c:v>0.5</c:v>
                </c:pt>
                <c:pt idx="380">
                  <c:v>0.5</c:v>
                </c:pt>
                <c:pt idx="381">
                  <c:v>0.5</c:v>
                </c:pt>
                <c:pt idx="382">
                  <c:v>0.5</c:v>
                </c:pt>
                <c:pt idx="383">
                  <c:v>0.5</c:v>
                </c:pt>
                <c:pt idx="384">
                  <c:v>0.5</c:v>
                </c:pt>
                <c:pt idx="385">
                  <c:v>0.5</c:v>
                </c:pt>
                <c:pt idx="386">
                  <c:v>0.5</c:v>
                </c:pt>
                <c:pt idx="387">
                  <c:v>0.5</c:v>
                </c:pt>
                <c:pt idx="388">
                  <c:v>0.5</c:v>
                </c:pt>
                <c:pt idx="389">
                  <c:v>0.5</c:v>
                </c:pt>
                <c:pt idx="390">
                  <c:v>0.5</c:v>
                </c:pt>
                <c:pt idx="391">
                  <c:v>0.5</c:v>
                </c:pt>
                <c:pt idx="392">
                  <c:v>0.5</c:v>
                </c:pt>
                <c:pt idx="393">
                  <c:v>0.5</c:v>
                </c:pt>
                <c:pt idx="394">
                  <c:v>0.5</c:v>
                </c:pt>
                <c:pt idx="395">
                  <c:v>0.5</c:v>
                </c:pt>
                <c:pt idx="396">
                  <c:v>0.5</c:v>
                </c:pt>
                <c:pt idx="397">
                  <c:v>0.5</c:v>
                </c:pt>
                <c:pt idx="398">
                  <c:v>0.5</c:v>
                </c:pt>
                <c:pt idx="399">
                  <c:v>0.5</c:v>
                </c:pt>
                <c:pt idx="400">
                  <c:v>0.5</c:v>
                </c:pt>
                <c:pt idx="401">
                  <c:v>0.5</c:v>
                </c:pt>
                <c:pt idx="402">
                  <c:v>0.5</c:v>
                </c:pt>
                <c:pt idx="403">
                  <c:v>0.5</c:v>
                </c:pt>
                <c:pt idx="404">
                  <c:v>0.5</c:v>
                </c:pt>
                <c:pt idx="405">
                  <c:v>0.5</c:v>
                </c:pt>
                <c:pt idx="406">
                  <c:v>0.5</c:v>
                </c:pt>
                <c:pt idx="407">
                  <c:v>0.5</c:v>
                </c:pt>
                <c:pt idx="408">
                  <c:v>0.5</c:v>
                </c:pt>
                <c:pt idx="409">
                  <c:v>0.5</c:v>
                </c:pt>
                <c:pt idx="410">
                  <c:v>0.5</c:v>
                </c:pt>
                <c:pt idx="411">
                  <c:v>0.5</c:v>
                </c:pt>
                <c:pt idx="412">
                  <c:v>0.5</c:v>
                </c:pt>
                <c:pt idx="413">
                  <c:v>0.5</c:v>
                </c:pt>
                <c:pt idx="414">
                  <c:v>0.5</c:v>
                </c:pt>
                <c:pt idx="415">
                  <c:v>0.5</c:v>
                </c:pt>
                <c:pt idx="416">
                  <c:v>0.5</c:v>
                </c:pt>
                <c:pt idx="417">
                  <c:v>0.5</c:v>
                </c:pt>
                <c:pt idx="418">
                  <c:v>0.5</c:v>
                </c:pt>
                <c:pt idx="419">
                  <c:v>0.5</c:v>
                </c:pt>
                <c:pt idx="420">
                  <c:v>0.5</c:v>
                </c:pt>
                <c:pt idx="421">
                  <c:v>0.5</c:v>
                </c:pt>
                <c:pt idx="422">
                  <c:v>0.5</c:v>
                </c:pt>
                <c:pt idx="423">
                  <c:v>0.5</c:v>
                </c:pt>
                <c:pt idx="424">
                  <c:v>0.5</c:v>
                </c:pt>
                <c:pt idx="425">
                  <c:v>0.5</c:v>
                </c:pt>
                <c:pt idx="426">
                  <c:v>0.5</c:v>
                </c:pt>
                <c:pt idx="427">
                  <c:v>0.5</c:v>
                </c:pt>
                <c:pt idx="428">
                  <c:v>0.5</c:v>
                </c:pt>
                <c:pt idx="429">
                  <c:v>0.5</c:v>
                </c:pt>
                <c:pt idx="430">
                  <c:v>0.5</c:v>
                </c:pt>
                <c:pt idx="431">
                  <c:v>0.5</c:v>
                </c:pt>
                <c:pt idx="432">
                  <c:v>0.5</c:v>
                </c:pt>
                <c:pt idx="433">
                  <c:v>0.5</c:v>
                </c:pt>
                <c:pt idx="434">
                  <c:v>0.5</c:v>
                </c:pt>
                <c:pt idx="435">
                  <c:v>0.5</c:v>
                </c:pt>
                <c:pt idx="436">
                  <c:v>0.5</c:v>
                </c:pt>
                <c:pt idx="437">
                  <c:v>0.5</c:v>
                </c:pt>
                <c:pt idx="438">
                  <c:v>0.5</c:v>
                </c:pt>
                <c:pt idx="439">
                  <c:v>0.5</c:v>
                </c:pt>
                <c:pt idx="440">
                  <c:v>0.5</c:v>
                </c:pt>
                <c:pt idx="441">
                  <c:v>0.5</c:v>
                </c:pt>
                <c:pt idx="442">
                  <c:v>0.5</c:v>
                </c:pt>
                <c:pt idx="443">
                  <c:v>0.5</c:v>
                </c:pt>
                <c:pt idx="444">
                  <c:v>0.5</c:v>
                </c:pt>
                <c:pt idx="445">
                  <c:v>0.5</c:v>
                </c:pt>
                <c:pt idx="446">
                  <c:v>0.5</c:v>
                </c:pt>
                <c:pt idx="447">
                  <c:v>0.5</c:v>
                </c:pt>
                <c:pt idx="448">
                  <c:v>0.5</c:v>
                </c:pt>
                <c:pt idx="449">
                  <c:v>0.5</c:v>
                </c:pt>
                <c:pt idx="450">
                  <c:v>0.5</c:v>
                </c:pt>
                <c:pt idx="451">
                  <c:v>0.5</c:v>
                </c:pt>
                <c:pt idx="452">
                  <c:v>0.5</c:v>
                </c:pt>
                <c:pt idx="453">
                  <c:v>0.5</c:v>
                </c:pt>
                <c:pt idx="454">
                  <c:v>0.5</c:v>
                </c:pt>
                <c:pt idx="455">
                  <c:v>0.5</c:v>
                </c:pt>
                <c:pt idx="456">
                  <c:v>0.5</c:v>
                </c:pt>
                <c:pt idx="457">
                  <c:v>0.5</c:v>
                </c:pt>
                <c:pt idx="458">
                  <c:v>0.5</c:v>
                </c:pt>
                <c:pt idx="459">
                  <c:v>0.5</c:v>
                </c:pt>
                <c:pt idx="460">
                  <c:v>0.5</c:v>
                </c:pt>
                <c:pt idx="461">
                  <c:v>0.5</c:v>
                </c:pt>
                <c:pt idx="462">
                  <c:v>0.5</c:v>
                </c:pt>
                <c:pt idx="463">
                  <c:v>0.5</c:v>
                </c:pt>
                <c:pt idx="464">
                  <c:v>0.5</c:v>
                </c:pt>
                <c:pt idx="465">
                  <c:v>0.5</c:v>
                </c:pt>
                <c:pt idx="466">
                  <c:v>0.5</c:v>
                </c:pt>
                <c:pt idx="467">
                  <c:v>0.5</c:v>
                </c:pt>
                <c:pt idx="468">
                  <c:v>0.5</c:v>
                </c:pt>
                <c:pt idx="469">
                  <c:v>0.5</c:v>
                </c:pt>
                <c:pt idx="470">
                  <c:v>0.5</c:v>
                </c:pt>
                <c:pt idx="471">
                  <c:v>0.5</c:v>
                </c:pt>
                <c:pt idx="472">
                  <c:v>0.5</c:v>
                </c:pt>
                <c:pt idx="473">
                  <c:v>0.5</c:v>
                </c:pt>
                <c:pt idx="474">
                  <c:v>0.5</c:v>
                </c:pt>
                <c:pt idx="475">
                  <c:v>0.5</c:v>
                </c:pt>
                <c:pt idx="476">
                  <c:v>0.5</c:v>
                </c:pt>
                <c:pt idx="477">
                  <c:v>0.5</c:v>
                </c:pt>
                <c:pt idx="478">
                  <c:v>0.5</c:v>
                </c:pt>
                <c:pt idx="479">
                  <c:v>0.5</c:v>
                </c:pt>
                <c:pt idx="480">
                  <c:v>0.5</c:v>
                </c:pt>
                <c:pt idx="481">
                  <c:v>0.5</c:v>
                </c:pt>
                <c:pt idx="482">
                  <c:v>0.5</c:v>
                </c:pt>
                <c:pt idx="483">
                  <c:v>0.5</c:v>
                </c:pt>
                <c:pt idx="484">
                  <c:v>0.5</c:v>
                </c:pt>
                <c:pt idx="485">
                  <c:v>0.5</c:v>
                </c:pt>
                <c:pt idx="486">
                  <c:v>0.5</c:v>
                </c:pt>
                <c:pt idx="487">
                  <c:v>0.5</c:v>
                </c:pt>
                <c:pt idx="488">
                  <c:v>0.5</c:v>
                </c:pt>
                <c:pt idx="489">
                  <c:v>0.5</c:v>
                </c:pt>
                <c:pt idx="490">
                  <c:v>0.5</c:v>
                </c:pt>
                <c:pt idx="491">
                  <c:v>0.5</c:v>
                </c:pt>
                <c:pt idx="492">
                  <c:v>0.5</c:v>
                </c:pt>
                <c:pt idx="493">
                  <c:v>0.5</c:v>
                </c:pt>
                <c:pt idx="494">
                  <c:v>0.5</c:v>
                </c:pt>
                <c:pt idx="495">
                  <c:v>0.5</c:v>
                </c:pt>
                <c:pt idx="496">
                  <c:v>0.5</c:v>
                </c:pt>
                <c:pt idx="497">
                  <c:v>0.5</c:v>
                </c:pt>
                <c:pt idx="498">
                  <c:v>0.5</c:v>
                </c:pt>
                <c:pt idx="499">
                  <c:v>0.5</c:v>
                </c:pt>
                <c:pt idx="500">
                  <c:v>0.5</c:v>
                </c:pt>
                <c:pt idx="501">
                  <c:v>0.5</c:v>
                </c:pt>
                <c:pt idx="502">
                  <c:v>0.5</c:v>
                </c:pt>
                <c:pt idx="503">
                  <c:v>0.5</c:v>
                </c:pt>
                <c:pt idx="504">
                  <c:v>0.5</c:v>
                </c:pt>
                <c:pt idx="505">
                  <c:v>0.5</c:v>
                </c:pt>
                <c:pt idx="506">
                  <c:v>0.5</c:v>
                </c:pt>
                <c:pt idx="507">
                  <c:v>0.5</c:v>
                </c:pt>
                <c:pt idx="508">
                  <c:v>0.5</c:v>
                </c:pt>
                <c:pt idx="509">
                  <c:v>0.5</c:v>
                </c:pt>
                <c:pt idx="510">
                  <c:v>0.5</c:v>
                </c:pt>
                <c:pt idx="511">
                  <c:v>0.5</c:v>
                </c:pt>
                <c:pt idx="512">
                  <c:v>0.5</c:v>
                </c:pt>
                <c:pt idx="513">
                  <c:v>0.5</c:v>
                </c:pt>
                <c:pt idx="514">
                  <c:v>0.5</c:v>
                </c:pt>
                <c:pt idx="515">
                  <c:v>0.5</c:v>
                </c:pt>
                <c:pt idx="516">
                  <c:v>0.5</c:v>
                </c:pt>
                <c:pt idx="517">
                  <c:v>0.5</c:v>
                </c:pt>
                <c:pt idx="518">
                  <c:v>0.5</c:v>
                </c:pt>
                <c:pt idx="519">
                  <c:v>0.5</c:v>
                </c:pt>
                <c:pt idx="520">
                  <c:v>0.5</c:v>
                </c:pt>
                <c:pt idx="521">
                  <c:v>0.5</c:v>
                </c:pt>
                <c:pt idx="522">
                  <c:v>0.5</c:v>
                </c:pt>
                <c:pt idx="523">
                  <c:v>0.5</c:v>
                </c:pt>
                <c:pt idx="524">
                  <c:v>0.5</c:v>
                </c:pt>
                <c:pt idx="525">
                  <c:v>0.5</c:v>
                </c:pt>
                <c:pt idx="526">
                  <c:v>0.5</c:v>
                </c:pt>
                <c:pt idx="527">
                  <c:v>0.5</c:v>
                </c:pt>
                <c:pt idx="528">
                  <c:v>0.5</c:v>
                </c:pt>
                <c:pt idx="529">
                  <c:v>0.5</c:v>
                </c:pt>
                <c:pt idx="530">
                  <c:v>0.5</c:v>
                </c:pt>
                <c:pt idx="531">
                  <c:v>0.5</c:v>
                </c:pt>
                <c:pt idx="532">
                  <c:v>0.5</c:v>
                </c:pt>
                <c:pt idx="533">
                  <c:v>0.5</c:v>
                </c:pt>
                <c:pt idx="534">
                  <c:v>0.5</c:v>
                </c:pt>
                <c:pt idx="535">
                  <c:v>0.5</c:v>
                </c:pt>
                <c:pt idx="536">
                  <c:v>0.5</c:v>
                </c:pt>
                <c:pt idx="537">
                  <c:v>0.5</c:v>
                </c:pt>
                <c:pt idx="538">
                  <c:v>0.5</c:v>
                </c:pt>
                <c:pt idx="539">
                  <c:v>0.5</c:v>
                </c:pt>
                <c:pt idx="540">
                  <c:v>0.5</c:v>
                </c:pt>
                <c:pt idx="541">
                  <c:v>0.5</c:v>
                </c:pt>
                <c:pt idx="542">
                  <c:v>0.5</c:v>
                </c:pt>
                <c:pt idx="543">
                  <c:v>0.5</c:v>
                </c:pt>
                <c:pt idx="544">
                  <c:v>0.5</c:v>
                </c:pt>
                <c:pt idx="545">
                  <c:v>0.5</c:v>
                </c:pt>
                <c:pt idx="546">
                  <c:v>0.5</c:v>
                </c:pt>
                <c:pt idx="547">
                  <c:v>0.5</c:v>
                </c:pt>
                <c:pt idx="548">
                  <c:v>0.5</c:v>
                </c:pt>
                <c:pt idx="549">
                  <c:v>0.5</c:v>
                </c:pt>
                <c:pt idx="550">
                  <c:v>0.5</c:v>
                </c:pt>
                <c:pt idx="551">
                  <c:v>0.5</c:v>
                </c:pt>
                <c:pt idx="552">
                  <c:v>0.5</c:v>
                </c:pt>
                <c:pt idx="553">
                  <c:v>0.5</c:v>
                </c:pt>
                <c:pt idx="554">
                  <c:v>0.5</c:v>
                </c:pt>
                <c:pt idx="555">
                  <c:v>0.5</c:v>
                </c:pt>
                <c:pt idx="556">
                  <c:v>0.5</c:v>
                </c:pt>
                <c:pt idx="557">
                  <c:v>0.5</c:v>
                </c:pt>
                <c:pt idx="558">
                  <c:v>0.5</c:v>
                </c:pt>
                <c:pt idx="559">
                  <c:v>0.5</c:v>
                </c:pt>
                <c:pt idx="560">
                  <c:v>0.5</c:v>
                </c:pt>
                <c:pt idx="561">
                  <c:v>0.5</c:v>
                </c:pt>
                <c:pt idx="562">
                  <c:v>0.5</c:v>
                </c:pt>
                <c:pt idx="563">
                  <c:v>0.5</c:v>
                </c:pt>
                <c:pt idx="564">
                  <c:v>0.5</c:v>
                </c:pt>
                <c:pt idx="565">
                  <c:v>0.5</c:v>
                </c:pt>
                <c:pt idx="566">
                  <c:v>0.5</c:v>
                </c:pt>
                <c:pt idx="567">
                  <c:v>0.5</c:v>
                </c:pt>
                <c:pt idx="568">
                  <c:v>0.5</c:v>
                </c:pt>
                <c:pt idx="569">
                  <c:v>0.5</c:v>
                </c:pt>
                <c:pt idx="570">
                  <c:v>0.5</c:v>
                </c:pt>
                <c:pt idx="571">
                  <c:v>0.5</c:v>
                </c:pt>
                <c:pt idx="572">
                  <c:v>0.5</c:v>
                </c:pt>
                <c:pt idx="573">
                  <c:v>0.5</c:v>
                </c:pt>
                <c:pt idx="574">
                  <c:v>0.5</c:v>
                </c:pt>
                <c:pt idx="575">
                  <c:v>0.5</c:v>
                </c:pt>
                <c:pt idx="576">
                  <c:v>0.5</c:v>
                </c:pt>
                <c:pt idx="577">
                  <c:v>0.5</c:v>
                </c:pt>
                <c:pt idx="578">
                  <c:v>0.5</c:v>
                </c:pt>
                <c:pt idx="579">
                  <c:v>0.5</c:v>
                </c:pt>
                <c:pt idx="580">
                  <c:v>0.5</c:v>
                </c:pt>
                <c:pt idx="581">
                  <c:v>0.5</c:v>
                </c:pt>
                <c:pt idx="582">
                  <c:v>0.5</c:v>
                </c:pt>
                <c:pt idx="583">
                  <c:v>0.5</c:v>
                </c:pt>
                <c:pt idx="584">
                  <c:v>0.5</c:v>
                </c:pt>
                <c:pt idx="585">
                  <c:v>0.5</c:v>
                </c:pt>
                <c:pt idx="586">
                  <c:v>0.5</c:v>
                </c:pt>
                <c:pt idx="587">
                  <c:v>0.5</c:v>
                </c:pt>
                <c:pt idx="588">
                  <c:v>0.5</c:v>
                </c:pt>
                <c:pt idx="589">
                  <c:v>0.5</c:v>
                </c:pt>
                <c:pt idx="590">
                  <c:v>0.5</c:v>
                </c:pt>
                <c:pt idx="591">
                  <c:v>0.5</c:v>
                </c:pt>
                <c:pt idx="592">
                  <c:v>0.5</c:v>
                </c:pt>
                <c:pt idx="593">
                  <c:v>0.5</c:v>
                </c:pt>
                <c:pt idx="594">
                  <c:v>0.5</c:v>
                </c:pt>
                <c:pt idx="595">
                  <c:v>0.5</c:v>
                </c:pt>
                <c:pt idx="596">
                  <c:v>0.5</c:v>
                </c:pt>
                <c:pt idx="597">
                  <c:v>0.5</c:v>
                </c:pt>
                <c:pt idx="598">
                  <c:v>0.5</c:v>
                </c:pt>
                <c:pt idx="599">
                  <c:v>0.5</c:v>
                </c:pt>
                <c:pt idx="600">
                  <c:v>0.5</c:v>
                </c:pt>
                <c:pt idx="601">
                  <c:v>0.5</c:v>
                </c:pt>
                <c:pt idx="602">
                  <c:v>0.5</c:v>
                </c:pt>
                <c:pt idx="603">
                  <c:v>0.5</c:v>
                </c:pt>
                <c:pt idx="604">
                  <c:v>0.5</c:v>
                </c:pt>
                <c:pt idx="605">
                  <c:v>0.5</c:v>
                </c:pt>
                <c:pt idx="606">
                  <c:v>0.5</c:v>
                </c:pt>
                <c:pt idx="607">
                  <c:v>0.5</c:v>
                </c:pt>
                <c:pt idx="608">
                  <c:v>0.5</c:v>
                </c:pt>
                <c:pt idx="609">
                  <c:v>0.5</c:v>
                </c:pt>
                <c:pt idx="610">
                  <c:v>0.5</c:v>
                </c:pt>
                <c:pt idx="611">
                  <c:v>0.5</c:v>
                </c:pt>
                <c:pt idx="612">
                  <c:v>0.5</c:v>
                </c:pt>
                <c:pt idx="613">
                  <c:v>0.5</c:v>
                </c:pt>
                <c:pt idx="614">
                  <c:v>0.5</c:v>
                </c:pt>
                <c:pt idx="615">
                  <c:v>0.5</c:v>
                </c:pt>
                <c:pt idx="616">
                  <c:v>0.5</c:v>
                </c:pt>
                <c:pt idx="617">
                  <c:v>0.5</c:v>
                </c:pt>
                <c:pt idx="618">
                  <c:v>0.5</c:v>
                </c:pt>
                <c:pt idx="619">
                  <c:v>0.5</c:v>
                </c:pt>
                <c:pt idx="620">
                  <c:v>0.5</c:v>
                </c:pt>
                <c:pt idx="621">
                  <c:v>0.5</c:v>
                </c:pt>
                <c:pt idx="622">
                  <c:v>0.5</c:v>
                </c:pt>
                <c:pt idx="623">
                  <c:v>0.5</c:v>
                </c:pt>
                <c:pt idx="624">
                  <c:v>0.5</c:v>
                </c:pt>
                <c:pt idx="625">
                  <c:v>0.5</c:v>
                </c:pt>
                <c:pt idx="626">
                  <c:v>0.5</c:v>
                </c:pt>
                <c:pt idx="627">
                  <c:v>0.5</c:v>
                </c:pt>
                <c:pt idx="628">
                  <c:v>0.5</c:v>
                </c:pt>
                <c:pt idx="629">
                  <c:v>0.5</c:v>
                </c:pt>
                <c:pt idx="630">
                  <c:v>0.5</c:v>
                </c:pt>
                <c:pt idx="631">
                  <c:v>0.5</c:v>
                </c:pt>
                <c:pt idx="632">
                  <c:v>0.5</c:v>
                </c:pt>
                <c:pt idx="633">
                  <c:v>0.5</c:v>
                </c:pt>
                <c:pt idx="634">
                  <c:v>0.5</c:v>
                </c:pt>
                <c:pt idx="635">
                  <c:v>0.5</c:v>
                </c:pt>
                <c:pt idx="636">
                  <c:v>0.5</c:v>
                </c:pt>
                <c:pt idx="637">
                  <c:v>0.5</c:v>
                </c:pt>
                <c:pt idx="638">
                  <c:v>0.5</c:v>
                </c:pt>
                <c:pt idx="639">
                  <c:v>0.5</c:v>
                </c:pt>
                <c:pt idx="640">
                  <c:v>0.5</c:v>
                </c:pt>
                <c:pt idx="641">
                  <c:v>0.5</c:v>
                </c:pt>
                <c:pt idx="642">
                  <c:v>0.5</c:v>
                </c:pt>
                <c:pt idx="643">
                  <c:v>0.5</c:v>
                </c:pt>
                <c:pt idx="644">
                  <c:v>0.5</c:v>
                </c:pt>
                <c:pt idx="645">
                  <c:v>0.5</c:v>
                </c:pt>
                <c:pt idx="646">
                  <c:v>0.5</c:v>
                </c:pt>
                <c:pt idx="647">
                  <c:v>0.5</c:v>
                </c:pt>
                <c:pt idx="648">
                  <c:v>0.5</c:v>
                </c:pt>
                <c:pt idx="649">
                  <c:v>0.5</c:v>
                </c:pt>
                <c:pt idx="650">
                  <c:v>0.5</c:v>
                </c:pt>
                <c:pt idx="651">
                  <c:v>0.5</c:v>
                </c:pt>
                <c:pt idx="652">
                  <c:v>0.5</c:v>
                </c:pt>
                <c:pt idx="653">
                  <c:v>0.5</c:v>
                </c:pt>
                <c:pt idx="654">
                  <c:v>0.5</c:v>
                </c:pt>
                <c:pt idx="655">
                  <c:v>0.5</c:v>
                </c:pt>
                <c:pt idx="656">
                  <c:v>0.5</c:v>
                </c:pt>
                <c:pt idx="657">
                  <c:v>0.5</c:v>
                </c:pt>
                <c:pt idx="658">
                  <c:v>0.5</c:v>
                </c:pt>
                <c:pt idx="659">
                  <c:v>0.5</c:v>
                </c:pt>
                <c:pt idx="660">
                  <c:v>0.5</c:v>
                </c:pt>
                <c:pt idx="661">
                  <c:v>0.5</c:v>
                </c:pt>
                <c:pt idx="662">
                  <c:v>0.5</c:v>
                </c:pt>
                <c:pt idx="663">
                  <c:v>0.5</c:v>
                </c:pt>
                <c:pt idx="664">
                  <c:v>0.5</c:v>
                </c:pt>
                <c:pt idx="665">
                  <c:v>0.5</c:v>
                </c:pt>
                <c:pt idx="666">
                  <c:v>0.5</c:v>
                </c:pt>
                <c:pt idx="667">
                  <c:v>0.5</c:v>
                </c:pt>
                <c:pt idx="668">
                  <c:v>0.5</c:v>
                </c:pt>
                <c:pt idx="669">
                  <c:v>0.5</c:v>
                </c:pt>
                <c:pt idx="670">
                  <c:v>0.5</c:v>
                </c:pt>
                <c:pt idx="671">
                  <c:v>0.5</c:v>
                </c:pt>
                <c:pt idx="672">
                  <c:v>0.5</c:v>
                </c:pt>
                <c:pt idx="673">
                  <c:v>0.5</c:v>
                </c:pt>
                <c:pt idx="674">
                  <c:v>0.5</c:v>
                </c:pt>
                <c:pt idx="675">
                  <c:v>0.5</c:v>
                </c:pt>
                <c:pt idx="676">
                  <c:v>0.5</c:v>
                </c:pt>
                <c:pt idx="677">
                  <c:v>0.5</c:v>
                </c:pt>
                <c:pt idx="678">
                  <c:v>0.5</c:v>
                </c:pt>
                <c:pt idx="679">
                  <c:v>0.5</c:v>
                </c:pt>
                <c:pt idx="680">
                  <c:v>0.5</c:v>
                </c:pt>
                <c:pt idx="681">
                  <c:v>0.5</c:v>
                </c:pt>
                <c:pt idx="682">
                  <c:v>0.5</c:v>
                </c:pt>
                <c:pt idx="683">
                  <c:v>0.5</c:v>
                </c:pt>
                <c:pt idx="684">
                  <c:v>0.5</c:v>
                </c:pt>
                <c:pt idx="685">
                  <c:v>0.5</c:v>
                </c:pt>
                <c:pt idx="686">
                  <c:v>0.5</c:v>
                </c:pt>
                <c:pt idx="687">
                  <c:v>0.5</c:v>
                </c:pt>
                <c:pt idx="688">
                  <c:v>0.5</c:v>
                </c:pt>
                <c:pt idx="689">
                  <c:v>0.5</c:v>
                </c:pt>
                <c:pt idx="690">
                  <c:v>0.5</c:v>
                </c:pt>
                <c:pt idx="691">
                  <c:v>0.5</c:v>
                </c:pt>
                <c:pt idx="692">
                  <c:v>0.5</c:v>
                </c:pt>
                <c:pt idx="693">
                  <c:v>0.5</c:v>
                </c:pt>
                <c:pt idx="694">
                  <c:v>0.5</c:v>
                </c:pt>
                <c:pt idx="695">
                  <c:v>0.5</c:v>
                </c:pt>
                <c:pt idx="696">
                  <c:v>0.5</c:v>
                </c:pt>
                <c:pt idx="697">
                  <c:v>0.5</c:v>
                </c:pt>
                <c:pt idx="698">
                  <c:v>0.5</c:v>
                </c:pt>
                <c:pt idx="699">
                  <c:v>0.5</c:v>
                </c:pt>
                <c:pt idx="700">
                  <c:v>0.5</c:v>
                </c:pt>
                <c:pt idx="701">
                  <c:v>0.5</c:v>
                </c:pt>
                <c:pt idx="702">
                  <c:v>0.5</c:v>
                </c:pt>
                <c:pt idx="703">
                  <c:v>0.5</c:v>
                </c:pt>
                <c:pt idx="704">
                  <c:v>0.5</c:v>
                </c:pt>
                <c:pt idx="705">
                  <c:v>0.5</c:v>
                </c:pt>
                <c:pt idx="706">
                  <c:v>0.5</c:v>
                </c:pt>
                <c:pt idx="707">
                  <c:v>0.5</c:v>
                </c:pt>
                <c:pt idx="708">
                  <c:v>0.5</c:v>
                </c:pt>
                <c:pt idx="709">
                  <c:v>0.5</c:v>
                </c:pt>
                <c:pt idx="710">
                  <c:v>0.5</c:v>
                </c:pt>
                <c:pt idx="711">
                  <c:v>0.5</c:v>
                </c:pt>
                <c:pt idx="712">
                  <c:v>0.5</c:v>
                </c:pt>
                <c:pt idx="713">
                  <c:v>0.5</c:v>
                </c:pt>
                <c:pt idx="714">
                  <c:v>0.5</c:v>
                </c:pt>
                <c:pt idx="715">
                  <c:v>0.5</c:v>
                </c:pt>
                <c:pt idx="716">
                  <c:v>0.5</c:v>
                </c:pt>
                <c:pt idx="717">
                  <c:v>0.5</c:v>
                </c:pt>
                <c:pt idx="718">
                  <c:v>0.5</c:v>
                </c:pt>
                <c:pt idx="719">
                  <c:v>0.5</c:v>
                </c:pt>
                <c:pt idx="720">
                  <c:v>0.5</c:v>
                </c:pt>
                <c:pt idx="721">
                  <c:v>0.5</c:v>
                </c:pt>
                <c:pt idx="722">
                  <c:v>0.5</c:v>
                </c:pt>
                <c:pt idx="723">
                  <c:v>0.5</c:v>
                </c:pt>
                <c:pt idx="724">
                  <c:v>0.5</c:v>
                </c:pt>
                <c:pt idx="725">
                  <c:v>0.5</c:v>
                </c:pt>
                <c:pt idx="726">
                  <c:v>0.5</c:v>
                </c:pt>
                <c:pt idx="727">
                  <c:v>0.5</c:v>
                </c:pt>
                <c:pt idx="728">
                  <c:v>0.5</c:v>
                </c:pt>
                <c:pt idx="729">
                  <c:v>0.5</c:v>
                </c:pt>
                <c:pt idx="730">
                  <c:v>0.5</c:v>
                </c:pt>
                <c:pt idx="731">
                  <c:v>0.5</c:v>
                </c:pt>
                <c:pt idx="732">
                  <c:v>0.5</c:v>
                </c:pt>
                <c:pt idx="733">
                  <c:v>0.5</c:v>
                </c:pt>
                <c:pt idx="734">
                  <c:v>0.5</c:v>
                </c:pt>
                <c:pt idx="735">
                  <c:v>0.5</c:v>
                </c:pt>
                <c:pt idx="736">
                  <c:v>0.5</c:v>
                </c:pt>
                <c:pt idx="737">
                  <c:v>0.5</c:v>
                </c:pt>
                <c:pt idx="738">
                  <c:v>0.5</c:v>
                </c:pt>
                <c:pt idx="739">
                  <c:v>0.3</c:v>
                </c:pt>
                <c:pt idx="740">
                  <c:v>0.3</c:v>
                </c:pt>
                <c:pt idx="741">
                  <c:v>0.3</c:v>
                </c:pt>
                <c:pt idx="742">
                  <c:v>0.3</c:v>
                </c:pt>
                <c:pt idx="743">
                  <c:v>0.3</c:v>
                </c:pt>
                <c:pt idx="744">
                  <c:v>0.3</c:v>
                </c:pt>
                <c:pt idx="745">
                  <c:v>0.3</c:v>
                </c:pt>
                <c:pt idx="746">
                  <c:v>0.3</c:v>
                </c:pt>
                <c:pt idx="747">
                  <c:v>0.3</c:v>
                </c:pt>
                <c:pt idx="748">
                  <c:v>0.3</c:v>
                </c:pt>
                <c:pt idx="749">
                  <c:v>0.3</c:v>
                </c:pt>
                <c:pt idx="750">
                  <c:v>0.3</c:v>
                </c:pt>
                <c:pt idx="751">
                  <c:v>0.3</c:v>
                </c:pt>
                <c:pt idx="752">
                  <c:v>0.3</c:v>
                </c:pt>
                <c:pt idx="753">
                  <c:v>0.3</c:v>
                </c:pt>
                <c:pt idx="754">
                  <c:v>0.3</c:v>
                </c:pt>
                <c:pt idx="755">
                  <c:v>0.3</c:v>
                </c:pt>
                <c:pt idx="756">
                  <c:v>0.3</c:v>
                </c:pt>
                <c:pt idx="757">
                  <c:v>0.3</c:v>
                </c:pt>
                <c:pt idx="758">
                  <c:v>0.3</c:v>
                </c:pt>
                <c:pt idx="759">
                  <c:v>0.3</c:v>
                </c:pt>
                <c:pt idx="760">
                  <c:v>0.3</c:v>
                </c:pt>
                <c:pt idx="761">
                  <c:v>0.3</c:v>
                </c:pt>
                <c:pt idx="762">
                  <c:v>0.3</c:v>
                </c:pt>
                <c:pt idx="763">
                  <c:v>0.3</c:v>
                </c:pt>
                <c:pt idx="764">
                  <c:v>0.3</c:v>
                </c:pt>
                <c:pt idx="765">
                  <c:v>0.3</c:v>
                </c:pt>
                <c:pt idx="766">
                  <c:v>0.3</c:v>
                </c:pt>
                <c:pt idx="767">
                  <c:v>0.3</c:v>
                </c:pt>
                <c:pt idx="768">
                  <c:v>0.3</c:v>
                </c:pt>
                <c:pt idx="769">
                  <c:v>0.3</c:v>
                </c:pt>
                <c:pt idx="770">
                  <c:v>0.3</c:v>
                </c:pt>
                <c:pt idx="771">
                  <c:v>0.3</c:v>
                </c:pt>
                <c:pt idx="772">
                  <c:v>0.3</c:v>
                </c:pt>
                <c:pt idx="773">
                  <c:v>0.3</c:v>
                </c:pt>
                <c:pt idx="774">
                  <c:v>0.1</c:v>
                </c:pt>
                <c:pt idx="775">
                  <c:v>0.1</c:v>
                </c:pt>
                <c:pt idx="776">
                  <c:v>0.1</c:v>
                </c:pt>
                <c:pt idx="777">
                  <c:v>0.1</c:v>
                </c:pt>
                <c:pt idx="778">
                  <c:v>0.1</c:v>
                </c:pt>
                <c:pt idx="779">
                  <c:v>0.1</c:v>
                </c:pt>
                <c:pt idx="780">
                  <c:v>0.1</c:v>
                </c:pt>
                <c:pt idx="781">
                  <c:v>0.1</c:v>
                </c:pt>
                <c:pt idx="782">
                  <c:v>0.1</c:v>
                </c:pt>
                <c:pt idx="783">
                  <c:v>0.1</c:v>
                </c:pt>
                <c:pt idx="784">
                  <c:v>0.1</c:v>
                </c:pt>
                <c:pt idx="785">
                  <c:v>0.1</c:v>
                </c:pt>
                <c:pt idx="786">
                  <c:v>0.1</c:v>
                </c:pt>
                <c:pt idx="787">
                  <c:v>0.1</c:v>
                </c:pt>
                <c:pt idx="788">
                  <c:v>0.1</c:v>
                </c:pt>
                <c:pt idx="789">
                  <c:v>0.1</c:v>
                </c:pt>
                <c:pt idx="790">
                  <c:v>0.1</c:v>
                </c:pt>
                <c:pt idx="791">
                  <c:v>0.1</c:v>
                </c:pt>
                <c:pt idx="792">
                  <c:v>0.1</c:v>
                </c:pt>
                <c:pt idx="793">
                  <c:v>0.1</c:v>
                </c:pt>
                <c:pt idx="794">
                  <c:v>0.1</c:v>
                </c:pt>
                <c:pt idx="795">
                  <c:v>0.1</c:v>
                </c:pt>
                <c:pt idx="796">
                  <c:v>0.1</c:v>
                </c:pt>
                <c:pt idx="797">
                  <c:v>0.1</c:v>
                </c:pt>
                <c:pt idx="798">
                  <c:v>0.1</c:v>
                </c:pt>
                <c:pt idx="799">
                  <c:v>0.1</c:v>
                </c:pt>
                <c:pt idx="800">
                  <c:v>0.1</c:v>
                </c:pt>
                <c:pt idx="801">
                  <c:v>0.1</c:v>
                </c:pt>
                <c:pt idx="802">
                  <c:v>0.1</c:v>
                </c:pt>
                <c:pt idx="803">
                  <c:v>0.1</c:v>
                </c:pt>
                <c:pt idx="804">
                  <c:v>0.1</c:v>
                </c:pt>
                <c:pt idx="805">
                  <c:v>0.1</c:v>
                </c:pt>
                <c:pt idx="806">
                  <c:v>0.1</c:v>
                </c:pt>
                <c:pt idx="807">
                  <c:v>0.1</c:v>
                </c:pt>
                <c:pt idx="808">
                  <c:v>0.1</c:v>
                </c:pt>
                <c:pt idx="809">
                  <c:v>0.1</c:v>
                </c:pt>
                <c:pt idx="810">
                  <c:v>0.1</c:v>
                </c:pt>
                <c:pt idx="811">
                  <c:v>0.1</c:v>
                </c:pt>
                <c:pt idx="812">
                  <c:v>0.1</c:v>
                </c:pt>
                <c:pt idx="813">
                  <c:v>0.1</c:v>
                </c:pt>
                <c:pt idx="814">
                  <c:v>0.1</c:v>
                </c:pt>
                <c:pt idx="815">
                  <c:v>0.1</c:v>
                </c:pt>
                <c:pt idx="816">
                  <c:v>0.1</c:v>
                </c:pt>
                <c:pt idx="817">
                  <c:v>0.1</c:v>
                </c:pt>
                <c:pt idx="818">
                  <c:v>0.1</c:v>
                </c:pt>
                <c:pt idx="819">
                  <c:v>0.1</c:v>
                </c:pt>
                <c:pt idx="820">
                  <c:v>0.1</c:v>
                </c:pt>
                <c:pt idx="821">
                  <c:v>0.1</c:v>
                </c:pt>
                <c:pt idx="822">
                  <c:v>0.1</c:v>
                </c:pt>
                <c:pt idx="823">
                  <c:v>0.1</c:v>
                </c:pt>
                <c:pt idx="824">
                  <c:v>0.1</c:v>
                </c:pt>
                <c:pt idx="825">
                  <c:v>0.1</c:v>
                </c:pt>
                <c:pt idx="826">
                  <c:v>0.1</c:v>
                </c:pt>
                <c:pt idx="827">
                  <c:v>0.1</c:v>
                </c:pt>
                <c:pt idx="828">
                  <c:v>0.1</c:v>
                </c:pt>
                <c:pt idx="829">
                  <c:v>0.1</c:v>
                </c:pt>
                <c:pt idx="830">
                  <c:v>0.1</c:v>
                </c:pt>
                <c:pt idx="831">
                  <c:v>0.1</c:v>
                </c:pt>
                <c:pt idx="832">
                  <c:v>0.1</c:v>
                </c:pt>
                <c:pt idx="833">
                  <c:v>0.1</c:v>
                </c:pt>
                <c:pt idx="834">
                  <c:v>0.1</c:v>
                </c:pt>
                <c:pt idx="835">
                  <c:v>0.1</c:v>
                </c:pt>
                <c:pt idx="836">
                  <c:v>0.1</c:v>
                </c:pt>
                <c:pt idx="837">
                  <c:v>0.1</c:v>
                </c:pt>
                <c:pt idx="838">
                  <c:v>0.1</c:v>
                </c:pt>
                <c:pt idx="839">
                  <c:v>0.1</c:v>
                </c:pt>
                <c:pt idx="840">
                  <c:v>0.1</c:v>
                </c:pt>
                <c:pt idx="841">
                  <c:v>0.1</c:v>
                </c:pt>
                <c:pt idx="842">
                  <c:v>0.1</c:v>
                </c:pt>
                <c:pt idx="843">
                  <c:v>0.1</c:v>
                </c:pt>
                <c:pt idx="844">
                  <c:v>0.1</c:v>
                </c:pt>
                <c:pt idx="845">
                  <c:v>0.1</c:v>
                </c:pt>
                <c:pt idx="846">
                  <c:v>0.1</c:v>
                </c:pt>
                <c:pt idx="847">
                  <c:v>0.1</c:v>
                </c:pt>
                <c:pt idx="848">
                  <c:v>0.1</c:v>
                </c:pt>
                <c:pt idx="849">
                  <c:v>0.1</c:v>
                </c:pt>
                <c:pt idx="850">
                  <c:v>0.1</c:v>
                </c:pt>
                <c:pt idx="851">
                  <c:v>0.1</c:v>
                </c:pt>
                <c:pt idx="852">
                  <c:v>0.1</c:v>
                </c:pt>
                <c:pt idx="853">
                  <c:v>0.1</c:v>
                </c:pt>
                <c:pt idx="854">
                  <c:v>0.1</c:v>
                </c:pt>
                <c:pt idx="855">
                  <c:v>0.1</c:v>
                </c:pt>
                <c:pt idx="856">
                  <c:v>0.1</c:v>
                </c:pt>
                <c:pt idx="857">
                  <c:v>0.1</c:v>
                </c:pt>
                <c:pt idx="858">
                  <c:v>0.1</c:v>
                </c:pt>
                <c:pt idx="859">
                  <c:v>0.1</c:v>
                </c:pt>
                <c:pt idx="860">
                  <c:v>0.1</c:v>
                </c:pt>
                <c:pt idx="861">
                  <c:v>0.1</c:v>
                </c:pt>
                <c:pt idx="862">
                  <c:v>0.1</c:v>
                </c:pt>
                <c:pt idx="863">
                  <c:v>0.1</c:v>
                </c:pt>
                <c:pt idx="864">
                  <c:v>0.1</c:v>
                </c:pt>
                <c:pt idx="865">
                  <c:v>0.1</c:v>
                </c:pt>
                <c:pt idx="866">
                  <c:v>0.1</c:v>
                </c:pt>
                <c:pt idx="867">
                  <c:v>0.1</c:v>
                </c:pt>
                <c:pt idx="868">
                  <c:v>0.1</c:v>
                </c:pt>
                <c:pt idx="869">
                  <c:v>0.1</c:v>
                </c:pt>
                <c:pt idx="870">
                  <c:v>0.1</c:v>
                </c:pt>
                <c:pt idx="871">
                  <c:v>0.1</c:v>
                </c:pt>
                <c:pt idx="872">
                  <c:v>0.1</c:v>
                </c:pt>
                <c:pt idx="873">
                  <c:v>0.1</c:v>
                </c:pt>
                <c:pt idx="874">
                  <c:v>0.1</c:v>
                </c:pt>
                <c:pt idx="875">
                  <c:v>0.1</c:v>
                </c:pt>
                <c:pt idx="876">
                  <c:v>0.1</c:v>
                </c:pt>
                <c:pt idx="877">
                  <c:v>0.1</c:v>
                </c:pt>
                <c:pt idx="878">
                  <c:v>0.1</c:v>
                </c:pt>
                <c:pt idx="879">
                  <c:v>0.1</c:v>
                </c:pt>
                <c:pt idx="880">
                  <c:v>0.1</c:v>
                </c:pt>
                <c:pt idx="881">
                  <c:v>0.1</c:v>
                </c:pt>
                <c:pt idx="882">
                  <c:v>0.1</c:v>
                </c:pt>
                <c:pt idx="883">
                  <c:v>0.1</c:v>
                </c:pt>
                <c:pt idx="884">
                  <c:v>0.1</c:v>
                </c:pt>
                <c:pt idx="885">
                  <c:v>0.1</c:v>
                </c:pt>
                <c:pt idx="886">
                  <c:v>0.1</c:v>
                </c:pt>
                <c:pt idx="887">
                  <c:v>0.1</c:v>
                </c:pt>
                <c:pt idx="888">
                  <c:v>0.1</c:v>
                </c:pt>
                <c:pt idx="889">
                  <c:v>0.1</c:v>
                </c:pt>
                <c:pt idx="890">
                  <c:v>0.1</c:v>
                </c:pt>
                <c:pt idx="891">
                  <c:v>0.1</c:v>
                </c:pt>
                <c:pt idx="892">
                  <c:v>0.1</c:v>
                </c:pt>
                <c:pt idx="893">
                  <c:v>0.1</c:v>
                </c:pt>
                <c:pt idx="894">
                  <c:v>0.1</c:v>
                </c:pt>
                <c:pt idx="895">
                  <c:v>0.1</c:v>
                </c:pt>
                <c:pt idx="896">
                  <c:v>0.1</c:v>
                </c:pt>
                <c:pt idx="897">
                  <c:v>0.1</c:v>
                </c:pt>
                <c:pt idx="898">
                  <c:v>0.1</c:v>
                </c:pt>
                <c:pt idx="899">
                  <c:v>0.1</c:v>
                </c:pt>
                <c:pt idx="900">
                  <c:v>0.1</c:v>
                </c:pt>
                <c:pt idx="901">
                  <c:v>0.1</c:v>
                </c:pt>
                <c:pt idx="902">
                  <c:v>0.1</c:v>
                </c:pt>
                <c:pt idx="903">
                  <c:v>0.1</c:v>
                </c:pt>
                <c:pt idx="904">
                  <c:v>0.1</c:v>
                </c:pt>
                <c:pt idx="905">
                  <c:v>0.1</c:v>
                </c:pt>
                <c:pt idx="906">
                  <c:v>0.1</c:v>
                </c:pt>
                <c:pt idx="907">
                  <c:v>0.1</c:v>
                </c:pt>
                <c:pt idx="908">
                  <c:v>0.1</c:v>
                </c:pt>
                <c:pt idx="909">
                  <c:v>0.1</c:v>
                </c:pt>
                <c:pt idx="910">
                  <c:v>0.1</c:v>
                </c:pt>
                <c:pt idx="911">
                  <c:v>0.1</c:v>
                </c:pt>
                <c:pt idx="912">
                  <c:v>0.1</c:v>
                </c:pt>
                <c:pt idx="913">
                  <c:v>0.1</c:v>
                </c:pt>
                <c:pt idx="914">
                  <c:v>0.1</c:v>
                </c:pt>
                <c:pt idx="915">
                  <c:v>0.1</c:v>
                </c:pt>
                <c:pt idx="916">
                  <c:v>0.1</c:v>
                </c:pt>
                <c:pt idx="917">
                  <c:v>0.1</c:v>
                </c:pt>
                <c:pt idx="918">
                  <c:v>0.1</c:v>
                </c:pt>
                <c:pt idx="919">
                  <c:v>0.1</c:v>
                </c:pt>
                <c:pt idx="920">
                  <c:v>0.1</c:v>
                </c:pt>
                <c:pt idx="921">
                  <c:v>0.1</c:v>
                </c:pt>
                <c:pt idx="922">
                  <c:v>0.1</c:v>
                </c:pt>
                <c:pt idx="923">
                  <c:v>0.1</c:v>
                </c:pt>
                <c:pt idx="924">
                  <c:v>0.1</c:v>
                </c:pt>
                <c:pt idx="925">
                  <c:v>0.1</c:v>
                </c:pt>
                <c:pt idx="926">
                  <c:v>0.1</c:v>
                </c:pt>
                <c:pt idx="927">
                  <c:v>0.1</c:v>
                </c:pt>
                <c:pt idx="928">
                  <c:v>0.1</c:v>
                </c:pt>
                <c:pt idx="929">
                  <c:v>0.1</c:v>
                </c:pt>
                <c:pt idx="930">
                  <c:v>0.1</c:v>
                </c:pt>
                <c:pt idx="931">
                  <c:v>0.1</c:v>
                </c:pt>
                <c:pt idx="932">
                  <c:v>0.1</c:v>
                </c:pt>
                <c:pt idx="933">
                  <c:v>0.1</c:v>
                </c:pt>
                <c:pt idx="934">
                  <c:v>0.1</c:v>
                </c:pt>
                <c:pt idx="935">
                  <c:v>0.1</c:v>
                </c:pt>
                <c:pt idx="936">
                  <c:v>0.1</c:v>
                </c:pt>
                <c:pt idx="937">
                  <c:v>0.1</c:v>
                </c:pt>
                <c:pt idx="938">
                  <c:v>0.1</c:v>
                </c:pt>
                <c:pt idx="939">
                  <c:v>0.1</c:v>
                </c:pt>
                <c:pt idx="940">
                  <c:v>0.1</c:v>
                </c:pt>
                <c:pt idx="941">
                  <c:v>0.1</c:v>
                </c:pt>
                <c:pt idx="942">
                  <c:v>0.1</c:v>
                </c:pt>
                <c:pt idx="943">
                  <c:v>0.1</c:v>
                </c:pt>
                <c:pt idx="944">
                  <c:v>0.1</c:v>
                </c:pt>
                <c:pt idx="945">
                  <c:v>0.1</c:v>
                </c:pt>
                <c:pt idx="946">
                  <c:v>0.1</c:v>
                </c:pt>
                <c:pt idx="947">
                  <c:v>0.1</c:v>
                </c:pt>
                <c:pt idx="948">
                  <c:v>0.1</c:v>
                </c:pt>
                <c:pt idx="949">
                  <c:v>0.1</c:v>
                </c:pt>
                <c:pt idx="950">
                  <c:v>0.1</c:v>
                </c:pt>
                <c:pt idx="951">
                  <c:v>0.1</c:v>
                </c:pt>
                <c:pt idx="952">
                  <c:v>0.1</c:v>
                </c:pt>
                <c:pt idx="953">
                  <c:v>0.1</c:v>
                </c:pt>
                <c:pt idx="954">
                  <c:v>0.1</c:v>
                </c:pt>
                <c:pt idx="955">
                  <c:v>0.1</c:v>
                </c:pt>
                <c:pt idx="956">
                  <c:v>0.1</c:v>
                </c:pt>
                <c:pt idx="957">
                  <c:v>0.1</c:v>
                </c:pt>
                <c:pt idx="958">
                  <c:v>0.1</c:v>
                </c:pt>
                <c:pt idx="959">
                  <c:v>0.1</c:v>
                </c:pt>
                <c:pt idx="960">
                  <c:v>0.1</c:v>
                </c:pt>
                <c:pt idx="961">
                  <c:v>0.1</c:v>
                </c:pt>
                <c:pt idx="962">
                  <c:v>0.1</c:v>
                </c:pt>
                <c:pt idx="963">
                  <c:v>0.1</c:v>
                </c:pt>
                <c:pt idx="964">
                  <c:v>0.1</c:v>
                </c:pt>
                <c:pt idx="965">
                  <c:v>0.1</c:v>
                </c:pt>
                <c:pt idx="966">
                  <c:v>0.1</c:v>
                </c:pt>
                <c:pt idx="967">
                  <c:v>0.1</c:v>
                </c:pt>
                <c:pt idx="968">
                  <c:v>0.1</c:v>
                </c:pt>
                <c:pt idx="969">
                  <c:v>0.1</c:v>
                </c:pt>
                <c:pt idx="970">
                  <c:v>0.1</c:v>
                </c:pt>
                <c:pt idx="971">
                  <c:v>0.1</c:v>
                </c:pt>
                <c:pt idx="972">
                  <c:v>0.1</c:v>
                </c:pt>
                <c:pt idx="973">
                  <c:v>0.1</c:v>
                </c:pt>
                <c:pt idx="974">
                  <c:v>0.1</c:v>
                </c:pt>
                <c:pt idx="975">
                  <c:v>0.1</c:v>
                </c:pt>
                <c:pt idx="976">
                  <c:v>0.1</c:v>
                </c:pt>
                <c:pt idx="977">
                  <c:v>0.1</c:v>
                </c:pt>
                <c:pt idx="978">
                  <c:v>0.1</c:v>
                </c:pt>
                <c:pt idx="979">
                  <c:v>0.1</c:v>
                </c:pt>
                <c:pt idx="980">
                  <c:v>0.1</c:v>
                </c:pt>
                <c:pt idx="981">
                  <c:v>0.1</c:v>
                </c:pt>
                <c:pt idx="982">
                  <c:v>0.1</c:v>
                </c:pt>
                <c:pt idx="983">
                  <c:v>0.1</c:v>
                </c:pt>
                <c:pt idx="984">
                  <c:v>0.1</c:v>
                </c:pt>
                <c:pt idx="985">
                  <c:v>0.1</c:v>
                </c:pt>
                <c:pt idx="986">
                  <c:v>0.1</c:v>
                </c:pt>
                <c:pt idx="987">
                  <c:v>0.1</c:v>
                </c:pt>
                <c:pt idx="988">
                  <c:v>0.1</c:v>
                </c:pt>
                <c:pt idx="989">
                  <c:v>0.1</c:v>
                </c:pt>
                <c:pt idx="990">
                  <c:v>0.1</c:v>
                </c:pt>
                <c:pt idx="991">
                  <c:v>0.1</c:v>
                </c:pt>
                <c:pt idx="992">
                  <c:v>0.1</c:v>
                </c:pt>
                <c:pt idx="993">
                  <c:v>0.1</c:v>
                </c:pt>
                <c:pt idx="994">
                  <c:v>0.1</c:v>
                </c:pt>
                <c:pt idx="995">
                  <c:v>0.1</c:v>
                </c:pt>
                <c:pt idx="996">
                  <c:v>0.1</c:v>
                </c:pt>
                <c:pt idx="997">
                  <c:v>0.1</c:v>
                </c:pt>
                <c:pt idx="998">
                  <c:v>0.1</c:v>
                </c:pt>
                <c:pt idx="999">
                  <c:v>0.1</c:v>
                </c:pt>
                <c:pt idx="1000">
                  <c:v>0.1</c:v>
                </c:pt>
                <c:pt idx="1001">
                  <c:v>0.1</c:v>
                </c:pt>
                <c:pt idx="1002">
                  <c:v>0.1</c:v>
                </c:pt>
                <c:pt idx="1003">
                  <c:v>0.1</c:v>
                </c:pt>
                <c:pt idx="1004">
                  <c:v>0.1</c:v>
                </c:pt>
                <c:pt idx="1005">
                  <c:v>0.1</c:v>
                </c:pt>
                <c:pt idx="1006">
                  <c:v>0.1</c:v>
                </c:pt>
                <c:pt idx="1007">
                  <c:v>0.1</c:v>
                </c:pt>
                <c:pt idx="1008">
                  <c:v>0.1</c:v>
                </c:pt>
                <c:pt idx="1009">
                  <c:v>0.1</c:v>
                </c:pt>
                <c:pt idx="1010">
                  <c:v>0.1</c:v>
                </c:pt>
                <c:pt idx="1011">
                  <c:v>0.1</c:v>
                </c:pt>
                <c:pt idx="1012">
                  <c:v>0.1</c:v>
                </c:pt>
                <c:pt idx="1013">
                  <c:v>0.1</c:v>
                </c:pt>
                <c:pt idx="1014">
                  <c:v>0.1</c:v>
                </c:pt>
                <c:pt idx="1015">
                  <c:v>0.1</c:v>
                </c:pt>
                <c:pt idx="1016">
                  <c:v>0.1</c:v>
                </c:pt>
                <c:pt idx="1017">
                  <c:v>0.1</c:v>
                </c:pt>
                <c:pt idx="1018">
                  <c:v>0.1</c:v>
                </c:pt>
                <c:pt idx="1019">
                  <c:v>0.1</c:v>
                </c:pt>
                <c:pt idx="1020">
                  <c:v>0.1</c:v>
                </c:pt>
                <c:pt idx="1021">
                  <c:v>0.1</c:v>
                </c:pt>
                <c:pt idx="1022">
                  <c:v>0.1</c:v>
                </c:pt>
                <c:pt idx="1023">
                  <c:v>0.1</c:v>
                </c:pt>
                <c:pt idx="1024">
                  <c:v>0.1</c:v>
                </c:pt>
                <c:pt idx="1025">
                  <c:v>0.1</c:v>
                </c:pt>
                <c:pt idx="1026">
                  <c:v>0.1</c:v>
                </c:pt>
                <c:pt idx="1027">
                  <c:v>0.1</c:v>
                </c:pt>
                <c:pt idx="1028">
                  <c:v>0.1</c:v>
                </c:pt>
                <c:pt idx="1029">
                  <c:v>0.1</c:v>
                </c:pt>
                <c:pt idx="1030">
                  <c:v>0.1</c:v>
                </c:pt>
                <c:pt idx="1031">
                  <c:v>0.1</c:v>
                </c:pt>
                <c:pt idx="1032">
                  <c:v>0.1</c:v>
                </c:pt>
                <c:pt idx="1033">
                  <c:v>0.1</c:v>
                </c:pt>
                <c:pt idx="1034">
                  <c:v>0.1</c:v>
                </c:pt>
                <c:pt idx="1035">
                  <c:v>0.1</c:v>
                </c:pt>
                <c:pt idx="1036">
                  <c:v>0.1</c:v>
                </c:pt>
                <c:pt idx="1037">
                  <c:v>0.1</c:v>
                </c:pt>
                <c:pt idx="1038">
                  <c:v>0.1</c:v>
                </c:pt>
                <c:pt idx="1039">
                  <c:v>0.1</c:v>
                </c:pt>
                <c:pt idx="1040">
                  <c:v>0.1</c:v>
                </c:pt>
                <c:pt idx="1041">
                  <c:v>0.1</c:v>
                </c:pt>
                <c:pt idx="1042">
                  <c:v>0.1</c:v>
                </c:pt>
                <c:pt idx="1043">
                  <c:v>0.1</c:v>
                </c:pt>
                <c:pt idx="1044">
                  <c:v>0.1</c:v>
                </c:pt>
                <c:pt idx="1045">
                  <c:v>0.1</c:v>
                </c:pt>
                <c:pt idx="1046">
                  <c:v>0.1</c:v>
                </c:pt>
                <c:pt idx="1047">
                  <c:v>0.1</c:v>
                </c:pt>
                <c:pt idx="1048">
                  <c:v>0.1</c:v>
                </c:pt>
                <c:pt idx="1049">
                  <c:v>0.1</c:v>
                </c:pt>
                <c:pt idx="1050">
                  <c:v>0.1</c:v>
                </c:pt>
                <c:pt idx="1051">
                  <c:v>0.1</c:v>
                </c:pt>
                <c:pt idx="1052">
                  <c:v>0.1</c:v>
                </c:pt>
                <c:pt idx="1053">
                  <c:v>0.1</c:v>
                </c:pt>
                <c:pt idx="1054">
                  <c:v>0.1</c:v>
                </c:pt>
                <c:pt idx="1055">
                  <c:v>0.1</c:v>
                </c:pt>
                <c:pt idx="1056">
                  <c:v>0.1</c:v>
                </c:pt>
                <c:pt idx="1057">
                  <c:v>0.1</c:v>
                </c:pt>
                <c:pt idx="1058">
                  <c:v>0.1</c:v>
                </c:pt>
                <c:pt idx="1059">
                  <c:v>0.1</c:v>
                </c:pt>
                <c:pt idx="1060">
                  <c:v>0.1</c:v>
                </c:pt>
                <c:pt idx="1061">
                  <c:v>0.1</c:v>
                </c:pt>
                <c:pt idx="1062">
                  <c:v>0.1</c:v>
                </c:pt>
                <c:pt idx="1063">
                  <c:v>0.1</c:v>
                </c:pt>
                <c:pt idx="1064">
                  <c:v>0.1</c:v>
                </c:pt>
                <c:pt idx="1065">
                  <c:v>0.1</c:v>
                </c:pt>
                <c:pt idx="1066">
                  <c:v>0.1</c:v>
                </c:pt>
                <c:pt idx="1067">
                  <c:v>0.1</c:v>
                </c:pt>
                <c:pt idx="1068">
                  <c:v>0.1</c:v>
                </c:pt>
                <c:pt idx="1069">
                  <c:v>0.1</c:v>
                </c:pt>
                <c:pt idx="1070">
                  <c:v>0.1</c:v>
                </c:pt>
                <c:pt idx="1071">
                  <c:v>0.1</c:v>
                </c:pt>
                <c:pt idx="1072">
                  <c:v>0.1</c:v>
                </c:pt>
                <c:pt idx="1073">
                  <c:v>0.1</c:v>
                </c:pt>
                <c:pt idx="1074">
                  <c:v>0.1</c:v>
                </c:pt>
                <c:pt idx="1075">
                  <c:v>0.1</c:v>
                </c:pt>
                <c:pt idx="1076">
                  <c:v>0.1</c:v>
                </c:pt>
                <c:pt idx="1077">
                  <c:v>0.1</c:v>
                </c:pt>
                <c:pt idx="1078">
                  <c:v>0.1</c:v>
                </c:pt>
                <c:pt idx="1079">
                  <c:v>0.1</c:v>
                </c:pt>
                <c:pt idx="1080">
                  <c:v>0.1</c:v>
                </c:pt>
                <c:pt idx="1081">
                  <c:v>0.1</c:v>
                </c:pt>
                <c:pt idx="1082">
                  <c:v>0.1</c:v>
                </c:pt>
                <c:pt idx="1083">
                  <c:v>0.1</c:v>
                </c:pt>
                <c:pt idx="1084">
                  <c:v>0.1</c:v>
                </c:pt>
                <c:pt idx="1085">
                  <c:v>0.1</c:v>
                </c:pt>
                <c:pt idx="1086">
                  <c:v>0.1</c:v>
                </c:pt>
                <c:pt idx="1087">
                  <c:v>0.1</c:v>
                </c:pt>
                <c:pt idx="1088">
                  <c:v>0.1</c:v>
                </c:pt>
                <c:pt idx="1089">
                  <c:v>0.1</c:v>
                </c:pt>
                <c:pt idx="1090">
                  <c:v>0.1</c:v>
                </c:pt>
                <c:pt idx="1091">
                  <c:v>0.1</c:v>
                </c:pt>
                <c:pt idx="1092">
                  <c:v>0.1</c:v>
                </c:pt>
                <c:pt idx="1093">
                  <c:v>0.1</c:v>
                </c:pt>
                <c:pt idx="1094">
                  <c:v>0.1</c:v>
                </c:pt>
                <c:pt idx="1095">
                  <c:v>0.1</c:v>
                </c:pt>
                <c:pt idx="1096">
                  <c:v>0.1</c:v>
                </c:pt>
                <c:pt idx="1097">
                  <c:v>0.1</c:v>
                </c:pt>
                <c:pt idx="1098">
                  <c:v>0.1</c:v>
                </c:pt>
                <c:pt idx="1099">
                  <c:v>0.1</c:v>
                </c:pt>
                <c:pt idx="1100">
                  <c:v>0.1</c:v>
                </c:pt>
                <c:pt idx="1101">
                  <c:v>0.1</c:v>
                </c:pt>
                <c:pt idx="1102">
                  <c:v>0.1</c:v>
                </c:pt>
                <c:pt idx="1103">
                  <c:v>0.1</c:v>
                </c:pt>
                <c:pt idx="1104">
                  <c:v>0.1</c:v>
                </c:pt>
                <c:pt idx="1105">
                  <c:v>0.1</c:v>
                </c:pt>
                <c:pt idx="1106">
                  <c:v>0.1</c:v>
                </c:pt>
                <c:pt idx="1107">
                  <c:v>0.1</c:v>
                </c:pt>
                <c:pt idx="1108">
                  <c:v>0.1</c:v>
                </c:pt>
                <c:pt idx="1109">
                  <c:v>0.1</c:v>
                </c:pt>
                <c:pt idx="1110">
                  <c:v>0.1</c:v>
                </c:pt>
                <c:pt idx="1111">
                  <c:v>0.1</c:v>
                </c:pt>
                <c:pt idx="1112">
                  <c:v>0.1</c:v>
                </c:pt>
                <c:pt idx="1113">
                  <c:v>0.1</c:v>
                </c:pt>
                <c:pt idx="1114">
                  <c:v>0.1</c:v>
                </c:pt>
                <c:pt idx="1115">
                  <c:v>0.1</c:v>
                </c:pt>
                <c:pt idx="1116">
                  <c:v>0.1</c:v>
                </c:pt>
                <c:pt idx="1117">
                  <c:v>0.1</c:v>
                </c:pt>
                <c:pt idx="1118">
                  <c:v>0.1</c:v>
                </c:pt>
                <c:pt idx="1119">
                  <c:v>0.1</c:v>
                </c:pt>
                <c:pt idx="1120">
                  <c:v>0.1</c:v>
                </c:pt>
                <c:pt idx="1121">
                  <c:v>0.1</c:v>
                </c:pt>
                <c:pt idx="1122">
                  <c:v>0.1</c:v>
                </c:pt>
                <c:pt idx="1123">
                  <c:v>0.1</c:v>
                </c:pt>
                <c:pt idx="1124">
                  <c:v>0.1</c:v>
                </c:pt>
                <c:pt idx="1125">
                  <c:v>0.1</c:v>
                </c:pt>
                <c:pt idx="1126">
                  <c:v>0.1</c:v>
                </c:pt>
                <c:pt idx="1127">
                  <c:v>0.1</c:v>
                </c:pt>
                <c:pt idx="1128">
                  <c:v>0.1</c:v>
                </c:pt>
                <c:pt idx="1129">
                  <c:v>0.1</c:v>
                </c:pt>
                <c:pt idx="1130">
                  <c:v>0.1</c:v>
                </c:pt>
                <c:pt idx="1131">
                  <c:v>0.1</c:v>
                </c:pt>
                <c:pt idx="1132">
                  <c:v>0.1</c:v>
                </c:pt>
                <c:pt idx="1133">
                  <c:v>0.1</c:v>
                </c:pt>
                <c:pt idx="1134">
                  <c:v>0.1</c:v>
                </c:pt>
                <c:pt idx="1135">
                  <c:v>0.1</c:v>
                </c:pt>
                <c:pt idx="1136">
                  <c:v>0.1</c:v>
                </c:pt>
                <c:pt idx="1137">
                  <c:v>0.1</c:v>
                </c:pt>
                <c:pt idx="1138">
                  <c:v>0.1</c:v>
                </c:pt>
                <c:pt idx="1139">
                  <c:v>0.1</c:v>
                </c:pt>
                <c:pt idx="1140">
                  <c:v>0.1</c:v>
                </c:pt>
                <c:pt idx="1141">
                  <c:v>0.1</c:v>
                </c:pt>
                <c:pt idx="1142">
                  <c:v>0.1</c:v>
                </c:pt>
                <c:pt idx="1143">
                  <c:v>0.1</c:v>
                </c:pt>
                <c:pt idx="1144">
                  <c:v>0.1</c:v>
                </c:pt>
                <c:pt idx="1145">
                  <c:v>0.1</c:v>
                </c:pt>
                <c:pt idx="1146">
                  <c:v>0.1</c:v>
                </c:pt>
                <c:pt idx="1147">
                  <c:v>0.1</c:v>
                </c:pt>
                <c:pt idx="1148">
                  <c:v>0.1</c:v>
                </c:pt>
                <c:pt idx="1149">
                  <c:v>0.1</c:v>
                </c:pt>
                <c:pt idx="1150">
                  <c:v>0.1</c:v>
                </c:pt>
                <c:pt idx="1151">
                  <c:v>0.1</c:v>
                </c:pt>
                <c:pt idx="1152">
                  <c:v>0.1</c:v>
                </c:pt>
                <c:pt idx="1153">
                  <c:v>0.1</c:v>
                </c:pt>
                <c:pt idx="1154">
                  <c:v>0.1</c:v>
                </c:pt>
                <c:pt idx="1155">
                  <c:v>0.1</c:v>
                </c:pt>
                <c:pt idx="1156">
                  <c:v>0.1</c:v>
                </c:pt>
                <c:pt idx="1157">
                  <c:v>0.1</c:v>
                </c:pt>
                <c:pt idx="1158">
                  <c:v>0.1</c:v>
                </c:pt>
                <c:pt idx="1159">
                  <c:v>0.1</c:v>
                </c:pt>
                <c:pt idx="1160">
                  <c:v>0.1</c:v>
                </c:pt>
                <c:pt idx="1161">
                  <c:v>0.1</c:v>
                </c:pt>
                <c:pt idx="1162">
                  <c:v>0.1</c:v>
                </c:pt>
                <c:pt idx="1163">
                  <c:v>0.1</c:v>
                </c:pt>
                <c:pt idx="1164">
                  <c:v>0.1</c:v>
                </c:pt>
                <c:pt idx="1165">
                  <c:v>0.1</c:v>
                </c:pt>
                <c:pt idx="1166">
                  <c:v>0.1</c:v>
                </c:pt>
                <c:pt idx="1167">
                  <c:v>0.1</c:v>
                </c:pt>
                <c:pt idx="1168">
                  <c:v>0.1</c:v>
                </c:pt>
                <c:pt idx="1169">
                  <c:v>0.1</c:v>
                </c:pt>
                <c:pt idx="1170">
                  <c:v>0.1</c:v>
                </c:pt>
                <c:pt idx="1171">
                  <c:v>0.1</c:v>
                </c:pt>
                <c:pt idx="1172">
                  <c:v>0.1</c:v>
                </c:pt>
                <c:pt idx="1173">
                  <c:v>0.1</c:v>
                </c:pt>
                <c:pt idx="1174">
                  <c:v>0.1</c:v>
                </c:pt>
                <c:pt idx="1175">
                  <c:v>0.1</c:v>
                </c:pt>
                <c:pt idx="1176">
                  <c:v>0.1</c:v>
                </c:pt>
                <c:pt idx="1177">
                  <c:v>0.1</c:v>
                </c:pt>
                <c:pt idx="1178">
                  <c:v>0.1</c:v>
                </c:pt>
                <c:pt idx="1179">
                  <c:v>0.1</c:v>
                </c:pt>
                <c:pt idx="1180">
                  <c:v>0.1</c:v>
                </c:pt>
                <c:pt idx="1181">
                  <c:v>0.1</c:v>
                </c:pt>
                <c:pt idx="1182">
                  <c:v>0.1</c:v>
                </c:pt>
                <c:pt idx="1183">
                  <c:v>0.1</c:v>
                </c:pt>
                <c:pt idx="1184">
                  <c:v>0.1</c:v>
                </c:pt>
                <c:pt idx="1185">
                  <c:v>0.1</c:v>
                </c:pt>
                <c:pt idx="1186">
                  <c:v>0.1</c:v>
                </c:pt>
                <c:pt idx="1187">
                  <c:v>0.1</c:v>
                </c:pt>
                <c:pt idx="1188">
                  <c:v>0.1</c:v>
                </c:pt>
                <c:pt idx="1189">
                  <c:v>0.1</c:v>
                </c:pt>
                <c:pt idx="1190">
                  <c:v>0.1</c:v>
                </c:pt>
                <c:pt idx="1191">
                  <c:v>0.1</c:v>
                </c:pt>
                <c:pt idx="1192">
                  <c:v>0.1</c:v>
                </c:pt>
                <c:pt idx="1193">
                  <c:v>0.1</c:v>
                </c:pt>
                <c:pt idx="1194">
                  <c:v>0.1</c:v>
                </c:pt>
                <c:pt idx="1195">
                  <c:v>0.1</c:v>
                </c:pt>
                <c:pt idx="1196">
                  <c:v>0.1</c:v>
                </c:pt>
                <c:pt idx="1197">
                  <c:v>0.1</c:v>
                </c:pt>
                <c:pt idx="1198">
                  <c:v>0.1</c:v>
                </c:pt>
                <c:pt idx="1199">
                  <c:v>0.1</c:v>
                </c:pt>
                <c:pt idx="1200">
                  <c:v>0.1</c:v>
                </c:pt>
                <c:pt idx="1201">
                  <c:v>0.1</c:v>
                </c:pt>
                <c:pt idx="1202">
                  <c:v>0.1</c:v>
                </c:pt>
                <c:pt idx="1203">
                  <c:v>0.1</c:v>
                </c:pt>
                <c:pt idx="1204">
                  <c:v>0.1</c:v>
                </c:pt>
                <c:pt idx="1205">
                  <c:v>0.1</c:v>
                </c:pt>
                <c:pt idx="1206">
                  <c:v>0.1</c:v>
                </c:pt>
                <c:pt idx="1207">
                  <c:v>0.1</c:v>
                </c:pt>
                <c:pt idx="1208">
                  <c:v>0.1</c:v>
                </c:pt>
                <c:pt idx="1209">
                  <c:v>0.1</c:v>
                </c:pt>
                <c:pt idx="1210">
                  <c:v>0.1</c:v>
                </c:pt>
                <c:pt idx="1211">
                  <c:v>0.1</c:v>
                </c:pt>
                <c:pt idx="1212">
                  <c:v>0.1</c:v>
                </c:pt>
                <c:pt idx="1213">
                  <c:v>0.1</c:v>
                </c:pt>
                <c:pt idx="1214">
                  <c:v>0.1</c:v>
                </c:pt>
                <c:pt idx="1215">
                  <c:v>0.1</c:v>
                </c:pt>
                <c:pt idx="1216">
                  <c:v>0.1</c:v>
                </c:pt>
                <c:pt idx="1217">
                  <c:v>0.1</c:v>
                </c:pt>
                <c:pt idx="1218">
                  <c:v>0.1</c:v>
                </c:pt>
                <c:pt idx="1219">
                  <c:v>0.1</c:v>
                </c:pt>
                <c:pt idx="1220">
                  <c:v>0.1</c:v>
                </c:pt>
                <c:pt idx="1221">
                  <c:v>0.1</c:v>
                </c:pt>
                <c:pt idx="1222">
                  <c:v>0.1</c:v>
                </c:pt>
                <c:pt idx="1223">
                  <c:v>0.1</c:v>
                </c:pt>
                <c:pt idx="1224">
                  <c:v>0.1</c:v>
                </c:pt>
                <c:pt idx="1225">
                  <c:v>0.1</c:v>
                </c:pt>
                <c:pt idx="1226">
                  <c:v>0.1</c:v>
                </c:pt>
                <c:pt idx="1227">
                  <c:v>0.1</c:v>
                </c:pt>
                <c:pt idx="1228">
                  <c:v>0.1</c:v>
                </c:pt>
                <c:pt idx="1229">
                  <c:v>0.1</c:v>
                </c:pt>
                <c:pt idx="1230">
                  <c:v>0.1</c:v>
                </c:pt>
                <c:pt idx="1231">
                  <c:v>0.1</c:v>
                </c:pt>
                <c:pt idx="1232">
                  <c:v>0.1</c:v>
                </c:pt>
                <c:pt idx="1233">
                  <c:v>0.1</c:v>
                </c:pt>
                <c:pt idx="1234">
                  <c:v>0.1</c:v>
                </c:pt>
                <c:pt idx="1235">
                  <c:v>0.1</c:v>
                </c:pt>
                <c:pt idx="1236">
                  <c:v>0.1</c:v>
                </c:pt>
                <c:pt idx="1237">
                  <c:v>0.1</c:v>
                </c:pt>
                <c:pt idx="1238">
                  <c:v>0.1</c:v>
                </c:pt>
                <c:pt idx="1239">
                  <c:v>0.1</c:v>
                </c:pt>
                <c:pt idx="1240">
                  <c:v>0.1</c:v>
                </c:pt>
                <c:pt idx="1241">
                  <c:v>0.1</c:v>
                </c:pt>
                <c:pt idx="1242">
                  <c:v>0.1</c:v>
                </c:pt>
                <c:pt idx="1243">
                  <c:v>0.1</c:v>
                </c:pt>
                <c:pt idx="1244">
                  <c:v>0.1</c:v>
                </c:pt>
                <c:pt idx="1245">
                  <c:v>0.1</c:v>
                </c:pt>
                <c:pt idx="1246">
                  <c:v>0.1</c:v>
                </c:pt>
                <c:pt idx="1247">
                  <c:v>0.1</c:v>
                </c:pt>
                <c:pt idx="1248">
                  <c:v>0.1</c:v>
                </c:pt>
                <c:pt idx="1249">
                  <c:v>0.1</c:v>
                </c:pt>
                <c:pt idx="1250">
                  <c:v>0.1</c:v>
                </c:pt>
                <c:pt idx="1251">
                  <c:v>0.1</c:v>
                </c:pt>
                <c:pt idx="1252">
                  <c:v>0.1</c:v>
                </c:pt>
                <c:pt idx="1253">
                  <c:v>0.1</c:v>
                </c:pt>
                <c:pt idx="1254">
                  <c:v>0.1</c:v>
                </c:pt>
                <c:pt idx="1255">
                  <c:v>0.1</c:v>
                </c:pt>
                <c:pt idx="1256">
                  <c:v>0.1</c:v>
                </c:pt>
                <c:pt idx="1257">
                  <c:v>0.1</c:v>
                </c:pt>
                <c:pt idx="1258">
                  <c:v>0.1</c:v>
                </c:pt>
                <c:pt idx="1259">
                  <c:v>0.1</c:v>
                </c:pt>
                <c:pt idx="1260">
                  <c:v>0.1</c:v>
                </c:pt>
                <c:pt idx="1261">
                  <c:v>0.1</c:v>
                </c:pt>
                <c:pt idx="1262">
                  <c:v>0.1</c:v>
                </c:pt>
                <c:pt idx="1263">
                  <c:v>0.1</c:v>
                </c:pt>
                <c:pt idx="1264">
                  <c:v>0.1</c:v>
                </c:pt>
                <c:pt idx="1265">
                  <c:v>0.1</c:v>
                </c:pt>
                <c:pt idx="1266">
                  <c:v>0.1</c:v>
                </c:pt>
                <c:pt idx="1267">
                  <c:v>0.1</c:v>
                </c:pt>
                <c:pt idx="1268">
                  <c:v>0.1</c:v>
                </c:pt>
                <c:pt idx="1269">
                  <c:v>0.1</c:v>
                </c:pt>
                <c:pt idx="1270">
                  <c:v>0.1</c:v>
                </c:pt>
                <c:pt idx="1271">
                  <c:v>0.1</c:v>
                </c:pt>
                <c:pt idx="1272">
                  <c:v>0.1</c:v>
                </c:pt>
                <c:pt idx="1273">
                  <c:v>0.1</c:v>
                </c:pt>
                <c:pt idx="1274">
                  <c:v>0.1</c:v>
                </c:pt>
                <c:pt idx="1275">
                  <c:v>0.1</c:v>
                </c:pt>
                <c:pt idx="1276">
                  <c:v>0.1</c:v>
                </c:pt>
                <c:pt idx="1277">
                  <c:v>0.1</c:v>
                </c:pt>
                <c:pt idx="1278">
                  <c:v>0.1</c:v>
                </c:pt>
                <c:pt idx="1279">
                  <c:v>0.1</c:v>
                </c:pt>
                <c:pt idx="1280">
                  <c:v>0.1</c:v>
                </c:pt>
                <c:pt idx="1281">
                  <c:v>0.1</c:v>
                </c:pt>
                <c:pt idx="1282">
                  <c:v>0.1</c:v>
                </c:pt>
                <c:pt idx="1283">
                  <c:v>0.1</c:v>
                </c:pt>
                <c:pt idx="1284">
                  <c:v>0.1</c:v>
                </c:pt>
                <c:pt idx="1285">
                  <c:v>0.1</c:v>
                </c:pt>
                <c:pt idx="1286">
                  <c:v>0.1</c:v>
                </c:pt>
                <c:pt idx="1287">
                  <c:v>0.1</c:v>
                </c:pt>
                <c:pt idx="1288">
                  <c:v>0.1</c:v>
                </c:pt>
                <c:pt idx="1289">
                  <c:v>0.1</c:v>
                </c:pt>
                <c:pt idx="1290">
                  <c:v>0.1</c:v>
                </c:pt>
                <c:pt idx="1291">
                  <c:v>0.1</c:v>
                </c:pt>
                <c:pt idx="1292">
                  <c:v>0.1</c:v>
                </c:pt>
                <c:pt idx="1293">
                  <c:v>0.1</c:v>
                </c:pt>
                <c:pt idx="1294">
                  <c:v>0.1</c:v>
                </c:pt>
                <c:pt idx="1295">
                  <c:v>0.1</c:v>
                </c:pt>
                <c:pt idx="1296">
                  <c:v>0.1</c:v>
                </c:pt>
                <c:pt idx="1297">
                  <c:v>0.1</c:v>
                </c:pt>
                <c:pt idx="1298">
                  <c:v>0.1</c:v>
                </c:pt>
                <c:pt idx="1299">
                  <c:v>0.1</c:v>
                </c:pt>
                <c:pt idx="1300">
                  <c:v>0.1</c:v>
                </c:pt>
                <c:pt idx="1301">
                  <c:v>0.1</c:v>
                </c:pt>
                <c:pt idx="1302">
                  <c:v>0.1</c:v>
                </c:pt>
                <c:pt idx="1303">
                  <c:v>0.1</c:v>
                </c:pt>
                <c:pt idx="1304">
                  <c:v>0.1</c:v>
                </c:pt>
                <c:pt idx="1305">
                  <c:v>0.1</c:v>
                </c:pt>
                <c:pt idx="1306">
                  <c:v>0.1</c:v>
                </c:pt>
                <c:pt idx="1307">
                  <c:v>0.1</c:v>
                </c:pt>
                <c:pt idx="1308">
                  <c:v>0.1</c:v>
                </c:pt>
                <c:pt idx="1309">
                  <c:v>0.1</c:v>
                </c:pt>
                <c:pt idx="1310">
                  <c:v>0.1</c:v>
                </c:pt>
                <c:pt idx="1311">
                  <c:v>0.1</c:v>
                </c:pt>
                <c:pt idx="1312">
                  <c:v>0.1</c:v>
                </c:pt>
                <c:pt idx="1313">
                  <c:v>0.1</c:v>
                </c:pt>
                <c:pt idx="1314">
                  <c:v>0.1</c:v>
                </c:pt>
                <c:pt idx="1315">
                  <c:v>0.1</c:v>
                </c:pt>
                <c:pt idx="1316">
                  <c:v>0.1</c:v>
                </c:pt>
                <c:pt idx="1317">
                  <c:v>0.1</c:v>
                </c:pt>
                <c:pt idx="1318">
                  <c:v>0.1</c:v>
                </c:pt>
                <c:pt idx="1319">
                  <c:v>0.1</c:v>
                </c:pt>
                <c:pt idx="1320">
                  <c:v>0.1</c:v>
                </c:pt>
                <c:pt idx="1321">
                  <c:v>0.1</c:v>
                </c:pt>
                <c:pt idx="1322">
                  <c:v>0.1</c:v>
                </c:pt>
                <c:pt idx="1323">
                  <c:v>0.1</c:v>
                </c:pt>
                <c:pt idx="1324">
                  <c:v>0.1</c:v>
                </c:pt>
                <c:pt idx="1325">
                  <c:v>0.1</c:v>
                </c:pt>
                <c:pt idx="1326">
                  <c:v>0.1</c:v>
                </c:pt>
                <c:pt idx="1327">
                  <c:v>0.1</c:v>
                </c:pt>
                <c:pt idx="1328">
                  <c:v>0.1</c:v>
                </c:pt>
                <c:pt idx="1329">
                  <c:v>0.1</c:v>
                </c:pt>
                <c:pt idx="1330">
                  <c:v>0.1</c:v>
                </c:pt>
                <c:pt idx="1331">
                  <c:v>0.1</c:v>
                </c:pt>
                <c:pt idx="1332">
                  <c:v>0.1</c:v>
                </c:pt>
                <c:pt idx="1333">
                  <c:v>0.1</c:v>
                </c:pt>
                <c:pt idx="1334">
                  <c:v>0.1</c:v>
                </c:pt>
                <c:pt idx="1335">
                  <c:v>0.1</c:v>
                </c:pt>
                <c:pt idx="1336">
                  <c:v>0.1</c:v>
                </c:pt>
                <c:pt idx="1337">
                  <c:v>0.1</c:v>
                </c:pt>
                <c:pt idx="1338">
                  <c:v>0.1</c:v>
                </c:pt>
                <c:pt idx="1339">
                  <c:v>0.1</c:v>
                </c:pt>
                <c:pt idx="1340">
                  <c:v>0.1</c:v>
                </c:pt>
                <c:pt idx="1341">
                  <c:v>0.1</c:v>
                </c:pt>
                <c:pt idx="1342">
                  <c:v>0.1</c:v>
                </c:pt>
                <c:pt idx="1343">
                  <c:v>0.1</c:v>
                </c:pt>
                <c:pt idx="1344">
                  <c:v>0.1</c:v>
                </c:pt>
                <c:pt idx="1345">
                  <c:v>0.1</c:v>
                </c:pt>
                <c:pt idx="1346">
                  <c:v>0.1</c:v>
                </c:pt>
                <c:pt idx="1347">
                  <c:v>0.1</c:v>
                </c:pt>
                <c:pt idx="1348">
                  <c:v>0.1</c:v>
                </c:pt>
                <c:pt idx="1349">
                  <c:v>0.1</c:v>
                </c:pt>
                <c:pt idx="1350">
                  <c:v>0.1</c:v>
                </c:pt>
                <c:pt idx="1351">
                  <c:v>0.1</c:v>
                </c:pt>
                <c:pt idx="1352">
                  <c:v>0.1</c:v>
                </c:pt>
                <c:pt idx="1353">
                  <c:v>0.1</c:v>
                </c:pt>
                <c:pt idx="1354">
                  <c:v>0.1</c:v>
                </c:pt>
                <c:pt idx="1355">
                  <c:v>0.1</c:v>
                </c:pt>
                <c:pt idx="1356">
                  <c:v>0.1</c:v>
                </c:pt>
                <c:pt idx="1357">
                  <c:v>0.1</c:v>
                </c:pt>
                <c:pt idx="1358">
                  <c:v>0.1</c:v>
                </c:pt>
                <c:pt idx="1359">
                  <c:v>0.1</c:v>
                </c:pt>
                <c:pt idx="1360">
                  <c:v>0.1</c:v>
                </c:pt>
                <c:pt idx="1361">
                  <c:v>0.1</c:v>
                </c:pt>
                <c:pt idx="1362">
                  <c:v>0.1</c:v>
                </c:pt>
                <c:pt idx="1363">
                  <c:v>0.1</c:v>
                </c:pt>
                <c:pt idx="1364">
                  <c:v>0.1</c:v>
                </c:pt>
                <c:pt idx="1365">
                  <c:v>0.1</c:v>
                </c:pt>
                <c:pt idx="1366">
                  <c:v>0.1</c:v>
                </c:pt>
                <c:pt idx="1367">
                  <c:v>0.1</c:v>
                </c:pt>
                <c:pt idx="1368">
                  <c:v>0.1</c:v>
                </c:pt>
                <c:pt idx="1369">
                  <c:v>0.1</c:v>
                </c:pt>
                <c:pt idx="1370">
                  <c:v>0.1</c:v>
                </c:pt>
                <c:pt idx="1371">
                  <c:v>0.1</c:v>
                </c:pt>
                <c:pt idx="1372">
                  <c:v>0.1</c:v>
                </c:pt>
                <c:pt idx="1373">
                  <c:v>0.1</c:v>
                </c:pt>
                <c:pt idx="1374">
                  <c:v>0.1</c:v>
                </c:pt>
                <c:pt idx="1375">
                  <c:v>0.1</c:v>
                </c:pt>
                <c:pt idx="1376">
                  <c:v>0.1</c:v>
                </c:pt>
                <c:pt idx="1377">
                  <c:v>0.1</c:v>
                </c:pt>
                <c:pt idx="1378">
                  <c:v>0.1</c:v>
                </c:pt>
                <c:pt idx="1379">
                  <c:v>0.1</c:v>
                </c:pt>
                <c:pt idx="1380">
                  <c:v>0.1</c:v>
                </c:pt>
                <c:pt idx="1381">
                  <c:v>0.1</c:v>
                </c:pt>
                <c:pt idx="1382">
                  <c:v>0.1</c:v>
                </c:pt>
                <c:pt idx="1383">
                  <c:v>0.1</c:v>
                </c:pt>
                <c:pt idx="1384">
                  <c:v>0.1</c:v>
                </c:pt>
                <c:pt idx="1385">
                  <c:v>0.1</c:v>
                </c:pt>
                <c:pt idx="1386">
                  <c:v>0.1</c:v>
                </c:pt>
                <c:pt idx="1387">
                  <c:v>0.1</c:v>
                </c:pt>
                <c:pt idx="1388">
                  <c:v>0.1</c:v>
                </c:pt>
                <c:pt idx="1389">
                  <c:v>0.1</c:v>
                </c:pt>
                <c:pt idx="1390">
                  <c:v>0.1</c:v>
                </c:pt>
                <c:pt idx="1391">
                  <c:v>0.1</c:v>
                </c:pt>
                <c:pt idx="1392">
                  <c:v>0.1</c:v>
                </c:pt>
                <c:pt idx="1393">
                  <c:v>0.1</c:v>
                </c:pt>
                <c:pt idx="1394">
                  <c:v>0.1</c:v>
                </c:pt>
                <c:pt idx="1395">
                  <c:v>0.1</c:v>
                </c:pt>
                <c:pt idx="1396">
                  <c:v>0.1</c:v>
                </c:pt>
                <c:pt idx="1397">
                  <c:v>0.1</c:v>
                </c:pt>
                <c:pt idx="1398">
                  <c:v>0.1</c:v>
                </c:pt>
                <c:pt idx="1399">
                  <c:v>0.1</c:v>
                </c:pt>
                <c:pt idx="1400">
                  <c:v>0.1</c:v>
                </c:pt>
                <c:pt idx="1401">
                  <c:v>0.1</c:v>
                </c:pt>
                <c:pt idx="1402">
                  <c:v>0.1</c:v>
                </c:pt>
                <c:pt idx="1403">
                  <c:v>0.1</c:v>
                </c:pt>
                <c:pt idx="1404">
                  <c:v>0.1</c:v>
                </c:pt>
                <c:pt idx="1405">
                  <c:v>0.1</c:v>
                </c:pt>
                <c:pt idx="1406">
                  <c:v>0.1</c:v>
                </c:pt>
                <c:pt idx="1407">
                  <c:v>0.1</c:v>
                </c:pt>
                <c:pt idx="1408">
                  <c:v>0.1</c:v>
                </c:pt>
                <c:pt idx="1409">
                  <c:v>0.1</c:v>
                </c:pt>
                <c:pt idx="1410">
                  <c:v>0.1</c:v>
                </c:pt>
                <c:pt idx="1411">
                  <c:v>0.1</c:v>
                </c:pt>
                <c:pt idx="1412">
                  <c:v>0.1</c:v>
                </c:pt>
                <c:pt idx="1413">
                  <c:v>0.1</c:v>
                </c:pt>
                <c:pt idx="1414">
                  <c:v>0.1</c:v>
                </c:pt>
                <c:pt idx="1415">
                  <c:v>0.1</c:v>
                </c:pt>
                <c:pt idx="1416">
                  <c:v>0.1</c:v>
                </c:pt>
                <c:pt idx="1417">
                  <c:v>0.1</c:v>
                </c:pt>
                <c:pt idx="1418">
                  <c:v>0.1</c:v>
                </c:pt>
                <c:pt idx="1419">
                  <c:v>0.1</c:v>
                </c:pt>
                <c:pt idx="1420">
                  <c:v>0.1</c:v>
                </c:pt>
                <c:pt idx="1421">
                  <c:v>0.1</c:v>
                </c:pt>
                <c:pt idx="1422">
                  <c:v>0.1</c:v>
                </c:pt>
                <c:pt idx="1423">
                  <c:v>0.1</c:v>
                </c:pt>
                <c:pt idx="1424">
                  <c:v>0.1</c:v>
                </c:pt>
                <c:pt idx="1425">
                  <c:v>0.1</c:v>
                </c:pt>
                <c:pt idx="1426">
                  <c:v>0.1</c:v>
                </c:pt>
                <c:pt idx="1427">
                  <c:v>0.1</c:v>
                </c:pt>
                <c:pt idx="1428">
                  <c:v>0.1</c:v>
                </c:pt>
                <c:pt idx="1429">
                  <c:v>0.1</c:v>
                </c:pt>
                <c:pt idx="1430">
                  <c:v>0.1</c:v>
                </c:pt>
                <c:pt idx="1431">
                  <c:v>0.1</c:v>
                </c:pt>
                <c:pt idx="1432">
                  <c:v>0.1</c:v>
                </c:pt>
                <c:pt idx="1433">
                  <c:v>0.1</c:v>
                </c:pt>
                <c:pt idx="1434">
                  <c:v>0.1</c:v>
                </c:pt>
                <c:pt idx="1435">
                  <c:v>0.1</c:v>
                </c:pt>
                <c:pt idx="1436">
                  <c:v>0.1</c:v>
                </c:pt>
                <c:pt idx="1437">
                  <c:v>0.1</c:v>
                </c:pt>
                <c:pt idx="1438">
                  <c:v>0.1</c:v>
                </c:pt>
                <c:pt idx="1439">
                  <c:v>0.1</c:v>
                </c:pt>
                <c:pt idx="1440">
                  <c:v>0.1</c:v>
                </c:pt>
                <c:pt idx="1441">
                  <c:v>0.1</c:v>
                </c:pt>
                <c:pt idx="1442">
                  <c:v>0.1</c:v>
                </c:pt>
                <c:pt idx="1443">
                  <c:v>0.1</c:v>
                </c:pt>
                <c:pt idx="1444">
                  <c:v>0.1</c:v>
                </c:pt>
                <c:pt idx="1445">
                  <c:v>0.1</c:v>
                </c:pt>
                <c:pt idx="1446">
                  <c:v>0.1</c:v>
                </c:pt>
                <c:pt idx="1447">
                  <c:v>0.1</c:v>
                </c:pt>
                <c:pt idx="1448">
                  <c:v>0.1</c:v>
                </c:pt>
                <c:pt idx="1449">
                  <c:v>0.1</c:v>
                </c:pt>
                <c:pt idx="1450">
                  <c:v>0.1</c:v>
                </c:pt>
                <c:pt idx="1451">
                  <c:v>0.1</c:v>
                </c:pt>
                <c:pt idx="1452">
                  <c:v>0.1</c:v>
                </c:pt>
                <c:pt idx="1453">
                  <c:v>0.1</c:v>
                </c:pt>
                <c:pt idx="1454">
                  <c:v>0.1</c:v>
                </c:pt>
                <c:pt idx="1455">
                  <c:v>0.1</c:v>
                </c:pt>
                <c:pt idx="1456">
                  <c:v>0.1</c:v>
                </c:pt>
                <c:pt idx="1457">
                  <c:v>0.1</c:v>
                </c:pt>
                <c:pt idx="1458">
                  <c:v>0.1</c:v>
                </c:pt>
                <c:pt idx="1459">
                  <c:v>0.1</c:v>
                </c:pt>
                <c:pt idx="1460">
                  <c:v>0.1</c:v>
                </c:pt>
                <c:pt idx="1461">
                  <c:v>0.1</c:v>
                </c:pt>
                <c:pt idx="1462">
                  <c:v>0.1</c:v>
                </c:pt>
                <c:pt idx="1463">
                  <c:v>0.1</c:v>
                </c:pt>
                <c:pt idx="1464">
                  <c:v>0.1</c:v>
                </c:pt>
                <c:pt idx="1465">
                  <c:v>0.1</c:v>
                </c:pt>
                <c:pt idx="1466">
                  <c:v>0.1</c:v>
                </c:pt>
                <c:pt idx="1467">
                  <c:v>0.1</c:v>
                </c:pt>
                <c:pt idx="1468">
                  <c:v>0.1</c:v>
                </c:pt>
                <c:pt idx="1469">
                  <c:v>0.1</c:v>
                </c:pt>
                <c:pt idx="1470">
                  <c:v>0.1</c:v>
                </c:pt>
                <c:pt idx="1471">
                  <c:v>0.1</c:v>
                </c:pt>
                <c:pt idx="1472">
                  <c:v>0.1</c:v>
                </c:pt>
                <c:pt idx="1473">
                  <c:v>0.1</c:v>
                </c:pt>
                <c:pt idx="1474">
                  <c:v>0.1</c:v>
                </c:pt>
                <c:pt idx="1475">
                  <c:v>0.1</c:v>
                </c:pt>
                <c:pt idx="1476">
                  <c:v>0.1</c:v>
                </c:pt>
                <c:pt idx="1477">
                  <c:v>0.1</c:v>
                </c:pt>
                <c:pt idx="1478">
                  <c:v>0.1</c:v>
                </c:pt>
                <c:pt idx="1479">
                  <c:v>0.1</c:v>
                </c:pt>
                <c:pt idx="1480">
                  <c:v>0.1</c:v>
                </c:pt>
                <c:pt idx="1481">
                  <c:v>0.1</c:v>
                </c:pt>
                <c:pt idx="1482">
                  <c:v>0.1</c:v>
                </c:pt>
                <c:pt idx="1483">
                  <c:v>0.1</c:v>
                </c:pt>
                <c:pt idx="1484">
                  <c:v>0.1</c:v>
                </c:pt>
                <c:pt idx="1485">
                  <c:v>0.1</c:v>
                </c:pt>
                <c:pt idx="1486">
                  <c:v>0.1</c:v>
                </c:pt>
                <c:pt idx="1487">
                  <c:v>0.1</c:v>
                </c:pt>
                <c:pt idx="1488">
                  <c:v>0.1</c:v>
                </c:pt>
                <c:pt idx="1489">
                  <c:v>0.1</c:v>
                </c:pt>
                <c:pt idx="1490">
                  <c:v>0.1</c:v>
                </c:pt>
                <c:pt idx="1491">
                  <c:v>0.1</c:v>
                </c:pt>
                <c:pt idx="1492">
                  <c:v>0.1</c:v>
                </c:pt>
                <c:pt idx="1493">
                  <c:v>0.1</c:v>
                </c:pt>
                <c:pt idx="1494">
                  <c:v>0.1</c:v>
                </c:pt>
                <c:pt idx="1495">
                  <c:v>0.1</c:v>
                </c:pt>
                <c:pt idx="1496">
                  <c:v>0.1</c:v>
                </c:pt>
                <c:pt idx="1497">
                  <c:v>0.1</c:v>
                </c:pt>
                <c:pt idx="1498">
                  <c:v>0.1</c:v>
                </c:pt>
                <c:pt idx="1499">
                  <c:v>0.1</c:v>
                </c:pt>
                <c:pt idx="1500">
                  <c:v>0.1</c:v>
                </c:pt>
                <c:pt idx="1501">
                  <c:v>0.1</c:v>
                </c:pt>
                <c:pt idx="1502">
                  <c:v>0.1</c:v>
                </c:pt>
                <c:pt idx="1503">
                  <c:v>0.1</c:v>
                </c:pt>
                <c:pt idx="1504">
                  <c:v>0.1</c:v>
                </c:pt>
                <c:pt idx="1505">
                  <c:v>0.1</c:v>
                </c:pt>
                <c:pt idx="1506">
                  <c:v>0.1</c:v>
                </c:pt>
                <c:pt idx="1507">
                  <c:v>0.1</c:v>
                </c:pt>
                <c:pt idx="1508">
                  <c:v>0.1</c:v>
                </c:pt>
                <c:pt idx="1509">
                  <c:v>0.1</c:v>
                </c:pt>
                <c:pt idx="1510">
                  <c:v>0.1</c:v>
                </c:pt>
                <c:pt idx="1511">
                  <c:v>0.1</c:v>
                </c:pt>
                <c:pt idx="1512">
                  <c:v>0.1</c:v>
                </c:pt>
                <c:pt idx="1513">
                  <c:v>0.1</c:v>
                </c:pt>
                <c:pt idx="1514">
                  <c:v>0.1</c:v>
                </c:pt>
                <c:pt idx="1515">
                  <c:v>0.1</c:v>
                </c:pt>
                <c:pt idx="1516">
                  <c:v>0.1</c:v>
                </c:pt>
                <c:pt idx="1517">
                  <c:v>0.1</c:v>
                </c:pt>
                <c:pt idx="1518">
                  <c:v>0.1</c:v>
                </c:pt>
                <c:pt idx="1519">
                  <c:v>0.1</c:v>
                </c:pt>
                <c:pt idx="1520">
                  <c:v>0.1</c:v>
                </c:pt>
                <c:pt idx="1521">
                  <c:v>0.1</c:v>
                </c:pt>
                <c:pt idx="1522">
                  <c:v>0.1</c:v>
                </c:pt>
                <c:pt idx="1523">
                  <c:v>0.1</c:v>
                </c:pt>
                <c:pt idx="1524">
                  <c:v>0.1</c:v>
                </c:pt>
                <c:pt idx="1525">
                  <c:v>0.1</c:v>
                </c:pt>
                <c:pt idx="1526">
                  <c:v>0.1</c:v>
                </c:pt>
                <c:pt idx="1527">
                  <c:v>0.1</c:v>
                </c:pt>
                <c:pt idx="1528">
                  <c:v>0.1</c:v>
                </c:pt>
                <c:pt idx="1529">
                  <c:v>0.1</c:v>
                </c:pt>
                <c:pt idx="1530">
                  <c:v>0.1</c:v>
                </c:pt>
                <c:pt idx="1531">
                  <c:v>0.1</c:v>
                </c:pt>
                <c:pt idx="1532">
                  <c:v>0.1</c:v>
                </c:pt>
                <c:pt idx="1533">
                  <c:v>0.1</c:v>
                </c:pt>
                <c:pt idx="1534">
                  <c:v>0.1</c:v>
                </c:pt>
                <c:pt idx="1535">
                  <c:v>0.1</c:v>
                </c:pt>
                <c:pt idx="1536">
                  <c:v>0.1</c:v>
                </c:pt>
                <c:pt idx="1537">
                  <c:v>0.1</c:v>
                </c:pt>
                <c:pt idx="1538">
                  <c:v>0.1</c:v>
                </c:pt>
                <c:pt idx="1539">
                  <c:v>0.1</c:v>
                </c:pt>
                <c:pt idx="1540">
                  <c:v>0.1</c:v>
                </c:pt>
                <c:pt idx="1541">
                  <c:v>0.1</c:v>
                </c:pt>
                <c:pt idx="1542">
                  <c:v>0.1</c:v>
                </c:pt>
                <c:pt idx="1543">
                  <c:v>0.1</c:v>
                </c:pt>
                <c:pt idx="1544">
                  <c:v>0.1</c:v>
                </c:pt>
                <c:pt idx="1545">
                  <c:v>0.1</c:v>
                </c:pt>
                <c:pt idx="1546">
                  <c:v>0.1</c:v>
                </c:pt>
                <c:pt idx="1547">
                  <c:v>0.1</c:v>
                </c:pt>
                <c:pt idx="1548">
                  <c:v>0.1</c:v>
                </c:pt>
                <c:pt idx="1549">
                  <c:v>0.1</c:v>
                </c:pt>
                <c:pt idx="1550">
                  <c:v>0.1</c:v>
                </c:pt>
                <c:pt idx="1551">
                  <c:v>0.1</c:v>
                </c:pt>
                <c:pt idx="1552">
                  <c:v>0.1</c:v>
                </c:pt>
                <c:pt idx="1553">
                  <c:v>0.1</c:v>
                </c:pt>
                <c:pt idx="1554">
                  <c:v>0.1</c:v>
                </c:pt>
                <c:pt idx="1555">
                  <c:v>0.1</c:v>
                </c:pt>
                <c:pt idx="1556">
                  <c:v>0.1</c:v>
                </c:pt>
                <c:pt idx="1557">
                  <c:v>0.1</c:v>
                </c:pt>
                <c:pt idx="1558">
                  <c:v>0.1</c:v>
                </c:pt>
                <c:pt idx="1559">
                  <c:v>0.1</c:v>
                </c:pt>
                <c:pt idx="1560">
                  <c:v>0.1</c:v>
                </c:pt>
                <c:pt idx="1561">
                  <c:v>0.1</c:v>
                </c:pt>
                <c:pt idx="1562">
                  <c:v>0.1</c:v>
                </c:pt>
                <c:pt idx="1563">
                  <c:v>0.1</c:v>
                </c:pt>
                <c:pt idx="1564">
                  <c:v>0.1</c:v>
                </c:pt>
                <c:pt idx="1565">
                  <c:v>0.1</c:v>
                </c:pt>
                <c:pt idx="1566">
                  <c:v>0.1</c:v>
                </c:pt>
                <c:pt idx="1567">
                  <c:v>0.1</c:v>
                </c:pt>
                <c:pt idx="1568">
                  <c:v>0.1</c:v>
                </c:pt>
                <c:pt idx="1569">
                  <c:v>0.1</c:v>
                </c:pt>
                <c:pt idx="1570">
                  <c:v>0.1</c:v>
                </c:pt>
                <c:pt idx="1571">
                  <c:v>0.1</c:v>
                </c:pt>
                <c:pt idx="1572">
                  <c:v>0.1</c:v>
                </c:pt>
                <c:pt idx="1573">
                  <c:v>0.1</c:v>
                </c:pt>
                <c:pt idx="1574">
                  <c:v>0.1</c:v>
                </c:pt>
                <c:pt idx="1575">
                  <c:v>0.1</c:v>
                </c:pt>
                <c:pt idx="1576">
                  <c:v>0.1</c:v>
                </c:pt>
                <c:pt idx="1577">
                  <c:v>0.1</c:v>
                </c:pt>
                <c:pt idx="1578">
                  <c:v>0.1</c:v>
                </c:pt>
                <c:pt idx="1579">
                  <c:v>0.1</c:v>
                </c:pt>
                <c:pt idx="1580">
                  <c:v>0.1</c:v>
                </c:pt>
                <c:pt idx="1581">
                  <c:v>0.1</c:v>
                </c:pt>
                <c:pt idx="1582">
                  <c:v>0.1</c:v>
                </c:pt>
                <c:pt idx="1583">
                  <c:v>0.1</c:v>
                </c:pt>
                <c:pt idx="1584">
                  <c:v>0.1</c:v>
                </c:pt>
                <c:pt idx="1585">
                  <c:v>0.1</c:v>
                </c:pt>
                <c:pt idx="1586">
                  <c:v>0.1</c:v>
                </c:pt>
                <c:pt idx="1587">
                  <c:v>0.1</c:v>
                </c:pt>
                <c:pt idx="1588">
                  <c:v>0.1</c:v>
                </c:pt>
                <c:pt idx="1589">
                  <c:v>0.1</c:v>
                </c:pt>
                <c:pt idx="1590">
                  <c:v>0.1</c:v>
                </c:pt>
                <c:pt idx="1591">
                  <c:v>0.1</c:v>
                </c:pt>
                <c:pt idx="1592">
                  <c:v>0.1</c:v>
                </c:pt>
                <c:pt idx="1593">
                  <c:v>0.1</c:v>
                </c:pt>
                <c:pt idx="1594">
                  <c:v>0.1</c:v>
                </c:pt>
                <c:pt idx="1595">
                  <c:v>0.1</c:v>
                </c:pt>
                <c:pt idx="1596">
                  <c:v>0.1</c:v>
                </c:pt>
                <c:pt idx="1597">
                  <c:v>0.1</c:v>
                </c:pt>
                <c:pt idx="1598">
                  <c:v>0.1</c:v>
                </c:pt>
                <c:pt idx="1599">
                  <c:v>0.1</c:v>
                </c:pt>
                <c:pt idx="1600">
                  <c:v>0.1</c:v>
                </c:pt>
                <c:pt idx="1601">
                  <c:v>0.1</c:v>
                </c:pt>
                <c:pt idx="1602">
                  <c:v>0.1</c:v>
                </c:pt>
                <c:pt idx="1603">
                  <c:v>0.1</c:v>
                </c:pt>
                <c:pt idx="1604">
                  <c:v>0.1</c:v>
                </c:pt>
                <c:pt idx="1605">
                  <c:v>0.1</c:v>
                </c:pt>
                <c:pt idx="1606">
                  <c:v>0.1</c:v>
                </c:pt>
                <c:pt idx="1607">
                  <c:v>0.1</c:v>
                </c:pt>
                <c:pt idx="1608">
                  <c:v>0.1</c:v>
                </c:pt>
                <c:pt idx="1609">
                  <c:v>0.1</c:v>
                </c:pt>
                <c:pt idx="1610">
                  <c:v>0.1</c:v>
                </c:pt>
                <c:pt idx="1611">
                  <c:v>0.1</c:v>
                </c:pt>
                <c:pt idx="1612">
                  <c:v>0.1</c:v>
                </c:pt>
                <c:pt idx="1613">
                  <c:v>0.1</c:v>
                </c:pt>
                <c:pt idx="1614">
                  <c:v>0.1</c:v>
                </c:pt>
                <c:pt idx="1615">
                  <c:v>0.1</c:v>
                </c:pt>
                <c:pt idx="1616">
                  <c:v>0.1</c:v>
                </c:pt>
                <c:pt idx="1617">
                  <c:v>0.1</c:v>
                </c:pt>
                <c:pt idx="1618">
                  <c:v>0.1</c:v>
                </c:pt>
                <c:pt idx="1619">
                  <c:v>0.1</c:v>
                </c:pt>
                <c:pt idx="1620">
                  <c:v>0.1</c:v>
                </c:pt>
                <c:pt idx="1621">
                  <c:v>0.1</c:v>
                </c:pt>
                <c:pt idx="1622">
                  <c:v>0.1</c:v>
                </c:pt>
                <c:pt idx="1623">
                  <c:v>0.1</c:v>
                </c:pt>
                <c:pt idx="1624">
                  <c:v>0.1</c:v>
                </c:pt>
                <c:pt idx="1625">
                  <c:v>0.1</c:v>
                </c:pt>
                <c:pt idx="1626">
                  <c:v>0.1</c:v>
                </c:pt>
                <c:pt idx="1627">
                  <c:v>0.1</c:v>
                </c:pt>
                <c:pt idx="1628">
                  <c:v>0.1</c:v>
                </c:pt>
                <c:pt idx="1629">
                  <c:v>0.1</c:v>
                </c:pt>
                <c:pt idx="1630">
                  <c:v>0.1</c:v>
                </c:pt>
                <c:pt idx="1631">
                  <c:v>0.1</c:v>
                </c:pt>
                <c:pt idx="1632">
                  <c:v>0.1</c:v>
                </c:pt>
                <c:pt idx="1633">
                  <c:v>0.1</c:v>
                </c:pt>
                <c:pt idx="1634">
                  <c:v>0.1</c:v>
                </c:pt>
                <c:pt idx="1635">
                  <c:v>0.1</c:v>
                </c:pt>
                <c:pt idx="1636">
                  <c:v>0.1</c:v>
                </c:pt>
                <c:pt idx="1637">
                  <c:v>0.1</c:v>
                </c:pt>
                <c:pt idx="1638">
                  <c:v>0.1</c:v>
                </c:pt>
                <c:pt idx="1639">
                  <c:v>0.1</c:v>
                </c:pt>
                <c:pt idx="1640">
                  <c:v>0.1</c:v>
                </c:pt>
                <c:pt idx="1641">
                  <c:v>0.1</c:v>
                </c:pt>
                <c:pt idx="1642">
                  <c:v>0.1</c:v>
                </c:pt>
                <c:pt idx="1643">
                  <c:v>0.1</c:v>
                </c:pt>
                <c:pt idx="1644">
                  <c:v>0.1</c:v>
                </c:pt>
                <c:pt idx="1645">
                  <c:v>0.1</c:v>
                </c:pt>
                <c:pt idx="1646">
                  <c:v>0.1</c:v>
                </c:pt>
                <c:pt idx="1647">
                  <c:v>0.1</c:v>
                </c:pt>
                <c:pt idx="1648">
                  <c:v>0.1</c:v>
                </c:pt>
                <c:pt idx="1649">
                  <c:v>0.1</c:v>
                </c:pt>
                <c:pt idx="1650">
                  <c:v>0.1</c:v>
                </c:pt>
                <c:pt idx="1651">
                  <c:v>0.1</c:v>
                </c:pt>
                <c:pt idx="1652">
                  <c:v>0.1</c:v>
                </c:pt>
                <c:pt idx="1653">
                  <c:v>0.1</c:v>
                </c:pt>
                <c:pt idx="1654">
                  <c:v>0.1</c:v>
                </c:pt>
                <c:pt idx="1655">
                  <c:v>0.1</c:v>
                </c:pt>
                <c:pt idx="1656">
                  <c:v>0.1</c:v>
                </c:pt>
                <c:pt idx="1657">
                  <c:v>0.1</c:v>
                </c:pt>
                <c:pt idx="1658">
                  <c:v>0.1</c:v>
                </c:pt>
                <c:pt idx="1659">
                  <c:v>0.1</c:v>
                </c:pt>
                <c:pt idx="1660">
                  <c:v>0.1</c:v>
                </c:pt>
                <c:pt idx="1661">
                  <c:v>0.1</c:v>
                </c:pt>
                <c:pt idx="1662">
                  <c:v>0.1</c:v>
                </c:pt>
                <c:pt idx="1663">
                  <c:v>0.1</c:v>
                </c:pt>
                <c:pt idx="1664">
                  <c:v>0.1</c:v>
                </c:pt>
                <c:pt idx="1665">
                  <c:v>0.1</c:v>
                </c:pt>
                <c:pt idx="1666">
                  <c:v>0.1</c:v>
                </c:pt>
                <c:pt idx="1667">
                  <c:v>0.1</c:v>
                </c:pt>
                <c:pt idx="1668">
                  <c:v>0.1</c:v>
                </c:pt>
                <c:pt idx="1669">
                  <c:v>0.1</c:v>
                </c:pt>
                <c:pt idx="1670">
                  <c:v>0.1</c:v>
                </c:pt>
                <c:pt idx="1671">
                  <c:v>0.1</c:v>
                </c:pt>
                <c:pt idx="1672">
                  <c:v>0.1</c:v>
                </c:pt>
                <c:pt idx="1673">
                  <c:v>0.1</c:v>
                </c:pt>
                <c:pt idx="1674">
                  <c:v>0.1</c:v>
                </c:pt>
                <c:pt idx="1675">
                  <c:v>0.1</c:v>
                </c:pt>
                <c:pt idx="1676">
                  <c:v>0.1</c:v>
                </c:pt>
                <c:pt idx="1677">
                  <c:v>0.1</c:v>
                </c:pt>
                <c:pt idx="1678">
                  <c:v>0.1</c:v>
                </c:pt>
                <c:pt idx="1679">
                  <c:v>0.1</c:v>
                </c:pt>
                <c:pt idx="1680">
                  <c:v>0.1</c:v>
                </c:pt>
                <c:pt idx="1681">
                  <c:v>0.1</c:v>
                </c:pt>
                <c:pt idx="1682">
                  <c:v>0.1</c:v>
                </c:pt>
                <c:pt idx="1683">
                  <c:v>0.1</c:v>
                </c:pt>
                <c:pt idx="1684">
                  <c:v>0.1</c:v>
                </c:pt>
                <c:pt idx="1685">
                  <c:v>0.1</c:v>
                </c:pt>
                <c:pt idx="1686">
                  <c:v>0.1</c:v>
                </c:pt>
                <c:pt idx="1687">
                  <c:v>0.1</c:v>
                </c:pt>
                <c:pt idx="1688">
                  <c:v>0.1</c:v>
                </c:pt>
                <c:pt idx="1689">
                  <c:v>0.1</c:v>
                </c:pt>
                <c:pt idx="1690">
                  <c:v>0.1</c:v>
                </c:pt>
                <c:pt idx="1691">
                  <c:v>0.1</c:v>
                </c:pt>
                <c:pt idx="1692">
                  <c:v>0.1</c:v>
                </c:pt>
                <c:pt idx="1693">
                  <c:v>0.1</c:v>
                </c:pt>
                <c:pt idx="1694">
                  <c:v>0.1</c:v>
                </c:pt>
                <c:pt idx="1695">
                  <c:v>0.1</c:v>
                </c:pt>
                <c:pt idx="1696">
                  <c:v>0.1</c:v>
                </c:pt>
                <c:pt idx="1697">
                  <c:v>0.1</c:v>
                </c:pt>
                <c:pt idx="1698">
                  <c:v>0.1</c:v>
                </c:pt>
                <c:pt idx="1699">
                  <c:v>0.1</c:v>
                </c:pt>
                <c:pt idx="1700">
                  <c:v>0.1</c:v>
                </c:pt>
                <c:pt idx="1701">
                  <c:v>0.1</c:v>
                </c:pt>
                <c:pt idx="1702">
                  <c:v>0.1</c:v>
                </c:pt>
                <c:pt idx="1703">
                  <c:v>0.1</c:v>
                </c:pt>
                <c:pt idx="1704">
                  <c:v>0.1</c:v>
                </c:pt>
                <c:pt idx="1705">
                  <c:v>0.1</c:v>
                </c:pt>
                <c:pt idx="1706">
                  <c:v>0.1</c:v>
                </c:pt>
                <c:pt idx="1707">
                  <c:v>0.1</c:v>
                </c:pt>
                <c:pt idx="1708">
                  <c:v>0.1</c:v>
                </c:pt>
                <c:pt idx="1709">
                  <c:v>0.1</c:v>
                </c:pt>
                <c:pt idx="1710">
                  <c:v>0.1</c:v>
                </c:pt>
                <c:pt idx="1711">
                  <c:v>0.1</c:v>
                </c:pt>
                <c:pt idx="1712">
                  <c:v>0.1</c:v>
                </c:pt>
                <c:pt idx="1713">
                  <c:v>0.1</c:v>
                </c:pt>
                <c:pt idx="1714">
                  <c:v>0.1</c:v>
                </c:pt>
                <c:pt idx="1715">
                  <c:v>0.1</c:v>
                </c:pt>
                <c:pt idx="1716">
                  <c:v>0.1</c:v>
                </c:pt>
                <c:pt idx="1717">
                  <c:v>0.1</c:v>
                </c:pt>
                <c:pt idx="1718">
                  <c:v>0.1</c:v>
                </c:pt>
                <c:pt idx="1719">
                  <c:v>0.1</c:v>
                </c:pt>
                <c:pt idx="1720">
                  <c:v>0.1</c:v>
                </c:pt>
                <c:pt idx="1721">
                  <c:v>0.1</c:v>
                </c:pt>
                <c:pt idx="1722">
                  <c:v>0.1</c:v>
                </c:pt>
                <c:pt idx="1723">
                  <c:v>0.1</c:v>
                </c:pt>
                <c:pt idx="1724">
                  <c:v>0.1</c:v>
                </c:pt>
                <c:pt idx="1725">
                  <c:v>0.1</c:v>
                </c:pt>
                <c:pt idx="1726">
                  <c:v>0.1</c:v>
                </c:pt>
                <c:pt idx="1727">
                  <c:v>0.1</c:v>
                </c:pt>
                <c:pt idx="1728">
                  <c:v>0.1</c:v>
                </c:pt>
                <c:pt idx="1729">
                  <c:v>0.1</c:v>
                </c:pt>
                <c:pt idx="1730">
                  <c:v>0.1</c:v>
                </c:pt>
                <c:pt idx="1731">
                  <c:v>0.1</c:v>
                </c:pt>
                <c:pt idx="1732">
                  <c:v>0.1</c:v>
                </c:pt>
                <c:pt idx="1733">
                  <c:v>0.1</c:v>
                </c:pt>
                <c:pt idx="1734">
                  <c:v>0.1</c:v>
                </c:pt>
                <c:pt idx="1735">
                  <c:v>0.1</c:v>
                </c:pt>
                <c:pt idx="1736">
                  <c:v>0.1</c:v>
                </c:pt>
                <c:pt idx="1737">
                  <c:v>0.1</c:v>
                </c:pt>
                <c:pt idx="1738">
                  <c:v>0.1</c:v>
                </c:pt>
                <c:pt idx="1739">
                  <c:v>0.1</c:v>
                </c:pt>
                <c:pt idx="1740">
                  <c:v>0.1</c:v>
                </c:pt>
                <c:pt idx="1741">
                  <c:v>0.1</c:v>
                </c:pt>
                <c:pt idx="1742">
                  <c:v>0.1</c:v>
                </c:pt>
                <c:pt idx="1743">
                  <c:v>0.1</c:v>
                </c:pt>
                <c:pt idx="1744">
                  <c:v>0.1</c:v>
                </c:pt>
                <c:pt idx="1745">
                  <c:v>0.1</c:v>
                </c:pt>
                <c:pt idx="1746">
                  <c:v>0.1</c:v>
                </c:pt>
                <c:pt idx="1747">
                  <c:v>0.1</c:v>
                </c:pt>
                <c:pt idx="1748">
                  <c:v>0.1</c:v>
                </c:pt>
                <c:pt idx="1749">
                  <c:v>0.1</c:v>
                </c:pt>
                <c:pt idx="1750">
                  <c:v>0.1</c:v>
                </c:pt>
                <c:pt idx="1751">
                  <c:v>0.1</c:v>
                </c:pt>
                <c:pt idx="1752">
                  <c:v>0.1</c:v>
                </c:pt>
                <c:pt idx="1753">
                  <c:v>0.1</c:v>
                </c:pt>
                <c:pt idx="1754">
                  <c:v>0.1</c:v>
                </c:pt>
                <c:pt idx="1755">
                  <c:v>0.1</c:v>
                </c:pt>
                <c:pt idx="1756">
                  <c:v>0.1</c:v>
                </c:pt>
                <c:pt idx="1757">
                  <c:v>0.1</c:v>
                </c:pt>
                <c:pt idx="1758">
                  <c:v>0.1</c:v>
                </c:pt>
                <c:pt idx="1759">
                  <c:v>0.1</c:v>
                </c:pt>
                <c:pt idx="1760">
                  <c:v>0.1</c:v>
                </c:pt>
                <c:pt idx="1761">
                  <c:v>0.1</c:v>
                </c:pt>
                <c:pt idx="1762">
                  <c:v>0.1</c:v>
                </c:pt>
                <c:pt idx="1763">
                  <c:v>0.1</c:v>
                </c:pt>
                <c:pt idx="1764">
                  <c:v>0.1</c:v>
                </c:pt>
                <c:pt idx="1765">
                  <c:v>0.1</c:v>
                </c:pt>
                <c:pt idx="1766">
                  <c:v>0.1</c:v>
                </c:pt>
                <c:pt idx="1767">
                  <c:v>0.1</c:v>
                </c:pt>
                <c:pt idx="1768">
                  <c:v>0.1</c:v>
                </c:pt>
                <c:pt idx="1769">
                  <c:v>0.1</c:v>
                </c:pt>
                <c:pt idx="1770">
                  <c:v>0.1</c:v>
                </c:pt>
                <c:pt idx="1771">
                  <c:v>0.1</c:v>
                </c:pt>
                <c:pt idx="1772">
                  <c:v>0.1</c:v>
                </c:pt>
                <c:pt idx="1773">
                  <c:v>0.1</c:v>
                </c:pt>
                <c:pt idx="1774">
                  <c:v>0.1</c:v>
                </c:pt>
                <c:pt idx="1775">
                  <c:v>0.1</c:v>
                </c:pt>
                <c:pt idx="1776">
                  <c:v>0.1</c:v>
                </c:pt>
                <c:pt idx="1777">
                  <c:v>0.1</c:v>
                </c:pt>
                <c:pt idx="1778">
                  <c:v>0.1</c:v>
                </c:pt>
                <c:pt idx="1779">
                  <c:v>0.1</c:v>
                </c:pt>
                <c:pt idx="1780">
                  <c:v>0.1</c:v>
                </c:pt>
                <c:pt idx="1781">
                  <c:v>0.1</c:v>
                </c:pt>
                <c:pt idx="1782">
                  <c:v>0.1</c:v>
                </c:pt>
                <c:pt idx="1783">
                  <c:v>0.1</c:v>
                </c:pt>
                <c:pt idx="1784">
                  <c:v>0.1</c:v>
                </c:pt>
                <c:pt idx="1785">
                  <c:v>0.1</c:v>
                </c:pt>
                <c:pt idx="1786">
                  <c:v>0.1</c:v>
                </c:pt>
                <c:pt idx="1787">
                  <c:v>0.1</c:v>
                </c:pt>
                <c:pt idx="1788">
                  <c:v>0.1</c:v>
                </c:pt>
                <c:pt idx="1789">
                  <c:v>0.1</c:v>
                </c:pt>
                <c:pt idx="1790">
                  <c:v>0.1</c:v>
                </c:pt>
                <c:pt idx="1791">
                  <c:v>0.1</c:v>
                </c:pt>
                <c:pt idx="1792">
                  <c:v>0.1</c:v>
                </c:pt>
                <c:pt idx="1793">
                  <c:v>0.1</c:v>
                </c:pt>
                <c:pt idx="1794">
                  <c:v>0.1</c:v>
                </c:pt>
                <c:pt idx="1795">
                  <c:v>0.1</c:v>
                </c:pt>
                <c:pt idx="1796">
                  <c:v>0.1</c:v>
                </c:pt>
                <c:pt idx="1797">
                  <c:v>0.1</c:v>
                </c:pt>
                <c:pt idx="1798">
                  <c:v>0.1</c:v>
                </c:pt>
                <c:pt idx="1799">
                  <c:v>0.1</c:v>
                </c:pt>
                <c:pt idx="1800">
                  <c:v>0.1</c:v>
                </c:pt>
                <c:pt idx="1801">
                  <c:v>0.1</c:v>
                </c:pt>
                <c:pt idx="1802">
                  <c:v>0.1</c:v>
                </c:pt>
                <c:pt idx="1803">
                  <c:v>0.1</c:v>
                </c:pt>
                <c:pt idx="1804">
                  <c:v>0.1</c:v>
                </c:pt>
                <c:pt idx="1805">
                  <c:v>0.1</c:v>
                </c:pt>
                <c:pt idx="1806">
                  <c:v>0.1</c:v>
                </c:pt>
                <c:pt idx="1807">
                  <c:v>0.1</c:v>
                </c:pt>
                <c:pt idx="1808">
                  <c:v>0.1</c:v>
                </c:pt>
                <c:pt idx="1809">
                  <c:v>0.1</c:v>
                </c:pt>
                <c:pt idx="1810">
                  <c:v>0.1</c:v>
                </c:pt>
                <c:pt idx="1811">
                  <c:v>0.1</c:v>
                </c:pt>
                <c:pt idx="1812">
                  <c:v>0.1</c:v>
                </c:pt>
                <c:pt idx="1813">
                  <c:v>0.1</c:v>
                </c:pt>
                <c:pt idx="1814">
                  <c:v>0.1</c:v>
                </c:pt>
                <c:pt idx="1815">
                  <c:v>0.1</c:v>
                </c:pt>
                <c:pt idx="1816">
                  <c:v>0.1</c:v>
                </c:pt>
                <c:pt idx="1817">
                  <c:v>0.1</c:v>
                </c:pt>
                <c:pt idx="1818">
                  <c:v>0.1</c:v>
                </c:pt>
                <c:pt idx="1819">
                  <c:v>0.1</c:v>
                </c:pt>
                <c:pt idx="1820">
                  <c:v>0.1</c:v>
                </c:pt>
                <c:pt idx="1821">
                  <c:v>0.1</c:v>
                </c:pt>
                <c:pt idx="1822">
                  <c:v>0.1</c:v>
                </c:pt>
                <c:pt idx="1823">
                  <c:v>0.1</c:v>
                </c:pt>
                <c:pt idx="1824">
                  <c:v>0.1</c:v>
                </c:pt>
                <c:pt idx="1825">
                  <c:v>0.1</c:v>
                </c:pt>
                <c:pt idx="1826">
                  <c:v>0.1</c:v>
                </c:pt>
                <c:pt idx="1827">
                  <c:v>0.1</c:v>
                </c:pt>
                <c:pt idx="1828">
                  <c:v>0.1</c:v>
                </c:pt>
                <c:pt idx="1829">
                  <c:v>0.1</c:v>
                </c:pt>
                <c:pt idx="1830">
                  <c:v>0.1</c:v>
                </c:pt>
                <c:pt idx="1831">
                  <c:v>0.1</c:v>
                </c:pt>
                <c:pt idx="1832">
                  <c:v>0.1</c:v>
                </c:pt>
                <c:pt idx="1833">
                  <c:v>0.1</c:v>
                </c:pt>
                <c:pt idx="1834">
                  <c:v>0.1</c:v>
                </c:pt>
                <c:pt idx="1835">
                  <c:v>0.1</c:v>
                </c:pt>
                <c:pt idx="1836">
                  <c:v>0.1</c:v>
                </c:pt>
                <c:pt idx="1837">
                  <c:v>0.1</c:v>
                </c:pt>
                <c:pt idx="1838">
                  <c:v>0.1</c:v>
                </c:pt>
                <c:pt idx="1839">
                  <c:v>0.1</c:v>
                </c:pt>
                <c:pt idx="1840">
                  <c:v>0.1</c:v>
                </c:pt>
                <c:pt idx="1841">
                  <c:v>0.1</c:v>
                </c:pt>
                <c:pt idx="1842">
                  <c:v>0.1</c:v>
                </c:pt>
                <c:pt idx="1843">
                  <c:v>0.1</c:v>
                </c:pt>
                <c:pt idx="1844">
                  <c:v>0.1</c:v>
                </c:pt>
                <c:pt idx="1845">
                  <c:v>0.1</c:v>
                </c:pt>
                <c:pt idx="1846">
                  <c:v>0.1</c:v>
                </c:pt>
                <c:pt idx="1847">
                  <c:v>0.1</c:v>
                </c:pt>
                <c:pt idx="1848">
                  <c:v>0.1</c:v>
                </c:pt>
                <c:pt idx="1849">
                  <c:v>0.1</c:v>
                </c:pt>
                <c:pt idx="1850">
                  <c:v>0.1</c:v>
                </c:pt>
                <c:pt idx="1851">
                  <c:v>0.1</c:v>
                </c:pt>
                <c:pt idx="1852">
                  <c:v>0.1</c:v>
                </c:pt>
                <c:pt idx="1853">
                  <c:v>0.1</c:v>
                </c:pt>
                <c:pt idx="1854">
                  <c:v>0.1</c:v>
                </c:pt>
                <c:pt idx="1855">
                  <c:v>0.1</c:v>
                </c:pt>
                <c:pt idx="1856">
                  <c:v>0.1</c:v>
                </c:pt>
                <c:pt idx="1857">
                  <c:v>0.1</c:v>
                </c:pt>
                <c:pt idx="1858">
                  <c:v>0.1</c:v>
                </c:pt>
                <c:pt idx="1859">
                  <c:v>0.1</c:v>
                </c:pt>
                <c:pt idx="1860">
                  <c:v>0.1</c:v>
                </c:pt>
                <c:pt idx="1861">
                  <c:v>0.1</c:v>
                </c:pt>
                <c:pt idx="1862">
                  <c:v>0.1</c:v>
                </c:pt>
                <c:pt idx="1863">
                  <c:v>0.1</c:v>
                </c:pt>
                <c:pt idx="1864">
                  <c:v>0.1</c:v>
                </c:pt>
                <c:pt idx="1865">
                  <c:v>0.1</c:v>
                </c:pt>
                <c:pt idx="1866">
                  <c:v>0.1</c:v>
                </c:pt>
                <c:pt idx="1867">
                  <c:v>0.1</c:v>
                </c:pt>
                <c:pt idx="1868">
                  <c:v>0.1</c:v>
                </c:pt>
                <c:pt idx="1869">
                  <c:v>0.1</c:v>
                </c:pt>
                <c:pt idx="1870">
                  <c:v>0.1</c:v>
                </c:pt>
                <c:pt idx="1871">
                  <c:v>0.1</c:v>
                </c:pt>
                <c:pt idx="1872">
                  <c:v>0.1</c:v>
                </c:pt>
                <c:pt idx="1873">
                  <c:v>0.1</c:v>
                </c:pt>
                <c:pt idx="1874">
                  <c:v>0.1</c:v>
                </c:pt>
                <c:pt idx="1875">
                  <c:v>0.1</c:v>
                </c:pt>
                <c:pt idx="1876">
                  <c:v>0.1</c:v>
                </c:pt>
                <c:pt idx="1877">
                  <c:v>0.1</c:v>
                </c:pt>
                <c:pt idx="1878">
                  <c:v>0.1</c:v>
                </c:pt>
                <c:pt idx="1879">
                  <c:v>0.1</c:v>
                </c:pt>
                <c:pt idx="1880">
                  <c:v>0.1</c:v>
                </c:pt>
                <c:pt idx="1881">
                  <c:v>0.1</c:v>
                </c:pt>
                <c:pt idx="1882">
                  <c:v>0.1</c:v>
                </c:pt>
                <c:pt idx="1883">
                  <c:v>0.1</c:v>
                </c:pt>
                <c:pt idx="1884">
                  <c:v>0.1</c:v>
                </c:pt>
                <c:pt idx="1885">
                  <c:v>0.1</c:v>
                </c:pt>
                <c:pt idx="1886">
                  <c:v>0.1</c:v>
                </c:pt>
                <c:pt idx="1887">
                  <c:v>0.1</c:v>
                </c:pt>
                <c:pt idx="1888">
                  <c:v>0.1</c:v>
                </c:pt>
                <c:pt idx="1889">
                  <c:v>0.1</c:v>
                </c:pt>
                <c:pt idx="1890">
                  <c:v>0.1</c:v>
                </c:pt>
                <c:pt idx="1891">
                  <c:v>0.1</c:v>
                </c:pt>
                <c:pt idx="1892">
                  <c:v>0.1</c:v>
                </c:pt>
                <c:pt idx="1893">
                  <c:v>0.1</c:v>
                </c:pt>
                <c:pt idx="1894">
                  <c:v>0.1</c:v>
                </c:pt>
                <c:pt idx="1895">
                  <c:v>0.1</c:v>
                </c:pt>
                <c:pt idx="1896">
                  <c:v>0.1</c:v>
                </c:pt>
                <c:pt idx="1897">
                  <c:v>0.1</c:v>
                </c:pt>
                <c:pt idx="1898">
                  <c:v>0.1</c:v>
                </c:pt>
                <c:pt idx="1899">
                  <c:v>0.1</c:v>
                </c:pt>
                <c:pt idx="1900">
                  <c:v>0.1</c:v>
                </c:pt>
                <c:pt idx="1901">
                  <c:v>0.1</c:v>
                </c:pt>
                <c:pt idx="1902">
                  <c:v>0.1</c:v>
                </c:pt>
                <c:pt idx="1903">
                  <c:v>0.1</c:v>
                </c:pt>
                <c:pt idx="1904">
                  <c:v>0.1</c:v>
                </c:pt>
                <c:pt idx="1905">
                  <c:v>0.1</c:v>
                </c:pt>
                <c:pt idx="1906">
                  <c:v>0.1</c:v>
                </c:pt>
                <c:pt idx="1907">
                  <c:v>0.1</c:v>
                </c:pt>
                <c:pt idx="1908">
                  <c:v>0.1</c:v>
                </c:pt>
                <c:pt idx="1909">
                  <c:v>0.1</c:v>
                </c:pt>
                <c:pt idx="1910">
                  <c:v>0.1</c:v>
                </c:pt>
                <c:pt idx="1911">
                  <c:v>0.1</c:v>
                </c:pt>
                <c:pt idx="1912">
                  <c:v>0.1</c:v>
                </c:pt>
                <c:pt idx="1913">
                  <c:v>0.1</c:v>
                </c:pt>
                <c:pt idx="1914">
                  <c:v>0.1</c:v>
                </c:pt>
                <c:pt idx="1915">
                  <c:v>0.1</c:v>
                </c:pt>
                <c:pt idx="1916">
                  <c:v>0.1</c:v>
                </c:pt>
                <c:pt idx="1917">
                  <c:v>0.1</c:v>
                </c:pt>
                <c:pt idx="1918">
                  <c:v>0.1</c:v>
                </c:pt>
                <c:pt idx="1919">
                  <c:v>0.1</c:v>
                </c:pt>
                <c:pt idx="1920">
                  <c:v>0.1</c:v>
                </c:pt>
                <c:pt idx="1921">
                  <c:v>0.1</c:v>
                </c:pt>
                <c:pt idx="1922">
                  <c:v>0.1</c:v>
                </c:pt>
                <c:pt idx="1923">
                  <c:v>0.1</c:v>
                </c:pt>
                <c:pt idx="1924">
                  <c:v>0.1</c:v>
                </c:pt>
                <c:pt idx="1925">
                  <c:v>0.1</c:v>
                </c:pt>
                <c:pt idx="1926">
                  <c:v>0.1</c:v>
                </c:pt>
                <c:pt idx="1927">
                  <c:v>0.1</c:v>
                </c:pt>
                <c:pt idx="1928">
                  <c:v>0.1</c:v>
                </c:pt>
                <c:pt idx="1929">
                  <c:v>0.1</c:v>
                </c:pt>
                <c:pt idx="1930">
                  <c:v>0.1</c:v>
                </c:pt>
                <c:pt idx="1931">
                  <c:v>0.1</c:v>
                </c:pt>
                <c:pt idx="1932">
                  <c:v>0.1</c:v>
                </c:pt>
                <c:pt idx="1933">
                  <c:v>0.1</c:v>
                </c:pt>
                <c:pt idx="1934">
                  <c:v>0.1</c:v>
                </c:pt>
                <c:pt idx="1935">
                  <c:v>0.1</c:v>
                </c:pt>
                <c:pt idx="1936">
                  <c:v>0.1</c:v>
                </c:pt>
                <c:pt idx="1937">
                  <c:v>0.1</c:v>
                </c:pt>
                <c:pt idx="1938">
                  <c:v>0.1</c:v>
                </c:pt>
                <c:pt idx="1939">
                  <c:v>0.1</c:v>
                </c:pt>
                <c:pt idx="1940">
                  <c:v>0.1</c:v>
                </c:pt>
                <c:pt idx="1941">
                  <c:v>0.1</c:v>
                </c:pt>
                <c:pt idx="1942">
                  <c:v>0.1</c:v>
                </c:pt>
                <c:pt idx="1943">
                  <c:v>0.1</c:v>
                </c:pt>
                <c:pt idx="1944">
                  <c:v>0.1</c:v>
                </c:pt>
                <c:pt idx="1945">
                  <c:v>0.1</c:v>
                </c:pt>
                <c:pt idx="1946">
                  <c:v>0.1</c:v>
                </c:pt>
                <c:pt idx="1947">
                  <c:v>0.1</c:v>
                </c:pt>
                <c:pt idx="1948">
                  <c:v>0.1</c:v>
                </c:pt>
                <c:pt idx="1949">
                  <c:v>0.1</c:v>
                </c:pt>
                <c:pt idx="1950">
                  <c:v>0.1</c:v>
                </c:pt>
                <c:pt idx="1951">
                  <c:v>0.1</c:v>
                </c:pt>
                <c:pt idx="1952">
                  <c:v>0.1</c:v>
                </c:pt>
                <c:pt idx="1953">
                  <c:v>0.1</c:v>
                </c:pt>
                <c:pt idx="1954">
                  <c:v>0.1</c:v>
                </c:pt>
                <c:pt idx="1955">
                  <c:v>0.1</c:v>
                </c:pt>
                <c:pt idx="1956">
                  <c:v>0.1</c:v>
                </c:pt>
                <c:pt idx="1957">
                  <c:v>0.1</c:v>
                </c:pt>
                <c:pt idx="1958">
                  <c:v>0.1</c:v>
                </c:pt>
                <c:pt idx="1959">
                  <c:v>0.1</c:v>
                </c:pt>
                <c:pt idx="1960">
                  <c:v>0.1</c:v>
                </c:pt>
                <c:pt idx="1961">
                  <c:v>0.1</c:v>
                </c:pt>
                <c:pt idx="1962">
                  <c:v>0.1</c:v>
                </c:pt>
                <c:pt idx="1963">
                  <c:v>0.1</c:v>
                </c:pt>
                <c:pt idx="1964">
                  <c:v>0.1</c:v>
                </c:pt>
                <c:pt idx="1965">
                  <c:v>0.1</c:v>
                </c:pt>
                <c:pt idx="1966">
                  <c:v>0.1</c:v>
                </c:pt>
                <c:pt idx="1967">
                  <c:v>0.1</c:v>
                </c:pt>
                <c:pt idx="1968">
                  <c:v>0.1</c:v>
                </c:pt>
                <c:pt idx="1969">
                  <c:v>0.1</c:v>
                </c:pt>
                <c:pt idx="1970">
                  <c:v>0.1</c:v>
                </c:pt>
                <c:pt idx="1971">
                  <c:v>0.1</c:v>
                </c:pt>
                <c:pt idx="1972">
                  <c:v>0.1</c:v>
                </c:pt>
                <c:pt idx="1973">
                  <c:v>0.1</c:v>
                </c:pt>
                <c:pt idx="1974">
                  <c:v>0.1</c:v>
                </c:pt>
                <c:pt idx="1975">
                  <c:v>0.1</c:v>
                </c:pt>
                <c:pt idx="1976">
                  <c:v>0.1</c:v>
                </c:pt>
                <c:pt idx="1977">
                  <c:v>0.1</c:v>
                </c:pt>
                <c:pt idx="1978">
                  <c:v>0.1</c:v>
                </c:pt>
                <c:pt idx="1979">
                  <c:v>0.1</c:v>
                </c:pt>
                <c:pt idx="1980">
                  <c:v>0.1</c:v>
                </c:pt>
                <c:pt idx="1981">
                  <c:v>0.1</c:v>
                </c:pt>
                <c:pt idx="1982">
                  <c:v>0.1</c:v>
                </c:pt>
                <c:pt idx="1983">
                  <c:v>0.1</c:v>
                </c:pt>
                <c:pt idx="1984">
                  <c:v>0.1</c:v>
                </c:pt>
                <c:pt idx="1985">
                  <c:v>0.1</c:v>
                </c:pt>
                <c:pt idx="1986">
                  <c:v>0.1</c:v>
                </c:pt>
                <c:pt idx="1987">
                  <c:v>0.1</c:v>
                </c:pt>
                <c:pt idx="1988">
                  <c:v>0.1</c:v>
                </c:pt>
                <c:pt idx="1989">
                  <c:v>0.1</c:v>
                </c:pt>
                <c:pt idx="1990">
                  <c:v>0.1</c:v>
                </c:pt>
                <c:pt idx="1991">
                  <c:v>0.1</c:v>
                </c:pt>
                <c:pt idx="1992">
                  <c:v>0.1</c:v>
                </c:pt>
                <c:pt idx="1993">
                  <c:v>0.1</c:v>
                </c:pt>
                <c:pt idx="1994">
                  <c:v>0.1</c:v>
                </c:pt>
                <c:pt idx="1995">
                  <c:v>0.1</c:v>
                </c:pt>
                <c:pt idx="1996">
                  <c:v>0.1</c:v>
                </c:pt>
                <c:pt idx="1997">
                  <c:v>0.1</c:v>
                </c:pt>
                <c:pt idx="1998">
                  <c:v>0.1</c:v>
                </c:pt>
                <c:pt idx="1999">
                  <c:v>0.1</c:v>
                </c:pt>
                <c:pt idx="2000">
                  <c:v>0.1</c:v>
                </c:pt>
                <c:pt idx="2001">
                  <c:v>0.1</c:v>
                </c:pt>
                <c:pt idx="2002">
                  <c:v>0.1</c:v>
                </c:pt>
                <c:pt idx="2003">
                  <c:v>0.1</c:v>
                </c:pt>
                <c:pt idx="2004">
                  <c:v>0.1</c:v>
                </c:pt>
                <c:pt idx="2005">
                  <c:v>0.1</c:v>
                </c:pt>
                <c:pt idx="2006">
                  <c:v>0.1</c:v>
                </c:pt>
                <c:pt idx="2007">
                  <c:v>0.1</c:v>
                </c:pt>
                <c:pt idx="2008">
                  <c:v>0.1</c:v>
                </c:pt>
                <c:pt idx="2009">
                  <c:v>0.1</c:v>
                </c:pt>
                <c:pt idx="2010">
                  <c:v>0.1</c:v>
                </c:pt>
                <c:pt idx="2011">
                  <c:v>0.1</c:v>
                </c:pt>
                <c:pt idx="2012">
                  <c:v>0.1</c:v>
                </c:pt>
                <c:pt idx="2013">
                  <c:v>0.1</c:v>
                </c:pt>
                <c:pt idx="2014">
                  <c:v>0.1</c:v>
                </c:pt>
                <c:pt idx="2015">
                  <c:v>0.1</c:v>
                </c:pt>
                <c:pt idx="2016">
                  <c:v>0.1</c:v>
                </c:pt>
                <c:pt idx="2017">
                  <c:v>0.1</c:v>
                </c:pt>
                <c:pt idx="2018">
                  <c:v>0.1</c:v>
                </c:pt>
                <c:pt idx="2019">
                  <c:v>0.1</c:v>
                </c:pt>
                <c:pt idx="2020">
                  <c:v>0.1</c:v>
                </c:pt>
                <c:pt idx="2021">
                  <c:v>0.1</c:v>
                </c:pt>
                <c:pt idx="2022">
                  <c:v>0.1</c:v>
                </c:pt>
                <c:pt idx="2023">
                  <c:v>0.1</c:v>
                </c:pt>
                <c:pt idx="2024">
                  <c:v>0.1</c:v>
                </c:pt>
                <c:pt idx="2025">
                  <c:v>0.1</c:v>
                </c:pt>
                <c:pt idx="2026">
                  <c:v>0.1</c:v>
                </c:pt>
                <c:pt idx="2027">
                  <c:v>0.1</c:v>
                </c:pt>
                <c:pt idx="2028">
                  <c:v>0.1</c:v>
                </c:pt>
                <c:pt idx="2029">
                  <c:v>0.1</c:v>
                </c:pt>
                <c:pt idx="2030">
                  <c:v>0.1</c:v>
                </c:pt>
                <c:pt idx="2031">
                  <c:v>0.1</c:v>
                </c:pt>
                <c:pt idx="2032">
                  <c:v>0.1</c:v>
                </c:pt>
                <c:pt idx="2033">
                  <c:v>0.1</c:v>
                </c:pt>
                <c:pt idx="2034">
                  <c:v>0.1</c:v>
                </c:pt>
                <c:pt idx="2035">
                  <c:v>0.1</c:v>
                </c:pt>
                <c:pt idx="2036">
                  <c:v>0.1</c:v>
                </c:pt>
                <c:pt idx="2037">
                  <c:v>0.1</c:v>
                </c:pt>
                <c:pt idx="2038">
                  <c:v>0.1</c:v>
                </c:pt>
                <c:pt idx="2039">
                  <c:v>0.1</c:v>
                </c:pt>
                <c:pt idx="2040">
                  <c:v>0.1</c:v>
                </c:pt>
                <c:pt idx="2041">
                  <c:v>0.1</c:v>
                </c:pt>
                <c:pt idx="2042">
                  <c:v>0.1</c:v>
                </c:pt>
                <c:pt idx="2043">
                  <c:v>0.1</c:v>
                </c:pt>
                <c:pt idx="2044">
                  <c:v>0.1</c:v>
                </c:pt>
                <c:pt idx="2045">
                  <c:v>0.1</c:v>
                </c:pt>
                <c:pt idx="2046">
                  <c:v>0.1</c:v>
                </c:pt>
                <c:pt idx="2047">
                  <c:v>0.1</c:v>
                </c:pt>
                <c:pt idx="2048">
                  <c:v>0.1</c:v>
                </c:pt>
                <c:pt idx="2049">
                  <c:v>0.1</c:v>
                </c:pt>
                <c:pt idx="2050">
                  <c:v>0.1</c:v>
                </c:pt>
                <c:pt idx="2051">
                  <c:v>0.1</c:v>
                </c:pt>
                <c:pt idx="2052">
                  <c:v>0.1</c:v>
                </c:pt>
                <c:pt idx="2053">
                  <c:v>0.1</c:v>
                </c:pt>
                <c:pt idx="2054">
                  <c:v>0.1</c:v>
                </c:pt>
                <c:pt idx="2055">
                  <c:v>0.1</c:v>
                </c:pt>
                <c:pt idx="2056">
                  <c:v>0.1</c:v>
                </c:pt>
                <c:pt idx="2057">
                  <c:v>0.1</c:v>
                </c:pt>
                <c:pt idx="2058">
                  <c:v>0.1</c:v>
                </c:pt>
                <c:pt idx="2059">
                  <c:v>0.1</c:v>
                </c:pt>
                <c:pt idx="2060">
                  <c:v>0.1</c:v>
                </c:pt>
                <c:pt idx="2061">
                  <c:v>0.1</c:v>
                </c:pt>
                <c:pt idx="2062">
                  <c:v>0.1</c:v>
                </c:pt>
                <c:pt idx="2063">
                  <c:v>0.1</c:v>
                </c:pt>
                <c:pt idx="2064">
                  <c:v>0.1</c:v>
                </c:pt>
                <c:pt idx="2065">
                  <c:v>0.1</c:v>
                </c:pt>
                <c:pt idx="2066">
                  <c:v>0.1</c:v>
                </c:pt>
                <c:pt idx="2067">
                  <c:v>0.1</c:v>
                </c:pt>
                <c:pt idx="2068">
                  <c:v>0.1</c:v>
                </c:pt>
                <c:pt idx="2069">
                  <c:v>0.1</c:v>
                </c:pt>
                <c:pt idx="2070">
                  <c:v>0.1</c:v>
                </c:pt>
                <c:pt idx="2071">
                  <c:v>0.1</c:v>
                </c:pt>
                <c:pt idx="2072">
                  <c:v>0.1</c:v>
                </c:pt>
                <c:pt idx="2073">
                  <c:v>0.1</c:v>
                </c:pt>
                <c:pt idx="2074">
                  <c:v>0.1</c:v>
                </c:pt>
                <c:pt idx="2075">
                  <c:v>0.1</c:v>
                </c:pt>
                <c:pt idx="2076">
                  <c:v>0.1</c:v>
                </c:pt>
                <c:pt idx="2077">
                  <c:v>0.1</c:v>
                </c:pt>
                <c:pt idx="2078">
                  <c:v>0.1</c:v>
                </c:pt>
                <c:pt idx="2079">
                  <c:v>0.1</c:v>
                </c:pt>
                <c:pt idx="2080">
                  <c:v>0.1</c:v>
                </c:pt>
                <c:pt idx="2081">
                  <c:v>0.1</c:v>
                </c:pt>
                <c:pt idx="2082">
                  <c:v>0.1</c:v>
                </c:pt>
                <c:pt idx="2083">
                  <c:v>0.1</c:v>
                </c:pt>
                <c:pt idx="2084">
                  <c:v>0.1</c:v>
                </c:pt>
                <c:pt idx="2085">
                  <c:v>0.1</c:v>
                </c:pt>
                <c:pt idx="2086">
                  <c:v>0.1</c:v>
                </c:pt>
                <c:pt idx="2087">
                  <c:v>0.1</c:v>
                </c:pt>
                <c:pt idx="2088">
                  <c:v>0.1</c:v>
                </c:pt>
                <c:pt idx="2089">
                  <c:v>0.1</c:v>
                </c:pt>
                <c:pt idx="2090">
                  <c:v>0.1</c:v>
                </c:pt>
                <c:pt idx="2091">
                  <c:v>0.1</c:v>
                </c:pt>
                <c:pt idx="2092">
                  <c:v>0.1</c:v>
                </c:pt>
                <c:pt idx="2093">
                  <c:v>0.1</c:v>
                </c:pt>
                <c:pt idx="2094">
                  <c:v>0.1</c:v>
                </c:pt>
                <c:pt idx="2095">
                  <c:v>0.1</c:v>
                </c:pt>
                <c:pt idx="2096">
                  <c:v>0.1</c:v>
                </c:pt>
                <c:pt idx="2097">
                  <c:v>0.1</c:v>
                </c:pt>
                <c:pt idx="2098">
                  <c:v>0.1</c:v>
                </c:pt>
                <c:pt idx="2099">
                  <c:v>0.1</c:v>
                </c:pt>
                <c:pt idx="2100">
                  <c:v>0.1</c:v>
                </c:pt>
                <c:pt idx="2101">
                  <c:v>0.1</c:v>
                </c:pt>
                <c:pt idx="2102">
                  <c:v>0.1</c:v>
                </c:pt>
                <c:pt idx="2103">
                  <c:v>0.1</c:v>
                </c:pt>
                <c:pt idx="2104">
                  <c:v>0.1</c:v>
                </c:pt>
                <c:pt idx="2105">
                  <c:v>0.1</c:v>
                </c:pt>
                <c:pt idx="2106">
                  <c:v>0.1</c:v>
                </c:pt>
                <c:pt idx="2107">
                  <c:v>0.1</c:v>
                </c:pt>
                <c:pt idx="2108">
                  <c:v>0.1</c:v>
                </c:pt>
                <c:pt idx="2109">
                  <c:v>0.1</c:v>
                </c:pt>
                <c:pt idx="2110">
                  <c:v>0.1</c:v>
                </c:pt>
                <c:pt idx="2111">
                  <c:v>0.1</c:v>
                </c:pt>
                <c:pt idx="2112">
                  <c:v>0.1</c:v>
                </c:pt>
                <c:pt idx="2113">
                  <c:v>0.1</c:v>
                </c:pt>
                <c:pt idx="2114">
                  <c:v>0.1</c:v>
                </c:pt>
                <c:pt idx="2115">
                  <c:v>0.1</c:v>
                </c:pt>
                <c:pt idx="2116">
                  <c:v>0.1</c:v>
                </c:pt>
                <c:pt idx="2117">
                  <c:v>0.1</c:v>
                </c:pt>
                <c:pt idx="2118">
                  <c:v>0.1</c:v>
                </c:pt>
                <c:pt idx="2119">
                  <c:v>0.1</c:v>
                </c:pt>
                <c:pt idx="2120">
                  <c:v>0.1</c:v>
                </c:pt>
                <c:pt idx="2121">
                  <c:v>0.1</c:v>
                </c:pt>
                <c:pt idx="2122">
                  <c:v>0.1</c:v>
                </c:pt>
                <c:pt idx="2123">
                  <c:v>0.1</c:v>
                </c:pt>
                <c:pt idx="2124">
                  <c:v>0.1</c:v>
                </c:pt>
                <c:pt idx="2125">
                  <c:v>0.1</c:v>
                </c:pt>
                <c:pt idx="2126">
                  <c:v>0.1</c:v>
                </c:pt>
                <c:pt idx="2127">
                  <c:v>0.1</c:v>
                </c:pt>
                <c:pt idx="2128">
                  <c:v>0.1</c:v>
                </c:pt>
                <c:pt idx="2129">
                  <c:v>0.1</c:v>
                </c:pt>
                <c:pt idx="2130">
                  <c:v>0.1</c:v>
                </c:pt>
                <c:pt idx="2131">
                  <c:v>0.1</c:v>
                </c:pt>
                <c:pt idx="2132">
                  <c:v>0.1</c:v>
                </c:pt>
                <c:pt idx="2133">
                  <c:v>0.1</c:v>
                </c:pt>
                <c:pt idx="2134">
                  <c:v>0.1</c:v>
                </c:pt>
                <c:pt idx="2135">
                  <c:v>0.1</c:v>
                </c:pt>
                <c:pt idx="2136">
                  <c:v>0.1</c:v>
                </c:pt>
                <c:pt idx="2137">
                  <c:v>0.1</c:v>
                </c:pt>
                <c:pt idx="2138">
                  <c:v>0.1</c:v>
                </c:pt>
                <c:pt idx="2139">
                  <c:v>0.1</c:v>
                </c:pt>
                <c:pt idx="2140">
                  <c:v>0.1</c:v>
                </c:pt>
                <c:pt idx="2141">
                  <c:v>0.1</c:v>
                </c:pt>
                <c:pt idx="2142">
                  <c:v>0.1</c:v>
                </c:pt>
                <c:pt idx="2143">
                  <c:v>0.1</c:v>
                </c:pt>
                <c:pt idx="2144">
                  <c:v>0.1</c:v>
                </c:pt>
                <c:pt idx="2145">
                  <c:v>0.1</c:v>
                </c:pt>
                <c:pt idx="2146">
                  <c:v>0.1</c:v>
                </c:pt>
                <c:pt idx="2147">
                  <c:v>0.1</c:v>
                </c:pt>
                <c:pt idx="2148">
                  <c:v>0.1</c:v>
                </c:pt>
                <c:pt idx="2149">
                  <c:v>0.1</c:v>
                </c:pt>
                <c:pt idx="2150">
                  <c:v>0.1</c:v>
                </c:pt>
                <c:pt idx="2151">
                  <c:v>0.1</c:v>
                </c:pt>
                <c:pt idx="2152">
                  <c:v>0.1</c:v>
                </c:pt>
                <c:pt idx="2153">
                  <c:v>0.1</c:v>
                </c:pt>
                <c:pt idx="2154">
                  <c:v>0.1</c:v>
                </c:pt>
                <c:pt idx="2155">
                  <c:v>0.1</c:v>
                </c:pt>
                <c:pt idx="2156">
                  <c:v>0.1</c:v>
                </c:pt>
                <c:pt idx="2157">
                  <c:v>0.1</c:v>
                </c:pt>
                <c:pt idx="2158">
                  <c:v>0.1</c:v>
                </c:pt>
                <c:pt idx="2159">
                  <c:v>0.1</c:v>
                </c:pt>
                <c:pt idx="2160">
                  <c:v>0.1</c:v>
                </c:pt>
                <c:pt idx="2161">
                  <c:v>0.1</c:v>
                </c:pt>
                <c:pt idx="2162">
                  <c:v>0.1</c:v>
                </c:pt>
                <c:pt idx="2163">
                  <c:v>0.1</c:v>
                </c:pt>
                <c:pt idx="2164">
                  <c:v>0.1</c:v>
                </c:pt>
                <c:pt idx="2165">
                  <c:v>0.1</c:v>
                </c:pt>
                <c:pt idx="2166">
                  <c:v>0.1</c:v>
                </c:pt>
                <c:pt idx="2167">
                  <c:v>0.1</c:v>
                </c:pt>
                <c:pt idx="2168">
                  <c:v>0.1</c:v>
                </c:pt>
                <c:pt idx="2169">
                  <c:v>0.1</c:v>
                </c:pt>
                <c:pt idx="2170">
                  <c:v>0.1</c:v>
                </c:pt>
                <c:pt idx="2171">
                  <c:v>0.1</c:v>
                </c:pt>
                <c:pt idx="2172">
                  <c:v>0.1</c:v>
                </c:pt>
                <c:pt idx="2173">
                  <c:v>0.1</c:v>
                </c:pt>
                <c:pt idx="2174">
                  <c:v>0.1</c:v>
                </c:pt>
                <c:pt idx="2175">
                  <c:v>0.1</c:v>
                </c:pt>
                <c:pt idx="2176">
                  <c:v>0.1</c:v>
                </c:pt>
                <c:pt idx="2177">
                  <c:v>0.1</c:v>
                </c:pt>
                <c:pt idx="2178">
                  <c:v>0.1</c:v>
                </c:pt>
                <c:pt idx="2179">
                  <c:v>0.1</c:v>
                </c:pt>
                <c:pt idx="2180">
                  <c:v>0.1</c:v>
                </c:pt>
                <c:pt idx="2181">
                  <c:v>0.1</c:v>
                </c:pt>
                <c:pt idx="2182">
                  <c:v>0.1</c:v>
                </c:pt>
                <c:pt idx="2183">
                  <c:v>0.1</c:v>
                </c:pt>
                <c:pt idx="2184">
                  <c:v>0.1</c:v>
                </c:pt>
                <c:pt idx="2185">
                  <c:v>0.1</c:v>
                </c:pt>
                <c:pt idx="2186">
                  <c:v>0.1</c:v>
                </c:pt>
                <c:pt idx="2187">
                  <c:v>0.1</c:v>
                </c:pt>
                <c:pt idx="2188">
                  <c:v>0.1</c:v>
                </c:pt>
                <c:pt idx="2189">
                  <c:v>0.1</c:v>
                </c:pt>
                <c:pt idx="2190">
                  <c:v>0.1</c:v>
                </c:pt>
                <c:pt idx="2191">
                  <c:v>0.1</c:v>
                </c:pt>
                <c:pt idx="2192">
                  <c:v>0.1</c:v>
                </c:pt>
                <c:pt idx="2193">
                  <c:v>0.1</c:v>
                </c:pt>
                <c:pt idx="2194">
                  <c:v>0.1</c:v>
                </c:pt>
                <c:pt idx="2195">
                  <c:v>0.1</c:v>
                </c:pt>
                <c:pt idx="2196">
                  <c:v>0.1</c:v>
                </c:pt>
                <c:pt idx="2197">
                  <c:v>0.1</c:v>
                </c:pt>
                <c:pt idx="2198">
                  <c:v>0.1</c:v>
                </c:pt>
                <c:pt idx="2199">
                  <c:v>0.1</c:v>
                </c:pt>
                <c:pt idx="2200">
                  <c:v>0.1</c:v>
                </c:pt>
                <c:pt idx="2201">
                  <c:v>0.1</c:v>
                </c:pt>
                <c:pt idx="2202">
                  <c:v>0.1</c:v>
                </c:pt>
                <c:pt idx="2203">
                  <c:v>0.1</c:v>
                </c:pt>
                <c:pt idx="2204">
                  <c:v>0.1</c:v>
                </c:pt>
                <c:pt idx="2205">
                  <c:v>0.1</c:v>
                </c:pt>
                <c:pt idx="2206">
                  <c:v>0.1</c:v>
                </c:pt>
                <c:pt idx="2207">
                  <c:v>0.1</c:v>
                </c:pt>
                <c:pt idx="2208">
                  <c:v>0.1</c:v>
                </c:pt>
                <c:pt idx="2209">
                  <c:v>0.1</c:v>
                </c:pt>
                <c:pt idx="2210">
                  <c:v>0.1</c:v>
                </c:pt>
                <c:pt idx="2211">
                  <c:v>0.1</c:v>
                </c:pt>
                <c:pt idx="2212">
                  <c:v>0.1</c:v>
                </c:pt>
                <c:pt idx="2213">
                  <c:v>0.1</c:v>
                </c:pt>
                <c:pt idx="2214">
                  <c:v>0.1</c:v>
                </c:pt>
                <c:pt idx="2215">
                  <c:v>0.1</c:v>
                </c:pt>
                <c:pt idx="2216">
                  <c:v>0.1</c:v>
                </c:pt>
                <c:pt idx="2217">
                  <c:v>0.1</c:v>
                </c:pt>
                <c:pt idx="2218">
                  <c:v>0.1</c:v>
                </c:pt>
                <c:pt idx="2219">
                  <c:v>0.1</c:v>
                </c:pt>
                <c:pt idx="2220">
                  <c:v>0.1</c:v>
                </c:pt>
                <c:pt idx="2221">
                  <c:v>0.1</c:v>
                </c:pt>
                <c:pt idx="2222">
                  <c:v>0.1</c:v>
                </c:pt>
                <c:pt idx="2223">
                  <c:v>0.1</c:v>
                </c:pt>
                <c:pt idx="2224">
                  <c:v>0.1</c:v>
                </c:pt>
                <c:pt idx="2225">
                  <c:v>0.1</c:v>
                </c:pt>
                <c:pt idx="2226">
                  <c:v>0.1</c:v>
                </c:pt>
                <c:pt idx="2227">
                  <c:v>0.1</c:v>
                </c:pt>
                <c:pt idx="2228">
                  <c:v>0.1</c:v>
                </c:pt>
                <c:pt idx="2229">
                  <c:v>0.1</c:v>
                </c:pt>
                <c:pt idx="2230">
                  <c:v>0.1</c:v>
                </c:pt>
                <c:pt idx="2231">
                  <c:v>0.1</c:v>
                </c:pt>
                <c:pt idx="2232">
                  <c:v>0.1</c:v>
                </c:pt>
                <c:pt idx="2233">
                  <c:v>0.1</c:v>
                </c:pt>
                <c:pt idx="2234">
                  <c:v>0.1</c:v>
                </c:pt>
                <c:pt idx="2235">
                  <c:v>0.1</c:v>
                </c:pt>
                <c:pt idx="2236">
                  <c:v>0.1</c:v>
                </c:pt>
                <c:pt idx="2237">
                  <c:v>0.1</c:v>
                </c:pt>
                <c:pt idx="2238">
                  <c:v>0.1</c:v>
                </c:pt>
                <c:pt idx="2239">
                  <c:v>0.1</c:v>
                </c:pt>
                <c:pt idx="2240">
                  <c:v>0.1</c:v>
                </c:pt>
                <c:pt idx="2241">
                  <c:v>0.1</c:v>
                </c:pt>
                <c:pt idx="2242">
                  <c:v>0.1</c:v>
                </c:pt>
                <c:pt idx="2243">
                  <c:v>0.1</c:v>
                </c:pt>
                <c:pt idx="2244">
                  <c:v>0.1</c:v>
                </c:pt>
                <c:pt idx="2245">
                  <c:v>0.1</c:v>
                </c:pt>
                <c:pt idx="2246">
                  <c:v>0.1</c:v>
                </c:pt>
                <c:pt idx="2247">
                  <c:v>0.1</c:v>
                </c:pt>
                <c:pt idx="2248">
                  <c:v>0.1</c:v>
                </c:pt>
                <c:pt idx="2249">
                  <c:v>0.1</c:v>
                </c:pt>
                <c:pt idx="2250">
                  <c:v>0.1</c:v>
                </c:pt>
                <c:pt idx="2251">
                  <c:v>0.1</c:v>
                </c:pt>
                <c:pt idx="2252">
                  <c:v>0.1</c:v>
                </c:pt>
                <c:pt idx="2253">
                  <c:v>0.1</c:v>
                </c:pt>
                <c:pt idx="2254">
                  <c:v>0.1</c:v>
                </c:pt>
                <c:pt idx="2255">
                  <c:v>0.1</c:v>
                </c:pt>
                <c:pt idx="2256">
                  <c:v>0.1</c:v>
                </c:pt>
                <c:pt idx="2257">
                  <c:v>0.1</c:v>
                </c:pt>
                <c:pt idx="2258">
                  <c:v>0.1</c:v>
                </c:pt>
                <c:pt idx="2259">
                  <c:v>0.1</c:v>
                </c:pt>
                <c:pt idx="2260">
                  <c:v>0.1</c:v>
                </c:pt>
                <c:pt idx="2261">
                  <c:v>0.1</c:v>
                </c:pt>
                <c:pt idx="2262">
                  <c:v>0.1</c:v>
                </c:pt>
                <c:pt idx="2263">
                  <c:v>0.1</c:v>
                </c:pt>
                <c:pt idx="2264">
                  <c:v>0.1</c:v>
                </c:pt>
                <c:pt idx="2265">
                  <c:v>0.1</c:v>
                </c:pt>
                <c:pt idx="2266">
                  <c:v>0.1</c:v>
                </c:pt>
                <c:pt idx="2267">
                  <c:v>0.1</c:v>
                </c:pt>
                <c:pt idx="2268">
                  <c:v>0.1</c:v>
                </c:pt>
                <c:pt idx="2269">
                  <c:v>0.1</c:v>
                </c:pt>
                <c:pt idx="2270">
                  <c:v>0.1</c:v>
                </c:pt>
                <c:pt idx="2271">
                  <c:v>0.1</c:v>
                </c:pt>
                <c:pt idx="2272">
                  <c:v>0.1</c:v>
                </c:pt>
                <c:pt idx="2273">
                  <c:v>0.1</c:v>
                </c:pt>
                <c:pt idx="2274">
                  <c:v>0.1</c:v>
                </c:pt>
                <c:pt idx="2275">
                  <c:v>0.1</c:v>
                </c:pt>
                <c:pt idx="2276">
                  <c:v>0.1</c:v>
                </c:pt>
                <c:pt idx="2277">
                  <c:v>0.1</c:v>
                </c:pt>
                <c:pt idx="2278">
                  <c:v>0.1</c:v>
                </c:pt>
                <c:pt idx="2279">
                  <c:v>0.1</c:v>
                </c:pt>
                <c:pt idx="2280">
                  <c:v>0.1</c:v>
                </c:pt>
                <c:pt idx="2281">
                  <c:v>0.1</c:v>
                </c:pt>
                <c:pt idx="2282">
                  <c:v>0.1</c:v>
                </c:pt>
                <c:pt idx="2283">
                  <c:v>0.1</c:v>
                </c:pt>
                <c:pt idx="2284">
                  <c:v>0.1</c:v>
                </c:pt>
                <c:pt idx="2285">
                  <c:v>0.1</c:v>
                </c:pt>
                <c:pt idx="2286">
                  <c:v>0.1</c:v>
                </c:pt>
                <c:pt idx="2287">
                  <c:v>0.1</c:v>
                </c:pt>
                <c:pt idx="2288">
                  <c:v>0.1</c:v>
                </c:pt>
                <c:pt idx="2289">
                  <c:v>0.1</c:v>
                </c:pt>
                <c:pt idx="2290">
                  <c:v>0.1</c:v>
                </c:pt>
                <c:pt idx="2291">
                  <c:v>0.1</c:v>
                </c:pt>
                <c:pt idx="2292">
                  <c:v>0.1</c:v>
                </c:pt>
                <c:pt idx="2293">
                  <c:v>0.1</c:v>
                </c:pt>
                <c:pt idx="2294">
                  <c:v>0.1</c:v>
                </c:pt>
                <c:pt idx="2295">
                  <c:v>0.1</c:v>
                </c:pt>
                <c:pt idx="2296">
                  <c:v>0.1</c:v>
                </c:pt>
                <c:pt idx="2297">
                  <c:v>0.1</c:v>
                </c:pt>
                <c:pt idx="2298">
                  <c:v>0.1</c:v>
                </c:pt>
                <c:pt idx="2299">
                  <c:v>0.1</c:v>
                </c:pt>
                <c:pt idx="2300">
                  <c:v>0.1</c:v>
                </c:pt>
                <c:pt idx="2301">
                  <c:v>0.1</c:v>
                </c:pt>
                <c:pt idx="2302">
                  <c:v>0.1</c:v>
                </c:pt>
                <c:pt idx="2303">
                  <c:v>0.1</c:v>
                </c:pt>
                <c:pt idx="2304">
                  <c:v>0.1</c:v>
                </c:pt>
                <c:pt idx="2305">
                  <c:v>0.1</c:v>
                </c:pt>
                <c:pt idx="2306">
                  <c:v>0.1</c:v>
                </c:pt>
                <c:pt idx="2307">
                  <c:v>0.1</c:v>
                </c:pt>
                <c:pt idx="2308">
                  <c:v>0.1</c:v>
                </c:pt>
                <c:pt idx="2309">
                  <c:v>0.1</c:v>
                </c:pt>
                <c:pt idx="2310">
                  <c:v>0.1</c:v>
                </c:pt>
                <c:pt idx="2311">
                  <c:v>0.1</c:v>
                </c:pt>
                <c:pt idx="2312">
                  <c:v>0.1</c:v>
                </c:pt>
                <c:pt idx="2313">
                  <c:v>0.1</c:v>
                </c:pt>
                <c:pt idx="2314">
                  <c:v>0.1</c:v>
                </c:pt>
                <c:pt idx="2315">
                  <c:v>0.1</c:v>
                </c:pt>
                <c:pt idx="2316">
                  <c:v>0.1</c:v>
                </c:pt>
                <c:pt idx="2317">
                  <c:v>0.1</c:v>
                </c:pt>
                <c:pt idx="2318">
                  <c:v>0.1</c:v>
                </c:pt>
                <c:pt idx="2319">
                  <c:v>0.1</c:v>
                </c:pt>
                <c:pt idx="2320">
                  <c:v>0.1</c:v>
                </c:pt>
                <c:pt idx="2321">
                  <c:v>0.1</c:v>
                </c:pt>
                <c:pt idx="2322">
                  <c:v>0.1</c:v>
                </c:pt>
                <c:pt idx="2323">
                  <c:v>0.1</c:v>
                </c:pt>
                <c:pt idx="2324">
                  <c:v>0.1</c:v>
                </c:pt>
                <c:pt idx="2325">
                  <c:v>0.1</c:v>
                </c:pt>
                <c:pt idx="2326">
                  <c:v>0.1</c:v>
                </c:pt>
                <c:pt idx="2327">
                  <c:v>0.1</c:v>
                </c:pt>
                <c:pt idx="2328">
                  <c:v>0.1</c:v>
                </c:pt>
                <c:pt idx="2329">
                  <c:v>0.1</c:v>
                </c:pt>
                <c:pt idx="2330">
                  <c:v>0.1</c:v>
                </c:pt>
                <c:pt idx="2331">
                  <c:v>0.1</c:v>
                </c:pt>
                <c:pt idx="2332">
                  <c:v>0.1</c:v>
                </c:pt>
                <c:pt idx="2333">
                  <c:v>0.1</c:v>
                </c:pt>
                <c:pt idx="2334">
                  <c:v>0.1</c:v>
                </c:pt>
                <c:pt idx="2335">
                  <c:v>0.1</c:v>
                </c:pt>
                <c:pt idx="2336">
                  <c:v>0.1</c:v>
                </c:pt>
                <c:pt idx="2337">
                  <c:v>0.1</c:v>
                </c:pt>
                <c:pt idx="2338">
                  <c:v>0.1</c:v>
                </c:pt>
                <c:pt idx="2339">
                  <c:v>0.1</c:v>
                </c:pt>
                <c:pt idx="2340">
                  <c:v>0.1</c:v>
                </c:pt>
                <c:pt idx="2341">
                  <c:v>0.1</c:v>
                </c:pt>
                <c:pt idx="2342">
                  <c:v>0.1</c:v>
                </c:pt>
                <c:pt idx="2343">
                  <c:v>0.1</c:v>
                </c:pt>
                <c:pt idx="2344">
                  <c:v>0.1</c:v>
                </c:pt>
                <c:pt idx="2345">
                  <c:v>0.1</c:v>
                </c:pt>
                <c:pt idx="2346">
                  <c:v>0.1</c:v>
                </c:pt>
                <c:pt idx="2347">
                  <c:v>0.1</c:v>
                </c:pt>
                <c:pt idx="2348">
                  <c:v>0.1</c:v>
                </c:pt>
                <c:pt idx="2349">
                  <c:v>0.1</c:v>
                </c:pt>
                <c:pt idx="2350">
                  <c:v>0.1</c:v>
                </c:pt>
                <c:pt idx="2351">
                  <c:v>0.1</c:v>
                </c:pt>
                <c:pt idx="2352">
                  <c:v>0.1</c:v>
                </c:pt>
                <c:pt idx="2353">
                  <c:v>0.1</c:v>
                </c:pt>
                <c:pt idx="2354">
                  <c:v>0.1</c:v>
                </c:pt>
                <c:pt idx="2355">
                  <c:v>0.1</c:v>
                </c:pt>
                <c:pt idx="2356">
                  <c:v>0.1</c:v>
                </c:pt>
                <c:pt idx="2357">
                  <c:v>0.1</c:v>
                </c:pt>
                <c:pt idx="2358">
                  <c:v>0.1</c:v>
                </c:pt>
                <c:pt idx="2359">
                  <c:v>0.1</c:v>
                </c:pt>
                <c:pt idx="2360">
                  <c:v>0.1</c:v>
                </c:pt>
                <c:pt idx="2361">
                  <c:v>0.1</c:v>
                </c:pt>
                <c:pt idx="2362">
                  <c:v>0.1</c:v>
                </c:pt>
                <c:pt idx="2363">
                  <c:v>0.1</c:v>
                </c:pt>
                <c:pt idx="2364">
                  <c:v>0.1</c:v>
                </c:pt>
                <c:pt idx="2365">
                  <c:v>0.1</c:v>
                </c:pt>
                <c:pt idx="2366">
                  <c:v>0.1</c:v>
                </c:pt>
                <c:pt idx="2367">
                  <c:v>0.1</c:v>
                </c:pt>
                <c:pt idx="2368">
                  <c:v>0.1</c:v>
                </c:pt>
                <c:pt idx="2369">
                  <c:v>0.1</c:v>
                </c:pt>
                <c:pt idx="2370">
                  <c:v>0.1</c:v>
                </c:pt>
                <c:pt idx="2371">
                  <c:v>0.1</c:v>
                </c:pt>
                <c:pt idx="2372">
                  <c:v>0.1</c:v>
                </c:pt>
                <c:pt idx="2373">
                  <c:v>0.1</c:v>
                </c:pt>
                <c:pt idx="2374">
                  <c:v>0.1</c:v>
                </c:pt>
                <c:pt idx="2375">
                  <c:v>0.1</c:v>
                </c:pt>
                <c:pt idx="2376">
                  <c:v>0.1</c:v>
                </c:pt>
                <c:pt idx="2377">
                  <c:v>0.1</c:v>
                </c:pt>
                <c:pt idx="2378">
                  <c:v>0.1</c:v>
                </c:pt>
                <c:pt idx="2379">
                  <c:v>0.1</c:v>
                </c:pt>
                <c:pt idx="2380">
                  <c:v>0.1</c:v>
                </c:pt>
                <c:pt idx="2381">
                  <c:v>0.1</c:v>
                </c:pt>
                <c:pt idx="2382">
                  <c:v>0.1</c:v>
                </c:pt>
                <c:pt idx="2383">
                  <c:v>0.1</c:v>
                </c:pt>
                <c:pt idx="2384">
                  <c:v>0.1</c:v>
                </c:pt>
                <c:pt idx="2385">
                  <c:v>0.1</c:v>
                </c:pt>
                <c:pt idx="2386">
                  <c:v>0.1</c:v>
                </c:pt>
                <c:pt idx="2387">
                  <c:v>0.1</c:v>
                </c:pt>
                <c:pt idx="2388">
                  <c:v>0.1</c:v>
                </c:pt>
                <c:pt idx="2389">
                  <c:v>0.1</c:v>
                </c:pt>
                <c:pt idx="2390">
                  <c:v>0.1</c:v>
                </c:pt>
                <c:pt idx="2391">
                  <c:v>0.1</c:v>
                </c:pt>
                <c:pt idx="2392">
                  <c:v>0.1</c:v>
                </c:pt>
                <c:pt idx="2393">
                  <c:v>0.1</c:v>
                </c:pt>
                <c:pt idx="2394">
                  <c:v>0.1</c:v>
                </c:pt>
                <c:pt idx="2395">
                  <c:v>0.1</c:v>
                </c:pt>
                <c:pt idx="2396">
                  <c:v>0.1</c:v>
                </c:pt>
                <c:pt idx="2397">
                  <c:v>0.1</c:v>
                </c:pt>
                <c:pt idx="2398">
                  <c:v>0.1</c:v>
                </c:pt>
                <c:pt idx="2399">
                  <c:v>0.1</c:v>
                </c:pt>
                <c:pt idx="2400">
                  <c:v>0.1</c:v>
                </c:pt>
                <c:pt idx="2401">
                  <c:v>0.1</c:v>
                </c:pt>
                <c:pt idx="2402">
                  <c:v>0.1</c:v>
                </c:pt>
                <c:pt idx="2403">
                  <c:v>0.1</c:v>
                </c:pt>
                <c:pt idx="2404">
                  <c:v>0.1</c:v>
                </c:pt>
                <c:pt idx="2405">
                  <c:v>0.1</c:v>
                </c:pt>
                <c:pt idx="2406">
                  <c:v>0.1</c:v>
                </c:pt>
                <c:pt idx="2407">
                  <c:v>0.1</c:v>
                </c:pt>
                <c:pt idx="2408">
                  <c:v>0.1</c:v>
                </c:pt>
                <c:pt idx="2409">
                  <c:v>0.1</c:v>
                </c:pt>
                <c:pt idx="2410">
                  <c:v>0.1</c:v>
                </c:pt>
                <c:pt idx="2411">
                  <c:v>0.1</c:v>
                </c:pt>
                <c:pt idx="2412">
                  <c:v>0.1</c:v>
                </c:pt>
                <c:pt idx="2413">
                  <c:v>0.1</c:v>
                </c:pt>
                <c:pt idx="2414">
                  <c:v>0.1</c:v>
                </c:pt>
                <c:pt idx="2415">
                  <c:v>0.1</c:v>
                </c:pt>
                <c:pt idx="2416">
                  <c:v>0.1</c:v>
                </c:pt>
                <c:pt idx="2417">
                  <c:v>0.1</c:v>
                </c:pt>
                <c:pt idx="2418">
                  <c:v>0.1</c:v>
                </c:pt>
                <c:pt idx="2419">
                  <c:v>0.1</c:v>
                </c:pt>
                <c:pt idx="2420">
                  <c:v>0.1</c:v>
                </c:pt>
                <c:pt idx="2421">
                  <c:v>0.1</c:v>
                </c:pt>
                <c:pt idx="2422">
                  <c:v>0.1</c:v>
                </c:pt>
                <c:pt idx="2423">
                  <c:v>0.1</c:v>
                </c:pt>
                <c:pt idx="2424">
                  <c:v>0.1</c:v>
                </c:pt>
                <c:pt idx="2425">
                  <c:v>0.1</c:v>
                </c:pt>
                <c:pt idx="2426">
                  <c:v>0.1</c:v>
                </c:pt>
                <c:pt idx="2427">
                  <c:v>0.1</c:v>
                </c:pt>
                <c:pt idx="2428">
                  <c:v>0.1</c:v>
                </c:pt>
                <c:pt idx="2429">
                  <c:v>0.1</c:v>
                </c:pt>
                <c:pt idx="2430">
                  <c:v>0.1</c:v>
                </c:pt>
                <c:pt idx="2431">
                  <c:v>0.1</c:v>
                </c:pt>
                <c:pt idx="2432">
                  <c:v>0.1</c:v>
                </c:pt>
                <c:pt idx="2433">
                  <c:v>0.1</c:v>
                </c:pt>
                <c:pt idx="2434">
                  <c:v>0.1</c:v>
                </c:pt>
                <c:pt idx="2435">
                  <c:v>0.1</c:v>
                </c:pt>
                <c:pt idx="2436">
                  <c:v>0.1</c:v>
                </c:pt>
                <c:pt idx="2437">
                  <c:v>0.1</c:v>
                </c:pt>
                <c:pt idx="2438">
                  <c:v>0.1</c:v>
                </c:pt>
                <c:pt idx="2439">
                  <c:v>0.1</c:v>
                </c:pt>
                <c:pt idx="2440">
                  <c:v>0.1</c:v>
                </c:pt>
                <c:pt idx="2441">
                  <c:v>0.1</c:v>
                </c:pt>
                <c:pt idx="2442">
                  <c:v>0.1</c:v>
                </c:pt>
                <c:pt idx="2443">
                  <c:v>0.1</c:v>
                </c:pt>
                <c:pt idx="2444">
                  <c:v>0.1</c:v>
                </c:pt>
                <c:pt idx="2445">
                  <c:v>0.1</c:v>
                </c:pt>
                <c:pt idx="2446">
                  <c:v>0.1</c:v>
                </c:pt>
                <c:pt idx="2447">
                  <c:v>0.1</c:v>
                </c:pt>
                <c:pt idx="2448">
                  <c:v>0.1</c:v>
                </c:pt>
                <c:pt idx="2449">
                  <c:v>0.1</c:v>
                </c:pt>
                <c:pt idx="2450">
                  <c:v>0.1</c:v>
                </c:pt>
                <c:pt idx="2451">
                  <c:v>0.1</c:v>
                </c:pt>
                <c:pt idx="2452">
                  <c:v>0.1</c:v>
                </c:pt>
                <c:pt idx="2453">
                  <c:v>0.1</c:v>
                </c:pt>
                <c:pt idx="2454">
                  <c:v>0.1</c:v>
                </c:pt>
                <c:pt idx="2455">
                  <c:v>0.1</c:v>
                </c:pt>
                <c:pt idx="2456">
                  <c:v>0.1</c:v>
                </c:pt>
                <c:pt idx="2457">
                  <c:v>0.1</c:v>
                </c:pt>
                <c:pt idx="2458">
                  <c:v>0.1</c:v>
                </c:pt>
                <c:pt idx="2459">
                  <c:v>0.1</c:v>
                </c:pt>
                <c:pt idx="2460">
                  <c:v>0.1</c:v>
                </c:pt>
                <c:pt idx="2461">
                  <c:v>0.1</c:v>
                </c:pt>
                <c:pt idx="2462">
                  <c:v>0.1</c:v>
                </c:pt>
                <c:pt idx="2463">
                  <c:v>0.1</c:v>
                </c:pt>
                <c:pt idx="2464">
                  <c:v>0.1</c:v>
                </c:pt>
                <c:pt idx="2465">
                  <c:v>0.1</c:v>
                </c:pt>
                <c:pt idx="2466">
                  <c:v>0.1</c:v>
                </c:pt>
                <c:pt idx="2467">
                  <c:v>0.1</c:v>
                </c:pt>
                <c:pt idx="2468">
                  <c:v>0.1</c:v>
                </c:pt>
                <c:pt idx="2469">
                  <c:v>0.1</c:v>
                </c:pt>
                <c:pt idx="2470">
                  <c:v>0.1</c:v>
                </c:pt>
                <c:pt idx="2471">
                  <c:v>0.1</c:v>
                </c:pt>
                <c:pt idx="2472">
                  <c:v>0.1</c:v>
                </c:pt>
                <c:pt idx="2473">
                  <c:v>0.1</c:v>
                </c:pt>
                <c:pt idx="2474">
                  <c:v>0.1</c:v>
                </c:pt>
                <c:pt idx="2475">
                  <c:v>0.1</c:v>
                </c:pt>
                <c:pt idx="2476">
                  <c:v>0.1</c:v>
                </c:pt>
                <c:pt idx="2477">
                  <c:v>0.1</c:v>
                </c:pt>
                <c:pt idx="2478">
                  <c:v>0.1</c:v>
                </c:pt>
                <c:pt idx="2479">
                  <c:v>0.1</c:v>
                </c:pt>
                <c:pt idx="2480">
                  <c:v>0.1</c:v>
                </c:pt>
                <c:pt idx="2481">
                  <c:v>0.1</c:v>
                </c:pt>
                <c:pt idx="2482">
                  <c:v>0.1</c:v>
                </c:pt>
                <c:pt idx="2483">
                  <c:v>0.1</c:v>
                </c:pt>
                <c:pt idx="2484">
                  <c:v>0.1</c:v>
                </c:pt>
                <c:pt idx="2485">
                  <c:v>0.1</c:v>
                </c:pt>
                <c:pt idx="2486">
                  <c:v>0.1</c:v>
                </c:pt>
                <c:pt idx="2487">
                  <c:v>0.1</c:v>
                </c:pt>
                <c:pt idx="2488">
                  <c:v>0.1</c:v>
                </c:pt>
                <c:pt idx="2489">
                  <c:v>0.1</c:v>
                </c:pt>
                <c:pt idx="2490">
                  <c:v>0.1</c:v>
                </c:pt>
                <c:pt idx="2491">
                  <c:v>0.1</c:v>
                </c:pt>
                <c:pt idx="2492">
                  <c:v>0.1</c:v>
                </c:pt>
                <c:pt idx="2493">
                  <c:v>0.1</c:v>
                </c:pt>
                <c:pt idx="2494">
                  <c:v>0.1</c:v>
                </c:pt>
                <c:pt idx="2495">
                  <c:v>0.1</c:v>
                </c:pt>
                <c:pt idx="2496">
                  <c:v>0.1</c:v>
                </c:pt>
                <c:pt idx="2497">
                  <c:v>0.1</c:v>
                </c:pt>
                <c:pt idx="2498">
                  <c:v>0.1</c:v>
                </c:pt>
                <c:pt idx="2499">
                  <c:v>0.1</c:v>
                </c:pt>
                <c:pt idx="2500">
                  <c:v>0.1</c:v>
                </c:pt>
                <c:pt idx="2501">
                  <c:v>0.1</c:v>
                </c:pt>
                <c:pt idx="2502">
                  <c:v>0.1</c:v>
                </c:pt>
                <c:pt idx="2503">
                  <c:v>0.1</c:v>
                </c:pt>
                <c:pt idx="2504">
                  <c:v>0.1</c:v>
                </c:pt>
                <c:pt idx="2505">
                  <c:v>0.1</c:v>
                </c:pt>
                <c:pt idx="2506">
                  <c:v>0.1</c:v>
                </c:pt>
                <c:pt idx="2507">
                  <c:v>0.1</c:v>
                </c:pt>
                <c:pt idx="2508">
                  <c:v>0.1</c:v>
                </c:pt>
                <c:pt idx="2509">
                  <c:v>0.1</c:v>
                </c:pt>
                <c:pt idx="2510">
                  <c:v>0.1</c:v>
                </c:pt>
                <c:pt idx="2511">
                  <c:v>0.1</c:v>
                </c:pt>
                <c:pt idx="2512">
                  <c:v>0.1</c:v>
                </c:pt>
                <c:pt idx="2513">
                  <c:v>0.1</c:v>
                </c:pt>
                <c:pt idx="2514">
                  <c:v>0.1</c:v>
                </c:pt>
                <c:pt idx="2515">
                  <c:v>0.1</c:v>
                </c:pt>
                <c:pt idx="2516">
                  <c:v>0.1</c:v>
                </c:pt>
                <c:pt idx="2517">
                  <c:v>0.1</c:v>
                </c:pt>
                <c:pt idx="2518">
                  <c:v>0.1</c:v>
                </c:pt>
                <c:pt idx="2519">
                  <c:v>0.1</c:v>
                </c:pt>
                <c:pt idx="2520">
                  <c:v>0.1</c:v>
                </c:pt>
                <c:pt idx="2521">
                  <c:v>0.1</c:v>
                </c:pt>
                <c:pt idx="2522">
                  <c:v>0.1</c:v>
                </c:pt>
                <c:pt idx="2523">
                  <c:v>0.1</c:v>
                </c:pt>
                <c:pt idx="2524">
                  <c:v>0.1</c:v>
                </c:pt>
                <c:pt idx="2525">
                  <c:v>0.1</c:v>
                </c:pt>
                <c:pt idx="2526">
                  <c:v>0.1</c:v>
                </c:pt>
                <c:pt idx="2527">
                  <c:v>0.1</c:v>
                </c:pt>
                <c:pt idx="2528">
                  <c:v>0.1</c:v>
                </c:pt>
                <c:pt idx="2529">
                  <c:v>0.1</c:v>
                </c:pt>
                <c:pt idx="2530">
                  <c:v>0.1</c:v>
                </c:pt>
                <c:pt idx="2531">
                  <c:v>0.1</c:v>
                </c:pt>
                <c:pt idx="2532">
                  <c:v>0.1</c:v>
                </c:pt>
                <c:pt idx="2533">
                  <c:v>0.1</c:v>
                </c:pt>
                <c:pt idx="2534">
                  <c:v>0.1</c:v>
                </c:pt>
                <c:pt idx="2535">
                  <c:v>0.1</c:v>
                </c:pt>
                <c:pt idx="2536">
                  <c:v>0.1</c:v>
                </c:pt>
                <c:pt idx="2537">
                  <c:v>0.1</c:v>
                </c:pt>
                <c:pt idx="2538">
                  <c:v>0.1</c:v>
                </c:pt>
                <c:pt idx="2539">
                  <c:v>0.1</c:v>
                </c:pt>
                <c:pt idx="2540">
                  <c:v>0.1</c:v>
                </c:pt>
                <c:pt idx="2541">
                  <c:v>0.1</c:v>
                </c:pt>
                <c:pt idx="2542">
                  <c:v>0.1</c:v>
                </c:pt>
                <c:pt idx="2543">
                  <c:v>0.1</c:v>
                </c:pt>
                <c:pt idx="2544">
                  <c:v>0.1</c:v>
                </c:pt>
                <c:pt idx="2545">
                  <c:v>0.1</c:v>
                </c:pt>
                <c:pt idx="2546">
                  <c:v>0.1</c:v>
                </c:pt>
                <c:pt idx="2547">
                  <c:v>0.1</c:v>
                </c:pt>
                <c:pt idx="2548">
                  <c:v>0.1</c:v>
                </c:pt>
                <c:pt idx="2549">
                  <c:v>0.1</c:v>
                </c:pt>
                <c:pt idx="2550">
                  <c:v>0.1</c:v>
                </c:pt>
                <c:pt idx="2551">
                  <c:v>0.1</c:v>
                </c:pt>
                <c:pt idx="2552">
                  <c:v>0.1</c:v>
                </c:pt>
                <c:pt idx="2553">
                  <c:v>0.1</c:v>
                </c:pt>
                <c:pt idx="2554">
                  <c:v>0.1</c:v>
                </c:pt>
                <c:pt idx="2555">
                  <c:v>0.1</c:v>
                </c:pt>
                <c:pt idx="2556">
                  <c:v>0.1</c:v>
                </c:pt>
                <c:pt idx="2557">
                  <c:v>0.1</c:v>
                </c:pt>
                <c:pt idx="2558">
                  <c:v>0.1</c:v>
                </c:pt>
                <c:pt idx="2559">
                  <c:v>0.1</c:v>
                </c:pt>
                <c:pt idx="2560">
                  <c:v>0.1</c:v>
                </c:pt>
                <c:pt idx="2561">
                  <c:v>0.1</c:v>
                </c:pt>
                <c:pt idx="2562">
                  <c:v>0.1</c:v>
                </c:pt>
                <c:pt idx="2563">
                  <c:v>0.1</c:v>
                </c:pt>
                <c:pt idx="2564">
                  <c:v>0.1</c:v>
                </c:pt>
                <c:pt idx="2565">
                  <c:v>0.1</c:v>
                </c:pt>
                <c:pt idx="2566">
                  <c:v>0.1</c:v>
                </c:pt>
                <c:pt idx="2567">
                  <c:v>0.1</c:v>
                </c:pt>
                <c:pt idx="2568">
                  <c:v>0.1</c:v>
                </c:pt>
                <c:pt idx="2569">
                  <c:v>0.1</c:v>
                </c:pt>
                <c:pt idx="2570">
                  <c:v>0.1</c:v>
                </c:pt>
                <c:pt idx="2571">
                  <c:v>0.1</c:v>
                </c:pt>
                <c:pt idx="2572">
                  <c:v>0.1</c:v>
                </c:pt>
                <c:pt idx="2573">
                  <c:v>0.1</c:v>
                </c:pt>
                <c:pt idx="2574">
                  <c:v>0.1</c:v>
                </c:pt>
                <c:pt idx="2575">
                  <c:v>0.1</c:v>
                </c:pt>
                <c:pt idx="2576">
                  <c:v>0.1</c:v>
                </c:pt>
                <c:pt idx="2577">
                  <c:v>0.1</c:v>
                </c:pt>
                <c:pt idx="2578">
                  <c:v>0.1</c:v>
                </c:pt>
                <c:pt idx="2579">
                  <c:v>0.1</c:v>
                </c:pt>
                <c:pt idx="2580">
                  <c:v>0.1</c:v>
                </c:pt>
                <c:pt idx="2581">
                  <c:v>0.1</c:v>
                </c:pt>
                <c:pt idx="2582">
                  <c:v>0.1</c:v>
                </c:pt>
                <c:pt idx="2583">
                  <c:v>0.1</c:v>
                </c:pt>
                <c:pt idx="2584">
                  <c:v>0.1</c:v>
                </c:pt>
                <c:pt idx="2585">
                  <c:v>0.1</c:v>
                </c:pt>
                <c:pt idx="2586">
                  <c:v>0.1</c:v>
                </c:pt>
                <c:pt idx="2587">
                  <c:v>0.1</c:v>
                </c:pt>
                <c:pt idx="2588">
                  <c:v>0.1</c:v>
                </c:pt>
                <c:pt idx="2589">
                  <c:v>0.1</c:v>
                </c:pt>
                <c:pt idx="2590">
                  <c:v>0.1</c:v>
                </c:pt>
                <c:pt idx="2591">
                  <c:v>0.1</c:v>
                </c:pt>
                <c:pt idx="2592">
                  <c:v>0.1</c:v>
                </c:pt>
                <c:pt idx="2593">
                  <c:v>0.1</c:v>
                </c:pt>
                <c:pt idx="2594">
                  <c:v>0.1</c:v>
                </c:pt>
                <c:pt idx="2595">
                  <c:v>0.1</c:v>
                </c:pt>
                <c:pt idx="2596">
                  <c:v>0.1</c:v>
                </c:pt>
                <c:pt idx="2597">
                  <c:v>0.1</c:v>
                </c:pt>
                <c:pt idx="2598">
                  <c:v>0.1</c:v>
                </c:pt>
                <c:pt idx="2599">
                  <c:v>0.1</c:v>
                </c:pt>
                <c:pt idx="2600">
                  <c:v>0.1</c:v>
                </c:pt>
                <c:pt idx="2601">
                  <c:v>0.1</c:v>
                </c:pt>
                <c:pt idx="2602">
                  <c:v>0.1</c:v>
                </c:pt>
                <c:pt idx="2603">
                  <c:v>0.1</c:v>
                </c:pt>
                <c:pt idx="2604">
                  <c:v>0.1</c:v>
                </c:pt>
                <c:pt idx="2605">
                  <c:v>0.1</c:v>
                </c:pt>
                <c:pt idx="2606">
                  <c:v>0.1</c:v>
                </c:pt>
                <c:pt idx="2607">
                  <c:v>0.1</c:v>
                </c:pt>
                <c:pt idx="2608">
                  <c:v>0.1</c:v>
                </c:pt>
                <c:pt idx="2609">
                  <c:v>0.1</c:v>
                </c:pt>
                <c:pt idx="2610">
                  <c:v>0.1</c:v>
                </c:pt>
                <c:pt idx="2611">
                  <c:v>0.1</c:v>
                </c:pt>
                <c:pt idx="2612">
                  <c:v>0.1</c:v>
                </c:pt>
                <c:pt idx="2613">
                  <c:v>0.1</c:v>
                </c:pt>
                <c:pt idx="2614">
                  <c:v>0.1</c:v>
                </c:pt>
                <c:pt idx="2615">
                  <c:v>0.1</c:v>
                </c:pt>
                <c:pt idx="2616">
                  <c:v>0.1</c:v>
                </c:pt>
                <c:pt idx="2617">
                  <c:v>0.1</c:v>
                </c:pt>
                <c:pt idx="2618">
                  <c:v>0.1</c:v>
                </c:pt>
                <c:pt idx="2619">
                  <c:v>0.1</c:v>
                </c:pt>
                <c:pt idx="2620">
                  <c:v>0.1</c:v>
                </c:pt>
                <c:pt idx="2621">
                  <c:v>0.1</c:v>
                </c:pt>
                <c:pt idx="2622">
                  <c:v>0.1</c:v>
                </c:pt>
                <c:pt idx="2623">
                  <c:v>0.1</c:v>
                </c:pt>
                <c:pt idx="2624">
                  <c:v>0.1</c:v>
                </c:pt>
                <c:pt idx="2625">
                  <c:v>0.1</c:v>
                </c:pt>
                <c:pt idx="2626">
                  <c:v>0.1</c:v>
                </c:pt>
                <c:pt idx="2627">
                  <c:v>0.1</c:v>
                </c:pt>
                <c:pt idx="2628">
                  <c:v>0.1</c:v>
                </c:pt>
                <c:pt idx="2629">
                  <c:v>-0.1</c:v>
                </c:pt>
                <c:pt idx="2630">
                  <c:v>-0.1</c:v>
                </c:pt>
                <c:pt idx="2631">
                  <c:v>-0.1</c:v>
                </c:pt>
                <c:pt idx="2632">
                  <c:v>-0.1</c:v>
                </c:pt>
                <c:pt idx="2633">
                  <c:v>-0.1</c:v>
                </c:pt>
                <c:pt idx="2634">
                  <c:v>-0.1</c:v>
                </c:pt>
                <c:pt idx="2635">
                  <c:v>-0.1</c:v>
                </c:pt>
                <c:pt idx="2636">
                  <c:v>-0.1</c:v>
                </c:pt>
                <c:pt idx="2637">
                  <c:v>-0.1</c:v>
                </c:pt>
                <c:pt idx="2638">
                  <c:v>-0.1</c:v>
                </c:pt>
                <c:pt idx="2639">
                  <c:v>-0.1</c:v>
                </c:pt>
                <c:pt idx="2640">
                  <c:v>-0.1</c:v>
                </c:pt>
                <c:pt idx="2641">
                  <c:v>-0.1</c:v>
                </c:pt>
                <c:pt idx="2642">
                  <c:v>-0.1</c:v>
                </c:pt>
                <c:pt idx="2643">
                  <c:v>-0.1</c:v>
                </c:pt>
                <c:pt idx="2644">
                  <c:v>-0.1</c:v>
                </c:pt>
                <c:pt idx="2645">
                  <c:v>-0.1</c:v>
                </c:pt>
                <c:pt idx="2646">
                  <c:v>-0.1</c:v>
                </c:pt>
                <c:pt idx="2647">
                  <c:v>-0.1</c:v>
                </c:pt>
                <c:pt idx="2648">
                  <c:v>-0.1</c:v>
                </c:pt>
                <c:pt idx="2649">
                  <c:v>-0.1</c:v>
                </c:pt>
                <c:pt idx="2650">
                  <c:v>-0.1</c:v>
                </c:pt>
                <c:pt idx="2651">
                  <c:v>-0.1</c:v>
                </c:pt>
                <c:pt idx="2652">
                  <c:v>-0.1</c:v>
                </c:pt>
                <c:pt idx="2653">
                  <c:v>-0.1</c:v>
                </c:pt>
                <c:pt idx="2654">
                  <c:v>-0.1</c:v>
                </c:pt>
                <c:pt idx="2655">
                  <c:v>-0.1</c:v>
                </c:pt>
                <c:pt idx="2656">
                  <c:v>-0.1</c:v>
                </c:pt>
                <c:pt idx="2657">
                  <c:v>-0.1</c:v>
                </c:pt>
                <c:pt idx="2658">
                  <c:v>-0.1</c:v>
                </c:pt>
                <c:pt idx="2659">
                  <c:v>-0.1</c:v>
                </c:pt>
                <c:pt idx="2660">
                  <c:v>-0.1</c:v>
                </c:pt>
                <c:pt idx="2661">
                  <c:v>-0.1</c:v>
                </c:pt>
                <c:pt idx="2662">
                  <c:v>-0.1</c:v>
                </c:pt>
                <c:pt idx="2663">
                  <c:v>-0.1</c:v>
                </c:pt>
                <c:pt idx="2664">
                  <c:v>-0.1</c:v>
                </c:pt>
                <c:pt idx="2665">
                  <c:v>-0.1</c:v>
                </c:pt>
                <c:pt idx="2666">
                  <c:v>-0.1</c:v>
                </c:pt>
                <c:pt idx="2667">
                  <c:v>-0.1</c:v>
                </c:pt>
                <c:pt idx="2668">
                  <c:v>-0.1</c:v>
                </c:pt>
                <c:pt idx="2669">
                  <c:v>-0.1</c:v>
                </c:pt>
                <c:pt idx="2670">
                  <c:v>-0.1</c:v>
                </c:pt>
                <c:pt idx="2671">
                  <c:v>-0.1</c:v>
                </c:pt>
                <c:pt idx="2672">
                  <c:v>-0.1</c:v>
                </c:pt>
                <c:pt idx="2673">
                  <c:v>-0.1</c:v>
                </c:pt>
                <c:pt idx="2674">
                  <c:v>-0.1</c:v>
                </c:pt>
                <c:pt idx="2675">
                  <c:v>-0.1</c:v>
                </c:pt>
                <c:pt idx="2676">
                  <c:v>-0.1</c:v>
                </c:pt>
                <c:pt idx="2677">
                  <c:v>-0.1</c:v>
                </c:pt>
                <c:pt idx="2678">
                  <c:v>-0.1</c:v>
                </c:pt>
                <c:pt idx="2679">
                  <c:v>-0.1</c:v>
                </c:pt>
                <c:pt idx="2680">
                  <c:v>-0.1</c:v>
                </c:pt>
                <c:pt idx="2681">
                  <c:v>-0.1</c:v>
                </c:pt>
                <c:pt idx="2682">
                  <c:v>-0.1</c:v>
                </c:pt>
                <c:pt idx="2683">
                  <c:v>-0.1</c:v>
                </c:pt>
                <c:pt idx="2684">
                  <c:v>-0.1</c:v>
                </c:pt>
                <c:pt idx="2685">
                  <c:v>-0.1</c:v>
                </c:pt>
                <c:pt idx="2686">
                  <c:v>-0.1</c:v>
                </c:pt>
                <c:pt idx="2687">
                  <c:v>-0.1</c:v>
                </c:pt>
                <c:pt idx="2688">
                  <c:v>-0.1</c:v>
                </c:pt>
                <c:pt idx="2689">
                  <c:v>-0.1</c:v>
                </c:pt>
                <c:pt idx="2690">
                  <c:v>-0.1</c:v>
                </c:pt>
                <c:pt idx="2691">
                  <c:v>-0.1</c:v>
                </c:pt>
                <c:pt idx="2692">
                  <c:v>-0.1</c:v>
                </c:pt>
                <c:pt idx="2693">
                  <c:v>-0.1</c:v>
                </c:pt>
                <c:pt idx="2694">
                  <c:v>-0.1</c:v>
                </c:pt>
                <c:pt idx="2695">
                  <c:v>-0.1</c:v>
                </c:pt>
                <c:pt idx="2696">
                  <c:v>-0.1</c:v>
                </c:pt>
                <c:pt idx="2697">
                  <c:v>-0.1</c:v>
                </c:pt>
                <c:pt idx="2698">
                  <c:v>-0.1</c:v>
                </c:pt>
                <c:pt idx="2699">
                  <c:v>-0.1</c:v>
                </c:pt>
                <c:pt idx="2700">
                  <c:v>-0.1</c:v>
                </c:pt>
                <c:pt idx="2701">
                  <c:v>-0.1</c:v>
                </c:pt>
                <c:pt idx="2702">
                  <c:v>-0.1</c:v>
                </c:pt>
                <c:pt idx="2703">
                  <c:v>-0.1</c:v>
                </c:pt>
                <c:pt idx="2704">
                  <c:v>-0.1</c:v>
                </c:pt>
                <c:pt idx="2705">
                  <c:v>-0.1</c:v>
                </c:pt>
                <c:pt idx="2706">
                  <c:v>-0.1</c:v>
                </c:pt>
                <c:pt idx="2707">
                  <c:v>-0.1</c:v>
                </c:pt>
                <c:pt idx="2708">
                  <c:v>-0.1</c:v>
                </c:pt>
                <c:pt idx="2709">
                  <c:v>-0.1</c:v>
                </c:pt>
                <c:pt idx="2710">
                  <c:v>-0.1</c:v>
                </c:pt>
                <c:pt idx="2711">
                  <c:v>-0.1</c:v>
                </c:pt>
                <c:pt idx="2712">
                  <c:v>-0.1</c:v>
                </c:pt>
                <c:pt idx="2713">
                  <c:v>-0.1</c:v>
                </c:pt>
                <c:pt idx="2714">
                  <c:v>-0.1</c:v>
                </c:pt>
                <c:pt idx="2715">
                  <c:v>-0.1</c:v>
                </c:pt>
                <c:pt idx="2716">
                  <c:v>-0.1</c:v>
                </c:pt>
                <c:pt idx="2717">
                  <c:v>-0.1</c:v>
                </c:pt>
                <c:pt idx="2718">
                  <c:v>-0.1</c:v>
                </c:pt>
                <c:pt idx="2719">
                  <c:v>-0.1</c:v>
                </c:pt>
                <c:pt idx="2720">
                  <c:v>-0.1</c:v>
                </c:pt>
                <c:pt idx="2721">
                  <c:v>-0.1</c:v>
                </c:pt>
                <c:pt idx="2722">
                  <c:v>-0.1</c:v>
                </c:pt>
                <c:pt idx="2723">
                  <c:v>-0.1</c:v>
                </c:pt>
                <c:pt idx="2724">
                  <c:v>-0.1</c:v>
                </c:pt>
                <c:pt idx="2725">
                  <c:v>-0.1</c:v>
                </c:pt>
                <c:pt idx="2726">
                  <c:v>-0.1</c:v>
                </c:pt>
                <c:pt idx="2727">
                  <c:v>-0.1</c:v>
                </c:pt>
                <c:pt idx="2728">
                  <c:v>-0.1</c:v>
                </c:pt>
                <c:pt idx="2729">
                  <c:v>-0.1</c:v>
                </c:pt>
                <c:pt idx="2730">
                  <c:v>-0.1</c:v>
                </c:pt>
                <c:pt idx="2731">
                  <c:v>-0.1</c:v>
                </c:pt>
                <c:pt idx="2732">
                  <c:v>-0.1</c:v>
                </c:pt>
                <c:pt idx="2733">
                  <c:v>-0.1</c:v>
                </c:pt>
                <c:pt idx="2734">
                  <c:v>-0.1</c:v>
                </c:pt>
                <c:pt idx="2735">
                  <c:v>-0.1</c:v>
                </c:pt>
                <c:pt idx="2736">
                  <c:v>-0.1</c:v>
                </c:pt>
                <c:pt idx="2737">
                  <c:v>-0.1</c:v>
                </c:pt>
                <c:pt idx="2738">
                  <c:v>-0.1</c:v>
                </c:pt>
                <c:pt idx="2739">
                  <c:v>-0.1</c:v>
                </c:pt>
                <c:pt idx="2740">
                  <c:v>-0.1</c:v>
                </c:pt>
                <c:pt idx="2741">
                  <c:v>-0.1</c:v>
                </c:pt>
                <c:pt idx="2742">
                  <c:v>-0.1</c:v>
                </c:pt>
                <c:pt idx="2743">
                  <c:v>-0.1</c:v>
                </c:pt>
                <c:pt idx="2744">
                  <c:v>-0.1</c:v>
                </c:pt>
                <c:pt idx="2745">
                  <c:v>-0.1</c:v>
                </c:pt>
                <c:pt idx="2746">
                  <c:v>-0.1</c:v>
                </c:pt>
                <c:pt idx="2747">
                  <c:v>-0.1</c:v>
                </c:pt>
                <c:pt idx="2748">
                  <c:v>-0.1</c:v>
                </c:pt>
                <c:pt idx="2749">
                  <c:v>-0.1</c:v>
                </c:pt>
                <c:pt idx="2750">
                  <c:v>-0.1</c:v>
                </c:pt>
                <c:pt idx="2751">
                  <c:v>-0.1</c:v>
                </c:pt>
                <c:pt idx="2752">
                  <c:v>-0.1</c:v>
                </c:pt>
                <c:pt idx="2753">
                  <c:v>-0.1</c:v>
                </c:pt>
                <c:pt idx="2754">
                  <c:v>-0.1</c:v>
                </c:pt>
                <c:pt idx="2755">
                  <c:v>-0.1</c:v>
                </c:pt>
                <c:pt idx="2756">
                  <c:v>-0.1</c:v>
                </c:pt>
                <c:pt idx="2757">
                  <c:v>-0.1</c:v>
                </c:pt>
                <c:pt idx="2758">
                  <c:v>-0.1</c:v>
                </c:pt>
                <c:pt idx="2759">
                  <c:v>-0.1</c:v>
                </c:pt>
                <c:pt idx="2760">
                  <c:v>-0.1</c:v>
                </c:pt>
                <c:pt idx="2761">
                  <c:v>-0.1</c:v>
                </c:pt>
                <c:pt idx="2762">
                  <c:v>-0.1</c:v>
                </c:pt>
                <c:pt idx="2763">
                  <c:v>-0.1</c:v>
                </c:pt>
                <c:pt idx="2764">
                  <c:v>-0.1</c:v>
                </c:pt>
                <c:pt idx="2765">
                  <c:v>-0.1</c:v>
                </c:pt>
                <c:pt idx="2766">
                  <c:v>-0.1</c:v>
                </c:pt>
                <c:pt idx="2767">
                  <c:v>-0.1</c:v>
                </c:pt>
                <c:pt idx="2768">
                  <c:v>-0.1</c:v>
                </c:pt>
                <c:pt idx="2769">
                  <c:v>-0.1</c:v>
                </c:pt>
                <c:pt idx="2770">
                  <c:v>-0.1</c:v>
                </c:pt>
                <c:pt idx="2771">
                  <c:v>-0.1</c:v>
                </c:pt>
                <c:pt idx="2772">
                  <c:v>-0.1</c:v>
                </c:pt>
                <c:pt idx="2773">
                  <c:v>-0.1</c:v>
                </c:pt>
                <c:pt idx="2774">
                  <c:v>-0.1</c:v>
                </c:pt>
                <c:pt idx="2775">
                  <c:v>-0.1</c:v>
                </c:pt>
                <c:pt idx="2776">
                  <c:v>-0.1</c:v>
                </c:pt>
                <c:pt idx="2777">
                  <c:v>-0.1</c:v>
                </c:pt>
                <c:pt idx="2778">
                  <c:v>-0.1</c:v>
                </c:pt>
                <c:pt idx="2779">
                  <c:v>-0.1</c:v>
                </c:pt>
                <c:pt idx="2780">
                  <c:v>-0.1</c:v>
                </c:pt>
                <c:pt idx="2781">
                  <c:v>-0.1</c:v>
                </c:pt>
                <c:pt idx="2782">
                  <c:v>-0.1</c:v>
                </c:pt>
                <c:pt idx="2783">
                  <c:v>-0.1</c:v>
                </c:pt>
                <c:pt idx="2784">
                  <c:v>-0.1</c:v>
                </c:pt>
                <c:pt idx="2785">
                  <c:v>-0.1</c:v>
                </c:pt>
                <c:pt idx="2786">
                  <c:v>-0.1</c:v>
                </c:pt>
                <c:pt idx="2787">
                  <c:v>-0.1</c:v>
                </c:pt>
                <c:pt idx="2788">
                  <c:v>-0.1</c:v>
                </c:pt>
                <c:pt idx="2789">
                  <c:v>-0.1</c:v>
                </c:pt>
                <c:pt idx="2790">
                  <c:v>-0.1</c:v>
                </c:pt>
                <c:pt idx="2791">
                  <c:v>-0.1</c:v>
                </c:pt>
                <c:pt idx="2792">
                  <c:v>-0.1</c:v>
                </c:pt>
                <c:pt idx="2793">
                  <c:v>-0.1</c:v>
                </c:pt>
                <c:pt idx="2794">
                  <c:v>-0.1</c:v>
                </c:pt>
                <c:pt idx="2795">
                  <c:v>-0.1</c:v>
                </c:pt>
                <c:pt idx="2796">
                  <c:v>-0.1</c:v>
                </c:pt>
                <c:pt idx="2797">
                  <c:v>-0.1</c:v>
                </c:pt>
                <c:pt idx="2798">
                  <c:v>-0.1</c:v>
                </c:pt>
                <c:pt idx="2799">
                  <c:v>-0.1</c:v>
                </c:pt>
                <c:pt idx="2800">
                  <c:v>-0.1</c:v>
                </c:pt>
                <c:pt idx="2801">
                  <c:v>-0.1</c:v>
                </c:pt>
                <c:pt idx="2802">
                  <c:v>-0.1</c:v>
                </c:pt>
                <c:pt idx="2803">
                  <c:v>-0.1</c:v>
                </c:pt>
                <c:pt idx="2804">
                  <c:v>-0.1</c:v>
                </c:pt>
                <c:pt idx="2805">
                  <c:v>-0.1</c:v>
                </c:pt>
                <c:pt idx="2806">
                  <c:v>-0.1</c:v>
                </c:pt>
                <c:pt idx="2807">
                  <c:v>-0.1</c:v>
                </c:pt>
                <c:pt idx="2808">
                  <c:v>-0.1</c:v>
                </c:pt>
                <c:pt idx="2809">
                  <c:v>-0.1</c:v>
                </c:pt>
                <c:pt idx="2810">
                  <c:v>-0.1</c:v>
                </c:pt>
                <c:pt idx="2811">
                  <c:v>-0.1</c:v>
                </c:pt>
                <c:pt idx="2812">
                  <c:v>-0.1</c:v>
                </c:pt>
                <c:pt idx="2813">
                  <c:v>-0.1</c:v>
                </c:pt>
                <c:pt idx="2814">
                  <c:v>-0.1</c:v>
                </c:pt>
                <c:pt idx="2815">
                  <c:v>-0.1</c:v>
                </c:pt>
                <c:pt idx="2816">
                  <c:v>-0.1</c:v>
                </c:pt>
                <c:pt idx="2817">
                  <c:v>-0.1</c:v>
                </c:pt>
                <c:pt idx="2818">
                  <c:v>-0.1</c:v>
                </c:pt>
                <c:pt idx="2819">
                  <c:v>-0.1</c:v>
                </c:pt>
                <c:pt idx="2820">
                  <c:v>-0.1</c:v>
                </c:pt>
                <c:pt idx="2821">
                  <c:v>-0.1</c:v>
                </c:pt>
                <c:pt idx="2822">
                  <c:v>-0.1</c:v>
                </c:pt>
                <c:pt idx="2823">
                  <c:v>-0.1</c:v>
                </c:pt>
                <c:pt idx="2824">
                  <c:v>-0.1</c:v>
                </c:pt>
                <c:pt idx="2825">
                  <c:v>-0.1</c:v>
                </c:pt>
                <c:pt idx="2826">
                  <c:v>-0.1</c:v>
                </c:pt>
                <c:pt idx="2827">
                  <c:v>-0.1</c:v>
                </c:pt>
                <c:pt idx="2828">
                  <c:v>-0.1</c:v>
                </c:pt>
                <c:pt idx="2829">
                  <c:v>-0.1</c:v>
                </c:pt>
                <c:pt idx="2830">
                  <c:v>-0.1</c:v>
                </c:pt>
                <c:pt idx="2831">
                  <c:v>-0.1</c:v>
                </c:pt>
                <c:pt idx="2832">
                  <c:v>-0.1</c:v>
                </c:pt>
                <c:pt idx="2833">
                  <c:v>-0.1</c:v>
                </c:pt>
                <c:pt idx="2834">
                  <c:v>-0.1</c:v>
                </c:pt>
                <c:pt idx="2835">
                  <c:v>-0.1</c:v>
                </c:pt>
                <c:pt idx="2836">
                  <c:v>-0.1</c:v>
                </c:pt>
                <c:pt idx="2837">
                  <c:v>-0.1</c:v>
                </c:pt>
                <c:pt idx="2838">
                  <c:v>-0.1</c:v>
                </c:pt>
                <c:pt idx="2839">
                  <c:v>-0.1</c:v>
                </c:pt>
                <c:pt idx="2840">
                  <c:v>-0.1</c:v>
                </c:pt>
                <c:pt idx="2841">
                  <c:v>-0.1</c:v>
                </c:pt>
                <c:pt idx="2842">
                  <c:v>-0.1</c:v>
                </c:pt>
                <c:pt idx="2843">
                  <c:v>-0.1</c:v>
                </c:pt>
                <c:pt idx="2844">
                  <c:v>-0.1</c:v>
                </c:pt>
                <c:pt idx="2845">
                  <c:v>-0.1</c:v>
                </c:pt>
                <c:pt idx="2846">
                  <c:v>-0.1</c:v>
                </c:pt>
                <c:pt idx="2847">
                  <c:v>-0.1</c:v>
                </c:pt>
                <c:pt idx="2848">
                  <c:v>-0.1</c:v>
                </c:pt>
                <c:pt idx="2849">
                  <c:v>-0.1</c:v>
                </c:pt>
                <c:pt idx="2850">
                  <c:v>-0.1</c:v>
                </c:pt>
                <c:pt idx="2851">
                  <c:v>-0.1</c:v>
                </c:pt>
                <c:pt idx="2852">
                  <c:v>-0.1</c:v>
                </c:pt>
                <c:pt idx="2853">
                  <c:v>-0.1</c:v>
                </c:pt>
                <c:pt idx="2854">
                  <c:v>-0.1</c:v>
                </c:pt>
                <c:pt idx="2855">
                  <c:v>-0.1</c:v>
                </c:pt>
                <c:pt idx="2856">
                  <c:v>-0.1</c:v>
                </c:pt>
                <c:pt idx="2857">
                  <c:v>-0.1</c:v>
                </c:pt>
                <c:pt idx="2858">
                  <c:v>-0.1</c:v>
                </c:pt>
                <c:pt idx="2859">
                  <c:v>-0.1</c:v>
                </c:pt>
                <c:pt idx="2860">
                  <c:v>-0.1</c:v>
                </c:pt>
                <c:pt idx="2861">
                  <c:v>-0.1</c:v>
                </c:pt>
                <c:pt idx="2862">
                  <c:v>-0.1</c:v>
                </c:pt>
                <c:pt idx="2863">
                  <c:v>-0.1</c:v>
                </c:pt>
                <c:pt idx="2864">
                  <c:v>-0.1</c:v>
                </c:pt>
                <c:pt idx="2865">
                  <c:v>-0.1</c:v>
                </c:pt>
                <c:pt idx="2866">
                  <c:v>-0.1</c:v>
                </c:pt>
                <c:pt idx="2867">
                  <c:v>-0.1</c:v>
                </c:pt>
                <c:pt idx="2868">
                  <c:v>-0.1</c:v>
                </c:pt>
                <c:pt idx="2869">
                  <c:v>-0.1</c:v>
                </c:pt>
                <c:pt idx="2870">
                  <c:v>-0.1</c:v>
                </c:pt>
                <c:pt idx="2871">
                  <c:v>-0.1</c:v>
                </c:pt>
                <c:pt idx="2872">
                  <c:v>-0.1</c:v>
                </c:pt>
                <c:pt idx="2873">
                  <c:v>-0.1</c:v>
                </c:pt>
                <c:pt idx="2874">
                  <c:v>-0.1</c:v>
                </c:pt>
                <c:pt idx="2875">
                  <c:v>-0.1</c:v>
                </c:pt>
                <c:pt idx="2876">
                  <c:v>-0.1</c:v>
                </c:pt>
                <c:pt idx="2877">
                  <c:v>-0.1</c:v>
                </c:pt>
                <c:pt idx="2878">
                  <c:v>-0.1</c:v>
                </c:pt>
                <c:pt idx="2879">
                  <c:v>-0.1</c:v>
                </c:pt>
                <c:pt idx="2880">
                  <c:v>-0.1</c:v>
                </c:pt>
                <c:pt idx="2881">
                  <c:v>-0.1</c:v>
                </c:pt>
                <c:pt idx="2882">
                  <c:v>-0.1</c:v>
                </c:pt>
                <c:pt idx="2883">
                  <c:v>-0.1</c:v>
                </c:pt>
                <c:pt idx="2884">
                  <c:v>-0.1</c:v>
                </c:pt>
                <c:pt idx="2885">
                  <c:v>-0.1</c:v>
                </c:pt>
                <c:pt idx="2886">
                  <c:v>-0.1</c:v>
                </c:pt>
                <c:pt idx="2887">
                  <c:v>-0.1</c:v>
                </c:pt>
                <c:pt idx="2888">
                  <c:v>-0.1</c:v>
                </c:pt>
                <c:pt idx="2889">
                  <c:v>-0.1</c:v>
                </c:pt>
                <c:pt idx="2890">
                  <c:v>-0.1</c:v>
                </c:pt>
                <c:pt idx="2891">
                  <c:v>-0.1</c:v>
                </c:pt>
                <c:pt idx="2892">
                  <c:v>-0.1</c:v>
                </c:pt>
                <c:pt idx="2893">
                  <c:v>-0.1</c:v>
                </c:pt>
                <c:pt idx="2894">
                  <c:v>-0.1</c:v>
                </c:pt>
                <c:pt idx="2895">
                  <c:v>-0.1</c:v>
                </c:pt>
                <c:pt idx="2896">
                  <c:v>-0.1</c:v>
                </c:pt>
                <c:pt idx="2897">
                  <c:v>-0.1</c:v>
                </c:pt>
                <c:pt idx="2898">
                  <c:v>-0.1</c:v>
                </c:pt>
                <c:pt idx="2899">
                  <c:v>-0.1</c:v>
                </c:pt>
                <c:pt idx="2900">
                  <c:v>-0.1</c:v>
                </c:pt>
                <c:pt idx="2901">
                  <c:v>-0.1</c:v>
                </c:pt>
                <c:pt idx="2902">
                  <c:v>-0.1</c:v>
                </c:pt>
                <c:pt idx="2903">
                  <c:v>-0.1</c:v>
                </c:pt>
                <c:pt idx="2904">
                  <c:v>-0.1</c:v>
                </c:pt>
                <c:pt idx="2905">
                  <c:v>-0.1</c:v>
                </c:pt>
                <c:pt idx="2906">
                  <c:v>-0.1</c:v>
                </c:pt>
                <c:pt idx="2907">
                  <c:v>-0.1</c:v>
                </c:pt>
                <c:pt idx="2908">
                  <c:v>-0.1</c:v>
                </c:pt>
                <c:pt idx="2909">
                  <c:v>-0.1</c:v>
                </c:pt>
                <c:pt idx="2910">
                  <c:v>-0.1</c:v>
                </c:pt>
                <c:pt idx="2911">
                  <c:v>-0.1</c:v>
                </c:pt>
                <c:pt idx="2912">
                  <c:v>-0.1</c:v>
                </c:pt>
                <c:pt idx="2913">
                  <c:v>-0.1</c:v>
                </c:pt>
                <c:pt idx="2914">
                  <c:v>-0.1</c:v>
                </c:pt>
                <c:pt idx="2915">
                  <c:v>-0.1</c:v>
                </c:pt>
                <c:pt idx="2916">
                  <c:v>-0.1</c:v>
                </c:pt>
                <c:pt idx="2917">
                  <c:v>-0.1</c:v>
                </c:pt>
                <c:pt idx="2918">
                  <c:v>-0.1</c:v>
                </c:pt>
                <c:pt idx="2919">
                  <c:v>-0.1</c:v>
                </c:pt>
                <c:pt idx="2920">
                  <c:v>-0.1</c:v>
                </c:pt>
                <c:pt idx="2921">
                  <c:v>-0.1</c:v>
                </c:pt>
                <c:pt idx="2922">
                  <c:v>-0.1</c:v>
                </c:pt>
                <c:pt idx="2923">
                  <c:v>-0.1</c:v>
                </c:pt>
                <c:pt idx="2924">
                  <c:v>-0.1</c:v>
                </c:pt>
                <c:pt idx="2925">
                  <c:v>-0.1</c:v>
                </c:pt>
                <c:pt idx="2926">
                  <c:v>-0.1</c:v>
                </c:pt>
                <c:pt idx="2927">
                  <c:v>-0.1</c:v>
                </c:pt>
                <c:pt idx="2928">
                  <c:v>-0.1</c:v>
                </c:pt>
                <c:pt idx="2929">
                  <c:v>-0.1</c:v>
                </c:pt>
                <c:pt idx="2930">
                  <c:v>-0.1</c:v>
                </c:pt>
                <c:pt idx="2931">
                  <c:v>-0.1</c:v>
                </c:pt>
                <c:pt idx="2932">
                  <c:v>-0.1</c:v>
                </c:pt>
                <c:pt idx="2933">
                  <c:v>-0.1</c:v>
                </c:pt>
                <c:pt idx="2934">
                  <c:v>-0.1</c:v>
                </c:pt>
                <c:pt idx="2935">
                  <c:v>-0.1</c:v>
                </c:pt>
                <c:pt idx="2936">
                  <c:v>-0.1</c:v>
                </c:pt>
                <c:pt idx="2937">
                  <c:v>-0.1</c:v>
                </c:pt>
                <c:pt idx="2938">
                  <c:v>-0.1</c:v>
                </c:pt>
                <c:pt idx="2939">
                  <c:v>-0.1</c:v>
                </c:pt>
                <c:pt idx="2940">
                  <c:v>-0.1</c:v>
                </c:pt>
                <c:pt idx="2941">
                  <c:v>-0.1</c:v>
                </c:pt>
                <c:pt idx="2942">
                  <c:v>-0.1</c:v>
                </c:pt>
                <c:pt idx="2943">
                  <c:v>-0.1</c:v>
                </c:pt>
                <c:pt idx="2944">
                  <c:v>-0.1</c:v>
                </c:pt>
                <c:pt idx="2945">
                  <c:v>-0.1</c:v>
                </c:pt>
                <c:pt idx="2946">
                  <c:v>-0.1</c:v>
                </c:pt>
                <c:pt idx="2947">
                  <c:v>-0.1</c:v>
                </c:pt>
                <c:pt idx="2948">
                  <c:v>-0.1</c:v>
                </c:pt>
                <c:pt idx="2949">
                  <c:v>-0.1</c:v>
                </c:pt>
                <c:pt idx="2950">
                  <c:v>-0.1</c:v>
                </c:pt>
                <c:pt idx="2951">
                  <c:v>-0.1</c:v>
                </c:pt>
                <c:pt idx="2952">
                  <c:v>-0.1</c:v>
                </c:pt>
                <c:pt idx="2953">
                  <c:v>-0.1</c:v>
                </c:pt>
                <c:pt idx="2954">
                  <c:v>-0.1</c:v>
                </c:pt>
                <c:pt idx="2955">
                  <c:v>-0.1</c:v>
                </c:pt>
                <c:pt idx="2956">
                  <c:v>-0.1</c:v>
                </c:pt>
                <c:pt idx="2957">
                  <c:v>-0.1</c:v>
                </c:pt>
                <c:pt idx="2958">
                  <c:v>-0.1</c:v>
                </c:pt>
                <c:pt idx="2959">
                  <c:v>-0.1</c:v>
                </c:pt>
                <c:pt idx="2960">
                  <c:v>-0.1</c:v>
                </c:pt>
                <c:pt idx="2961">
                  <c:v>-0.1</c:v>
                </c:pt>
                <c:pt idx="2962">
                  <c:v>-0.1</c:v>
                </c:pt>
                <c:pt idx="2963">
                  <c:v>-0.1</c:v>
                </c:pt>
                <c:pt idx="2964">
                  <c:v>-0.1</c:v>
                </c:pt>
                <c:pt idx="2965">
                  <c:v>-0.1</c:v>
                </c:pt>
                <c:pt idx="2966">
                  <c:v>-0.1</c:v>
                </c:pt>
                <c:pt idx="2967">
                  <c:v>-0.1</c:v>
                </c:pt>
                <c:pt idx="2968">
                  <c:v>-0.1</c:v>
                </c:pt>
                <c:pt idx="2969">
                  <c:v>-0.1</c:v>
                </c:pt>
                <c:pt idx="2970">
                  <c:v>-0.1</c:v>
                </c:pt>
                <c:pt idx="2971">
                  <c:v>-0.1</c:v>
                </c:pt>
                <c:pt idx="2972">
                  <c:v>-0.1</c:v>
                </c:pt>
                <c:pt idx="2973">
                  <c:v>-0.1</c:v>
                </c:pt>
                <c:pt idx="2974">
                  <c:v>-0.1</c:v>
                </c:pt>
                <c:pt idx="2975">
                  <c:v>-0.1</c:v>
                </c:pt>
                <c:pt idx="2976">
                  <c:v>-0.1</c:v>
                </c:pt>
                <c:pt idx="2977">
                  <c:v>-0.1</c:v>
                </c:pt>
                <c:pt idx="2978">
                  <c:v>-0.1</c:v>
                </c:pt>
                <c:pt idx="2979">
                  <c:v>-0.1</c:v>
                </c:pt>
                <c:pt idx="2980">
                  <c:v>-0.1</c:v>
                </c:pt>
                <c:pt idx="2981">
                  <c:v>-0.1</c:v>
                </c:pt>
                <c:pt idx="2982">
                  <c:v>-0.1</c:v>
                </c:pt>
                <c:pt idx="2983">
                  <c:v>-0.1</c:v>
                </c:pt>
                <c:pt idx="2984">
                  <c:v>-0.1</c:v>
                </c:pt>
                <c:pt idx="2985">
                  <c:v>-0.1</c:v>
                </c:pt>
                <c:pt idx="2986">
                  <c:v>-0.1</c:v>
                </c:pt>
                <c:pt idx="2987">
                  <c:v>-0.1</c:v>
                </c:pt>
                <c:pt idx="2988">
                  <c:v>-0.1</c:v>
                </c:pt>
                <c:pt idx="2989">
                  <c:v>-0.1</c:v>
                </c:pt>
                <c:pt idx="2990">
                  <c:v>-0.1</c:v>
                </c:pt>
                <c:pt idx="2991">
                  <c:v>-0.1</c:v>
                </c:pt>
                <c:pt idx="2992">
                  <c:v>-0.1</c:v>
                </c:pt>
                <c:pt idx="2993">
                  <c:v>-0.1</c:v>
                </c:pt>
                <c:pt idx="2994">
                  <c:v>-0.1</c:v>
                </c:pt>
                <c:pt idx="2995">
                  <c:v>-0.1</c:v>
                </c:pt>
                <c:pt idx="2996">
                  <c:v>-0.1</c:v>
                </c:pt>
                <c:pt idx="2997">
                  <c:v>-0.1</c:v>
                </c:pt>
                <c:pt idx="2998">
                  <c:v>-0.1</c:v>
                </c:pt>
                <c:pt idx="2999">
                  <c:v>-0.1</c:v>
                </c:pt>
                <c:pt idx="3000">
                  <c:v>-0.1</c:v>
                </c:pt>
                <c:pt idx="3001">
                  <c:v>-0.1</c:v>
                </c:pt>
                <c:pt idx="3002">
                  <c:v>-0.1</c:v>
                </c:pt>
                <c:pt idx="3003">
                  <c:v>-0.1</c:v>
                </c:pt>
                <c:pt idx="3004">
                  <c:v>-0.1</c:v>
                </c:pt>
                <c:pt idx="3005">
                  <c:v>-0.1</c:v>
                </c:pt>
                <c:pt idx="3006">
                  <c:v>-0.1</c:v>
                </c:pt>
                <c:pt idx="3007">
                  <c:v>-0.1</c:v>
                </c:pt>
                <c:pt idx="3008">
                  <c:v>-0.1</c:v>
                </c:pt>
                <c:pt idx="3009">
                  <c:v>-0.1</c:v>
                </c:pt>
                <c:pt idx="3010">
                  <c:v>-0.1</c:v>
                </c:pt>
                <c:pt idx="3011">
                  <c:v>-0.1</c:v>
                </c:pt>
                <c:pt idx="3012">
                  <c:v>-0.1</c:v>
                </c:pt>
                <c:pt idx="3013">
                  <c:v>-0.1</c:v>
                </c:pt>
                <c:pt idx="3014">
                  <c:v>-0.1</c:v>
                </c:pt>
                <c:pt idx="3015">
                  <c:v>-0.1</c:v>
                </c:pt>
                <c:pt idx="3016">
                  <c:v>-0.1</c:v>
                </c:pt>
                <c:pt idx="3017">
                  <c:v>-0.1</c:v>
                </c:pt>
                <c:pt idx="3018">
                  <c:v>-0.1</c:v>
                </c:pt>
                <c:pt idx="3019">
                  <c:v>-0.1</c:v>
                </c:pt>
                <c:pt idx="3020">
                  <c:v>-0.1</c:v>
                </c:pt>
                <c:pt idx="3021">
                  <c:v>-0.1</c:v>
                </c:pt>
                <c:pt idx="3022">
                  <c:v>-0.1</c:v>
                </c:pt>
                <c:pt idx="3023">
                  <c:v>-0.1</c:v>
                </c:pt>
                <c:pt idx="3024">
                  <c:v>-0.1</c:v>
                </c:pt>
                <c:pt idx="3025">
                  <c:v>-0.1</c:v>
                </c:pt>
                <c:pt idx="3026">
                  <c:v>-0.1</c:v>
                </c:pt>
                <c:pt idx="3027">
                  <c:v>-0.1</c:v>
                </c:pt>
                <c:pt idx="3028">
                  <c:v>-0.1</c:v>
                </c:pt>
                <c:pt idx="3029">
                  <c:v>-0.1</c:v>
                </c:pt>
                <c:pt idx="3030">
                  <c:v>-0.1</c:v>
                </c:pt>
                <c:pt idx="3031">
                  <c:v>-0.1</c:v>
                </c:pt>
                <c:pt idx="3032">
                  <c:v>-0.1</c:v>
                </c:pt>
                <c:pt idx="3033">
                  <c:v>-0.1</c:v>
                </c:pt>
                <c:pt idx="3034">
                  <c:v>-0.1</c:v>
                </c:pt>
                <c:pt idx="3035">
                  <c:v>-0.1</c:v>
                </c:pt>
                <c:pt idx="3036">
                  <c:v>-0.1</c:v>
                </c:pt>
                <c:pt idx="3037">
                  <c:v>-0.1</c:v>
                </c:pt>
                <c:pt idx="3038">
                  <c:v>-0.1</c:v>
                </c:pt>
                <c:pt idx="3039">
                  <c:v>-0.1</c:v>
                </c:pt>
                <c:pt idx="3040">
                  <c:v>-0.1</c:v>
                </c:pt>
                <c:pt idx="3041">
                  <c:v>-0.1</c:v>
                </c:pt>
                <c:pt idx="3042">
                  <c:v>-0.1</c:v>
                </c:pt>
                <c:pt idx="3043">
                  <c:v>-0.1</c:v>
                </c:pt>
                <c:pt idx="3044">
                  <c:v>-0.1</c:v>
                </c:pt>
                <c:pt idx="3045">
                  <c:v>-0.1</c:v>
                </c:pt>
                <c:pt idx="3046">
                  <c:v>-0.1</c:v>
                </c:pt>
                <c:pt idx="3047">
                  <c:v>-0.1</c:v>
                </c:pt>
                <c:pt idx="3048">
                  <c:v>-0.1</c:v>
                </c:pt>
                <c:pt idx="3049">
                  <c:v>-0.1</c:v>
                </c:pt>
                <c:pt idx="3050">
                  <c:v>-0.1</c:v>
                </c:pt>
                <c:pt idx="3051">
                  <c:v>-0.1</c:v>
                </c:pt>
                <c:pt idx="3052">
                  <c:v>-0.1</c:v>
                </c:pt>
                <c:pt idx="3053">
                  <c:v>-0.1</c:v>
                </c:pt>
                <c:pt idx="3054">
                  <c:v>-0.1</c:v>
                </c:pt>
                <c:pt idx="3055">
                  <c:v>-0.1</c:v>
                </c:pt>
                <c:pt idx="3056">
                  <c:v>-0.1</c:v>
                </c:pt>
                <c:pt idx="3057">
                  <c:v>-0.1</c:v>
                </c:pt>
                <c:pt idx="3058">
                  <c:v>-0.1</c:v>
                </c:pt>
                <c:pt idx="3059">
                  <c:v>-0.1</c:v>
                </c:pt>
                <c:pt idx="3060">
                  <c:v>-0.1</c:v>
                </c:pt>
                <c:pt idx="3061">
                  <c:v>-0.1</c:v>
                </c:pt>
                <c:pt idx="3062">
                  <c:v>-0.1</c:v>
                </c:pt>
                <c:pt idx="3063">
                  <c:v>-0.1</c:v>
                </c:pt>
                <c:pt idx="3064">
                  <c:v>-0.1</c:v>
                </c:pt>
                <c:pt idx="3065">
                  <c:v>-0.1</c:v>
                </c:pt>
                <c:pt idx="3066">
                  <c:v>-0.1</c:v>
                </c:pt>
                <c:pt idx="3067">
                  <c:v>-0.1</c:v>
                </c:pt>
                <c:pt idx="3068">
                  <c:v>-0.1</c:v>
                </c:pt>
                <c:pt idx="3069">
                  <c:v>-0.1</c:v>
                </c:pt>
                <c:pt idx="3070">
                  <c:v>-0.1</c:v>
                </c:pt>
                <c:pt idx="3071">
                  <c:v>-0.1</c:v>
                </c:pt>
                <c:pt idx="3072">
                  <c:v>-0.1</c:v>
                </c:pt>
                <c:pt idx="3073">
                  <c:v>-0.1</c:v>
                </c:pt>
                <c:pt idx="3074">
                  <c:v>-0.1</c:v>
                </c:pt>
                <c:pt idx="3075">
                  <c:v>-0.1</c:v>
                </c:pt>
                <c:pt idx="3076">
                  <c:v>-0.1</c:v>
                </c:pt>
                <c:pt idx="3077">
                  <c:v>-0.1</c:v>
                </c:pt>
                <c:pt idx="3078">
                  <c:v>-0.1</c:v>
                </c:pt>
                <c:pt idx="3079">
                  <c:v>-0.1</c:v>
                </c:pt>
                <c:pt idx="3080">
                  <c:v>-0.1</c:v>
                </c:pt>
                <c:pt idx="3081">
                  <c:v>-0.1</c:v>
                </c:pt>
                <c:pt idx="3082">
                  <c:v>-0.1</c:v>
                </c:pt>
                <c:pt idx="3083">
                  <c:v>-0.1</c:v>
                </c:pt>
                <c:pt idx="3084">
                  <c:v>-0.1</c:v>
                </c:pt>
                <c:pt idx="3085">
                  <c:v>-0.1</c:v>
                </c:pt>
                <c:pt idx="3086">
                  <c:v>-0.1</c:v>
                </c:pt>
                <c:pt idx="3087">
                  <c:v>-0.1</c:v>
                </c:pt>
                <c:pt idx="3088">
                  <c:v>-0.1</c:v>
                </c:pt>
                <c:pt idx="3089">
                  <c:v>-0.1</c:v>
                </c:pt>
                <c:pt idx="3090">
                  <c:v>-0.1</c:v>
                </c:pt>
                <c:pt idx="3091">
                  <c:v>-0.1</c:v>
                </c:pt>
                <c:pt idx="3092">
                  <c:v>-0.1</c:v>
                </c:pt>
                <c:pt idx="3093">
                  <c:v>-0.1</c:v>
                </c:pt>
                <c:pt idx="3094">
                  <c:v>-0.1</c:v>
                </c:pt>
                <c:pt idx="3095">
                  <c:v>-0.1</c:v>
                </c:pt>
                <c:pt idx="3096">
                  <c:v>-0.1</c:v>
                </c:pt>
                <c:pt idx="3097">
                  <c:v>-0.1</c:v>
                </c:pt>
                <c:pt idx="3098">
                  <c:v>-0.1</c:v>
                </c:pt>
                <c:pt idx="3099">
                  <c:v>-0.1</c:v>
                </c:pt>
                <c:pt idx="3100">
                  <c:v>-0.1</c:v>
                </c:pt>
                <c:pt idx="3101">
                  <c:v>-0.1</c:v>
                </c:pt>
                <c:pt idx="3102">
                  <c:v>-0.1</c:v>
                </c:pt>
                <c:pt idx="3103">
                  <c:v>-0.1</c:v>
                </c:pt>
                <c:pt idx="3104">
                  <c:v>-0.1</c:v>
                </c:pt>
                <c:pt idx="3105">
                  <c:v>-0.1</c:v>
                </c:pt>
                <c:pt idx="3106">
                  <c:v>-0.1</c:v>
                </c:pt>
                <c:pt idx="3107">
                  <c:v>-0.1</c:v>
                </c:pt>
                <c:pt idx="3108">
                  <c:v>-0.1</c:v>
                </c:pt>
                <c:pt idx="3109">
                  <c:v>-0.1</c:v>
                </c:pt>
                <c:pt idx="3110">
                  <c:v>-0.1</c:v>
                </c:pt>
                <c:pt idx="3111">
                  <c:v>-0.1</c:v>
                </c:pt>
                <c:pt idx="3112">
                  <c:v>-0.1</c:v>
                </c:pt>
                <c:pt idx="3113">
                  <c:v>-0.1</c:v>
                </c:pt>
                <c:pt idx="3114">
                  <c:v>-0.1</c:v>
                </c:pt>
                <c:pt idx="3115">
                  <c:v>-0.1</c:v>
                </c:pt>
                <c:pt idx="3116">
                  <c:v>-0.1</c:v>
                </c:pt>
                <c:pt idx="3117">
                  <c:v>-0.1</c:v>
                </c:pt>
                <c:pt idx="3118">
                  <c:v>-0.1</c:v>
                </c:pt>
                <c:pt idx="3119">
                  <c:v>-0.1</c:v>
                </c:pt>
                <c:pt idx="3120">
                  <c:v>-0.1</c:v>
                </c:pt>
                <c:pt idx="3121">
                  <c:v>-0.1</c:v>
                </c:pt>
                <c:pt idx="3122">
                  <c:v>-0.1</c:v>
                </c:pt>
                <c:pt idx="3123">
                  <c:v>-0.1</c:v>
                </c:pt>
                <c:pt idx="3124">
                  <c:v>-0.1</c:v>
                </c:pt>
                <c:pt idx="3125">
                  <c:v>-0.1</c:v>
                </c:pt>
                <c:pt idx="3126">
                  <c:v>-0.1</c:v>
                </c:pt>
                <c:pt idx="3127">
                  <c:v>-0.1</c:v>
                </c:pt>
                <c:pt idx="3128">
                  <c:v>-0.1</c:v>
                </c:pt>
                <c:pt idx="3129">
                  <c:v>-0.1</c:v>
                </c:pt>
                <c:pt idx="3130">
                  <c:v>-0.1</c:v>
                </c:pt>
                <c:pt idx="3131">
                  <c:v>-0.1</c:v>
                </c:pt>
                <c:pt idx="3132">
                  <c:v>-0.1</c:v>
                </c:pt>
                <c:pt idx="3133">
                  <c:v>-0.1</c:v>
                </c:pt>
                <c:pt idx="3134">
                  <c:v>-0.1</c:v>
                </c:pt>
                <c:pt idx="3135">
                  <c:v>-0.1</c:v>
                </c:pt>
                <c:pt idx="3136">
                  <c:v>-0.1</c:v>
                </c:pt>
                <c:pt idx="3137">
                  <c:v>-0.1</c:v>
                </c:pt>
                <c:pt idx="3138">
                  <c:v>-0.1</c:v>
                </c:pt>
                <c:pt idx="3139">
                  <c:v>-0.1</c:v>
                </c:pt>
                <c:pt idx="3140">
                  <c:v>-0.1</c:v>
                </c:pt>
                <c:pt idx="3141">
                  <c:v>-0.1</c:v>
                </c:pt>
                <c:pt idx="3142">
                  <c:v>-0.1</c:v>
                </c:pt>
                <c:pt idx="3143">
                  <c:v>-0.1</c:v>
                </c:pt>
                <c:pt idx="3144">
                  <c:v>-0.1</c:v>
                </c:pt>
                <c:pt idx="3145">
                  <c:v>-0.1</c:v>
                </c:pt>
                <c:pt idx="3146">
                  <c:v>-0.1</c:v>
                </c:pt>
                <c:pt idx="3147">
                  <c:v>-0.1</c:v>
                </c:pt>
                <c:pt idx="3148">
                  <c:v>-0.1</c:v>
                </c:pt>
                <c:pt idx="3149">
                  <c:v>-0.1</c:v>
                </c:pt>
                <c:pt idx="3150">
                  <c:v>-0.1</c:v>
                </c:pt>
                <c:pt idx="3151">
                  <c:v>-0.1</c:v>
                </c:pt>
                <c:pt idx="3152">
                  <c:v>-0.1</c:v>
                </c:pt>
                <c:pt idx="3153">
                  <c:v>-0.1</c:v>
                </c:pt>
                <c:pt idx="3154">
                  <c:v>-0.1</c:v>
                </c:pt>
                <c:pt idx="3155">
                  <c:v>-0.1</c:v>
                </c:pt>
                <c:pt idx="3156">
                  <c:v>-0.1</c:v>
                </c:pt>
                <c:pt idx="3157">
                  <c:v>-0.1</c:v>
                </c:pt>
                <c:pt idx="3158">
                  <c:v>-0.1</c:v>
                </c:pt>
                <c:pt idx="3159">
                  <c:v>-0.1</c:v>
                </c:pt>
                <c:pt idx="3160">
                  <c:v>-0.1</c:v>
                </c:pt>
                <c:pt idx="3161">
                  <c:v>-0.1</c:v>
                </c:pt>
                <c:pt idx="3162">
                  <c:v>-0.1</c:v>
                </c:pt>
                <c:pt idx="3163">
                  <c:v>-0.1</c:v>
                </c:pt>
                <c:pt idx="3164">
                  <c:v>-0.1</c:v>
                </c:pt>
                <c:pt idx="3165">
                  <c:v>-0.1</c:v>
                </c:pt>
                <c:pt idx="3166">
                  <c:v>-0.1</c:v>
                </c:pt>
                <c:pt idx="3167">
                  <c:v>-0.1</c:v>
                </c:pt>
                <c:pt idx="3168">
                  <c:v>-0.1</c:v>
                </c:pt>
                <c:pt idx="3169">
                  <c:v>-0.1</c:v>
                </c:pt>
                <c:pt idx="3170">
                  <c:v>-0.1</c:v>
                </c:pt>
                <c:pt idx="3171">
                  <c:v>-0.1</c:v>
                </c:pt>
                <c:pt idx="3172">
                  <c:v>-0.1</c:v>
                </c:pt>
                <c:pt idx="3173">
                  <c:v>-0.1</c:v>
                </c:pt>
                <c:pt idx="3174">
                  <c:v>-0.1</c:v>
                </c:pt>
                <c:pt idx="3175">
                  <c:v>-0.1</c:v>
                </c:pt>
                <c:pt idx="3176">
                  <c:v>-0.1</c:v>
                </c:pt>
                <c:pt idx="3177">
                  <c:v>-0.1</c:v>
                </c:pt>
                <c:pt idx="3178">
                  <c:v>-0.1</c:v>
                </c:pt>
                <c:pt idx="3179">
                  <c:v>-0.1</c:v>
                </c:pt>
                <c:pt idx="3180">
                  <c:v>-0.1</c:v>
                </c:pt>
                <c:pt idx="3181">
                  <c:v>-0.1</c:v>
                </c:pt>
                <c:pt idx="3182">
                  <c:v>-0.1</c:v>
                </c:pt>
                <c:pt idx="3183">
                  <c:v>-0.1</c:v>
                </c:pt>
                <c:pt idx="3184">
                  <c:v>-0.1</c:v>
                </c:pt>
                <c:pt idx="3185">
                  <c:v>-0.1</c:v>
                </c:pt>
                <c:pt idx="3186">
                  <c:v>-0.1</c:v>
                </c:pt>
                <c:pt idx="3187">
                  <c:v>-0.1</c:v>
                </c:pt>
                <c:pt idx="3188">
                  <c:v>-0.1</c:v>
                </c:pt>
                <c:pt idx="3189">
                  <c:v>-0.1</c:v>
                </c:pt>
                <c:pt idx="3190">
                  <c:v>-0.1</c:v>
                </c:pt>
                <c:pt idx="3191">
                  <c:v>-0.1</c:v>
                </c:pt>
                <c:pt idx="3192">
                  <c:v>-0.1</c:v>
                </c:pt>
                <c:pt idx="3193">
                  <c:v>-0.1</c:v>
                </c:pt>
                <c:pt idx="3194">
                  <c:v>-0.1</c:v>
                </c:pt>
                <c:pt idx="3195">
                  <c:v>-0.1</c:v>
                </c:pt>
                <c:pt idx="3196">
                  <c:v>-0.1</c:v>
                </c:pt>
                <c:pt idx="3197">
                  <c:v>-0.1</c:v>
                </c:pt>
                <c:pt idx="3198">
                  <c:v>-0.1</c:v>
                </c:pt>
                <c:pt idx="3199">
                  <c:v>-0.1</c:v>
                </c:pt>
                <c:pt idx="3200">
                  <c:v>-0.1</c:v>
                </c:pt>
                <c:pt idx="3201">
                  <c:v>-0.1</c:v>
                </c:pt>
                <c:pt idx="3202">
                  <c:v>-0.1</c:v>
                </c:pt>
                <c:pt idx="3203">
                  <c:v>-0.1</c:v>
                </c:pt>
                <c:pt idx="3204">
                  <c:v>-0.1</c:v>
                </c:pt>
                <c:pt idx="3205">
                  <c:v>-0.1</c:v>
                </c:pt>
                <c:pt idx="3206">
                  <c:v>-0.1</c:v>
                </c:pt>
                <c:pt idx="3207">
                  <c:v>-0.1</c:v>
                </c:pt>
                <c:pt idx="3208">
                  <c:v>-0.1</c:v>
                </c:pt>
                <c:pt idx="3209">
                  <c:v>-0.1</c:v>
                </c:pt>
                <c:pt idx="3210">
                  <c:v>-0.1</c:v>
                </c:pt>
                <c:pt idx="3211">
                  <c:v>-0.1</c:v>
                </c:pt>
                <c:pt idx="3212">
                  <c:v>-0.1</c:v>
                </c:pt>
                <c:pt idx="3213">
                  <c:v>-0.1</c:v>
                </c:pt>
                <c:pt idx="3214">
                  <c:v>-0.1</c:v>
                </c:pt>
                <c:pt idx="3215">
                  <c:v>-0.1</c:v>
                </c:pt>
                <c:pt idx="3216">
                  <c:v>-0.1</c:v>
                </c:pt>
                <c:pt idx="3217">
                  <c:v>-0.1</c:v>
                </c:pt>
                <c:pt idx="3218">
                  <c:v>-0.1</c:v>
                </c:pt>
                <c:pt idx="3219">
                  <c:v>-0.1</c:v>
                </c:pt>
                <c:pt idx="3220">
                  <c:v>-0.1</c:v>
                </c:pt>
                <c:pt idx="3221">
                  <c:v>-0.1</c:v>
                </c:pt>
                <c:pt idx="3222">
                  <c:v>-0.1</c:v>
                </c:pt>
                <c:pt idx="3223">
                  <c:v>-0.1</c:v>
                </c:pt>
                <c:pt idx="3224">
                  <c:v>-0.1</c:v>
                </c:pt>
                <c:pt idx="3225">
                  <c:v>-0.1</c:v>
                </c:pt>
                <c:pt idx="3226">
                  <c:v>-0.1</c:v>
                </c:pt>
                <c:pt idx="3227">
                  <c:v>-0.1</c:v>
                </c:pt>
                <c:pt idx="3228">
                  <c:v>-0.1</c:v>
                </c:pt>
                <c:pt idx="3229">
                  <c:v>-0.1</c:v>
                </c:pt>
                <c:pt idx="3230">
                  <c:v>-0.1</c:v>
                </c:pt>
                <c:pt idx="3231">
                  <c:v>-0.1</c:v>
                </c:pt>
                <c:pt idx="3232">
                  <c:v>-0.1</c:v>
                </c:pt>
                <c:pt idx="3233">
                  <c:v>-0.1</c:v>
                </c:pt>
                <c:pt idx="3234">
                  <c:v>-0.1</c:v>
                </c:pt>
                <c:pt idx="3235">
                  <c:v>-0.1</c:v>
                </c:pt>
                <c:pt idx="3236">
                  <c:v>-0.1</c:v>
                </c:pt>
                <c:pt idx="3237">
                  <c:v>-0.1</c:v>
                </c:pt>
                <c:pt idx="3238">
                  <c:v>-0.1</c:v>
                </c:pt>
                <c:pt idx="3239">
                  <c:v>-0.1</c:v>
                </c:pt>
                <c:pt idx="3240">
                  <c:v>-0.1</c:v>
                </c:pt>
                <c:pt idx="3241">
                  <c:v>-0.1</c:v>
                </c:pt>
                <c:pt idx="3242">
                  <c:v>-0.1</c:v>
                </c:pt>
                <c:pt idx="3243">
                  <c:v>-0.1</c:v>
                </c:pt>
                <c:pt idx="3244">
                  <c:v>-0.1</c:v>
                </c:pt>
                <c:pt idx="3245">
                  <c:v>-0.1</c:v>
                </c:pt>
                <c:pt idx="3246">
                  <c:v>-0.1</c:v>
                </c:pt>
                <c:pt idx="3247">
                  <c:v>-0.1</c:v>
                </c:pt>
                <c:pt idx="3248">
                  <c:v>-0.1</c:v>
                </c:pt>
                <c:pt idx="3249">
                  <c:v>-0.1</c:v>
                </c:pt>
                <c:pt idx="3250">
                  <c:v>-0.1</c:v>
                </c:pt>
                <c:pt idx="3251">
                  <c:v>-0.1</c:v>
                </c:pt>
                <c:pt idx="3252">
                  <c:v>-0.1</c:v>
                </c:pt>
                <c:pt idx="3253">
                  <c:v>-0.1</c:v>
                </c:pt>
                <c:pt idx="3254">
                  <c:v>-0.1</c:v>
                </c:pt>
                <c:pt idx="3255">
                  <c:v>-0.1</c:v>
                </c:pt>
                <c:pt idx="3256">
                  <c:v>-0.1</c:v>
                </c:pt>
                <c:pt idx="3257">
                  <c:v>-0.1</c:v>
                </c:pt>
                <c:pt idx="3258">
                  <c:v>-0.1</c:v>
                </c:pt>
                <c:pt idx="3259">
                  <c:v>-0.1</c:v>
                </c:pt>
                <c:pt idx="3260">
                  <c:v>-0.1</c:v>
                </c:pt>
                <c:pt idx="3261">
                  <c:v>-0.1</c:v>
                </c:pt>
                <c:pt idx="3262">
                  <c:v>-0.1</c:v>
                </c:pt>
                <c:pt idx="3263">
                  <c:v>-0.1</c:v>
                </c:pt>
                <c:pt idx="3264">
                  <c:v>-0.1</c:v>
                </c:pt>
                <c:pt idx="3265">
                  <c:v>-0.1</c:v>
                </c:pt>
                <c:pt idx="3266">
                  <c:v>-0.1</c:v>
                </c:pt>
                <c:pt idx="3267">
                  <c:v>-0.1</c:v>
                </c:pt>
                <c:pt idx="3268">
                  <c:v>-0.1</c:v>
                </c:pt>
                <c:pt idx="3269">
                  <c:v>-0.1</c:v>
                </c:pt>
                <c:pt idx="3270">
                  <c:v>-0.1</c:v>
                </c:pt>
                <c:pt idx="3271">
                  <c:v>-0.1</c:v>
                </c:pt>
                <c:pt idx="3272">
                  <c:v>-0.1</c:v>
                </c:pt>
                <c:pt idx="3273">
                  <c:v>-0.1</c:v>
                </c:pt>
                <c:pt idx="3274">
                  <c:v>-0.1</c:v>
                </c:pt>
                <c:pt idx="3275">
                  <c:v>-0.1</c:v>
                </c:pt>
                <c:pt idx="3276">
                  <c:v>-0.1</c:v>
                </c:pt>
                <c:pt idx="3277">
                  <c:v>-0.1</c:v>
                </c:pt>
                <c:pt idx="3278">
                  <c:v>-0.1</c:v>
                </c:pt>
                <c:pt idx="3279">
                  <c:v>-0.1</c:v>
                </c:pt>
                <c:pt idx="3280">
                  <c:v>-0.1</c:v>
                </c:pt>
                <c:pt idx="3281">
                  <c:v>-0.1</c:v>
                </c:pt>
                <c:pt idx="3282">
                  <c:v>-0.1</c:v>
                </c:pt>
                <c:pt idx="3283">
                  <c:v>-0.1</c:v>
                </c:pt>
                <c:pt idx="3284">
                  <c:v>-0.1</c:v>
                </c:pt>
                <c:pt idx="3285">
                  <c:v>-0.1</c:v>
                </c:pt>
                <c:pt idx="3286">
                  <c:v>-0.1</c:v>
                </c:pt>
                <c:pt idx="3287">
                  <c:v>-0.1</c:v>
                </c:pt>
                <c:pt idx="3288">
                  <c:v>-0.1</c:v>
                </c:pt>
                <c:pt idx="3289">
                  <c:v>-0.1</c:v>
                </c:pt>
                <c:pt idx="3290">
                  <c:v>-0.1</c:v>
                </c:pt>
                <c:pt idx="3291">
                  <c:v>-0.1</c:v>
                </c:pt>
                <c:pt idx="3292">
                  <c:v>-0.1</c:v>
                </c:pt>
                <c:pt idx="3293">
                  <c:v>-0.1</c:v>
                </c:pt>
                <c:pt idx="3294">
                  <c:v>-0.1</c:v>
                </c:pt>
                <c:pt idx="3295">
                  <c:v>-0.1</c:v>
                </c:pt>
                <c:pt idx="3296">
                  <c:v>-0.1</c:v>
                </c:pt>
                <c:pt idx="3297">
                  <c:v>-0.1</c:v>
                </c:pt>
                <c:pt idx="3298">
                  <c:v>-0.1</c:v>
                </c:pt>
                <c:pt idx="3299">
                  <c:v>-0.1</c:v>
                </c:pt>
                <c:pt idx="3300">
                  <c:v>-0.1</c:v>
                </c:pt>
                <c:pt idx="3301">
                  <c:v>-0.1</c:v>
                </c:pt>
                <c:pt idx="3302">
                  <c:v>-0.1</c:v>
                </c:pt>
                <c:pt idx="3303">
                  <c:v>-0.1</c:v>
                </c:pt>
                <c:pt idx="3304">
                  <c:v>-0.1</c:v>
                </c:pt>
                <c:pt idx="3305">
                  <c:v>-0.1</c:v>
                </c:pt>
                <c:pt idx="3306">
                  <c:v>-0.1</c:v>
                </c:pt>
                <c:pt idx="3307">
                  <c:v>-0.1</c:v>
                </c:pt>
                <c:pt idx="3308">
                  <c:v>-0.1</c:v>
                </c:pt>
                <c:pt idx="3309">
                  <c:v>-0.1</c:v>
                </c:pt>
                <c:pt idx="3310">
                  <c:v>-0.1</c:v>
                </c:pt>
                <c:pt idx="3311">
                  <c:v>-0.1</c:v>
                </c:pt>
                <c:pt idx="3312">
                  <c:v>-0.1</c:v>
                </c:pt>
                <c:pt idx="3313">
                  <c:v>-0.1</c:v>
                </c:pt>
                <c:pt idx="3314">
                  <c:v>-0.1</c:v>
                </c:pt>
                <c:pt idx="3315">
                  <c:v>-0.1</c:v>
                </c:pt>
                <c:pt idx="3316">
                  <c:v>-0.1</c:v>
                </c:pt>
                <c:pt idx="3317">
                  <c:v>-0.1</c:v>
                </c:pt>
                <c:pt idx="3318">
                  <c:v>-0.1</c:v>
                </c:pt>
                <c:pt idx="3319">
                  <c:v>-0.1</c:v>
                </c:pt>
                <c:pt idx="3320">
                  <c:v>-0.1</c:v>
                </c:pt>
                <c:pt idx="3321">
                  <c:v>-0.1</c:v>
                </c:pt>
                <c:pt idx="3322">
                  <c:v>-0.1</c:v>
                </c:pt>
                <c:pt idx="3323">
                  <c:v>-0.1</c:v>
                </c:pt>
                <c:pt idx="3324">
                  <c:v>-0.1</c:v>
                </c:pt>
                <c:pt idx="3325">
                  <c:v>-0.1</c:v>
                </c:pt>
                <c:pt idx="3326">
                  <c:v>-0.1</c:v>
                </c:pt>
                <c:pt idx="3327">
                  <c:v>-0.1</c:v>
                </c:pt>
                <c:pt idx="3328">
                  <c:v>-0.1</c:v>
                </c:pt>
                <c:pt idx="3329">
                  <c:v>-0.1</c:v>
                </c:pt>
                <c:pt idx="3330">
                  <c:v>-0.1</c:v>
                </c:pt>
                <c:pt idx="3331">
                  <c:v>-0.1</c:v>
                </c:pt>
                <c:pt idx="3332">
                  <c:v>-0.1</c:v>
                </c:pt>
                <c:pt idx="3333">
                  <c:v>-0.1</c:v>
                </c:pt>
                <c:pt idx="3334">
                  <c:v>-0.1</c:v>
                </c:pt>
                <c:pt idx="3335">
                  <c:v>-0.1</c:v>
                </c:pt>
                <c:pt idx="3336">
                  <c:v>-0.1</c:v>
                </c:pt>
                <c:pt idx="3337">
                  <c:v>-0.1</c:v>
                </c:pt>
                <c:pt idx="3338">
                  <c:v>-0.1</c:v>
                </c:pt>
                <c:pt idx="3339">
                  <c:v>-0.1</c:v>
                </c:pt>
                <c:pt idx="3340">
                  <c:v>-0.1</c:v>
                </c:pt>
                <c:pt idx="3341">
                  <c:v>-0.1</c:v>
                </c:pt>
                <c:pt idx="3342">
                  <c:v>-0.1</c:v>
                </c:pt>
                <c:pt idx="3343">
                  <c:v>-0.1</c:v>
                </c:pt>
                <c:pt idx="3344">
                  <c:v>-0.1</c:v>
                </c:pt>
                <c:pt idx="3345">
                  <c:v>-0.1</c:v>
                </c:pt>
                <c:pt idx="3346">
                  <c:v>-0.1</c:v>
                </c:pt>
                <c:pt idx="3347">
                  <c:v>-0.1</c:v>
                </c:pt>
                <c:pt idx="3348">
                  <c:v>-0.1</c:v>
                </c:pt>
                <c:pt idx="3349">
                  <c:v>-0.1</c:v>
                </c:pt>
                <c:pt idx="3350">
                  <c:v>-0.1</c:v>
                </c:pt>
                <c:pt idx="3351">
                  <c:v>-0.1</c:v>
                </c:pt>
                <c:pt idx="3352">
                  <c:v>-0.1</c:v>
                </c:pt>
                <c:pt idx="3353">
                  <c:v>-0.1</c:v>
                </c:pt>
                <c:pt idx="3354">
                  <c:v>-0.1</c:v>
                </c:pt>
                <c:pt idx="3355">
                  <c:v>-0.1</c:v>
                </c:pt>
                <c:pt idx="3356">
                  <c:v>-0.1</c:v>
                </c:pt>
                <c:pt idx="3357">
                  <c:v>-0.1</c:v>
                </c:pt>
                <c:pt idx="3358">
                  <c:v>-0.1</c:v>
                </c:pt>
                <c:pt idx="3359">
                  <c:v>-0.1</c:v>
                </c:pt>
                <c:pt idx="3360">
                  <c:v>-0.1</c:v>
                </c:pt>
                <c:pt idx="3361">
                  <c:v>-0.1</c:v>
                </c:pt>
                <c:pt idx="3362">
                  <c:v>-0.1</c:v>
                </c:pt>
                <c:pt idx="3363">
                  <c:v>-0.1</c:v>
                </c:pt>
                <c:pt idx="3364">
                  <c:v>-0.1</c:v>
                </c:pt>
                <c:pt idx="3365">
                  <c:v>-0.1</c:v>
                </c:pt>
                <c:pt idx="3366">
                  <c:v>-0.1</c:v>
                </c:pt>
                <c:pt idx="3367">
                  <c:v>-0.1</c:v>
                </c:pt>
                <c:pt idx="3368">
                  <c:v>-0.1</c:v>
                </c:pt>
                <c:pt idx="3369">
                  <c:v>-0.1</c:v>
                </c:pt>
                <c:pt idx="3370">
                  <c:v>-0.1</c:v>
                </c:pt>
                <c:pt idx="3371">
                  <c:v>-0.1</c:v>
                </c:pt>
                <c:pt idx="3372">
                  <c:v>-0.1</c:v>
                </c:pt>
                <c:pt idx="3373">
                  <c:v>-0.1</c:v>
                </c:pt>
                <c:pt idx="3374">
                  <c:v>-0.1</c:v>
                </c:pt>
                <c:pt idx="3375">
                  <c:v>-0.1</c:v>
                </c:pt>
                <c:pt idx="3376">
                  <c:v>-0.1</c:v>
                </c:pt>
                <c:pt idx="3377">
                  <c:v>-0.1</c:v>
                </c:pt>
                <c:pt idx="3378">
                  <c:v>-0.1</c:v>
                </c:pt>
                <c:pt idx="3379">
                  <c:v>-0.1</c:v>
                </c:pt>
                <c:pt idx="3380">
                  <c:v>-0.1</c:v>
                </c:pt>
                <c:pt idx="3381">
                  <c:v>-0.1</c:v>
                </c:pt>
                <c:pt idx="3382">
                  <c:v>-0.1</c:v>
                </c:pt>
                <c:pt idx="3383">
                  <c:v>-0.1</c:v>
                </c:pt>
                <c:pt idx="3384">
                  <c:v>-0.1</c:v>
                </c:pt>
                <c:pt idx="3385">
                  <c:v>-0.1</c:v>
                </c:pt>
                <c:pt idx="3386">
                  <c:v>-0.1</c:v>
                </c:pt>
                <c:pt idx="3387">
                  <c:v>-0.1</c:v>
                </c:pt>
                <c:pt idx="3388">
                  <c:v>-0.1</c:v>
                </c:pt>
                <c:pt idx="3389">
                  <c:v>-0.1</c:v>
                </c:pt>
                <c:pt idx="3390">
                  <c:v>-0.1</c:v>
                </c:pt>
                <c:pt idx="3391">
                  <c:v>-0.1</c:v>
                </c:pt>
                <c:pt idx="3392">
                  <c:v>-0.1</c:v>
                </c:pt>
                <c:pt idx="3393">
                  <c:v>-0.1</c:v>
                </c:pt>
                <c:pt idx="3394">
                  <c:v>-0.1</c:v>
                </c:pt>
                <c:pt idx="3395">
                  <c:v>-0.1</c:v>
                </c:pt>
                <c:pt idx="3396">
                  <c:v>-0.1</c:v>
                </c:pt>
                <c:pt idx="3397">
                  <c:v>-0.1</c:v>
                </c:pt>
                <c:pt idx="3398">
                  <c:v>-0.1</c:v>
                </c:pt>
                <c:pt idx="3399">
                  <c:v>-0.1</c:v>
                </c:pt>
                <c:pt idx="3400">
                  <c:v>-0.1</c:v>
                </c:pt>
                <c:pt idx="3401">
                  <c:v>-0.1</c:v>
                </c:pt>
                <c:pt idx="3402">
                  <c:v>-0.1</c:v>
                </c:pt>
                <c:pt idx="3403">
                  <c:v>-0.1</c:v>
                </c:pt>
                <c:pt idx="3404">
                  <c:v>-0.1</c:v>
                </c:pt>
                <c:pt idx="3405">
                  <c:v>-0.1</c:v>
                </c:pt>
                <c:pt idx="3406">
                  <c:v>-0.1</c:v>
                </c:pt>
                <c:pt idx="3407">
                  <c:v>-0.1</c:v>
                </c:pt>
                <c:pt idx="3408">
                  <c:v>-0.1</c:v>
                </c:pt>
                <c:pt idx="3409">
                  <c:v>-0.1</c:v>
                </c:pt>
                <c:pt idx="3410">
                  <c:v>-0.1</c:v>
                </c:pt>
                <c:pt idx="3411">
                  <c:v>-0.1</c:v>
                </c:pt>
                <c:pt idx="3412">
                  <c:v>-0.1</c:v>
                </c:pt>
                <c:pt idx="3413">
                  <c:v>-0.1</c:v>
                </c:pt>
                <c:pt idx="3414">
                  <c:v>-0.1</c:v>
                </c:pt>
                <c:pt idx="3415">
                  <c:v>-0.1</c:v>
                </c:pt>
                <c:pt idx="3416">
                  <c:v>-0.1</c:v>
                </c:pt>
                <c:pt idx="3417">
                  <c:v>-0.1</c:v>
                </c:pt>
                <c:pt idx="3418">
                  <c:v>-0.1</c:v>
                </c:pt>
                <c:pt idx="3419">
                  <c:v>-0.1</c:v>
                </c:pt>
                <c:pt idx="3420">
                  <c:v>-0.1</c:v>
                </c:pt>
                <c:pt idx="3421">
                  <c:v>-0.1</c:v>
                </c:pt>
                <c:pt idx="3422">
                  <c:v>-0.1</c:v>
                </c:pt>
                <c:pt idx="3423">
                  <c:v>-0.1</c:v>
                </c:pt>
                <c:pt idx="3424">
                  <c:v>-0.1</c:v>
                </c:pt>
                <c:pt idx="3425">
                  <c:v>-0.1</c:v>
                </c:pt>
                <c:pt idx="3426">
                  <c:v>-0.1</c:v>
                </c:pt>
                <c:pt idx="3427">
                  <c:v>-0.1</c:v>
                </c:pt>
                <c:pt idx="3428">
                  <c:v>-0.1</c:v>
                </c:pt>
                <c:pt idx="3429">
                  <c:v>-0.1</c:v>
                </c:pt>
                <c:pt idx="3430">
                  <c:v>-0.1</c:v>
                </c:pt>
                <c:pt idx="3431">
                  <c:v>-0.1</c:v>
                </c:pt>
                <c:pt idx="3432">
                  <c:v>-0.1</c:v>
                </c:pt>
                <c:pt idx="3433">
                  <c:v>-0.1</c:v>
                </c:pt>
                <c:pt idx="3434">
                  <c:v>-0.1</c:v>
                </c:pt>
                <c:pt idx="3435">
                  <c:v>-0.1</c:v>
                </c:pt>
                <c:pt idx="3436">
                  <c:v>-0.1</c:v>
                </c:pt>
                <c:pt idx="3437">
                  <c:v>-0.1</c:v>
                </c:pt>
                <c:pt idx="3438">
                  <c:v>-0.1</c:v>
                </c:pt>
                <c:pt idx="3439">
                  <c:v>-0.1</c:v>
                </c:pt>
                <c:pt idx="3440">
                  <c:v>-0.1</c:v>
                </c:pt>
                <c:pt idx="3441">
                  <c:v>-0.1</c:v>
                </c:pt>
                <c:pt idx="3442">
                  <c:v>-0.1</c:v>
                </c:pt>
                <c:pt idx="3443">
                  <c:v>-0.1</c:v>
                </c:pt>
                <c:pt idx="3444">
                  <c:v>-0.1</c:v>
                </c:pt>
                <c:pt idx="3445">
                  <c:v>-0.1</c:v>
                </c:pt>
                <c:pt idx="3446">
                  <c:v>-0.1</c:v>
                </c:pt>
                <c:pt idx="3447">
                  <c:v>-0.1</c:v>
                </c:pt>
                <c:pt idx="3448">
                  <c:v>-0.1</c:v>
                </c:pt>
                <c:pt idx="3449">
                  <c:v>-0.1</c:v>
                </c:pt>
                <c:pt idx="3450">
                  <c:v>-0.1</c:v>
                </c:pt>
                <c:pt idx="3451">
                  <c:v>-0.1</c:v>
                </c:pt>
                <c:pt idx="3452">
                  <c:v>-0.1</c:v>
                </c:pt>
                <c:pt idx="3453">
                  <c:v>-0.1</c:v>
                </c:pt>
                <c:pt idx="3454">
                  <c:v>-0.1</c:v>
                </c:pt>
                <c:pt idx="3455">
                  <c:v>-0.1</c:v>
                </c:pt>
                <c:pt idx="3456">
                  <c:v>-0.1</c:v>
                </c:pt>
                <c:pt idx="3457">
                  <c:v>-0.1</c:v>
                </c:pt>
                <c:pt idx="3458">
                  <c:v>-0.1</c:v>
                </c:pt>
                <c:pt idx="3459">
                  <c:v>-0.1</c:v>
                </c:pt>
                <c:pt idx="3460">
                  <c:v>-0.1</c:v>
                </c:pt>
                <c:pt idx="3461">
                  <c:v>-0.1</c:v>
                </c:pt>
                <c:pt idx="3462">
                  <c:v>-0.1</c:v>
                </c:pt>
                <c:pt idx="3463">
                  <c:v>-0.1</c:v>
                </c:pt>
                <c:pt idx="3464">
                  <c:v>-0.1</c:v>
                </c:pt>
                <c:pt idx="3465">
                  <c:v>-0.1</c:v>
                </c:pt>
                <c:pt idx="3466">
                  <c:v>-0.1</c:v>
                </c:pt>
                <c:pt idx="3467">
                  <c:v>-0.1</c:v>
                </c:pt>
                <c:pt idx="3468">
                  <c:v>-0.1</c:v>
                </c:pt>
                <c:pt idx="3469">
                  <c:v>-0.1</c:v>
                </c:pt>
                <c:pt idx="3470">
                  <c:v>-0.1</c:v>
                </c:pt>
                <c:pt idx="3471">
                  <c:v>-0.1</c:v>
                </c:pt>
                <c:pt idx="3472">
                  <c:v>-0.1</c:v>
                </c:pt>
                <c:pt idx="3473">
                  <c:v>-0.1</c:v>
                </c:pt>
                <c:pt idx="3474">
                  <c:v>-0.1</c:v>
                </c:pt>
                <c:pt idx="3475">
                  <c:v>-0.1</c:v>
                </c:pt>
                <c:pt idx="3476">
                  <c:v>-0.1</c:v>
                </c:pt>
                <c:pt idx="3477">
                  <c:v>-0.1</c:v>
                </c:pt>
                <c:pt idx="3478">
                  <c:v>-0.1</c:v>
                </c:pt>
                <c:pt idx="3479">
                  <c:v>-0.1</c:v>
                </c:pt>
                <c:pt idx="3480">
                  <c:v>-0.1</c:v>
                </c:pt>
                <c:pt idx="3481">
                  <c:v>-0.1</c:v>
                </c:pt>
                <c:pt idx="3482">
                  <c:v>-0.1</c:v>
                </c:pt>
                <c:pt idx="3483">
                  <c:v>-0.1</c:v>
                </c:pt>
                <c:pt idx="3484">
                  <c:v>-0.1</c:v>
                </c:pt>
                <c:pt idx="3485">
                  <c:v>-0.1</c:v>
                </c:pt>
                <c:pt idx="3486">
                  <c:v>-0.1</c:v>
                </c:pt>
                <c:pt idx="3487">
                  <c:v>-0.1</c:v>
                </c:pt>
                <c:pt idx="3488">
                  <c:v>-0.1</c:v>
                </c:pt>
                <c:pt idx="3489">
                  <c:v>-0.1</c:v>
                </c:pt>
                <c:pt idx="3490">
                  <c:v>-0.1</c:v>
                </c:pt>
                <c:pt idx="3491">
                  <c:v>-0.1</c:v>
                </c:pt>
                <c:pt idx="3492">
                  <c:v>-0.1</c:v>
                </c:pt>
                <c:pt idx="3493">
                  <c:v>-0.1</c:v>
                </c:pt>
                <c:pt idx="3494">
                  <c:v>-0.1</c:v>
                </c:pt>
                <c:pt idx="3495">
                  <c:v>-0.1</c:v>
                </c:pt>
                <c:pt idx="3496">
                  <c:v>-0.1</c:v>
                </c:pt>
                <c:pt idx="3497">
                  <c:v>-0.1</c:v>
                </c:pt>
                <c:pt idx="3498">
                  <c:v>-0.1</c:v>
                </c:pt>
                <c:pt idx="3499">
                  <c:v>-0.1</c:v>
                </c:pt>
                <c:pt idx="3500">
                  <c:v>-0.1</c:v>
                </c:pt>
                <c:pt idx="3501">
                  <c:v>-0.1</c:v>
                </c:pt>
                <c:pt idx="3502">
                  <c:v>-0.1</c:v>
                </c:pt>
                <c:pt idx="3503">
                  <c:v>-0.1</c:v>
                </c:pt>
                <c:pt idx="3504">
                  <c:v>-0.1</c:v>
                </c:pt>
                <c:pt idx="3505">
                  <c:v>-0.1</c:v>
                </c:pt>
                <c:pt idx="3506">
                  <c:v>-0.1</c:v>
                </c:pt>
                <c:pt idx="3507">
                  <c:v>-0.1</c:v>
                </c:pt>
                <c:pt idx="3508">
                  <c:v>-0.1</c:v>
                </c:pt>
                <c:pt idx="3509">
                  <c:v>-0.1</c:v>
                </c:pt>
                <c:pt idx="3510">
                  <c:v>-0.1</c:v>
                </c:pt>
                <c:pt idx="3511">
                  <c:v>-0.1</c:v>
                </c:pt>
                <c:pt idx="3512">
                  <c:v>-0.1</c:v>
                </c:pt>
                <c:pt idx="3513">
                  <c:v>-0.1</c:v>
                </c:pt>
                <c:pt idx="3514">
                  <c:v>-0.1</c:v>
                </c:pt>
                <c:pt idx="3515">
                  <c:v>-0.1</c:v>
                </c:pt>
                <c:pt idx="3516">
                  <c:v>-0.1</c:v>
                </c:pt>
                <c:pt idx="3517">
                  <c:v>-0.1</c:v>
                </c:pt>
                <c:pt idx="3518">
                  <c:v>-0.1</c:v>
                </c:pt>
                <c:pt idx="3519">
                  <c:v>-0.1</c:v>
                </c:pt>
                <c:pt idx="3520">
                  <c:v>-0.1</c:v>
                </c:pt>
                <c:pt idx="3521">
                  <c:v>-0.1</c:v>
                </c:pt>
                <c:pt idx="3522">
                  <c:v>-0.1</c:v>
                </c:pt>
                <c:pt idx="3523">
                  <c:v>-0.1</c:v>
                </c:pt>
                <c:pt idx="3524">
                  <c:v>-0.1</c:v>
                </c:pt>
                <c:pt idx="3525">
                  <c:v>-0.1</c:v>
                </c:pt>
                <c:pt idx="3526">
                  <c:v>-0.1</c:v>
                </c:pt>
                <c:pt idx="3527">
                  <c:v>-0.1</c:v>
                </c:pt>
                <c:pt idx="3528">
                  <c:v>-0.1</c:v>
                </c:pt>
                <c:pt idx="3529">
                  <c:v>-0.1</c:v>
                </c:pt>
                <c:pt idx="3530">
                  <c:v>-0.1</c:v>
                </c:pt>
                <c:pt idx="3531">
                  <c:v>-0.1</c:v>
                </c:pt>
                <c:pt idx="3532">
                  <c:v>-0.1</c:v>
                </c:pt>
                <c:pt idx="3533">
                  <c:v>-0.1</c:v>
                </c:pt>
                <c:pt idx="3534">
                  <c:v>-0.1</c:v>
                </c:pt>
                <c:pt idx="3535">
                  <c:v>-0.1</c:v>
                </c:pt>
                <c:pt idx="3536">
                  <c:v>-0.1</c:v>
                </c:pt>
                <c:pt idx="3537">
                  <c:v>-0.1</c:v>
                </c:pt>
                <c:pt idx="3538">
                  <c:v>-0.1</c:v>
                </c:pt>
                <c:pt idx="3539">
                  <c:v>-0.1</c:v>
                </c:pt>
                <c:pt idx="3540">
                  <c:v>-0.1</c:v>
                </c:pt>
                <c:pt idx="3541">
                  <c:v>-0.1</c:v>
                </c:pt>
                <c:pt idx="3542">
                  <c:v>-0.1</c:v>
                </c:pt>
                <c:pt idx="3543">
                  <c:v>-0.1</c:v>
                </c:pt>
                <c:pt idx="3544">
                  <c:v>-0.1</c:v>
                </c:pt>
                <c:pt idx="3545">
                  <c:v>-0.1</c:v>
                </c:pt>
                <c:pt idx="3546">
                  <c:v>-0.1</c:v>
                </c:pt>
                <c:pt idx="3547">
                  <c:v>-0.1</c:v>
                </c:pt>
                <c:pt idx="3548">
                  <c:v>-0.1</c:v>
                </c:pt>
                <c:pt idx="3549">
                  <c:v>-0.1</c:v>
                </c:pt>
                <c:pt idx="3550">
                  <c:v>-0.1</c:v>
                </c:pt>
                <c:pt idx="3551">
                  <c:v>-0.1</c:v>
                </c:pt>
                <c:pt idx="3552">
                  <c:v>-0.1</c:v>
                </c:pt>
                <c:pt idx="3553">
                  <c:v>-0.1</c:v>
                </c:pt>
                <c:pt idx="3554">
                  <c:v>-0.1</c:v>
                </c:pt>
                <c:pt idx="3555">
                  <c:v>-0.1</c:v>
                </c:pt>
                <c:pt idx="3556">
                  <c:v>-0.1</c:v>
                </c:pt>
                <c:pt idx="3557">
                  <c:v>-0.1</c:v>
                </c:pt>
                <c:pt idx="3558">
                  <c:v>-0.1</c:v>
                </c:pt>
                <c:pt idx="3559">
                  <c:v>-0.1</c:v>
                </c:pt>
                <c:pt idx="3560">
                  <c:v>-0.1</c:v>
                </c:pt>
                <c:pt idx="3561">
                  <c:v>-0.1</c:v>
                </c:pt>
                <c:pt idx="3562">
                  <c:v>-0.1</c:v>
                </c:pt>
                <c:pt idx="3563">
                  <c:v>-0.1</c:v>
                </c:pt>
                <c:pt idx="3564">
                  <c:v>-0.1</c:v>
                </c:pt>
                <c:pt idx="3565">
                  <c:v>-0.1</c:v>
                </c:pt>
                <c:pt idx="3566">
                  <c:v>-0.1</c:v>
                </c:pt>
                <c:pt idx="3567">
                  <c:v>-0.1</c:v>
                </c:pt>
                <c:pt idx="3568">
                  <c:v>-0.1</c:v>
                </c:pt>
                <c:pt idx="3569">
                  <c:v>-0.1</c:v>
                </c:pt>
                <c:pt idx="3570">
                  <c:v>-0.1</c:v>
                </c:pt>
                <c:pt idx="3571">
                  <c:v>-0.1</c:v>
                </c:pt>
                <c:pt idx="3572">
                  <c:v>-0.1</c:v>
                </c:pt>
                <c:pt idx="3573">
                  <c:v>-0.1</c:v>
                </c:pt>
                <c:pt idx="3574">
                  <c:v>-0.1</c:v>
                </c:pt>
                <c:pt idx="3575">
                  <c:v>-0.1</c:v>
                </c:pt>
                <c:pt idx="3576">
                  <c:v>-0.1</c:v>
                </c:pt>
                <c:pt idx="3577">
                  <c:v>-0.1</c:v>
                </c:pt>
                <c:pt idx="3578">
                  <c:v>-0.1</c:v>
                </c:pt>
                <c:pt idx="3579">
                  <c:v>-0.1</c:v>
                </c:pt>
                <c:pt idx="3580">
                  <c:v>-0.1</c:v>
                </c:pt>
                <c:pt idx="3581">
                  <c:v>-0.1</c:v>
                </c:pt>
                <c:pt idx="3582">
                  <c:v>-0.1</c:v>
                </c:pt>
                <c:pt idx="3583">
                  <c:v>-0.1</c:v>
                </c:pt>
                <c:pt idx="3584">
                  <c:v>-0.1</c:v>
                </c:pt>
                <c:pt idx="3585">
                  <c:v>-0.1</c:v>
                </c:pt>
                <c:pt idx="3586">
                  <c:v>-0.1</c:v>
                </c:pt>
                <c:pt idx="3587">
                  <c:v>-0.1</c:v>
                </c:pt>
                <c:pt idx="3588">
                  <c:v>-0.1</c:v>
                </c:pt>
                <c:pt idx="3589">
                  <c:v>-0.1</c:v>
                </c:pt>
                <c:pt idx="3590">
                  <c:v>-0.1</c:v>
                </c:pt>
                <c:pt idx="3591">
                  <c:v>-0.1</c:v>
                </c:pt>
                <c:pt idx="3592">
                  <c:v>-0.1</c:v>
                </c:pt>
                <c:pt idx="3593">
                  <c:v>-0.1</c:v>
                </c:pt>
                <c:pt idx="3594">
                  <c:v>-0.1</c:v>
                </c:pt>
                <c:pt idx="3595">
                  <c:v>-0.1</c:v>
                </c:pt>
                <c:pt idx="3596">
                  <c:v>-0.1</c:v>
                </c:pt>
                <c:pt idx="3597">
                  <c:v>-0.1</c:v>
                </c:pt>
                <c:pt idx="3598">
                  <c:v>-0.1</c:v>
                </c:pt>
                <c:pt idx="3599">
                  <c:v>-0.1</c:v>
                </c:pt>
                <c:pt idx="3600">
                  <c:v>-0.1</c:v>
                </c:pt>
                <c:pt idx="3601">
                  <c:v>-0.1</c:v>
                </c:pt>
                <c:pt idx="3602">
                  <c:v>-0.1</c:v>
                </c:pt>
                <c:pt idx="3603">
                  <c:v>-0.1</c:v>
                </c:pt>
                <c:pt idx="3604">
                  <c:v>-0.1</c:v>
                </c:pt>
                <c:pt idx="3605">
                  <c:v>-0.1</c:v>
                </c:pt>
                <c:pt idx="3606">
                  <c:v>-0.1</c:v>
                </c:pt>
                <c:pt idx="3607">
                  <c:v>-0.1</c:v>
                </c:pt>
                <c:pt idx="3608">
                  <c:v>-0.1</c:v>
                </c:pt>
                <c:pt idx="3609">
                  <c:v>-0.1</c:v>
                </c:pt>
                <c:pt idx="3610">
                  <c:v>-0.1</c:v>
                </c:pt>
                <c:pt idx="3611">
                  <c:v>-0.1</c:v>
                </c:pt>
                <c:pt idx="3612">
                  <c:v>-0.1</c:v>
                </c:pt>
                <c:pt idx="3613">
                  <c:v>-0.1</c:v>
                </c:pt>
                <c:pt idx="3614">
                  <c:v>-0.1</c:v>
                </c:pt>
                <c:pt idx="3615">
                  <c:v>-0.1</c:v>
                </c:pt>
                <c:pt idx="3616">
                  <c:v>-0.1</c:v>
                </c:pt>
                <c:pt idx="3617">
                  <c:v>-0.1</c:v>
                </c:pt>
                <c:pt idx="3618">
                  <c:v>-0.1</c:v>
                </c:pt>
                <c:pt idx="3619">
                  <c:v>-0.1</c:v>
                </c:pt>
                <c:pt idx="3620">
                  <c:v>-0.1</c:v>
                </c:pt>
                <c:pt idx="3621">
                  <c:v>-0.1</c:v>
                </c:pt>
                <c:pt idx="3622">
                  <c:v>-0.1</c:v>
                </c:pt>
                <c:pt idx="3623">
                  <c:v>-0.1</c:v>
                </c:pt>
                <c:pt idx="3624">
                  <c:v>-0.1</c:v>
                </c:pt>
                <c:pt idx="3625">
                  <c:v>-0.1</c:v>
                </c:pt>
                <c:pt idx="3626">
                  <c:v>-0.1</c:v>
                </c:pt>
                <c:pt idx="3627">
                  <c:v>-0.1</c:v>
                </c:pt>
                <c:pt idx="3628">
                  <c:v>-0.1</c:v>
                </c:pt>
                <c:pt idx="3629">
                  <c:v>-0.1</c:v>
                </c:pt>
                <c:pt idx="3630">
                  <c:v>-0.1</c:v>
                </c:pt>
                <c:pt idx="3631">
                  <c:v>-0.1</c:v>
                </c:pt>
                <c:pt idx="3632">
                  <c:v>-0.1</c:v>
                </c:pt>
                <c:pt idx="3633">
                  <c:v>-0.1</c:v>
                </c:pt>
                <c:pt idx="3634">
                  <c:v>-0.1</c:v>
                </c:pt>
                <c:pt idx="3635">
                  <c:v>-0.1</c:v>
                </c:pt>
                <c:pt idx="3636">
                  <c:v>-0.1</c:v>
                </c:pt>
                <c:pt idx="3637">
                  <c:v>-0.1</c:v>
                </c:pt>
                <c:pt idx="3638">
                  <c:v>-0.1</c:v>
                </c:pt>
                <c:pt idx="3639">
                  <c:v>-0.1</c:v>
                </c:pt>
                <c:pt idx="3640">
                  <c:v>-0.1</c:v>
                </c:pt>
                <c:pt idx="3641">
                  <c:v>-0.1</c:v>
                </c:pt>
                <c:pt idx="3642">
                  <c:v>-0.1</c:v>
                </c:pt>
                <c:pt idx="3643">
                  <c:v>-0.1</c:v>
                </c:pt>
                <c:pt idx="3644">
                  <c:v>-0.1</c:v>
                </c:pt>
                <c:pt idx="3645">
                  <c:v>-0.1</c:v>
                </c:pt>
                <c:pt idx="3646">
                  <c:v>-0.1</c:v>
                </c:pt>
                <c:pt idx="3647">
                  <c:v>-0.1</c:v>
                </c:pt>
                <c:pt idx="3648">
                  <c:v>-0.1</c:v>
                </c:pt>
                <c:pt idx="3649">
                  <c:v>-0.1</c:v>
                </c:pt>
                <c:pt idx="3650">
                  <c:v>-0.1</c:v>
                </c:pt>
                <c:pt idx="3651">
                  <c:v>-0.1</c:v>
                </c:pt>
                <c:pt idx="3652">
                  <c:v>-0.1</c:v>
                </c:pt>
                <c:pt idx="3653">
                  <c:v>-0.1</c:v>
                </c:pt>
                <c:pt idx="3654">
                  <c:v>-0.1</c:v>
                </c:pt>
                <c:pt idx="3655">
                  <c:v>-0.1</c:v>
                </c:pt>
                <c:pt idx="3656">
                  <c:v>-0.1</c:v>
                </c:pt>
                <c:pt idx="3657">
                  <c:v>-0.1</c:v>
                </c:pt>
                <c:pt idx="3658">
                  <c:v>-0.1</c:v>
                </c:pt>
                <c:pt idx="3659">
                  <c:v>-0.1</c:v>
                </c:pt>
                <c:pt idx="3660">
                  <c:v>-0.1</c:v>
                </c:pt>
                <c:pt idx="3661">
                  <c:v>-0.1</c:v>
                </c:pt>
                <c:pt idx="3662">
                  <c:v>-0.1</c:v>
                </c:pt>
                <c:pt idx="3663">
                  <c:v>-0.1</c:v>
                </c:pt>
                <c:pt idx="3664">
                  <c:v>-0.1</c:v>
                </c:pt>
                <c:pt idx="3665">
                  <c:v>-0.1</c:v>
                </c:pt>
                <c:pt idx="3666">
                  <c:v>-0.1</c:v>
                </c:pt>
                <c:pt idx="3667">
                  <c:v>-0.1</c:v>
                </c:pt>
                <c:pt idx="3668">
                  <c:v>-0.1</c:v>
                </c:pt>
                <c:pt idx="3669">
                  <c:v>-0.1</c:v>
                </c:pt>
                <c:pt idx="3670">
                  <c:v>-0.1</c:v>
                </c:pt>
                <c:pt idx="3671">
                  <c:v>-0.1</c:v>
                </c:pt>
                <c:pt idx="3672">
                  <c:v>-0.1</c:v>
                </c:pt>
                <c:pt idx="3673">
                  <c:v>-0.1</c:v>
                </c:pt>
                <c:pt idx="3674">
                  <c:v>-0.1</c:v>
                </c:pt>
                <c:pt idx="3675">
                  <c:v>-0.1</c:v>
                </c:pt>
                <c:pt idx="3676">
                  <c:v>-0.1</c:v>
                </c:pt>
                <c:pt idx="3677">
                  <c:v>-0.1</c:v>
                </c:pt>
                <c:pt idx="3678">
                  <c:v>-0.1</c:v>
                </c:pt>
                <c:pt idx="3679">
                  <c:v>-0.1</c:v>
                </c:pt>
                <c:pt idx="3680">
                  <c:v>-0.1</c:v>
                </c:pt>
                <c:pt idx="3681">
                  <c:v>-0.1</c:v>
                </c:pt>
                <c:pt idx="3682">
                  <c:v>-0.1</c:v>
                </c:pt>
                <c:pt idx="3683">
                  <c:v>-0.1</c:v>
                </c:pt>
                <c:pt idx="3684">
                  <c:v>-0.1</c:v>
                </c:pt>
                <c:pt idx="3685">
                  <c:v>-0.1</c:v>
                </c:pt>
                <c:pt idx="3686">
                  <c:v>-0.1</c:v>
                </c:pt>
                <c:pt idx="3687">
                  <c:v>-0.1</c:v>
                </c:pt>
                <c:pt idx="3688">
                  <c:v>-0.1</c:v>
                </c:pt>
                <c:pt idx="3689">
                  <c:v>-0.1</c:v>
                </c:pt>
                <c:pt idx="3690">
                  <c:v>-0.1</c:v>
                </c:pt>
                <c:pt idx="3691">
                  <c:v>-0.1</c:v>
                </c:pt>
                <c:pt idx="3692">
                  <c:v>-0.1</c:v>
                </c:pt>
                <c:pt idx="3693">
                  <c:v>-0.1</c:v>
                </c:pt>
                <c:pt idx="3694">
                  <c:v>-0.1</c:v>
                </c:pt>
                <c:pt idx="3695">
                  <c:v>-0.1</c:v>
                </c:pt>
                <c:pt idx="3696">
                  <c:v>-0.1</c:v>
                </c:pt>
                <c:pt idx="3697">
                  <c:v>-0.1</c:v>
                </c:pt>
                <c:pt idx="3698">
                  <c:v>-0.1</c:v>
                </c:pt>
                <c:pt idx="3699">
                  <c:v>-0.1</c:v>
                </c:pt>
                <c:pt idx="3700">
                  <c:v>-0.1</c:v>
                </c:pt>
                <c:pt idx="3701">
                  <c:v>-0.1</c:v>
                </c:pt>
                <c:pt idx="3702">
                  <c:v>-0.1</c:v>
                </c:pt>
                <c:pt idx="3703">
                  <c:v>-0.1</c:v>
                </c:pt>
                <c:pt idx="3704">
                  <c:v>-0.1</c:v>
                </c:pt>
                <c:pt idx="3705">
                  <c:v>-0.1</c:v>
                </c:pt>
                <c:pt idx="3706">
                  <c:v>-0.1</c:v>
                </c:pt>
                <c:pt idx="3707">
                  <c:v>-0.1</c:v>
                </c:pt>
                <c:pt idx="3708">
                  <c:v>-0.1</c:v>
                </c:pt>
                <c:pt idx="3709">
                  <c:v>-0.1</c:v>
                </c:pt>
                <c:pt idx="3710">
                  <c:v>-0.1</c:v>
                </c:pt>
                <c:pt idx="3711">
                  <c:v>-0.1</c:v>
                </c:pt>
                <c:pt idx="3712">
                  <c:v>-0.1</c:v>
                </c:pt>
                <c:pt idx="3713">
                  <c:v>-0.1</c:v>
                </c:pt>
                <c:pt idx="3714">
                  <c:v>-0.1</c:v>
                </c:pt>
                <c:pt idx="3715">
                  <c:v>-0.1</c:v>
                </c:pt>
                <c:pt idx="3716">
                  <c:v>-0.1</c:v>
                </c:pt>
                <c:pt idx="3717">
                  <c:v>-0.1</c:v>
                </c:pt>
                <c:pt idx="3718">
                  <c:v>-0.1</c:v>
                </c:pt>
                <c:pt idx="3719">
                  <c:v>-0.1</c:v>
                </c:pt>
                <c:pt idx="3720">
                  <c:v>-0.1</c:v>
                </c:pt>
                <c:pt idx="3721">
                  <c:v>-0.1</c:v>
                </c:pt>
                <c:pt idx="3722">
                  <c:v>-0.1</c:v>
                </c:pt>
                <c:pt idx="3723">
                  <c:v>-0.1</c:v>
                </c:pt>
                <c:pt idx="3724">
                  <c:v>-0.1</c:v>
                </c:pt>
                <c:pt idx="3725">
                  <c:v>-0.1</c:v>
                </c:pt>
                <c:pt idx="3726">
                  <c:v>-0.1</c:v>
                </c:pt>
                <c:pt idx="3727">
                  <c:v>-0.1</c:v>
                </c:pt>
                <c:pt idx="3728">
                  <c:v>-0.1</c:v>
                </c:pt>
                <c:pt idx="3729">
                  <c:v>-0.1</c:v>
                </c:pt>
                <c:pt idx="3730">
                  <c:v>-0.1</c:v>
                </c:pt>
                <c:pt idx="3731">
                  <c:v>-0.1</c:v>
                </c:pt>
                <c:pt idx="3732">
                  <c:v>-0.1</c:v>
                </c:pt>
                <c:pt idx="3733">
                  <c:v>-0.1</c:v>
                </c:pt>
                <c:pt idx="3734">
                  <c:v>-0.1</c:v>
                </c:pt>
                <c:pt idx="3735">
                  <c:v>-0.1</c:v>
                </c:pt>
                <c:pt idx="3736">
                  <c:v>-0.1</c:v>
                </c:pt>
                <c:pt idx="3737">
                  <c:v>-0.1</c:v>
                </c:pt>
                <c:pt idx="3738">
                  <c:v>-0.1</c:v>
                </c:pt>
                <c:pt idx="3739">
                  <c:v>-0.1</c:v>
                </c:pt>
                <c:pt idx="3740">
                  <c:v>-0.1</c:v>
                </c:pt>
                <c:pt idx="3741">
                  <c:v>-0.1</c:v>
                </c:pt>
                <c:pt idx="3742">
                  <c:v>-0.1</c:v>
                </c:pt>
                <c:pt idx="3743">
                  <c:v>-0.1</c:v>
                </c:pt>
                <c:pt idx="3744">
                  <c:v>-0.1</c:v>
                </c:pt>
                <c:pt idx="3745">
                  <c:v>-0.1</c:v>
                </c:pt>
                <c:pt idx="3746">
                  <c:v>-0.1</c:v>
                </c:pt>
                <c:pt idx="3747">
                  <c:v>-0.1</c:v>
                </c:pt>
                <c:pt idx="3748">
                  <c:v>-0.1</c:v>
                </c:pt>
                <c:pt idx="3749">
                  <c:v>-0.1</c:v>
                </c:pt>
                <c:pt idx="3750">
                  <c:v>-0.1</c:v>
                </c:pt>
                <c:pt idx="3751">
                  <c:v>-0.1</c:v>
                </c:pt>
                <c:pt idx="3752">
                  <c:v>-0.1</c:v>
                </c:pt>
                <c:pt idx="3753">
                  <c:v>-0.1</c:v>
                </c:pt>
                <c:pt idx="3754">
                  <c:v>-0.1</c:v>
                </c:pt>
                <c:pt idx="3755">
                  <c:v>-0.1</c:v>
                </c:pt>
                <c:pt idx="3756">
                  <c:v>-0.1</c:v>
                </c:pt>
                <c:pt idx="3757">
                  <c:v>-0.1</c:v>
                </c:pt>
                <c:pt idx="3758">
                  <c:v>-0.1</c:v>
                </c:pt>
                <c:pt idx="3759">
                  <c:v>-0.1</c:v>
                </c:pt>
                <c:pt idx="3760">
                  <c:v>-0.1</c:v>
                </c:pt>
                <c:pt idx="3761">
                  <c:v>-0.1</c:v>
                </c:pt>
                <c:pt idx="3762">
                  <c:v>-0.1</c:v>
                </c:pt>
                <c:pt idx="3763">
                  <c:v>-0.1</c:v>
                </c:pt>
                <c:pt idx="3764">
                  <c:v>-0.1</c:v>
                </c:pt>
                <c:pt idx="3765">
                  <c:v>-0.1</c:v>
                </c:pt>
                <c:pt idx="3766">
                  <c:v>-0.1</c:v>
                </c:pt>
                <c:pt idx="3767">
                  <c:v>-0.1</c:v>
                </c:pt>
                <c:pt idx="3768">
                  <c:v>-0.1</c:v>
                </c:pt>
                <c:pt idx="3769">
                  <c:v>-0.1</c:v>
                </c:pt>
                <c:pt idx="3770">
                  <c:v>-0.1</c:v>
                </c:pt>
                <c:pt idx="3771">
                  <c:v>-0.1</c:v>
                </c:pt>
                <c:pt idx="3772">
                  <c:v>-0.1</c:v>
                </c:pt>
                <c:pt idx="3773">
                  <c:v>-0.1</c:v>
                </c:pt>
                <c:pt idx="3774">
                  <c:v>-0.1</c:v>
                </c:pt>
                <c:pt idx="3775">
                  <c:v>-0.1</c:v>
                </c:pt>
                <c:pt idx="3776">
                  <c:v>-0.1</c:v>
                </c:pt>
                <c:pt idx="3777">
                  <c:v>-0.1</c:v>
                </c:pt>
                <c:pt idx="3778">
                  <c:v>-0.1</c:v>
                </c:pt>
                <c:pt idx="3779">
                  <c:v>-0.1</c:v>
                </c:pt>
                <c:pt idx="3780">
                  <c:v>-0.1</c:v>
                </c:pt>
                <c:pt idx="3781">
                  <c:v>-0.1</c:v>
                </c:pt>
                <c:pt idx="3782">
                  <c:v>-0.1</c:v>
                </c:pt>
                <c:pt idx="3783">
                  <c:v>-0.1</c:v>
                </c:pt>
                <c:pt idx="3784">
                  <c:v>-0.1</c:v>
                </c:pt>
                <c:pt idx="3785">
                  <c:v>-0.1</c:v>
                </c:pt>
                <c:pt idx="3786">
                  <c:v>-0.1</c:v>
                </c:pt>
                <c:pt idx="3787">
                  <c:v>-0.1</c:v>
                </c:pt>
                <c:pt idx="3788">
                  <c:v>-0.1</c:v>
                </c:pt>
                <c:pt idx="3789">
                  <c:v>-0.1</c:v>
                </c:pt>
                <c:pt idx="3790">
                  <c:v>-0.1</c:v>
                </c:pt>
                <c:pt idx="3791">
                  <c:v>-0.1</c:v>
                </c:pt>
                <c:pt idx="3792">
                  <c:v>-0.1</c:v>
                </c:pt>
                <c:pt idx="3793">
                  <c:v>-0.1</c:v>
                </c:pt>
                <c:pt idx="3794">
                  <c:v>-0.1</c:v>
                </c:pt>
                <c:pt idx="3795">
                  <c:v>-0.1</c:v>
                </c:pt>
                <c:pt idx="3796">
                  <c:v>-0.1</c:v>
                </c:pt>
                <c:pt idx="3797">
                  <c:v>-0.1</c:v>
                </c:pt>
                <c:pt idx="3798">
                  <c:v>-0.1</c:v>
                </c:pt>
                <c:pt idx="3799">
                  <c:v>-0.1</c:v>
                </c:pt>
                <c:pt idx="3800">
                  <c:v>-0.1</c:v>
                </c:pt>
                <c:pt idx="3801">
                  <c:v>-0.1</c:v>
                </c:pt>
                <c:pt idx="3802">
                  <c:v>-0.1</c:v>
                </c:pt>
                <c:pt idx="3803">
                  <c:v>-0.1</c:v>
                </c:pt>
                <c:pt idx="3804">
                  <c:v>-0.1</c:v>
                </c:pt>
                <c:pt idx="3805">
                  <c:v>-0.1</c:v>
                </c:pt>
                <c:pt idx="3806">
                  <c:v>-0.1</c:v>
                </c:pt>
                <c:pt idx="3807">
                  <c:v>-0.1</c:v>
                </c:pt>
                <c:pt idx="3808">
                  <c:v>-0.1</c:v>
                </c:pt>
                <c:pt idx="3809">
                  <c:v>-0.1</c:v>
                </c:pt>
                <c:pt idx="3810">
                  <c:v>-0.1</c:v>
                </c:pt>
                <c:pt idx="3811">
                  <c:v>-0.1</c:v>
                </c:pt>
                <c:pt idx="3812">
                  <c:v>-0.1</c:v>
                </c:pt>
                <c:pt idx="3813">
                  <c:v>-0.1</c:v>
                </c:pt>
                <c:pt idx="3814">
                  <c:v>-0.1</c:v>
                </c:pt>
                <c:pt idx="3815">
                  <c:v>-0.1</c:v>
                </c:pt>
                <c:pt idx="3816">
                  <c:v>-0.1</c:v>
                </c:pt>
                <c:pt idx="3817">
                  <c:v>-0.1</c:v>
                </c:pt>
                <c:pt idx="3818">
                  <c:v>-0.1</c:v>
                </c:pt>
                <c:pt idx="3819">
                  <c:v>-0.1</c:v>
                </c:pt>
                <c:pt idx="3820">
                  <c:v>-0.1</c:v>
                </c:pt>
                <c:pt idx="3821">
                  <c:v>-0.1</c:v>
                </c:pt>
                <c:pt idx="3822">
                  <c:v>-0.1</c:v>
                </c:pt>
                <c:pt idx="3823">
                  <c:v>-0.1</c:v>
                </c:pt>
                <c:pt idx="3824">
                  <c:v>-0.1</c:v>
                </c:pt>
                <c:pt idx="3825">
                  <c:v>-0.1</c:v>
                </c:pt>
                <c:pt idx="3826">
                  <c:v>-0.1</c:v>
                </c:pt>
                <c:pt idx="3827">
                  <c:v>-0.1</c:v>
                </c:pt>
                <c:pt idx="3828">
                  <c:v>-0.1</c:v>
                </c:pt>
                <c:pt idx="3829">
                  <c:v>-0.1</c:v>
                </c:pt>
                <c:pt idx="3830">
                  <c:v>-0.1</c:v>
                </c:pt>
                <c:pt idx="3831">
                  <c:v>-0.1</c:v>
                </c:pt>
                <c:pt idx="3832">
                  <c:v>-0.1</c:v>
                </c:pt>
                <c:pt idx="3833">
                  <c:v>-0.1</c:v>
                </c:pt>
                <c:pt idx="3834">
                  <c:v>-0.1</c:v>
                </c:pt>
                <c:pt idx="3835">
                  <c:v>-0.1</c:v>
                </c:pt>
                <c:pt idx="3836">
                  <c:v>-0.1</c:v>
                </c:pt>
                <c:pt idx="3837">
                  <c:v>-0.1</c:v>
                </c:pt>
                <c:pt idx="3838">
                  <c:v>-0.1</c:v>
                </c:pt>
                <c:pt idx="3839">
                  <c:v>-0.1</c:v>
                </c:pt>
                <c:pt idx="3840">
                  <c:v>-0.1</c:v>
                </c:pt>
                <c:pt idx="3841">
                  <c:v>-0.1</c:v>
                </c:pt>
                <c:pt idx="3842">
                  <c:v>-0.1</c:v>
                </c:pt>
                <c:pt idx="3843">
                  <c:v>-0.1</c:v>
                </c:pt>
                <c:pt idx="3844">
                  <c:v>-0.1</c:v>
                </c:pt>
                <c:pt idx="3845">
                  <c:v>-0.1</c:v>
                </c:pt>
                <c:pt idx="3846">
                  <c:v>-0.1</c:v>
                </c:pt>
                <c:pt idx="3847">
                  <c:v>-0.1</c:v>
                </c:pt>
                <c:pt idx="3848">
                  <c:v>-0.1</c:v>
                </c:pt>
                <c:pt idx="3849">
                  <c:v>-0.1</c:v>
                </c:pt>
                <c:pt idx="3850">
                  <c:v>-0.1</c:v>
                </c:pt>
                <c:pt idx="3851">
                  <c:v>-0.1</c:v>
                </c:pt>
                <c:pt idx="3852">
                  <c:v>-0.1</c:v>
                </c:pt>
                <c:pt idx="3853">
                  <c:v>-0.1</c:v>
                </c:pt>
                <c:pt idx="3854">
                  <c:v>-0.1</c:v>
                </c:pt>
                <c:pt idx="3855">
                  <c:v>-0.1</c:v>
                </c:pt>
                <c:pt idx="3856">
                  <c:v>-0.1</c:v>
                </c:pt>
                <c:pt idx="3857">
                  <c:v>-0.1</c:v>
                </c:pt>
                <c:pt idx="3858">
                  <c:v>-0.1</c:v>
                </c:pt>
                <c:pt idx="3859">
                  <c:v>-0.1</c:v>
                </c:pt>
                <c:pt idx="3860">
                  <c:v>-0.1</c:v>
                </c:pt>
                <c:pt idx="3861">
                  <c:v>-0.1</c:v>
                </c:pt>
                <c:pt idx="3862">
                  <c:v>-0.1</c:v>
                </c:pt>
                <c:pt idx="3863">
                  <c:v>-0.1</c:v>
                </c:pt>
                <c:pt idx="3864">
                  <c:v>-0.1</c:v>
                </c:pt>
                <c:pt idx="3865">
                  <c:v>-0.1</c:v>
                </c:pt>
                <c:pt idx="3866">
                  <c:v>-0.1</c:v>
                </c:pt>
                <c:pt idx="3867">
                  <c:v>-0.1</c:v>
                </c:pt>
                <c:pt idx="3868">
                  <c:v>-0.1</c:v>
                </c:pt>
                <c:pt idx="3869">
                  <c:v>-0.1</c:v>
                </c:pt>
                <c:pt idx="3870">
                  <c:v>-0.1</c:v>
                </c:pt>
                <c:pt idx="3871">
                  <c:v>-0.1</c:v>
                </c:pt>
                <c:pt idx="3872">
                  <c:v>-0.1</c:v>
                </c:pt>
                <c:pt idx="3873">
                  <c:v>-0.1</c:v>
                </c:pt>
                <c:pt idx="3874">
                  <c:v>-0.1</c:v>
                </c:pt>
                <c:pt idx="3875">
                  <c:v>-0.1</c:v>
                </c:pt>
                <c:pt idx="3876">
                  <c:v>-0.1</c:v>
                </c:pt>
                <c:pt idx="3877">
                  <c:v>-0.1</c:v>
                </c:pt>
                <c:pt idx="3878">
                  <c:v>-0.1</c:v>
                </c:pt>
                <c:pt idx="3879">
                  <c:v>-0.1</c:v>
                </c:pt>
                <c:pt idx="3880">
                  <c:v>-0.1</c:v>
                </c:pt>
                <c:pt idx="3881">
                  <c:v>-0.1</c:v>
                </c:pt>
                <c:pt idx="3882">
                  <c:v>-0.1</c:v>
                </c:pt>
                <c:pt idx="3883">
                  <c:v>-0.1</c:v>
                </c:pt>
                <c:pt idx="3884">
                  <c:v>-0.1</c:v>
                </c:pt>
                <c:pt idx="3885">
                  <c:v>-0.1</c:v>
                </c:pt>
                <c:pt idx="3886">
                  <c:v>-0.1</c:v>
                </c:pt>
                <c:pt idx="3887">
                  <c:v>-0.1</c:v>
                </c:pt>
                <c:pt idx="3888">
                  <c:v>-0.1</c:v>
                </c:pt>
                <c:pt idx="3889">
                  <c:v>-0.1</c:v>
                </c:pt>
                <c:pt idx="3890">
                  <c:v>-0.1</c:v>
                </c:pt>
                <c:pt idx="3891">
                  <c:v>-0.1</c:v>
                </c:pt>
                <c:pt idx="3892">
                  <c:v>-0.1</c:v>
                </c:pt>
                <c:pt idx="3893">
                  <c:v>-0.1</c:v>
                </c:pt>
                <c:pt idx="3894">
                  <c:v>-0.1</c:v>
                </c:pt>
                <c:pt idx="3895">
                  <c:v>-0.1</c:v>
                </c:pt>
                <c:pt idx="3896">
                  <c:v>-0.1</c:v>
                </c:pt>
                <c:pt idx="3897">
                  <c:v>-0.1</c:v>
                </c:pt>
                <c:pt idx="3898">
                  <c:v>-0.1</c:v>
                </c:pt>
                <c:pt idx="3899">
                  <c:v>-0.1</c:v>
                </c:pt>
                <c:pt idx="3900">
                  <c:v>-0.1</c:v>
                </c:pt>
                <c:pt idx="3901">
                  <c:v>-0.1</c:v>
                </c:pt>
                <c:pt idx="3902">
                  <c:v>-0.1</c:v>
                </c:pt>
                <c:pt idx="3903">
                  <c:v>-0.1</c:v>
                </c:pt>
                <c:pt idx="3904">
                  <c:v>-0.1</c:v>
                </c:pt>
                <c:pt idx="3905">
                  <c:v>-0.1</c:v>
                </c:pt>
                <c:pt idx="3906">
                  <c:v>-0.1</c:v>
                </c:pt>
                <c:pt idx="3907">
                  <c:v>-0.1</c:v>
                </c:pt>
                <c:pt idx="3908">
                  <c:v>-0.1</c:v>
                </c:pt>
                <c:pt idx="3909">
                  <c:v>-0.1</c:v>
                </c:pt>
                <c:pt idx="3910">
                  <c:v>-0.1</c:v>
                </c:pt>
                <c:pt idx="3911">
                  <c:v>-0.1</c:v>
                </c:pt>
                <c:pt idx="3912">
                  <c:v>-0.1</c:v>
                </c:pt>
                <c:pt idx="3913">
                  <c:v>-0.1</c:v>
                </c:pt>
                <c:pt idx="3914">
                  <c:v>-0.1</c:v>
                </c:pt>
                <c:pt idx="3915">
                  <c:v>-0.1</c:v>
                </c:pt>
                <c:pt idx="3916">
                  <c:v>-0.1</c:v>
                </c:pt>
                <c:pt idx="3917">
                  <c:v>-0.1</c:v>
                </c:pt>
                <c:pt idx="3918">
                  <c:v>-0.1</c:v>
                </c:pt>
                <c:pt idx="3919">
                  <c:v>-0.1</c:v>
                </c:pt>
                <c:pt idx="3920">
                  <c:v>-0.1</c:v>
                </c:pt>
                <c:pt idx="3921">
                  <c:v>-0.1</c:v>
                </c:pt>
                <c:pt idx="3922">
                  <c:v>-0.1</c:v>
                </c:pt>
                <c:pt idx="3923">
                  <c:v>-0.1</c:v>
                </c:pt>
                <c:pt idx="3924">
                  <c:v>-0.1</c:v>
                </c:pt>
                <c:pt idx="3925">
                  <c:v>-0.1</c:v>
                </c:pt>
                <c:pt idx="3926">
                  <c:v>-0.1</c:v>
                </c:pt>
                <c:pt idx="3927">
                  <c:v>-0.1</c:v>
                </c:pt>
                <c:pt idx="3928">
                  <c:v>-0.1</c:v>
                </c:pt>
                <c:pt idx="3929">
                  <c:v>-0.1</c:v>
                </c:pt>
                <c:pt idx="3930">
                  <c:v>-0.1</c:v>
                </c:pt>
                <c:pt idx="3931">
                  <c:v>-0.1</c:v>
                </c:pt>
                <c:pt idx="3932">
                  <c:v>-0.1</c:v>
                </c:pt>
                <c:pt idx="3933">
                  <c:v>-0.1</c:v>
                </c:pt>
                <c:pt idx="3934">
                  <c:v>-0.1</c:v>
                </c:pt>
                <c:pt idx="3935">
                  <c:v>-0.1</c:v>
                </c:pt>
                <c:pt idx="3936">
                  <c:v>-0.1</c:v>
                </c:pt>
                <c:pt idx="3937">
                  <c:v>-0.1</c:v>
                </c:pt>
                <c:pt idx="3938">
                  <c:v>-0.1</c:v>
                </c:pt>
                <c:pt idx="3939">
                  <c:v>-0.1</c:v>
                </c:pt>
                <c:pt idx="3940">
                  <c:v>-0.1</c:v>
                </c:pt>
                <c:pt idx="3941">
                  <c:v>-0.1</c:v>
                </c:pt>
                <c:pt idx="3942">
                  <c:v>-0.1</c:v>
                </c:pt>
                <c:pt idx="3943">
                  <c:v>-0.1</c:v>
                </c:pt>
                <c:pt idx="3944">
                  <c:v>-0.1</c:v>
                </c:pt>
                <c:pt idx="3945">
                  <c:v>-0.1</c:v>
                </c:pt>
                <c:pt idx="3946">
                  <c:v>-0.1</c:v>
                </c:pt>
                <c:pt idx="3947">
                  <c:v>-0.1</c:v>
                </c:pt>
                <c:pt idx="3948">
                  <c:v>-0.1</c:v>
                </c:pt>
                <c:pt idx="3949">
                  <c:v>-0.1</c:v>
                </c:pt>
                <c:pt idx="3950">
                  <c:v>-0.1</c:v>
                </c:pt>
                <c:pt idx="3951">
                  <c:v>-0.1</c:v>
                </c:pt>
                <c:pt idx="3952">
                  <c:v>-0.1</c:v>
                </c:pt>
                <c:pt idx="3953">
                  <c:v>-0.1</c:v>
                </c:pt>
                <c:pt idx="3954">
                  <c:v>-0.1</c:v>
                </c:pt>
                <c:pt idx="3955">
                  <c:v>-0.1</c:v>
                </c:pt>
                <c:pt idx="3956">
                  <c:v>-0.1</c:v>
                </c:pt>
                <c:pt idx="3957">
                  <c:v>-0.1</c:v>
                </c:pt>
                <c:pt idx="3958">
                  <c:v>-0.1</c:v>
                </c:pt>
                <c:pt idx="3959">
                  <c:v>-0.1</c:v>
                </c:pt>
                <c:pt idx="3960">
                  <c:v>-0.1</c:v>
                </c:pt>
                <c:pt idx="3961">
                  <c:v>-0.1</c:v>
                </c:pt>
                <c:pt idx="3962">
                  <c:v>-0.1</c:v>
                </c:pt>
                <c:pt idx="3963">
                  <c:v>-0.1</c:v>
                </c:pt>
                <c:pt idx="3964">
                  <c:v>-0.1</c:v>
                </c:pt>
                <c:pt idx="3965">
                  <c:v>-0.1</c:v>
                </c:pt>
                <c:pt idx="3966">
                  <c:v>-0.1</c:v>
                </c:pt>
                <c:pt idx="3967">
                  <c:v>-0.1</c:v>
                </c:pt>
                <c:pt idx="3968">
                  <c:v>-0.1</c:v>
                </c:pt>
                <c:pt idx="3969">
                  <c:v>-0.1</c:v>
                </c:pt>
                <c:pt idx="3970">
                  <c:v>-0.1</c:v>
                </c:pt>
                <c:pt idx="3971">
                  <c:v>-0.1</c:v>
                </c:pt>
                <c:pt idx="3972">
                  <c:v>-0.1</c:v>
                </c:pt>
                <c:pt idx="3973">
                  <c:v>-0.1</c:v>
                </c:pt>
                <c:pt idx="3974">
                  <c:v>-0.1</c:v>
                </c:pt>
                <c:pt idx="3975">
                  <c:v>-0.1</c:v>
                </c:pt>
                <c:pt idx="3976">
                  <c:v>-0.1</c:v>
                </c:pt>
                <c:pt idx="3977">
                  <c:v>-0.1</c:v>
                </c:pt>
                <c:pt idx="3978">
                  <c:v>-0.1</c:v>
                </c:pt>
                <c:pt idx="3979">
                  <c:v>-0.1</c:v>
                </c:pt>
                <c:pt idx="3980">
                  <c:v>-0.1</c:v>
                </c:pt>
                <c:pt idx="3981">
                  <c:v>-0.1</c:v>
                </c:pt>
                <c:pt idx="3982">
                  <c:v>-0.1</c:v>
                </c:pt>
                <c:pt idx="3983">
                  <c:v>-0.1</c:v>
                </c:pt>
                <c:pt idx="3984">
                  <c:v>-0.1</c:v>
                </c:pt>
                <c:pt idx="3985">
                  <c:v>-0.1</c:v>
                </c:pt>
                <c:pt idx="3986">
                  <c:v>-0.1</c:v>
                </c:pt>
                <c:pt idx="3987">
                  <c:v>-0.1</c:v>
                </c:pt>
                <c:pt idx="3988">
                  <c:v>-0.1</c:v>
                </c:pt>
                <c:pt idx="3989">
                  <c:v>-0.1</c:v>
                </c:pt>
                <c:pt idx="3990">
                  <c:v>-0.1</c:v>
                </c:pt>
                <c:pt idx="3991">
                  <c:v>-0.1</c:v>
                </c:pt>
                <c:pt idx="3992">
                  <c:v>-0.1</c:v>
                </c:pt>
                <c:pt idx="3993">
                  <c:v>-0.1</c:v>
                </c:pt>
                <c:pt idx="3994">
                  <c:v>-0.1</c:v>
                </c:pt>
                <c:pt idx="3995">
                  <c:v>-0.1</c:v>
                </c:pt>
                <c:pt idx="3996">
                  <c:v>-0.1</c:v>
                </c:pt>
                <c:pt idx="3997">
                  <c:v>-0.1</c:v>
                </c:pt>
                <c:pt idx="3998">
                  <c:v>-0.1</c:v>
                </c:pt>
                <c:pt idx="3999">
                  <c:v>-0.1</c:v>
                </c:pt>
                <c:pt idx="4000">
                  <c:v>-0.1</c:v>
                </c:pt>
                <c:pt idx="4001">
                  <c:v>-0.1</c:v>
                </c:pt>
                <c:pt idx="4002">
                  <c:v>-0.1</c:v>
                </c:pt>
                <c:pt idx="4003">
                  <c:v>-0.1</c:v>
                </c:pt>
                <c:pt idx="4004">
                  <c:v>-0.1</c:v>
                </c:pt>
                <c:pt idx="4005">
                  <c:v>-0.1</c:v>
                </c:pt>
                <c:pt idx="4006">
                  <c:v>-0.1</c:v>
                </c:pt>
                <c:pt idx="4007">
                  <c:v>-0.1</c:v>
                </c:pt>
                <c:pt idx="4008">
                  <c:v>-0.1</c:v>
                </c:pt>
                <c:pt idx="4009">
                  <c:v>-0.1</c:v>
                </c:pt>
                <c:pt idx="4010">
                  <c:v>-0.1</c:v>
                </c:pt>
                <c:pt idx="4011">
                  <c:v>-0.1</c:v>
                </c:pt>
                <c:pt idx="4012">
                  <c:v>-0.1</c:v>
                </c:pt>
                <c:pt idx="4013">
                  <c:v>-0.1</c:v>
                </c:pt>
                <c:pt idx="4014">
                  <c:v>-0.1</c:v>
                </c:pt>
                <c:pt idx="4015">
                  <c:v>-0.1</c:v>
                </c:pt>
                <c:pt idx="4016">
                  <c:v>-0.1</c:v>
                </c:pt>
                <c:pt idx="4017">
                  <c:v>-0.1</c:v>
                </c:pt>
                <c:pt idx="4018">
                  <c:v>-0.1</c:v>
                </c:pt>
                <c:pt idx="4019">
                  <c:v>-0.1</c:v>
                </c:pt>
                <c:pt idx="4020">
                  <c:v>-0.1</c:v>
                </c:pt>
                <c:pt idx="4021">
                  <c:v>-0.1</c:v>
                </c:pt>
                <c:pt idx="4022">
                  <c:v>-0.1</c:v>
                </c:pt>
                <c:pt idx="4023">
                  <c:v>-0.1</c:v>
                </c:pt>
                <c:pt idx="4024">
                  <c:v>-0.1</c:v>
                </c:pt>
                <c:pt idx="4025">
                  <c:v>-0.1</c:v>
                </c:pt>
                <c:pt idx="4026">
                  <c:v>-0.1</c:v>
                </c:pt>
                <c:pt idx="4027">
                  <c:v>-0.1</c:v>
                </c:pt>
                <c:pt idx="4028">
                  <c:v>-0.1</c:v>
                </c:pt>
                <c:pt idx="4029">
                  <c:v>-0.1</c:v>
                </c:pt>
                <c:pt idx="4030">
                  <c:v>-0.1</c:v>
                </c:pt>
                <c:pt idx="4031">
                  <c:v>-0.1</c:v>
                </c:pt>
                <c:pt idx="4032">
                  <c:v>-0.1</c:v>
                </c:pt>
                <c:pt idx="4033">
                  <c:v>-0.1</c:v>
                </c:pt>
                <c:pt idx="4034">
                  <c:v>-0.1</c:v>
                </c:pt>
                <c:pt idx="4035">
                  <c:v>-0.1</c:v>
                </c:pt>
                <c:pt idx="4036">
                  <c:v>-0.1</c:v>
                </c:pt>
                <c:pt idx="4037">
                  <c:v>-0.1</c:v>
                </c:pt>
                <c:pt idx="4038">
                  <c:v>-0.1</c:v>
                </c:pt>
                <c:pt idx="4039">
                  <c:v>-0.1</c:v>
                </c:pt>
                <c:pt idx="4040">
                  <c:v>-0.1</c:v>
                </c:pt>
                <c:pt idx="4041">
                  <c:v>-0.1</c:v>
                </c:pt>
                <c:pt idx="4042">
                  <c:v>-0.1</c:v>
                </c:pt>
                <c:pt idx="4043">
                  <c:v>-0.1</c:v>
                </c:pt>
                <c:pt idx="4044">
                  <c:v>-0.1</c:v>
                </c:pt>
                <c:pt idx="4045">
                  <c:v>-0.1</c:v>
                </c:pt>
                <c:pt idx="4046">
                  <c:v>-0.1</c:v>
                </c:pt>
                <c:pt idx="4047">
                  <c:v>-0.1</c:v>
                </c:pt>
                <c:pt idx="4048">
                  <c:v>-0.1</c:v>
                </c:pt>
                <c:pt idx="4049">
                  <c:v>-0.1</c:v>
                </c:pt>
                <c:pt idx="4050">
                  <c:v>-0.1</c:v>
                </c:pt>
                <c:pt idx="4051">
                  <c:v>-0.1</c:v>
                </c:pt>
                <c:pt idx="4052">
                  <c:v>-0.1</c:v>
                </c:pt>
                <c:pt idx="4053">
                  <c:v>-0.1</c:v>
                </c:pt>
                <c:pt idx="4054">
                  <c:v>-0.1</c:v>
                </c:pt>
                <c:pt idx="4055">
                  <c:v>-0.1</c:v>
                </c:pt>
                <c:pt idx="4056">
                  <c:v>-0.1</c:v>
                </c:pt>
                <c:pt idx="4057">
                  <c:v>-0.1</c:v>
                </c:pt>
                <c:pt idx="4058">
                  <c:v>-0.1</c:v>
                </c:pt>
                <c:pt idx="4059">
                  <c:v>-0.1</c:v>
                </c:pt>
                <c:pt idx="4060">
                  <c:v>-0.1</c:v>
                </c:pt>
                <c:pt idx="4061">
                  <c:v>-0.1</c:v>
                </c:pt>
                <c:pt idx="4062">
                  <c:v>-0.1</c:v>
                </c:pt>
                <c:pt idx="4063">
                  <c:v>-0.1</c:v>
                </c:pt>
                <c:pt idx="4064">
                  <c:v>-0.1</c:v>
                </c:pt>
                <c:pt idx="4065">
                  <c:v>-0.1</c:v>
                </c:pt>
                <c:pt idx="4066">
                  <c:v>-0.1</c:v>
                </c:pt>
                <c:pt idx="4067">
                  <c:v>-0.1</c:v>
                </c:pt>
                <c:pt idx="4068">
                  <c:v>-0.1</c:v>
                </c:pt>
                <c:pt idx="4069">
                  <c:v>-0.1</c:v>
                </c:pt>
                <c:pt idx="4070">
                  <c:v>-0.1</c:v>
                </c:pt>
                <c:pt idx="4071">
                  <c:v>-0.1</c:v>
                </c:pt>
                <c:pt idx="4072">
                  <c:v>-0.1</c:v>
                </c:pt>
                <c:pt idx="4073">
                  <c:v>-0.1</c:v>
                </c:pt>
                <c:pt idx="4074">
                  <c:v>-0.1</c:v>
                </c:pt>
                <c:pt idx="4075">
                  <c:v>-0.1</c:v>
                </c:pt>
                <c:pt idx="4076">
                  <c:v>-0.1</c:v>
                </c:pt>
                <c:pt idx="4077">
                  <c:v>-0.1</c:v>
                </c:pt>
                <c:pt idx="4078">
                  <c:v>-0.1</c:v>
                </c:pt>
                <c:pt idx="4079">
                  <c:v>-0.1</c:v>
                </c:pt>
                <c:pt idx="4080">
                  <c:v>-0.1</c:v>
                </c:pt>
                <c:pt idx="4081">
                  <c:v>-0.1</c:v>
                </c:pt>
                <c:pt idx="4082">
                  <c:v>-0.1</c:v>
                </c:pt>
                <c:pt idx="4083">
                  <c:v>-0.1</c:v>
                </c:pt>
                <c:pt idx="4084">
                  <c:v>-0.1</c:v>
                </c:pt>
                <c:pt idx="4085">
                  <c:v>-0.1</c:v>
                </c:pt>
                <c:pt idx="4086">
                  <c:v>-0.1</c:v>
                </c:pt>
                <c:pt idx="4087">
                  <c:v>-0.1</c:v>
                </c:pt>
                <c:pt idx="4088">
                  <c:v>-0.1</c:v>
                </c:pt>
                <c:pt idx="4089">
                  <c:v>-0.1</c:v>
                </c:pt>
                <c:pt idx="4090">
                  <c:v>-0.1</c:v>
                </c:pt>
                <c:pt idx="4091">
                  <c:v>-0.1</c:v>
                </c:pt>
                <c:pt idx="4092">
                  <c:v>-0.1</c:v>
                </c:pt>
                <c:pt idx="4093">
                  <c:v>-0.1</c:v>
                </c:pt>
                <c:pt idx="4094">
                  <c:v>-0.1</c:v>
                </c:pt>
                <c:pt idx="4095">
                  <c:v>-0.1</c:v>
                </c:pt>
                <c:pt idx="4096">
                  <c:v>-0.1</c:v>
                </c:pt>
                <c:pt idx="4097">
                  <c:v>-0.1</c:v>
                </c:pt>
                <c:pt idx="4098">
                  <c:v>-0.1</c:v>
                </c:pt>
                <c:pt idx="4099">
                  <c:v>-0.1</c:v>
                </c:pt>
                <c:pt idx="4100">
                  <c:v>-0.1</c:v>
                </c:pt>
                <c:pt idx="4101">
                  <c:v>-0.1</c:v>
                </c:pt>
                <c:pt idx="4102">
                  <c:v>-0.1</c:v>
                </c:pt>
                <c:pt idx="4103">
                  <c:v>-0.1</c:v>
                </c:pt>
                <c:pt idx="4104">
                  <c:v>-0.1</c:v>
                </c:pt>
                <c:pt idx="4105">
                  <c:v>-0.1</c:v>
                </c:pt>
                <c:pt idx="4106">
                  <c:v>-0.1</c:v>
                </c:pt>
                <c:pt idx="4107">
                  <c:v>-0.1</c:v>
                </c:pt>
                <c:pt idx="4108">
                  <c:v>-0.1</c:v>
                </c:pt>
                <c:pt idx="4109">
                  <c:v>-0.1</c:v>
                </c:pt>
                <c:pt idx="4110">
                  <c:v>-0.1</c:v>
                </c:pt>
                <c:pt idx="4111">
                  <c:v>-0.1</c:v>
                </c:pt>
                <c:pt idx="4112">
                  <c:v>-0.1</c:v>
                </c:pt>
                <c:pt idx="4113">
                  <c:v>-0.1</c:v>
                </c:pt>
                <c:pt idx="4114">
                  <c:v>-0.1</c:v>
                </c:pt>
                <c:pt idx="4115">
                  <c:v>-0.1</c:v>
                </c:pt>
                <c:pt idx="4116">
                  <c:v>-0.1</c:v>
                </c:pt>
                <c:pt idx="4117">
                  <c:v>-0.1</c:v>
                </c:pt>
                <c:pt idx="4118">
                  <c:v>-0.1</c:v>
                </c:pt>
                <c:pt idx="4119">
                  <c:v>-0.1</c:v>
                </c:pt>
                <c:pt idx="4120">
                  <c:v>-0.1</c:v>
                </c:pt>
                <c:pt idx="4121">
                  <c:v>-0.1</c:v>
                </c:pt>
                <c:pt idx="4122">
                  <c:v>-0.1</c:v>
                </c:pt>
                <c:pt idx="4123">
                  <c:v>-0.1</c:v>
                </c:pt>
                <c:pt idx="4124">
                  <c:v>-0.1</c:v>
                </c:pt>
                <c:pt idx="4125">
                  <c:v>-0.1</c:v>
                </c:pt>
                <c:pt idx="4126">
                  <c:v>-0.1</c:v>
                </c:pt>
                <c:pt idx="4127">
                  <c:v>-0.1</c:v>
                </c:pt>
                <c:pt idx="4128">
                  <c:v>-0.1</c:v>
                </c:pt>
                <c:pt idx="4129">
                  <c:v>-0.1</c:v>
                </c:pt>
                <c:pt idx="4130">
                  <c:v>-0.1</c:v>
                </c:pt>
                <c:pt idx="4131">
                  <c:v>-0.1</c:v>
                </c:pt>
                <c:pt idx="4132">
                  <c:v>-0.1</c:v>
                </c:pt>
                <c:pt idx="4133">
                  <c:v>-0.1</c:v>
                </c:pt>
                <c:pt idx="4134">
                  <c:v>-0.1</c:v>
                </c:pt>
                <c:pt idx="4135">
                  <c:v>-0.1</c:v>
                </c:pt>
                <c:pt idx="4136">
                  <c:v>-0.1</c:v>
                </c:pt>
                <c:pt idx="4137">
                  <c:v>-0.1</c:v>
                </c:pt>
                <c:pt idx="4138">
                  <c:v>-0.1</c:v>
                </c:pt>
                <c:pt idx="4139">
                  <c:v>-0.1</c:v>
                </c:pt>
                <c:pt idx="4140">
                  <c:v>-0.1</c:v>
                </c:pt>
                <c:pt idx="4141">
                  <c:v>-0.1</c:v>
                </c:pt>
                <c:pt idx="4142">
                  <c:v>-0.1</c:v>
                </c:pt>
                <c:pt idx="4143">
                  <c:v>-0.1</c:v>
                </c:pt>
                <c:pt idx="4144">
                  <c:v>-0.1</c:v>
                </c:pt>
                <c:pt idx="4145">
                  <c:v>-0.1</c:v>
                </c:pt>
                <c:pt idx="4146">
                  <c:v>-0.1</c:v>
                </c:pt>
                <c:pt idx="4147">
                  <c:v>-0.1</c:v>
                </c:pt>
                <c:pt idx="4148">
                  <c:v>-0.1</c:v>
                </c:pt>
                <c:pt idx="4149">
                  <c:v>-0.1</c:v>
                </c:pt>
                <c:pt idx="4150">
                  <c:v>-0.1</c:v>
                </c:pt>
                <c:pt idx="4151">
                  <c:v>-0.1</c:v>
                </c:pt>
                <c:pt idx="4152">
                  <c:v>-0.1</c:v>
                </c:pt>
                <c:pt idx="4153">
                  <c:v>-0.1</c:v>
                </c:pt>
                <c:pt idx="4154">
                  <c:v>-0.1</c:v>
                </c:pt>
                <c:pt idx="4155">
                  <c:v>-0.1</c:v>
                </c:pt>
                <c:pt idx="4156">
                  <c:v>-0.1</c:v>
                </c:pt>
                <c:pt idx="4157">
                  <c:v>-0.1</c:v>
                </c:pt>
                <c:pt idx="4158">
                  <c:v>-0.1</c:v>
                </c:pt>
                <c:pt idx="4159">
                  <c:v>-0.1</c:v>
                </c:pt>
                <c:pt idx="4160">
                  <c:v>-0.1</c:v>
                </c:pt>
                <c:pt idx="4161">
                  <c:v>-0.1</c:v>
                </c:pt>
                <c:pt idx="4162">
                  <c:v>-0.1</c:v>
                </c:pt>
                <c:pt idx="4163">
                  <c:v>-0.1</c:v>
                </c:pt>
                <c:pt idx="4164">
                  <c:v>-0.1</c:v>
                </c:pt>
                <c:pt idx="4165">
                  <c:v>-0.1</c:v>
                </c:pt>
                <c:pt idx="4166">
                  <c:v>-0.1</c:v>
                </c:pt>
                <c:pt idx="4167">
                  <c:v>-0.1</c:v>
                </c:pt>
                <c:pt idx="4168">
                  <c:v>-0.1</c:v>
                </c:pt>
                <c:pt idx="4169">
                  <c:v>-0.1</c:v>
                </c:pt>
                <c:pt idx="4170">
                  <c:v>-0.1</c:v>
                </c:pt>
                <c:pt idx="4171">
                  <c:v>-0.1</c:v>
                </c:pt>
                <c:pt idx="4172">
                  <c:v>-0.1</c:v>
                </c:pt>
                <c:pt idx="4173">
                  <c:v>-0.1</c:v>
                </c:pt>
                <c:pt idx="4174">
                  <c:v>-0.1</c:v>
                </c:pt>
                <c:pt idx="4175">
                  <c:v>-0.1</c:v>
                </c:pt>
                <c:pt idx="4176">
                  <c:v>-0.1</c:v>
                </c:pt>
                <c:pt idx="4177">
                  <c:v>-0.1</c:v>
                </c:pt>
                <c:pt idx="4178">
                  <c:v>-0.1</c:v>
                </c:pt>
                <c:pt idx="4179">
                  <c:v>-0.1</c:v>
                </c:pt>
                <c:pt idx="4180">
                  <c:v>-0.1</c:v>
                </c:pt>
                <c:pt idx="4181">
                  <c:v>-0.1</c:v>
                </c:pt>
                <c:pt idx="4182">
                  <c:v>-0.1</c:v>
                </c:pt>
                <c:pt idx="4183">
                  <c:v>-0.1</c:v>
                </c:pt>
                <c:pt idx="4184">
                  <c:v>-0.1</c:v>
                </c:pt>
                <c:pt idx="4185">
                  <c:v>-0.1</c:v>
                </c:pt>
                <c:pt idx="4186">
                  <c:v>-0.1</c:v>
                </c:pt>
                <c:pt idx="4187">
                  <c:v>-0.1</c:v>
                </c:pt>
                <c:pt idx="4188">
                  <c:v>-0.1</c:v>
                </c:pt>
                <c:pt idx="4189">
                  <c:v>-0.1</c:v>
                </c:pt>
                <c:pt idx="4190">
                  <c:v>-0.1</c:v>
                </c:pt>
                <c:pt idx="4191">
                  <c:v>-0.1</c:v>
                </c:pt>
                <c:pt idx="4192">
                  <c:v>-0.1</c:v>
                </c:pt>
                <c:pt idx="4193">
                  <c:v>-0.1</c:v>
                </c:pt>
                <c:pt idx="4194">
                  <c:v>-0.1</c:v>
                </c:pt>
                <c:pt idx="4195">
                  <c:v>-0.1</c:v>
                </c:pt>
                <c:pt idx="4196">
                  <c:v>-0.1</c:v>
                </c:pt>
                <c:pt idx="4197">
                  <c:v>-0.1</c:v>
                </c:pt>
                <c:pt idx="4198">
                  <c:v>-0.1</c:v>
                </c:pt>
                <c:pt idx="4199">
                  <c:v>-0.1</c:v>
                </c:pt>
                <c:pt idx="4200">
                  <c:v>-0.1</c:v>
                </c:pt>
                <c:pt idx="4201">
                  <c:v>-0.1</c:v>
                </c:pt>
                <c:pt idx="4202">
                  <c:v>-0.1</c:v>
                </c:pt>
                <c:pt idx="4203">
                  <c:v>-0.1</c:v>
                </c:pt>
                <c:pt idx="4204">
                  <c:v>-0.1</c:v>
                </c:pt>
                <c:pt idx="4205">
                  <c:v>-0.1</c:v>
                </c:pt>
                <c:pt idx="4206">
                  <c:v>-0.1</c:v>
                </c:pt>
                <c:pt idx="4207">
                  <c:v>-0.1</c:v>
                </c:pt>
                <c:pt idx="4208">
                  <c:v>-0.1</c:v>
                </c:pt>
                <c:pt idx="4209">
                  <c:v>-0.1</c:v>
                </c:pt>
                <c:pt idx="4210">
                  <c:v>-0.1</c:v>
                </c:pt>
                <c:pt idx="4211">
                  <c:v>-0.1</c:v>
                </c:pt>
                <c:pt idx="4212">
                  <c:v>-0.1</c:v>
                </c:pt>
                <c:pt idx="4213">
                  <c:v>-0.1</c:v>
                </c:pt>
                <c:pt idx="4214">
                  <c:v>-0.1</c:v>
                </c:pt>
                <c:pt idx="4215">
                  <c:v>-0.1</c:v>
                </c:pt>
                <c:pt idx="4216">
                  <c:v>-0.1</c:v>
                </c:pt>
                <c:pt idx="4217">
                  <c:v>-0.1</c:v>
                </c:pt>
                <c:pt idx="4218">
                  <c:v>-0.1</c:v>
                </c:pt>
                <c:pt idx="4219">
                  <c:v>-0.1</c:v>
                </c:pt>
                <c:pt idx="4220">
                  <c:v>-0.1</c:v>
                </c:pt>
                <c:pt idx="4221">
                  <c:v>-0.1</c:v>
                </c:pt>
                <c:pt idx="4222">
                  <c:v>-0.1</c:v>
                </c:pt>
                <c:pt idx="4223">
                  <c:v>-0.1</c:v>
                </c:pt>
                <c:pt idx="4224">
                  <c:v>-0.1</c:v>
                </c:pt>
                <c:pt idx="4225">
                  <c:v>-0.1</c:v>
                </c:pt>
                <c:pt idx="4226">
                  <c:v>-0.1</c:v>
                </c:pt>
                <c:pt idx="4227">
                  <c:v>-0.1</c:v>
                </c:pt>
                <c:pt idx="4228">
                  <c:v>-0.1</c:v>
                </c:pt>
                <c:pt idx="4229">
                  <c:v>-0.1</c:v>
                </c:pt>
                <c:pt idx="4230">
                  <c:v>-0.1</c:v>
                </c:pt>
                <c:pt idx="4231">
                  <c:v>-0.1</c:v>
                </c:pt>
                <c:pt idx="4232">
                  <c:v>-0.1</c:v>
                </c:pt>
                <c:pt idx="4233">
                  <c:v>-0.1</c:v>
                </c:pt>
                <c:pt idx="4234">
                  <c:v>-0.1</c:v>
                </c:pt>
                <c:pt idx="4235">
                  <c:v>-0.1</c:v>
                </c:pt>
                <c:pt idx="4236">
                  <c:v>-0.1</c:v>
                </c:pt>
                <c:pt idx="4237">
                  <c:v>-0.1</c:v>
                </c:pt>
                <c:pt idx="4238">
                  <c:v>-0.1</c:v>
                </c:pt>
                <c:pt idx="4239">
                  <c:v>-0.1</c:v>
                </c:pt>
                <c:pt idx="4240">
                  <c:v>-0.1</c:v>
                </c:pt>
                <c:pt idx="4241">
                  <c:v>-0.1</c:v>
                </c:pt>
                <c:pt idx="4242">
                  <c:v>-0.1</c:v>
                </c:pt>
                <c:pt idx="4243">
                  <c:v>-0.1</c:v>
                </c:pt>
                <c:pt idx="4244">
                  <c:v>-0.1</c:v>
                </c:pt>
                <c:pt idx="4245">
                  <c:v>-0.1</c:v>
                </c:pt>
                <c:pt idx="4246">
                  <c:v>-0.1</c:v>
                </c:pt>
                <c:pt idx="4247">
                  <c:v>-0.1</c:v>
                </c:pt>
                <c:pt idx="4248">
                  <c:v>-0.1</c:v>
                </c:pt>
                <c:pt idx="4249">
                  <c:v>-0.1</c:v>
                </c:pt>
                <c:pt idx="4250">
                  <c:v>-0.1</c:v>
                </c:pt>
                <c:pt idx="4251">
                  <c:v>-0.1</c:v>
                </c:pt>
                <c:pt idx="4252">
                  <c:v>-0.1</c:v>
                </c:pt>
                <c:pt idx="4253">
                  <c:v>-0.1</c:v>
                </c:pt>
                <c:pt idx="4254">
                  <c:v>-0.1</c:v>
                </c:pt>
                <c:pt idx="4255">
                  <c:v>-0.1</c:v>
                </c:pt>
                <c:pt idx="4256">
                  <c:v>-0.1</c:v>
                </c:pt>
                <c:pt idx="4257">
                  <c:v>-0.1</c:v>
                </c:pt>
                <c:pt idx="4258">
                  <c:v>-0.1</c:v>
                </c:pt>
                <c:pt idx="4259">
                  <c:v>-0.1</c:v>
                </c:pt>
                <c:pt idx="4260">
                  <c:v>-0.1</c:v>
                </c:pt>
                <c:pt idx="4261">
                  <c:v>-0.1</c:v>
                </c:pt>
                <c:pt idx="4262">
                  <c:v>-0.1</c:v>
                </c:pt>
                <c:pt idx="4263">
                  <c:v>-0.1</c:v>
                </c:pt>
                <c:pt idx="4264">
                  <c:v>-0.1</c:v>
                </c:pt>
                <c:pt idx="4265">
                  <c:v>-0.1</c:v>
                </c:pt>
                <c:pt idx="4266">
                  <c:v>-0.1</c:v>
                </c:pt>
                <c:pt idx="4267">
                  <c:v>-0.1</c:v>
                </c:pt>
                <c:pt idx="4268">
                  <c:v>-0.1</c:v>
                </c:pt>
                <c:pt idx="4269">
                  <c:v>-0.1</c:v>
                </c:pt>
                <c:pt idx="4270">
                  <c:v>-0.1</c:v>
                </c:pt>
                <c:pt idx="4271">
                  <c:v>-0.1</c:v>
                </c:pt>
                <c:pt idx="4272">
                  <c:v>-0.1</c:v>
                </c:pt>
                <c:pt idx="4273">
                  <c:v>-0.1</c:v>
                </c:pt>
                <c:pt idx="4274">
                  <c:v>-0.1</c:v>
                </c:pt>
                <c:pt idx="4275">
                  <c:v>-0.1</c:v>
                </c:pt>
                <c:pt idx="4276">
                  <c:v>-0.1</c:v>
                </c:pt>
                <c:pt idx="4277">
                  <c:v>-0.1</c:v>
                </c:pt>
                <c:pt idx="4278">
                  <c:v>-0.1</c:v>
                </c:pt>
                <c:pt idx="4279">
                  <c:v>-0.1</c:v>
                </c:pt>
                <c:pt idx="4280">
                  <c:v>-0.1</c:v>
                </c:pt>
                <c:pt idx="4281">
                  <c:v>-0.1</c:v>
                </c:pt>
                <c:pt idx="4282">
                  <c:v>-0.1</c:v>
                </c:pt>
                <c:pt idx="4283">
                  <c:v>-0.1</c:v>
                </c:pt>
                <c:pt idx="4284">
                  <c:v>-0.1</c:v>
                </c:pt>
                <c:pt idx="4285">
                  <c:v>-0.1</c:v>
                </c:pt>
                <c:pt idx="4286">
                  <c:v>-0.1</c:v>
                </c:pt>
                <c:pt idx="4287">
                  <c:v>-0.1</c:v>
                </c:pt>
                <c:pt idx="4288">
                  <c:v>-0.1</c:v>
                </c:pt>
                <c:pt idx="4289">
                  <c:v>-0.1</c:v>
                </c:pt>
                <c:pt idx="4290">
                  <c:v>-0.1</c:v>
                </c:pt>
                <c:pt idx="4291">
                  <c:v>-0.1</c:v>
                </c:pt>
                <c:pt idx="4292">
                  <c:v>-0.1</c:v>
                </c:pt>
                <c:pt idx="4293">
                  <c:v>-0.1</c:v>
                </c:pt>
                <c:pt idx="4294">
                  <c:v>-0.1</c:v>
                </c:pt>
                <c:pt idx="4295">
                  <c:v>-0.1</c:v>
                </c:pt>
                <c:pt idx="4296">
                  <c:v>-0.1</c:v>
                </c:pt>
                <c:pt idx="4297">
                  <c:v>-0.1</c:v>
                </c:pt>
                <c:pt idx="4298">
                  <c:v>-0.1</c:v>
                </c:pt>
                <c:pt idx="4299">
                  <c:v>-0.1</c:v>
                </c:pt>
                <c:pt idx="4300">
                  <c:v>-0.1</c:v>
                </c:pt>
                <c:pt idx="4301">
                  <c:v>-0.1</c:v>
                </c:pt>
                <c:pt idx="4302">
                  <c:v>-0.1</c:v>
                </c:pt>
                <c:pt idx="4303">
                  <c:v>-0.1</c:v>
                </c:pt>
                <c:pt idx="4304">
                  <c:v>-0.1</c:v>
                </c:pt>
                <c:pt idx="4305">
                  <c:v>-0.1</c:v>
                </c:pt>
                <c:pt idx="4306">
                  <c:v>-0.1</c:v>
                </c:pt>
                <c:pt idx="4307">
                  <c:v>-0.1</c:v>
                </c:pt>
                <c:pt idx="4308">
                  <c:v>-0.1</c:v>
                </c:pt>
                <c:pt idx="4309">
                  <c:v>-0.1</c:v>
                </c:pt>
                <c:pt idx="4310">
                  <c:v>-0.1</c:v>
                </c:pt>
                <c:pt idx="4311">
                  <c:v>-0.1</c:v>
                </c:pt>
                <c:pt idx="4312">
                  <c:v>-0.1</c:v>
                </c:pt>
                <c:pt idx="4313">
                  <c:v>-0.1</c:v>
                </c:pt>
                <c:pt idx="4314">
                  <c:v>-0.1</c:v>
                </c:pt>
                <c:pt idx="4315">
                  <c:v>-0.1</c:v>
                </c:pt>
                <c:pt idx="4316">
                  <c:v>-0.1</c:v>
                </c:pt>
                <c:pt idx="4317">
                  <c:v>-0.1</c:v>
                </c:pt>
                <c:pt idx="4318">
                  <c:v>-0.1</c:v>
                </c:pt>
                <c:pt idx="4319">
                  <c:v>-0.1</c:v>
                </c:pt>
                <c:pt idx="4320">
                  <c:v>-0.1</c:v>
                </c:pt>
                <c:pt idx="4321">
                  <c:v>-0.1</c:v>
                </c:pt>
                <c:pt idx="4322">
                  <c:v>-0.1</c:v>
                </c:pt>
                <c:pt idx="4323">
                  <c:v>-0.1</c:v>
                </c:pt>
                <c:pt idx="4324">
                  <c:v>-0.1</c:v>
                </c:pt>
                <c:pt idx="4325">
                  <c:v>-0.1</c:v>
                </c:pt>
                <c:pt idx="4326">
                  <c:v>-0.1</c:v>
                </c:pt>
                <c:pt idx="4327">
                  <c:v>-0.1</c:v>
                </c:pt>
                <c:pt idx="4328">
                  <c:v>-0.1</c:v>
                </c:pt>
                <c:pt idx="4329">
                  <c:v>-0.1</c:v>
                </c:pt>
                <c:pt idx="4330">
                  <c:v>-0.1</c:v>
                </c:pt>
                <c:pt idx="4331">
                  <c:v>-0.1</c:v>
                </c:pt>
                <c:pt idx="4332">
                  <c:v>-0.1</c:v>
                </c:pt>
                <c:pt idx="4333">
                  <c:v>-0.1</c:v>
                </c:pt>
                <c:pt idx="4334">
                  <c:v>-0.1</c:v>
                </c:pt>
                <c:pt idx="4335">
                  <c:v>-0.1</c:v>
                </c:pt>
                <c:pt idx="4336">
                  <c:v>-0.1</c:v>
                </c:pt>
                <c:pt idx="4337">
                  <c:v>-0.1</c:v>
                </c:pt>
                <c:pt idx="4338">
                  <c:v>-0.1</c:v>
                </c:pt>
                <c:pt idx="4339">
                  <c:v>-0.1</c:v>
                </c:pt>
                <c:pt idx="4340">
                  <c:v>-0.1</c:v>
                </c:pt>
                <c:pt idx="4341">
                  <c:v>-0.1</c:v>
                </c:pt>
                <c:pt idx="4342">
                  <c:v>-0.1</c:v>
                </c:pt>
                <c:pt idx="4343">
                  <c:v>-0.1</c:v>
                </c:pt>
                <c:pt idx="4344">
                  <c:v>-0.1</c:v>
                </c:pt>
                <c:pt idx="4345">
                  <c:v>-0.1</c:v>
                </c:pt>
                <c:pt idx="4346">
                  <c:v>-0.1</c:v>
                </c:pt>
                <c:pt idx="4347">
                  <c:v>-0.1</c:v>
                </c:pt>
                <c:pt idx="4348">
                  <c:v>-0.1</c:v>
                </c:pt>
                <c:pt idx="4349">
                  <c:v>-0.1</c:v>
                </c:pt>
                <c:pt idx="4350">
                  <c:v>-0.1</c:v>
                </c:pt>
                <c:pt idx="4351">
                  <c:v>-0.1</c:v>
                </c:pt>
                <c:pt idx="4352">
                  <c:v>-0.1</c:v>
                </c:pt>
                <c:pt idx="4353">
                  <c:v>-0.1</c:v>
                </c:pt>
                <c:pt idx="4354">
                  <c:v>-0.1</c:v>
                </c:pt>
                <c:pt idx="4355">
                  <c:v>-0.1</c:v>
                </c:pt>
                <c:pt idx="4356">
                  <c:v>-0.1</c:v>
                </c:pt>
                <c:pt idx="4357">
                  <c:v>-0.1</c:v>
                </c:pt>
                <c:pt idx="4358">
                  <c:v>-0.1</c:v>
                </c:pt>
                <c:pt idx="4359">
                  <c:v>-0.1</c:v>
                </c:pt>
                <c:pt idx="4360">
                  <c:v>-0.1</c:v>
                </c:pt>
                <c:pt idx="4361">
                  <c:v>-0.1</c:v>
                </c:pt>
                <c:pt idx="4362">
                  <c:v>-0.1</c:v>
                </c:pt>
                <c:pt idx="4363">
                  <c:v>-0.1</c:v>
                </c:pt>
                <c:pt idx="4364">
                  <c:v>-0.1</c:v>
                </c:pt>
                <c:pt idx="4365">
                  <c:v>-0.1</c:v>
                </c:pt>
                <c:pt idx="4366">
                  <c:v>-0.1</c:v>
                </c:pt>
                <c:pt idx="4367">
                  <c:v>-0.1</c:v>
                </c:pt>
                <c:pt idx="4368">
                  <c:v>-0.1</c:v>
                </c:pt>
                <c:pt idx="4369">
                  <c:v>-0.1</c:v>
                </c:pt>
                <c:pt idx="4370">
                  <c:v>-0.1</c:v>
                </c:pt>
                <c:pt idx="4371">
                  <c:v>-0.1</c:v>
                </c:pt>
                <c:pt idx="4372">
                  <c:v>-0.1</c:v>
                </c:pt>
                <c:pt idx="4373">
                  <c:v>-0.1</c:v>
                </c:pt>
                <c:pt idx="4374">
                  <c:v>-0.1</c:v>
                </c:pt>
                <c:pt idx="4375">
                  <c:v>-0.1</c:v>
                </c:pt>
                <c:pt idx="4376">
                  <c:v>-0.1</c:v>
                </c:pt>
                <c:pt idx="4377">
                  <c:v>-0.1</c:v>
                </c:pt>
                <c:pt idx="4378">
                  <c:v>-0.1</c:v>
                </c:pt>
                <c:pt idx="4379">
                  <c:v>-0.1</c:v>
                </c:pt>
                <c:pt idx="4380">
                  <c:v>-0.1</c:v>
                </c:pt>
                <c:pt idx="4381">
                  <c:v>-0.1</c:v>
                </c:pt>
                <c:pt idx="4382">
                  <c:v>-0.1</c:v>
                </c:pt>
                <c:pt idx="4383">
                  <c:v>-0.1</c:v>
                </c:pt>
                <c:pt idx="4384">
                  <c:v>-0.1</c:v>
                </c:pt>
                <c:pt idx="4385">
                  <c:v>-0.1</c:v>
                </c:pt>
                <c:pt idx="4386">
                  <c:v>-0.1</c:v>
                </c:pt>
                <c:pt idx="4387">
                  <c:v>-0.1</c:v>
                </c:pt>
                <c:pt idx="4388">
                  <c:v>-0.1</c:v>
                </c:pt>
                <c:pt idx="4389">
                  <c:v>-0.1</c:v>
                </c:pt>
                <c:pt idx="4390">
                  <c:v>-0.1</c:v>
                </c:pt>
                <c:pt idx="4391">
                  <c:v>-0.1</c:v>
                </c:pt>
                <c:pt idx="4392">
                  <c:v>-0.1</c:v>
                </c:pt>
                <c:pt idx="4393">
                  <c:v>-0.1</c:v>
                </c:pt>
                <c:pt idx="4394">
                  <c:v>-0.1</c:v>
                </c:pt>
                <c:pt idx="4395">
                  <c:v>-0.1</c:v>
                </c:pt>
                <c:pt idx="4396">
                  <c:v>-0.1</c:v>
                </c:pt>
                <c:pt idx="4397">
                  <c:v>-0.1</c:v>
                </c:pt>
                <c:pt idx="4398">
                  <c:v>-0.1</c:v>
                </c:pt>
                <c:pt idx="4399">
                  <c:v>-0.1</c:v>
                </c:pt>
                <c:pt idx="4400">
                  <c:v>-0.1</c:v>
                </c:pt>
                <c:pt idx="4401">
                  <c:v>-0.1</c:v>
                </c:pt>
                <c:pt idx="4402">
                  <c:v>-0.1</c:v>
                </c:pt>
                <c:pt idx="4403">
                  <c:v>-0.1</c:v>
                </c:pt>
                <c:pt idx="4404">
                  <c:v>-0.1</c:v>
                </c:pt>
                <c:pt idx="4405">
                  <c:v>-0.1</c:v>
                </c:pt>
                <c:pt idx="4406">
                  <c:v>-0.1</c:v>
                </c:pt>
                <c:pt idx="4407">
                  <c:v>-0.1</c:v>
                </c:pt>
                <c:pt idx="4408">
                  <c:v>-0.1</c:v>
                </c:pt>
                <c:pt idx="4409">
                  <c:v>-0.1</c:v>
                </c:pt>
                <c:pt idx="4410">
                  <c:v>-0.1</c:v>
                </c:pt>
                <c:pt idx="4411">
                  <c:v>-0.1</c:v>
                </c:pt>
                <c:pt idx="4412">
                  <c:v>-0.1</c:v>
                </c:pt>
                <c:pt idx="4413">
                  <c:v>-0.1</c:v>
                </c:pt>
                <c:pt idx="4414">
                  <c:v>-0.1</c:v>
                </c:pt>
                <c:pt idx="4415">
                  <c:v>-0.1</c:v>
                </c:pt>
                <c:pt idx="4416">
                  <c:v>-0.1</c:v>
                </c:pt>
                <c:pt idx="4417">
                  <c:v>-0.1</c:v>
                </c:pt>
                <c:pt idx="4418">
                  <c:v>-0.1</c:v>
                </c:pt>
                <c:pt idx="4419">
                  <c:v>-0.1</c:v>
                </c:pt>
                <c:pt idx="4420">
                  <c:v>-0.1</c:v>
                </c:pt>
                <c:pt idx="4421">
                  <c:v>-0.1</c:v>
                </c:pt>
                <c:pt idx="4422">
                  <c:v>-0.1</c:v>
                </c:pt>
                <c:pt idx="4423">
                  <c:v>-0.1</c:v>
                </c:pt>
                <c:pt idx="4424">
                  <c:v>-0.1</c:v>
                </c:pt>
                <c:pt idx="4425">
                  <c:v>-0.1</c:v>
                </c:pt>
                <c:pt idx="4426">
                  <c:v>-0.1</c:v>
                </c:pt>
                <c:pt idx="4427">
                  <c:v>-0.1</c:v>
                </c:pt>
                <c:pt idx="4428">
                  <c:v>-0.1</c:v>
                </c:pt>
                <c:pt idx="4429">
                  <c:v>-0.1</c:v>
                </c:pt>
                <c:pt idx="4430">
                  <c:v>-0.1</c:v>
                </c:pt>
                <c:pt idx="4431">
                  <c:v>-0.1</c:v>
                </c:pt>
                <c:pt idx="4432">
                  <c:v>-0.1</c:v>
                </c:pt>
                <c:pt idx="4433">
                  <c:v>-0.1</c:v>
                </c:pt>
                <c:pt idx="4434">
                  <c:v>-0.1</c:v>
                </c:pt>
                <c:pt idx="4435">
                  <c:v>-0.1</c:v>
                </c:pt>
                <c:pt idx="4436">
                  <c:v>-0.1</c:v>
                </c:pt>
                <c:pt idx="4437">
                  <c:v>-0.1</c:v>
                </c:pt>
                <c:pt idx="4438">
                  <c:v>-0.1</c:v>
                </c:pt>
                <c:pt idx="4439">
                  <c:v>-0.1</c:v>
                </c:pt>
                <c:pt idx="4440">
                  <c:v>-0.1</c:v>
                </c:pt>
                <c:pt idx="4441">
                  <c:v>-0.1</c:v>
                </c:pt>
                <c:pt idx="4442">
                  <c:v>-0.1</c:v>
                </c:pt>
                <c:pt idx="4443">
                  <c:v>-0.1</c:v>
                </c:pt>
                <c:pt idx="4444">
                  <c:v>-0.1</c:v>
                </c:pt>
                <c:pt idx="4445">
                  <c:v>-0.1</c:v>
                </c:pt>
                <c:pt idx="4446">
                  <c:v>-0.1</c:v>
                </c:pt>
                <c:pt idx="4447">
                  <c:v>-0.1</c:v>
                </c:pt>
                <c:pt idx="4448">
                  <c:v>-0.1</c:v>
                </c:pt>
                <c:pt idx="4449">
                  <c:v>-0.1</c:v>
                </c:pt>
                <c:pt idx="4450">
                  <c:v>-0.1</c:v>
                </c:pt>
                <c:pt idx="4451">
                  <c:v>-0.1</c:v>
                </c:pt>
                <c:pt idx="4452">
                  <c:v>-0.1</c:v>
                </c:pt>
                <c:pt idx="4453">
                  <c:v>-0.1</c:v>
                </c:pt>
                <c:pt idx="4454">
                  <c:v>-0.1</c:v>
                </c:pt>
                <c:pt idx="4455">
                  <c:v>-0.1</c:v>
                </c:pt>
                <c:pt idx="4456">
                  <c:v>-0.1</c:v>
                </c:pt>
                <c:pt idx="4457">
                  <c:v>-0.1</c:v>
                </c:pt>
                <c:pt idx="4458">
                  <c:v>-0.1</c:v>
                </c:pt>
                <c:pt idx="4459">
                  <c:v>-0.1</c:v>
                </c:pt>
                <c:pt idx="4460">
                  <c:v>-0.1</c:v>
                </c:pt>
                <c:pt idx="4461">
                  <c:v>-0.1</c:v>
                </c:pt>
                <c:pt idx="4462">
                  <c:v>-0.1</c:v>
                </c:pt>
                <c:pt idx="4463">
                  <c:v>-0.1</c:v>
                </c:pt>
                <c:pt idx="4464">
                  <c:v>-0.1</c:v>
                </c:pt>
                <c:pt idx="4465">
                  <c:v>-0.1</c:v>
                </c:pt>
                <c:pt idx="4466">
                  <c:v>-0.1</c:v>
                </c:pt>
                <c:pt idx="4467">
                  <c:v>-0.1</c:v>
                </c:pt>
                <c:pt idx="4468">
                  <c:v>-0.1</c:v>
                </c:pt>
                <c:pt idx="4469">
                  <c:v>-0.1</c:v>
                </c:pt>
                <c:pt idx="4470">
                  <c:v>-0.1</c:v>
                </c:pt>
                <c:pt idx="4471">
                  <c:v>-0.1</c:v>
                </c:pt>
                <c:pt idx="4472">
                  <c:v>-0.1</c:v>
                </c:pt>
                <c:pt idx="4473">
                  <c:v>-0.1</c:v>
                </c:pt>
                <c:pt idx="4474">
                  <c:v>-0.1</c:v>
                </c:pt>
                <c:pt idx="4475">
                  <c:v>-0.1</c:v>
                </c:pt>
                <c:pt idx="4476">
                  <c:v>-0.1</c:v>
                </c:pt>
                <c:pt idx="4477">
                  <c:v>-0.1</c:v>
                </c:pt>
                <c:pt idx="4478">
                  <c:v>-0.1</c:v>
                </c:pt>
                <c:pt idx="4479">
                  <c:v>-0.1</c:v>
                </c:pt>
                <c:pt idx="4480">
                  <c:v>-0.1</c:v>
                </c:pt>
                <c:pt idx="4481">
                  <c:v>-0.1</c:v>
                </c:pt>
                <c:pt idx="4482">
                  <c:v>-0.1</c:v>
                </c:pt>
                <c:pt idx="4483">
                  <c:v>-0.1</c:v>
                </c:pt>
                <c:pt idx="4484">
                  <c:v>-0.1</c:v>
                </c:pt>
                <c:pt idx="4485">
                  <c:v>-0.1</c:v>
                </c:pt>
                <c:pt idx="4486">
                  <c:v>-0.1</c:v>
                </c:pt>
                <c:pt idx="4487">
                  <c:v>-0.1</c:v>
                </c:pt>
                <c:pt idx="4488">
                  <c:v>-0.1</c:v>
                </c:pt>
                <c:pt idx="4489">
                  <c:v>-0.1</c:v>
                </c:pt>
                <c:pt idx="4490">
                  <c:v>-0.1</c:v>
                </c:pt>
                <c:pt idx="4491">
                  <c:v>-0.1</c:v>
                </c:pt>
                <c:pt idx="4492">
                  <c:v>-0.1</c:v>
                </c:pt>
                <c:pt idx="4493">
                  <c:v>-0.1</c:v>
                </c:pt>
                <c:pt idx="4494">
                  <c:v>-0.1</c:v>
                </c:pt>
                <c:pt idx="4495">
                  <c:v>-0.1</c:v>
                </c:pt>
                <c:pt idx="4496">
                  <c:v>-0.1</c:v>
                </c:pt>
                <c:pt idx="4497">
                  <c:v>-0.1</c:v>
                </c:pt>
                <c:pt idx="4498">
                  <c:v>-0.1</c:v>
                </c:pt>
                <c:pt idx="4499">
                  <c:v>-0.1</c:v>
                </c:pt>
                <c:pt idx="4500">
                  <c:v>-0.1</c:v>
                </c:pt>
                <c:pt idx="4501">
                  <c:v>-0.1</c:v>
                </c:pt>
                <c:pt idx="4502">
                  <c:v>-0.1</c:v>
                </c:pt>
                <c:pt idx="4503">
                  <c:v>-0.1</c:v>
                </c:pt>
                <c:pt idx="4504">
                  <c:v>-0.1</c:v>
                </c:pt>
                <c:pt idx="4505">
                  <c:v>-0.1</c:v>
                </c:pt>
                <c:pt idx="4506">
                  <c:v>-0.1</c:v>
                </c:pt>
                <c:pt idx="4507">
                  <c:v>-0.1</c:v>
                </c:pt>
                <c:pt idx="4508">
                  <c:v>-0.1</c:v>
                </c:pt>
                <c:pt idx="4509">
                  <c:v>-0.1</c:v>
                </c:pt>
                <c:pt idx="4510">
                  <c:v>-0.1</c:v>
                </c:pt>
                <c:pt idx="4511">
                  <c:v>-0.1</c:v>
                </c:pt>
                <c:pt idx="4512">
                  <c:v>-0.1</c:v>
                </c:pt>
                <c:pt idx="4513">
                  <c:v>-0.1</c:v>
                </c:pt>
                <c:pt idx="4514">
                  <c:v>-0.1</c:v>
                </c:pt>
                <c:pt idx="4515">
                  <c:v>-0.1</c:v>
                </c:pt>
                <c:pt idx="4516">
                  <c:v>-0.1</c:v>
                </c:pt>
                <c:pt idx="4517">
                  <c:v>-0.1</c:v>
                </c:pt>
                <c:pt idx="4518">
                  <c:v>-0.1</c:v>
                </c:pt>
                <c:pt idx="4519">
                  <c:v>-0.1</c:v>
                </c:pt>
                <c:pt idx="4520">
                  <c:v>-0.1</c:v>
                </c:pt>
                <c:pt idx="4521">
                  <c:v>-0.1</c:v>
                </c:pt>
                <c:pt idx="4522">
                  <c:v>-0.1</c:v>
                </c:pt>
                <c:pt idx="4523">
                  <c:v>-0.1</c:v>
                </c:pt>
                <c:pt idx="4524">
                  <c:v>-0.1</c:v>
                </c:pt>
                <c:pt idx="4525">
                  <c:v>-0.1</c:v>
                </c:pt>
                <c:pt idx="4526">
                  <c:v>-0.1</c:v>
                </c:pt>
                <c:pt idx="4527">
                  <c:v>-0.1</c:v>
                </c:pt>
                <c:pt idx="4528">
                  <c:v>-0.1</c:v>
                </c:pt>
                <c:pt idx="4529">
                  <c:v>-0.1</c:v>
                </c:pt>
                <c:pt idx="4530">
                  <c:v>-0.1</c:v>
                </c:pt>
                <c:pt idx="4531">
                  <c:v>-0.1</c:v>
                </c:pt>
                <c:pt idx="4532">
                  <c:v>-0.1</c:v>
                </c:pt>
                <c:pt idx="4533">
                  <c:v>-0.1</c:v>
                </c:pt>
                <c:pt idx="4534">
                  <c:v>-0.1</c:v>
                </c:pt>
                <c:pt idx="4535">
                  <c:v>-0.1</c:v>
                </c:pt>
                <c:pt idx="4536">
                  <c:v>-0.1</c:v>
                </c:pt>
                <c:pt idx="4537">
                  <c:v>-0.1</c:v>
                </c:pt>
                <c:pt idx="4538">
                  <c:v>-0.1</c:v>
                </c:pt>
                <c:pt idx="4539">
                  <c:v>-0.1</c:v>
                </c:pt>
                <c:pt idx="4540">
                  <c:v>-0.1</c:v>
                </c:pt>
                <c:pt idx="4541">
                  <c:v>-0.1</c:v>
                </c:pt>
                <c:pt idx="4542">
                  <c:v>-0.1</c:v>
                </c:pt>
                <c:pt idx="4543">
                  <c:v>-0.1</c:v>
                </c:pt>
                <c:pt idx="4544">
                  <c:v>-0.1</c:v>
                </c:pt>
                <c:pt idx="4545">
                  <c:v>-0.1</c:v>
                </c:pt>
                <c:pt idx="4546">
                  <c:v>-0.1</c:v>
                </c:pt>
                <c:pt idx="4547">
                  <c:v>-0.1</c:v>
                </c:pt>
                <c:pt idx="4548">
                  <c:v>-0.1</c:v>
                </c:pt>
                <c:pt idx="4549">
                  <c:v>-0.1</c:v>
                </c:pt>
                <c:pt idx="4550">
                  <c:v>-0.1</c:v>
                </c:pt>
                <c:pt idx="4551">
                  <c:v>-0.1</c:v>
                </c:pt>
                <c:pt idx="4552">
                  <c:v>-0.1</c:v>
                </c:pt>
                <c:pt idx="4553">
                  <c:v>-0.1</c:v>
                </c:pt>
                <c:pt idx="4554">
                  <c:v>-0.1</c:v>
                </c:pt>
                <c:pt idx="4555">
                  <c:v>-0.1</c:v>
                </c:pt>
                <c:pt idx="4556">
                  <c:v>-0.1</c:v>
                </c:pt>
                <c:pt idx="4557">
                  <c:v>-0.1</c:v>
                </c:pt>
                <c:pt idx="4558">
                  <c:v>-0.1</c:v>
                </c:pt>
                <c:pt idx="4559">
                  <c:v>-0.1</c:v>
                </c:pt>
                <c:pt idx="4560">
                  <c:v>-0.1</c:v>
                </c:pt>
                <c:pt idx="4561">
                  <c:v>-0.1</c:v>
                </c:pt>
                <c:pt idx="4562">
                  <c:v>-0.1</c:v>
                </c:pt>
                <c:pt idx="4563">
                  <c:v>-0.1</c:v>
                </c:pt>
                <c:pt idx="4564">
                  <c:v>-0.1</c:v>
                </c:pt>
                <c:pt idx="4565">
                  <c:v>-0.1</c:v>
                </c:pt>
                <c:pt idx="4566">
                  <c:v>-0.1</c:v>
                </c:pt>
                <c:pt idx="4567">
                  <c:v>-0.1</c:v>
                </c:pt>
                <c:pt idx="4568">
                  <c:v>-0.1</c:v>
                </c:pt>
                <c:pt idx="4569">
                  <c:v>-0.1</c:v>
                </c:pt>
                <c:pt idx="4570">
                  <c:v>-0.1</c:v>
                </c:pt>
                <c:pt idx="4571">
                  <c:v>-0.1</c:v>
                </c:pt>
                <c:pt idx="4572">
                  <c:v>-0.1</c:v>
                </c:pt>
                <c:pt idx="4573">
                  <c:v>-0.1</c:v>
                </c:pt>
                <c:pt idx="4574">
                  <c:v>-0.1</c:v>
                </c:pt>
                <c:pt idx="4575">
                  <c:v>-0.1</c:v>
                </c:pt>
                <c:pt idx="4576">
                  <c:v>-0.1</c:v>
                </c:pt>
                <c:pt idx="4577">
                  <c:v>-0.1</c:v>
                </c:pt>
                <c:pt idx="4578">
                  <c:v>-0.1</c:v>
                </c:pt>
                <c:pt idx="4579">
                  <c:v>-0.1</c:v>
                </c:pt>
                <c:pt idx="4580">
                  <c:v>-0.1</c:v>
                </c:pt>
                <c:pt idx="4581">
                  <c:v>-0.1</c:v>
                </c:pt>
                <c:pt idx="4582">
                  <c:v>-0.1</c:v>
                </c:pt>
                <c:pt idx="4583">
                  <c:v>-0.1</c:v>
                </c:pt>
                <c:pt idx="4584">
                  <c:v>-0.1</c:v>
                </c:pt>
                <c:pt idx="4585">
                  <c:v>-0.1</c:v>
                </c:pt>
                <c:pt idx="4586">
                  <c:v>-0.1</c:v>
                </c:pt>
                <c:pt idx="4587">
                  <c:v>-0.1</c:v>
                </c:pt>
                <c:pt idx="4588">
                  <c:v>-0.1</c:v>
                </c:pt>
                <c:pt idx="4589">
                  <c:v>-0.1</c:v>
                </c:pt>
                <c:pt idx="4590">
                  <c:v>-0.1</c:v>
                </c:pt>
                <c:pt idx="4591">
                  <c:v>-0.1</c:v>
                </c:pt>
                <c:pt idx="4592">
                  <c:v>-0.1</c:v>
                </c:pt>
                <c:pt idx="4593">
                  <c:v>-0.1</c:v>
                </c:pt>
                <c:pt idx="4594">
                  <c:v>-0.1</c:v>
                </c:pt>
                <c:pt idx="4595">
                  <c:v>-0.1</c:v>
                </c:pt>
                <c:pt idx="4596">
                  <c:v>-0.1</c:v>
                </c:pt>
                <c:pt idx="4597">
                  <c:v>-0.1</c:v>
                </c:pt>
                <c:pt idx="4598">
                  <c:v>-0.1</c:v>
                </c:pt>
                <c:pt idx="4599">
                  <c:v>-0.1</c:v>
                </c:pt>
                <c:pt idx="4600">
                  <c:v>-0.1</c:v>
                </c:pt>
                <c:pt idx="4601">
                  <c:v>-0.1</c:v>
                </c:pt>
                <c:pt idx="4602">
                  <c:v>-0.1</c:v>
                </c:pt>
                <c:pt idx="4603">
                  <c:v>-0.1</c:v>
                </c:pt>
                <c:pt idx="4604">
                  <c:v>-0.1</c:v>
                </c:pt>
                <c:pt idx="4605">
                  <c:v>-0.1</c:v>
                </c:pt>
                <c:pt idx="4606">
                  <c:v>-0.1</c:v>
                </c:pt>
                <c:pt idx="4607">
                  <c:v>-0.1</c:v>
                </c:pt>
                <c:pt idx="4608">
                  <c:v>-0.1</c:v>
                </c:pt>
                <c:pt idx="4609">
                  <c:v>-0.1</c:v>
                </c:pt>
                <c:pt idx="4610">
                  <c:v>-0.1</c:v>
                </c:pt>
                <c:pt idx="4611">
                  <c:v>-0.1</c:v>
                </c:pt>
                <c:pt idx="4612">
                  <c:v>-0.1</c:v>
                </c:pt>
                <c:pt idx="4613">
                  <c:v>-0.1</c:v>
                </c:pt>
                <c:pt idx="4614">
                  <c:v>-0.1</c:v>
                </c:pt>
                <c:pt idx="4615">
                  <c:v>-0.1</c:v>
                </c:pt>
                <c:pt idx="4616">
                  <c:v>-0.1</c:v>
                </c:pt>
                <c:pt idx="4617">
                  <c:v>-0.1</c:v>
                </c:pt>
                <c:pt idx="4618">
                  <c:v>-0.1</c:v>
                </c:pt>
                <c:pt idx="4619">
                  <c:v>-0.1</c:v>
                </c:pt>
                <c:pt idx="4620">
                  <c:v>-0.1</c:v>
                </c:pt>
                <c:pt idx="4621">
                  <c:v>-0.1</c:v>
                </c:pt>
                <c:pt idx="4622">
                  <c:v>-0.1</c:v>
                </c:pt>
                <c:pt idx="4623">
                  <c:v>-0.1</c:v>
                </c:pt>
                <c:pt idx="4624">
                  <c:v>-0.1</c:v>
                </c:pt>
                <c:pt idx="4625">
                  <c:v>-0.1</c:v>
                </c:pt>
                <c:pt idx="4626">
                  <c:v>-0.1</c:v>
                </c:pt>
                <c:pt idx="4627">
                  <c:v>-0.1</c:v>
                </c:pt>
                <c:pt idx="4628">
                  <c:v>-0.1</c:v>
                </c:pt>
                <c:pt idx="4629">
                  <c:v>-0.1</c:v>
                </c:pt>
                <c:pt idx="4630">
                  <c:v>-0.1</c:v>
                </c:pt>
                <c:pt idx="4631">
                  <c:v>-0.1</c:v>
                </c:pt>
                <c:pt idx="4632">
                  <c:v>-0.1</c:v>
                </c:pt>
                <c:pt idx="4633">
                  <c:v>-0.1</c:v>
                </c:pt>
                <c:pt idx="4634">
                  <c:v>-0.1</c:v>
                </c:pt>
                <c:pt idx="4635">
                  <c:v>-0.1</c:v>
                </c:pt>
                <c:pt idx="4636">
                  <c:v>-0.1</c:v>
                </c:pt>
                <c:pt idx="4637">
                  <c:v>-0.1</c:v>
                </c:pt>
                <c:pt idx="4638">
                  <c:v>-0.1</c:v>
                </c:pt>
                <c:pt idx="4639">
                  <c:v>-0.1</c:v>
                </c:pt>
                <c:pt idx="4640">
                  <c:v>-0.1</c:v>
                </c:pt>
                <c:pt idx="4641">
                  <c:v>-0.1</c:v>
                </c:pt>
                <c:pt idx="4642">
                  <c:v>-0.1</c:v>
                </c:pt>
                <c:pt idx="4643">
                  <c:v>-0.1</c:v>
                </c:pt>
                <c:pt idx="4644">
                  <c:v>-0.1</c:v>
                </c:pt>
                <c:pt idx="4645">
                  <c:v>-0.1</c:v>
                </c:pt>
                <c:pt idx="4646">
                  <c:v>-0.1</c:v>
                </c:pt>
                <c:pt idx="4647">
                  <c:v>-0.1</c:v>
                </c:pt>
                <c:pt idx="4648">
                  <c:v>-0.1</c:v>
                </c:pt>
                <c:pt idx="4649">
                  <c:v>-0.1</c:v>
                </c:pt>
                <c:pt idx="4650">
                  <c:v>-0.1</c:v>
                </c:pt>
                <c:pt idx="4651">
                  <c:v>-0.1</c:v>
                </c:pt>
                <c:pt idx="4652">
                  <c:v>-0.1</c:v>
                </c:pt>
                <c:pt idx="4653">
                  <c:v>-0.1</c:v>
                </c:pt>
                <c:pt idx="4654">
                  <c:v>-0.1</c:v>
                </c:pt>
                <c:pt idx="4655">
                  <c:v>-0.1</c:v>
                </c:pt>
                <c:pt idx="4656">
                  <c:v>-0.1</c:v>
                </c:pt>
                <c:pt idx="4657">
                  <c:v>-0.1</c:v>
                </c:pt>
                <c:pt idx="4658">
                  <c:v>-0.1</c:v>
                </c:pt>
                <c:pt idx="4659">
                  <c:v>-0.1</c:v>
                </c:pt>
                <c:pt idx="4660">
                  <c:v>-0.1</c:v>
                </c:pt>
                <c:pt idx="4661">
                  <c:v>-0.1</c:v>
                </c:pt>
                <c:pt idx="4662">
                  <c:v>-0.1</c:v>
                </c:pt>
                <c:pt idx="4663">
                  <c:v>-0.1</c:v>
                </c:pt>
                <c:pt idx="4664">
                  <c:v>-0.1</c:v>
                </c:pt>
                <c:pt idx="4665">
                  <c:v>-0.1</c:v>
                </c:pt>
                <c:pt idx="4666">
                  <c:v>-0.1</c:v>
                </c:pt>
                <c:pt idx="4667">
                  <c:v>-0.1</c:v>
                </c:pt>
                <c:pt idx="4668">
                  <c:v>-0.1</c:v>
                </c:pt>
                <c:pt idx="4669">
                  <c:v>-0.1</c:v>
                </c:pt>
                <c:pt idx="4670">
                  <c:v>-0.1</c:v>
                </c:pt>
                <c:pt idx="4671">
                  <c:v>-0.1</c:v>
                </c:pt>
                <c:pt idx="4672">
                  <c:v>-0.1</c:v>
                </c:pt>
                <c:pt idx="4673">
                  <c:v>-0.1</c:v>
                </c:pt>
                <c:pt idx="4674">
                  <c:v>-0.1</c:v>
                </c:pt>
                <c:pt idx="4675">
                  <c:v>-0.1</c:v>
                </c:pt>
                <c:pt idx="4676">
                  <c:v>-0.1</c:v>
                </c:pt>
                <c:pt idx="4677">
                  <c:v>-0.1</c:v>
                </c:pt>
                <c:pt idx="4678">
                  <c:v>-0.1</c:v>
                </c:pt>
                <c:pt idx="4679">
                  <c:v>-0.1</c:v>
                </c:pt>
                <c:pt idx="4680">
                  <c:v>-0.1</c:v>
                </c:pt>
                <c:pt idx="4681">
                  <c:v>-0.1</c:v>
                </c:pt>
                <c:pt idx="4682">
                  <c:v>-0.1</c:v>
                </c:pt>
                <c:pt idx="4683">
                  <c:v>-0.1</c:v>
                </c:pt>
                <c:pt idx="4684">
                  <c:v>-0.1</c:v>
                </c:pt>
                <c:pt idx="4685">
                  <c:v>-0.1</c:v>
                </c:pt>
                <c:pt idx="4686">
                  <c:v>-0.1</c:v>
                </c:pt>
                <c:pt idx="4687">
                  <c:v>-0.1</c:v>
                </c:pt>
                <c:pt idx="4688">
                  <c:v>-0.1</c:v>
                </c:pt>
                <c:pt idx="4689">
                  <c:v>-0.1</c:v>
                </c:pt>
                <c:pt idx="4690">
                  <c:v>-0.1</c:v>
                </c:pt>
                <c:pt idx="4691">
                  <c:v>-0.1</c:v>
                </c:pt>
                <c:pt idx="4692">
                  <c:v>-0.1</c:v>
                </c:pt>
                <c:pt idx="4693">
                  <c:v>-0.1</c:v>
                </c:pt>
                <c:pt idx="4694">
                  <c:v>-0.1</c:v>
                </c:pt>
                <c:pt idx="4695">
                  <c:v>-0.1</c:v>
                </c:pt>
                <c:pt idx="4696">
                  <c:v>-0.1</c:v>
                </c:pt>
                <c:pt idx="4697">
                  <c:v>-0.1</c:v>
                </c:pt>
                <c:pt idx="4698">
                  <c:v>-0.1</c:v>
                </c:pt>
                <c:pt idx="4699">
                  <c:v>-0.1</c:v>
                </c:pt>
                <c:pt idx="4700">
                  <c:v>-0.1</c:v>
                </c:pt>
                <c:pt idx="4701">
                  <c:v>-0.1</c:v>
                </c:pt>
                <c:pt idx="4702">
                  <c:v>-0.1</c:v>
                </c:pt>
                <c:pt idx="4703">
                  <c:v>-0.1</c:v>
                </c:pt>
                <c:pt idx="4704">
                  <c:v>-0.1</c:v>
                </c:pt>
                <c:pt idx="4705">
                  <c:v>-0.1</c:v>
                </c:pt>
                <c:pt idx="4706">
                  <c:v>-0.1</c:v>
                </c:pt>
                <c:pt idx="4707">
                  <c:v>-0.1</c:v>
                </c:pt>
                <c:pt idx="4708">
                  <c:v>-0.1</c:v>
                </c:pt>
                <c:pt idx="4709">
                  <c:v>-0.1</c:v>
                </c:pt>
                <c:pt idx="4710">
                  <c:v>-0.1</c:v>
                </c:pt>
                <c:pt idx="4711">
                  <c:v>-0.1</c:v>
                </c:pt>
                <c:pt idx="4712">
                  <c:v>-0.1</c:v>
                </c:pt>
                <c:pt idx="4713">
                  <c:v>-0.1</c:v>
                </c:pt>
                <c:pt idx="4714">
                  <c:v>-0.1</c:v>
                </c:pt>
                <c:pt idx="4715">
                  <c:v>-0.1</c:v>
                </c:pt>
                <c:pt idx="4716">
                  <c:v>-0.1</c:v>
                </c:pt>
                <c:pt idx="4717">
                  <c:v>-0.1</c:v>
                </c:pt>
                <c:pt idx="4718">
                  <c:v>-0.1</c:v>
                </c:pt>
                <c:pt idx="4719">
                  <c:v>-0.1</c:v>
                </c:pt>
                <c:pt idx="4720">
                  <c:v>-0.1</c:v>
                </c:pt>
                <c:pt idx="4721">
                  <c:v>-0.1</c:v>
                </c:pt>
                <c:pt idx="4722">
                  <c:v>-0.1</c:v>
                </c:pt>
                <c:pt idx="4723">
                  <c:v>-0.1</c:v>
                </c:pt>
                <c:pt idx="4724">
                  <c:v>-0.1</c:v>
                </c:pt>
                <c:pt idx="4725">
                  <c:v>-0.1</c:v>
                </c:pt>
                <c:pt idx="4726">
                  <c:v>-0.1</c:v>
                </c:pt>
                <c:pt idx="4727">
                  <c:v>-0.1</c:v>
                </c:pt>
                <c:pt idx="4728">
                  <c:v>-0.1</c:v>
                </c:pt>
                <c:pt idx="4729">
                  <c:v>-0.1</c:v>
                </c:pt>
                <c:pt idx="4730">
                  <c:v>-0.1</c:v>
                </c:pt>
                <c:pt idx="4731">
                  <c:v>-0.1</c:v>
                </c:pt>
                <c:pt idx="4732">
                  <c:v>-0.1</c:v>
                </c:pt>
                <c:pt idx="4733">
                  <c:v>-0.1</c:v>
                </c:pt>
                <c:pt idx="4734">
                  <c:v>-0.1</c:v>
                </c:pt>
                <c:pt idx="4735">
                  <c:v>-0.1</c:v>
                </c:pt>
                <c:pt idx="4736">
                  <c:v>-0.1</c:v>
                </c:pt>
                <c:pt idx="4737">
                  <c:v>-0.1</c:v>
                </c:pt>
                <c:pt idx="4738">
                  <c:v>-0.1</c:v>
                </c:pt>
                <c:pt idx="4739">
                  <c:v>-0.1</c:v>
                </c:pt>
                <c:pt idx="4740">
                  <c:v>-0.1</c:v>
                </c:pt>
                <c:pt idx="4741">
                  <c:v>-0.1</c:v>
                </c:pt>
                <c:pt idx="4742">
                  <c:v>-0.1</c:v>
                </c:pt>
                <c:pt idx="4743">
                  <c:v>-0.1</c:v>
                </c:pt>
                <c:pt idx="4744">
                  <c:v>-0.1</c:v>
                </c:pt>
                <c:pt idx="4745">
                  <c:v>-0.1</c:v>
                </c:pt>
                <c:pt idx="4746">
                  <c:v>-0.1</c:v>
                </c:pt>
                <c:pt idx="4747">
                  <c:v>-0.1</c:v>
                </c:pt>
                <c:pt idx="4748">
                  <c:v>-0.1</c:v>
                </c:pt>
                <c:pt idx="4749">
                  <c:v>-0.1</c:v>
                </c:pt>
                <c:pt idx="4750">
                  <c:v>-0.1</c:v>
                </c:pt>
                <c:pt idx="4751">
                  <c:v>0.1</c:v>
                </c:pt>
                <c:pt idx="4752">
                  <c:v>0.1</c:v>
                </c:pt>
                <c:pt idx="4753">
                  <c:v>0.1</c:v>
                </c:pt>
                <c:pt idx="4754">
                  <c:v>0.1</c:v>
                </c:pt>
                <c:pt idx="4755">
                  <c:v>0.1</c:v>
                </c:pt>
                <c:pt idx="4756">
                  <c:v>0.1</c:v>
                </c:pt>
                <c:pt idx="4757">
                  <c:v>0.1</c:v>
                </c:pt>
                <c:pt idx="4758">
                  <c:v>0.1</c:v>
                </c:pt>
                <c:pt idx="4759">
                  <c:v>0.1</c:v>
                </c:pt>
                <c:pt idx="4760">
                  <c:v>0.1</c:v>
                </c:pt>
                <c:pt idx="4761">
                  <c:v>0.1</c:v>
                </c:pt>
                <c:pt idx="4762">
                  <c:v>0.1</c:v>
                </c:pt>
                <c:pt idx="4763">
                  <c:v>0.1</c:v>
                </c:pt>
                <c:pt idx="4764">
                  <c:v>0.1</c:v>
                </c:pt>
                <c:pt idx="4765">
                  <c:v>0.1</c:v>
                </c:pt>
                <c:pt idx="4766">
                  <c:v>0.1</c:v>
                </c:pt>
                <c:pt idx="4767">
                  <c:v>0.1</c:v>
                </c:pt>
                <c:pt idx="4768">
                  <c:v>0.1</c:v>
                </c:pt>
                <c:pt idx="4769">
                  <c:v>0.1</c:v>
                </c:pt>
                <c:pt idx="4770">
                  <c:v>0.1</c:v>
                </c:pt>
                <c:pt idx="4771">
                  <c:v>0.1</c:v>
                </c:pt>
                <c:pt idx="4772">
                  <c:v>0.1</c:v>
                </c:pt>
                <c:pt idx="4773">
                  <c:v>0.1</c:v>
                </c:pt>
                <c:pt idx="4774">
                  <c:v>0.1</c:v>
                </c:pt>
                <c:pt idx="4775">
                  <c:v>0.1</c:v>
                </c:pt>
                <c:pt idx="4776">
                  <c:v>0.1</c:v>
                </c:pt>
                <c:pt idx="4777">
                  <c:v>0.1</c:v>
                </c:pt>
                <c:pt idx="4778">
                  <c:v>0.1</c:v>
                </c:pt>
                <c:pt idx="4779">
                  <c:v>0.1</c:v>
                </c:pt>
                <c:pt idx="4780">
                  <c:v>0.1</c:v>
                </c:pt>
                <c:pt idx="4781">
                  <c:v>0.1</c:v>
                </c:pt>
                <c:pt idx="4782">
                  <c:v>0.1</c:v>
                </c:pt>
                <c:pt idx="4783">
                  <c:v>0.1</c:v>
                </c:pt>
                <c:pt idx="4784">
                  <c:v>0.1</c:v>
                </c:pt>
                <c:pt idx="4785">
                  <c:v>0.1</c:v>
                </c:pt>
                <c:pt idx="4786">
                  <c:v>0.1</c:v>
                </c:pt>
                <c:pt idx="4787">
                  <c:v>0.1</c:v>
                </c:pt>
                <c:pt idx="4788">
                  <c:v>0.1</c:v>
                </c:pt>
                <c:pt idx="4789">
                  <c:v>0.1</c:v>
                </c:pt>
                <c:pt idx="4790">
                  <c:v>0.1</c:v>
                </c:pt>
                <c:pt idx="4791">
                  <c:v>0.1</c:v>
                </c:pt>
                <c:pt idx="4792">
                  <c:v>0.1</c:v>
                </c:pt>
                <c:pt idx="4793">
                  <c:v>0.1</c:v>
                </c:pt>
                <c:pt idx="4794">
                  <c:v>0.1</c:v>
                </c:pt>
                <c:pt idx="4795">
                  <c:v>0.1</c:v>
                </c:pt>
                <c:pt idx="4796">
                  <c:v>0.1</c:v>
                </c:pt>
                <c:pt idx="4797">
                  <c:v>0.1</c:v>
                </c:pt>
                <c:pt idx="4798">
                  <c:v>0.1</c:v>
                </c:pt>
                <c:pt idx="4799">
                  <c:v>0.1</c:v>
                </c:pt>
                <c:pt idx="4800">
                  <c:v>0.1</c:v>
                </c:pt>
                <c:pt idx="4801">
                  <c:v>0.1</c:v>
                </c:pt>
                <c:pt idx="4802">
                  <c:v>0.1</c:v>
                </c:pt>
                <c:pt idx="4803">
                  <c:v>0.1</c:v>
                </c:pt>
                <c:pt idx="4804">
                  <c:v>0.1</c:v>
                </c:pt>
                <c:pt idx="4805">
                  <c:v>0.1</c:v>
                </c:pt>
                <c:pt idx="4806">
                  <c:v>0.1</c:v>
                </c:pt>
                <c:pt idx="4807">
                  <c:v>0.1</c:v>
                </c:pt>
                <c:pt idx="4808">
                  <c:v>0.1</c:v>
                </c:pt>
                <c:pt idx="4809">
                  <c:v>0.1</c:v>
                </c:pt>
                <c:pt idx="4810">
                  <c:v>0.1</c:v>
                </c:pt>
                <c:pt idx="4811">
                  <c:v>0.1</c:v>
                </c:pt>
                <c:pt idx="4812">
                  <c:v>0.1</c:v>
                </c:pt>
                <c:pt idx="4813">
                  <c:v>0.1</c:v>
                </c:pt>
                <c:pt idx="4814">
                  <c:v>0.1</c:v>
                </c:pt>
                <c:pt idx="4815">
                  <c:v>0.1</c:v>
                </c:pt>
                <c:pt idx="4816">
                  <c:v>0.1</c:v>
                </c:pt>
                <c:pt idx="4817">
                  <c:v>0.1</c:v>
                </c:pt>
                <c:pt idx="4818">
                  <c:v>0.1</c:v>
                </c:pt>
                <c:pt idx="4819">
                  <c:v>0.1</c:v>
                </c:pt>
                <c:pt idx="4820">
                  <c:v>0.1</c:v>
                </c:pt>
                <c:pt idx="4821">
                  <c:v>0.1</c:v>
                </c:pt>
                <c:pt idx="4822">
                  <c:v>0.1</c:v>
                </c:pt>
                <c:pt idx="4823">
                  <c:v>0.1</c:v>
                </c:pt>
                <c:pt idx="4824">
                  <c:v>0.1</c:v>
                </c:pt>
                <c:pt idx="4825">
                  <c:v>0.1</c:v>
                </c:pt>
                <c:pt idx="4826">
                  <c:v>0.1</c:v>
                </c:pt>
                <c:pt idx="4827">
                  <c:v>0.1</c:v>
                </c:pt>
                <c:pt idx="4828">
                  <c:v>0.1</c:v>
                </c:pt>
                <c:pt idx="4829">
                  <c:v>0.1</c:v>
                </c:pt>
                <c:pt idx="4830">
                  <c:v>0.1</c:v>
                </c:pt>
                <c:pt idx="4831">
                  <c:v>0.1</c:v>
                </c:pt>
                <c:pt idx="4832">
                  <c:v>0.1</c:v>
                </c:pt>
                <c:pt idx="4833">
                  <c:v>0.1</c:v>
                </c:pt>
                <c:pt idx="4834">
                  <c:v>0.1</c:v>
                </c:pt>
                <c:pt idx="4835">
                  <c:v>0.1</c:v>
                </c:pt>
                <c:pt idx="4836">
                  <c:v>0.1</c:v>
                </c:pt>
                <c:pt idx="4837">
                  <c:v>0.1</c:v>
                </c:pt>
                <c:pt idx="4838">
                  <c:v>0.1</c:v>
                </c:pt>
                <c:pt idx="4839">
                  <c:v>0.1</c:v>
                </c:pt>
                <c:pt idx="4840">
                  <c:v>0.1</c:v>
                </c:pt>
                <c:pt idx="4841">
                  <c:v>0.1</c:v>
                </c:pt>
                <c:pt idx="4842">
                  <c:v>0.1</c:v>
                </c:pt>
                <c:pt idx="4843">
                  <c:v>0.1</c:v>
                </c:pt>
                <c:pt idx="4844">
                  <c:v>0.1</c:v>
                </c:pt>
                <c:pt idx="4845">
                  <c:v>0.1</c:v>
                </c:pt>
                <c:pt idx="4846">
                  <c:v>0.1</c:v>
                </c:pt>
                <c:pt idx="4847">
                  <c:v>0.25</c:v>
                </c:pt>
                <c:pt idx="4848">
                  <c:v>0.25</c:v>
                </c:pt>
                <c:pt idx="4849">
                  <c:v>0.25</c:v>
                </c:pt>
                <c:pt idx="4850">
                  <c:v>0.25</c:v>
                </c:pt>
                <c:pt idx="4851">
                  <c:v>0.25</c:v>
                </c:pt>
                <c:pt idx="4852">
                  <c:v>0.25</c:v>
                </c:pt>
                <c:pt idx="4853">
                  <c:v>0.25</c:v>
                </c:pt>
                <c:pt idx="4854">
                  <c:v>0.25</c:v>
                </c:pt>
                <c:pt idx="4855">
                  <c:v>0.25</c:v>
                </c:pt>
                <c:pt idx="4856">
                  <c:v>0.25</c:v>
                </c:pt>
                <c:pt idx="4857">
                  <c:v>0.25</c:v>
                </c:pt>
                <c:pt idx="4858">
                  <c:v>0.25</c:v>
                </c:pt>
                <c:pt idx="4859">
                  <c:v>0.25</c:v>
                </c:pt>
                <c:pt idx="4860">
                  <c:v>0.25</c:v>
                </c:pt>
                <c:pt idx="4861">
                  <c:v>0.25</c:v>
                </c:pt>
                <c:pt idx="4862">
                  <c:v>0.25</c:v>
                </c:pt>
                <c:pt idx="4863">
                  <c:v>0.25</c:v>
                </c:pt>
                <c:pt idx="4864">
                  <c:v>0.25</c:v>
                </c:pt>
                <c:pt idx="4865">
                  <c:v>0.25</c:v>
                </c:pt>
                <c:pt idx="4866">
                  <c:v>0.25</c:v>
                </c:pt>
                <c:pt idx="4867">
                  <c:v>0.25</c:v>
                </c:pt>
                <c:pt idx="4868">
                  <c:v>0.25</c:v>
                </c:pt>
                <c:pt idx="4869">
                  <c:v>0.25</c:v>
                </c:pt>
                <c:pt idx="4870">
                  <c:v>0.25</c:v>
                </c:pt>
                <c:pt idx="4871">
                  <c:v>0.25</c:v>
                </c:pt>
                <c:pt idx="4872">
                  <c:v>0.25</c:v>
                </c:pt>
                <c:pt idx="4873">
                  <c:v>0.25</c:v>
                </c:pt>
                <c:pt idx="4874">
                  <c:v>0.25</c:v>
                </c:pt>
                <c:pt idx="4875">
                  <c:v>0.25</c:v>
                </c:pt>
                <c:pt idx="4876">
                  <c:v>0.25</c:v>
                </c:pt>
                <c:pt idx="4877">
                  <c:v>0.25</c:v>
                </c:pt>
                <c:pt idx="4878">
                  <c:v>0.25</c:v>
                </c:pt>
                <c:pt idx="4879">
                  <c:v>0.25</c:v>
                </c:pt>
                <c:pt idx="4880">
                  <c:v>0.25</c:v>
                </c:pt>
                <c:pt idx="4881">
                  <c:v>0.25</c:v>
                </c:pt>
                <c:pt idx="4882">
                  <c:v>0.25</c:v>
                </c:pt>
                <c:pt idx="4883">
                  <c:v>0.25</c:v>
                </c:pt>
                <c:pt idx="4884">
                  <c:v>0.25</c:v>
                </c:pt>
                <c:pt idx="4885">
                  <c:v>0.25</c:v>
                </c:pt>
                <c:pt idx="4886">
                  <c:v>0.25</c:v>
                </c:pt>
                <c:pt idx="4887">
                  <c:v>0.25</c:v>
                </c:pt>
                <c:pt idx="4888">
                  <c:v>0.25</c:v>
                </c:pt>
                <c:pt idx="4889">
                  <c:v>0.25</c:v>
                </c:pt>
                <c:pt idx="4890">
                  <c:v>0.25</c:v>
                </c:pt>
                <c:pt idx="4891">
                  <c:v>0.25</c:v>
                </c:pt>
                <c:pt idx="4892">
                  <c:v>0.25</c:v>
                </c:pt>
                <c:pt idx="4893">
                  <c:v>0.25</c:v>
                </c:pt>
                <c:pt idx="4894">
                  <c:v>0.25</c:v>
                </c:pt>
                <c:pt idx="4895">
                  <c:v>0.25</c:v>
                </c:pt>
                <c:pt idx="4896">
                  <c:v>0.25</c:v>
                </c:pt>
                <c:pt idx="4897">
                  <c:v>0.25</c:v>
                </c:pt>
                <c:pt idx="4898">
                  <c:v>0.25</c:v>
                </c:pt>
                <c:pt idx="4899">
                  <c:v>0.25</c:v>
                </c:pt>
                <c:pt idx="4900">
                  <c:v>0.25</c:v>
                </c:pt>
                <c:pt idx="4901">
                  <c:v>0.25</c:v>
                </c:pt>
                <c:pt idx="4902">
                  <c:v>0.25</c:v>
                </c:pt>
                <c:pt idx="4903">
                  <c:v>0.25</c:v>
                </c:pt>
                <c:pt idx="4904">
                  <c:v>0.25</c:v>
                </c:pt>
                <c:pt idx="4905">
                  <c:v>0.25</c:v>
                </c:pt>
                <c:pt idx="4906">
                  <c:v>0.25</c:v>
                </c:pt>
                <c:pt idx="4907">
                  <c:v>0.25</c:v>
                </c:pt>
                <c:pt idx="4908">
                  <c:v>0.25</c:v>
                </c:pt>
                <c:pt idx="4909">
                  <c:v>0.25</c:v>
                </c:pt>
                <c:pt idx="4910">
                  <c:v>0.25</c:v>
                </c:pt>
                <c:pt idx="4911">
                  <c:v>0.25</c:v>
                </c:pt>
                <c:pt idx="4912">
                  <c:v>0.25</c:v>
                </c:pt>
                <c:pt idx="4913">
                  <c:v>0.25</c:v>
                </c:pt>
                <c:pt idx="4914">
                  <c:v>0.25</c:v>
                </c:pt>
                <c:pt idx="4915">
                  <c:v>0.25</c:v>
                </c:pt>
                <c:pt idx="4916">
                  <c:v>0.25</c:v>
                </c:pt>
                <c:pt idx="4917">
                  <c:v>0.25</c:v>
                </c:pt>
                <c:pt idx="4918">
                  <c:v>0.25</c:v>
                </c:pt>
                <c:pt idx="4919">
                  <c:v>0.25</c:v>
                </c:pt>
                <c:pt idx="4920">
                  <c:v>0.25</c:v>
                </c:pt>
                <c:pt idx="4921">
                  <c:v>0.25</c:v>
                </c:pt>
                <c:pt idx="4922">
                  <c:v>0.25</c:v>
                </c:pt>
                <c:pt idx="4923">
                  <c:v>0.25</c:v>
                </c:pt>
                <c:pt idx="4924">
                  <c:v>0.25</c:v>
                </c:pt>
                <c:pt idx="4925">
                  <c:v>0.25</c:v>
                </c:pt>
                <c:pt idx="4926">
                  <c:v>0.25</c:v>
                </c:pt>
                <c:pt idx="4927">
                  <c:v>0.25</c:v>
                </c:pt>
                <c:pt idx="4928">
                  <c:v>0.25</c:v>
                </c:pt>
                <c:pt idx="4929">
                  <c:v>0.25</c:v>
                </c:pt>
                <c:pt idx="4930">
                  <c:v>0.25</c:v>
                </c:pt>
                <c:pt idx="4931">
                  <c:v>0.25</c:v>
                </c:pt>
                <c:pt idx="4932">
                  <c:v>0.25</c:v>
                </c:pt>
                <c:pt idx="4933">
                  <c:v>0.25</c:v>
                </c:pt>
                <c:pt idx="4934">
                  <c:v>0.25</c:v>
                </c:pt>
                <c:pt idx="4935">
                  <c:v>0.25</c:v>
                </c:pt>
                <c:pt idx="4936">
                  <c:v>0.25</c:v>
                </c:pt>
                <c:pt idx="4937">
                  <c:v>0.25</c:v>
                </c:pt>
                <c:pt idx="4938">
                  <c:v>0.25</c:v>
                </c:pt>
                <c:pt idx="4939">
                  <c:v>0.25</c:v>
                </c:pt>
                <c:pt idx="4940">
                  <c:v>0.25</c:v>
                </c:pt>
                <c:pt idx="4941">
                  <c:v>0.25</c:v>
                </c:pt>
                <c:pt idx="4942">
                  <c:v>0.25</c:v>
                </c:pt>
                <c:pt idx="4943">
                  <c:v>0.25</c:v>
                </c:pt>
                <c:pt idx="4944">
                  <c:v>0.25</c:v>
                </c:pt>
                <c:pt idx="4945">
                  <c:v>0.25</c:v>
                </c:pt>
                <c:pt idx="4946">
                  <c:v>0.25</c:v>
                </c:pt>
                <c:pt idx="4947">
                  <c:v>0.25</c:v>
                </c:pt>
                <c:pt idx="4948">
                  <c:v>0.25</c:v>
                </c:pt>
                <c:pt idx="4949">
                  <c:v>0.25</c:v>
                </c:pt>
                <c:pt idx="4950">
                  <c:v>0.25</c:v>
                </c:pt>
                <c:pt idx="4951">
                  <c:v>0.25</c:v>
                </c:pt>
                <c:pt idx="4952">
                  <c:v>0.25</c:v>
                </c:pt>
                <c:pt idx="4953">
                  <c:v>0.25</c:v>
                </c:pt>
                <c:pt idx="4954">
                  <c:v>0.25</c:v>
                </c:pt>
                <c:pt idx="4955">
                  <c:v>0.25</c:v>
                </c:pt>
                <c:pt idx="4956">
                  <c:v>0.25</c:v>
                </c:pt>
                <c:pt idx="4957">
                  <c:v>0.25</c:v>
                </c:pt>
                <c:pt idx="4958">
                  <c:v>0.25</c:v>
                </c:pt>
                <c:pt idx="4959">
                  <c:v>0.25</c:v>
                </c:pt>
                <c:pt idx="4960">
                  <c:v>0.25</c:v>
                </c:pt>
                <c:pt idx="4961">
                  <c:v>0.25</c:v>
                </c:pt>
                <c:pt idx="4962">
                  <c:v>0.25</c:v>
                </c:pt>
                <c:pt idx="4963">
                  <c:v>0.25</c:v>
                </c:pt>
                <c:pt idx="4964">
                  <c:v>0.25</c:v>
                </c:pt>
                <c:pt idx="4965">
                  <c:v>0.25</c:v>
                </c:pt>
                <c:pt idx="4966">
                  <c:v>0.25</c:v>
                </c:pt>
                <c:pt idx="4967">
                  <c:v>0.25</c:v>
                </c:pt>
                <c:pt idx="4968">
                  <c:v>0.25</c:v>
                </c:pt>
                <c:pt idx="4969">
                  <c:v>0.25</c:v>
                </c:pt>
                <c:pt idx="4970">
                  <c:v>0.25</c:v>
                </c:pt>
                <c:pt idx="4971">
                  <c:v>0.25</c:v>
                </c:pt>
                <c:pt idx="4972">
                  <c:v>0.25</c:v>
                </c:pt>
                <c:pt idx="4973">
                  <c:v>0.25</c:v>
                </c:pt>
                <c:pt idx="4974">
                  <c:v>0.5</c:v>
                </c:pt>
                <c:pt idx="4975">
                  <c:v>0.5</c:v>
                </c:pt>
                <c:pt idx="4976">
                  <c:v>0.5</c:v>
                </c:pt>
                <c:pt idx="4977">
                  <c:v>0.5</c:v>
                </c:pt>
                <c:pt idx="4978">
                  <c:v>0.5</c:v>
                </c:pt>
                <c:pt idx="4979">
                  <c:v>0.5</c:v>
                </c:pt>
                <c:pt idx="4980">
                  <c:v>0.5</c:v>
                </c:pt>
                <c:pt idx="4981">
                  <c:v>0.5</c:v>
                </c:pt>
                <c:pt idx="4982">
                  <c:v>0.5</c:v>
                </c:pt>
                <c:pt idx="4983">
                  <c:v>0.5</c:v>
                </c:pt>
                <c:pt idx="4984">
                  <c:v>0.5</c:v>
                </c:pt>
                <c:pt idx="4985">
                  <c:v>0.5</c:v>
                </c:pt>
                <c:pt idx="4986">
                  <c:v>0.5</c:v>
                </c:pt>
                <c:pt idx="4987">
                  <c:v>0.5</c:v>
                </c:pt>
                <c:pt idx="4988">
                  <c:v>0.5</c:v>
                </c:pt>
                <c:pt idx="4989">
                  <c:v>0.5</c:v>
                </c:pt>
                <c:pt idx="4990">
                  <c:v>0.5</c:v>
                </c:pt>
                <c:pt idx="4991">
                  <c:v>0.5</c:v>
                </c:pt>
                <c:pt idx="4992">
                  <c:v>0.5</c:v>
                </c:pt>
                <c:pt idx="4993">
                  <c:v>0.5</c:v>
                </c:pt>
                <c:pt idx="4994">
                  <c:v>0.5</c:v>
                </c:pt>
                <c:pt idx="4995">
                  <c:v>0.5</c:v>
                </c:pt>
                <c:pt idx="4996">
                  <c:v>0.5</c:v>
                </c:pt>
                <c:pt idx="4997">
                  <c:v>0.5</c:v>
                </c:pt>
                <c:pt idx="4998">
                  <c:v>0.5</c:v>
                </c:pt>
                <c:pt idx="4999">
                  <c:v>0.5</c:v>
                </c:pt>
                <c:pt idx="5000">
                  <c:v>0.5</c:v>
                </c:pt>
                <c:pt idx="5001">
                  <c:v>0.5</c:v>
                </c:pt>
                <c:pt idx="5002">
                  <c:v>0.5</c:v>
                </c:pt>
                <c:pt idx="5003">
                  <c:v>0.5</c:v>
                </c:pt>
                <c:pt idx="5004">
                  <c:v>0.5</c:v>
                </c:pt>
                <c:pt idx="5005">
                  <c:v>0.5</c:v>
                </c:pt>
                <c:pt idx="5006">
                  <c:v>0.5</c:v>
                </c:pt>
                <c:pt idx="5007">
                  <c:v>0.5</c:v>
                </c:pt>
                <c:pt idx="5008">
                  <c:v>0.5</c:v>
                </c:pt>
                <c:pt idx="5009">
                  <c:v>0.5</c:v>
                </c:pt>
                <c:pt idx="5010">
                  <c:v>0.5</c:v>
                </c:pt>
                <c:pt idx="5011">
                  <c:v>0.5</c:v>
                </c:pt>
                <c:pt idx="5012">
                  <c:v>0.5</c:v>
                </c:pt>
                <c:pt idx="5013">
                  <c:v>0.5</c:v>
                </c:pt>
                <c:pt idx="5014">
                  <c:v>0.5</c:v>
                </c:pt>
                <c:pt idx="5015">
                  <c:v>0.5</c:v>
                </c:pt>
                <c:pt idx="5016">
                  <c:v>0.5</c:v>
                </c:pt>
                <c:pt idx="5017">
                  <c:v>0.5</c:v>
                </c:pt>
                <c:pt idx="5018">
                  <c:v>0.5</c:v>
                </c:pt>
                <c:pt idx="5019">
                  <c:v>0.5</c:v>
                </c:pt>
                <c:pt idx="5020">
                  <c:v>0.5</c:v>
                </c:pt>
                <c:pt idx="5021">
                  <c:v>0.5</c:v>
                </c:pt>
                <c:pt idx="5022">
                  <c:v>0.5</c:v>
                </c:pt>
                <c:pt idx="5023">
                  <c:v>0.5</c:v>
                </c:pt>
                <c:pt idx="5024">
                  <c:v>0.5</c:v>
                </c:pt>
                <c:pt idx="5025">
                  <c:v>0.5</c:v>
                </c:pt>
                <c:pt idx="5026">
                  <c:v>0.5</c:v>
                </c:pt>
                <c:pt idx="5027">
                  <c:v>0.5</c:v>
                </c:pt>
                <c:pt idx="5028">
                  <c:v>0.5</c:v>
                </c:pt>
                <c:pt idx="5029">
                  <c:v>0.5</c:v>
                </c:pt>
                <c:pt idx="5030">
                  <c:v>0.5</c:v>
                </c:pt>
                <c:pt idx="5031">
                  <c:v>0.5</c:v>
                </c:pt>
                <c:pt idx="5032">
                  <c:v>0.5</c:v>
                </c:pt>
                <c:pt idx="5033">
                  <c:v>0.5</c:v>
                </c:pt>
                <c:pt idx="5034">
                  <c:v>0.5</c:v>
                </c:pt>
                <c:pt idx="5035">
                  <c:v>0.5</c:v>
                </c:pt>
                <c:pt idx="5036">
                  <c:v>0.5</c:v>
                </c:pt>
                <c:pt idx="5037">
                  <c:v>0.5</c:v>
                </c:pt>
                <c:pt idx="5038">
                  <c:v>0.5</c:v>
                </c:pt>
                <c:pt idx="5039">
                  <c:v>0.5</c:v>
                </c:pt>
                <c:pt idx="5040">
                  <c:v>0.5</c:v>
                </c:pt>
                <c:pt idx="5041">
                  <c:v>0.5</c:v>
                </c:pt>
                <c:pt idx="5042">
                  <c:v>0.5</c:v>
                </c:pt>
                <c:pt idx="5043">
                  <c:v>0.5</c:v>
                </c:pt>
                <c:pt idx="5044">
                  <c:v>0.5</c:v>
                </c:pt>
                <c:pt idx="5045">
                  <c:v>0.5</c:v>
                </c:pt>
                <c:pt idx="5046">
                  <c:v>0.5</c:v>
                </c:pt>
                <c:pt idx="5047">
                  <c:v>0.5</c:v>
                </c:pt>
                <c:pt idx="5048">
                  <c:v>0.5</c:v>
                </c:pt>
                <c:pt idx="5049">
                  <c:v>0.5</c:v>
                </c:pt>
                <c:pt idx="5050">
                  <c:v>0.5</c:v>
                </c:pt>
                <c:pt idx="5051">
                  <c:v>0.5</c:v>
                </c:pt>
                <c:pt idx="5052">
                  <c:v>0.5</c:v>
                </c:pt>
                <c:pt idx="5053">
                  <c:v>0.5</c:v>
                </c:pt>
                <c:pt idx="5054">
                  <c:v>0.5</c:v>
                </c:pt>
                <c:pt idx="5055">
                  <c:v>0.5</c:v>
                </c:pt>
                <c:pt idx="5056">
                  <c:v>0.5</c:v>
                </c:pt>
                <c:pt idx="5057">
                  <c:v>0.5</c:v>
                </c:pt>
                <c:pt idx="5058">
                  <c:v>0.5</c:v>
                </c:pt>
                <c:pt idx="5059">
                  <c:v>0.5</c:v>
                </c:pt>
                <c:pt idx="5060">
                  <c:v>0.5</c:v>
                </c:pt>
                <c:pt idx="5061">
                  <c:v>0.5</c:v>
                </c:pt>
                <c:pt idx="5062">
                  <c:v>0.5</c:v>
                </c:pt>
                <c:pt idx="5063">
                  <c:v>0.5</c:v>
                </c:pt>
                <c:pt idx="5064">
                  <c:v>0.5</c:v>
                </c:pt>
                <c:pt idx="5065">
                  <c:v>0.5</c:v>
                </c:pt>
                <c:pt idx="5066">
                  <c:v>0.5</c:v>
                </c:pt>
                <c:pt idx="5067">
                  <c:v>0.5</c:v>
                </c:pt>
                <c:pt idx="5068">
                  <c:v>0.5</c:v>
                </c:pt>
                <c:pt idx="5069">
                  <c:v>0.5</c:v>
                </c:pt>
                <c:pt idx="5070">
                  <c:v>0.5</c:v>
                </c:pt>
                <c:pt idx="5071">
                  <c:v>0.5</c:v>
                </c:pt>
                <c:pt idx="5072">
                  <c:v>0.5</c:v>
                </c:pt>
                <c:pt idx="5073">
                  <c:v>0.5</c:v>
                </c:pt>
                <c:pt idx="5074">
                  <c:v>0.5</c:v>
                </c:pt>
                <c:pt idx="5075">
                  <c:v>0.5</c:v>
                </c:pt>
                <c:pt idx="5076">
                  <c:v>0.5</c:v>
                </c:pt>
                <c:pt idx="5077">
                  <c:v>0.5</c:v>
                </c:pt>
                <c:pt idx="5078">
                  <c:v>0.5</c:v>
                </c:pt>
                <c:pt idx="5079">
                  <c:v>0.5</c:v>
                </c:pt>
                <c:pt idx="5080">
                  <c:v>0.5</c:v>
                </c:pt>
                <c:pt idx="5081">
                  <c:v>0.5</c:v>
                </c:pt>
                <c:pt idx="5082">
                  <c:v>0.5</c:v>
                </c:pt>
                <c:pt idx="5083">
                  <c:v>0.5</c:v>
                </c:pt>
                <c:pt idx="5084">
                  <c:v>0.5</c:v>
                </c:pt>
                <c:pt idx="5085">
                  <c:v>0.5</c:v>
                </c:pt>
                <c:pt idx="5086">
                  <c:v>0.5</c:v>
                </c:pt>
                <c:pt idx="5087">
                  <c:v>0.5</c:v>
                </c:pt>
                <c:pt idx="5088">
                  <c:v>0.5</c:v>
                </c:pt>
                <c:pt idx="5089">
                  <c:v>0.5</c:v>
                </c:pt>
                <c:pt idx="5090">
                  <c:v>0.5</c:v>
                </c:pt>
                <c:pt idx="5091">
                  <c:v>0.5</c:v>
                </c:pt>
                <c:pt idx="5092">
                  <c:v>0.5</c:v>
                </c:pt>
                <c:pt idx="5093">
                  <c:v>0.5</c:v>
                </c:pt>
                <c:pt idx="5094">
                  <c:v>0.5</c:v>
                </c:pt>
                <c:pt idx="5095">
                  <c:v>0.5</c:v>
                </c:pt>
                <c:pt idx="5096">
                  <c:v>0.5</c:v>
                </c:pt>
                <c:pt idx="5097">
                  <c:v>0.5</c:v>
                </c:pt>
                <c:pt idx="5098">
                  <c:v>0.5</c:v>
                </c:pt>
                <c:pt idx="5099">
                  <c:v>0.5</c:v>
                </c:pt>
                <c:pt idx="5100">
                  <c:v>0.5</c:v>
                </c:pt>
                <c:pt idx="5101">
                  <c:v>0.5</c:v>
                </c:pt>
                <c:pt idx="5102">
                  <c:v>0.5</c:v>
                </c:pt>
                <c:pt idx="5103">
                  <c:v>0.5</c:v>
                </c:pt>
                <c:pt idx="5104">
                  <c:v>0.5</c:v>
                </c:pt>
                <c:pt idx="5105">
                  <c:v>0.5</c:v>
                </c:pt>
                <c:pt idx="5106">
                  <c:v>0.5</c:v>
                </c:pt>
                <c:pt idx="5107">
                  <c:v>0.5</c:v>
                </c:pt>
                <c:pt idx="5108">
                  <c:v>0.5</c:v>
                </c:pt>
                <c:pt idx="5109">
                  <c:v>0.5</c:v>
                </c:pt>
                <c:pt idx="5110">
                  <c:v>0.5</c:v>
                </c:pt>
                <c:pt idx="5111">
                  <c:v>0.5</c:v>
                </c:pt>
                <c:pt idx="5112">
                  <c:v>0.5</c:v>
                </c:pt>
                <c:pt idx="5113">
                  <c:v>0.5</c:v>
                </c:pt>
                <c:pt idx="5114">
                  <c:v>0.5</c:v>
                </c:pt>
                <c:pt idx="5115">
                  <c:v>0.5</c:v>
                </c:pt>
                <c:pt idx="5116">
                  <c:v>0.5</c:v>
                </c:pt>
                <c:pt idx="5117">
                  <c:v>0.5</c:v>
                </c:pt>
                <c:pt idx="5118">
                  <c:v>0.5</c:v>
                </c:pt>
                <c:pt idx="5119">
                  <c:v>0.5</c:v>
                </c:pt>
                <c:pt idx="5120">
                  <c:v>0.5</c:v>
                </c:pt>
                <c:pt idx="5121">
                  <c:v>0.5</c:v>
                </c:pt>
                <c:pt idx="5122">
                  <c:v>0.5</c:v>
                </c:pt>
                <c:pt idx="5123">
                  <c:v>0.5</c:v>
                </c:pt>
                <c:pt idx="5124">
                  <c:v>0.5</c:v>
                </c:pt>
                <c:pt idx="5125">
                  <c:v>0.5</c:v>
                </c:pt>
                <c:pt idx="5126">
                  <c:v>0.5</c:v>
                </c:pt>
                <c:pt idx="5127">
                  <c:v>0.5</c:v>
                </c:pt>
                <c:pt idx="5128">
                  <c:v>0.5</c:v>
                </c:pt>
                <c:pt idx="5129">
                  <c:v>0.5</c:v>
                </c:pt>
                <c:pt idx="5130">
                  <c:v>0.5</c:v>
                </c:pt>
                <c:pt idx="5131">
                  <c:v>0.5</c:v>
                </c:pt>
                <c:pt idx="5132">
                  <c:v>0.5</c:v>
                </c:pt>
                <c:pt idx="5133">
                  <c:v>0.5</c:v>
                </c:pt>
                <c:pt idx="5134">
                  <c:v>0.5</c:v>
                </c:pt>
                <c:pt idx="5135">
                  <c:v>0.5</c:v>
                </c:pt>
                <c:pt idx="5136">
                  <c:v>0.5</c:v>
                </c:pt>
                <c:pt idx="5137">
                  <c:v>0.5</c:v>
                </c:pt>
                <c:pt idx="5138">
                  <c:v>0.5</c:v>
                </c:pt>
                <c:pt idx="5139">
                  <c:v>0.5</c:v>
                </c:pt>
                <c:pt idx="5140">
                  <c:v>0.5</c:v>
                </c:pt>
                <c:pt idx="5141">
                  <c:v>0.5</c:v>
                </c:pt>
                <c:pt idx="5142">
                  <c:v>0.5</c:v>
                </c:pt>
                <c:pt idx="5143">
                  <c:v>0.5</c:v>
                </c:pt>
                <c:pt idx="5144">
                  <c:v>0.5</c:v>
                </c:pt>
                <c:pt idx="5145">
                  <c:v>0.5</c:v>
                </c:pt>
                <c:pt idx="5146">
                  <c:v>0.5</c:v>
                </c:pt>
                <c:pt idx="5147">
                  <c:v>0.5</c:v>
                </c:pt>
                <c:pt idx="5148">
                  <c:v>0.5</c:v>
                </c:pt>
                <c:pt idx="5149">
                  <c:v>0.5</c:v>
                </c:pt>
                <c:pt idx="5150">
                  <c:v>0.5</c:v>
                </c:pt>
                <c:pt idx="5151">
                  <c:v>0.5</c:v>
                </c:pt>
                <c:pt idx="5152">
                  <c:v>0.5</c:v>
                </c:pt>
                <c:pt idx="5153">
                  <c:v>0.5</c:v>
                </c:pt>
                <c:pt idx="5154">
                  <c:v>0.5</c:v>
                </c:pt>
                <c:pt idx="5155">
                  <c:v>0.5</c:v>
                </c:pt>
                <c:pt idx="5156">
                  <c:v>0.5</c:v>
                </c:pt>
                <c:pt idx="5157">
                  <c:v>0.5</c:v>
                </c:pt>
                <c:pt idx="5158">
                  <c:v>0.5</c:v>
                </c:pt>
                <c:pt idx="5159">
                  <c:v>0.5</c:v>
                </c:pt>
                <c:pt idx="5160">
                  <c:v>0.5</c:v>
                </c:pt>
                <c:pt idx="5161">
                  <c:v>0.5</c:v>
                </c:pt>
                <c:pt idx="5162">
                  <c:v>0.5</c:v>
                </c:pt>
                <c:pt idx="5163">
                  <c:v>0.5</c:v>
                </c:pt>
                <c:pt idx="5164">
                  <c:v>0.5</c:v>
                </c:pt>
                <c:pt idx="5165">
                  <c:v>0.5</c:v>
                </c:pt>
                <c:pt idx="5166">
                  <c:v>0.5</c:v>
                </c:pt>
                <c:pt idx="5167">
                  <c:v>0.5</c:v>
                </c:pt>
                <c:pt idx="5168">
                  <c:v>0.5</c:v>
                </c:pt>
                <c:pt idx="5169">
                  <c:v>0.5</c:v>
                </c:pt>
                <c:pt idx="5170">
                  <c:v>0.5</c:v>
                </c:pt>
                <c:pt idx="5171">
                  <c:v>0.5</c:v>
                </c:pt>
                <c:pt idx="5172">
                  <c:v>0.5</c:v>
                </c:pt>
                <c:pt idx="5173">
                  <c:v>0.5</c:v>
                </c:pt>
                <c:pt idx="5174">
                  <c:v>0.5</c:v>
                </c:pt>
                <c:pt idx="5175">
                  <c:v>0.5</c:v>
                </c:pt>
                <c:pt idx="5176">
                  <c:v>0.5</c:v>
                </c:pt>
                <c:pt idx="5177">
                  <c:v>0.5</c:v>
                </c:pt>
                <c:pt idx="5178">
                  <c:v>0.5</c:v>
                </c:pt>
                <c:pt idx="5179">
                  <c:v>0.5</c:v>
                </c:pt>
                <c:pt idx="5180">
                  <c:v>0.5</c:v>
                </c:pt>
                <c:pt idx="5181">
                  <c:v>0.5</c:v>
                </c:pt>
                <c:pt idx="5182">
                  <c:v>0.5</c:v>
                </c:pt>
                <c:pt idx="5183">
                  <c:v>0.5</c:v>
                </c:pt>
                <c:pt idx="5184">
                  <c:v>0.5</c:v>
                </c:pt>
                <c:pt idx="5185">
                  <c:v>0.5</c:v>
                </c:pt>
                <c:pt idx="5186">
                  <c:v>0.5</c:v>
                </c:pt>
                <c:pt idx="5187">
                  <c:v>0.5</c:v>
                </c:pt>
                <c:pt idx="5188">
                  <c:v>0.5</c:v>
                </c:pt>
                <c:pt idx="5189">
                  <c:v>0.5</c:v>
                </c:pt>
                <c:pt idx="5190">
                  <c:v>0.5</c:v>
                </c:pt>
                <c:pt idx="5191">
                  <c:v>0.5</c:v>
                </c:pt>
                <c:pt idx="5192">
                  <c:v>0.5</c:v>
                </c:pt>
                <c:pt idx="5193">
                  <c:v>0.5</c:v>
                </c:pt>
                <c:pt idx="5194">
                  <c:v>0.5</c:v>
                </c:pt>
                <c:pt idx="5195">
                  <c:v>0.5</c:v>
                </c:pt>
                <c:pt idx="5196">
                  <c:v>0.5</c:v>
                </c:pt>
                <c:pt idx="5197">
                  <c:v>0.5</c:v>
                </c:pt>
                <c:pt idx="5198">
                  <c:v>0.5</c:v>
                </c:pt>
                <c:pt idx="5199">
                  <c:v>0.5</c:v>
                </c:pt>
                <c:pt idx="5200">
                  <c:v>0.5</c:v>
                </c:pt>
                <c:pt idx="5201">
                  <c:v>0.5</c:v>
                </c:pt>
                <c:pt idx="5202">
                  <c:v>0.5</c:v>
                </c:pt>
                <c:pt idx="5203">
                  <c:v>0.5</c:v>
                </c:pt>
                <c:pt idx="5204">
                  <c:v>0.5</c:v>
                </c:pt>
                <c:pt idx="5205">
                  <c:v>0.5</c:v>
                </c:pt>
                <c:pt idx="5206">
                  <c:v>0.5</c:v>
                </c:pt>
                <c:pt idx="5207">
                  <c:v>0.5</c:v>
                </c:pt>
                <c:pt idx="5208">
                  <c:v>0.5</c:v>
                </c:pt>
                <c:pt idx="5209">
                  <c:v>0.75</c:v>
                </c:pt>
                <c:pt idx="5210">
                  <c:v>0.75</c:v>
                </c:pt>
                <c:pt idx="5211">
                  <c:v>0.75</c:v>
                </c:pt>
                <c:pt idx="5212">
                  <c:v>0.75</c:v>
                </c:pt>
                <c:pt idx="5213">
                  <c:v>0.75</c:v>
                </c:pt>
                <c:pt idx="5214">
                  <c:v>0.75</c:v>
                </c:pt>
                <c:pt idx="5215">
                  <c:v>0.75</c:v>
                </c:pt>
                <c:pt idx="5216">
                  <c:v>0.75</c:v>
                </c:pt>
                <c:pt idx="5217">
                  <c:v>0.75</c:v>
                </c:pt>
                <c:pt idx="5218">
                  <c:v>0.75</c:v>
                </c:pt>
                <c:pt idx="5219">
                  <c:v>0.75</c:v>
                </c:pt>
                <c:pt idx="5220">
                  <c:v>0.75</c:v>
                </c:pt>
                <c:pt idx="5221">
                  <c:v>0.75</c:v>
                </c:pt>
                <c:pt idx="5222">
                  <c:v>0.75</c:v>
                </c:pt>
                <c:pt idx="5223">
                  <c:v>0.75</c:v>
                </c:pt>
                <c:pt idx="5224">
                  <c:v>0.75</c:v>
                </c:pt>
                <c:pt idx="5225">
                  <c:v>0.75</c:v>
                </c:pt>
                <c:pt idx="5226">
                  <c:v>0.75</c:v>
                </c:pt>
                <c:pt idx="5227">
                  <c:v>0.75</c:v>
                </c:pt>
                <c:pt idx="5228">
                  <c:v>0.75</c:v>
                </c:pt>
                <c:pt idx="5229">
                  <c:v>0.75</c:v>
                </c:pt>
                <c:pt idx="5230">
                  <c:v>0.75</c:v>
                </c:pt>
                <c:pt idx="5231">
                  <c:v>0.75</c:v>
                </c:pt>
                <c:pt idx="5232">
                  <c:v>0.75</c:v>
                </c:pt>
                <c:pt idx="5233">
                  <c:v>0.75</c:v>
                </c:pt>
                <c:pt idx="5234">
                  <c:v>0.75</c:v>
                </c:pt>
                <c:pt idx="5235">
                  <c:v>0.75</c:v>
                </c:pt>
                <c:pt idx="5236">
                  <c:v>0.75</c:v>
                </c:pt>
                <c:pt idx="5237">
                  <c:v>0.75</c:v>
                </c:pt>
                <c:pt idx="5238">
                  <c:v>0.75</c:v>
                </c:pt>
                <c:pt idx="5239">
                  <c:v>0.75</c:v>
                </c:pt>
                <c:pt idx="5240">
                  <c:v>0.75</c:v>
                </c:pt>
                <c:pt idx="5241">
                  <c:v>0.75</c:v>
                </c:pt>
                <c:pt idx="5242">
                  <c:v>0.75</c:v>
                </c:pt>
                <c:pt idx="5243">
                  <c:v>0.75</c:v>
                </c:pt>
                <c:pt idx="5244">
                  <c:v>0.75</c:v>
                </c:pt>
                <c:pt idx="5245">
                  <c:v>0.75</c:v>
                </c:pt>
                <c:pt idx="5246">
                  <c:v>0.75</c:v>
                </c:pt>
                <c:pt idx="5247">
                  <c:v>0.75</c:v>
                </c:pt>
                <c:pt idx="5248">
                  <c:v>0.75</c:v>
                </c:pt>
                <c:pt idx="5249">
                  <c:v>0.75</c:v>
                </c:pt>
                <c:pt idx="5250">
                  <c:v>0.75</c:v>
                </c:pt>
                <c:pt idx="5251">
                  <c:v>0.75</c:v>
                </c:pt>
                <c:pt idx="5252">
                  <c:v>0.75</c:v>
                </c:pt>
                <c:pt idx="5253">
                  <c:v>0.75</c:v>
                </c:pt>
                <c:pt idx="5254">
                  <c:v>0.75</c:v>
                </c:pt>
                <c:pt idx="5255">
                  <c:v>0.75</c:v>
                </c:pt>
                <c:pt idx="5256">
                  <c:v>0.75</c:v>
                </c:pt>
                <c:pt idx="5257">
                  <c:v>0.75</c:v>
                </c:pt>
                <c:pt idx="5258">
                  <c:v>0.75</c:v>
                </c:pt>
                <c:pt idx="5259">
                  <c:v>0.75</c:v>
                </c:pt>
                <c:pt idx="5260">
                  <c:v>0.75</c:v>
                </c:pt>
                <c:pt idx="5261">
                  <c:v>0.75</c:v>
                </c:pt>
                <c:pt idx="5262">
                  <c:v>0.75</c:v>
                </c:pt>
                <c:pt idx="5263">
                  <c:v>0.75</c:v>
                </c:pt>
                <c:pt idx="5264">
                  <c:v>0.75</c:v>
                </c:pt>
                <c:pt idx="5265">
                  <c:v>0.75</c:v>
                </c:pt>
                <c:pt idx="5266">
                  <c:v>0.75</c:v>
                </c:pt>
                <c:pt idx="5267">
                  <c:v>0.75</c:v>
                </c:pt>
                <c:pt idx="5268">
                  <c:v>0.75</c:v>
                </c:pt>
                <c:pt idx="5269">
                  <c:v>0.75</c:v>
                </c:pt>
                <c:pt idx="5270">
                  <c:v>0.75</c:v>
                </c:pt>
                <c:pt idx="5271">
                  <c:v>0.75</c:v>
                </c:pt>
                <c:pt idx="5272">
                  <c:v>0.75</c:v>
                </c:pt>
                <c:pt idx="5273">
                  <c:v>0.75</c:v>
                </c:pt>
                <c:pt idx="5274">
                  <c:v>0.75</c:v>
                </c:pt>
                <c:pt idx="5275">
                  <c:v>0.75</c:v>
                </c:pt>
                <c:pt idx="5276">
                  <c:v>0.75</c:v>
                </c:pt>
                <c:pt idx="5277">
                  <c:v>0.75</c:v>
                </c:pt>
                <c:pt idx="5278">
                  <c:v>0.75</c:v>
                </c:pt>
                <c:pt idx="5279">
                  <c:v>0.75</c:v>
                </c:pt>
                <c:pt idx="5280">
                  <c:v>0.75</c:v>
                </c:pt>
                <c:pt idx="5281">
                  <c:v>0.75</c:v>
                </c:pt>
                <c:pt idx="5282">
                  <c:v>0.75</c:v>
                </c:pt>
                <c:pt idx="5283">
                  <c:v>0.75</c:v>
                </c:pt>
                <c:pt idx="5284">
                  <c:v>0.75</c:v>
                </c:pt>
                <c:pt idx="5285">
                  <c:v>0.75</c:v>
                </c:pt>
                <c:pt idx="5286">
                  <c:v>0.75</c:v>
                </c:pt>
                <c:pt idx="5287">
                  <c:v>0.75</c:v>
                </c:pt>
                <c:pt idx="5288">
                  <c:v>0.75</c:v>
                </c:pt>
                <c:pt idx="5289">
                  <c:v>0.75</c:v>
                </c:pt>
                <c:pt idx="5290">
                  <c:v>0.75</c:v>
                </c:pt>
                <c:pt idx="5291">
                  <c:v>0.75</c:v>
                </c:pt>
                <c:pt idx="5292">
                  <c:v>0.75</c:v>
                </c:pt>
                <c:pt idx="5293">
                  <c:v>0.75</c:v>
                </c:pt>
                <c:pt idx="5294">
                  <c:v>0.75</c:v>
                </c:pt>
                <c:pt idx="5295">
                  <c:v>0.75</c:v>
                </c:pt>
                <c:pt idx="5296">
                  <c:v>0.75</c:v>
                </c:pt>
                <c:pt idx="5297">
                  <c:v>0.75</c:v>
                </c:pt>
                <c:pt idx="5298">
                  <c:v>0.75</c:v>
                </c:pt>
                <c:pt idx="5299">
                  <c:v>0.75</c:v>
                </c:pt>
                <c:pt idx="5300">
                  <c:v>0.75</c:v>
                </c:pt>
                <c:pt idx="5301">
                  <c:v>0.75</c:v>
                </c:pt>
                <c:pt idx="5302">
                  <c:v>0.75</c:v>
                </c:pt>
                <c:pt idx="5303">
                  <c:v>0.75</c:v>
                </c:pt>
                <c:pt idx="5304">
                  <c:v>0.75</c:v>
                </c:pt>
                <c:pt idx="5305">
                  <c:v>0.75</c:v>
                </c:pt>
                <c:pt idx="5306">
                  <c:v>0.75</c:v>
                </c:pt>
                <c:pt idx="5307">
                  <c:v>0.75</c:v>
                </c:pt>
                <c:pt idx="5308">
                  <c:v>0.75</c:v>
                </c:pt>
                <c:pt idx="5309">
                  <c:v>0.75</c:v>
                </c:pt>
                <c:pt idx="5310">
                  <c:v>0.75</c:v>
                </c:pt>
                <c:pt idx="5311">
                  <c:v>0.75</c:v>
                </c:pt>
                <c:pt idx="5312">
                  <c:v>0.75</c:v>
                </c:pt>
                <c:pt idx="5313">
                  <c:v>0.75</c:v>
                </c:pt>
                <c:pt idx="5314">
                  <c:v>0.75</c:v>
                </c:pt>
                <c:pt idx="5315">
                  <c:v>0.75</c:v>
                </c:pt>
                <c:pt idx="5316">
                  <c:v>0.75</c:v>
                </c:pt>
                <c:pt idx="5317">
                  <c:v>0.75</c:v>
                </c:pt>
                <c:pt idx="5318">
                  <c:v>0.75</c:v>
                </c:pt>
                <c:pt idx="5319">
                  <c:v>0.75</c:v>
                </c:pt>
                <c:pt idx="5320">
                  <c:v>0.75</c:v>
                </c:pt>
                <c:pt idx="5321">
                  <c:v>0.75</c:v>
                </c:pt>
                <c:pt idx="5322">
                  <c:v>0.75</c:v>
                </c:pt>
                <c:pt idx="5323">
                  <c:v>0.75</c:v>
                </c:pt>
                <c:pt idx="5324">
                  <c:v>0.75</c:v>
                </c:pt>
                <c:pt idx="5325">
                  <c:v>0.75</c:v>
                </c:pt>
                <c:pt idx="5326">
                  <c:v>0.75</c:v>
                </c:pt>
                <c:pt idx="5327">
                  <c:v>0.75</c:v>
                </c:pt>
                <c:pt idx="5328">
                  <c:v>0.75</c:v>
                </c:pt>
                <c:pt idx="5329">
                  <c:v>0.75</c:v>
                </c:pt>
                <c:pt idx="5330">
                  <c:v>0.75</c:v>
                </c:pt>
                <c:pt idx="5331">
                  <c:v>0.75</c:v>
                </c:pt>
                <c:pt idx="5332">
                  <c:v>0.75</c:v>
                </c:pt>
                <c:pt idx="5333">
                  <c:v>0.75</c:v>
                </c:pt>
                <c:pt idx="5334">
                  <c:v>0.75</c:v>
                </c:pt>
                <c:pt idx="5335">
                  <c:v>0.75</c:v>
                </c:pt>
                <c:pt idx="5336">
                  <c:v>1</c:v>
                </c:pt>
                <c:pt idx="5337">
                  <c:v>1</c:v>
                </c:pt>
                <c:pt idx="5338">
                  <c:v>1</c:v>
                </c:pt>
              </c:numCache>
            </c:numRef>
          </c:val>
          <c:smooth val="0"/>
          <c:extLst>
            <c:ext xmlns:c16="http://schemas.microsoft.com/office/drawing/2014/chart" uri="{C3380CC4-5D6E-409C-BE32-E72D297353CC}">
              <c16:uniqueId val="{00000002-F50C-428A-8B6D-6C9BC544911F}"/>
            </c:ext>
          </c:extLst>
        </c:ser>
        <c:ser>
          <c:idx val="3"/>
          <c:order val="3"/>
          <c:tx>
            <c:strRef>
              <c:f>'worldwide policy rate'!$E$1</c:f>
              <c:strCache>
                <c:ptCount val="1"/>
                <c:pt idx="0">
                  <c:v>澳联储现金利率目标，%</c:v>
                </c:pt>
              </c:strCache>
            </c:strRef>
          </c:tx>
          <c:spPr>
            <a:ln w="25400" cap="rnd">
              <a:solidFill>
                <a:srgbClr val="D9D9D9"/>
              </a:solidFill>
              <a:round/>
            </a:ln>
            <a:effectLst/>
          </c:spPr>
          <c:marker>
            <c:symbol val="none"/>
          </c:marker>
          <c:cat>
            <c:numRef>
              <c:f>'worldwide policy rate'!$A$2612:$A$7950</c:f>
              <c:numCache>
                <c:formatCode>m/d/yyyy</c:formatCode>
                <c:ptCount val="5339"/>
                <c:pt idx="0">
                  <c:v>38719</c:v>
                </c:pt>
                <c:pt idx="1">
                  <c:v>38720</c:v>
                </c:pt>
                <c:pt idx="2">
                  <c:v>38721</c:v>
                </c:pt>
                <c:pt idx="3">
                  <c:v>38722</c:v>
                </c:pt>
                <c:pt idx="4">
                  <c:v>38723</c:v>
                </c:pt>
                <c:pt idx="5">
                  <c:v>38726</c:v>
                </c:pt>
                <c:pt idx="6">
                  <c:v>38727</c:v>
                </c:pt>
                <c:pt idx="7">
                  <c:v>38728</c:v>
                </c:pt>
                <c:pt idx="8">
                  <c:v>38729</c:v>
                </c:pt>
                <c:pt idx="9">
                  <c:v>38730</c:v>
                </c:pt>
                <c:pt idx="10">
                  <c:v>38733</c:v>
                </c:pt>
                <c:pt idx="11">
                  <c:v>38734</c:v>
                </c:pt>
                <c:pt idx="12">
                  <c:v>38735</c:v>
                </c:pt>
                <c:pt idx="13">
                  <c:v>38736</c:v>
                </c:pt>
                <c:pt idx="14">
                  <c:v>38737</c:v>
                </c:pt>
                <c:pt idx="15">
                  <c:v>38740</c:v>
                </c:pt>
                <c:pt idx="16">
                  <c:v>38741</c:v>
                </c:pt>
                <c:pt idx="17">
                  <c:v>38742</c:v>
                </c:pt>
                <c:pt idx="18">
                  <c:v>38743</c:v>
                </c:pt>
                <c:pt idx="19">
                  <c:v>38744</c:v>
                </c:pt>
                <c:pt idx="20">
                  <c:v>38747</c:v>
                </c:pt>
                <c:pt idx="21">
                  <c:v>38748</c:v>
                </c:pt>
                <c:pt idx="22">
                  <c:v>38749</c:v>
                </c:pt>
                <c:pt idx="23">
                  <c:v>38750</c:v>
                </c:pt>
                <c:pt idx="24">
                  <c:v>38751</c:v>
                </c:pt>
                <c:pt idx="25">
                  <c:v>38754</c:v>
                </c:pt>
                <c:pt idx="26">
                  <c:v>38755</c:v>
                </c:pt>
                <c:pt idx="27">
                  <c:v>38756</c:v>
                </c:pt>
                <c:pt idx="28">
                  <c:v>38757</c:v>
                </c:pt>
                <c:pt idx="29">
                  <c:v>38758</c:v>
                </c:pt>
                <c:pt idx="30">
                  <c:v>38761</c:v>
                </c:pt>
                <c:pt idx="31">
                  <c:v>38762</c:v>
                </c:pt>
                <c:pt idx="32">
                  <c:v>38763</c:v>
                </c:pt>
                <c:pt idx="33">
                  <c:v>38764</c:v>
                </c:pt>
                <c:pt idx="34">
                  <c:v>38765</c:v>
                </c:pt>
                <c:pt idx="35">
                  <c:v>38768</c:v>
                </c:pt>
                <c:pt idx="36">
                  <c:v>38769</c:v>
                </c:pt>
                <c:pt idx="37">
                  <c:v>38770</c:v>
                </c:pt>
                <c:pt idx="38">
                  <c:v>38771</c:v>
                </c:pt>
                <c:pt idx="39">
                  <c:v>38772</c:v>
                </c:pt>
                <c:pt idx="40">
                  <c:v>38775</c:v>
                </c:pt>
                <c:pt idx="41">
                  <c:v>38776</c:v>
                </c:pt>
                <c:pt idx="42">
                  <c:v>38777</c:v>
                </c:pt>
                <c:pt idx="43">
                  <c:v>38778</c:v>
                </c:pt>
                <c:pt idx="44">
                  <c:v>38779</c:v>
                </c:pt>
                <c:pt idx="45">
                  <c:v>38782</c:v>
                </c:pt>
                <c:pt idx="46">
                  <c:v>38783</c:v>
                </c:pt>
                <c:pt idx="47">
                  <c:v>38784</c:v>
                </c:pt>
                <c:pt idx="48">
                  <c:v>38785</c:v>
                </c:pt>
                <c:pt idx="49">
                  <c:v>38786</c:v>
                </c:pt>
                <c:pt idx="50">
                  <c:v>38789</c:v>
                </c:pt>
                <c:pt idx="51">
                  <c:v>38790</c:v>
                </c:pt>
                <c:pt idx="52">
                  <c:v>38791</c:v>
                </c:pt>
                <c:pt idx="53">
                  <c:v>38792</c:v>
                </c:pt>
                <c:pt idx="54">
                  <c:v>38793</c:v>
                </c:pt>
                <c:pt idx="55">
                  <c:v>38796</c:v>
                </c:pt>
                <c:pt idx="56">
                  <c:v>38797</c:v>
                </c:pt>
                <c:pt idx="57">
                  <c:v>38798</c:v>
                </c:pt>
                <c:pt idx="58">
                  <c:v>38799</c:v>
                </c:pt>
                <c:pt idx="59">
                  <c:v>38800</c:v>
                </c:pt>
                <c:pt idx="60">
                  <c:v>38803</c:v>
                </c:pt>
                <c:pt idx="61">
                  <c:v>38804</c:v>
                </c:pt>
                <c:pt idx="62">
                  <c:v>38805</c:v>
                </c:pt>
                <c:pt idx="63">
                  <c:v>38806</c:v>
                </c:pt>
                <c:pt idx="64">
                  <c:v>38807</c:v>
                </c:pt>
                <c:pt idx="65">
                  <c:v>38810</c:v>
                </c:pt>
                <c:pt idx="66">
                  <c:v>38811</c:v>
                </c:pt>
                <c:pt idx="67">
                  <c:v>38812</c:v>
                </c:pt>
                <c:pt idx="68">
                  <c:v>38813</c:v>
                </c:pt>
                <c:pt idx="69">
                  <c:v>38814</c:v>
                </c:pt>
                <c:pt idx="70">
                  <c:v>38817</c:v>
                </c:pt>
                <c:pt idx="71">
                  <c:v>38818</c:v>
                </c:pt>
                <c:pt idx="72">
                  <c:v>38819</c:v>
                </c:pt>
                <c:pt idx="73">
                  <c:v>38820</c:v>
                </c:pt>
                <c:pt idx="74">
                  <c:v>38821</c:v>
                </c:pt>
                <c:pt idx="75">
                  <c:v>38824</c:v>
                </c:pt>
                <c:pt idx="76">
                  <c:v>38825</c:v>
                </c:pt>
                <c:pt idx="77">
                  <c:v>38826</c:v>
                </c:pt>
                <c:pt idx="78">
                  <c:v>38827</c:v>
                </c:pt>
                <c:pt idx="79">
                  <c:v>38828</c:v>
                </c:pt>
                <c:pt idx="80">
                  <c:v>38831</c:v>
                </c:pt>
                <c:pt idx="81">
                  <c:v>38832</c:v>
                </c:pt>
                <c:pt idx="82">
                  <c:v>38833</c:v>
                </c:pt>
                <c:pt idx="83">
                  <c:v>38834</c:v>
                </c:pt>
                <c:pt idx="84">
                  <c:v>38835</c:v>
                </c:pt>
                <c:pt idx="85">
                  <c:v>38838</c:v>
                </c:pt>
                <c:pt idx="86">
                  <c:v>38839</c:v>
                </c:pt>
                <c:pt idx="87">
                  <c:v>38840</c:v>
                </c:pt>
                <c:pt idx="88">
                  <c:v>38841</c:v>
                </c:pt>
                <c:pt idx="89">
                  <c:v>38842</c:v>
                </c:pt>
                <c:pt idx="90">
                  <c:v>38845</c:v>
                </c:pt>
                <c:pt idx="91">
                  <c:v>38846</c:v>
                </c:pt>
                <c:pt idx="92">
                  <c:v>38847</c:v>
                </c:pt>
                <c:pt idx="93">
                  <c:v>38848</c:v>
                </c:pt>
                <c:pt idx="94">
                  <c:v>38849</c:v>
                </c:pt>
                <c:pt idx="95">
                  <c:v>38852</c:v>
                </c:pt>
                <c:pt idx="96">
                  <c:v>38853</c:v>
                </c:pt>
                <c:pt idx="97">
                  <c:v>38854</c:v>
                </c:pt>
                <c:pt idx="98">
                  <c:v>38855</c:v>
                </c:pt>
                <c:pt idx="99">
                  <c:v>38856</c:v>
                </c:pt>
                <c:pt idx="100">
                  <c:v>38859</c:v>
                </c:pt>
                <c:pt idx="101">
                  <c:v>38860</c:v>
                </c:pt>
                <c:pt idx="102">
                  <c:v>38861</c:v>
                </c:pt>
                <c:pt idx="103">
                  <c:v>38862</c:v>
                </c:pt>
                <c:pt idx="104">
                  <c:v>38863</c:v>
                </c:pt>
                <c:pt idx="105">
                  <c:v>38866</c:v>
                </c:pt>
                <c:pt idx="106">
                  <c:v>38867</c:v>
                </c:pt>
                <c:pt idx="107">
                  <c:v>38868</c:v>
                </c:pt>
                <c:pt idx="108">
                  <c:v>38869</c:v>
                </c:pt>
                <c:pt idx="109">
                  <c:v>38870</c:v>
                </c:pt>
                <c:pt idx="110">
                  <c:v>38873</c:v>
                </c:pt>
                <c:pt idx="111">
                  <c:v>38874</c:v>
                </c:pt>
                <c:pt idx="112">
                  <c:v>38875</c:v>
                </c:pt>
                <c:pt idx="113">
                  <c:v>38876</c:v>
                </c:pt>
                <c:pt idx="114">
                  <c:v>38877</c:v>
                </c:pt>
                <c:pt idx="115">
                  <c:v>38880</c:v>
                </c:pt>
                <c:pt idx="116">
                  <c:v>38881</c:v>
                </c:pt>
                <c:pt idx="117">
                  <c:v>38882</c:v>
                </c:pt>
                <c:pt idx="118">
                  <c:v>38883</c:v>
                </c:pt>
                <c:pt idx="119">
                  <c:v>38884</c:v>
                </c:pt>
                <c:pt idx="120">
                  <c:v>38887</c:v>
                </c:pt>
                <c:pt idx="121">
                  <c:v>38888</c:v>
                </c:pt>
                <c:pt idx="122">
                  <c:v>38889</c:v>
                </c:pt>
                <c:pt idx="123">
                  <c:v>38890</c:v>
                </c:pt>
                <c:pt idx="124">
                  <c:v>38891</c:v>
                </c:pt>
                <c:pt idx="125">
                  <c:v>38894</c:v>
                </c:pt>
                <c:pt idx="126">
                  <c:v>38895</c:v>
                </c:pt>
                <c:pt idx="127">
                  <c:v>38896</c:v>
                </c:pt>
                <c:pt idx="128">
                  <c:v>38897</c:v>
                </c:pt>
                <c:pt idx="129">
                  <c:v>38898</c:v>
                </c:pt>
                <c:pt idx="130">
                  <c:v>38901</c:v>
                </c:pt>
                <c:pt idx="131">
                  <c:v>38902</c:v>
                </c:pt>
                <c:pt idx="132">
                  <c:v>38903</c:v>
                </c:pt>
                <c:pt idx="133">
                  <c:v>38904</c:v>
                </c:pt>
                <c:pt idx="134">
                  <c:v>38905</c:v>
                </c:pt>
                <c:pt idx="135">
                  <c:v>38908</c:v>
                </c:pt>
                <c:pt idx="136">
                  <c:v>38909</c:v>
                </c:pt>
                <c:pt idx="137">
                  <c:v>38910</c:v>
                </c:pt>
                <c:pt idx="138">
                  <c:v>38911</c:v>
                </c:pt>
                <c:pt idx="139">
                  <c:v>38912</c:v>
                </c:pt>
                <c:pt idx="140">
                  <c:v>38915</c:v>
                </c:pt>
                <c:pt idx="141">
                  <c:v>38916</c:v>
                </c:pt>
                <c:pt idx="142">
                  <c:v>38917</c:v>
                </c:pt>
                <c:pt idx="143">
                  <c:v>38918</c:v>
                </c:pt>
                <c:pt idx="144">
                  <c:v>38919</c:v>
                </c:pt>
                <c:pt idx="145">
                  <c:v>38922</c:v>
                </c:pt>
                <c:pt idx="146">
                  <c:v>38923</c:v>
                </c:pt>
                <c:pt idx="147">
                  <c:v>38924</c:v>
                </c:pt>
                <c:pt idx="148">
                  <c:v>38925</c:v>
                </c:pt>
                <c:pt idx="149">
                  <c:v>38926</c:v>
                </c:pt>
                <c:pt idx="150">
                  <c:v>38929</c:v>
                </c:pt>
                <c:pt idx="151">
                  <c:v>38930</c:v>
                </c:pt>
                <c:pt idx="152">
                  <c:v>38931</c:v>
                </c:pt>
                <c:pt idx="153">
                  <c:v>38932</c:v>
                </c:pt>
                <c:pt idx="154">
                  <c:v>38933</c:v>
                </c:pt>
                <c:pt idx="155">
                  <c:v>38936</c:v>
                </c:pt>
                <c:pt idx="156">
                  <c:v>38937</c:v>
                </c:pt>
                <c:pt idx="157">
                  <c:v>38938</c:v>
                </c:pt>
                <c:pt idx="158">
                  <c:v>38939</c:v>
                </c:pt>
                <c:pt idx="159">
                  <c:v>38940</c:v>
                </c:pt>
                <c:pt idx="160">
                  <c:v>38943</c:v>
                </c:pt>
                <c:pt idx="161">
                  <c:v>38944</c:v>
                </c:pt>
                <c:pt idx="162">
                  <c:v>38945</c:v>
                </c:pt>
                <c:pt idx="163">
                  <c:v>38946</c:v>
                </c:pt>
                <c:pt idx="164">
                  <c:v>38947</c:v>
                </c:pt>
                <c:pt idx="165">
                  <c:v>38950</c:v>
                </c:pt>
                <c:pt idx="166">
                  <c:v>38951</c:v>
                </c:pt>
                <c:pt idx="167">
                  <c:v>38952</c:v>
                </c:pt>
                <c:pt idx="168">
                  <c:v>38953</c:v>
                </c:pt>
                <c:pt idx="169">
                  <c:v>38954</c:v>
                </c:pt>
                <c:pt idx="170">
                  <c:v>38957</c:v>
                </c:pt>
                <c:pt idx="171">
                  <c:v>38958</c:v>
                </c:pt>
                <c:pt idx="172">
                  <c:v>38959</c:v>
                </c:pt>
                <c:pt idx="173">
                  <c:v>38960</c:v>
                </c:pt>
                <c:pt idx="174">
                  <c:v>38961</c:v>
                </c:pt>
                <c:pt idx="175">
                  <c:v>38964</c:v>
                </c:pt>
                <c:pt idx="176">
                  <c:v>38965</c:v>
                </c:pt>
                <c:pt idx="177">
                  <c:v>38966</c:v>
                </c:pt>
                <c:pt idx="178">
                  <c:v>38967</c:v>
                </c:pt>
                <c:pt idx="179">
                  <c:v>38968</c:v>
                </c:pt>
                <c:pt idx="180">
                  <c:v>38971</c:v>
                </c:pt>
                <c:pt idx="181">
                  <c:v>38972</c:v>
                </c:pt>
                <c:pt idx="182">
                  <c:v>38973</c:v>
                </c:pt>
                <c:pt idx="183">
                  <c:v>38974</c:v>
                </c:pt>
                <c:pt idx="184">
                  <c:v>38975</c:v>
                </c:pt>
                <c:pt idx="185">
                  <c:v>38978</c:v>
                </c:pt>
                <c:pt idx="186">
                  <c:v>38979</c:v>
                </c:pt>
                <c:pt idx="187">
                  <c:v>38980</c:v>
                </c:pt>
                <c:pt idx="188">
                  <c:v>38981</c:v>
                </c:pt>
                <c:pt idx="189">
                  <c:v>38982</c:v>
                </c:pt>
                <c:pt idx="190">
                  <c:v>38985</c:v>
                </c:pt>
                <c:pt idx="191">
                  <c:v>38986</c:v>
                </c:pt>
                <c:pt idx="192">
                  <c:v>38987</c:v>
                </c:pt>
                <c:pt idx="193">
                  <c:v>38988</c:v>
                </c:pt>
                <c:pt idx="194">
                  <c:v>38989</c:v>
                </c:pt>
                <c:pt idx="195">
                  <c:v>38992</c:v>
                </c:pt>
                <c:pt idx="196">
                  <c:v>38993</c:v>
                </c:pt>
                <c:pt idx="197">
                  <c:v>38994</c:v>
                </c:pt>
                <c:pt idx="198">
                  <c:v>38995</c:v>
                </c:pt>
                <c:pt idx="199">
                  <c:v>38996</c:v>
                </c:pt>
                <c:pt idx="200">
                  <c:v>38999</c:v>
                </c:pt>
                <c:pt idx="201">
                  <c:v>39000</c:v>
                </c:pt>
                <c:pt idx="202">
                  <c:v>39001</c:v>
                </c:pt>
                <c:pt idx="203">
                  <c:v>39002</c:v>
                </c:pt>
                <c:pt idx="204">
                  <c:v>39003</c:v>
                </c:pt>
                <c:pt idx="205">
                  <c:v>39006</c:v>
                </c:pt>
                <c:pt idx="206">
                  <c:v>39007</c:v>
                </c:pt>
                <c:pt idx="207">
                  <c:v>39008</c:v>
                </c:pt>
                <c:pt idx="208">
                  <c:v>39009</c:v>
                </c:pt>
                <c:pt idx="209">
                  <c:v>39010</c:v>
                </c:pt>
                <c:pt idx="210">
                  <c:v>39013</c:v>
                </c:pt>
                <c:pt idx="211">
                  <c:v>39014</c:v>
                </c:pt>
                <c:pt idx="212">
                  <c:v>39015</c:v>
                </c:pt>
                <c:pt idx="213">
                  <c:v>39016</c:v>
                </c:pt>
                <c:pt idx="214">
                  <c:v>39017</c:v>
                </c:pt>
                <c:pt idx="215">
                  <c:v>39020</c:v>
                </c:pt>
                <c:pt idx="216">
                  <c:v>39021</c:v>
                </c:pt>
                <c:pt idx="217">
                  <c:v>39022</c:v>
                </c:pt>
                <c:pt idx="218">
                  <c:v>39023</c:v>
                </c:pt>
                <c:pt idx="219">
                  <c:v>39024</c:v>
                </c:pt>
                <c:pt idx="220">
                  <c:v>39027</c:v>
                </c:pt>
                <c:pt idx="221">
                  <c:v>39028</c:v>
                </c:pt>
                <c:pt idx="222">
                  <c:v>39029</c:v>
                </c:pt>
                <c:pt idx="223">
                  <c:v>39030</c:v>
                </c:pt>
                <c:pt idx="224">
                  <c:v>39031</c:v>
                </c:pt>
                <c:pt idx="225">
                  <c:v>39034</c:v>
                </c:pt>
                <c:pt idx="226">
                  <c:v>39035</c:v>
                </c:pt>
                <c:pt idx="227">
                  <c:v>39036</c:v>
                </c:pt>
                <c:pt idx="228">
                  <c:v>39037</c:v>
                </c:pt>
                <c:pt idx="229">
                  <c:v>39038</c:v>
                </c:pt>
                <c:pt idx="230">
                  <c:v>39041</c:v>
                </c:pt>
                <c:pt idx="231">
                  <c:v>39042</c:v>
                </c:pt>
                <c:pt idx="232">
                  <c:v>39043</c:v>
                </c:pt>
                <c:pt idx="233">
                  <c:v>39044</c:v>
                </c:pt>
                <c:pt idx="234">
                  <c:v>39045</c:v>
                </c:pt>
                <c:pt idx="235">
                  <c:v>39048</c:v>
                </c:pt>
                <c:pt idx="236">
                  <c:v>39049</c:v>
                </c:pt>
                <c:pt idx="237">
                  <c:v>39050</c:v>
                </c:pt>
                <c:pt idx="238">
                  <c:v>39051</c:v>
                </c:pt>
                <c:pt idx="239">
                  <c:v>39052</c:v>
                </c:pt>
                <c:pt idx="240">
                  <c:v>39055</c:v>
                </c:pt>
                <c:pt idx="241">
                  <c:v>39056</c:v>
                </c:pt>
                <c:pt idx="242">
                  <c:v>39057</c:v>
                </c:pt>
                <c:pt idx="243">
                  <c:v>39058</c:v>
                </c:pt>
                <c:pt idx="244">
                  <c:v>39059</c:v>
                </c:pt>
                <c:pt idx="245">
                  <c:v>39062</c:v>
                </c:pt>
                <c:pt idx="246">
                  <c:v>39063</c:v>
                </c:pt>
                <c:pt idx="247">
                  <c:v>39064</c:v>
                </c:pt>
                <c:pt idx="248">
                  <c:v>39065</c:v>
                </c:pt>
                <c:pt idx="249">
                  <c:v>39066</c:v>
                </c:pt>
                <c:pt idx="250">
                  <c:v>39069</c:v>
                </c:pt>
                <c:pt idx="251">
                  <c:v>39070</c:v>
                </c:pt>
                <c:pt idx="252">
                  <c:v>39071</c:v>
                </c:pt>
                <c:pt idx="253">
                  <c:v>39072</c:v>
                </c:pt>
                <c:pt idx="254">
                  <c:v>39073</c:v>
                </c:pt>
                <c:pt idx="255">
                  <c:v>39076</c:v>
                </c:pt>
                <c:pt idx="256">
                  <c:v>39077</c:v>
                </c:pt>
                <c:pt idx="257">
                  <c:v>39078</c:v>
                </c:pt>
                <c:pt idx="258">
                  <c:v>39079</c:v>
                </c:pt>
                <c:pt idx="259">
                  <c:v>39080</c:v>
                </c:pt>
                <c:pt idx="260">
                  <c:v>39083</c:v>
                </c:pt>
                <c:pt idx="261">
                  <c:v>39084</c:v>
                </c:pt>
                <c:pt idx="262">
                  <c:v>39085</c:v>
                </c:pt>
                <c:pt idx="263">
                  <c:v>39086</c:v>
                </c:pt>
                <c:pt idx="264">
                  <c:v>39087</c:v>
                </c:pt>
                <c:pt idx="265">
                  <c:v>39090</c:v>
                </c:pt>
                <c:pt idx="266">
                  <c:v>39091</c:v>
                </c:pt>
                <c:pt idx="267">
                  <c:v>39092</c:v>
                </c:pt>
                <c:pt idx="268">
                  <c:v>39093</c:v>
                </c:pt>
                <c:pt idx="269">
                  <c:v>39094</c:v>
                </c:pt>
                <c:pt idx="270">
                  <c:v>39097</c:v>
                </c:pt>
                <c:pt idx="271">
                  <c:v>39098</c:v>
                </c:pt>
                <c:pt idx="272">
                  <c:v>39099</c:v>
                </c:pt>
                <c:pt idx="273">
                  <c:v>39100</c:v>
                </c:pt>
                <c:pt idx="274">
                  <c:v>39101</c:v>
                </c:pt>
                <c:pt idx="275">
                  <c:v>39104</c:v>
                </c:pt>
                <c:pt idx="276">
                  <c:v>39105</c:v>
                </c:pt>
                <c:pt idx="277">
                  <c:v>39106</c:v>
                </c:pt>
                <c:pt idx="278">
                  <c:v>39107</c:v>
                </c:pt>
                <c:pt idx="279">
                  <c:v>39108</c:v>
                </c:pt>
                <c:pt idx="280">
                  <c:v>39111</c:v>
                </c:pt>
                <c:pt idx="281">
                  <c:v>39112</c:v>
                </c:pt>
                <c:pt idx="282">
                  <c:v>39113</c:v>
                </c:pt>
                <c:pt idx="283">
                  <c:v>39114</c:v>
                </c:pt>
                <c:pt idx="284">
                  <c:v>39115</c:v>
                </c:pt>
                <c:pt idx="285">
                  <c:v>39118</c:v>
                </c:pt>
                <c:pt idx="286">
                  <c:v>39119</c:v>
                </c:pt>
                <c:pt idx="287">
                  <c:v>39120</c:v>
                </c:pt>
                <c:pt idx="288">
                  <c:v>39121</c:v>
                </c:pt>
                <c:pt idx="289">
                  <c:v>39122</c:v>
                </c:pt>
                <c:pt idx="290">
                  <c:v>39125</c:v>
                </c:pt>
                <c:pt idx="291">
                  <c:v>39126</c:v>
                </c:pt>
                <c:pt idx="292">
                  <c:v>39127</c:v>
                </c:pt>
                <c:pt idx="293">
                  <c:v>39128</c:v>
                </c:pt>
                <c:pt idx="294">
                  <c:v>39129</c:v>
                </c:pt>
                <c:pt idx="295">
                  <c:v>39132</c:v>
                </c:pt>
                <c:pt idx="296">
                  <c:v>39133</c:v>
                </c:pt>
                <c:pt idx="297">
                  <c:v>39134</c:v>
                </c:pt>
                <c:pt idx="298">
                  <c:v>39135</c:v>
                </c:pt>
                <c:pt idx="299">
                  <c:v>39136</c:v>
                </c:pt>
                <c:pt idx="300">
                  <c:v>39139</c:v>
                </c:pt>
                <c:pt idx="301">
                  <c:v>39140</c:v>
                </c:pt>
                <c:pt idx="302">
                  <c:v>39141</c:v>
                </c:pt>
                <c:pt idx="303">
                  <c:v>39142</c:v>
                </c:pt>
                <c:pt idx="304">
                  <c:v>39143</c:v>
                </c:pt>
                <c:pt idx="305">
                  <c:v>39146</c:v>
                </c:pt>
                <c:pt idx="306">
                  <c:v>39147</c:v>
                </c:pt>
                <c:pt idx="307">
                  <c:v>39148</c:v>
                </c:pt>
                <c:pt idx="308">
                  <c:v>39149</c:v>
                </c:pt>
                <c:pt idx="309">
                  <c:v>39150</c:v>
                </c:pt>
                <c:pt idx="310">
                  <c:v>39153</c:v>
                </c:pt>
                <c:pt idx="311">
                  <c:v>39154</c:v>
                </c:pt>
                <c:pt idx="312">
                  <c:v>39155</c:v>
                </c:pt>
                <c:pt idx="313">
                  <c:v>39156</c:v>
                </c:pt>
                <c:pt idx="314">
                  <c:v>39157</c:v>
                </c:pt>
                <c:pt idx="315">
                  <c:v>39160</c:v>
                </c:pt>
                <c:pt idx="316">
                  <c:v>39161</c:v>
                </c:pt>
                <c:pt idx="317">
                  <c:v>39162</c:v>
                </c:pt>
                <c:pt idx="318">
                  <c:v>39163</c:v>
                </c:pt>
                <c:pt idx="319">
                  <c:v>39164</c:v>
                </c:pt>
                <c:pt idx="320">
                  <c:v>39167</c:v>
                </c:pt>
                <c:pt idx="321">
                  <c:v>39168</c:v>
                </c:pt>
                <c:pt idx="322">
                  <c:v>39169</c:v>
                </c:pt>
                <c:pt idx="323">
                  <c:v>39170</c:v>
                </c:pt>
                <c:pt idx="324">
                  <c:v>39171</c:v>
                </c:pt>
                <c:pt idx="325">
                  <c:v>39174</c:v>
                </c:pt>
                <c:pt idx="326">
                  <c:v>39175</c:v>
                </c:pt>
                <c:pt idx="327">
                  <c:v>39176</c:v>
                </c:pt>
                <c:pt idx="328">
                  <c:v>39177</c:v>
                </c:pt>
                <c:pt idx="329">
                  <c:v>39178</c:v>
                </c:pt>
                <c:pt idx="330">
                  <c:v>39181</c:v>
                </c:pt>
                <c:pt idx="331">
                  <c:v>39182</c:v>
                </c:pt>
                <c:pt idx="332">
                  <c:v>39183</c:v>
                </c:pt>
                <c:pt idx="333">
                  <c:v>39184</c:v>
                </c:pt>
                <c:pt idx="334">
                  <c:v>39185</c:v>
                </c:pt>
                <c:pt idx="335">
                  <c:v>39188</c:v>
                </c:pt>
                <c:pt idx="336">
                  <c:v>39189</c:v>
                </c:pt>
                <c:pt idx="337">
                  <c:v>39190</c:v>
                </c:pt>
                <c:pt idx="338">
                  <c:v>39191</c:v>
                </c:pt>
                <c:pt idx="339">
                  <c:v>39192</c:v>
                </c:pt>
                <c:pt idx="340">
                  <c:v>39195</c:v>
                </c:pt>
                <c:pt idx="341">
                  <c:v>39196</c:v>
                </c:pt>
                <c:pt idx="342">
                  <c:v>39197</c:v>
                </c:pt>
                <c:pt idx="343">
                  <c:v>39198</c:v>
                </c:pt>
                <c:pt idx="344">
                  <c:v>39199</c:v>
                </c:pt>
                <c:pt idx="345">
                  <c:v>39202</c:v>
                </c:pt>
                <c:pt idx="346">
                  <c:v>39203</c:v>
                </c:pt>
                <c:pt idx="347">
                  <c:v>39204</c:v>
                </c:pt>
                <c:pt idx="348">
                  <c:v>39205</c:v>
                </c:pt>
                <c:pt idx="349">
                  <c:v>39206</c:v>
                </c:pt>
                <c:pt idx="350">
                  <c:v>39209</c:v>
                </c:pt>
                <c:pt idx="351">
                  <c:v>39210</c:v>
                </c:pt>
                <c:pt idx="352">
                  <c:v>39211</c:v>
                </c:pt>
                <c:pt idx="353">
                  <c:v>39212</c:v>
                </c:pt>
                <c:pt idx="354">
                  <c:v>39213</c:v>
                </c:pt>
                <c:pt idx="355">
                  <c:v>39216</c:v>
                </c:pt>
                <c:pt idx="356">
                  <c:v>39217</c:v>
                </c:pt>
                <c:pt idx="357">
                  <c:v>39218</c:v>
                </c:pt>
                <c:pt idx="358">
                  <c:v>39219</c:v>
                </c:pt>
                <c:pt idx="359">
                  <c:v>39220</c:v>
                </c:pt>
                <c:pt idx="360">
                  <c:v>39223</c:v>
                </c:pt>
                <c:pt idx="361">
                  <c:v>39224</c:v>
                </c:pt>
                <c:pt idx="362">
                  <c:v>39225</c:v>
                </c:pt>
                <c:pt idx="363">
                  <c:v>39226</c:v>
                </c:pt>
                <c:pt idx="364">
                  <c:v>39227</c:v>
                </c:pt>
                <c:pt idx="365">
                  <c:v>39230</c:v>
                </c:pt>
                <c:pt idx="366">
                  <c:v>39231</c:v>
                </c:pt>
                <c:pt idx="367">
                  <c:v>39232</c:v>
                </c:pt>
                <c:pt idx="368">
                  <c:v>39233</c:v>
                </c:pt>
                <c:pt idx="369">
                  <c:v>39234</c:v>
                </c:pt>
                <c:pt idx="370">
                  <c:v>39237</c:v>
                </c:pt>
                <c:pt idx="371">
                  <c:v>39238</c:v>
                </c:pt>
                <c:pt idx="372">
                  <c:v>39239</c:v>
                </c:pt>
                <c:pt idx="373">
                  <c:v>39240</c:v>
                </c:pt>
                <c:pt idx="374">
                  <c:v>39241</c:v>
                </c:pt>
                <c:pt idx="375">
                  <c:v>39244</c:v>
                </c:pt>
                <c:pt idx="376">
                  <c:v>39245</c:v>
                </c:pt>
                <c:pt idx="377">
                  <c:v>39246</c:v>
                </c:pt>
                <c:pt idx="378">
                  <c:v>39247</c:v>
                </c:pt>
                <c:pt idx="379">
                  <c:v>39248</c:v>
                </c:pt>
                <c:pt idx="380">
                  <c:v>39251</c:v>
                </c:pt>
                <c:pt idx="381">
                  <c:v>39252</c:v>
                </c:pt>
                <c:pt idx="382">
                  <c:v>39253</c:v>
                </c:pt>
                <c:pt idx="383">
                  <c:v>39254</c:v>
                </c:pt>
                <c:pt idx="384">
                  <c:v>39255</c:v>
                </c:pt>
                <c:pt idx="385">
                  <c:v>39258</c:v>
                </c:pt>
                <c:pt idx="386">
                  <c:v>39259</c:v>
                </c:pt>
                <c:pt idx="387">
                  <c:v>39260</c:v>
                </c:pt>
                <c:pt idx="388">
                  <c:v>39261</c:v>
                </c:pt>
                <c:pt idx="389">
                  <c:v>39262</c:v>
                </c:pt>
                <c:pt idx="390">
                  <c:v>39265</c:v>
                </c:pt>
                <c:pt idx="391">
                  <c:v>39266</c:v>
                </c:pt>
                <c:pt idx="392">
                  <c:v>39267</c:v>
                </c:pt>
                <c:pt idx="393">
                  <c:v>39268</c:v>
                </c:pt>
                <c:pt idx="394">
                  <c:v>39269</c:v>
                </c:pt>
                <c:pt idx="395">
                  <c:v>39272</c:v>
                </c:pt>
                <c:pt idx="396">
                  <c:v>39273</c:v>
                </c:pt>
                <c:pt idx="397">
                  <c:v>39274</c:v>
                </c:pt>
                <c:pt idx="398">
                  <c:v>39275</c:v>
                </c:pt>
                <c:pt idx="399">
                  <c:v>39276</c:v>
                </c:pt>
                <c:pt idx="400">
                  <c:v>39279</c:v>
                </c:pt>
                <c:pt idx="401">
                  <c:v>39280</c:v>
                </c:pt>
                <c:pt idx="402">
                  <c:v>39281</c:v>
                </c:pt>
                <c:pt idx="403">
                  <c:v>39282</c:v>
                </c:pt>
                <c:pt idx="404">
                  <c:v>39283</c:v>
                </c:pt>
                <c:pt idx="405">
                  <c:v>39286</c:v>
                </c:pt>
                <c:pt idx="406">
                  <c:v>39287</c:v>
                </c:pt>
                <c:pt idx="407">
                  <c:v>39288</c:v>
                </c:pt>
                <c:pt idx="408">
                  <c:v>39289</c:v>
                </c:pt>
                <c:pt idx="409">
                  <c:v>39290</c:v>
                </c:pt>
                <c:pt idx="410">
                  <c:v>39293</c:v>
                </c:pt>
                <c:pt idx="411">
                  <c:v>39294</c:v>
                </c:pt>
                <c:pt idx="412">
                  <c:v>39295</c:v>
                </c:pt>
                <c:pt idx="413">
                  <c:v>39296</c:v>
                </c:pt>
                <c:pt idx="414">
                  <c:v>39297</c:v>
                </c:pt>
                <c:pt idx="415">
                  <c:v>39300</c:v>
                </c:pt>
                <c:pt idx="416">
                  <c:v>39301</c:v>
                </c:pt>
                <c:pt idx="417">
                  <c:v>39302</c:v>
                </c:pt>
                <c:pt idx="418">
                  <c:v>39303</c:v>
                </c:pt>
                <c:pt idx="419">
                  <c:v>39304</c:v>
                </c:pt>
                <c:pt idx="420">
                  <c:v>39307</c:v>
                </c:pt>
                <c:pt idx="421">
                  <c:v>39308</c:v>
                </c:pt>
                <c:pt idx="422">
                  <c:v>39309</c:v>
                </c:pt>
                <c:pt idx="423">
                  <c:v>39310</c:v>
                </c:pt>
                <c:pt idx="424">
                  <c:v>39311</c:v>
                </c:pt>
                <c:pt idx="425">
                  <c:v>39314</c:v>
                </c:pt>
                <c:pt idx="426">
                  <c:v>39315</c:v>
                </c:pt>
                <c:pt idx="427">
                  <c:v>39316</c:v>
                </c:pt>
                <c:pt idx="428">
                  <c:v>39317</c:v>
                </c:pt>
                <c:pt idx="429">
                  <c:v>39318</c:v>
                </c:pt>
                <c:pt idx="430">
                  <c:v>39321</c:v>
                </c:pt>
                <c:pt idx="431">
                  <c:v>39322</c:v>
                </c:pt>
                <c:pt idx="432">
                  <c:v>39323</c:v>
                </c:pt>
                <c:pt idx="433">
                  <c:v>39324</c:v>
                </c:pt>
                <c:pt idx="434">
                  <c:v>39325</c:v>
                </c:pt>
                <c:pt idx="435">
                  <c:v>39328</c:v>
                </c:pt>
                <c:pt idx="436">
                  <c:v>39329</c:v>
                </c:pt>
                <c:pt idx="437">
                  <c:v>39330</c:v>
                </c:pt>
                <c:pt idx="438">
                  <c:v>39331</c:v>
                </c:pt>
                <c:pt idx="439">
                  <c:v>39332</c:v>
                </c:pt>
                <c:pt idx="440">
                  <c:v>39335</c:v>
                </c:pt>
                <c:pt idx="441">
                  <c:v>39336</c:v>
                </c:pt>
                <c:pt idx="442">
                  <c:v>39337</c:v>
                </c:pt>
                <c:pt idx="443">
                  <c:v>39338</c:v>
                </c:pt>
                <c:pt idx="444">
                  <c:v>39339</c:v>
                </c:pt>
                <c:pt idx="445">
                  <c:v>39342</c:v>
                </c:pt>
                <c:pt idx="446">
                  <c:v>39343</c:v>
                </c:pt>
                <c:pt idx="447">
                  <c:v>39344</c:v>
                </c:pt>
                <c:pt idx="448">
                  <c:v>39345</c:v>
                </c:pt>
                <c:pt idx="449">
                  <c:v>39346</c:v>
                </c:pt>
                <c:pt idx="450">
                  <c:v>39349</c:v>
                </c:pt>
                <c:pt idx="451">
                  <c:v>39350</c:v>
                </c:pt>
                <c:pt idx="452">
                  <c:v>39351</c:v>
                </c:pt>
                <c:pt idx="453">
                  <c:v>39352</c:v>
                </c:pt>
                <c:pt idx="454">
                  <c:v>39353</c:v>
                </c:pt>
                <c:pt idx="455">
                  <c:v>39356</c:v>
                </c:pt>
                <c:pt idx="456">
                  <c:v>39357</c:v>
                </c:pt>
                <c:pt idx="457">
                  <c:v>39358</c:v>
                </c:pt>
                <c:pt idx="458">
                  <c:v>39359</c:v>
                </c:pt>
                <c:pt idx="459">
                  <c:v>39360</c:v>
                </c:pt>
                <c:pt idx="460">
                  <c:v>39363</c:v>
                </c:pt>
                <c:pt idx="461">
                  <c:v>39364</c:v>
                </c:pt>
                <c:pt idx="462">
                  <c:v>39365</c:v>
                </c:pt>
                <c:pt idx="463">
                  <c:v>39366</c:v>
                </c:pt>
                <c:pt idx="464">
                  <c:v>39367</c:v>
                </c:pt>
                <c:pt idx="465">
                  <c:v>39370</c:v>
                </c:pt>
                <c:pt idx="466">
                  <c:v>39371</c:v>
                </c:pt>
                <c:pt idx="467">
                  <c:v>39372</c:v>
                </c:pt>
                <c:pt idx="468">
                  <c:v>39373</c:v>
                </c:pt>
                <c:pt idx="469">
                  <c:v>39374</c:v>
                </c:pt>
                <c:pt idx="470">
                  <c:v>39377</c:v>
                </c:pt>
                <c:pt idx="471">
                  <c:v>39378</c:v>
                </c:pt>
                <c:pt idx="472">
                  <c:v>39379</c:v>
                </c:pt>
                <c:pt idx="473">
                  <c:v>39380</c:v>
                </c:pt>
                <c:pt idx="474">
                  <c:v>39381</c:v>
                </c:pt>
                <c:pt idx="475">
                  <c:v>39384</c:v>
                </c:pt>
                <c:pt idx="476">
                  <c:v>39385</c:v>
                </c:pt>
                <c:pt idx="477">
                  <c:v>39386</c:v>
                </c:pt>
                <c:pt idx="478">
                  <c:v>39387</c:v>
                </c:pt>
                <c:pt idx="479">
                  <c:v>39388</c:v>
                </c:pt>
                <c:pt idx="480">
                  <c:v>39391</c:v>
                </c:pt>
                <c:pt idx="481">
                  <c:v>39392</c:v>
                </c:pt>
                <c:pt idx="482">
                  <c:v>39393</c:v>
                </c:pt>
                <c:pt idx="483">
                  <c:v>39394</c:v>
                </c:pt>
                <c:pt idx="484">
                  <c:v>39395</c:v>
                </c:pt>
                <c:pt idx="485">
                  <c:v>39398</c:v>
                </c:pt>
                <c:pt idx="486">
                  <c:v>39399</c:v>
                </c:pt>
                <c:pt idx="487">
                  <c:v>39400</c:v>
                </c:pt>
                <c:pt idx="488">
                  <c:v>39401</c:v>
                </c:pt>
                <c:pt idx="489">
                  <c:v>39402</c:v>
                </c:pt>
                <c:pt idx="490">
                  <c:v>39405</c:v>
                </c:pt>
                <c:pt idx="491">
                  <c:v>39406</c:v>
                </c:pt>
                <c:pt idx="492">
                  <c:v>39407</c:v>
                </c:pt>
                <c:pt idx="493">
                  <c:v>39408</c:v>
                </c:pt>
                <c:pt idx="494">
                  <c:v>39409</c:v>
                </c:pt>
                <c:pt idx="495">
                  <c:v>39412</c:v>
                </c:pt>
                <c:pt idx="496">
                  <c:v>39413</c:v>
                </c:pt>
                <c:pt idx="497">
                  <c:v>39414</c:v>
                </c:pt>
                <c:pt idx="498">
                  <c:v>39415</c:v>
                </c:pt>
                <c:pt idx="499">
                  <c:v>39416</c:v>
                </c:pt>
                <c:pt idx="500">
                  <c:v>39419</c:v>
                </c:pt>
                <c:pt idx="501">
                  <c:v>39420</c:v>
                </c:pt>
                <c:pt idx="502">
                  <c:v>39421</c:v>
                </c:pt>
                <c:pt idx="503">
                  <c:v>39422</c:v>
                </c:pt>
                <c:pt idx="504">
                  <c:v>39423</c:v>
                </c:pt>
                <c:pt idx="505">
                  <c:v>39426</c:v>
                </c:pt>
                <c:pt idx="506">
                  <c:v>39427</c:v>
                </c:pt>
                <c:pt idx="507">
                  <c:v>39428</c:v>
                </c:pt>
                <c:pt idx="508">
                  <c:v>39429</c:v>
                </c:pt>
                <c:pt idx="509">
                  <c:v>39430</c:v>
                </c:pt>
                <c:pt idx="510">
                  <c:v>39433</c:v>
                </c:pt>
                <c:pt idx="511">
                  <c:v>39434</c:v>
                </c:pt>
                <c:pt idx="512">
                  <c:v>39435</c:v>
                </c:pt>
                <c:pt idx="513">
                  <c:v>39436</c:v>
                </c:pt>
                <c:pt idx="514">
                  <c:v>39437</c:v>
                </c:pt>
                <c:pt idx="515">
                  <c:v>39440</c:v>
                </c:pt>
                <c:pt idx="516">
                  <c:v>39441</c:v>
                </c:pt>
                <c:pt idx="517">
                  <c:v>39442</c:v>
                </c:pt>
                <c:pt idx="518">
                  <c:v>39443</c:v>
                </c:pt>
                <c:pt idx="519">
                  <c:v>39444</c:v>
                </c:pt>
                <c:pt idx="520">
                  <c:v>39447</c:v>
                </c:pt>
                <c:pt idx="521">
                  <c:v>39448</c:v>
                </c:pt>
                <c:pt idx="522">
                  <c:v>39449</c:v>
                </c:pt>
                <c:pt idx="523">
                  <c:v>39450</c:v>
                </c:pt>
                <c:pt idx="524">
                  <c:v>39451</c:v>
                </c:pt>
                <c:pt idx="525">
                  <c:v>39454</c:v>
                </c:pt>
                <c:pt idx="526">
                  <c:v>39455</c:v>
                </c:pt>
                <c:pt idx="527">
                  <c:v>39456</c:v>
                </c:pt>
                <c:pt idx="528">
                  <c:v>39457</c:v>
                </c:pt>
                <c:pt idx="529">
                  <c:v>39458</c:v>
                </c:pt>
                <c:pt idx="530">
                  <c:v>39461</c:v>
                </c:pt>
                <c:pt idx="531">
                  <c:v>39462</c:v>
                </c:pt>
                <c:pt idx="532">
                  <c:v>39463</c:v>
                </c:pt>
                <c:pt idx="533">
                  <c:v>39464</c:v>
                </c:pt>
                <c:pt idx="534">
                  <c:v>39465</c:v>
                </c:pt>
                <c:pt idx="535">
                  <c:v>39468</c:v>
                </c:pt>
                <c:pt idx="536">
                  <c:v>39469</c:v>
                </c:pt>
                <c:pt idx="537">
                  <c:v>39470</c:v>
                </c:pt>
                <c:pt idx="538">
                  <c:v>39471</c:v>
                </c:pt>
                <c:pt idx="539">
                  <c:v>39472</c:v>
                </c:pt>
                <c:pt idx="540">
                  <c:v>39475</c:v>
                </c:pt>
                <c:pt idx="541">
                  <c:v>39476</c:v>
                </c:pt>
                <c:pt idx="542">
                  <c:v>39477</c:v>
                </c:pt>
                <c:pt idx="543">
                  <c:v>39478</c:v>
                </c:pt>
                <c:pt idx="544">
                  <c:v>39479</c:v>
                </c:pt>
                <c:pt idx="545">
                  <c:v>39482</c:v>
                </c:pt>
                <c:pt idx="546">
                  <c:v>39483</c:v>
                </c:pt>
                <c:pt idx="547">
                  <c:v>39484</c:v>
                </c:pt>
                <c:pt idx="548">
                  <c:v>39485</c:v>
                </c:pt>
                <c:pt idx="549">
                  <c:v>39486</c:v>
                </c:pt>
                <c:pt idx="550">
                  <c:v>39489</c:v>
                </c:pt>
                <c:pt idx="551">
                  <c:v>39490</c:v>
                </c:pt>
                <c:pt idx="552">
                  <c:v>39491</c:v>
                </c:pt>
                <c:pt idx="553">
                  <c:v>39492</c:v>
                </c:pt>
                <c:pt idx="554">
                  <c:v>39493</c:v>
                </c:pt>
                <c:pt idx="555">
                  <c:v>39496</c:v>
                </c:pt>
                <c:pt idx="556">
                  <c:v>39497</c:v>
                </c:pt>
                <c:pt idx="557">
                  <c:v>39498</c:v>
                </c:pt>
                <c:pt idx="558">
                  <c:v>39499</c:v>
                </c:pt>
                <c:pt idx="559">
                  <c:v>39500</c:v>
                </c:pt>
                <c:pt idx="560">
                  <c:v>39503</c:v>
                </c:pt>
                <c:pt idx="561">
                  <c:v>39504</c:v>
                </c:pt>
                <c:pt idx="562">
                  <c:v>39505</c:v>
                </c:pt>
                <c:pt idx="563">
                  <c:v>39506</c:v>
                </c:pt>
                <c:pt idx="564">
                  <c:v>39507</c:v>
                </c:pt>
                <c:pt idx="565">
                  <c:v>39510</c:v>
                </c:pt>
                <c:pt idx="566">
                  <c:v>39511</c:v>
                </c:pt>
                <c:pt idx="567">
                  <c:v>39512</c:v>
                </c:pt>
                <c:pt idx="568">
                  <c:v>39513</c:v>
                </c:pt>
                <c:pt idx="569">
                  <c:v>39514</c:v>
                </c:pt>
                <c:pt idx="570">
                  <c:v>39517</c:v>
                </c:pt>
                <c:pt idx="571">
                  <c:v>39518</c:v>
                </c:pt>
                <c:pt idx="572">
                  <c:v>39519</c:v>
                </c:pt>
                <c:pt idx="573">
                  <c:v>39520</c:v>
                </c:pt>
                <c:pt idx="574">
                  <c:v>39521</c:v>
                </c:pt>
                <c:pt idx="575">
                  <c:v>39524</c:v>
                </c:pt>
                <c:pt idx="576">
                  <c:v>39525</c:v>
                </c:pt>
                <c:pt idx="577">
                  <c:v>39526</c:v>
                </c:pt>
                <c:pt idx="578">
                  <c:v>39527</c:v>
                </c:pt>
                <c:pt idx="579">
                  <c:v>39528</c:v>
                </c:pt>
                <c:pt idx="580">
                  <c:v>39531</c:v>
                </c:pt>
                <c:pt idx="581">
                  <c:v>39532</c:v>
                </c:pt>
                <c:pt idx="582">
                  <c:v>39533</c:v>
                </c:pt>
                <c:pt idx="583">
                  <c:v>39534</c:v>
                </c:pt>
                <c:pt idx="584">
                  <c:v>39535</c:v>
                </c:pt>
                <c:pt idx="585">
                  <c:v>39538</c:v>
                </c:pt>
                <c:pt idx="586">
                  <c:v>39539</c:v>
                </c:pt>
                <c:pt idx="587">
                  <c:v>39540</c:v>
                </c:pt>
                <c:pt idx="588">
                  <c:v>39541</c:v>
                </c:pt>
                <c:pt idx="589">
                  <c:v>39542</c:v>
                </c:pt>
                <c:pt idx="590">
                  <c:v>39545</c:v>
                </c:pt>
                <c:pt idx="591">
                  <c:v>39546</c:v>
                </c:pt>
                <c:pt idx="592">
                  <c:v>39547</c:v>
                </c:pt>
                <c:pt idx="593">
                  <c:v>39548</c:v>
                </c:pt>
                <c:pt idx="594">
                  <c:v>39549</c:v>
                </c:pt>
                <c:pt idx="595">
                  <c:v>39552</c:v>
                </c:pt>
                <c:pt idx="596">
                  <c:v>39553</c:v>
                </c:pt>
                <c:pt idx="597">
                  <c:v>39554</c:v>
                </c:pt>
                <c:pt idx="598">
                  <c:v>39555</c:v>
                </c:pt>
                <c:pt idx="599">
                  <c:v>39556</c:v>
                </c:pt>
                <c:pt idx="600">
                  <c:v>39559</c:v>
                </c:pt>
                <c:pt idx="601">
                  <c:v>39560</c:v>
                </c:pt>
                <c:pt idx="602">
                  <c:v>39561</c:v>
                </c:pt>
                <c:pt idx="603">
                  <c:v>39562</c:v>
                </c:pt>
                <c:pt idx="604">
                  <c:v>39563</c:v>
                </c:pt>
                <c:pt idx="605">
                  <c:v>39566</c:v>
                </c:pt>
                <c:pt idx="606">
                  <c:v>39567</c:v>
                </c:pt>
                <c:pt idx="607">
                  <c:v>39568</c:v>
                </c:pt>
                <c:pt idx="608">
                  <c:v>39569</c:v>
                </c:pt>
                <c:pt idx="609">
                  <c:v>39570</c:v>
                </c:pt>
                <c:pt idx="610">
                  <c:v>39573</c:v>
                </c:pt>
                <c:pt idx="611">
                  <c:v>39574</c:v>
                </c:pt>
                <c:pt idx="612">
                  <c:v>39575</c:v>
                </c:pt>
                <c:pt idx="613">
                  <c:v>39576</c:v>
                </c:pt>
                <c:pt idx="614">
                  <c:v>39577</c:v>
                </c:pt>
                <c:pt idx="615">
                  <c:v>39580</c:v>
                </c:pt>
                <c:pt idx="616">
                  <c:v>39581</c:v>
                </c:pt>
                <c:pt idx="617">
                  <c:v>39582</c:v>
                </c:pt>
                <c:pt idx="618">
                  <c:v>39583</c:v>
                </c:pt>
                <c:pt idx="619">
                  <c:v>39584</c:v>
                </c:pt>
                <c:pt idx="620">
                  <c:v>39587</c:v>
                </c:pt>
                <c:pt idx="621">
                  <c:v>39588</c:v>
                </c:pt>
                <c:pt idx="622">
                  <c:v>39589</c:v>
                </c:pt>
                <c:pt idx="623">
                  <c:v>39590</c:v>
                </c:pt>
                <c:pt idx="624">
                  <c:v>39591</c:v>
                </c:pt>
                <c:pt idx="625">
                  <c:v>39594</c:v>
                </c:pt>
                <c:pt idx="626">
                  <c:v>39595</c:v>
                </c:pt>
                <c:pt idx="627">
                  <c:v>39596</c:v>
                </c:pt>
                <c:pt idx="628">
                  <c:v>39597</c:v>
                </c:pt>
                <c:pt idx="629">
                  <c:v>39598</c:v>
                </c:pt>
                <c:pt idx="630">
                  <c:v>39601</c:v>
                </c:pt>
                <c:pt idx="631">
                  <c:v>39602</c:v>
                </c:pt>
                <c:pt idx="632">
                  <c:v>39603</c:v>
                </c:pt>
                <c:pt idx="633">
                  <c:v>39604</c:v>
                </c:pt>
                <c:pt idx="634">
                  <c:v>39605</c:v>
                </c:pt>
                <c:pt idx="635">
                  <c:v>39608</c:v>
                </c:pt>
                <c:pt idx="636">
                  <c:v>39609</c:v>
                </c:pt>
                <c:pt idx="637">
                  <c:v>39610</c:v>
                </c:pt>
                <c:pt idx="638">
                  <c:v>39611</c:v>
                </c:pt>
                <c:pt idx="639">
                  <c:v>39612</c:v>
                </c:pt>
                <c:pt idx="640">
                  <c:v>39615</c:v>
                </c:pt>
                <c:pt idx="641">
                  <c:v>39616</c:v>
                </c:pt>
                <c:pt idx="642">
                  <c:v>39617</c:v>
                </c:pt>
                <c:pt idx="643">
                  <c:v>39618</c:v>
                </c:pt>
                <c:pt idx="644">
                  <c:v>39619</c:v>
                </c:pt>
                <c:pt idx="645">
                  <c:v>39622</c:v>
                </c:pt>
                <c:pt idx="646">
                  <c:v>39623</c:v>
                </c:pt>
                <c:pt idx="647">
                  <c:v>39624</c:v>
                </c:pt>
                <c:pt idx="648">
                  <c:v>39625</c:v>
                </c:pt>
                <c:pt idx="649">
                  <c:v>39626</c:v>
                </c:pt>
                <c:pt idx="650">
                  <c:v>39629</c:v>
                </c:pt>
                <c:pt idx="651">
                  <c:v>39630</c:v>
                </c:pt>
                <c:pt idx="652">
                  <c:v>39631</c:v>
                </c:pt>
                <c:pt idx="653">
                  <c:v>39632</c:v>
                </c:pt>
                <c:pt idx="654">
                  <c:v>39633</c:v>
                </c:pt>
                <c:pt idx="655">
                  <c:v>39636</c:v>
                </c:pt>
                <c:pt idx="656">
                  <c:v>39637</c:v>
                </c:pt>
                <c:pt idx="657">
                  <c:v>39638</c:v>
                </c:pt>
                <c:pt idx="658">
                  <c:v>39639</c:v>
                </c:pt>
                <c:pt idx="659">
                  <c:v>39640</c:v>
                </c:pt>
                <c:pt idx="660">
                  <c:v>39643</c:v>
                </c:pt>
                <c:pt idx="661">
                  <c:v>39644</c:v>
                </c:pt>
                <c:pt idx="662">
                  <c:v>39645</c:v>
                </c:pt>
                <c:pt idx="663">
                  <c:v>39646</c:v>
                </c:pt>
                <c:pt idx="664">
                  <c:v>39647</c:v>
                </c:pt>
                <c:pt idx="665">
                  <c:v>39650</c:v>
                </c:pt>
                <c:pt idx="666">
                  <c:v>39651</c:v>
                </c:pt>
                <c:pt idx="667">
                  <c:v>39652</c:v>
                </c:pt>
                <c:pt idx="668">
                  <c:v>39653</c:v>
                </c:pt>
                <c:pt idx="669">
                  <c:v>39654</c:v>
                </c:pt>
                <c:pt idx="670">
                  <c:v>39657</c:v>
                </c:pt>
                <c:pt idx="671">
                  <c:v>39658</c:v>
                </c:pt>
                <c:pt idx="672">
                  <c:v>39659</c:v>
                </c:pt>
                <c:pt idx="673">
                  <c:v>39660</c:v>
                </c:pt>
                <c:pt idx="674">
                  <c:v>39661</c:v>
                </c:pt>
                <c:pt idx="675">
                  <c:v>39664</c:v>
                </c:pt>
                <c:pt idx="676">
                  <c:v>39665</c:v>
                </c:pt>
                <c:pt idx="677">
                  <c:v>39666</c:v>
                </c:pt>
                <c:pt idx="678">
                  <c:v>39667</c:v>
                </c:pt>
                <c:pt idx="679">
                  <c:v>39668</c:v>
                </c:pt>
                <c:pt idx="680">
                  <c:v>39671</c:v>
                </c:pt>
                <c:pt idx="681">
                  <c:v>39672</c:v>
                </c:pt>
                <c:pt idx="682">
                  <c:v>39673</c:v>
                </c:pt>
                <c:pt idx="683">
                  <c:v>39674</c:v>
                </c:pt>
                <c:pt idx="684">
                  <c:v>39675</c:v>
                </c:pt>
                <c:pt idx="685">
                  <c:v>39678</c:v>
                </c:pt>
                <c:pt idx="686">
                  <c:v>39679</c:v>
                </c:pt>
                <c:pt idx="687">
                  <c:v>39680</c:v>
                </c:pt>
                <c:pt idx="688">
                  <c:v>39681</c:v>
                </c:pt>
                <c:pt idx="689">
                  <c:v>39682</c:v>
                </c:pt>
                <c:pt idx="690">
                  <c:v>39685</c:v>
                </c:pt>
                <c:pt idx="691">
                  <c:v>39686</c:v>
                </c:pt>
                <c:pt idx="692">
                  <c:v>39687</c:v>
                </c:pt>
                <c:pt idx="693">
                  <c:v>39688</c:v>
                </c:pt>
                <c:pt idx="694">
                  <c:v>39689</c:v>
                </c:pt>
                <c:pt idx="695">
                  <c:v>39692</c:v>
                </c:pt>
                <c:pt idx="696">
                  <c:v>39693</c:v>
                </c:pt>
                <c:pt idx="697">
                  <c:v>39694</c:v>
                </c:pt>
                <c:pt idx="698">
                  <c:v>39695</c:v>
                </c:pt>
                <c:pt idx="699">
                  <c:v>39696</c:v>
                </c:pt>
                <c:pt idx="700">
                  <c:v>39699</c:v>
                </c:pt>
                <c:pt idx="701">
                  <c:v>39700</c:v>
                </c:pt>
                <c:pt idx="702">
                  <c:v>39701</c:v>
                </c:pt>
                <c:pt idx="703">
                  <c:v>39702</c:v>
                </c:pt>
                <c:pt idx="704">
                  <c:v>39703</c:v>
                </c:pt>
                <c:pt idx="705">
                  <c:v>39706</c:v>
                </c:pt>
                <c:pt idx="706">
                  <c:v>39707</c:v>
                </c:pt>
                <c:pt idx="707">
                  <c:v>39708</c:v>
                </c:pt>
                <c:pt idx="708">
                  <c:v>39709</c:v>
                </c:pt>
                <c:pt idx="709">
                  <c:v>39710</c:v>
                </c:pt>
                <c:pt idx="710">
                  <c:v>39713</c:v>
                </c:pt>
                <c:pt idx="711">
                  <c:v>39714</c:v>
                </c:pt>
                <c:pt idx="712">
                  <c:v>39715</c:v>
                </c:pt>
                <c:pt idx="713">
                  <c:v>39716</c:v>
                </c:pt>
                <c:pt idx="714">
                  <c:v>39717</c:v>
                </c:pt>
                <c:pt idx="715">
                  <c:v>39720</c:v>
                </c:pt>
                <c:pt idx="716">
                  <c:v>39721</c:v>
                </c:pt>
                <c:pt idx="717">
                  <c:v>39722</c:v>
                </c:pt>
                <c:pt idx="718">
                  <c:v>39723</c:v>
                </c:pt>
                <c:pt idx="719">
                  <c:v>39724</c:v>
                </c:pt>
                <c:pt idx="720">
                  <c:v>39727</c:v>
                </c:pt>
                <c:pt idx="721">
                  <c:v>39728</c:v>
                </c:pt>
                <c:pt idx="722">
                  <c:v>39729</c:v>
                </c:pt>
                <c:pt idx="723">
                  <c:v>39730</c:v>
                </c:pt>
                <c:pt idx="724">
                  <c:v>39731</c:v>
                </c:pt>
                <c:pt idx="725">
                  <c:v>39734</c:v>
                </c:pt>
                <c:pt idx="726">
                  <c:v>39735</c:v>
                </c:pt>
                <c:pt idx="727">
                  <c:v>39736</c:v>
                </c:pt>
                <c:pt idx="728">
                  <c:v>39737</c:v>
                </c:pt>
                <c:pt idx="729">
                  <c:v>39738</c:v>
                </c:pt>
                <c:pt idx="730">
                  <c:v>39741</c:v>
                </c:pt>
                <c:pt idx="731">
                  <c:v>39742</c:v>
                </c:pt>
                <c:pt idx="732">
                  <c:v>39743</c:v>
                </c:pt>
                <c:pt idx="733">
                  <c:v>39744</c:v>
                </c:pt>
                <c:pt idx="734">
                  <c:v>39745</c:v>
                </c:pt>
                <c:pt idx="735">
                  <c:v>39748</c:v>
                </c:pt>
                <c:pt idx="736">
                  <c:v>39749</c:v>
                </c:pt>
                <c:pt idx="737">
                  <c:v>39750</c:v>
                </c:pt>
                <c:pt idx="738">
                  <c:v>39751</c:v>
                </c:pt>
                <c:pt idx="739">
                  <c:v>39752</c:v>
                </c:pt>
                <c:pt idx="740">
                  <c:v>39755</c:v>
                </c:pt>
                <c:pt idx="741">
                  <c:v>39756</c:v>
                </c:pt>
                <c:pt idx="742">
                  <c:v>39757</c:v>
                </c:pt>
                <c:pt idx="743">
                  <c:v>39758</c:v>
                </c:pt>
                <c:pt idx="744">
                  <c:v>39759</c:v>
                </c:pt>
                <c:pt idx="745">
                  <c:v>39762</c:v>
                </c:pt>
                <c:pt idx="746">
                  <c:v>39763</c:v>
                </c:pt>
                <c:pt idx="747">
                  <c:v>39764</c:v>
                </c:pt>
                <c:pt idx="748">
                  <c:v>39765</c:v>
                </c:pt>
                <c:pt idx="749">
                  <c:v>39766</c:v>
                </c:pt>
                <c:pt idx="750">
                  <c:v>39769</c:v>
                </c:pt>
                <c:pt idx="751">
                  <c:v>39770</c:v>
                </c:pt>
                <c:pt idx="752">
                  <c:v>39771</c:v>
                </c:pt>
                <c:pt idx="753">
                  <c:v>39772</c:v>
                </c:pt>
                <c:pt idx="754">
                  <c:v>39773</c:v>
                </c:pt>
                <c:pt idx="755">
                  <c:v>39776</c:v>
                </c:pt>
                <c:pt idx="756">
                  <c:v>39777</c:v>
                </c:pt>
                <c:pt idx="757">
                  <c:v>39778</c:v>
                </c:pt>
                <c:pt idx="758">
                  <c:v>39779</c:v>
                </c:pt>
                <c:pt idx="759">
                  <c:v>39780</c:v>
                </c:pt>
                <c:pt idx="760">
                  <c:v>39783</c:v>
                </c:pt>
                <c:pt idx="761">
                  <c:v>39784</c:v>
                </c:pt>
                <c:pt idx="762">
                  <c:v>39785</c:v>
                </c:pt>
                <c:pt idx="763">
                  <c:v>39786</c:v>
                </c:pt>
                <c:pt idx="764">
                  <c:v>39787</c:v>
                </c:pt>
                <c:pt idx="765">
                  <c:v>39790</c:v>
                </c:pt>
                <c:pt idx="766">
                  <c:v>39791</c:v>
                </c:pt>
                <c:pt idx="767">
                  <c:v>39792</c:v>
                </c:pt>
                <c:pt idx="768">
                  <c:v>39793</c:v>
                </c:pt>
                <c:pt idx="769">
                  <c:v>39794</c:v>
                </c:pt>
                <c:pt idx="770">
                  <c:v>39797</c:v>
                </c:pt>
                <c:pt idx="771">
                  <c:v>39798</c:v>
                </c:pt>
                <c:pt idx="772">
                  <c:v>39799</c:v>
                </c:pt>
                <c:pt idx="773">
                  <c:v>39800</c:v>
                </c:pt>
                <c:pt idx="774">
                  <c:v>39801</c:v>
                </c:pt>
                <c:pt idx="775">
                  <c:v>39804</c:v>
                </c:pt>
                <c:pt idx="776">
                  <c:v>39805</c:v>
                </c:pt>
                <c:pt idx="777">
                  <c:v>39806</c:v>
                </c:pt>
                <c:pt idx="778">
                  <c:v>39807</c:v>
                </c:pt>
                <c:pt idx="779">
                  <c:v>39808</c:v>
                </c:pt>
                <c:pt idx="780">
                  <c:v>39811</c:v>
                </c:pt>
                <c:pt idx="781">
                  <c:v>39812</c:v>
                </c:pt>
                <c:pt idx="782">
                  <c:v>39813</c:v>
                </c:pt>
                <c:pt idx="783">
                  <c:v>39814</c:v>
                </c:pt>
                <c:pt idx="784">
                  <c:v>39815</c:v>
                </c:pt>
                <c:pt idx="785">
                  <c:v>39818</c:v>
                </c:pt>
                <c:pt idx="786">
                  <c:v>39819</c:v>
                </c:pt>
                <c:pt idx="787">
                  <c:v>39820</c:v>
                </c:pt>
                <c:pt idx="788">
                  <c:v>39821</c:v>
                </c:pt>
                <c:pt idx="789">
                  <c:v>39822</c:v>
                </c:pt>
                <c:pt idx="790">
                  <c:v>39825</c:v>
                </c:pt>
                <c:pt idx="791">
                  <c:v>39826</c:v>
                </c:pt>
                <c:pt idx="792">
                  <c:v>39827</c:v>
                </c:pt>
                <c:pt idx="793">
                  <c:v>39828</c:v>
                </c:pt>
                <c:pt idx="794">
                  <c:v>39829</c:v>
                </c:pt>
                <c:pt idx="795">
                  <c:v>39832</c:v>
                </c:pt>
                <c:pt idx="796">
                  <c:v>39833</c:v>
                </c:pt>
                <c:pt idx="797">
                  <c:v>39834</c:v>
                </c:pt>
                <c:pt idx="798">
                  <c:v>39835</c:v>
                </c:pt>
                <c:pt idx="799">
                  <c:v>39836</c:v>
                </c:pt>
                <c:pt idx="800">
                  <c:v>39839</c:v>
                </c:pt>
                <c:pt idx="801">
                  <c:v>39840</c:v>
                </c:pt>
                <c:pt idx="802">
                  <c:v>39841</c:v>
                </c:pt>
                <c:pt idx="803">
                  <c:v>39842</c:v>
                </c:pt>
                <c:pt idx="804">
                  <c:v>39843</c:v>
                </c:pt>
                <c:pt idx="805">
                  <c:v>39846</c:v>
                </c:pt>
                <c:pt idx="806">
                  <c:v>39847</c:v>
                </c:pt>
                <c:pt idx="807">
                  <c:v>39848</c:v>
                </c:pt>
                <c:pt idx="808">
                  <c:v>39849</c:v>
                </c:pt>
                <c:pt idx="809">
                  <c:v>39850</c:v>
                </c:pt>
                <c:pt idx="810">
                  <c:v>39853</c:v>
                </c:pt>
                <c:pt idx="811">
                  <c:v>39854</c:v>
                </c:pt>
                <c:pt idx="812">
                  <c:v>39855</c:v>
                </c:pt>
                <c:pt idx="813">
                  <c:v>39856</c:v>
                </c:pt>
                <c:pt idx="814">
                  <c:v>39857</c:v>
                </c:pt>
                <c:pt idx="815">
                  <c:v>39860</c:v>
                </c:pt>
                <c:pt idx="816">
                  <c:v>39861</c:v>
                </c:pt>
                <c:pt idx="817">
                  <c:v>39862</c:v>
                </c:pt>
                <c:pt idx="818">
                  <c:v>39863</c:v>
                </c:pt>
                <c:pt idx="819">
                  <c:v>39864</c:v>
                </c:pt>
                <c:pt idx="820">
                  <c:v>39867</c:v>
                </c:pt>
                <c:pt idx="821">
                  <c:v>39868</c:v>
                </c:pt>
                <c:pt idx="822">
                  <c:v>39869</c:v>
                </c:pt>
                <c:pt idx="823">
                  <c:v>39870</c:v>
                </c:pt>
                <c:pt idx="824">
                  <c:v>39871</c:v>
                </c:pt>
                <c:pt idx="825">
                  <c:v>39874</c:v>
                </c:pt>
                <c:pt idx="826">
                  <c:v>39875</c:v>
                </c:pt>
                <c:pt idx="827">
                  <c:v>39876</c:v>
                </c:pt>
                <c:pt idx="828">
                  <c:v>39877</c:v>
                </c:pt>
                <c:pt idx="829">
                  <c:v>39878</c:v>
                </c:pt>
                <c:pt idx="830">
                  <c:v>39881</c:v>
                </c:pt>
                <c:pt idx="831">
                  <c:v>39882</c:v>
                </c:pt>
                <c:pt idx="832">
                  <c:v>39883</c:v>
                </c:pt>
                <c:pt idx="833">
                  <c:v>39884</c:v>
                </c:pt>
                <c:pt idx="834">
                  <c:v>39885</c:v>
                </c:pt>
                <c:pt idx="835">
                  <c:v>39888</c:v>
                </c:pt>
                <c:pt idx="836">
                  <c:v>39889</c:v>
                </c:pt>
                <c:pt idx="837">
                  <c:v>39890</c:v>
                </c:pt>
                <c:pt idx="838">
                  <c:v>39891</c:v>
                </c:pt>
                <c:pt idx="839">
                  <c:v>39892</c:v>
                </c:pt>
                <c:pt idx="840">
                  <c:v>39895</c:v>
                </c:pt>
                <c:pt idx="841">
                  <c:v>39896</c:v>
                </c:pt>
                <c:pt idx="842">
                  <c:v>39897</c:v>
                </c:pt>
                <c:pt idx="843">
                  <c:v>39898</c:v>
                </c:pt>
                <c:pt idx="844">
                  <c:v>39899</c:v>
                </c:pt>
                <c:pt idx="845">
                  <c:v>39902</c:v>
                </c:pt>
                <c:pt idx="846">
                  <c:v>39903</c:v>
                </c:pt>
                <c:pt idx="847">
                  <c:v>39904</c:v>
                </c:pt>
                <c:pt idx="848">
                  <c:v>39905</c:v>
                </c:pt>
                <c:pt idx="849">
                  <c:v>39906</c:v>
                </c:pt>
                <c:pt idx="850">
                  <c:v>39909</c:v>
                </c:pt>
                <c:pt idx="851">
                  <c:v>39910</c:v>
                </c:pt>
                <c:pt idx="852">
                  <c:v>39911</c:v>
                </c:pt>
                <c:pt idx="853">
                  <c:v>39912</c:v>
                </c:pt>
                <c:pt idx="854">
                  <c:v>39913</c:v>
                </c:pt>
                <c:pt idx="855">
                  <c:v>39916</c:v>
                </c:pt>
                <c:pt idx="856">
                  <c:v>39917</c:v>
                </c:pt>
                <c:pt idx="857">
                  <c:v>39918</c:v>
                </c:pt>
                <c:pt idx="858">
                  <c:v>39919</c:v>
                </c:pt>
                <c:pt idx="859">
                  <c:v>39920</c:v>
                </c:pt>
                <c:pt idx="860">
                  <c:v>39923</c:v>
                </c:pt>
                <c:pt idx="861">
                  <c:v>39924</c:v>
                </c:pt>
                <c:pt idx="862">
                  <c:v>39925</c:v>
                </c:pt>
                <c:pt idx="863">
                  <c:v>39926</c:v>
                </c:pt>
                <c:pt idx="864">
                  <c:v>39927</c:v>
                </c:pt>
                <c:pt idx="865">
                  <c:v>39930</c:v>
                </c:pt>
                <c:pt idx="866">
                  <c:v>39931</c:v>
                </c:pt>
                <c:pt idx="867">
                  <c:v>39932</c:v>
                </c:pt>
                <c:pt idx="868">
                  <c:v>39933</c:v>
                </c:pt>
                <c:pt idx="869">
                  <c:v>39934</c:v>
                </c:pt>
                <c:pt idx="870">
                  <c:v>39937</c:v>
                </c:pt>
                <c:pt idx="871">
                  <c:v>39938</c:v>
                </c:pt>
                <c:pt idx="872">
                  <c:v>39939</c:v>
                </c:pt>
                <c:pt idx="873">
                  <c:v>39940</c:v>
                </c:pt>
                <c:pt idx="874">
                  <c:v>39941</c:v>
                </c:pt>
                <c:pt idx="875">
                  <c:v>39944</c:v>
                </c:pt>
                <c:pt idx="876">
                  <c:v>39945</c:v>
                </c:pt>
                <c:pt idx="877">
                  <c:v>39946</c:v>
                </c:pt>
                <c:pt idx="878">
                  <c:v>39947</c:v>
                </c:pt>
                <c:pt idx="879">
                  <c:v>39948</c:v>
                </c:pt>
                <c:pt idx="880">
                  <c:v>39951</c:v>
                </c:pt>
                <c:pt idx="881">
                  <c:v>39952</c:v>
                </c:pt>
                <c:pt idx="882">
                  <c:v>39953</c:v>
                </c:pt>
                <c:pt idx="883">
                  <c:v>39954</c:v>
                </c:pt>
                <c:pt idx="884">
                  <c:v>39955</c:v>
                </c:pt>
                <c:pt idx="885">
                  <c:v>39958</c:v>
                </c:pt>
                <c:pt idx="886">
                  <c:v>39959</c:v>
                </c:pt>
                <c:pt idx="887">
                  <c:v>39960</c:v>
                </c:pt>
                <c:pt idx="888">
                  <c:v>39961</c:v>
                </c:pt>
                <c:pt idx="889">
                  <c:v>39962</c:v>
                </c:pt>
                <c:pt idx="890">
                  <c:v>39965</c:v>
                </c:pt>
                <c:pt idx="891">
                  <c:v>39966</c:v>
                </c:pt>
                <c:pt idx="892">
                  <c:v>39967</c:v>
                </c:pt>
                <c:pt idx="893">
                  <c:v>39968</c:v>
                </c:pt>
                <c:pt idx="894">
                  <c:v>39969</c:v>
                </c:pt>
                <c:pt idx="895">
                  <c:v>39972</c:v>
                </c:pt>
                <c:pt idx="896">
                  <c:v>39973</c:v>
                </c:pt>
                <c:pt idx="897">
                  <c:v>39974</c:v>
                </c:pt>
                <c:pt idx="898">
                  <c:v>39975</c:v>
                </c:pt>
                <c:pt idx="899">
                  <c:v>39976</c:v>
                </c:pt>
                <c:pt idx="900">
                  <c:v>39979</c:v>
                </c:pt>
                <c:pt idx="901">
                  <c:v>39980</c:v>
                </c:pt>
                <c:pt idx="902">
                  <c:v>39981</c:v>
                </c:pt>
                <c:pt idx="903">
                  <c:v>39982</c:v>
                </c:pt>
                <c:pt idx="904">
                  <c:v>39983</c:v>
                </c:pt>
                <c:pt idx="905">
                  <c:v>39986</c:v>
                </c:pt>
                <c:pt idx="906">
                  <c:v>39987</c:v>
                </c:pt>
                <c:pt idx="907">
                  <c:v>39988</c:v>
                </c:pt>
                <c:pt idx="908">
                  <c:v>39989</c:v>
                </c:pt>
                <c:pt idx="909">
                  <c:v>39990</c:v>
                </c:pt>
                <c:pt idx="910">
                  <c:v>39993</c:v>
                </c:pt>
                <c:pt idx="911">
                  <c:v>39994</c:v>
                </c:pt>
                <c:pt idx="912">
                  <c:v>39995</c:v>
                </c:pt>
                <c:pt idx="913">
                  <c:v>39996</c:v>
                </c:pt>
                <c:pt idx="914">
                  <c:v>39997</c:v>
                </c:pt>
                <c:pt idx="915">
                  <c:v>40000</c:v>
                </c:pt>
                <c:pt idx="916">
                  <c:v>40001</c:v>
                </c:pt>
                <c:pt idx="917">
                  <c:v>40002</c:v>
                </c:pt>
                <c:pt idx="918">
                  <c:v>40003</c:v>
                </c:pt>
                <c:pt idx="919">
                  <c:v>40004</c:v>
                </c:pt>
                <c:pt idx="920">
                  <c:v>40007</c:v>
                </c:pt>
                <c:pt idx="921">
                  <c:v>40008</c:v>
                </c:pt>
                <c:pt idx="922">
                  <c:v>40009</c:v>
                </c:pt>
                <c:pt idx="923">
                  <c:v>40010</c:v>
                </c:pt>
                <c:pt idx="924">
                  <c:v>40011</c:v>
                </c:pt>
                <c:pt idx="925">
                  <c:v>40014</c:v>
                </c:pt>
                <c:pt idx="926">
                  <c:v>40015</c:v>
                </c:pt>
                <c:pt idx="927">
                  <c:v>40016</c:v>
                </c:pt>
                <c:pt idx="928">
                  <c:v>40017</c:v>
                </c:pt>
                <c:pt idx="929">
                  <c:v>40018</c:v>
                </c:pt>
                <c:pt idx="930">
                  <c:v>40021</c:v>
                </c:pt>
                <c:pt idx="931">
                  <c:v>40022</c:v>
                </c:pt>
                <c:pt idx="932">
                  <c:v>40023</c:v>
                </c:pt>
                <c:pt idx="933">
                  <c:v>40024</c:v>
                </c:pt>
                <c:pt idx="934">
                  <c:v>40025</c:v>
                </c:pt>
                <c:pt idx="935">
                  <c:v>40028</c:v>
                </c:pt>
                <c:pt idx="936">
                  <c:v>40029</c:v>
                </c:pt>
                <c:pt idx="937">
                  <c:v>40030</c:v>
                </c:pt>
                <c:pt idx="938">
                  <c:v>40031</c:v>
                </c:pt>
                <c:pt idx="939">
                  <c:v>40032</c:v>
                </c:pt>
                <c:pt idx="940">
                  <c:v>40035</c:v>
                </c:pt>
                <c:pt idx="941">
                  <c:v>40036</c:v>
                </c:pt>
                <c:pt idx="942">
                  <c:v>40037</c:v>
                </c:pt>
                <c:pt idx="943">
                  <c:v>40038</c:v>
                </c:pt>
                <c:pt idx="944">
                  <c:v>40039</c:v>
                </c:pt>
                <c:pt idx="945">
                  <c:v>40042</c:v>
                </c:pt>
                <c:pt idx="946">
                  <c:v>40043</c:v>
                </c:pt>
                <c:pt idx="947">
                  <c:v>40044</c:v>
                </c:pt>
                <c:pt idx="948">
                  <c:v>40045</c:v>
                </c:pt>
                <c:pt idx="949">
                  <c:v>40046</c:v>
                </c:pt>
                <c:pt idx="950">
                  <c:v>40049</c:v>
                </c:pt>
                <c:pt idx="951">
                  <c:v>40050</c:v>
                </c:pt>
                <c:pt idx="952">
                  <c:v>40051</c:v>
                </c:pt>
                <c:pt idx="953">
                  <c:v>40052</c:v>
                </c:pt>
                <c:pt idx="954">
                  <c:v>40053</c:v>
                </c:pt>
                <c:pt idx="955">
                  <c:v>40056</c:v>
                </c:pt>
                <c:pt idx="956">
                  <c:v>40057</c:v>
                </c:pt>
                <c:pt idx="957">
                  <c:v>40058</c:v>
                </c:pt>
                <c:pt idx="958">
                  <c:v>40059</c:v>
                </c:pt>
                <c:pt idx="959">
                  <c:v>40060</c:v>
                </c:pt>
                <c:pt idx="960">
                  <c:v>40063</c:v>
                </c:pt>
                <c:pt idx="961">
                  <c:v>40064</c:v>
                </c:pt>
                <c:pt idx="962">
                  <c:v>40065</c:v>
                </c:pt>
                <c:pt idx="963">
                  <c:v>40066</c:v>
                </c:pt>
                <c:pt idx="964">
                  <c:v>40067</c:v>
                </c:pt>
                <c:pt idx="965">
                  <c:v>40070</c:v>
                </c:pt>
                <c:pt idx="966">
                  <c:v>40071</c:v>
                </c:pt>
                <c:pt idx="967">
                  <c:v>40072</c:v>
                </c:pt>
                <c:pt idx="968">
                  <c:v>40073</c:v>
                </c:pt>
                <c:pt idx="969">
                  <c:v>40074</c:v>
                </c:pt>
                <c:pt idx="970">
                  <c:v>40077</c:v>
                </c:pt>
                <c:pt idx="971">
                  <c:v>40078</c:v>
                </c:pt>
                <c:pt idx="972">
                  <c:v>40079</c:v>
                </c:pt>
                <c:pt idx="973">
                  <c:v>40080</c:v>
                </c:pt>
                <c:pt idx="974">
                  <c:v>40081</c:v>
                </c:pt>
                <c:pt idx="975">
                  <c:v>40084</c:v>
                </c:pt>
                <c:pt idx="976">
                  <c:v>40085</c:v>
                </c:pt>
                <c:pt idx="977">
                  <c:v>40086</c:v>
                </c:pt>
                <c:pt idx="978">
                  <c:v>40087</c:v>
                </c:pt>
                <c:pt idx="979">
                  <c:v>40088</c:v>
                </c:pt>
                <c:pt idx="980">
                  <c:v>40091</c:v>
                </c:pt>
                <c:pt idx="981">
                  <c:v>40092</c:v>
                </c:pt>
                <c:pt idx="982">
                  <c:v>40093</c:v>
                </c:pt>
                <c:pt idx="983">
                  <c:v>40094</c:v>
                </c:pt>
                <c:pt idx="984">
                  <c:v>40095</c:v>
                </c:pt>
                <c:pt idx="985">
                  <c:v>40098</c:v>
                </c:pt>
                <c:pt idx="986">
                  <c:v>40099</c:v>
                </c:pt>
                <c:pt idx="987">
                  <c:v>40100</c:v>
                </c:pt>
                <c:pt idx="988">
                  <c:v>40101</c:v>
                </c:pt>
                <c:pt idx="989">
                  <c:v>40102</c:v>
                </c:pt>
                <c:pt idx="990">
                  <c:v>40105</c:v>
                </c:pt>
                <c:pt idx="991">
                  <c:v>40106</c:v>
                </c:pt>
                <c:pt idx="992">
                  <c:v>40107</c:v>
                </c:pt>
                <c:pt idx="993">
                  <c:v>40108</c:v>
                </c:pt>
                <c:pt idx="994">
                  <c:v>40109</c:v>
                </c:pt>
                <c:pt idx="995">
                  <c:v>40112</c:v>
                </c:pt>
                <c:pt idx="996">
                  <c:v>40113</c:v>
                </c:pt>
                <c:pt idx="997">
                  <c:v>40114</c:v>
                </c:pt>
                <c:pt idx="998">
                  <c:v>40115</c:v>
                </c:pt>
                <c:pt idx="999">
                  <c:v>40116</c:v>
                </c:pt>
                <c:pt idx="1000">
                  <c:v>40119</c:v>
                </c:pt>
                <c:pt idx="1001">
                  <c:v>40120</c:v>
                </c:pt>
                <c:pt idx="1002">
                  <c:v>40121</c:v>
                </c:pt>
                <c:pt idx="1003">
                  <c:v>40122</c:v>
                </c:pt>
                <c:pt idx="1004">
                  <c:v>40123</c:v>
                </c:pt>
                <c:pt idx="1005">
                  <c:v>40126</c:v>
                </c:pt>
                <c:pt idx="1006">
                  <c:v>40127</c:v>
                </c:pt>
                <c:pt idx="1007">
                  <c:v>40128</c:v>
                </c:pt>
                <c:pt idx="1008">
                  <c:v>40129</c:v>
                </c:pt>
                <c:pt idx="1009">
                  <c:v>40130</c:v>
                </c:pt>
                <c:pt idx="1010">
                  <c:v>40133</c:v>
                </c:pt>
                <c:pt idx="1011">
                  <c:v>40134</c:v>
                </c:pt>
                <c:pt idx="1012">
                  <c:v>40135</c:v>
                </c:pt>
                <c:pt idx="1013">
                  <c:v>40136</c:v>
                </c:pt>
                <c:pt idx="1014">
                  <c:v>40137</c:v>
                </c:pt>
                <c:pt idx="1015">
                  <c:v>40140</c:v>
                </c:pt>
                <c:pt idx="1016">
                  <c:v>40141</c:v>
                </c:pt>
                <c:pt idx="1017">
                  <c:v>40142</c:v>
                </c:pt>
                <c:pt idx="1018">
                  <c:v>40143</c:v>
                </c:pt>
                <c:pt idx="1019">
                  <c:v>40144</c:v>
                </c:pt>
                <c:pt idx="1020">
                  <c:v>40147</c:v>
                </c:pt>
                <c:pt idx="1021">
                  <c:v>40148</c:v>
                </c:pt>
                <c:pt idx="1022">
                  <c:v>40149</c:v>
                </c:pt>
                <c:pt idx="1023">
                  <c:v>40150</c:v>
                </c:pt>
                <c:pt idx="1024">
                  <c:v>40151</c:v>
                </c:pt>
                <c:pt idx="1025">
                  <c:v>40154</c:v>
                </c:pt>
                <c:pt idx="1026">
                  <c:v>40155</c:v>
                </c:pt>
                <c:pt idx="1027">
                  <c:v>40156</c:v>
                </c:pt>
                <c:pt idx="1028">
                  <c:v>40157</c:v>
                </c:pt>
                <c:pt idx="1029">
                  <c:v>40158</c:v>
                </c:pt>
                <c:pt idx="1030">
                  <c:v>40161</c:v>
                </c:pt>
                <c:pt idx="1031">
                  <c:v>40162</c:v>
                </c:pt>
                <c:pt idx="1032">
                  <c:v>40163</c:v>
                </c:pt>
                <c:pt idx="1033">
                  <c:v>40164</c:v>
                </c:pt>
                <c:pt idx="1034">
                  <c:v>40165</c:v>
                </c:pt>
                <c:pt idx="1035">
                  <c:v>40168</c:v>
                </c:pt>
                <c:pt idx="1036">
                  <c:v>40169</c:v>
                </c:pt>
                <c:pt idx="1037">
                  <c:v>40170</c:v>
                </c:pt>
                <c:pt idx="1038">
                  <c:v>40171</c:v>
                </c:pt>
                <c:pt idx="1039">
                  <c:v>40172</c:v>
                </c:pt>
                <c:pt idx="1040">
                  <c:v>40175</c:v>
                </c:pt>
                <c:pt idx="1041">
                  <c:v>40176</c:v>
                </c:pt>
                <c:pt idx="1042">
                  <c:v>40177</c:v>
                </c:pt>
                <c:pt idx="1043">
                  <c:v>40178</c:v>
                </c:pt>
                <c:pt idx="1044">
                  <c:v>40179</c:v>
                </c:pt>
                <c:pt idx="1045">
                  <c:v>40182</c:v>
                </c:pt>
                <c:pt idx="1046">
                  <c:v>40183</c:v>
                </c:pt>
                <c:pt idx="1047">
                  <c:v>40184</c:v>
                </c:pt>
                <c:pt idx="1048">
                  <c:v>40185</c:v>
                </c:pt>
                <c:pt idx="1049">
                  <c:v>40186</c:v>
                </c:pt>
                <c:pt idx="1050">
                  <c:v>40189</c:v>
                </c:pt>
                <c:pt idx="1051">
                  <c:v>40190</c:v>
                </c:pt>
                <c:pt idx="1052">
                  <c:v>40191</c:v>
                </c:pt>
                <c:pt idx="1053">
                  <c:v>40192</c:v>
                </c:pt>
                <c:pt idx="1054">
                  <c:v>40193</c:v>
                </c:pt>
                <c:pt idx="1055">
                  <c:v>40196</c:v>
                </c:pt>
                <c:pt idx="1056">
                  <c:v>40197</c:v>
                </c:pt>
                <c:pt idx="1057">
                  <c:v>40198</c:v>
                </c:pt>
                <c:pt idx="1058">
                  <c:v>40199</c:v>
                </c:pt>
                <c:pt idx="1059">
                  <c:v>40200</c:v>
                </c:pt>
                <c:pt idx="1060">
                  <c:v>40203</c:v>
                </c:pt>
                <c:pt idx="1061">
                  <c:v>40204</c:v>
                </c:pt>
                <c:pt idx="1062">
                  <c:v>40205</c:v>
                </c:pt>
                <c:pt idx="1063">
                  <c:v>40206</c:v>
                </c:pt>
                <c:pt idx="1064">
                  <c:v>40207</c:v>
                </c:pt>
                <c:pt idx="1065">
                  <c:v>40210</c:v>
                </c:pt>
                <c:pt idx="1066">
                  <c:v>40211</c:v>
                </c:pt>
                <c:pt idx="1067">
                  <c:v>40212</c:v>
                </c:pt>
                <c:pt idx="1068">
                  <c:v>40213</c:v>
                </c:pt>
                <c:pt idx="1069">
                  <c:v>40214</c:v>
                </c:pt>
                <c:pt idx="1070">
                  <c:v>40217</c:v>
                </c:pt>
                <c:pt idx="1071">
                  <c:v>40218</c:v>
                </c:pt>
                <c:pt idx="1072">
                  <c:v>40219</c:v>
                </c:pt>
                <c:pt idx="1073">
                  <c:v>40220</c:v>
                </c:pt>
                <c:pt idx="1074">
                  <c:v>40221</c:v>
                </c:pt>
                <c:pt idx="1075">
                  <c:v>40224</c:v>
                </c:pt>
                <c:pt idx="1076">
                  <c:v>40225</c:v>
                </c:pt>
                <c:pt idx="1077">
                  <c:v>40226</c:v>
                </c:pt>
                <c:pt idx="1078">
                  <c:v>40227</c:v>
                </c:pt>
                <c:pt idx="1079">
                  <c:v>40228</c:v>
                </c:pt>
                <c:pt idx="1080">
                  <c:v>40231</c:v>
                </c:pt>
                <c:pt idx="1081">
                  <c:v>40232</c:v>
                </c:pt>
                <c:pt idx="1082">
                  <c:v>40233</c:v>
                </c:pt>
                <c:pt idx="1083">
                  <c:v>40234</c:v>
                </c:pt>
                <c:pt idx="1084">
                  <c:v>40235</c:v>
                </c:pt>
                <c:pt idx="1085">
                  <c:v>40238</c:v>
                </c:pt>
                <c:pt idx="1086">
                  <c:v>40239</c:v>
                </c:pt>
                <c:pt idx="1087">
                  <c:v>40240</c:v>
                </c:pt>
                <c:pt idx="1088">
                  <c:v>40241</c:v>
                </c:pt>
                <c:pt idx="1089">
                  <c:v>40242</c:v>
                </c:pt>
                <c:pt idx="1090">
                  <c:v>40245</c:v>
                </c:pt>
                <c:pt idx="1091">
                  <c:v>40246</c:v>
                </c:pt>
                <c:pt idx="1092">
                  <c:v>40247</c:v>
                </c:pt>
                <c:pt idx="1093">
                  <c:v>40248</c:v>
                </c:pt>
                <c:pt idx="1094">
                  <c:v>40249</c:v>
                </c:pt>
                <c:pt idx="1095">
                  <c:v>40252</c:v>
                </c:pt>
                <c:pt idx="1096">
                  <c:v>40253</c:v>
                </c:pt>
                <c:pt idx="1097">
                  <c:v>40254</c:v>
                </c:pt>
                <c:pt idx="1098">
                  <c:v>40255</c:v>
                </c:pt>
                <c:pt idx="1099">
                  <c:v>40256</c:v>
                </c:pt>
                <c:pt idx="1100">
                  <c:v>40259</c:v>
                </c:pt>
                <c:pt idx="1101">
                  <c:v>40260</c:v>
                </c:pt>
                <c:pt idx="1102">
                  <c:v>40261</c:v>
                </c:pt>
                <c:pt idx="1103">
                  <c:v>40262</c:v>
                </c:pt>
                <c:pt idx="1104">
                  <c:v>40263</c:v>
                </c:pt>
                <c:pt idx="1105">
                  <c:v>40266</c:v>
                </c:pt>
                <c:pt idx="1106">
                  <c:v>40267</c:v>
                </c:pt>
                <c:pt idx="1107">
                  <c:v>40268</c:v>
                </c:pt>
                <c:pt idx="1108">
                  <c:v>40269</c:v>
                </c:pt>
                <c:pt idx="1109">
                  <c:v>40270</c:v>
                </c:pt>
                <c:pt idx="1110">
                  <c:v>40273</c:v>
                </c:pt>
                <c:pt idx="1111">
                  <c:v>40274</c:v>
                </c:pt>
                <c:pt idx="1112">
                  <c:v>40275</c:v>
                </c:pt>
                <c:pt idx="1113">
                  <c:v>40276</c:v>
                </c:pt>
                <c:pt idx="1114">
                  <c:v>40277</c:v>
                </c:pt>
                <c:pt idx="1115">
                  <c:v>40280</c:v>
                </c:pt>
                <c:pt idx="1116">
                  <c:v>40281</c:v>
                </c:pt>
                <c:pt idx="1117">
                  <c:v>40282</c:v>
                </c:pt>
                <c:pt idx="1118">
                  <c:v>40283</c:v>
                </c:pt>
                <c:pt idx="1119">
                  <c:v>40284</c:v>
                </c:pt>
                <c:pt idx="1120">
                  <c:v>40287</c:v>
                </c:pt>
                <c:pt idx="1121">
                  <c:v>40288</c:v>
                </c:pt>
                <c:pt idx="1122">
                  <c:v>40289</c:v>
                </c:pt>
                <c:pt idx="1123">
                  <c:v>40290</c:v>
                </c:pt>
                <c:pt idx="1124">
                  <c:v>40291</c:v>
                </c:pt>
                <c:pt idx="1125">
                  <c:v>40294</c:v>
                </c:pt>
                <c:pt idx="1126">
                  <c:v>40295</c:v>
                </c:pt>
                <c:pt idx="1127">
                  <c:v>40296</c:v>
                </c:pt>
                <c:pt idx="1128">
                  <c:v>40297</c:v>
                </c:pt>
                <c:pt idx="1129">
                  <c:v>40298</c:v>
                </c:pt>
                <c:pt idx="1130">
                  <c:v>40301</c:v>
                </c:pt>
                <c:pt idx="1131">
                  <c:v>40302</c:v>
                </c:pt>
                <c:pt idx="1132">
                  <c:v>40303</c:v>
                </c:pt>
                <c:pt idx="1133">
                  <c:v>40304</c:v>
                </c:pt>
                <c:pt idx="1134">
                  <c:v>40305</c:v>
                </c:pt>
                <c:pt idx="1135">
                  <c:v>40308</c:v>
                </c:pt>
                <c:pt idx="1136">
                  <c:v>40309</c:v>
                </c:pt>
                <c:pt idx="1137">
                  <c:v>40310</c:v>
                </c:pt>
                <c:pt idx="1138">
                  <c:v>40311</c:v>
                </c:pt>
                <c:pt idx="1139">
                  <c:v>40312</c:v>
                </c:pt>
                <c:pt idx="1140">
                  <c:v>40315</c:v>
                </c:pt>
                <c:pt idx="1141">
                  <c:v>40316</c:v>
                </c:pt>
                <c:pt idx="1142">
                  <c:v>40317</c:v>
                </c:pt>
                <c:pt idx="1143">
                  <c:v>40318</c:v>
                </c:pt>
                <c:pt idx="1144">
                  <c:v>40319</c:v>
                </c:pt>
                <c:pt idx="1145">
                  <c:v>40322</c:v>
                </c:pt>
                <c:pt idx="1146">
                  <c:v>40323</c:v>
                </c:pt>
                <c:pt idx="1147">
                  <c:v>40324</c:v>
                </c:pt>
                <c:pt idx="1148">
                  <c:v>40325</c:v>
                </c:pt>
                <c:pt idx="1149">
                  <c:v>40326</c:v>
                </c:pt>
                <c:pt idx="1150">
                  <c:v>40329</c:v>
                </c:pt>
                <c:pt idx="1151">
                  <c:v>40330</c:v>
                </c:pt>
                <c:pt idx="1152">
                  <c:v>40331</c:v>
                </c:pt>
                <c:pt idx="1153">
                  <c:v>40332</c:v>
                </c:pt>
                <c:pt idx="1154">
                  <c:v>40333</c:v>
                </c:pt>
                <c:pt idx="1155">
                  <c:v>40336</c:v>
                </c:pt>
                <c:pt idx="1156">
                  <c:v>40337</c:v>
                </c:pt>
                <c:pt idx="1157">
                  <c:v>40338</c:v>
                </c:pt>
                <c:pt idx="1158">
                  <c:v>40339</c:v>
                </c:pt>
                <c:pt idx="1159">
                  <c:v>40340</c:v>
                </c:pt>
                <c:pt idx="1160">
                  <c:v>40343</c:v>
                </c:pt>
                <c:pt idx="1161">
                  <c:v>40344</c:v>
                </c:pt>
                <c:pt idx="1162">
                  <c:v>40345</c:v>
                </c:pt>
                <c:pt idx="1163">
                  <c:v>40346</c:v>
                </c:pt>
                <c:pt idx="1164">
                  <c:v>40347</c:v>
                </c:pt>
                <c:pt idx="1165">
                  <c:v>40350</c:v>
                </c:pt>
                <c:pt idx="1166">
                  <c:v>40351</c:v>
                </c:pt>
                <c:pt idx="1167">
                  <c:v>40352</c:v>
                </c:pt>
                <c:pt idx="1168">
                  <c:v>40353</c:v>
                </c:pt>
                <c:pt idx="1169">
                  <c:v>40354</c:v>
                </c:pt>
                <c:pt idx="1170">
                  <c:v>40357</c:v>
                </c:pt>
                <c:pt idx="1171">
                  <c:v>40358</c:v>
                </c:pt>
                <c:pt idx="1172">
                  <c:v>40359</c:v>
                </c:pt>
                <c:pt idx="1173">
                  <c:v>40360</c:v>
                </c:pt>
                <c:pt idx="1174">
                  <c:v>40361</c:v>
                </c:pt>
                <c:pt idx="1175">
                  <c:v>40364</c:v>
                </c:pt>
                <c:pt idx="1176">
                  <c:v>40365</c:v>
                </c:pt>
                <c:pt idx="1177">
                  <c:v>40366</c:v>
                </c:pt>
                <c:pt idx="1178">
                  <c:v>40367</c:v>
                </c:pt>
                <c:pt idx="1179">
                  <c:v>40368</c:v>
                </c:pt>
                <c:pt idx="1180">
                  <c:v>40371</c:v>
                </c:pt>
                <c:pt idx="1181">
                  <c:v>40372</c:v>
                </c:pt>
                <c:pt idx="1182">
                  <c:v>40373</c:v>
                </c:pt>
                <c:pt idx="1183">
                  <c:v>40374</c:v>
                </c:pt>
                <c:pt idx="1184">
                  <c:v>40375</c:v>
                </c:pt>
                <c:pt idx="1185">
                  <c:v>40378</c:v>
                </c:pt>
                <c:pt idx="1186">
                  <c:v>40379</c:v>
                </c:pt>
                <c:pt idx="1187">
                  <c:v>40380</c:v>
                </c:pt>
                <c:pt idx="1188">
                  <c:v>40381</c:v>
                </c:pt>
                <c:pt idx="1189">
                  <c:v>40382</c:v>
                </c:pt>
                <c:pt idx="1190">
                  <c:v>40385</c:v>
                </c:pt>
                <c:pt idx="1191">
                  <c:v>40386</c:v>
                </c:pt>
                <c:pt idx="1192">
                  <c:v>40387</c:v>
                </c:pt>
                <c:pt idx="1193">
                  <c:v>40388</c:v>
                </c:pt>
                <c:pt idx="1194">
                  <c:v>40389</c:v>
                </c:pt>
                <c:pt idx="1195">
                  <c:v>40392</c:v>
                </c:pt>
                <c:pt idx="1196">
                  <c:v>40393</c:v>
                </c:pt>
                <c:pt idx="1197">
                  <c:v>40394</c:v>
                </c:pt>
                <c:pt idx="1198">
                  <c:v>40395</c:v>
                </c:pt>
                <c:pt idx="1199">
                  <c:v>40396</c:v>
                </c:pt>
                <c:pt idx="1200">
                  <c:v>40399</c:v>
                </c:pt>
                <c:pt idx="1201">
                  <c:v>40400</c:v>
                </c:pt>
                <c:pt idx="1202">
                  <c:v>40401</c:v>
                </c:pt>
                <c:pt idx="1203">
                  <c:v>40402</c:v>
                </c:pt>
                <c:pt idx="1204">
                  <c:v>40403</c:v>
                </c:pt>
                <c:pt idx="1205">
                  <c:v>40406</c:v>
                </c:pt>
                <c:pt idx="1206">
                  <c:v>40407</c:v>
                </c:pt>
                <c:pt idx="1207">
                  <c:v>40408</c:v>
                </c:pt>
                <c:pt idx="1208">
                  <c:v>40409</c:v>
                </c:pt>
                <c:pt idx="1209">
                  <c:v>40410</c:v>
                </c:pt>
                <c:pt idx="1210">
                  <c:v>40413</c:v>
                </c:pt>
                <c:pt idx="1211">
                  <c:v>40414</c:v>
                </c:pt>
                <c:pt idx="1212">
                  <c:v>40415</c:v>
                </c:pt>
                <c:pt idx="1213">
                  <c:v>40416</c:v>
                </c:pt>
                <c:pt idx="1214">
                  <c:v>40417</c:v>
                </c:pt>
                <c:pt idx="1215">
                  <c:v>40420</c:v>
                </c:pt>
                <c:pt idx="1216">
                  <c:v>40421</c:v>
                </c:pt>
                <c:pt idx="1217">
                  <c:v>40422</c:v>
                </c:pt>
                <c:pt idx="1218">
                  <c:v>40423</c:v>
                </c:pt>
                <c:pt idx="1219">
                  <c:v>40424</c:v>
                </c:pt>
                <c:pt idx="1220">
                  <c:v>40427</c:v>
                </c:pt>
                <c:pt idx="1221">
                  <c:v>40428</c:v>
                </c:pt>
                <c:pt idx="1222">
                  <c:v>40429</c:v>
                </c:pt>
                <c:pt idx="1223">
                  <c:v>40430</c:v>
                </c:pt>
                <c:pt idx="1224">
                  <c:v>40431</c:v>
                </c:pt>
                <c:pt idx="1225">
                  <c:v>40434</c:v>
                </c:pt>
                <c:pt idx="1226">
                  <c:v>40435</c:v>
                </c:pt>
                <c:pt idx="1227">
                  <c:v>40436</c:v>
                </c:pt>
                <c:pt idx="1228">
                  <c:v>40437</c:v>
                </c:pt>
                <c:pt idx="1229">
                  <c:v>40438</c:v>
                </c:pt>
                <c:pt idx="1230">
                  <c:v>40441</c:v>
                </c:pt>
                <c:pt idx="1231">
                  <c:v>40442</c:v>
                </c:pt>
                <c:pt idx="1232">
                  <c:v>40443</c:v>
                </c:pt>
                <c:pt idx="1233">
                  <c:v>40444</c:v>
                </c:pt>
                <c:pt idx="1234">
                  <c:v>40445</c:v>
                </c:pt>
                <c:pt idx="1235">
                  <c:v>40448</c:v>
                </c:pt>
                <c:pt idx="1236">
                  <c:v>40449</c:v>
                </c:pt>
                <c:pt idx="1237">
                  <c:v>40450</c:v>
                </c:pt>
                <c:pt idx="1238">
                  <c:v>40451</c:v>
                </c:pt>
                <c:pt idx="1239">
                  <c:v>40452</c:v>
                </c:pt>
                <c:pt idx="1240">
                  <c:v>40455</c:v>
                </c:pt>
                <c:pt idx="1241">
                  <c:v>40456</c:v>
                </c:pt>
                <c:pt idx="1242">
                  <c:v>40457</c:v>
                </c:pt>
                <c:pt idx="1243">
                  <c:v>40458</c:v>
                </c:pt>
                <c:pt idx="1244">
                  <c:v>40459</c:v>
                </c:pt>
                <c:pt idx="1245">
                  <c:v>40462</c:v>
                </c:pt>
                <c:pt idx="1246">
                  <c:v>40463</c:v>
                </c:pt>
                <c:pt idx="1247">
                  <c:v>40464</c:v>
                </c:pt>
                <c:pt idx="1248">
                  <c:v>40465</c:v>
                </c:pt>
                <c:pt idx="1249">
                  <c:v>40466</c:v>
                </c:pt>
                <c:pt idx="1250">
                  <c:v>40469</c:v>
                </c:pt>
                <c:pt idx="1251">
                  <c:v>40470</c:v>
                </c:pt>
                <c:pt idx="1252">
                  <c:v>40471</c:v>
                </c:pt>
                <c:pt idx="1253">
                  <c:v>40472</c:v>
                </c:pt>
                <c:pt idx="1254">
                  <c:v>40473</c:v>
                </c:pt>
                <c:pt idx="1255">
                  <c:v>40476</c:v>
                </c:pt>
                <c:pt idx="1256">
                  <c:v>40477</c:v>
                </c:pt>
                <c:pt idx="1257">
                  <c:v>40478</c:v>
                </c:pt>
                <c:pt idx="1258">
                  <c:v>40479</c:v>
                </c:pt>
                <c:pt idx="1259">
                  <c:v>40480</c:v>
                </c:pt>
                <c:pt idx="1260">
                  <c:v>40483</c:v>
                </c:pt>
                <c:pt idx="1261">
                  <c:v>40484</c:v>
                </c:pt>
                <c:pt idx="1262">
                  <c:v>40485</c:v>
                </c:pt>
                <c:pt idx="1263">
                  <c:v>40486</c:v>
                </c:pt>
                <c:pt idx="1264">
                  <c:v>40487</c:v>
                </c:pt>
                <c:pt idx="1265">
                  <c:v>40490</c:v>
                </c:pt>
                <c:pt idx="1266">
                  <c:v>40491</c:v>
                </c:pt>
                <c:pt idx="1267">
                  <c:v>40492</c:v>
                </c:pt>
                <c:pt idx="1268">
                  <c:v>40493</c:v>
                </c:pt>
                <c:pt idx="1269">
                  <c:v>40494</c:v>
                </c:pt>
                <c:pt idx="1270">
                  <c:v>40497</c:v>
                </c:pt>
                <c:pt idx="1271">
                  <c:v>40498</c:v>
                </c:pt>
                <c:pt idx="1272">
                  <c:v>40499</c:v>
                </c:pt>
                <c:pt idx="1273">
                  <c:v>40500</c:v>
                </c:pt>
                <c:pt idx="1274">
                  <c:v>40501</c:v>
                </c:pt>
                <c:pt idx="1275">
                  <c:v>40504</c:v>
                </c:pt>
                <c:pt idx="1276">
                  <c:v>40505</c:v>
                </c:pt>
                <c:pt idx="1277">
                  <c:v>40506</c:v>
                </c:pt>
                <c:pt idx="1278">
                  <c:v>40507</c:v>
                </c:pt>
                <c:pt idx="1279">
                  <c:v>40508</c:v>
                </c:pt>
                <c:pt idx="1280">
                  <c:v>40511</c:v>
                </c:pt>
                <c:pt idx="1281">
                  <c:v>40512</c:v>
                </c:pt>
                <c:pt idx="1282">
                  <c:v>40513</c:v>
                </c:pt>
                <c:pt idx="1283">
                  <c:v>40514</c:v>
                </c:pt>
                <c:pt idx="1284">
                  <c:v>40515</c:v>
                </c:pt>
                <c:pt idx="1285">
                  <c:v>40518</c:v>
                </c:pt>
                <c:pt idx="1286">
                  <c:v>40519</c:v>
                </c:pt>
                <c:pt idx="1287">
                  <c:v>40520</c:v>
                </c:pt>
                <c:pt idx="1288">
                  <c:v>40521</c:v>
                </c:pt>
                <c:pt idx="1289">
                  <c:v>40522</c:v>
                </c:pt>
                <c:pt idx="1290">
                  <c:v>40525</c:v>
                </c:pt>
                <c:pt idx="1291">
                  <c:v>40526</c:v>
                </c:pt>
                <c:pt idx="1292">
                  <c:v>40527</c:v>
                </c:pt>
                <c:pt idx="1293">
                  <c:v>40528</c:v>
                </c:pt>
                <c:pt idx="1294">
                  <c:v>40529</c:v>
                </c:pt>
                <c:pt idx="1295">
                  <c:v>40532</c:v>
                </c:pt>
                <c:pt idx="1296">
                  <c:v>40533</c:v>
                </c:pt>
                <c:pt idx="1297">
                  <c:v>40534</c:v>
                </c:pt>
                <c:pt idx="1298">
                  <c:v>40535</c:v>
                </c:pt>
                <c:pt idx="1299">
                  <c:v>40536</c:v>
                </c:pt>
                <c:pt idx="1300">
                  <c:v>40539</c:v>
                </c:pt>
                <c:pt idx="1301">
                  <c:v>40540</c:v>
                </c:pt>
                <c:pt idx="1302">
                  <c:v>40541</c:v>
                </c:pt>
                <c:pt idx="1303">
                  <c:v>40542</c:v>
                </c:pt>
                <c:pt idx="1304">
                  <c:v>40543</c:v>
                </c:pt>
                <c:pt idx="1305">
                  <c:v>40546</c:v>
                </c:pt>
                <c:pt idx="1306">
                  <c:v>40547</c:v>
                </c:pt>
                <c:pt idx="1307">
                  <c:v>40548</c:v>
                </c:pt>
                <c:pt idx="1308">
                  <c:v>40549</c:v>
                </c:pt>
                <c:pt idx="1309">
                  <c:v>40550</c:v>
                </c:pt>
                <c:pt idx="1310">
                  <c:v>40553</c:v>
                </c:pt>
                <c:pt idx="1311">
                  <c:v>40554</c:v>
                </c:pt>
                <c:pt idx="1312">
                  <c:v>40555</c:v>
                </c:pt>
                <c:pt idx="1313">
                  <c:v>40556</c:v>
                </c:pt>
                <c:pt idx="1314">
                  <c:v>40557</c:v>
                </c:pt>
                <c:pt idx="1315">
                  <c:v>40560</c:v>
                </c:pt>
                <c:pt idx="1316">
                  <c:v>40561</c:v>
                </c:pt>
                <c:pt idx="1317">
                  <c:v>40562</c:v>
                </c:pt>
                <c:pt idx="1318">
                  <c:v>40563</c:v>
                </c:pt>
                <c:pt idx="1319">
                  <c:v>40564</c:v>
                </c:pt>
                <c:pt idx="1320">
                  <c:v>40567</c:v>
                </c:pt>
                <c:pt idx="1321">
                  <c:v>40568</c:v>
                </c:pt>
                <c:pt idx="1322">
                  <c:v>40569</c:v>
                </c:pt>
                <c:pt idx="1323">
                  <c:v>40570</c:v>
                </c:pt>
                <c:pt idx="1324">
                  <c:v>40571</c:v>
                </c:pt>
                <c:pt idx="1325">
                  <c:v>40574</c:v>
                </c:pt>
                <c:pt idx="1326">
                  <c:v>40575</c:v>
                </c:pt>
                <c:pt idx="1327">
                  <c:v>40576</c:v>
                </c:pt>
                <c:pt idx="1328">
                  <c:v>40577</c:v>
                </c:pt>
                <c:pt idx="1329">
                  <c:v>40578</c:v>
                </c:pt>
                <c:pt idx="1330">
                  <c:v>40581</c:v>
                </c:pt>
                <c:pt idx="1331">
                  <c:v>40582</c:v>
                </c:pt>
                <c:pt idx="1332">
                  <c:v>40583</c:v>
                </c:pt>
                <c:pt idx="1333">
                  <c:v>40584</c:v>
                </c:pt>
                <c:pt idx="1334">
                  <c:v>40585</c:v>
                </c:pt>
                <c:pt idx="1335">
                  <c:v>40588</c:v>
                </c:pt>
                <c:pt idx="1336">
                  <c:v>40589</c:v>
                </c:pt>
                <c:pt idx="1337">
                  <c:v>40590</c:v>
                </c:pt>
                <c:pt idx="1338">
                  <c:v>40591</c:v>
                </c:pt>
                <c:pt idx="1339">
                  <c:v>40592</c:v>
                </c:pt>
                <c:pt idx="1340">
                  <c:v>40595</c:v>
                </c:pt>
                <c:pt idx="1341">
                  <c:v>40596</c:v>
                </c:pt>
                <c:pt idx="1342">
                  <c:v>40597</c:v>
                </c:pt>
                <c:pt idx="1343">
                  <c:v>40598</c:v>
                </c:pt>
                <c:pt idx="1344">
                  <c:v>40599</c:v>
                </c:pt>
                <c:pt idx="1345">
                  <c:v>40602</c:v>
                </c:pt>
                <c:pt idx="1346">
                  <c:v>40603</c:v>
                </c:pt>
                <c:pt idx="1347">
                  <c:v>40604</c:v>
                </c:pt>
                <c:pt idx="1348">
                  <c:v>40605</c:v>
                </c:pt>
                <c:pt idx="1349">
                  <c:v>40606</c:v>
                </c:pt>
                <c:pt idx="1350">
                  <c:v>40609</c:v>
                </c:pt>
                <c:pt idx="1351">
                  <c:v>40610</c:v>
                </c:pt>
                <c:pt idx="1352">
                  <c:v>40611</c:v>
                </c:pt>
                <c:pt idx="1353">
                  <c:v>40612</c:v>
                </c:pt>
                <c:pt idx="1354">
                  <c:v>40613</c:v>
                </c:pt>
                <c:pt idx="1355">
                  <c:v>40616</c:v>
                </c:pt>
                <c:pt idx="1356">
                  <c:v>40617</c:v>
                </c:pt>
                <c:pt idx="1357">
                  <c:v>40618</c:v>
                </c:pt>
                <c:pt idx="1358">
                  <c:v>40619</c:v>
                </c:pt>
                <c:pt idx="1359">
                  <c:v>40620</c:v>
                </c:pt>
                <c:pt idx="1360">
                  <c:v>40623</c:v>
                </c:pt>
                <c:pt idx="1361">
                  <c:v>40624</c:v>
                </c:pt>
                <c:pt idx="1362">
                  <c:v>40625</c:v>
                </c:pt>
                <c:pt idx="1363">
                  <c:v>40626</c:v>
                </c:pt>
                <c:pt idx="1364">
                  <c:v>40627</c:v>
                </c:pt>
                <c:pt idx="1365">
                  <c:v>40630</c:v>
                </c:pt>
                <c:pt idx="1366">
                  <c:v>40631</c:v>
                </c:pt>
                <c:pt idx="1367">
                  <c:v>40632</c:v>
                </c:pt>
                <c:pt idx="1368">
                  <c:v>40633</c:v>
                </c:pt>
                <c:pt idx="1369">
                  <c:v>40634</c:v>
                </c:pt>
                <c:pt idx="1370">
                  <c:v>40637</c:v>
                </c:pt>
                <c:pt idx="1371">
                  <c:v>40638</c:v>
                </c:pt>
                <c:pt idx="1372">
                  <c:v>40639</c:v>
                </c:pt>
                <c:pt idx="1373">
                  <c:v>40640</c:v>
                </c:pt>
                <c:pt idx="1374">
                  <c:v>40641</c:v>
                </c:pt>
                <c:pt idx="1375">
                  <c:v>40644</c:v>
                </c:pt>
                <c:pt idx="1376">
                  <c:v>40645</c:v>
                </c:pt>
                <c:pt idx="1377">
                  <c:v>40646</c:v>
                </c:pt>
                <c:pt idx="1378">
                  <c:v>40647</c:v>
                </c:pt>
                <c:pt idx="1379">
                  <c:v>40648</c:v>
                </c:pt>
                <c:pt idx="1380">
                  <c:v>40651</c:v>
                </c:pt>
                <c:pt idx="1381">
                  <c:v>40652</c:v>
                </c:pt>
                <c:pt idx="1382">
                  <c:v>40653</c:v>
                </c:pt>
                <c:pt idx="1383">
                  <c:v>40654</c:v>
                </c:pt>
                <c:pt idx="1384">
                  <c:v>40655</c:v>
                </c:pt>
                <c:pt idx="1385">
                  <c:v>40658</c:v>
                </c:pt>
                <c:pt idx="1386">
                  <c:v>40659</c:v>
                </c:pt>
                <c:pt idx="1387">
                  <c:v>40660</c:v>
                </c:pt>
                <c:pt idx="1388">
                  <c:v>40661</c:v>
                </c:pt>
                <c:pt idx="1389">
                  <c:v>40662</c:v>
                </c:pt>
                <c:pt idx="1390">
                  <c:v>40665</c:v>
                </c:pt>
                <c:pt idx="1391">
                  <c:v>40666</c:v>
                </c:pt>
                <c:pt idx="1392">
                  <c:v>40667</c:v>
                </c:pt>
                <c:pt idx="1393">
                  <c:v>40668</c:v>
                </c:pt>
                <c:pt idx="1394">
                  <c:v>40669</c:v>
                </c:pt>
                <c:pt idx="1395">
                  <c:v>40672</c:v>
                </c:pt>
                <c:pt idx="1396">
                  <c:v>40673</c:v>
                </c:pt>
                <c:pt idx="1397">
                  <c:v>40674</c:v>
                </c:pt>
                <c:pt idx="1398">
                  <c:v>40675</c:v>
                </c:pt>
                <c:pt idx="1399">
                  <c:v>40676</c:v>
                </c:pt>
                <c:pt idx="1400">
                  <c:v>40679</c:v>
                </c:pt>
                <c:pt idx="1401">
                  <c:v>40680</c:v>
                </c:pt>
                <c:pt idx="1402">
                  <c:v>40681</c:v>
                </c:pt>
                <c:pt idx="1403">
                  <c:v>40682</c:v>
                </c:pt>
                <c:pt idx="1404">
                  <c:v>40683</c:v>
                </c:pt>
                <c:pt idx="1405">
                  <c:v>40686</c:v>
                </c:pt>
                <c:pt idx="1406">
                  <c:v>40687</c:v>
                </c:pt>
                <c:pt idx="1407">
                  <c:v>40688</c:v>
                </c:pt>
                <c:pt idx="1408">
                  <c:v>40689</c:v>
                </c:pt>
                <c:pt idx="1409">
                  <c:v>40690</c:v>
                </c:pt>
                <c:pt idx="1410">
                  <c:v>40693</c:v>
                </c:pt>
                <c:pt idx="1411">
                  <c:v>40694</c:v>
                </c:pt>
                <c:pt idx="1412">
                  <c:v>40695</c:v>
                </c:pt>
                <c:pt idx="1413">
                  <c:v>40696</c:v>
                </c:pt>
                <c:pt idx="1414">
                  <c:v>40697</c:v>
                </c:pt>
                <c:pt idx="1415">
                  <c:v>40700</c:v>
                </c:pt>
                <c:pt idx="1416">
                  <c:v>40701</c:v>
                </c:pt>
                <c:pt idx="1417">
                  <c:v>40702</c:v>
                </c:pt>
                <c:pt idx="1418">
                  <c:v>40703</c:v>
                </c:pt>
                <c:pt idx="1419">
                  <c:v>40704</c:v>
                </c:pt>
                <c:pt idx="1420">
                  <c:v>40707</c:v>
                </c:pt>
                <c:pt idx="1421">
                  <c:v>40708</c:v>
                </c:pt>
                <c:pt idx="1422">
                  <c:v>40709</c:v>
                </c:pt>
                <c:pt idx="1423">
                  <c:v>40710</c:v>
                </c:pt>
                <c:pt idx="1424">
                  <c:v>40711</c:v>
                </c:pt>
                <c:pt idx="1425">
                  <c:v>40714</c:v>
                </c:pt>
                <c:pt idx="1426">
                  <c:v>40715</c:v>
                </c:pt>
                <c:pt idx="1427">
                  <c:v>40716</c:v>
                </c:pt>
                <c:pt idx="1428">
                  <c:v>40717</c:v>
                </c:pt>
                <c:pt idx="1429">
                  <c:v>40718</c:v>
                </c:pt>
                <c:pt idx="1430">
                  <c:v>40721</c:v>
                </c:pt>
                <c:pt idx="1431">
                  <c:v>40722</c:v>
                </c:pt>
                <c:pt idx="1432">
                  <c:v>40723</c:v>
                </c:pt>
                <c:pt idx="1433">
                  <c:v>40724</c:v>
                </c:pt>
                <c:pt idx="1434">
                  <c:v>40725</c:v>
                </c:pt>
                <c:pt idx="1435">
                  <c:v>40728</c:v>
                </c:pt>
                <c:pt idx="1436">
                  <c:v>40729</c:v>
                </c:pt>
                <c:pt idx="1437">
                  <c:v>40730</c:v>
                </c:pt>
                <c:pt idx="1438">
                  <c:v>40731</c:v>
                </c:pt>
                <c:pt idx="1439">
                  <c:v>40732</c:v>
                </c:pt>
                <c:pt idx="1440">
                  <c:v>40735</c:v>
                </c:pt>
                <c:pt idx="1441">
                  <c:v>40736</c:v>
                </c:pt>
                <c:pt idx="1442">
                  <c:v>40737</c:v>
                </c:pt>
                <c:pt idx="1443">
                  <c:v>40738</c:v>
                </c:pt>
                <c:pt idx="1444">
                  <c:v>40739</c:v>
                </c:pt>
                <c:pt idx="1445">
                  <c:v>40742</c:v>
                </c:pt>
                <c:pt idx="1446">
                  <c:v>40743</c:v>
                </c:pt>
                <c:pt idx="1447">
                  <c:v>40744</c:v>
                </c:pt>
                <c:pt idx="1448">
                  <c:v>40745</c:v>
                </c:pt>
                <c:pt idx="1449">
                  <c:v>40746</c:v>
                </c:pt>
                <c:pt idx="1450">
                  <c:v>40749</c:v>
                </c:pt>
                <c:pt idx="1451">
                  <c:v>40750</c:v>
                </c:pt>
                <c:pt idx="1452">
                  <c:v>40751</c:v>
                </c:pt>
                <c:pt idx="1453">
                  <c:v>40752</c:v>
                </c:pt>
                <c:pt idx="1454">
                  <c:v>40753</c:v>
                </c:pt>
                <c:pt idx="1455">
                  <c:v>40756</c:v>
                </c:pt>
                <c:pt idx="1456">
                  <c:v>40757</c:v>
                </c:pt>
                <c:pt idx="1457">
                  <c:v>40758</c:v>
                </c:pt>
                <c:pt idx="1458">
                  <c:v>40759</c:v>
                </c:pt>
                <c:pt idx="1459">
                  <c:v>40760</c:v>
                </c:pt>
                <c:pt idx="1460">
                  <c:v>40763</c:v>
                </c:pt>
                <c:pt idx="1461">
                  <c:v>40764</c:v>
                </c:pt>
                <c:pt idx="1462">
                  <c:v>40765</c:v>
                </c:pt>
                <c:pt idx="1463">
                  <c:v>40766</c:v>
                </c:pt>
                <c:pt idx="1464">
                  <c:v>40767</c:v>
                </c:pt>
                <c:pt idx="1465">
                  <c:v>40770</c:v>
                </c:pt>
                <c:pt idx="1466">
                  <c:v>40771</c:v>
                </c:pt>
                <c:pt idx="1467">
                  <c:v>40772</c:v>
                </c:pt>
                <c:pt idx="1468">
                  <c:v>40773</c:v>
                </c:pt>
                <c:pt idx="1469">
                  <c:v>40774</c:v>
                </c:pt>
                <c:pt idx="1470">
                  <c:v>40777</c:v>
                </c:pt>
                <c:pt idx="1471">
                  <c:v>40778</c:v>
                </c:pt>
                <c:pt idx="1472">
                  <c:v>40779</c:v>
                </c:pt>
                <c:pt idx="1473">
                  <c:v>40780</c:v>
                </c:pt>
                <c:pt idx="1474">
                  <c:v>40781</c:v>
                </c:pt>
                <c:pt idx="1475">
                  <c:v>40784</c:v>
                </c:pt>
                <c:pt idx="1476">
                  <c:v>40785</c:v>
                </c:pt>
                <c:pt idx="1477">
                  <c:v>40786</c:v>
                </c:pt>
                <c:pt idx="1478">
                  <c:v>40787</c:v>
                </c:pt>
                <c:pt idx="1479">
                  <c:v>40788</c:v>
                </c:pt>
                <c:pt idx="1480">
                  <c:v>40791</c:v>
                </c:pt>
                <c:pt idx="1481">
                  <c:v>40792</c:v>
                </c:pt>
                <c:pt idx="1482">
                  <c:v>40793</c:v>
                </c:pt>
                <c:pt idx="1483">
                  <c:v>40794</c:v>
                </c:pt>
                <c:pt idx="1484">
                  <c:v>40795</c:v>
                </c:pt>
                <c:pt idx="1485">
                  <c:v>40798</c:v>
                </c:pt>
                <c:pt idx="1486">
                  <c:v>40799</c:v>
                </c:pt>
                <c:pt idx="1487">
                  <c:v>40800</c:v>
                </c:pt>
                <c:pt idx="1488">
                  <c:v>40801</c:v>
                </c:pt>
                <c:pt idx="1489">
                  <c:v>40802</c:v>
                </c:pt>
                <c:pt idx="1490">
                  <c:v>40805</c:v>
                </c:pt>
                <c:pt idx="1491">
                  <c:v>40806</c:v>
                </c:pt>
                <c:pt idx="1492">
                  <c:v>40807</c:v>
                </c:pt>
                <c:pt idx="1493">
                  <c:v>40808</c:v>
                </c:pt>
                <c:pt idx="1494">
                  <c:v>40809</c:v>
                </c:pt>
                <c:pt idx="1495">
                  <c:v>40812</c:v>
                </c:pt>
                <c:pt idx="1496">
                  <c:v>40813</c:v>
                </c:pt>
                <c:pt idx="1497">
                  <c:v>40814</c:v>
                </c:pt>
                <c:pt idx="1498">
                  <c:v>40815</c:v>
                </c:pt>
                <c:pt idx="1499">
                  <c:v>40816</c:v>
                </c:pt>
                <c:pt idx="1500">
                  <c:v>40819</c:v>
                </c:pt>
                <c:pt idx="1501">
                  <c:v>40820</c:v>
                </c:pt>
                <c:pt idx="1502">
                  <c:v>40821</c:v>
                </c:pt>
                <c:pt idx="1503">
                  <c:v>40822</c:v>
                </c:pt>
                <c:pt idx="1504">
                  <c:v>40823</c:v>
                </c:pt>
                <c:pt idx="1505">
                  <c:v>40826</c:v>
                </c:pt>
                <c:pt idx="1506">
                  <c:v>40827</c:v>
                </c:pt>
                <c:pt idx="1507">
                  <c:v>40828</c:v>
                </c:pt>
                <c:pt idx="1508">
                  <c:v>40829</c:v>
                </c:pt>
                <c:pt idx="1509">
                  <c:v>40830</c:v>
                </c:pt>
                <c:pt idx="1510">
                  <c:v>40833</c:v>
                </c:pt>
                <c:pt idx="1511">
                  <c:v>40834</c:v>
                </c:pt>
                <c:pt idx="1512">
                  <c:v>40835</c:v>
                </c:pt>
                <c:pt idx="1513">
                  <c:v>40836</c:v>
                </c:pt>
                <c:pt idx="1514">
                  <c:v>40837</c:v>
                </c:pt>
                <c:pt idx="1515">
                  <c:v>40840</c:v>
                </c:pt>
                <c:pt idx="1516">
                  <c:v>40841</c:v>
                </c:pt>
                <c:pt idx="1517">
                  <c:v>40842</c:v>
                </c:pt>
                <c:pt idx="1518">
                  <c:v>40843</c:v>
                </c:pt>
                <c:pt idx="1519">
                  <c:v>40844</c:v>
                </c:pt>
                <c:pt idx="1520">
                  <c:v>40847</c:v>
                </c:pt>
                <c:pt idx="1521">
                  <c:v>40848</c:v>
                </c:pt>
                <c:pt idx="1522">
                  <c:v>40849</c:v>
                </c:pt>
                <c:pt idx="1523">
                  <c:v>40850</c:v>
                </c:pt>
                <c:pt idx="1524">
                  <c:v>40851</c:v>
                </c:pt>
                <c:pt idx="1525">
                  <c:v>40854</c:v>
                </c:pt>
                <c:pt idx="1526">
                  <c:v>40855</c:v>
                </c:pt>
                <c:pt idx="1527">
                  <c:v>40856</c:v>
                </c:pt>
                <c:pt idx="1528">
                  <c:v>40857</c:v>
                </c:pt>
                <c:pt idx="1529">
                  <c:v>40858</c:v>
                </c:pt>
                <c:pt idx="1530">
                  <c:v>40861</c:v>
                </c:pt>
                <c:pt idx="1531">
                  <c:v>40862</c:v>
                </c:pt>
                <c:pt idx="1532">
                  <c:v>40863</c:v>
                </c:pt>
                <c:pt idx="1533">
                  <c:v>40864</c:v>
                </c:pt>
                <c:pt idx="1534">
                  <c:v>40865</c:v>
                </c:pt>
                <c:pt idx="1535">
                  <c:v>40868</c:v>
                </c:pt>
                <c:pt idx="1536">
                  <c:v>40869</c:v>
                </c:pt>
                <c:pt idx="1537">
                  <c:v>40870</c:v>
                </c:pt>
                <c:pt idx="1538">
                  <c:v>40871</c:v>
                </c:pt>
                <c:pt idx="1539">
                  <c:v>40872</c:v>
                </c:pt>
                <c:pt idx="1540">
                  <c:v>40875</c:v>
                </c:pt>
                <c:pt idx="1541">
                  <c:v>40876</c:v>
                </c:pt>
                <c:pt idx="1542">
                  <c:v>40877</c:v>
                </c:pt>
                <c:pt idx="1543">
                  <c:v>40878</c:v>
                </c:pt>
                <c:pt idx="1544">
                  <c:v>40879</c:v>
                </c:pt>
                <c:pt idx="1545">
                  <c:v>40882</c:v>
                </c:pt>
                <c:pt idx="1546">
                  <c:v>40883</c:v>
                </c:pt>
                <c:pt idx="1547">
                  <c:v>40884</c:v>
                </c:pt>
                <c:pt idx="1548">
                  <c:v>40885</c:v>
                </c:pt>
                <c:pt idx="1549">
                  <c:v>40886</c:v>
                </c:pt>
                <c:pt idx="1550">
                  <c:v>40889</c:v>
                </c:pt>
                <c:pt idx="1551">
                  <c:v>40890</c:v>
                </c:pt>
                <c:pt idx="1552">
                  <c:v>40891</c:v>
                </c:pt>
                <c:pt idx="1553">
                  <c:v>40892</c:v>
                </c:pt>
                <c:pt idx="1554">
                  <c:v>40893</c:v>
                </c:pt>
                <c:pt idx="1555">
                  <c:v>40896</c:v>
                </c:pt>
                <c:pt idx="1556">
                  <c:v>40897</c:v>
                </c:pt>
                <c:pt idx="1557">
                  <c:v>40898</c:v>
                </c:pt>
                <c:pt idx="1558">
                  <c:v>40899</c:v>
                </c:pt>
                <c:pt idx="1559">
                  <c:v>40900</c:v>
                </c:pt>
                <c:pt idx="1560">
                  <c:v>40903</c:v>
                </c:pt>
                <c:pt idx="1561">
                  <c:v>40904</c:v>
                </c:pt>
                <c:pt idx="1562">
                  <c:v>40905</c:v>
                </c:pt>
                <c:pt idx="1563">
                  <c:v>40906</c:v>
                </c:pt>
                <c:pt idx="1564">
                  <c:v>40907</c:v>
                </c:pt>
                <c:pt idx="1565">
                  <c:v>40910</c:v>
                </c:pt>
                <c:pt idx="1566">
                  <c:v>40911</c:v>
                </c:pt>
                <c:pt idx="1567">
                  <c:v>40912</c:v>
                </c:pt>
                <c:pt idx="1568">
                  <c:v>40913</c:v>
                </c:pt>
                <c:pt idx="1569">
                  <c:v>40914</c:v>
                </c:pt>
                <c:pt idx="1570">
                  <c:v>40917</c:v>
                </c:pt>
                <c:pt idx="1571">
                  <c:v>40918</c:v>
                </c:pt>
                <c:pt idx="1572">
                  <c:v>40919</c:v>
                </c:pt>
                <c:pt idx="1573">
                  <c:v>40920</c:v>
                </c:pt>
                <c:pt idx="1574">
                  <c:v>40921</c:v>
                </c:pt>
                <c:pt idx="1575">
                  <c:v>40924</c:v>
                </c:pt>
                <c:pt idx="1576">
                  <c:v>40925</c:v>
                </c:pt>
                <c:pt idx="1577">
                  <c:v>40926</c:v>
                </c:pt>
                <c:pt idx="1578">
                  <c:v>40927</c:v>
                </c:pt>
                <c:pt idx="1579">
                  <c:v>40928</c:v>
                </c:pt>
                <c:pt idx="1580">
                  <c:v>40931</c:v>
                </c:pt>
                <c:pt idx="1581">
                  <c:v>40932</c:v>
                </c:pt>
                <c:pt idx="1582">
                  <c:v>40933</c:v>
                </c:pt>
                <c:pt idx="1583">
                  <c:v>40934</c:v>
                </c:pt>
                <c:pt idx="1584">
                  <c:v>40935</c:v>
                </c:pt>
                <c:pt idx="1585">
                  <c:v>40938</c:v>
                </c:pt>
                <c:pt idx="1586">
                  <c:v>40939</c:v>
                </c:pt>
                <c:pt idx="1587">
                  <c:v>40940</c:v>
                </c:pt>
                <c:pt idx="1588">
                  <c:v>40941</c:v>
                </c:pt>
                <c:pt idx="1589">
                  <c:v>40942</c:v>
                </c:pt>
                <c:pt idx="1590">
                  <c:v>40945</c:v>
                </c:pt>
                <c:pt idx="1591">
                  <c:v>40946</c:v>
                </c:pt>
                <c:pt idx="1592">
                  <c:v>40947</c:v>
                </c:pt>
                <c:pt idx="1593">
                  <c:v>40948</c:v>
                </c:pt>
                <c:pt idx="1594">
                  <c:v>40949</c:v>
                </c:pt>
                <c:pt idx="1595">
                  <c:v>40952</c:v>
                </c:pt>
                <c:pt idx="1596">
                  <c:v>40953</c:v>
                </c:pt>
                <c:pt idx="1597">
                  <c:v>40954</c:v>
                </c:pt>
                <c:pt idx="1598">
                  <c:v>40955</c:v>
                </c:pt>
                <c:pt idx="1599">
                  <c:v>40956</c:v>
                </c:pt>
                <c:pt idx="1600">
                  <c:v>40959</c:v>
                </c:pt>
                <c:pt idx="1601">
                  <c:v>40960</c:v>
                </c:pt>
                <c:pt idx="1602">
                  <c:v>40961</c:v>
                </c:pt>
                <c:pt idx="1603">
                  <c:v>40962</c:v>
                </c:pt>
                <c:pt idx="1604">
                  <c:v>40963</c:v>
                </c:pt>
                <c:pt idx="1605">
                  <c:v>40966</c:v>
                </c:pt>
                <c:pt idx="1606">
                  <c:v>40967</c:v>
                </c:pt>
                <c:pt idx="1607">
                  <c:v>40968</c:v>
                </c:pt>
                <c:pt idx="1608">
                  <c:v>40969</c:v>
                </c:pt>
                <c:pt idx="1609">
                  <c:v>40970</c:v>
                </c:pt>
                <c:pt idx="1610">
                  <c:v>40973</c:v>
                </c:pt>
                <c:pt idx="1611">
                  <c:v>40974</c:v>
                </c:pt>
                <c:pt idx="1612">
                  <c:v>40975</c:v>
                </c:pt>
                <c:pt idx="1613">
                  <c:v>40976</c:v>
                </c:pt>
                <c:pt idx="1614">
                  <c:v>40977</c:v>
                </c:pt>
                <c:pt idx="1615">
                  <c:v>40980</c:v>
                </c:pt>
                <c:pt idx="1616">
                  <c:v>40981</c:v>
                </c:pt>
                <c:pt idx="1617">
                  <c:v>40982</c:v>
                </c:pt>
                <c:pt idx="1618">
                  <c:v>40983</c:v>
                </c:pt>
                <c:pt idx="1619">
                  <c:v>40984</c:v>
                </c:pt>
                <c:pt idx="1620">
                  <c:v>40987</c:v>
                </c:pt>
                <c:pt idx="1621">
                  <c:v>40988</c:v>
                </c:pt>
                <c:pt idx="1622">
                  <c:v>40989</c:v>
                </c:pt>
                <c:pt idx="1623">
                  <c:v>40990</c:v>
                </c:pt>
                <c:pt idx="1624">
                  <c:v>40991</c:v>
                </c:pt>
                <c:pt idx="1625">
                  <c:v>40994</c:v>
                </c:pt>
                <c:pt idx="1626">
                  <c:v>40995</c:v>
                </c:pt>
                <c:pt idx="1627">
                  <c:v>40996</c:v>
                </c:pt>
                <c:pt idx="1628">
                  <c:v>40997</c:v>
                </c:pt>
                <c:pt idx="1629">
                  <c:v>40998</c:v>
                </c:pt>
                <c:pt idx="1630">
                  <c:v>41001</c:v>
                </c:pt>
                <c:pt idx="1631">
                  <c:v>41002</c:v>
                </c:pt>
                <c:pt idx="1632">
                  <c:v>41003</c:v>
                </c:pt>
                <c:pt idx="1633">
                  <c:v>41004</c:v>
                </c:pt>
                <c:pt idx="1634">
                  <c:v>41005</c:v>
                </c:pt>
                <c:pt idx="1635">
                  <c:v>41008</c:v>
                </c:pt>
                <c:pt idx="1636">
                  <c:v>41009</c:v>
                </c:pt>
                <c:pt idx="1637">
                  <c:v>41010</c:v>
                </c:pt>
                <c:pt idx="1638">
                  <c:v>41011</c:v>
                </c:pt>
                <c:pt idx="1639">
                  <c:v>41012</c:v>
                </c:pt>
                <c:pt idx="1640">
                  <c:v>41015</c:v>
                </c:pt>
                <c:pt idx="1641">
                  <c:v>41016</c:v>
                </c:pt>
                <c:pt idx="1642">
                  <c:v>41017</c:v>
                </c:pt>
                <c:pt idx="1643">
                  <c:v>41018</c:v>
                </c:pt>
                <c:pt idx="1644">
                  <c:v>41019</c:v>
                </c:pt>
                <c:pt idx="1645">
                  <c:v>41022</c:v>
                </c:pt>
                <c:pt idx="1646">
                  <c:v>41023</c:v>
                </c:pt>
                <c:pt idx="1647">
                  <c:v>41024</c:v>
                </c:pt>
                <c:pt idx="1648">
                  <c:v>41025</c:v>
                </c:pt>
                <c:pt idx="1649">
                  <c:v>41026</c:v>
                </c:pt>
                <c:pt idx="1650">
                  <c:v>41029</c:v>
                </c:pt>
                <c:pt idx="1651">
                  <c:v>41030</c:v>
                </c:pt>
                <c:pt idx="1652">
                  <c:v>41031</c:v>
                </c:pt>
                <c:pt idx="1653">
                  <c:v>41032</c:v>
                </c:pt>
                <c:pt idx="1654">
                  <c:v>41033</c:v>
                </c:pt>
                <c:pt idx="1655">
                  <c:v>41036</c:v>
                </c:pt>
                <c:pt idx="1656">
                  <c:v>41037</c:v>
                </c:pt>
                <c:pt idx="1657">
                  <c:v>41038</c:v>
                </c:pt>
                <c:pt idx="1658">
                  <c:v>41039</c:v>
                </c:pt>
                <c:pt idx="1659">
                  <c:v>41040</c:v>
                </c:pt>
                <c:pt idx="1660">
                  <c:v>41043</c:v>
                </c:pt>
                <c:pt idx="1661">
                  <c:v>41044</c:v>
                </c:pt>
                <c:pt idx="1662">
                  <c:v>41045</c:v>
                </c:pt>
                <c:pt idx="1663">
                  <c:v>41046</c:v>
                </c:pt>
                <c:pt idx="1664">
                  <c:v>41047</c:v>
                </c:pt>
                <c:pt idx="1665">
                  <c:v>41050</c:v>
                </c:pt>
                <c:pt idx="1666">
                  <c:v>41051</c:v>
                </c:pt>
                <c:pt idx="1667">
                  <c:v>41052</c:v>
                </c:pt>
                <c:pt idx="1668">
                  <c:v>41053</c:v>
                </c:pt>
                <c:pt idx="1669">
                  <c:v>41054</c:v>
                </c:pt>
                <c:pt idx="1670">
                  <c:v>41057</c:v>
                </c:pt>
                <c:pt idx="1671">
                  <c:v>41058</c:v>
                </c:pt>
                <c:pt idx="1672">
                  <c:v>41059</c:v>
                </c:pt>
                <c:pt idx="1673">
                  <c:v>41060</c:v>
                </c:pt>
                <c:pt idx="1674">
                  <c:v>41061</c:v>
                </c:pt>
                <c:pt idx="1675">
                  <c:v>41064</c:v>
                </c:pt>
                <c:pt idx="1676">
                  <c:v>41065</c:v>
                </c:pt>
                <c:pt idx="1677">
                  <c:v>41066</c:v>
                </c:pt>
                <c:pt idx="1678">
                  <c:v>41067</c:v>
                </c:pt>
                <c:pt idx="1679">
                  <c:v>41068</c:v>
                </c:pt>
                <c:pt idx="1680">
                  <c:v>41071</c:v>
                </c:pt>
                <c:pt idx="1681">
                  <c:v>41072</c:v>
                </c:pt>
                <c:pt idx="1682">
                  <c:v>41073</c:v>
                </c:pt>
                <c:pt idx="1683">
                  <c:v>41074</c:v>
                </c:pt>
                <c:pt idx="1684">
                  <c:v>41075</c:v>
                </c:pt>
                <c:pt idx="1685">
                  <c:v>41078</c:v>
                </c:pt>
                <c:pt idx="1686">
                  <c:v>41079</c:v>
                </c:pt>
                <c:pt idx="1687">
                  <c:v>41080</c:v>
                </c:pt>
                <c:pt idx="1688">
                  <c:v>41081</c:v>
                </c:pt>
                <c:pt idx="1689">
                  <c:v>41082</c:v>
                </c:pt>
                <c:pt idx="1690">
                  <c:v>41085</c:v>
                </c:pt>
                <c:pt idx="1691">
                  <c:v>41086</c:v>
                </c:pt>
                <c:pt idx="1692">
                  <c:v>41087</c:v>
                </c:pt>
                <c:pt idx="1693">
                  <c:v>41088</c:v>
                </c:pt>
                <c:pt idx="1694">
                  <c:v>41089</c:v>
                </c:pt>
                <c:pt idx="1695">
                  <c:v>41092</c:v>
                </c:pt>
                <c:pt idx="1696">
                  <c:v>41093</c:v>
                </c:pt>
                <c:pt idx="1697">
                  <c:v>41094</c:v>
                </c:pt>
                <c:pt idx="1698">
                  <c:v>41095</c:v>
                </c:pt>
                <c:pt idx="1699">
                  <c:v>41096</c:v>
                </c:pt>
                <c:pt idx="1700">
                  <c:v>41099</c:v>
                </c:pt>
                <c:pt idx="1701">
                  <c:v>41100</c:v>
                </c:pt>
                <c:pt idx="1702">
                  <c:v>41101</c:v>
                </c:pt>
                <c:pt idx="1703">
                  <c:v>41102</c:v>
                </c:pt>
                <c:pt idx="1704">
                  <c:v>41103</c:v>
                </c:pt>
                <c:pt idx="1705">
                  <c:v>41106</c:v>
                </c:pt>
                <c:pt idx="1706">
                  <c:v>41107</c:v>
                </c:pt>
                <c:pt idx="1707">
                  <c:v>41108</c:v>
                </c:pt>
                <c:pt idx="1708">
                  <c:v>41109</c:v>
                </c:pt>
                <c:pt idx="1709">
                  <c:v>41110</c:v>
                </c:pt>
                <c:pt idx="1710">
                  <c:v>41113</c:v>
                </c:pt>
                <c:pt idx="1711">
                  <c:v>41114</c:v>
                </c:pt>
                <c:pt idx="1712">
                  <c:v>41115</c:v>
                </c:pt>
                <c:pt idx="1713">
                  <c:v>41116</c:v>
                </c:pt>
                <c:pt idx="1714">
                  <c:v>41117</c:v>
                </c:pt>
                <c:pt idx="1715">
                  <c:v>41120</c:v>
                </c:pt>
                <c:pt idx="1716">
                  <c:v>41121</c:v>
                </c:pt>
                <c:pt idx="1717">
                  <c:v>41122</c:v>
                </c:pt>
                <c:pt idx="1718">
                  <c:v>41123</c:v>
                </c:pt>
                <c:pt idx="1719">
                  <c:v>41124</c:v>
                </c:pt>
                <c:pt idx="1720">
                  <c:v>41127</c:v>
                </c:pt>
                <c:pt idx="1721">
                  <c:v>41128</c:v>
                </c:pt>
                <c:pt idx="1722">
                  <c:v>41129</c:v>
                </c:pt>
                <c:pt idx="1723">
                  <c:v>41130</c:v>
                </c:pt>
                <c:pt idx="1724">
                  <c:v>41131</c:v>
                </c:pt>
                <c:pt idx="1725">
                  <c:v>41134</c:v>
                </c:pt>
                <c:pt idx="1726">
                  <c:v>41135</c:v>
                </c:pt>
                <c:pt idx="1727">
                  <c:v>41136</c:v>
                </c:pt>
                <c:pt idx="1728">
                  <c:v>41137</c:v>
                </c:pt>
                <c:pt idx="1729">
                  <c:v>41138</c:v>
                </c:pt>
                <c:pt idx="1730">
                  <c:v>41141</c:v>
                </c:pt>
                <c:pt idx="1731">
                  <c:v>41142</c:v>
                </c:pt>
                <c:pt idx="1732">
                  <c:v>41143</c:v>
                </c:pt>
                <c:pt idx="1733">
                  <c:v>41144</c:v>
                </c:pt>
                <c:pt idx="1734">
                  <c:v>41145</c:v>
                </c:pt>
                <c:pt idx="1735">
                  <c:v>41148</c:v>
                </c:pt>
                <c:pt idx="1736">
                  <c:v>41149</c:v>
                </c:pt>
                <c:pt idx="1737">
                  <c:v>41150</c:v>
                </c:pt>
                <c:pt idx="1738">
                  <c:v>41151</c:v>
                </c:pt>
                <c:pt idx="1739">
                  <c:v>41152</c:v>
                </c:pt>
                <c:pt idx="1740">
                  <c:v>41155</c:v>
                </c:pt>
                <c:pt idx="1741">
                  <c:v>41156</c:v>
                </c:pt>
                <c:pt idx="1742">
                  <c:v>41157</c:v>
                </c:pt>
                <c:pt idx="1743">
                  <c:v>41158</c:v>
                </c:pt>
                <c:pt idx="1744">
                  <c:v>41159</c:v>
                </c:pt>
                <c:pt idx="1745">
                  <c:v>41162</c:v>
                </c:pt>
                <c:pt idx="1746">
                  <c:v>41163</c:v>
                </c:pt>
                <c:pt idx="1747">
                  <c:v>41164</c:v>
                </c:pt>
                <c:pt idx="1748">
                  <c:v>41165</c:v>
                </c:pt>
                <c:pt idx="1749">
                  <c:v>41166</c:v>
                </c:pt>
                <c:pt idx="1750">
                  <c:v>41169</c:v>
                </c:pt>
                <c:pt idx="1751">
                  <c:v>41170</c:v>
                </c:pt>
                <c:pt idx="1752">
                  <c:v>41171</c:v>
                </c:pt>
                <c:pt idx="1753">
                  <c:v>41172</c:v>
                </c:pt>
                <c:pt idx="1754">
                  <c:v>41173</c:v>
                </c:pt>
                <c:pt idx="1755">
                  <c:v>41176</c:v>
                </c:pt>
                <c:pt idx="1756">
                  <c:v>41177</c:v>
                </c:pt>
                <c:pt idx="1757">
                  <c:v>41178</c:v>
                </c:pt>
                <c:pt idx="1758">
                  <c:v>41179</c:v>
                </c:pt>
                <c:pt idx="1759">
                  <c:v>41180</c:v>
                </c:pt>
                <c:pt idx="1760">
                  <c:v>41183</c:v>
                </c:pt>
                <c:pt idx="1761">
                  <c:v>41184</c:v>
                </c:pt>
                <c:pt idx="1762">
                  <c:v>41185</c:v>
                </c:pt>
                <c:pt idx="1763">
                  <c:v>41186</c:v>
                </c:pt>
                <c:pt idx="1764">
                  <c:v>41187</c:v>
                </c:pt>
                <c:pt idx="1765">
                  <c:v>41190</c:v>
                </c:pt>
                <c:pt idx="1766">
                  <c:v>41191</c:v>
                </c:pt>
                <c:pt idx="1767">
                  <c:v>41192</c:v>
                </c:pt>
                <c:pt idx="1768">
                  <c:v>41193</c:v>
                </c:pt>
                <c:pt idx="1769">
                  <c:v>41194</c:v>
                </c:pt>
                <c:pt idx="1770">
                  <c:v>41197</c:v>
                </c:pt>
                <c:pt idx="1771">
                  <c:v>41198</c:v>
                </c:pt>
                <c:pt idx="1772">
                  <c:v>41199</c:v>
                </c:pt>
                <c:pt idx="1773">
                  <c:v>41200</c:v>
                </c:pt>
                <c:pt idx="1774">
                  <c:v>41201</c:v>
                </c:pt>
                <c:pt idx="1775">
                  <c:v>41204</c:v>
                </c:pt>
                <c:pt idx="1776">
                  <c:v>41205</c:v>
                </c:pt>
                <c:pt idx="1777">
                  <c:v>41206</c:v>
                </c:pt>
                <c:pt idx="1778">
                  <c:v>41207</c:v>
                </c:pt>
                <c:pt idx="1779">
                  <c:v>41208</c:v>
                </c:pt>
                <c:pt idx="1780">
                  <c:v>41211</c:v>
                </c:pt>
                <c:pt idx="1781">
                  <c:v>41212</c:v>
                </c:pt>
                <c:pt idx="1782">
                  <c:v>41213</c:v>
                </c:pt>
                <c:pt idx="1783">
                  <c:v>41214</c:v>
                </c:pt>
                <c:pt idx="1784">
                  <c:v>41215</c:v>
                </c:pt>
                <c:pt idx="1785">
                  <c:v>41218</c:v>
                </c:pt>
                <c:pt idx="1786">
                  <c:v>41219</c:v>
                </c:pt>
                <c:pt idx="1787">
                  <c:v>41220</c:v>
                </c:pt>
                <c:pt idx="1788">
                  <c:v>41221</c:v>
                </c:pt>
                <c:pt idx="1789">
                  <c:v>41222</c:v>
                </c:pt>
                <c:pt idx="1790">
                  <c:v>41225</c:v>
                </c:pt>
                <c:pt idx="1791">
                  <c:v>41226</c:v>
                </c:pt>
                <c:pt idx="1792">
                  <c:v>41227</c:v>
                </c:pt>
                <c:pt idx="1793">
                  <c:v>41228</c:v>
                </c:pt>
                <c:pt idx="1794">
                  <c:v>41229</c:v>
                </c:pt>
                <c:pt idx="1795">
                  <c:v>41232</c:v>
                </c:pt>
                <c:pt idx="1796">
                  <c:v>41233</c:v>
                </c:pt>
                <c:pt idx="1797">
                  <c:v>41234</c:v>
                </c:pt>
                <c:pt idx="1798">
                  <c:v>41235</c:v>
                </c:pt>
                <c:pt idx="1799">
                  <c:v>41236</c:v>
                </c:pt>
                <c:pt idx="1800">
                  <c:v>41239</c:v>
                </c:pt>
                <c:pt idx="1801">
                  <c:v>41240</c:v>
                </c:pt>
                <c:pt idx="1802">
                  <c:v>41241</c:v>
                </c:pt>
                <c:pt idx="1803">
                  <c:v>41242</c:v>
                </c:pt>
                <c:pt idx="1804">
                  <c:v>41243</c:v>
                </c:pt>
                <c:pt idx="1805">
                  <c:v>41246</c:v>
                </c:pt>
                <c:pt idx="1806">
                  <c:v>41247</c:v>
                </c:pt>
                <c:pt idx="1807">
                  <c:v>41248</c:v>
                </c:pt>
                <c:pt idx="1808">
                  <c:v>41249</c:v>
                </c:pt>
                <c:pt idx="1809">
                  <c:v>41250</c:v>
                </c:pt>
                <c:pt idx="1810">
                  <c:v>41253</c:v>
                </c:pt>
                <c:pt idx="1811">
                  <c:v>41254</c:v>
                </c:pt>
                <c:pt idx="1812">
                  <c:v>41255</c:v>
                </c:pt>
                <c:pt idx="1813">
                  <c:v>41256</c:v>
                </c:pt>
                <c:pt idx="1814">
                  <c:v>41257</c:v>
                </c:pt>
                <c:pt idx="1815">
                  <c:v>41260</c:v>
                </c:pt>
                <c:pt idx="1816">
                  <c:v>41261</c:v>
                </c:pt>
                <c:pt idx="1817">
                  <c:v>41262</c:v>
                </c:pt>
                <c:pt idx="1818">
                  <c:v>41263</c:v>
                </c:pt>
                <c:pt idx="1819">
                  <c:v>41264</c:v>
                </c:pt>
                <c:pt idx="1820">
                  <c:v>41267</c:v>
                </c:pt>
                <c:pt idx="1821">
                  <c:v>41268</c:v>
                </c:pt>
                <c:pt idx="1822">
                  <c:v>41269</c:v>
                </c:pt>
                <c:pt idx="1823">
                  <c:v>41270</c:v>
                </c:pt>
                <c:pt idx="1824">
                  <c:v>41271</c:v>
                </c:pt>
                <c:pt idx="1825">
                  <c:v>41274</c:v>
                </c:pt>
                <c:pt idx="1826">
                  <c:v>41275</c:v>
                </c:pt>
                <c:pt idx="1827">
                  <c:v>41276</c:v>
                </c:pt>
                <c:pt idx="1828">
                  <c:v>41277</c:v>
                </c:pt>
                <c:pt idx="1829">
                  <c:v>41278</c:v>
                </c:pt>
                <c:pt idx="1830">
                  <c:v>41281</c:v>
                </c:pt>
                <c:pt idx="1831">
                  <c:v>41282</c:v>
                </c:pt>
                <c:pt idx="1832">
                  <c:v>41283</c:v>
                </c:pt>
                <c:pt idx="1833">
                  <c:v>41284</c:v>
                </c:pt>
                <c:pt idx="1834">
                  <c:v>41285</c:v>
                </c:pt>
                <c:pt idx="1835">
                  <c:v>41288</c:v>
                </c:pt>
                <c:pt idx="1836">
                  <c:v>41289</c:v>
                </c:pt>
                <c:pt idx="1837">
                  <c:v>41290</c:v>
                </c:pt>
                <c:pt idx="1838">
                  <c:v>41291</c:v>
                </c:pt>
                <c:pt idx="1839">
                  <c:v>41292</c:v>
                </c:pt>
                <c:pt idx="1840">
                  <c:v>41295</c:v>
                </c:pt>
                <c:pt idx="1841">
                  <c:v>41296</c:v>
                </c:pt>
                <c:pt idx="1842">
                  <c:v>41297</c:v>
                </c:pt>
                <c:pt idx="1843">
                  <c:v>41298</c:v>
                </c:pt>
                <c:pt idx="1844">
                  <c:v>41299</c:v>
                </c:pt>
                <c:pt idx="1845">
                  <c:v>41302</c:v>
                </c:pt>
                <c:pt idx="1846">
                  <c:v>41303</c:v>
                </c:pt>
                <c:pt idx="1847">
                  <c:v>41304</c:v>
                </c:pt>
                <c:pt idx="1848">
                  <c:v>41305</c:v>
                </c:pt>
                <c:pt idx="1849">
                  <c:v>41306</c:v>
                </c:pt>
                <c:pt idx="1850">
                  <c:v>41309</c:v>
                </c:pt>
                <c:pt idx="1851">
                  <c:v>41310</c:v>
                </c:pt>
                <c:pt idx="1852">
                  <c:v>41311</c:v>
                </c:pt>
                <c:pt idx="1853">
                  <c:v>41312</c:v>
                </c:pt>
                <c:pt idx="1854">
                  <c:v>41313</c:v>
                </c:pt>
                <c:pt idx="1855">
                  <c:v>41316</c:v>
                </c:pt>
                <c:pt idx="1856">
                  <c:v>41317</c:v>
                </c:pt>
                <c:pt idx="1857">
                  <c:v>41318</c:v>
                </c:pt>
                <c:pt idx="1858">
                  <c:v>41319</c:v>
                </c:pt>
                <c:pt idx="1859">
                  <c:v>41320</c:v>
                </c:pt>
                <c:pt idx="1860">
                  <c:v>41323</c:v>
                </c:pt>
                <c:pt idx="1861">
                  <c:v>41324</c:v>
                </c:pt>
                <c:pt idx="1862">
                  <c:v>41325</c:v>
                </c:pt>
                <c:pt idx="1863">
                  <c:v>41326</c:v>
                </c:pt>
                <c:pt idx="1864">
                  <c:v>41327</c:v>
                </c:pt>
                <c:pt idx="1865">
                  <c:v>41330</c:v>
                </c:pt>
                <c:pt idx="1866">
                  <c:v>41331</c:v>
                </c:pt>
                <c:pt idx="1867">
                  <c:v>41332</c:v>
                </c:pt>
                <c:pt idx="1868">
                  <c:v>41333</c:v>
                </c:pt>
                <c:pt idx="1869">
                  <c:v>41334</c:v>
                </c:pt>
                <c:pt idx="1870">
                  <c:v>41337</c:v>
                </c:pt>
                <c:pt idx="1871">
                  <c:v>41338</c:v>
                </c:pt>
                <c:pt idx="1872">
                  <c:v>41339</c:v>
                </c:pt>
                <c:pt idx="1873">
                  <c:v>41340</c:v>
                </c:pt>
                <c:pt idx="1874">
                  <c:v>41341</c:v>
                </c:pt>
                <c:pt idx="1875">
                  <c:v>41344</c:v>
                </c:pt>
                <c:pt idx="1876">
                  <c:v>41345</c:v>
                </c:pt>
                <c:pt idx="1877">
                  <c:v>41346</c:v>
                </c:pt>
                <c:pt idx="1878">
                  <c:v>41347</c:v>
                </c:pt>
                <c:pt idx="1879">
                  <c:v>41348</c:v>
                </c:pt>
                <c:pt idx="1880">
                  <c:v>41351</c:v>
                </c:pt>
                <c:pt idx="1881">
                  <c:v>41352</c:v>
                </c:pt>
                <c:pt idx="1882">
                  <c:v>41353</c:v>
                </c:pt>
                <c:pt idx="1883">
                  <c:v>41354</c:v>
                </c:pt>
                <c:pt idx="1884">
                  <c:v>41355</c:v>
                </c:pt>
                <c:pt idx="1885">
                  <c:v>41358</c:v>
                </c:pt>
                <c:pt idx="1886">
                  <c:v>41359</c:v>
                </c:pt>
                <c:pt idx="1887">
                  <c:v>41360</c:v>
                </c:pt>
                <c:pt idx="1888">
                  <c:v>41361</c:v>
                </c:pt>
                <c:pt idx="1889">
                  <c:v>41362</c:v>
                </c:pt>
                <c:pt idx="1890">
                  <c:v>41365</c:v>
                </c:pt>
                <c:pt idx="1891">
                  <c:v>41366</c:v>
                </c:pt>
                <c:pt idx="1892">
                  <c:v>41367</c:v>
                </c:pt>
                <c:pt idx="1893">
                  <c:v>41368</c:v>
                </c:pt>
                <c:pt idx="1894">
                  <c:v>41369</c:v>
                </c:pt>
                <c:pt idx="1895">
                  <c:v>41372</c:v>
                </c:pt>
                <c:pt idx="1896">
                  <c:v>41373</c:v>
                </c:pt>
                <c:pt idx="1897">
                  <c:v>41374</c:v>
                </c:pt>
                <c:pt idx="1898">
                  <c:v>41375</c:v>
                </c:pt>
                <c:pt idx="1899">
                  <c:v>41376</c:v>
                </c:pt>
                <c:pt idx="1900">
                  <c:v>41379</c:v>
                </c:pt>
                <c:pt idx="1901">
                  <c:v>41380</c:v>
                </c:pt>
                <c:pt idx="1902">
                  <c:v>41381</c:v>
                </c:pt>
                <c:pt idx="1903">
                  <c:v>41382</c:v>
                </c:pt>
                <c:pt idx="1904">
                  <c:v>41383</c:v>
                </c:pt>
                <c:pt idx="1905">
                  <c:v>41386</c:v>
                </c:pt>
                <c:pt idx="1906">
                  <c:v>41387</c:v>
                </c:pt>
                <c:pt idx="1907">
                  <c:v>41388</c:v>
                </c:pt>
                <c:pt idx="1908">
                  <c:v>41389</c:v>
                </c:pt>
                <c:pt idx="1909">
                  <c:v>41390</c:v>
                </c:pt>
                <c:pt idx="1910">
                  <c:v>41393</c:v>
                </c:pt>
                <c:pt idx="1911">
                  <c:v>41394</c:v>
                </c:pt>
                <c:pt idx="1912">
                  <c:v>41395</c:v>
                </c:pt>
                <c:pt idx="1913">
                  <c:v>41396</c:v>
                </c:pt>
                <c:pt idx="1914">
                  <c:v>41397</c:v>
                </c:pt>
                <c:pt idx="1915">
                  <c:v>41400</c:v>
                </c:pt>
                <c:pt idx="1916">
                  <c:v>41401</c:v>
                </c:pt>
                <c:pt idx="1917">
                  <c:v>41402</c:v>
                </c:pt>
                <c:pt idx="1918">
                  <c:v>41403</c:v>
                </c:pt>
                <c:pt idx="1919">
                  <c:v>41404</c:v>
                </c:pt>
                <c:pt idx="1920">
                  <c:v>41407</c:v>
                </c:pt>
                <c:pt idx="1921">
                  <c:v>41408</c:v>
                </c:pt>
                <c:pt idx="1922">
                  <c:v>41409</c:v>
                </c:pt>
                <c:pt idx="1923">
                  <c:v>41410</c:v>
                </c:pt>
                <c:pt idx="1924">
                  <c:v>41411</c:v>
                </c:pt>
                <c:pt idx="1925">
                  <c:v>41414</c:v>
                </c:pt>
                <c:pt idx="1926">
                  <c:v>41415</c:v>
                </c:pt>
                <c:pt idx="1927">
                  <c:v>41416</c:v>
                </c:pt>
                <c:pt idx="1928">
                  <c:v>41417</c:v>
                </c:pt>
                <c:pt idx="1929">
                  <c:v>41418</c:v>
                </c:pt>
                <c:pt idx="1930">
                  <c:v>41421</c:v>
                </c:pt>
                <c:pt idx="1931">
                  <c:v>41422</c:v>
                </c:pt>
                <c:pt idx="1932">
                  <c:v>41423</c:v>
                </c:pt>
                <c:pt idx="1933">
                  <c:v>41424</c:v>
                </c:pt>
                <c:pt idx="1934">
                  <c:v>41425</c:v>
                </c:pt>
                <c:pt idx="1935">
                  <c:v>41428</c:v>
                </c:pt>
                <c:pt idx="1936">
                  <c:v>41429</c:v>
                </c:pt>
                <c:pt idx="1937">
                  <c:v>41430</c:v>
                </c:pt>
                <c:pt idx="1938">
                  <c:v>41431</c:v>
                </c:pt>
                <c:pt idx="1939">
                  <c:v>41432</c:v>
                </c:pt>
                <c:pt idx="1940">
                  <c:v>41435</c:v>
                </c:pt>
                <c:pt idx="1941">
                  <c:v>41436</c:v>
                </c:pt>
                <c:pt idx="1942">
                  <c:v>41437</c:v>
                </c:pt>
                <c:pt idx="1943">
                  <c:v>41438</c:v>
                </c:pt>
                <c:pt idx="1944">
                  <c:v>41439</c:v>
                </c:pt>
                <c:pt idx="1945">
                  <c:v>41442</c:v>
                </c:pt>
                <c:pt idx="1946">
                  <c:v>41443</c:v>
                </c:pt>
                <c:pt idx="1947">
                  <c:v>41444</c:v>
                </c:pt>
                <c:pt idx="1948">
                  <c:v>41445</c:v>
                </c:pt>
                <c:pt idx="1949">
                  <c:v>41446</c:v>
                </c:pt>
                <c:pt idx="1950">
                  <c:v>41449</c:v>
                </c:pt>
                <c:pt idx="1951">
                  <c:v>41450</c:v>
                </c:pt>
                <c:pt idx="1952">
                  <c:v>41451</c:v>
                </c:pt>
                <c:pt idx="1953">
                  <c:v>41452</c:v>
                </c:pt>
                <c:pt idx="1954">
                  <c:v>41453</c:v>
                </c:pt>
                <c:pt idx="1955">
                  <c:v>41456</c:v>
                </c:pt>
                <c:pt idx="1956">
                  <c:v>41457</c:v>
                </c:pt>
                <c:pt idx="1957">
                  <c:v>41458</c:v>
                </c:pt>
                <c:pt idx="1958">
                  <c:v>41459</c:v>
                </c:pt>
                <c:pt idx="1959">
                  <c:v>41460</c:v>
                </c:pt>
                <c:pt idx="1960">
                  <c:v>41463</c:v>
                </c:pt>
                <c:pt idx="1961">
                  <c:v>41464</c:v>
                </c:pt>
                <c:pt idx="1962">
                  <c:v>41465</c:v>
                </c:pt>
                <c:pt idx="1963">
                  <c:v>41466</c:v>
                </c:pt>
                <c:pt idx="1964">
                  <c:v>41467</c:v>
                </c:pt>
                <c:pt idx="1965">
                  <c:v>41470</c:v>
                </c:pt>
                <c:pt idx="1966">
                  <c:v>41471</c:v>
                </c:pt>
                <c:pt idx="1967">
                  <c:v>41472</c:v>
                </c:pt>
                <c:pt idx="1968">
                  <c:v>41473</c:v>
                </c:pt>
                <c:pt idx="1969">
                  <c:v>41474</c:v>
                </c:pt>
                <c:pt idx="1970">
                  <c:v>41477</c:v>
                </c:pt>
                <c:pt idx="1971">
                  <c:v>41478</c:v>
                </c:pt>
                <c:pt idx="1972">
                  <c:v>41479</c:v>
                </c:pt>
                <c:pt idx="1973">
                  <c:v>41480</c:v>
                </c:pt>
                <c:pt idx="1974">
                  <c:v>41481</c:v>
                </c:pt>
                <c:pt idx="1975">
                  <c:v>41484</c:v>
                </c:pt>
                <c:pt idx="1976">
                  <c:v>41485</c:v>
                </c:pt>
                <c:pt idx="1977">
                  <c:v>41486</c:v>
                </c:pt>
                <c:pt idx="1978">
                  <c:v>41487</c:v>
                </c:pt>
                <c:pt idx="1979">
                  <c:v>41488</c:v>
                </c:pt>
                <c:pt idx="1980">
                  <c:v>41491</c:v>
                </c:pt>
                <c:pt idx="1981">
                  <c:v>41492</c:v>
                </c:pt>
                <c:pt idx="1982">
                  <c:v>41493</c:v>
                </c:pt>
                <c:pt idx="1983">
                  <c:v>41494</c:v>
                </c:pt>
                <c:pt idx="1984">
                  <c:v>41495</c:v>
                </c:pt>
                <c:pt idx="1985">
                  <c:v>41498</c:v>
                </c:pt>
                <c:pt idx="1986">
                  <c:v>41499</c:v>
                </c:pt>
                <c:pt idx="1987">
                  <c:v>41500</c:v>
                </c:pt>
                <c:pt idx="1988">
                  <c:v>41501</c:v>
                </c:pt>
                <c:pt idx="1989">
                  <c:v>41502</c:v>
                </c:pt>
                <c:pt idx="1990">
                  <c:v>41505</c:v>
                </c:pt>
                <c:pt idx="1991">
                  <c:v>41506</c:v>
                </c:pt>
                <c:pt idx="1992">
                  <c:v>41507</c:v>
                </c:pt>
                <c:pt idx="1993">
                  <c:v>41508</c:v>
                </c:pt>
                <c:pt idx="1994">
                  <c:v>41509</c:v>
                </c:pt>
                <c:pt idx="1995">
                  <c:v>41512</c:v>
                </c:pt>
                <c:pt idx="1996">
                  <c:v>41513</c:v>
                </c:pt>
                <c:pt idx="1997">
                  <c:v>41514</c:v>
                </c:pt>
                <c:pt idx="1998">
                  <c:v>41515</c:v>
                </c:pt>
                <c:pt idx="1999">
                  <c:v>41516</c:v>
                </c:pt>
                <c:pt idx="2000">
                  <c:v>41519</c:v>
                </c:pt>
                <c:pt idx="2001">
                  <c:v>41520</c:v>
                </c:pt>
                <c:pt idx="2002">
                  <c:v>41521</c:v>
                </c:pt>
                <c:pt idx="2003">
                  <c:v>41522</c:v>
                </c:pt>
                <c:pt idx="2004">
                  <c:v>41523</c:v>
                </c:pt>
                <c:pt idx="2005">
                  <c:v>41526</c:v>
                </c:pt>
                <c:pt idx="2006">
                  <c:v>41527</c:v>
                </c:pt>
                <c:pt idx="2007">
                  <c:v>41528</c:v>
                </c:pt>
                <c:pt idx="2008">
                  <c:v>41529</c:v>
                </c:pt>
                <c:pt idx="2009">
                  <c:v>41530</c:v>
                </c:pt>
                <c:pt idx="2010">
                  <c:v>41533</c:v>
                </c:pt>
                <c:pt idx="2011">
                  <c:v>41534</c:v>
                </c:pt>
                <c:pt idx="2012">
                  <c:v>41535</c:v>
                </c:pt>
                <c:pt idx="2013">
                  <c:v>41536</c:v>
                </c:pt>
                <c:pt idx="2014">
                  <c:v>41537</c:v>
                </c:pt>
                <c:pt idx="2015">
                  <c:v>41540</c:v>
                </c:pt>
                <c:pt idx="2016">
                  <c:v>41541</c:v>
                </c:pt>
                <c:pt idx="2017">
                  <c:v>41542</c:v>
                </c:pt>
                <c:pt idx="2018">
                  <c:v>41543</c:v>
                </c:pt>
                <c:pt idx="2019">
                  <c:v>41544</c:v>
                </c:pt>
                <c:pt idx="2020">
                  <c:v>41547</c:v>
                </c:pt>
                <c:pt idx="2021">
                  <c:v>41548</c:v>
                </c:pt>
                <c:pt idx="2022">
                  <c:v>41549</c:v>
                </c:pt>
                <c:pt idx="2023">
                  <c:v>41550</c:v>
                </c:pt>
                <c:pt idx="2024">
                  <c:v>41551</c:v>
                </c:pt>
                <c:pt idx="2025">
                  <c:v>41554</c:v>
                </c:pt>
                <c:pt idx="2026">
                  <c:v>41555</c:v>
                </c:pt>
                <c:pt idx="2027">
                  <c:v>41556</c:v>
                </c:pt>
                <c:pt idx="2028">
                  <c:v>41557</c:v>
                </c:pt>
                <c:pt idx="2029">
                  <c:v>41558</c:v>
                </c:pt>
                <c:pt idx="2030">
                  <c:v>41561</c:v>
                </c:pt>
                <c:pt idx="2031">
                  <c:v>41562</c:v>
                </c:pt>
                <c:pt idx="2032">
                  <c:v>41563</c:v>
                </c:pt>
                <c:pt idx="2033">
                  <c:v>41564</c:v>
                </c:pt>
                <c:pt idx="2034">
                  <c:v>41565</c:v>
                </c:pt>
                <c:pt idx="2035">
                  <c:v>41568</c:v>
                </c:pt>
                <c:pt idx="2036">
                  <c:v>41569</c:v>
                </c:pt>
                <c:pt idx="2037">
                  <c:v>41570</c:v>
                </c:pt>
                <c:pt idx="2038">
                  <c:v>41571</c:v>
                </c:pt>
                <c:pt idx="2039">
                  <c:v>41572</c:v>
                </c:pt>
                <c:pt idx="2040">
                  <c:v>41575</c:v>
                </c:pt>
                <c:pt idx="2041">
                  <c:v>41576</c:v>
                </c:pt>
                <c:pt idx="2042">
                  <c:v>41577</c:v>
                </c:pt>
                <c:pt idx="2043">
                  <c:v>41578</c:v>
                </c:pt>
                <c:pt idx="2044">
                  <c:v>41579</c:v>
                </c:pt>
                <c:pt idx="2045">
                  <c:v>41582</c:v>
                </c:pt>
                <c:pt idx="2046">
                  <c:v>41583</c:v>
                </c:pt>
                <c:pt idx="2047">
                  <c:v>41584</c:v>
                </c:pt>
                <c:pt idx="2048">
                  <c:v>41585</c:v>
                </c:pt>
                <c:pt idx="2049">
                  <c:v>41586</c:v>
                </c:pt>
                <c:pt idx="2050">
                  <c:v>41589</c:v>
                </c:pt>
                <c:pt idx="2051">
                  <c:v>41590</c:v>
                </c:pt>
                <c:pt idx="2052">
                  <c:v>41591</c:v>
                </c:pt>
                <c:pt idx="2053">
                  <c:v>41592</c:v>
                </c:pt>
                <c:pt idx="2054">
                  <c:v>41593</c:v>
                </c:pt>
                <c:pt idx="2055">
                  <c:v>41596</c:v>
                </c:pt>
                <c:pt idx="2056">
                  <c:v>41597</c:v>
                </c:pt>
                <c:pt idx="2057">
                  <c:v>41598</c:v>
                </c:pt>
                <c:pt idx="2058">
                  <c:v>41599</c:v>
                </c:pt>
                <c:pt idx="2059">
                  <c:v>41600</c:v>
                </c:pt>
                <c:pt idx="2060">
                  <c:v>41603</c:v>
                </c:pt>
                <c:pt idx="2061">
                  <c:v>41604</c:v>
                </c:pt>
                <c:pt idx="2062">
                  <c:v>41605</c:v>
                </c:pt>
                <c:pt idx="2063">
                  <c:v>41606</c:v>
                </c:pt>
                <c:pt idx="2064">
                  <c:v>41607</c:v>
                </c:pt>
                <c:pt idx="2065">
                  <c:v>41610</c:v>
                </c:pt>
                <c:pt idx="2066">
                  <c:v>41611</c:v>
                </c:pt>
                <c:pt idx="2067">
                  <c:v>41612</c:v>
                </c:pt>
                <c:pt idx="2068">
                  <c:v>41613</c:v>
                </c:pt>
                <c:pt idx="2069">
                  <c:v>41614</c:v>
                </c:pt>
                <c:pt idx="2070">
                  <c:v>41617</c:v>
                </c:pt>
                <c:pt idx="2071">
                  <c:v>41618</c:v>
                </c:pt>
                <c:pt idx="2072">
                  <c:v>41619</c:v>
                </c:pt>
                <c:pt idx="2073">
                  <c:v>41620</c:v>
                </c:pt>
                <c:pt idx="2074">
                  <c:v>41621</c:v>
                </c:pt>
                <c:pt idx="2075">
                  <c:v>41624</c:v>
                </c:pt>
                <c:pt idx="2076">
                  <c:v>41625</c:v>
                </c:pt>
                <c:pt idx="2077">
                  <c:v>41626</c:v>
                </c:pt>
                <c:pt idx="2078">
                  <c:v>41627</c:v>
                </c:pt>
                <c:pt idx="2079">
                  <c:v>41628</c:v>
                </c:pt>
                <c:pt idx="2080">
                  <c:v>41631</c:v>
                </c:pt>
                <c:pt idx="2081">
                  <c:v>41632</c:v>
                </c:pt>
                <c:pt idx="2082">
                  <c:v>41633</c:v>
                </c:pt>
                <c:pt idx="2083">
                  <c:v>41634</c:v>
                </c:pt>
                <c:pt idx="2084">
                  <c:v>41635</c:v>
                </c:pt>
                <c:pt idx="2085">
                  <c:v>41638</c:v>
                </c:pt>
                <c:pt idx="2086">
                  <c:v>41639</c:v>
                </c:pt>
                <c:pt idx="2087">
                  <c:v>41640</c:v>
                </c:pt>
                <c:pt idx="2088">
                  <c:v>41641</c:v>
                </c:pt>
                <c:pt idx="2089">
                  <c:v>41642</c:v>
                </c:pt>
                <c:pt idx="2090">
                  <c:v>41645</c:v>
                </c:pt>
                <c:pt idx="2091">
                  <c:v>41646</c:v>
                </c:pt>
                <c:pt idx="2092">
                  <c:v>41647</c:v>
                </c:pt>
                <c:pt idx="2093">
                  <c:v>41648</c:v>
                </c:pt>
                <c:pt idx="2094">
                  <c:v>41649</c:v>
                </c:pt>
                <c:pt idx="2095">
                  <c:v>41652</c:v>
                </c:pt>
                <c:pt idx="2096">
                  <c:v>41653</c:v>
                </c:pt>
                <c:pt idx="2097">
                  <c:v>41654</c:v>
                </c:pt>
                <c:pt idx="2098">
                  <c:v>41655</c:v>
                </c:pt>
                <c:pt idx="2099">
                  <c:v>41656</c:v>
                </c:pt>
                <c:pt idx="2100">
                  <c:v>41659</c:v>
                </c:pt>
                <c:pt idx="2101">
                  <c:v>41660</c:v>
                </c:pt>
                <c:pt idx="2102">
                  <c:v>41661</c:v>
                </c:pt>
                <c:pt idx="2103">
                  <c:v>41662</c:v>
                </c:pt>
                <c:pt idx="2104">
                  <c:v>41663</c:v>
                </c:pt>
                <c:pt idx="2105">
                  <c:v>41666</c:v>
                </c:pt>
                <c:pt idx="2106">
                  <c:v>41667</c:v>
                </c:pt>
                <c:pt idx="2107">
                  <c:v>41668</c:v>
                </c:pt>
                <c:pt idx="2108">
                  <c:v>41669</c:v>
                </c:pt>
                <c:pt idx="2109">
                  <c:v>41670</c:v>
                </c:pt>
                <c:pt idx="2110">
                  <c:v>41673</c:v>
                </c:pt>
                <c:pt idx="2111">
                  <c:v>41674</c:v>
                </c:pt>
                <c:pt idx="2112">
                  <c:v>41675</c:v>
                </c:pt>
                <c:pt idx="2113">
                  <c:v>41676</c:v>
                </c:pt>
                <c:pt idx="2114">
                  <c:v>41677</c:v>
                </c:pt>
                <c:pt idx="2115">
                  <c:v>41680</c:v>
                </c:pt>
                <c:pt idx="2116">
                  <c:v>41681</c:v>
                </c:pt>
                <c:pt idx="2117">
                  <c:v>41682</c:v>
                </c:pt>
                <c:pt idx="2118">
                  <c:v>41683</c:v>
                </c:pt>
                <c:pt idx="2119">
                  <c:v>41684</c:v>
                </c:pt>
                <c:pt idx="2120">
                  <c:v>41687</c:v>
                </c:pt>
                <c:pt idx="2121">
                  <c:v>41688</c:v>
                </c:pt>
                <c:pt idx="2122">
                  <c:v>41689</c:v>
                </c:pt>
                <c:pt idx="2123">
                  <c:v>41690</c:v>
                </c:pt>
                <c:pt idx="2124">
                  <c:v>41691</c:v>
                </c:pt>
                <c:pt idx="2125">
                  <c:v>41694</c:v>
                </c:pt>
                <c:pt idx="2126">
                  <c:v>41695</c:v>
                </c:pt>
                <c:pt idx="2127">
                  <c:v>41696</c:v>
                </c:pt>
                <c:pt idx="2128">
                  <c:v>41697</c:v>
                </c:pt>
                <c:pt idx="2129">
                  <c:v>41698</c:v>
                </c:pt>
                <c:pt idx="2130">
                  <c:v>41701</c:v>
                </c:pt>
                <c:pt idx="2131">
                  <c:v>41702</c:v>
                </c:pt>
                <c:pt idx="2132">
                  <c:v>41703</c:v>
                </c:pt>
                <c:pt idx="2133">
                  <c:v>41704</c:v>
                </c:pt>
                <c:pt idx="2134">
                  <c:v>41705</c:v>
                </c:pt>
                <c:pt idx="2135">
                  <c:v>41708</c:v>
                </c:pt>
                <c:pt idx="2136">
                  <c:v>41709</c:v>
                </c:pt>
                <c:pt idx="2137">
                  <c:v>41710</c:v>
                </c:pt>
                <c:pt idx="2138">
                  <c:v>41711</c:v>
                </c:pt>
                <c:pt idx="2139">
                  <c:v>41712</c:v>
                </c:pt>
                <c:pt idx="2140">
                  <c:v>41715</c:v>
                </c:pt>
                <c:pt idx="2141">
                  <c:v>41716</c:v>
                </c:pt>
                <c:pt idx="2142">
                  <c:v>41717</c:v>
                </c:pt>
                <c:pt idx="2143">
                  <c:v>41718</c:v>
                </c:pt>
                <c:pt idx="2144">
                  <c:v>41719</c:v>
                </c:pt>
                <c:pt idx="2145">
                  <c:v>41722</c:v>
                </c:pt>
                <c:pt idx="2146">
                  <c:v>41723</c:v>
                </c:pt>
                <c:pt idx="2147">
                  <c:v>41724</c:v>
                </c:pt>
                <c:pt idx="2148">
                  <c:v>41725</c:v>
                </c:pt>
                <c:pt idx="2149">
                  <c:v>41726</c:v>
                </c:pt>
                <c:pt idx="2150">
                  <c:v>41729</c:v>
                </c:pt>
                <c:pt idx="2151">
                  <c:v>41730</c:v>
                </c:pt>
                <c:pt idx="2152">
                  <c:v>41731</c:v>
                </c:pt>
                <c:pt idx="2153">
                  <c:v>41732</c:v>
                </c:pt>
                <c:pt idx="2154">
                  <c:v>41733</c:v>
                </c:pt>
                <c:pt idx="2155">
                  <c:v>41736</c:v>
                </c:pt>
                <c:pt idx="2156">
                  <c:v>41737</c:v>
                </c:pt>
                <c:pt idx="2157">
                  <c:v>41738</c:v>
                </c:pt>
                <c:pt idx="2158">
                  <c:v>41739</c:v>
                </c:pt>
                <c:pt idx="2159">
                  <c:v>41740</c:v>
                </c:pt>
                <c:pt idx="2160">
                  <c:v>41743</c:v>
                </c:pt>
                <c:pt idx="2161">
                  <c:v>41744</c:v>
                </c:pt>
                <c:pt idx="2162">
                  <c:v>41745</c:v>
                </c:pt>
                <c:pt idx="2163">
                  <c:v>41746</c:v>
                </c:pt>
                <c:pt idx="2164">
                  <c:v>41747</c:v>
                </c:pt>
                <c:pt idx="2165">
                  <c:v>41750</c:v>
                </c:pt>
                <c:pt idx="2166">
                  <c:v>41751</c:v>
                </c:pt>
                <c:pt idx="2167">
                  <c:v>41752</c:v>
                </c:pt>
                <c:pt idx="2168">
                  <c:v>41753</c:v>
                </c:pt>
                <c:pt idx="2169">
                  <c:v>41754</c:v>
                </c:pt>
                <c:pt idx="2170">
                  <c:v>41757</c:v>
                </c:pt>
                <c:pt idx="2171">
                  <c:v>41758</c:v>
                </c:pt>
                <c:pt idx="2172">
                  <c:v>41759</c:v>
                </c:pt>
                <c:pt idx="2173">
                  <c:v>41760</c:v>
                </c:pt>
                <c:pt idx="2174">
                  <c:v>41761</c:v>
                </c:pt>
                <c:pt idx="2175">
                  <c:v>41764</c:v>
                </c:pt>
                <c:pt idx="2176">
                  <c:v>41765</c:v>
                </c:pt>
                <c:pt idx="2177">
                  <c:v>41766</c:v>
                </c:pt>
                <c:pt idx="2178">
                  <c:v>41767</c:v>
                </c:pt>
                <c:pt idx="2179">
                  <c:v>41768</c:v>
                </c:pt>
                <c:pt idx="2180">
                  <c:v>41771</c:v>
                </c:pt>
                <c:pt idx="2181">
                  <c:v>41772</c:v>
                </c:pt>
                <c:pt idx="2182">
                  <c:v>41773</c:v>
                </c:pt>
                <c:pt idx="2183">
                  <c:v>41774</c:v>
                </c:pt>
                <c:pt idx="2184">
                  <c:v>41775</c:v>
                </c:pt>
                <c:pt idx="2185">
                  <c:v>41778</c:v>
                </c:pt>
                <c:pt idx="2186">
                  <c:v>41779</c:v>
                </c:pt>
                <c:pt idx="2187">
                  <c:v>41780</c:v>
                </c:pt>
                <c:pt idx="2188">
                  <c:v>41781</c:v>
                </c:pt>
                <c:pt idx="2189">
                  <c:v>41782</c:v>
                </c:pt>
                <c:pt idx="2190">
                  <c:v>41785</c:v>
                </c:pt>
                <c:pt idx="2191">
                  <c:v>41786</c:v>
                </c:pt>
                <c:pt idx="2192">
                  <c:v>41787</c:v>
                </c:pt>
                <c:pt idx="2193">
                  <c:v>41788</c:v>
                </c:pt>
                <c:pt idx="2194">
                  <c:v>41789</c:v>
                </c:pt>
                <c:pt idx="2195">
                  <c:v>41792</c:v>
                </c:pt>
                <c:pt idx="2196">
                  <c:v>41793</c:v>
                </c:pt>
                <c:pt idx="2197">
                  <c:v>41794</c:v>
                </c:pt>
                <c:pt idx="2198">
                  <c:v>41795</c:v>
                </c:pt>
                <c:pt idx="2199">
                  <c:v>41796</c:v>
                </c:pt>
                <c:pt idx="2200">
                  <c:v>41799</c:v>
                </c:pt>
                <c:pt idx="2201">
                  <c:v>41800</c:v>
                </c:pt>
                <c:pt idx="2202">
                  <c:v>41801</c:v>
                </c:pt>
                <c:pt idx="2203">
                  <c:v>41802</c:v>
                </c:pt>
                <c:pt idx="2204">
                  <c:v>41803</c:v>
                </c:pt>
                <c:pt idx="2205">
                  <c:v>41806</c:v>
                </c:pt>
                <c:pt idx="2206">
                  <c:v>41807</c:v>
                </c:pt>
                <c:pt idx="2207">
                  <c:v>41808</c:v>
                </c:pt>
                <c:pt idx="2208">
                  <c:v>41809</c:v>
                </c:pt>
                <c:pt idx="2209">
                  <c:v>41810</c:v>
                </c:pt>
                <c:pt idx="2210">
                  <c:v>41813</c:v>
                </c:pt>
                <c:pt idx="2211">
                  <c:v>41814</c:v>
                </c:pt>
                <c:pt idx="2212">
                  <c:v>41815</c:v>
                </c:pt>
                <c:pt idx="2213">
                  <c:v>41816</c:v>
                </c:pt>
                <c:pt idx="2214">
                  <c:v>41817</c:v>
                </c:pt>
                <c:pt idx="2215">
                  <c:v>41820</c:v>
                </c:pt>
                <c:pt idx="2216">
                  <c:v>41821</c:v>
                </c:pt>
                <c:pt idx="2217">
                  <c:v>41822</c:v>
                </c:pt>
                <c:pt idx="2218">
                  <c:v>41823</c:v>
                </c:pt>
                <c:pt idx="2219">
                  <c:v>41824</c:v>
                </c:pt>
                <c:pt idx="2220">
                  <c:v>41827</c:v>
                </c:pt>
                <c:pt idx="2221">
                  <c:v>41828</c:v>
                </c:pt>
                <c:pt idx="2222">
                  <c:v>41829</c:v>
                </c:pt>
                <c:pt idx="2223">
                  <c:v>41830</c:v>
                </c:pt>
                <c:pt idx="2224">
                  <c:v>41831</c:v>
                </c:pt>
                <c:pt idx="2225">
                  <c:v>41834</c:v>
                </c:pt>
                <c:pt idx="2226">
                  <c:v>41835</c:v>
                </c:pt>
                <c:pt idx="2227">
                  <c:v>41836</c:v>
                </c:pt>
                <c:pt idx="2228">
                  <c:v>41837</c:v>
                </c:pt>
                <c:pt idx="2229">
                  <c:v>41838</c:v>
                </c:pt>
                <c:pt idx="2230">
                  <c:v>41841</c:v>
                </c:pt>
                <c:pt idx="2231">
                  <c:v>41842</c:v>
                </c:pt>
                <c:pt idx="2232">
                  <c:v>41843</c:v>
                </c:pt>
                <c:pt idx="2233">
                  <c:v>41844</c:v>
                </c:pt>
                <c:pt idx="2234">
                  <c:v>41845</c:v>
                </c:pt>
                <c:pt idx="2235">
                  <c:v>41848</c:v>
                </c:pt>
                <c:pt idx="2236">
                  <c:v>41849</c:v>
                </c:pt>
                <c:pt idx="2237">
                  <c:v>41850</c:v>
                </c:pt>
                <c:pt idx="2238">
                  <c:v>41851</c:v>
                </c:pt>
                <c:pt idx="2239">
                  <c:v>41852</c:v>
                </c:pt>
                <c:pt idx="2240">
                  <c:v>41855</c:v>
                </c:pt>
                <c:pt idx="2241">
                  <c:v>41856</c:v>
                </c:pt>
                <c:pt idx="2242">
                  <c:v>41857</c:v>
                </c:pt>
                <c:pt idx="2243">
                  <c:v>41858</c:v>
                </c:pt>
                <c:pt idx="2244">
                  <c:v>41859</c:v>
                </c:pt>
                <c:pt idx="2245">
                  <c:v>41862</c:v>
                </c:pt>
                <c:pt idx="2246">
                  <c:v>41863</c:v>
                </c:pt>
                <c:pt idx="2247">
                  <c:v>41864</c:v>
                </c:pt>
                <c:pt idx="2248">
                  <c:v>41865</c:v>
                </c:pt>
                <c:pt idx="2249">
                  <c:v>41866</c:v>
                </c:pt>
                <c:pt idx="2250">
                  <c:v>41869</c:v>
                </c:pt>
                <c:pt idx="2251">
                  <c:v>41870</c:v>
                </c:pt>
                <c:pt idx="2252">
                  <c:v>41871</c:v>
                </c:pt>
                <c:pt idx="2253">
                  <c:v>41872</c:v>
                </c:pt>
                <c:pt idx="2254">
                  <c:v>41873</c:v>
                </c:pt>
                <c:pt idx="2255">
                  <c:v>41876</c:v>
                </c:pt>
                <c:pt idx="2256">
                  <c:v>41877</c:v>
                </c:pt>
                <c:pt idx="2257">
                  <c:v>41878</c:v>
                </c:pt>
                <c:pt idx="2258">
                  <c:v>41879</c:v>
                </c:pt>
                <c:pt idx="2259">
                  <c:v>41880</c:v>
                </c:pt>
                <c:pt idx="2260">
                  <c:v>41883</c:v>
                </c:pt>
                <c:pt idx="2261">
                  <c:v>41884</c:v>
                </c:pt>
                <c:pt idx="2262">
                  <c:v>41885</c:v>
                </c:pt>
                <c:pt idx="2263">
                  <c:v>41886</c:v>
                </c:pt>
                <c:pt idx="2264">
                  <c:v>41887</c:v>
                </c:pt>
                <c:pt idx="2265">
                  <c:v>41890</c:v>
                </c:pt>
                <c:pt idx="2266">
                  <c:v>41891</c:v>
                </c:pt>
                <c:pt idx="2267">
                  <c:v>41892</c:v>
                </c:pt>
                <c:pt idx="2268">
                  <c:v>41893</c:v>
                </c:pt>
                <c:pt idx="2269">
                  <c:v>41894</c:v>
                </c:pt>
                <c:pt idx="2270">
                  <c:v>41897</c:v>
                </c:pt>
                <c:pt idx="2271">
                  <c:v>41898</c:v>
                </c:pt>
                <c:pt idx="2272">
                  <c:v>41899</c:v>
                </c:pt>
                <c:pt idx="2273">
                  <c:v>41900</c:v>
                </c:pt>
                <c:pt idx="2274">
                  <c:v>41901</c:v>
                </c:pt>
                <c:pt idx="2275">
                  <c:v>41904</c:v>
                </c:pt>
                <c:pt idx="2276">
                  <c:v>41905</c:v>
                </c:pt>
                <c:pt idx="2277">
                  <c:v>41906</c:v>
                </c:pt>
                <c:pt idx="2278">
                  <c:v>41907</c:v>
                </c:pt>
                <c:pt idx="2279">
                  <c:v>41908</c:v>
                </c:pt>
                <c:pt idx="2280">
                  <c:v>41911</c:v>
                </c:pt>
                <c:pt idx="2281">
                  <c:v>41912</c:v>
                </c:pt>
                <c:pt idx="2282">
                  <c:v>41913</c:v>
                </c:pt>
                <c:pt idx="2283">
                  <c:v>41914</c:v>
                </c:pt>
                <c:pt idx="2284">
                  <c:v>41915</c:v>
                </c:pt>
                <c:pt idx="2285">
                  <c:v>41918</c:v>
                </c:pt>
                <c:pt idx="2286">
                  <c:v>41919</c:v>
                </c:pt>
                <c:pt idx="2287">
                  <c:v>41920</c:v>
                </c:pt>
                <c:pt idx="2288">
                  <c:v>41921</c:v>
                </c:pt>
                <c:pt idx="2289">
                  <c:v>41922</c:v>
                </c:pt>
                <c:pt idx="2290">
                  <c:v>41925</c:v>
                </c:pt>
                <c:pt idx="2291">
                  <c:v>41926</c:v>
                </c:pt>
                <c:pt idx="2292">
                  <c:v>41927</c:v>
                </c:pt>
                <c:pt idx="2293">
                  <c:v>41928</c:v>
                </c:pt>
                <c:pt idx="2294">
                  <c:v>41929</c:v>
                </c:pt>
                <c:pt idx="2295">
                  <c:v>41932</c:v>
                </c:pt>
                <c:pt idx="2296">
                  <c:v>41933</c:v>
                </c:pt>
                <c:pt idx="2297">
                  <c:v>41934</c:v>
                </c:pt>
                <c:pt idx="2298">
                  <c:v>41935</c:v>
                </c:pt>
                <c:pt idx="2299">
                  <c:v>41936</c:v>
                </c:pt>
                <c:pt idx="2300">
                  <c:v>41939</c:v>
                </c:pt>
                <c:pt idx="2301">
                  <c:v>41940</c:v>
                </c:pt>
                <c:pt idx="2302">
                  <c:v>41941</c:v>
                </c:pt>
                <c:pt idx="2303">
                  <c:v>41942</c:v>
                </c:pt>
                <c:pt idx="2304">
                  <c:v>41943</c:v>
                </c:pt>
                <c:pt idx="2305">
                  <c:v>41946</c:v>
                </c:pt>
                <c:pt idx="2306">
                  <c:v>41947</c:v>
                </c:pt>
                <c:pt idx="2307">
                  <c:v>41948</c:v>
                </c:pt>
                <c:pt idx="2308">
                  <c:v>41949</c:v>
                </c:pt>
                <c:pt idx="2309">
                  <c:v>41950</c:v>
                </c:pt>
                <c:pt idx="2310">
                  <c:v>41953</c:v>
                </c:pt>
                <c:pt idx="2311">
                  <c:v>41954</c:v>
                </c:pt>
                <c:pt idx="2312">
                  <c:v>41955</c:v>
                </c:pt>
                <c:pt idx="2313">
                  <c:v>41956</c:v>
                </c:pt>
                <c:pt idx="2314">
                  <c:v>41957</c:v>
                </c:pt>
                <c:pt idx="2315">
                  <c:v>41960</c:v>
                </c:pt>
                <c:pt idx="2316">
                  <c:v>41961</c:v>
                </c:pt>
                <c:pt idx="2317">
                  <c:v>41962</c:v>
                </c:pt>
                <c:pt idx="2318">
                  <c:v>41963</c:v>
                </c:pt>
                <c:pt idx="2319">
                  <c:v>41964</c:v>
                </c:pt>
                <c:pt idx="2320">
                  <c:v>41967</c:v>
                </c:pt>
                <c:pt idx="2321">
                  <c:v>41968</c:v>
                </c:pt>
                <c:pt idx="2322">
                  <c:v>41969</c:v>
                </c:pt>
                <c:pt idx="2323">
                  <c:v>41970</c:v>
                </c:pt>
                <c:pt idx="2324">
                  <c:v>41971</c:v>
                </c:pt>
                <c:pt idx="2325">
                  <c:v>41974</c:v>
                </c:pt>
                <c:pt idx="2326">
                  <c:v>41975</c:v>
                </c:pt>
                <c:pt idx="2327">
                  <c:v>41976</c:v>
                </c:pt>
                <c:pt idx="2328">
                  <c:v>41977</c:v>
                </c:pt>
                <c:pt idx="2329">
                  <c:v>41978</c:v>
                </c:pt>
                <c:pt idx="2330">
                  <c:v>41981</c:v>
                </c:pt>
                <c:pt idx="2331">
                  <c:v>41982</c:v>
                </c:pt>
                <c:pt idx="2332">
                  <c:v>41983</c:v>
                </c:pt>
                <c:pt idx="2333">
                  <c:v>41984</c:v>
                </c:pt>
                <c:pt idx="2334">
                  <c:v>41985</c:v>
                </c:pt>
                <c:pt idx="2335">
                  <c:v>41988</c:v>
                </c:pt>
                <c:pt idx="2336">
                  <c:v>41989</c:v>
                </c:pt>
                <c:pt idx="2337">
                  <c:v>41990</c:v>
                </c:pt>
                <c:pt idx="2338">
                  <c:v>41991</c:v>
                </c:pt>
                <c:pt idx="2339">
                  <c:v>41992</c:v>
                </c:pt>
                <c:pt idx="2340">
                  <c:v>41995</c:v>
                </c:pt>
                <c:pt idx="2341">
                  <c:v>41996</c:v>
                </c:pt>
                <c:pt idx="2342">
                  <c:v>41997</c:v>
                </c:pt>
                <c:pt idx="2343">
                  <c:v>41998</c:v>
                </c:pt>
                <c:pt idx="2344">
                  <c:v>41999</c:v>
                </c:pt>
                <c:pt idx="2345">
                  <c:v>42002</c:v>
                </c:pt>
                <c:pt idx="2346">
                  <c:v>42003</c:v>
                </c:pt>
                <c:pt idx="2347">
                  <c:v>42004</c:v>
                </c:pt>
                <c:pt idx="2348">
                  <c:v>42005</c:v>
                </c:pt>
                <c:pt idx="2349">
                  <c:v>42006</c:v>
                </c:pt>
                <c:pt idx="2350">
                  <c:v>42009</c:v>
                </c:pt>
                <c:pt idx="2351">
                  <c:v>42010</c:v>
                </c:pt>
                <c:pt idx="2352">
                  <c:v>42011</c:v>
                </c:pt>
                <c:pt idx="2353">
                  <c:v>42012</c:v>
                </c:pt>
                <c:pt idx="2354">
                  <c:v>42013</c:v>
                </c:pt>
                <c:pt idx="2355">
                  <c:v>42016</c:v>
                </c:pt>
                <c:pt idx="2356">
                  <c:v>42017</c:v>
                </c:pt>
                <c:pt idx="2357">
                  <c:v>42018</c:v>
                </c:pt>
                <c:pt idx="2358">
                  <c:v>42019</c:v>
                </c:pt>
                <c:pt idx="2359">
                  <c:v>42020</c:v>
                </c:pt>
                <c:pt idx="2360">
                  <c:v>42023</c:v>
                </c:pt>
                <c:pt idx="2361">
                  <c:v>42024</c:v>
                </c:pt>
                <c:pt idx="2362">
                  <c:v>42025</c:v>
                </c:pt>
                <c:pt idx="2363">
                  <c:v>42026</c:v>
                </c:pt>
                <c:pt idx="2364">
                  <c:v>42027</c:v>
                </c:pt>
                <c:pt idx="2365">
                  <c:v>42030</c:v>
                </c:pt>
                <c:pt idx="2366">
                  <c:v>42031</c:v>
                </c:pt>
                <c:pt idx="2367">
                  <c:v>42032</c:v>
                </c:pt>
                <c:pt idx="2368">
                  <c:v>42033</c:v>
                </c:pt>
                <c:pt idx="2369">
                  <c:v>42034</c:v>
                </c:pt>
                <c:pt idx="2370">
                  <c:v>42037</c:v>
                </c:pt>
                <c:pt idx="2371">
                  <c:v>42038</c:v>
                </c:pt>
                <c:pt idx="2372">
                  <c:v>42039</c:v>
                </c:pt>
                <c:pt idx="2373">
                  <c:v>42040</c:v>
                </c:pt>
                <c:pt idx="2374">
                  <c:v>42041</c:v>
                </c:pt>
                <c:pt idx="2375">
                  <c:v>42044</c:v>
                </c:pt>
                <c:pt idx="2376">
                  <c:v>42045</c:v>
                </c:pt>
                <c:pt idx="2377">
                  <c:v>42046</c:v>
                </c:pt>
                <c:pt idx="2378">
                  <c:v>42047</c:v>
                </c:pt>
                <c:pt idx="2379">
                  <c:v>42048</c:v>
                </c:pt>
                <c:pt idx="2380">
                  <c:v>42051</c:v>
                </c:pt>
                <c:pt idx="2381">
                  <c:v>42052</c:v>
                </c:pt>
                <c:pt idx="2382">
                  <c:v>42053</c:v>
                </c:pt>
                <c:pt idx="2383">
                  <c:v>42054</c:v>
                </c:pt>
                <c:pt idx="2384">
                  <c:v>42055</c:v>
                </c:pt>
                <c:pt idx="2385">
                  <c:v>42058</c:v>
                </c:pt>
                <c:pt idx="2386">
                  <c:v>42059</c:v>
                </c:pt>
                <c:pt idx="2387">
                  <c:v>42060</c:v>
                </c:pt>
                <c:pt idx="2388">
                  <c:v>42061</c:v>
                </c:pt>
                <c:pt idx="2389">
                  <c:v>42062</c:v>
                </c:pt>
                <c:pt idx="2390">
                  <c:v>42065</c:v>
                </c:pt>
                <c:pt idx="2391">
                  <c:v>42066</c:v>
                </c:pt>
                <c:pt idx="2392">
                  <c:v>42067</c:v>
                </c:pt>
                <c:pt idx="2393">
                  <c:v>42068</c:v>
                </c:pt>
                <c:pt idx="2394">
                  <c:v>42069</c:v>
                </c:pt>
                <c:pt idx="2395">
                  <c:v>42072</c:v>
                </c:pt>
                <c:pt idx="2396">
                  <c:v>42073</c:v>
                </c:pt>
                <c:pt idx="2397">
                  <c:v>42074</c:v>
                </c:pt>
                <c:pt idx="2398">
                  <c:v>42075</c:v>
                </c:pt>
                <c:pt idx="2399">
                  <c:v>42076</c:v>
                </c:pt>
                <c:pt idx="2400">
                  <c:v>42079</c:v>
                </c:pt>
                <c:pt idx="2401">
                  <c:v>42080</c:v>
                </c:pt>
                <c:pt idx="2402">
                  <c:v>42081</c:v>
                </c:pt>
                <c:pt idx="2403">
                  <c:v>42082</c:v>
                </c:pt>
                <c:pt idx="2404">
                  <c:v>42083</c:v>
                </c:pt>
                <c:pt idx="2405">
                  <c:v>42086</c:v>
                </c:pt>
                <c:pt idx="2406">
                  <c:v>42087</c:v>
                </c:pt>
                <c:pt idx="2407">
                  <c:v>42088</c:v>
                </c:pt>
                <c:pt idx="2408">
                  <c:v>42089</c:v>
                </c:pt>
                <c:pt idx="2409">
                  <c:v>42090</c:v>
                </c:pt>
                <c:pt idx="2410">
                  <c:v>42093</c:v>
                </c:pt>
                <c:pt idx="2411">
                  <c:v>42094</c:v>
                </c:pt>
                <c:pt idx="2412">
                  <c:v>42095</c:v>
                </c:pt>
                <c:pt idx="2413">
                  <c:v>42096</c:v>
                </c:pt>
                <c:pt idx="2414">
                  <c:v>42097</c:v>
                </c:pt>
                <c:pt idx="2415">
                  <c:v>42100</c:v>
                </c:pt>
                <c:pt idx="2416">
                  <c:v>42101</c:v>
                </c:pt>
                <c:pt idx="2417">
                  <c:v>42102</c:v>
                </c:pt>
                <c:pt idx="2418">
                  <c:v>42103</c:v>
                </c:pt>
                <c:pt idx="2419">
                  <c:v>42104</c:v>
                </c:pt>
                <c:pt idx="2420">
                  <c:v>42107</c:v>
                </c:pt>
                <c:pt idx="2421">
                  <c:v>42108</c:v>
                </c:pt>
                <c:pt idx="2422">
                  <c:v>42109</c:v>
                </c:pt>
                <c:pt idx="2423">
                  <c:v>42110</c:v>
                </c:pt>
                <c:pt idx="2424">
                  <c:v>42111</c:v>
                </c:pt>
                <c:pt idx="2425">
                  <c:v>42114</c:v>
                </c:pt>
                <c:pt idx="2426">
                  <c:v>42115</c:v>
                </c:pt>
                <c:pt idx="2427">
                  <c:v>42116</c:v>
                </c:pt>
                <c:pt idx="2428">
                  <c:v>42117</c:v>
                </c:pt>
                <c:pt idx="2429">
                  <c:v>42118</c:v>
                </c:pt>
                <c:pt idx="2430">
                  <c:v>42121</c:v>
                </c:pt>
                <c:pt idx="2431">
                  <c:v>42122</c:v>
                </c:pt>
                <c:pt idx="2432">
                  <c:v>42123</c:v>
                </c:pt>
                <c:pt idx="2433">
                  <c:v>42124</c:v>
                </c:pt>
                <c:pt idx="2434">
                  <c:v>42125</c:v>
                </c:pt>
                <c:pt idx="2435">
                  <c:v>42128</c:v>
                </c:pt>
                <c:pt idx="2436">
                  <c:v>42129</c:v>
                </c:pt>
                <c:pt idx="2437">
                  <c:v>42130</c:v>
                </c:pt>
                <c:pt idx="2438">
                  <c:v>42131</c:v>
                </c:pt>
                <c:pt idx="2439">
                  <c:v>42132</c:v>
                </c:pt>
                <c:pt idx="2440">
                  <c:v>42135</c:v>
                </c:pt>
                <c:pt idx="2441">
                  <c:v>42136</c:v>
                </c:pt>
                <c:pt idx="2442">
                  <c:v>42137</c:v>
                </c:pt>
                <c:pt idx="2443">
                  <c:v>42138</c:v>
                </c:pt>
                <c:pt idx="2444">
                  <c:v>42139</c:v>
                </c:pt>
                <c:pt idx="2445">
                  <c:v>42142</c:v>
                </c:pt>
                <c:pt idx="2446">
                  <c:v>42143</c:v>
                </c:pt>
                <c:pt idx="2447">
                  <c:v>42144</c:v>
                </c:pt>
                <c:pt idx="2448">
                  <c:v>42145</c:v>
                </c:pt>
                <c:pt idx="2449">
                  <c:v>42146</c:v>
                </c:pt>
                <c:pt idx="2450">
                  <c:v>42149</c:v>
                </c:pt>
                <c:pt idx="2451">
                  <c:v>42150</c:v>
                </c:pt>
                <c:pt idx="2452">
                  <c:v>42151</c:v>
                </c:pt>
                <c:pt idx="2453">
                  <c:v>42152</c:v>
                </c:pt>
                <c:pt idx="2454">
                  <c:v>42153</c:v>
                </c:pt>
                <c:pt idx="2455">
                  <c:v>42156</c:v>
                </c:pt>
                <c:pt idx="2456">
                  <c:v>42157</c:v>
                </c:pt>
                <c:pt idx="2457">
                  <c:v>42158</c:v>
                </c:pt>
                <c:pt idx="2458">
                  <c:v>42159</c:v>
                </c:pt>
                <c:pt idx="2459">
                  <c:v>42160</c:v>
                </c:pt>
                <c:pt idx="2460">
                  <c:v>42163</c:v>
                </c:pt>
                <c:pt idx="2461">
                  <c:v>42164</c:v>
                </c:pt>
                <c:pt idx="2462">
                  <c:v>42165</c:v>
                </c:pt>
                <c:pt idx="2463">
                  <c:v>42166</c:v>
                </c:pt>
                <c:pt idx="2464">
                  <c:v>42167</c:v>
                </c:pt>
                <c:pt idx="2465">
                  <c:v>42170</c:v>
                </c:pt>
                <c:pt idx="2466">
                  <c:v>42171</c:v>
                </c:pt>
                <c:pt idx="2467">
                  <c:v>42172</c:v>
                </c:pt>
                <c:pt idx="2468">
                  <c:v>42173</c:v>
                </c:pt>
                <c:pt idx="2469">
                  <c:v>42174</c:v>
                </c:pt>
                <c:pt idx="2470">
                  <c:v>42177</c:v>
                </c:pt>
                <c:pt idx="2471">
                  <c:v>42178</c:v>
                </c:pt>
                <c:pt idx="2472">
                  <c:v>42179</c:v>
                </c:pt>
                <c:pt idx="2473">
                  <c:v>42180</c:v>
                </c:pt>
                <c:pt idx="2474">
                  <c:v>42181</c:v>
                </c:pt>
                <c:pt idx="2475">
                  <c:v>42184</c:v>
                </c:pt>
                <c:pt idx="2476">
                  <c:v>42185</c:v>
                </c:pt>
                <c:pt idx="2477">
                  <c:v>42186</c:v>
                </c:pt>
                <c:pt idx="2478">
                  <c:v>42187</c:v>
                </c:pt>
                <c:pt idx="2479">
                  <c:v>42188</c:v>
                </c:pt>
                <c:pt idx="2480">
                  <c:v>42191</c:v>
                </c:pt>
                <c:pt idx="2481">
                  <c:v>42192</c:v>
                </c:pt>
                <c:pt idx="2482">
                  <c:v>42193</c:v>
                </c:pt>
                <c:pt idx="2483">
                  <c:v>42194</c:v>
                </c:pt>
                <c:pt idx="2484">
                  <c:v>42195</c:v>
                </c:pt>
                <c:pt idx="2485">
                  <c:v>42198</c:v>
                </c:pt>
                <c:pt idx="2486">
                  <c:v>42199</c:v>
                </c:pt>
                <c:pt idx="2487">
                  <c:v>42200</c:v>
                </c:pt>
                <c:pt idx="2488">
                  <c:v>42201</c:v>
                </c:pt>
                <c:pt idx="2489">
                  <c:v>42202</c:v>
                </c:pt>
                <c:pt idx="2490">
                  <c:v>42205</c:v>
                </c:pt>
                <c:pt idx="2491">
                  <c:v>42206</c:v>
                </c:pt>
                <c:pt idx="2492">
                  <c:v>42207</c:v>
                </c:pt>
                <c:pt idx="2493">
                  <c:v>42208</c:v>
                </c:pt>
                <c:pt idx="2494">
                  <c:v>42209</c:v>
                </c:pt>
                <c:pt idx="2495">
                  <c:v>42212</c:v>
                </c:pt>
                <c:pt idx="2496">
                  <c:v>42213</c:v>
                </c:pt>
                <c:pt idx="2497">
                  <c:v>42214</c:v>
                </c:pt>
                <c:pt idx="2498">
                  <c:v>42215</c:v>
                </c:pt>
                <c:pt idx="2499">
                  <c:v>42216</c:v>
                </c:pt>
                <c:pt idx="2500">
                  <c:v>42219</c:v>
                </c:pt>
                <c:pt idx="2501">
                  <c:v>42220</c:v>
                </c:pt>
                <c:pt idx="2502">
                  <c:v>42221</c:v>
                </c:pt>
                <c:pt idx="2503">
                  <c:v>42222</c:v>
                </c:pt>
                <c:pt idx="2504">
                  <c:v>42223</c:v>
                </c:pt>
                <c:pt idx="2505">
                  <c:v>42226</c:v>
                </c:pt>
                <c:pt idx="2506">
                  <c:v>42227</c:v>
                </c:pt>
                <c:pt idx="2507">
                  <c:v>42228</c:v>
                </c:pt>
                <c:pt idx="2508">
                  <c:v>42229</c:v>
                </c:pt>
                <c:pt idx="2509">
                  <c:v>42230</c:v>
                </c:pt>
                <c:pt idx="2510">
                  <c:v>42233</c:v>
                </c:pt>
                <c:pt idx="2511">
                  <c:v>42234</c:v>
                </c:pt>
                <c:pt idx="2512">
                  <c:v>42235</c:v>
                </c:pt>
                <c:pt idx="2513">
                  <c:v>42236</c:v>
                </c:pt>
                <c:pt idx="2514">
                  <c:v>42237</c:v>
                </c:pt>
                <c:pt idx="2515">
                  <c:v>42240</c:v>
                </c:pt>
                <c:pt idx="2516">
                  <c:v>42241</c:v>
                </c:pt>
                <c:pt idx="2517">
                  <c:v>42242</c:v>
                </c:pt>
                <c:pt idx="2518">
                  <c:v>42243</c:v>
                </c:pt>
                <c:pt idx="2519">
                  <c:v>42244</c:v>
                </c:pt>
                <c:pt idx="2520">
                  <c:v>42247</c:v>
                </c:pt>
                <c:pt idx="2521">
                  <c:v>42248</c:v>
                </c:pt>
                <c:pt idx="2522">
                  <c:v>42249</c:v>
                </c:pt>
                <c:pt idx="2523">
                  <c:v>42250</c:v>
                </c:pt>
                <c:pt idx="2524">
                  <c:v>42251</c:v>
                </c:pt>
                <c:pt idx="2525">
                  <c:v>42254</c:v>
                </c:pt>
                <c:pt idx="2526">
                  <c:v>42255</c:v>
                </c:pt>
                <c:pt idx="2527">
                  <c:v>42256</c:v>
                </c:pt>
                <c:pt idx="2528">
                  <c:v>42257</c:v>
                </c:pt>
                <c:pt idx="2529">
                  <c:v>42258</c:v>
                </c:pt>
                <c:pt idx="2530">
                  <c:v>42261</c:v>
                </c:pt>
                <c:pt idx="2531">
                  <c:v>42262</c:v>
                </c:pt>
                <c:pt idx="2532">
                  <c:v>42263</c:v>
                </c:pt>
                <c:pt idx="2533">
                  <c:v>42264</c:v>
                </c:pt>
                <c:pt idx="2534">
                  <c:v>42265</c:v>
                </c:pt>
                <c:pt idx="2535">
                  <c:v>42268</c:v>
                </c:pt>
                <c:pt idx="2536">
                  <c:v>42269</c:v>
                </c:pt>
                <c:pt idx="2537">
                  <c:v>42270</c:v>
                </c:pt>
                <c:pt idx="2538">
                  <c:v>42271</c:v>
                </c:pt>
                <c:pt idx="2539">
                  <c:v>42272</c:v>
                </c:pt>
                <c:pt idx="2540">
                  <c:v>42275</c:v>
                </c:pt>
                <c:pt idx="2541">
                  <c:v>42276</c:v>
                </c:pt>
                <c:pt idx="2542">
                  <c:v>42277</c:v>
                </c:pt>
                <c:pt idx="2543">
                  <c:v>42278</c:v>
                </c:pt>
                <c:pt idx="2544">
                  <c:v>42279</c:v>
                </c:pt>
                <c:pt idx="2545">
                  <c:v>42282</c:v>
                </c:pt>
                <c:pt idx="2546">
                  <c:v>42283</c:v>
                </c:pt>
                <c:pt idx="2547">
                  <c:v>42284</c:v>
                </c:pt>
                <c:pt idx="2548">
                  <c:v>42285</c:v>
                </c:pt>
                <c:pt idx="2549">
                  <c:v>42286</c:v>
                </c:pt>
                <c:pt idx="2550">
                  <c:v>42289</c:v>
                </c:pt>
                <c:pt idx="2551">
                  <c:v>42290</c:v>
                </c:pt>
                <c:pt idx="2552">
                  <c:v>42291</c:v>
                </c:pt>
                <c:pt idx="2553">
                  <c:v>42292</c:v>
                </c:pt>
                <c:pt idx="2554">
                  <c:v>42293</c:v>
                </c:pt>
                <c:pt idx="2555">
                  <c:v>42296</c:v>
                </c:pt>
                <c:pt idx="2556">
                  <c:v>42297</c:v>
                </c:pt>
                <c:pt idx="2557">
                  <c:v>42298</c:v>
                </c:pt>
                <c:pt idx="2558">
                  <c:v>42299</c:v>
                </c:pt>
                <c:pt idx="2559">
                  <c:v>42300</c:v>
                </c:pt>
                <c:pt idx="2560">
                  <c:v>42303</c:v>
                </c:pt>
                <c:pt idx="2561">
                  <c:v>42304</c:v>
                </c:pt>
                <c:pt idx="2562">
                  <c:v>42305</c:v>
                </c:pt>
                <c:pt idx="2563">
                  <c:v>42306</c:v>
                </c:pt>
                <c:pt idx="2564">
                  <c:v>42307</c:v>
                </c:pt>
                <c:pt idx="2565">
                  <c:v>42310</c:v>
                </c:pt>
                <c:pt idx="2566">
                  <c:v>42311</c:v>
                </c:pt>
                <c:pt idx="2567">
                  <c:v>42312</c:v>
                </c:pt>
                <c:pt idx="2568">
                  <c:v>42313</c:v>
                </c:pt>
                <c:pt idx="2569">
                  <c:v>42314</c:v>
                </c:pt>
                <c:pt idx="2570">
                  <c:v>42317</c:v>
                </c:pt>
                <c:pt idx="2571">
                  <c:v>42318</c:v>
                </c:pt>
                <c:pt idx="2572">
                  <c:v>42319</c:v>
                </c:pt>
                <c:pt idx="2573">
                  <c:v>42320</c:v>
                </c:pt>
                <c:pt idx="2574">
                  <c:v>42321</c:v>
                </c:pt>
                <c:pt idx="2575">
                  <c:v>42324</c:v>
                </c:pt>
                <c:pt idx="2576">
                  <c:v>42325</c:v>
                </c:pt>
                <c:pt idx="2577">
                  <c:v>42326</c:v>
                </c:pt>
                <c:pt idx="2578">
                  <c:v>42327</c:v>
                </c:pt>
                <c:pt idx="2579">
                  <c:v>42328</c:v>
                </c:pt>
                <c:pt idx="2580">
                  <c:v>42331</c:v>
                </c:pt>
                <c:pt idx="2581">
                  <c:v>42332</c:v>
                </c:pt>
                <c:pt idx="2582">
                  <c:v>42333</c:v>
                </c:pt>
                <c:pt idx="2583">
                  <c:v>42334</c:v>
                </c:pt>
                <c:pt idx="2584">
                  <c:v>42335</c:v>
                </c:pt>
                <c:pt idx="2585">
                  <c:v>42338</c:v>
                </c:pt>
                <c:pt idx="2586">
                  <c:v>42339</c:v>
                </c:pt>
                <c:pt idx="2587">
                  <c:v>42340</c:v>
                </c:pt>
                <c:pt idx="2588">
                  <c:v>42341</c:v>
                </c:pt>
                <c:pt idx="2589">
                  <c:v>42342</c:v>
                </c:pt>
                <c:pt idx="2590">
                  <c:v>42345</c:v>
                </c:pt>
                <c:pt idx="2591">
                  <c:v>42346</c:v>
                </c:pt>
                <c:pt idx="2592">
                  <c:v>42347</c:v>
                </c:pt>
                <c:pt idx="2593">
                  <c:v>42348</c:v>
                </c:pt>
                <c:pt idx="2594">
                  <c:v>42349</c:v>
                </c:pt>
                <c:pt idx="2595">
                  <c:v>42352</c:v>
                </c:pt>
                <c:pt idx="2596">
                  <c:v>42353</c:v>
                </c:pt>
                <c:pt idx="2597">
                  <c:v>42354</c:v>
                </c:pt>
                <c:pt idx="2598">
                  <c:v>42355</c:v>
                </c:pt>
                <c:pt idx="2599">
                  <c:v>42356</c:v>
                </c:pt>
                <c:pt idx="2600">
                  <c:v>42359</c:v>
                </c:pt>
                <c:pt idx="2601">
                  <c:v>42360</c:v>
                </c:pt>
                <c:pt idx="2602">
                  <c:v>42361</c:v>
                </c:pt>
                <c:pt idx="2603">
                  <c:v>42362</c:v>
                </c:pt>
                <c:pt idx="2604">
                  <c:v>42363</c:v>
                </c:pt>
                <c:pt idx="2605">
                  <c:v>42366</c:v>
                </c:pt>
                <c:pt idx="2606">
                  <c:v>42367</c:v>
                </c:pt>
                <c:pt idx="2607">
                  <c:v>42368</c:v>
                </c:pt>
                <c:pt idx="2608">
                  <c:v>42369</c:v>
                </c:pt>
                <c:pt idx="2609">
                  <c:v>42370</c:v>
                </c:pt>
                <c:pt idx="2610">
                  <c:v>42373</c:v>
                </c:pt>
                <c:pt idx="2611">
                  <c:v>42374</c:v>
                </c:pt>
                <c:pt idx="2612">
                  <c:v>42375</c:v>
                </c:pt>
                <c:pt idx="2613">
                  <c:v>42376</c:v>
                </c:pt>
                <c:pt idx="2614">
                  <c:v>42377</c:v>
                </c:pt>
                <c:pt idx="2615">
                  <c:v>42380</c:v>
                </c:pt>
                <c:pt idx="2616">
                  <c:v>42381</c:v>
                </c:pt>
                <c:pt idx="2617">
                  <c:v>42382</c:v>
                </c:pt>
                <c:pt idx="2618">
                  <c:v>42383</c:v>
                </c:pt>
                <c:pt idx="2619">
                  <c:v>42384</c:v>
                </c:pt>
                <c:pt idx="2620">
                  <c:v>42387</c:v>
                </c:pt>
                <c:pt idx="2621">
                  <c:v>42388</c:v>
                </c:pt>
                <c:pt idx="2622">
                  <c:v>42389</c:v>
                </c:pt>
                <c:pt idx="2623">
                  <c:v>42390</c:v>
                </c:pt>
                <c:pt idx="2624">
                  <c:v>42391</c:v>
                </c:pt>
                <c:pt idx="2625">
                  <c:v>42394</c:v>
                </c:pt>
                <c:pt idx="2626">
                  <c:v>42395</c:v>
                </c:pt>
                <c:pt idx="2627">
                  <c:v>42396</c:v>
                </c:pt>
                <c:pt idx="2628">
                  <c:v>42397</c:v>
                </c:pt>
                <c:pt idx="2629">
                  <c:v>42398</c:v>
                </c:pt>
                <c:pt idx="2630">
                  <c:v>42401</c:v>
                </c:pt>
                <c:pt idx="2631">
                  <c:v>42402</c:v>
                </c:pt>
                <c:pt idx="2632">
                  <c:v>42403</c:v>
                </c:pt>
                <c:pt idx="2633">
                  <c:v>42404</c:v>
                </c:pt>
                <c:pt idx="2634">
                  <c:v>42405</c:v>
                </c:pt>
                <c:pt idx="2635">
                  <c:v>42408</c:v>
                </c:pt>
                <c:pt idx="2636">
                  <c:v>42409</c:v>
                </c:pt>
                <c:pt idx="2637">
                  <c:v>42410</c:v>
                </c:pt>
                <c:pt idx="2638">
                  <c:v>42411</c:v>
                </c:pt>
                <c:pt idx="2639">
                  <c:v>42412</c:v>
                </c:pt>
                <c:pt idx="2640">
                  <c:v>42415</c:v>
                </c:pt>
                <c:pt idx="2641">
                  <c:v>42416</c:v>
                </c:pt>
                <c:pt idx="2642">
                  <c:v>42417</c:v>
                </c:pt>
                <c:pt idx="2643">
                  <c:v>42418</c:v>
                </c:pt>
                <c:pt idx="2644">
                  <c:v>42419</c:v>
                </c:pt>
                <c:pt idx="2645">
                  <c:v>42422</c:v>
                </c:pt>
                <c:pt idx="2646">
                  <c:v>42423</c:v>
                </c:pt>
                <c:pt idx="2647">
                  <c:v>42424</c:v>
                </c:pt>
                <c:pt idx="2648">
                  <c:v>42425</c:v>
                </c:pt>
                <c:pt idx="2649">
                  <c:v>42426</c:v>
                </c:pt>
                <c:pt idx="2650">
                  <c:v>42429</c:v>
                </c:pt>
                <c:pt idx="2651">
                  <c:v>42430</c:v>
                </c:pt>
                <c:pt idx="2652">
                  <c:v>42431</c:v>
                </c:pt>
                <c:pt idx="2653">
                  <c:v>42432</c:v>
                </c:pt>
                <c:pt idx="2654">
                  <c:v>42433</c:v>
                </c:pt>
                <c:pt idx="2655">
                  <c:v>42436</c:v>
                </c:pt>
                <c:pt idx="2656">
                  <c:v>42437</c:v>
                </c:pt>
                <c:pt idx="2657">
                  <c:v>42438</c:v>
                </c:pt>
                <c:pt idx="2658">
                  <c:v>42439</c:v>
                </c:pt>
                <c:pt idx="2659">
                  <c:v>42440</c:v>
                </c:pt>
                <c:pt idx="2660">
                  <c:v>42443</c:v>
                </c:pt>
                <c:pt idx="2661">
                  <c:v>42444</c:v>
                </c:pt>
                <c:pt idx="2662">
                  <c:v>42445</c:v>
                </c:pt>
                <c:pt idx="2663">
                  <c:v>42446</c:v>
                </c:pt>
                <c:pt idx="2664">
                  <c:v>42447</c:v>
                </c:pt>
                <c:pt idx="2665">
                  <c:v>42450</c:v>
                </c:pt>
                <c:pt idx="2666">
                  <c:v>42451</c:v>
                </c:pt>
                <c:pt idx="2667">
                  <c:v>42452</c:v>
                </c:pt>
                <c:pt idx="2668">
                  <c:v>42453</c:v>
                </c:pt>
                <c:pt idx="2669">
                  <c:v>42454</c:v>
                </c:pt>
                <c:pt idx="2670">
                  <c:v>42457</c:v>
                </c:pt>
                <c:pt idx="2671">
                  <c:v>42458</c:v>
                </c:pt>
                <c:pt idx="2672">
                  <c:v>42459</c:v>
                </c:pt>
                <c:pt idx="2673">
                  <c:v>42460</c:v>
                </c:pt>
                <c:pt idx="2674">
                  <c:v>42461</c:v>
                </c:pt>
                <c:pt idx="2675">
                  <c:v>42464</c:v>
                </c:pt>
                <c:pt idx="2676">
                  <c:v>42465</c:v>
                </c:pt>
                <c:pt idx="2677">
                  <c:v>42466</c:v>
                </c:pt>
                <c:pt idx="2678">
                  <c:v>42467</c:v>
                </c:pt>
                <c:pt idx="2679">
                  <c:v>42468</c:v>
                </c:pt>
                <c:pt idx="2680">
                  <c:v>42471</c:v>
                </c:pt>
                <c:pt idx="2681">
                  <c:v>42472</c:v>
                </c:pt>
                <c:pt idx="2682">
                  <c:v>42473</c:v>
                </c:pt>
                <c:pt idx="2683">
                  <c:v>42474</c:v>
                </c:pt>
                <c:pt idx="2684">
                  <c:v>42475</c:v>
                </c:pt>
                <c:pt idx="2685">
                  <c:v>42478</c:v>
                </c:pt>
                <c:pt idx="2686">
                  <c:v>42479</c:v>
                </c:pt>
                <c:pt idx="2687">
                  <c:v>42480</c:v>
                </c:pt>
                <c:pt idx="2688">
                  <c:v>42481</c:v>
                </c:pt>
                <c:pt idx="2689">
                  <c:v>42482</c:v>
                </c:pt>
                <c:pt idx="2690">
                  <c:v>42485</c:v>
                </c:pt>
                <c:pt idx="2691">
                  <c:v>42486</c:v>
                </c:pt>
                <c:pt idx="2692">
                  <c:v>42487</c:v>
                </c:pt>
                <c:pt idx="2693">
                  <c:v>42488</c:v>
                </c:pt>
                <c:pt idx="2694">
                  <c:v>42489</c:v>
                </c:pt>
                <c:pt idx="2695">
                  <c:v>42492</c:v>
                </c:pt>
                <c:pt idx="2696">
                  <c:v>42493</c:v>
                </c:pt>
                <c:pt idx="2697">
                  <c:v>42494</c:v>
                </c:pt>
                <c:pt idx="2698">
                  <c:v>42495</c:v>
                </c:pt>
                <c:pt idx="2699">
                  <c:v>42496</c:v>
                </c:pt>
                <c:pt idx="2700">
                  <c:v>42499</c:v>
                </c:pt>
                <c:pt idx="2701">
                  <c:v>42500</c:v>
                </c:pt>
                <c:pt idx="2702">
                  <c:v>42501</c:v>
                </c:pt>
                <c:pt idx="2703">
                  <c:v>42502</c:v>
                </c:pt>
                <c:pt idx="2704">
                  <c:v>42503</c:v>
                </c:pt>
                <c:pt idx="2705">
                  <c:v>42506</c:v>
                </c:pt>
                <c:pt idx="2706">
                  <c:v>42507</c:v>
                </c:pt>
                <c:pt idx="2707">
                  <c:v>42508</c:v>
                </c:pt>
                <c:pt idx="2708">
                  <c:v>42509</c:v>
                </c:pt>
                <c:pt idx="2709">
                  <c:v>42510</c:v>
                </c:pt>
                <c:pt idx="2710">
                  <c:v>42513</c:v>
                </c:pt>
                <c:pt idx="2711">
                  <c:v>42514</c:v>
                </c:pt>
                <c:pt idx="2712">
                  <c:v>42515</c:v>
                </c:pt>
                <c:pt idx="2713">
                  <c:v>42516</c:v>
                </c:pt>
                <c:pt idx="2714">
                  <c:v>42517</c:v>
                </c:pt>
                <c:pt idx="2715">
                  <c:v>42520</c:v>
                </c:pt>
                <c:pt idx="2716">
                  <c:v>42521</c:v>
                </c:pt>
                <c:pt idx="2717">
                  <c:v>42522</c:v>
                </c:pt>
                <c:pt idx="2718">
                  <c:v>42523</c:v>
                </c:pt>
                <c:pt idx="2719">
                  <c:v>42524</c:v>
                </c:pt>
                <c:pt idx="2720">
                  <c:v>42527</c:v>
                </c:pt>
                <c:pt idx="2721">
                  <c:v>42528</c:v>
                </c:pt>
                <c:pt idx="2722">
                  <c:v>42529</c:v>
                </c:pt>
                <c:pt idx="2723">
                  <c:v>42530</c:v>
                </c:pt>
                <c:pt idx="2724">
                  <c:v>42531</c:v>
                </c:pt>
                <c:pt idx="2725">
                  <c:v>42534</c:v>
                </c:pt>
                <c:pt idx="2726">
                  <c:v>42535</c:v>
                </c:pt>
                <c:pt idx="2727">
                  <c:v>42536</c:v>
                </c:pt>
                <c:pt idx="2728">
                  <c:v>42537</c:v>
                </c:pt>
                <c:pt idx="2729">
                  <c:v>42538</c:v>
                </c:pt>
                <c:pt idx="2730">
                  <c:v>42541</c:v>
                </c:pt>
                <c:pt idx="2731">
                  <c:v>42542</c:v>
                </c:pt>
                <c:pt idx="2732">
                  <c:v>42543</c:v>
                </c:pt>
                <c:pt idx="2733">
                  <c:v>42544</c:v>
                </c:pt>
                <c:pt idx="2734">
                  <c:v>42545</c:v>
                </c:pt>
                <c:pt idx="2735">
                  <c:v>42548</c:v>
                </c:pt>
                <c:pt idx="2736">
                  <c:v>42549</c:v>
                </c:pt>
                <c:pt idx="2737">
                  <c:v>42550</c:v>
                </c:pt>
                <c:pt idx="2738">
                  <c:v>42551</c:v>
                </c:pt>
                <c:pt idx="2739">
                  <c:v>42552</c:v>
                </c:pt>
                <c:pt idx="2740">
                  <c:v>42555</c:v>
                </c:pt>
                <c:pt idx="2741">
                  <c:v>42556</c:v>
                </c:pt>
                <c:pt idx="2742">
                  <c:v>42557</c:v>
                </c:pt>
                <c:pt idx="2743">
                  <c:v>42558</c:v>
                </c:pt>
                <c:pt idx="2744">
                  <c:v>42559</c:v>
                </c:pt>
                <c:pt idx="2745">
                  <c:v>42562</c:v>
                </c:pt>
                <c:pt idx="2746">
                  <c:v>42563</c:v>
                </c:pt>
                <c:pt idx="2747">
                  <c:v>42564</c:v>
                </c:pt>
                <c:pt idx="2748">
                  <c:v>42565</c:v>
                </c:pt>
                <c:pt idx="2749">
                  <c:v>42566</c:v>
                </c:pt>
                <c:pt idx="2750">
                  <c:v>42569</c:v>
                </c:pt>
                <c:pt idx="2751">
                  <c:v>42570</c:v>
                </c:pt>
                <c:pt idx="2752">
                  <c:v>42571</c:v>
                </c:pt>
                <c:pt idx="2753">
                  <c:v>42572</c:v>
                </c:pt>
                <c:pt idx="2754">
                  <c:v>42573</c:v>
                </c:pt>
                <c:pt idx="2755">
                  <c:v>42576</c:v>
                </c:pt>
                <c:pt idx="2756">
                  <c:v>42577</c:v>
                </c:pt>
                <c:pt idx="2757">
                  <c:v>42578</c:v>
                </c:pt>
                <c:pt idx="2758">
                  <c:v>42579</c:v>
                </c:pt>
                <c:pt idx="2759">
                  <c:v>42580</c:v>
                </c:pt>
                <c:pt idx="2760">
                  <c:v>42583</c:v>
                </c:pt>
                <c:pt idx="2761">
                  <c:v>42584</c:v>
                </c:pt>
                <c:pt idx="2762">
                  <c:v>42585</c:v>
                </c:pt>
                <c:pt idx="2763">
                  <c:v>42586</c:v>
                </c:pt>
                <c:pt idx="2764">
                  <c:v>42587</c:v>
                </c:pt>
                <c:pt idx="2765">
                  <c:v>42590</c:v>
                </c:pt>
                <c:pt idx="2766">
                  <c:v>42591</c:v>
                </c:pt>
                <c:pt idx="2767">
                  <c:v>42592</c:v>
                </c:pt>
                <c:pt idx="2768">
                  <c:v>42593</c:v>
                </c:pt>
                <c:pt idx="2769">
                  <c:v>42594</c:v>
                </c:pt>
                <c:pt idx="2770">
                  <c:v>42597</c:v>
                </c:pt>
                <c:pt idx="2771">
                  <c:v>42598</c:v>
                </c:pt>
                <c:pt idx="2772">
                  <c:v>42599</c:v>
                </c:pt>
                <c:pt idx="2773">
                  <c:v>42600</c:v>
                </c:pt>
                <c:pt idx="2774">
                  <c:v>42601</c:v>
                </c:pt>
                <c:pt idx="2775">
                  <c:v>42604</c:v>
                </c:pt>
                <c:pt idx="2776">
                  <c:v>42605</c:v>
                </c:pt>
                <c:pt idx="2777">
                  <c:v>42606</c:v>
                </c:pt>
                <c:pt idx="2778">
                  <c:v>42607</c:v>
                </c:pt>
                <c:pt idx="2779">
                  <c:v>42608</c:v>
                </c:pt>
                <c:pt idx="2780">
                  <c:v>42611</c:v>
                </c:pt>
                <c:pt idx="2781">
                  <c:v>42612</c:v>
                </c:pt>
                <c:pt idx="2782">
                  <c:v>42613</c:v>
                </c:pt>
                <c:pt idx="2783">
                  <c:v>42614</c:v>
                </c:pt>
                <c:pt idx="2784">
                  <c:v>42615</c:v>
                </c:pt>
                <c:pt idx="2785">
                  <c:v>42618</c:v>
                </c:pt>
                <c:pt idx="2786">
                  <c:v>42619</c:v>
                </c:pt>
                <c:pt idx="2787">
                  <c:v>42620</c:v>
                </c:pt>
                <c:pt idx="2788">
                  <c:v>42621</c:v>
                </c:pt>
                <c:pt idx="2789">
                  <c:v>42622</c:v>
                </c:pt>
                <c:pt idx="2790">
                  <c:v>42625</c:v>
                </c:pt>
                <c:pt idx="2791">
                  <c:v>42626</c:v>
                </c:pt>
                <c:pt idx="2792">
                  <c:v>42627</c:v>
                </c:pt>
                <c:pt idx="2793">
                  <c:v>42628</c:v>
                </c:pt>
                <c:pt idx="2794">
                  <c:v>42629</c:v>
                </c:pt>
                <c:pt idx="2795">
                  <c:v>42632</c:v>
                </c:pt>
                <c:pt idx="2796">
                  <c:v>42633</c:v>
                </c:pt>
                <c:pt idx="2797">
                  <c:v>42634</c:v>
                </c:pt>
                <c:pt idx="2798">
                  <c:v>42635</c:v>
                </c:pt>
                <c:pt idx="2799">
                  <c:v>42636</c:v>
                </c:pt>
                <c:pt idx="2800">
                  <c:v>42639</c:v>
                </c:pt>
                <c:pt idx="2801">
                  <c:v>42640</c:v>
                </c:pt>
                <c:pt idx="2802">
                  <c:v>42641</c:v>
                </c:pt>
                <c:pt idx="2803">
                  <c:v>42642</c:v>
                </c:pt>
                <c:pt idx="2804">
                  <c:v>42643</c:v>
                </c:pt>
                <c:pt idx="2805">
                  <c:v>42646</c:v>
                </c:pt>
                <c:pt idx="2806">
                  <c:v>42647</c:v>
                </c:pt>
                <c:pt idx="2807">
                  <c:v>42648</c:v>
                </c:pt>
                <c:pt idx="2808">
                  <c:v>42649</c:v>
                </c:pt>
                <c:pt idx="2809">
                  <c:v>42650</c:v>
                </c:pt>
                <c:pt idx="2810">
                  <c:v>42653</c:v>
                </c:pt>
                <c:pt idx="2811">
                  <c:v>42654</c:v>
                </c:pt>
                <c:pt idx="2812">
                  <c:v>42655</c:v>
                </c:pt>
                <c:pt idx="2813">
                  <c:v>42656</c:v>
                </c:pt>
                <c:pt idx="2814">
                  <c:v>42657</c:v>
                </c:pt>
                <c:pt idx="2815">
                  <c:v>42660</c:v>
                </c:pt>
                <c:pt idx="2816">
                  <c:v>42661</c:v>
                </c:pt>
                <c:pt idx="2817">
                  <c:v>42662</c:v>
                </c:pt>
                <c:pt idx="2818">
                  <c:v>42663</c:v>
                </c:pt>
                <c:pt idx="2819">
                  <c:v>42664</c:v>
                </c:pt>
                <c:pt idx="2820">
                  <c:v>42667</c:v>
                </c:pt>
                <c:pt idx="2821">
                  <c:v>42668</c:v>
                </c:pt>
                <c:pt idx="2822">
                  <c:v>42669</c:v>
                </c:pt>
                <c:pt idx="2823">
                  <c:v>42670</c:v>
                </c:pt>
                <c:pt idx="2824">
                  <c:v>42671</c:v>
                </c:pt>
                <c:pt idx="2825">
                  <c:v>42674</c:v>
                </c:pt>
                <c:pt idx="2826">
                  <c:v>42675</c:v>
                </c:pt>
                <c:pt idx="2827">
                  <c:v>42676</c:v>
                </c:pt>
                <c:pt idx="2828">
                  <c:v>42677</c:v>
                </c:pt>
                <c:pt idx="2829">
                  <c:v>42678</c:v>
                </c:pt>
                <c:pt idx="2830">
                  <c:v>42681</c:v>
                </c:pt>
                <c:pt idx="2831">
                  <c:v>42682</c:v>
                </c:pt>
                <c:pt idx="2832">
                  <c:v>42683</c:v>
                </c:pt>
                <c:pt idx="2833">
                  <c:v>42684</c:v>
                </c:pt>
                <c:pt idx="2834">
                  <c:v>42685</c:v>
                </c:pt>
                <c:pt idx="2835">
                  <c:v>42688</c:v>
                </c:pt>
                <c:pt idx="2836">
                  <c:v>42689</c:v>
                </c:pt>
                <c:pt idx="2837">
                  <c:v>42690</c:v>
                </c:pt>
                <c:pt idx="2838">
                  <c:v>42691</c:v>
                </c:pt>
                <c:pt idx="2839">
                  <c:v>42692</c:v>
                </c:pt>
                <c:pt idx="2840">
                  <c:v>42695</c:v>
                </c:pt>
                <c:pt idx="2841">
                  <c:v>42696</c:v>
                </c:pt>
                <c:pt idx="2842">
                  <c:v>42697</c:v>
                </c:pt>
                <c:pt idx="2843">
                  <c:v>42698</c:v>
                </c:pt>
                <c:pt idx="2844">
                  <c:v>42699</c:v>
                </c:pt>
                <c:pt idx="2845">
                  <c:v>42702</c:v>
                </c:pt>
                <c:pt idx="2846">
                  <c:v>42703</c:v>
                </c:pt>
                <c:pt idx="2847">
                  <c:v>42704</c:v>
                </c:pt>
                <c:pt idx="2848">
                  <c:v>42705</c:v>
                </c:pt>
                <c:pt idx="2849">
                  <c:v>42706</c:v>
                </c:pt>
                <c:pt idx="2850">
                  <c:v>42709</c:v>
                </c:pt>
                <c:pt idx="2851">
                  <c:v>42710</c:v>
                </c:pt>
                <c:pt idx="2852">
                  <c:v>42711</c:v>
                </c:pt>
                <c:pt idx="2853">
                  <c:v>42712</c:v>
                </c:pt>
                <c:pt idx="2854">
                  <c:v>42713</c:v>
                </c:pt>
                <c:pt idx="2855">
                  <c:v>42716</c:v>
                </c:pt>
                <c:pt idx="2856">
                  <c:v>42717</c:v>
                </c:pt>
                <c:pt idx="2857">
                  <c:v>42718</c:v>
                </c:pt>
                <c:pt idx="2858">
                  <c:v>42719</c:v>
                </c:pt>
                <c:pt idx="2859">
                  <c:v>42720</c:v>
                </c:pt>
                <c:pt idx="2860">
                  <c:v>42723</c:v>
                </c:pt>
                <c:pt idx="2861">
                  <c:v>42724</c:v>
                </c:pt>
                <c:pt idx="2862">
                  <c:v>42725</c:v>
                </c:pt>
                <c:pt idx="2863">
                  <c:v>42726</c:v>
                </c:pt>
                <c:pt idx="2864">
                  <c:v>42727</c:v>
                </c:pt>
                <c:pt idx="2865">
                  <c:v>42730</c:v>
                </c:pt>
                <c:pt idx="2866">
                  <c:v>42731</c:v>
                </c:pt>
                <c:pt idx="2867">
                  <c:v>42732</c:v>
                </c:pt>
                <c:pt idx="2868">
                  <c:v>42733</c:v>
                </c:pt>
                <c:pt idx="2869">
                  <c:v>42734</c:v>
                </c:pt>
                <c:pt idx="2870">
                  <c:v>42737</c:v>
                </c:pt>
                <c:pt idx="2871">
                  <c:v>42738</c:v>
                </c:pt>
                <c:pt idx="2872">
                  <c:v>42739</c:v>
                </c:pt>
                <c:pt idx="2873">
                  <c:v>42740</c:v>
                </c:pt>
                <c:pt idx="2874">
                  <c:v>42741</c:v>
                </c:pt>
                <c:pt idx="2875">
                  <c:v>42744</c:v>
                </c:pt>
                <c:pt idx="2876">
                  <c:v>42745</c:v>
                </c:pt>
                <c:pt idx="2877">
                  <c:v>42746</c:v>
                </c:pt>
                <c:pt idx="2878">
                  <c:v>42747</c:v>
                </c:pt>
                <c:pt idx="2879">
                  <c:v>42748</c:v>
                </c:pt>
                <c:pt idx="2880">
                  <c:v>42751</c:v>
                </c:pt>
                <c:pt idx="2881">
                  <c:v>42752</c:v>
                </c:pt>
                <c:pt idx="2882">
                  <c:v>42753</c:v>
                </c:pt>
                <c:pt idx="2883">
                  <c:v>42754</c:v>
                </c:pt>
                <c:pt idx="2884">
                  <c:v>42755</c:v>
                </c:pt>
                <c:pt idx="2885">
                  <c:v>42758</c:v>
                </c:pt>
                <c:pt idx="2886">
                  <c:v>42759</c:v>
                </c:pt>
                <c:pt idx="2887">
                  <c:v>42760</c:v>
                </c:pt>
                <c:pt idx="2888">
                  <c:v>42761</c:v>
                </c:pt>
                <c:pt idx="2889">
                  <c:v>42762</c:v>
                </c:pt>
                <c:pt idx="2890">
                  <c:v>42765</c:v>
                </c:pt>
                <c:pt idx="2891">
                  <c:v>42766</c:v>
                </c:pt>
                <c:pt idx="2892">
                  <c:v>42767</c:v>
                </c:pt>
                <c:pt idx="2893">
                  <c:v>42768</c:v>
                </c:pt>
                <c:pt idx="2894">
                  <c:v>42769</c:v>
                </c:pt>
                <c:pt idx="2895">
                  <c:v>42772</c:v>
                </c:pt>
                <c:pt idx="2896">
                  <c:v>42773</c:v>
                </c:pt>
                <c:pt idx="2897">
                  <c:v>42774</c:v>
                </c:pt>
                <c:pt idx="2898">
                  <c:v>42775</c:v>
                </c:pt>
                <c:pt idx="2899">
                  <c:v>42776</c:v>
                </c:pt>
                <c:pt idx="2900">
                  <c:v>42779</c:v>
                </c:pt>
                <c:pt idx="2901">
                  <c:v>42780</c:v>
                </c:pt>
                <c:pt idx="2902">
                  <c:v>42781</c:v>
                </c:pt>
                <c:pt idx="2903">
                  <c:v>42782</c:v>
                </c:pt>
                <c:pt idx="2904">
                  <c:v>42783</c:v>
                </c:pt>
                <c:pt idx="2905">
                  <c:v>42786</c:v>
                </c:pt>
                <c:pt idx="2906">
                  <c:v>42787</c:v>
                </c:pt>
                <c:pt idx="2907">
                  <c:v>42788</c:v>
                </c:pt>
                <c:pt idx="2908">
                  <c:v>42789</c:v>
                </c:pt>
                <c:pt idx="2909">
                  <c:v>42790</c:v>
                </c:pt>
                <c:pt idx="2910">
                  <c:v>42793</c:v>
                </c:pt>
                <c:pt idx="2911">
                  <c:v>42794</c:v>
                </c:pt>
                <c:pt idx="2912">
                  <c:v>42795</c:v>
                </c:pt>
                <c:pt idx="2913">
                  <c:v>42796</c:v>
                </c:pt>
                <c:pt idx="2914">
                  <c:v>42797</c:v>
                </c:pt>
                <c:pt idx="2915">
                  <c:v>42800</c:v>
                </c:pt>
                <c:pt idx="2916">
                  <c:v>42801</c:v>
                </c:pt>
                <c:pt idx="2917">
                  <c:v>42802</c:v>
                </c:pt>
                <c:pt idx="2918">
                  <c:v>42803</c:v>
                </c:pt>
                <c:pt idx="2919">
                  <c:v>42804</c:v>
                </c:pt>
                <c:pt idx="2920">
                  <c:v>42807</c:v>
                </c:pt>
                <c:pt idx="2921">
                  <c:v>42808</c:v>
                </c:pt>
                <c:pt idx="2922">
                  <c:v>42809</c:v>
                </c:pt>
                <c:pt idx="2923">
                  <c:v>42810</c:v>
                </c:pt>
                <c:pt idx="2924">
                  <c:v>42811</c:v>
                </c:pt>
                <c:pt idx="2925">
                  <c:v>42814</c:v>
                </c:pt>
                <c:pt idx="2926">
                  <c:v>42815</c:v>
                </c:pt>
                <c:pt idx="2927">
                  <c:v>42816</c:v>
                </c:pt>
                <c:pt idx="2928">
                  <c:v>42817</c:v>
                </c:pt>
                <c:pt idx="2929">
                  <c:v>42818</c:v>
                </c:pt>
                <c:pt idx="2930">
                  <c:v>42821</c:v>
                </c:pt>
                <c:pt idx="2931">
                  <c:v>42822</c:v>
                </c:pt>
                <c:pt idx="2932">
                  <c:v>42823</c:v>
                </c:pt>
                <c:pt idx="2933">
                  <c:v>42824</c:v>
                </c:pt>
                <c:pt idx="2934">
                  <c:v>42825</c:v>
                </c:pt>
                <c:pt idx="2935">
                  <c:v>42828</c:v>
                </c:pt>
                <c:pt idx="2936">
                  <c:v>42829</c:v>
                </c:pt>
                <c:pt idx="2937">
                  <c:v>42830</c:v>
                </c:pt>
                <c:pt idx="2938">
                  <c:v>42831</c:v>
                </c:pt>
                <c:pt idx="2939">
                  <c:v>42832</c:v>
                </c:pt>
                <c:pt idx="2940">
                  <c:v>42835</c:v>
                </c:pt>
                <c:pt idx="2941">
                  <c:v>42836</c:v>
                </c:pt>
                <c:pt idx="2942">
                  <c:v>42837</c:v>
                </c:pt>
                <c:pt idx="2943">
                  <c:v>42838</c:v>
                </c:pt>
                <c:pt idx="2944">
                  <c:v>42839</c:v>
                </c:pt>
                <c:pt idx="2945">
                  <c:v>42842</c:v>
                </c:pt>
                <c:pt idx="2946">
                  <c:v>42843</c:v>
                </c:pt>
                <c:pt idx="2947">
                  <c:v>42844</c:v>
                </c:pt>
                <c:pt idx="2948">
                  <c:v>42845</c:v>
                </c:pt>
                <c:pt idx="2949">
                  <c:v>42846</c:v>
                </c:pt>
                <c:pt idx="2950">
                  <c:v>42849</c:v>
                </c:pt>
                <c:pt idx="2951">
                  <c:v>42850</c:v>
                </c:pt>
                <c:pt idx="2952">
                  <c:v>42851</c:v>
                </c:pt>
                <c:pt idx="2953">
                  <c:v>42852</c:v>
                </c:pt>
                <c:pt idx="2954">
                  <c:v>42853</c:v>
                </c:pt>
                <c:pt idx="2955">
                  <c:v>42856</c:v>
                </c:pt>
                <c:pt idx="2956">
                  <c:v>42857</c:v>
                </c:pt>
                <c:pt idx="2957">
                  <c:v>42858</c:v>
                </c:pt>
                <c:pt idx="2958">
                  <c:v>42859</c:v>
                </c:pt>
                <c:pt idx="2959">
                  <c:v>42860</c:v>
                </c:pt>
                <c:pt idx="2960">
                  <c:v>42863</c:v>
                </c:pt>
                <c:pt idx="2961">
                  <c:v>42864</c:v>
                </c:pt>
                <c:pt idx="2962">
                  <c:v>42865</c:v>
                </c:pt>
                <c:pt idx="2963">
                  <c:v>42866</c:v>
                </c:pt>
                <c:pt idx="2964">
                  <c:v>42867</c:v>
                </c:pt>
                <c:pt idx="2965">
                  <c:v>42870</c:v>
                </c:pt>
                <c:pt idx="2966">
                  <c:v>42871</c:v>
                </c:pt>
                <c:pt idx="2967">
                  <c:v>42872</c:v>
                </c:pt>
                <c:pt idx="2968">
                  <c:v>42873</c:v>
                </c:pt>
                <c:pt idx="2969">
                  <c:v>42874</c:v>
                </c:pt>
                <c:pt idx="2970">
                  <c:v>42877</c:v>
                </c:pt>
                <c:pt idx="2971">
                  <c:v>42878</c:v>
                </c:pt>
                <c:pt idx="2972">
                  <c:v>42879</c:v>
                </c:pt>
                <c:pt idx="2973">
                  <c:v>42880</c:v>
                </c:pt>
                <c:pt idx="2974">
                  <c:v>42881</c:v>
                </c:pt>
                <c:pt idx="2975">
                  <c:v>42884</c:v>
                </c:pt>
                <c:pt idx="2976">
                  <c:v>42885</c:v>
                </c:pt>
                <c:pt idx="2977">
                  <c:v>42886</c:v>
                </c:pt>
                <c:pt idx="2978">
                  <c:v>42887</c:v>
                </c:pt>
                <c:pt idx="2979">
                  <c:v>42888</c:v>
                </c:pt>
                <c:pt idx="2980">
                  <c:v>42891</c:v>
                </c:pt>
                <c:pt idx="2981">
                  <c:v>42892</c:v>
                </c:pt>
                <c:pt idx="2982">
                  <c:v>42893</c:v>
                </c:pt>
                <c:pt idx="2983">
                  <c:v>42894</c:v>
                </c:pt>
                <c:pt idx="2984">
                  <c:v>42895</c:v>
                </c:pt>
                <c:pt idx="2985">
                  <c:v>42898</c:v>
                </c:pt>
                <c:pt idx="2986">
                  <c:v>42899</c:v>
                </c:pt>
                <c:pt idx="2987">
                  <c:v>42900</c:v>
                </c:pt>
                <c:pt idx="2988">
                  <c:v>42901</c:v>
                </c:pt>
                <c:pt idx="2989">
                  <c:v>42902</c:v>
                </c:pt>
                <c:pt idx="2990">
                  <c:v>42905</c:v>
                </c:pt>
                <c:pt idx="2991">
                  <c:v>42906</c:v>
                </c:pt>
                <c:pt idx="2992">
                  <c:v>42907</c:v>
                </c:pt>
                <c:pt idx="2993">
                  <c:v>42908</c:v>
                </c:pt>
                <c:pt idx="2994">
                  <c:v>42909</c:v>
                </c:pt>
                <c:pt idx="2995">
                  <c:v>42912</c:v>
                </c:pt>
                <c:pt idx="2996">
                  <c:v>42913</c:v>
                </c:pt>
                <c:pt idx="2997">
                  <c:v>42914</c:v>
                </c:pt>
                <c:pt idx="2998">
                  <c:v>42915</c:v>
                </c:pt>
                <c:pt idx="2999">
                  <c:v>42916</c:v>
                </c:pt>
                <c:pt idx="3000">
                  <c:v>42919</c:v>
                </c:pt>
                <c:pt idx="3001">
                  <c:v>42920</c:v>
                </c:pt>
                <c:pt idx="3002">
                  <c:v>42921</c:v>
                </c:pt>
                <c:pt idx="3003">
                  <c:v>42922</c:v>
                </c:pt>
                <c:pt idx="3004">
                  <c:v>42923</c:v>
                </c:pt>
                <c:pt idx="3005">
                  <c:v>42926</c:v>
                </c:pt>
                <c:pt idx="3006">
                  <c:v>42927</c:v>
                </c:pt>
                <c:pt idx="3007">
                  <c:v>42928</c:v>
                </c:pt>
                <c:pt idx="3008">
                  <c:v>42929</c:v>
                </c:pt>
                <c:pt idx="3009">
                  <c:v>42930</c:v>
                </c:pt>
                <c:pt idx="3010">
                  <c:v>42933</c:v>
                </c:pt>
                <c:pt idx="3011">
                  <c:v>42934</c:v>
                </c:pt>
                <c:pt idx="3012">
                  <c:v>42935</c:v>
                </c:pt>
                <c:pt idx="3013">
                  <c:v>42936</c:v>
                </c:pt>
                <c:pt idx="3014">
                  <c:v>42937</c:v>
                </c:pt>
                <c:pt idx="3015">
                  <c:v>42940</c:v>
                </c:pt>
                <c:pt idx="3016">
                  <c:v>42941</c:v>
                </c:pt>
                <c:pt idx="3017">
                  <c:v>42942</c:v>
                </c:pt>
                <c:pt idx="3018">
                  <c:v>42943</c:v>
                </c:pt>
                <c:pt idx="3019">
                  <c:v>42944</c:v>
                </c:pt>
                <c:pt idx="3020">
                  <c:v>42947</c:v>
                </c:pt>
                <c:pt idx="3021">
                  <c:v>42948</c:v>
                </c:pt>
                <c:pt idx="3022">
                  <c:v>42949</c:v>
                </c:pt>
                <c:pt idx="3023">
                  <c:v>42950</c:v>
                </c:pt>
                <c:pt idx="3024">
                  <c:v>42951</c:v>
                </c:pt>
                <c:pt idx="3025">
                  <c:v>42954</c:v>
                </c:pt>
                <c:pt idx="3026">
                  <c:v>42955</c:v>
                </c:pt>
                <c:pt idx="3027">
                  <c:v>42956</c:v>
                </c:pt>
                <c:pt idx="3028">
                  <c:v>42957</c:v>
                </c:pt>
                <c:pt idx="3029">
                  <c:v>42958</c:v>
                </c:pt>
                <c:pt idx="3030">
                  <c:v>42961</c:v>
                </c:pt>
                <c:pt idx="3031">
                  <c:v>42962</c:v>
                </c:pt>
                <c:pt idx="3032">
                  <c:v>42963</c:v>
                </c:pt>
                <c:pt idx="3033">
                  <c:v>42964</c:v>
                </c:pt>
                <c:pt idx="3034">
                  <c:v>42965</c:v>
                </c:pt>
                <c:pt idx="3035">
                  <c:v>42968</c:v>
                </c:pt>
                <c:pt idx="3036">
                  <c:v>42969</c:v>
                </c:pt>
                <c:pt idx="3037">
                  <c:v>42970</c:v>
                </c:pt>
                <c:pt idx="3038">
                  <c:v>42971</c:v>
                </c:pt>
                <c:pt idx="3039">
                  <c:v>42972</c:v>
                </c:pt>
                <c:pt idx="3040">
                  <c:v>42975</c:v>
                </c:pt>
                <c:pt idx="3041">
                  <c:v>42976</c:v>
                </c:pt>
                <c:pt idx="3042">
                  <c:v>42977</c:v>
                </c:pt>
                <c:pt idx="3043">
                  <c:v>42978</c:v>
                </c:pt>
                <c:pt idx="3044">
                  <c:v>42979</c:v>
                </c:pt>
                <c:pt idx="3045">
                  <c:v>42982</c:v>
                </c:pt>
                <c:pt idx="3046">
                  <c:v>42983</c:v>
                </c:pt>
                <c:pt idx="3047">
                  <c:v>42984</c:v>
                </c:pt>
                <c:pt idx="3048">
                  <c:v>42985</c:v>
                </c:pt>
                <c:pt idx="3049">
                  <c:v>42986</c:v>
                </c:pt>
                <c:pt idx="3050">
                  <c:v>42989</c:v>
                </c:pt>
                <c:pt idx="3051">
                  <c:v>42990</c:v>
                </c:pt>
                <c:pt idx="3052">
                  <c:v>42991</c:v>
                </c:pt>
                <c:pt idx="3053">
                  <c:v>42992</c:v>
                </c:pt>
                <c:pt idx="3054">
                  <c:v>42993</c:v>
                </c:pt>
                <c:pt idx="3055">
                  <c:v>42996</c:v>
                </c:pt>
                <c:pt idx="3056">
                  <c:v>42997</c:v>
                </c:pt>
                <c:pt idx="3057">
                  <c:v>42998</c:v>
                </c:pt>
                <c:pt idx="3058">
                  <c:v>42999</c:v>
                </c:pt>
                <c:pt idx="3059">
                  <c:v>43000</c:v>
                </c:pt>
                <c:pt idx="3060">
                  <c:v>43003</c:v>
                </c:pt>
                <c:pt idx="3061">
                  <c:v>43004</c:v>
                </c:pt>
                <c:pt idx="3062">
                  <c:v>43005</c:v>
                </c:pt>
                <c:pt idx="3063">
                  <c:v>43006</c:v>
                </c:pt>
                <c:pt idx="3064">
                  <c:v>43007</c:v>
                </c:pt>
                <c:pt idx="3065">
                  <c:v>43010</c:v>
                </c:pt>
                <c:pt idx="3066">
                  <c:v>43011</c:v>
                </c:pt>
                <c:pt idx="3067">
                  <c:v>43012</c:v>
                </c:pt>
                <c:pt idx="3068">
                  <c:v>43013</c:v>
                </c:pt>
                <c:pt idx="3069">
                  <c:v>43014</c:v>
                </c:pt>
                <c:pt idx="3070">
                  <c:v>43017</c:v>
                </c:pt>
                <c:pt idx="3071">
                  <c:v>43018</c:v>
                </c:pt>
                <c:pt idx="3072">
                  <c:v>43019</c:v>
                </c:pt>
                <c:pt idx="3073">
                  <c:v>43020</c:v>
                </c:pt>
                <c:pt idx="3074">
                  <c:v>43021</c:v>
                </c:pt>
                <c:pt idx="3075">
                  <c:v>43024</c:v>
                </c:pt>
                <c:pt idx="3076">
                  <c:v>43025</c:v>
                </c:pt>
                <c:pt idx="3077">
                  <c:v>43026</c:v>
                </c:pt>
                <c:pt idx="3078">
                  <c:v>43027</c:v>
                </c:pt>
                <c:pt idx="3079">
                  <c:v>43028</c:v>
                </c:pt>
                <c:pt idx="3080">
                  <c:v>43031</c:v>
                </c:pt>
                <c:pt idx="3081">
                  <c:v>43032</c:v>
                </c:pt>
                <c:pt idx="3082">
                  <c:v>43033</c:v>
                </c:pt>
                <c:pt idx="3083">
                  <c:v>43034</c:v>
                </c:pt>
                <c:pt idx="3084">
                  <c:v>43035</c:v>
                </c:pt>
                <c:pt idx="3085">
                  <c:v>43038</c:v>
                </c:pt>
                <c:pt idx="3086">
                  <c:v>43039</c:v>
                </c:pt>
                <c:pt idx="3087">
                  <c:v>43040</c:v>
                </c:pt>
                <c:pt idx="3088">
                  <c:v>43041</c:v>
                </c:pt>
                <c:pt idx="3089">
                  <c:v>43042</c:v>
                </c:pt>
                <c:pt idx="3090">
                  <c:v>43045</c:v>
                </c:pt>
                <c:pt idx="3091">
                  <c:v>43046</c:v>
                </c:pt>
                <c:pt idx="3092">
                  <c:v>43047</c:v>
                </c:pt>
                <c:pt idx="3093">
                  <c:v>43048</c:v>
                </c:pt>
                <c:pt idx="3094">
                  <c:v>43049</c:v>
                </c:pt>
                <c:pt idx="3095">
                  <c:v>43052</c:v>
                </c:pt>
                <c:pt idx="3096">
                  <c:v>43053</c:v>
                </c:pt>
                <c:pt idx="3097">
                  <c:v>43054</c:v>
                </c:pt>
                <c:pt idx="3098">
                  <c:v>43055</c:v>
                </c:pt>
                <c:pt idx="3099">
                  <c:v>43056</c:v>
                </c:pt>
                <c:pt idx="3100">
                  <c:v>43059</c:v>
                </c:pt>
                <c:pt idx="3101">
                  <c:v>43060</c:v>
                </c:pt>
                <c:pt idx="3102">
                  <c:v>43061</c:v>
                </c:pt>
                <c:pt idx="3103">
                  <c:v>43062</c:v>
                </c:pt>
                <c:pt idx="3104">
                  <c:v>43063</c:v>
                </c:pt>
                <c:pt idx="3105">
                  <c:v>43066</c:v>
                </c:pt>
                <c:pt idx="3106">
                  <c:v>43067</c:v>
                </c:pt>
                <c:pt idx="3107">
                  <c:v>43068</c:v>
                </c:pt>
                <c:pt idx="3108">
                  <c:v>43069</c:v>
                </c:pt>
                <c:pt idx="3109">
                  <c:v>43070</c:v>
                </c:pt>
                <c:pt idx="3110">
                  <c:v>43073</c:v>
                </c:pt>
                <c:pt idx="3111">
                  <c:v>43074</c:v>
                </c:pt>
                <c:pt idx="3112">
                  <c:v>43075</c:v>
                </c:pt>
                <c:pt idx="3113">
                  <c:v>43076</c:v>
                </c:pt>
                <c:pt idx="3114">
                  <c:v>43077</c:v>
                </c:pt>
                <c:pt idx="3115">
                  <c:v>43080</c:v>
                </c:pt>
                <c:pt idx="3116">
                  <c:v>43081</c:v>
                </c:pt>
                <c:pt idx="3117">
                  <c:v>43082</c:v>
                </c:pt>
                <c:pt idx="3118">
                  <c:v>43083</c:v>
                </c:pt>
                <c:pt idx="3119">
                  <c:v>43084</c:v>
                </c:pt>
                <c:pt idx="3120">
                  <c:v>43087</c:v>
                </c:pt>
                <c:pt idx="3121">
                  <c:v>43088</c:v>
                </c:pt>
                <c:pt idx="3122">
                  <c:v>43089</c:v>
                </c:pt>
                <c:pt idx="3123">
                  <c:v>43090</c:v>
                </c:pt>
                <c:pt idx="3124">
                  <c:v>43091</c:v>
                </c:pt>
                <c:pt idx="3125">
                  <c:v>43094</c:v>
                </c:pt>
                <c:pt idx="3126">
                  <c:v>43095</c:v>
                </c:pt>
                <c:pt idx="3127">
                  <c:v>43096</c:v>
                </c:pt>
                <c:pt idx="3128">
                  <c:v>43097</c:v>
                </c:pt>
                <c:pt idx="3129">
                  <c:v>43098</c:v>
                </c:pt>
                <c:pt idx="3130">
                  <c:v>43101</c:v>
                </c:pt>
                <c:pt idx="3131">
                  <c:v>43102</c:v>
                </c:pt>
                <c:pt idx="3132">
                  <c:v>43103</c:v>
                </c:pt>
                <c:pt idx="3133">
                  <c:v>43104</c:v>
                </c:pt>
                <c:pt idx="3134">
                  <c:v>43105</c:v>
                </c:pt>
                <c:pt idx="3135">
                  <c:v>43108</c:v>
                </c:pt>
                <c:pt idx="3136">
                  <c:v>43109</c:v>
                </c:pt>
                <c:pt idx="3137">
                  <c:v>43110</c:v>
                </c:pt>
                <c:pt idx="3138">
                  <c:v>43111</c:v>
                </c:pt>
                <c:pt idx="3139">
                  <c:v>43112</c:v>
                </c:pt>
                <c:pt idx="3140">
                  <c:v>43115</c:v>
                </c:pt>
                <c:pt idx="3141">
                  <c:v>43116</c:v>
                </c:pt>
                <c:pt idx="3142">
                  <c:v>43117</c:v>
                </c:pt>
                <c:pt idx="3143">
                  <c:v>43118</c:v>
                </c:pt>
                <c:pt idx="3144">
                  <c:v>43119</c:v>
                </c:pt>
                <c:pt idx="3145">
                  <c:v>43122</c:v>
                </c:pt>
                <c:pt idx="3146">
                  <c:v>43123</c:v>
                </c:pt>
                <c:pt idx="3147">
                  <c:v>43124</c:v>
                </c:pt>
                <c:pt idx="3148">
                  <c:v>43125</c:v>
                </c:pt>
                <c:pt idx="3149">
                  <c:v>43126</c:v>
                </c:pt>
                <c:pt idx="3150">
                  <c:v>43129</c:v>
                </c:pt>
                <c:pt idx="3151">
                  <c:v>43130</c:v>
                </c:pt>
                <c:pt idx="3152">
                  <c:v>43131</c:v>
                </c:pt>
                <c:pt idx="3153">
                  <c:v>43132</c:v>
                </c:pt>
                <c:pt idx="3154">
                  <c:v>43133</c:v>
                </c:pt>
                <c:pt idx="3155">
                  <c:v>43136</c:v>
                </c:pt>
                <c:pt idx="3156">
                  <c:v>43137</c:v>
                </c:pt>
                <c:pt idx="3157">
                  <c:v>43138</c:v>
                </c:pt>
                <c:pt idx="3158">
                  <c:v>43139</c:v>
                </c:pt>
                <c:pt idx="3159">
                  <c:v>43140</c:v>
                </c:pt>
                <c:pt idx="3160">
                  <c:v>43143</c:v>
                </c:pt>
                <c:pt idx="3161">
                  <c:v>43144</c:v>
                </c:pt>
                <c:pt idx="3162">
                  <c:v>43145</c:v>
                </c:pt>
                <c:pt idx="3163">
                  <c:v>43146</c:v>
                </c:pt>
                <c:pt idx="3164">
                  <c:v>43147</c:v>
                </c:pt>
                <c:pt idx="3165">
                  <c:v>43150</c:v>
                </c:pt>
                <c:pt idx="3166">
                  <c:v>43151</c:v>
                </c:pt>
                <c:pt idx="3167">
                  <c:v>43152</c:v>
                </c:pt>
                <c:pt idx="3168">
                  <c:v>43153</c:v>
                </c:pt>
                <c:pt idx="3169">
                  <c:v>43154</c:v>
                </c:pt>
                <c:pt idx="3170">
                  <c:v>43157</c:v>
                </c:pt>
                <c:pt idx="3171">
                  <c:v>43158</c:v>
                </c:pt>
                <c:pt idx="3172">
                  <c:v>43159</c:v>
                </c:pt>
                <c:pt idx="3173">
                  <c:v>43160</c:v>
                </c:pt>
                <c:pt idx="3174">
                  <c:v>43161</c:v>
                </c:pt>
                <c:pt idx="3175">
                  <c:v>43164</c:v>
                </c:pt>
                <c:pt idx="3176">
                  <c:v>43165</c:v>
                </c:pt>
                <c:pt idx="3177">
                  <c:v>43166</c:v>
                </c:pt>
                <c:pt idx="3178">
                  <c:v>43167</c:v>
                </c:pt>
                <c:pt idx="3179">
                  <c:v>43168</c:v>
                </c:pt>
                <c:pt idx="3180">
                  <c:v>43171</c:v>
                </c:pt>
                <c:pt idx="3181">
                  <c:v>43172</c:v>
                </c:pt>
                <c:pt idx="3182">
                  <c:v>43173</c:v>
                </c:pt>
                <c:pt idx="3183">
                  <c:v>43174</c:v>
                </c:pt>
                <c:pt idx="3184">
                  <c:v>43175</c:v>
                </c:pt>
                <c:pt idx="3185">
                  <c:v>43178</c:v>
                </c:pt>
                <c:pt idx="3186">
                  <c:v>43179</c:v>
                </c:pt>
                <c:pt idx="3187">
                  <c:v>43180</c:v>
                </c:pt>
                <c:pt idx="3188">
                  <c:v>43181</c:v>
                </c:pt>
                <c:pt idx="3189">
                  <c:v>43182</c:v>
                </c:pt>
                <c:pt idx="3190">
                  <c:v>43185</c:v>
                </c:pt>
                <c:pt idx="3191">
                  <c:v>43186</c:v>
                </c:pt>
                <c:pt idx="3192">
                  <c:v>43187</c:v>
                </c:pt>
                <c:pt idx="3193">
                  <c:v>43188</c:v>
                </c:pt>
                <c:pt idx="3194">
                  <c:v>43189</c:v>
                </c:pt>
                <c:pt idx="3195">
                  <c:v>43192</c:v>
                </c:pt>
                <c:pt idx="3196">
                  <c:v>43193</c:v>
                </c:pt>
                <c:pt idx="3197">
                  <c:v>43194</c:v>
                </c:pt>
                <c:pt idx="3198">
                  <c:v>43195</c:v>
                </c:pt>
                <c:pt idx="3199">
                  <c:v>43196</c:v>
                </c:pt>
                <c:pt idx="3200">
                  <c:v>43199</c:v>
                </c:pt>
                <c:pt idx="3201">
                  <c:v>43200</c:v>
                </c:pt>
                <c:pt idx="3202">
                  <c:v>43201</c:v>
                </c:pt>
                <c:pt idx="3203">
                  <c:v>43202</c:v>
                </c:pt>
                <c:pt idx="3204">
                  <c:v>43203</c:v>
                </c:pt>
                <c:pt idx="3205">
                  <c:v>43206</c:v>
                </c:pt>
                <c:pt idx="3206">
                  <c:v>43207</c:v>
                </c:pt>
                <c:pt idx="3207">
                  <c:v>43208</c:v>
                </c:pt>
                <c:pt idx="3208">
                  <c:v>43209</c:v>
                </c:pt>
                <c:pt idx="3209">
                  <c:v>43210</c:v>
                </c:pt>
                <c:pt idx="3210">
                  <c:v>43213</c:v>
                </c:pt>
                <c:pt idx="3211">
                  <c:v>43214</c:v>
                </c:pt>
                <c:pt idx="3212">
                  <c:v>43215</c:v>
                </c:pt>
                <c:pt idx="3213">
                  <c:v>43216</c:v>
                </c:pt>
                <c:pt idx="3214">
                  <c:v>43217</c:v>
                </c:pt>
                <c:pt idx="3215">
                  <c:v>43220</c:v>
                </c:pt>
                <c:pt idx="3216">
                  <c:v>43221</c:v>
                </c:pt>
                <c:pt idx="3217">
                  <c:v>43222</c:v>
                </c:pt>
                <c:pt idx="3218">
                  <c:v>43223</c:v>
                </c:pt>
                <c:pt idx="3219">
                  <c:v>43224</c:v>
                </c:pt>
                <c:pt idx="3220">
                  <c:v>43227</c:v>
                </c:pt>
                <c:pt idx="3221">
                  <c:v>43228</c:v>
                </c:pt>
                <c:pt idx="3222">
                  <c:v>43229</c:v>
                </c:pt>
                <c:pt idx="3223">
                  <c:v>43230</c:v>
                </c:pt>
                <c:pt idx="3224">
                  <c:v>43231</c:v>
                </c:pt>
                <c:pt idx="3225">
                  <c:v>43234</c:v>
                </c:pt>
                <c:pt idx="3226">
                  <c:v>43235</c:v>
                </c:pt>
                <c:pt idx="3227">
                  <c:v>43236</c:v>
                </c:pt>
                <c:pt idx="3228">
                  <c:v>43237</c:v>
                </c:pt>
                <c:pt idx="3229">
                  <c:v>43238</c:v>
                </c:pt>
                <c:pt idx="3230">
                  <c:v>43241</c:v>
                </c:pt>
                <c:pt idx="3231">
                  <c:v>43242</c:v>
                </c:pt>
                <c:pt idx="3232">
                  <c:v>43243</c:v>
                </c:pt>
                <c:pt idx="3233">
                  <c:v>43244</c:v>
                </c:pt>
                <c:pt idx="3234">
                  <c:v>43245</c:v>
                </c:pt>
                <c:pt idx="3235">
                  <c:v>43248</c:v>
                </c:pt>
                <c:pt idx="3236">
                  <c:v>43249</c:v>
                </c:pt>
                <c:pt idx="3237">
                  <c:v>43250</c:v>
                </c:pt>
                <c:pt idx="3238">
                  <c:v>43251</c:v>
                </c:pt>
                <c:pt idx="3239">
                  <c:v>43252</c:v>
                </c:pt>
                <c:pt idx="3240">
                  <c:v>43255</c:v>
                </c:pt>
                <c:pt idx="3241">
                  <c:v>43256</c:v>
                </c:pt>
                <c:pt idx="3242">
                  <c:v>43257</c:v>
                </c:pt>
                <c:pt idx="3243">
                  <c:v>43258</c:v>
                </c:pt>
                <c:pt idx="3244">
                  <c:v>43259</c:v>
                </c:pt>
                <c:pt idx="3245">
                  <c:v>43262</c:v>
                </c:pt>
                <c:pt idx="3246">
                  <c:v>43263</c:v>
                </c:pt>
                <c:pt idx="3247">
                  <c:v>43264</c:v>
                </c:pt>
                <c:pt idx="3248">
                  <c:v>43265</c:v>
                </c:pt>
                <c:pt idx="3249">
                  <c:v>43266</c:v>
                </c:pt>
                <c:pt idx="3250">
                  <c:v>43269</c:v>
                </c:pt>
                <c:pt idx="3251">
                  <c:v>43270</c:v>
                </c:pt>
                <c:pt idx="3252">
                  <c:v>43271</c:v>
                </c:pt>
                <c:pt idx="3253">
                  <c:v>43272</c:v>
                </c:pt>
                <c:pt idx="3254">
                  <c:v>43273</c:v>
                </c:pt>
                <c:pt idx="3255">
                  <c:v>43276</c:v>
                </c:pt>
                <c:pt idx="3256">
                  <c:v>43277</c:v>
                </c:pt>
                <c:pt idx="3257">
                  <c:v>43278</c:v>
                </c:pt>
                <c:pt idx="3258">
                  <c:v>43279</c:v>
                </c:pt>
                <c:pt idx="3259">
                  <c:v>43280</c:v>
                </c:pt>
                <c:pt idx="3260">
                  <c:v>43283</c:v>
                </c:pt>
                <c:pt idx="3261">
                  <c:v>43284</c:v>
                </c:pt>
                <c:pt idx="3262">
                  <c:v>43285</c:v>
                </c:pt>
                <c:pt idx="3263">
                  <c:v>43286</c:v>
                </c:pt>
                <c:pt idx="3264">
                  <c:v>43287</c:v>
                </c:pt>
                <c:pt idx="3265">
                  <c:v>43290</c:v>
                </c:pt>
                <c:pt idx="3266">
                  <c:v>43291</c:v>
                </c:pt>
                <c:pt idx="3267">
                  <c:v>43292</c:v>
                </c:pt>
                <c:pt idx="3268">
                  <c:v>43293</c:v>
                </c:pt>
                <c:pt idx="3269">
                  <c:v>43294</c:v>
                </c:pt>
                <c:pt idx="3270">
                  <c:v>43297</c:v>
                </c:pt>
                <c:pt idx="3271">
                  <c:v>43298</c:v>
                </c:pt>
                <c:pt idx="3272">
                  <c:v>43299</c:v>
                </c:pt>
                <c:pt idx="3273">
                  <c:v>43300</c:v>
                </c:pt>
                <c:pt idx="3274">
                  <c:v>43301</c:v>
                </c:pt>
                <c:pt idx="3275">
                  <c:v>43304</c:v>
                </c:pt>
                <c:pt idx="3276">
                  <c:v>43305</c:v>
                </c:pt>
                <c:pt idx="3277">
                  <c:v>43306</c:v>
                </c:pt>
                <c:pt idx="3278">
                  <c:v>43307</c:v>
                </c:pt>
                <c:pt idx="3279">
                  <c:v>43308</c:v>
                </c:pt>
                <c:pt idx="3280">
                  <c:v>43311</c:v>
                </c:pt>
                <c:pt idx="3281">
                  <c:v>43312</c:v>
                </c:pt>
                <c:pt idx="3282">
                  <c:v>43313</c:v>
                </c:pt>
                <c:pt idx="3283">
                  <c:v>43314</c:v>
                </c:pt>
                <c:pt idx="3284">
                  <c:v>43315</c:v>
                </c:pt>
                <c:pt idx="3285">
                  <c:v>43318</c:v>
                </c:pt>
                <c:pt idx="3286">
                  <c:v>43319</c:v>
                </c:pt>
                <c:pt idx="3287">
                  <c:v>43320</c:v>
                </c:pt>
                <c:pt idx="3288">
                  <c:v>43321</c:v>
                </c:pt>
                <c:pt idx="3289">
                  <c:v>43322</c:v>
                </c:pt>
                <c:pt idx="3290">
                  <c:v>43325</c:v>
                </c:pt>
                <c:pt idx="3291">
                  <c:v>43326</c:v>
                </c:pt>
                <c:pt idx="3292">
                  <c:v>43327</c:v>
                </c:pt>
                <c:pt idx="3293">
                  <c:v>43328</c:v>
                </c:pt>
                <c:pt idx="3294">
                  <c:v>43329</c:v>
                </c:pt>
                <c:pt idx="3295">
                  <c:v>43332</c:v>
                </c:pt>
                <c:pt idx="3296">
                  <c:v>43333</c:v>
                </c:pt>
                <c:pt idx="3297">
                  <c:v>43334</c:v>
                </c:pt>
                <c:pt idx="3298">
                  <c:v>43335</c:v>
                </c:pt>
                <c:pt idx="3299">
                  <c:v>43336</c:v>
                </c:pt>
                <c:pt idx="3300">
                  <c:v>43339</c:v>
                </c:pt>
                <c:pt idx="3301">
                  <c:v>43340</c:v>
                </c:pt>
                <c:pt idx="3302">
                  <c:v>43341</c:v>
                </c:pt>
                <c:pt idx="3303">
                  <c:v>43342</c:v>
                </c:pt>
                <c:pt idx="3304">
                  <c:v>43343</c:v>
                </c:pt>
                <c:pt idx="3305">
                  <c:v>43346</c:v>
                </c:pt>
                <c:pt idx="3306">
                  <c:v>43347</c:v>
                </c:pt>
                <c:pt idx="3307">
                  <c:v>43348</c:v>
                </c:pt>
                <c:pt idx="3308">
                  <c:v>43349</c:v>
                </c:pt>
                <c:pt idx="3309">
                  <c:v>43350</c:v>
                </c:pt>
                <c:pt idx="3310">
                  <c:v>43353</c:v>
                </c:pt>
                <c:pt idx="3311">
                  <c:v>43354</c:v>
                </c:pt>
                <c:pt idx="3312">
                  <c:v>43355</c:v>
                </c:pt>
                <c:pt idx="3313">
                  <c:v>43356</c:v>
                </c:pt>
                <c:pt idx="3314">
                  <c:v>43357</c:v>
                </c:pt>
                <c:pt idx="3315">
                  <c:v>43360</c:v>
                </c:pt>
                <c:pt idx="3316">
                  <c:v>43361</c:v>
                </c:pt>
                <c:pt idx="3317">
                  <c:v>43362</c:v>
                </c:pt>
                <c:pt idx="3318">
                  <c:v>43363</c:v>
                </c:pt>
                <c:pt idx="3319">
                  <c:v>43364</c:v>
                </c:pt>
                <c:pt idx="3320">
                  <c:v>43367</c:v>
                </c:pt>
                <c:pt idx="3321">
                  <c:v>43368</c:v>
                </c:pt>
                <c:pt idx="3322">
                  <c:v>43369</c:v>
                </c:pt>
                <c:pt idx="3323">
                  <c:v>43370</c:v>
                </c:pt>
                <c:pt idx="3324">
                  <c:v>43371</c:v>
                </c:pt>
                <c:pt idx="3325">
                  <c:v>43374</c:v>
                </c:pt>
                <c:pt idx="3326">
                  <c:v>43375</c:v>
                </c:pt>
                <c:pt idx="3327">
                  <c:v>43376</c:v>
                </c:pt>
                <c:pt idx="3328">
                  <c:v>43377</c:v>
                </c:pt>
                <c:pt idx="3329">
                  <c:v>43378</c:v>
                </c:pt>
                <c:pt idx="3330">
                  <c:v>43381</c:v>
                </c:pt>
                <c:pt idx="3331">
                  <c:v>43382</c:v>
                </c:pt>
                <c:pt idx="3332">
                  <c:v>43383</c:v>
                </c:pt>
                <c:pt idx="3333">
                  <c:v>43384</c:v>
                </c:pt>
                <c:pt idx="3334">
                  <c:v>43385</c:v>
                </c:pt>
                <c:pt idx="3335">
                  <c:v>43388</c:v>
                </c:pt>
                <c:pt idx="3336">
                  <c:v>43389</c:v>
                </c:pt>
                <c:pt idx="3337">
                  <c:v>43390</c:v>
                </c:pt>
                <c:pt idx="3338">
                  <c:v>43391</c:v>
                </c:pt>
                <c:pt idx="3339">
                  <c:v>43392</c:v>
                </c:pt>
                <c:pt idx="3340">
                  <c:v>43395</c:v>
                </c:pt>
                <c:pt idx="3341">
                  <c:v>43396</c:v>
                </c:pt>
                <c:pt idx="3342">
                  <c:v>43397</c:v>
                </c:pt>
                <c:pt idx="3343">
                  <c:v>43398</c:v>
                </c:pt>
                <c:pt idx="3344">
                  <c:v>43399</c:v>
                </c:pt>
                <c:pt idx="3345">
                  <c:v>43402</c:v>
                </c:pt>
                <c:pt idx="3346">
                  <c:v>43403</c:v>
                </c:pt>
                <c:pt idx="3347">
                  <c:v>43404</c:v>
                </c:pt>
                <c:pt idx="3348">
                  <c:v>43405</c:v>
                </c:pt>
                <c:pt idx="3349">
                  <c:v>43406</c:v>
                </c:pt>
                <c:pt idx="3350">
                  <c:v>43409</c:v>
                </c:pt>
                <c:pt idx="3351">
                  <c:v>43410</c:v>
                </c:pt>
                <c:pt idx="3352">
                  <c:v>43411</c:v>
                </c:pt>
                <c:pt idx="3353">
                  <c:v>43412</c:v>
                </c:pt>
                <c:pt idx="3354">
                  <c:v>43413</c:v>
                </c:pt>
                <c:pt idx="3355">
                  <c:v>43416</c:v>
                </c:pt>
                <c:pt idx="3356">
                  <c:v>43417</c:v>
                </c:pt>
                <c:pt idx="3357">
                  <c:v>43418</c:v>
                </c:pt>
                <c:pt idx="3358">
                  <c:v>43419</c:v>
                </c:pt>
                <c:pt idx="3359">
                  <c:v>43420</c:v>
                </c:pt>
                <c:pt idx="3360">
                  <c:v>43423</c:v>
                </c:pt>
                <c:pt idx="3361">
                  <c:v>43424</c:v>
                </c:pt>
                <c:pt idx="3362">
                  <c:v>43425</c:v>
                </c:pt>
                <c:pt idx="3363">
                  <c:v>43426</c:v>
                </c:pt>
                <c:pt idx="3364">
                  <c:v>43427</c:v>
                </c:pt>
                <c:pt idx="3365">
                  <c:v>43430</c:v>
                </c:pt>
                <c:pt idx="3366">
                  <c:v>43431</c:v>
                </c:pt>
                <c:pt idx="3367">
                  <c:v>43432</c:v>
                </c:pt>
                <c:pt idx="3368">
                  <c:v>43433</c:v>
                </c:pt>
                <c:pt idx="3369">
                  <c:v>43434</c:v>
                </c:pt>
                <c:pt idx="3370">
                  <c:v>43437</c:v>
                </c:pt>
                <c:pt idx="3371">
                  <c:v>43438</c:v>
                </c:pt>
                <c:pt idx="3372">
                  <c:v>43439</c:v>
                </c:pt>
                <c:pt idx="3373">
                  <c:v>43440</c:v>
                </c:pt>
                <c:pt idx="3374">
                  <c:v>43441</c:v>
                </c:pt>
                <c:pt idx="3375">
                  <c:v>43444</c:v>
                </c:pt>
                <c:pt idx="3376">
                  <c:v>43445</c:v>
                </c:pt>
                <c:pt idx="3377">
                  <c:v>43446</c:v>
                </c:pt>
                <c:pt idx="3378">
                  <c:v>43447</c:v>
                </c:pt>
                <c:pt idx="3379">
                  <c:v>43448</c:v>
                </c:pt>
                <c:pt idx="3380">
                  <c:v>43451</c:v>
                </c:pt>
                <c:pt idx="3381">
                  <c:v>43452</c:v>
                </c:pt>
                <c:pt idx="3382">
                  <c:v>43453</c:v>
                </c:pt>
                <c:pt idx="3383">
                  <c:v>43454</c:v>
                </c:pt>
                <c:pt idx="3384">
                  <c:v>43455</c:v>
                </c:pt>
                <c:pt idx="3385">
                  <c:v>43458</c:v>
                </c:pt>
                <c:pt idx="3386">
                  <c:v>43459</c:v>
                </c:pt>
                <c:pt idx="3387">
                  <c:v>43460</c:v>
                </c:pt>
                <c:pt idx="3388">
                  <c:v>43461</c:v>
                </c:pt>
                <c:pt idx="3389">
                  <c:v>43462</c:v>
                </c:pt>
                <c:pt idx="3390">
                  <c:v>43465</c:v>
                </c:pt>
                <c:pt idx="3391">
                  <c:v>43466</c:v>
                </c:pt>
                <c:pt idx="3392">
                  <c:v>43467</c:v>
                </c:pt>
                <c:pt idx="3393">
                  <c:v>43468</c:v>
                </c:pt>
                <c:pt idx="3394">
                  <c:v>43469</c:v>
                </c:pt>
                <c:pt idx="3395">
                  <c:v>43472</c:v>
                </c:pt>
                <c:pt idx="3396">
                  <c:v>43473</c:v>
                </c:pt>
                <c:pt idx="3397">
                  <c:v>43474</c:v>
                </c:pt>
                <c:pt idx="3398">
                  <c:v>43475</c:v>
                </c:pt>
                <c:pt idx="3399">
                  <c:v>43476</c:v>
                </c:pt>
                <c:pt idx="3400">
                  <c:v>43479</c:v>
                </c:pt>
                <c:pt idx="3401">
                  <c:v>43480</c:v>
                </c:pt>
                <c:pt idx="3402">
                  <c:v>43481</c:v>
                </c:pt>
                <c:pt idx="3403">
                  <c:v>43482</c:v>
                </c:pt>
                <c:pt idx="3404">
                  <c:v>43483</c:v>
                </c:pt>
                <c:pt idx="3405">
                  <c:v>43486</c:v>
                </c:pt>
                <c:pt idx="3406">
                  <c:v>43487</c:v>
                </c:pt>
                <c:pt idx="3407">
                  <c:v>43488</c:v>
                </c:pt>
                <c:pt idx="3408">
                  <c:v>43489</c:v>
                </c:pt>
                <c:pt idx="3409">
                  <c:v>43490</c:v>
                </c:pt>
                <c:pt idx="3410">
                  <c:v>43493</c:v>
                </c:pt>
                <c:pt idx="3411">
                  <c:v>43494</c:v>
                </c:pt>
                <c:pt idx="3412">
                  <c:v>43495</c:v>
                </c:pt>
                <c:pt idx="3413">
                  <c:v>43496</c:v>
                </c:pt>
                <c:pt idx="3414">
                  <c:v>43497</c:v>
                </c:pt>
                <c:pt idx="3415">
                  <c:v>43500</c:v>
                </c:pt>
                <c:pt idx="3416">
                  <c:v>43501</c:v>
                </c:pt>
                <c:pt idx="3417">
                  <c:v>43502</c:v>
                </c:pt>
                <c:pt idx="3418">
                  <c:v>43503</c:v>
                </c:pt>
                <c:pt idx="3419">
                  <c:v>43504</c:v>
                </c:pt>
                <c:pt idx="3420">
                  <c:v>43507</c:v>
                </c:pt>
                <c:pt idx="3421">
                  <c:v>43508</c:v>
                </c:pt>
                <c:pt idx="3422">
                  <c:v>43509</c:v>
                </c:pt>
                <c:pt idx="3423">
                  <c:v>43510</c:v>
                </c:pt>
                <c:pt idx="3424">
                  <c:v>43511</c:v>
                </c:pt>
                <c:pt idx="3425">
                  <c:v>43514</c:v>
                </c:pt>
                <c:pt idx="3426">
                  <c:v>43515</c:v>
                </c:pt>
                <c:pt idx="3427">
                  <c:v>43516</c:v>
                </c:pt>
                <c:pt idx="3428">
                  <c:v>43517</c:v>
                </c:pt>
                <c:pt idx="3429">
                  <c:v>43518</c:v>
                </c:pt>
                <c:pt idx="3430">
                  <c:v>43521</c:v>
                </c:pt>
                <c:pt idx="3431">
                  <c:v>43522</c:v>
                </c:pt>
                <c:pt idx="3432">
                  <c:v>43523</c:v>
                </c:pt>
                <c:pt idx="3433">
                  <c:v>43524</c:v>
                </c:pt>
                <c:pt idx="3434">
                  <c:v>43525</c:v>
                </c:pt>
                <c:pt idx="3435">
                  <c:v>43528</c:v>
                </c:pt>
                <c:pt idx="3436">
                  <c:v>43529</c:v>
                </c:pt>
                <c:pt idx="3437">
                  <c:v>43530</c:v>
                </c:pt>
                <c:pt idx="3438">
                  <c:v>43531</c:v>
                </c:pt>
                <c:pt idx="3439">
                  <c:v>43532</c:v>
                </c:pt>
                <c:pt idx="3440">
                  <c:v>43535</c:v>
                </c:pt>
                <c:pt idx="3441">
                  <c:v>43536</c:v>
                </c:pt>
                <c:pt idx="3442">
                  <c:v>43537</c:v>
                </c:pt>
                <c:pt idx="3443">
                  <c:v>43538</c:v>
                </c:pt>
                <c:pt idx="3444">
                  <c:v>43539</c:v>
                </c:pt>
                <c:pt idx="3445">
                  <c:v>43542</c:v>
                </c:pt>
                <c:pt idx="3446">
                  <c:v>43543</c:v>
                </c:pt>
                <c:pt idx="3447">
                  <c:v>43544</c:v>
                </c:pt>
                <c:pt idx="3448">
                  <c:v>43545</c:v>
                </c:pt>
                <c:pt idx="3449">
                  <c:v>43546</c:v>
                </c:pt>
                <c:pt idx="3450">
                  <c:v>43549</c:v>
                </c:pt>
                <c:pt idx="3451">
                  <c:v>43550</c:v>
                </c:pt>
                <c:pt idx="3452">
                  <c:v>43551</c:v>
                </c:pt>
                <c:pt idx="3453">
                  <c:v>43552</c:v>
                </c:pt>
                <c:pt idx="3454">
                  <c:v>43553</c:v>
                </c:pt>
                <c:pt idx="3455">
                  <c:v>43556</c:v>
                </c:pt>
                <c:pt idx="3456">
                  <c:v>43557</c:v>
                </c:pt>
                <c:pt idx="3457">
                  <c:v>43558</c:v>
                </c:pt>
                <c:pt idx="3458">
                  <c:v>43559</c:v>
                </c:pt>
                <c:pt idx="3459">
                  <c:v>43560</c:v>
                </c:pt>
                <c:pt idx="3460">
                  <c:v>43563</c:v>
                </c:pt>
                <c:pt idx="3461">
                  <c:v>43564</c:v>
                </c:pt>
                <c:pt idx="3462">
                  <c:v>43565</c:v>
                </c:pt>
                <c:pt idx="3463">
                  <c:v>43566</c:v>
                </c:pt>
                <c:pt idx="3464">
                  <c:v>43567</c:v>
                </c:pt>
                <c:pt idx="3465">
                  <c:v>43570</c:v>
                </c:pt>
                <c:pt idx="3466">
                  <c:v>43571</c:v>
                </c:pt>
                <c:pt idx="3467">
                  <c:v>43572</c:v>
                </c:pt>
                <c:pt idx="3468">
                  <c:v>43573</c:v>
                </c:pt>
                <c:pt idx="3469">
                  <c:v>43574</c:v>
                </c:pt>
                <c:pt idx="3470">
                  <c:v>43577</c:v>
                </c:pt>
                <c:pt idx="3471">
                  <c:v>43578</c:v>
                </c:pt>
                <c:pt idx="3472">
                  <c:v>43579</c:v>
                </c:pt>
                <c:pt idx="3473">
                  <c:v>43580</c:v>
                </c:pt>
                <c:pt idx="3474">
                  <c:v>43581</c:v>
                </c:pt>
                <c:pt idx="3475">
                  <c:v>43584</c:v>
                </c:pt>
                <c:pt idx="3476">
                  <c:v>43585</c:v>
                </c:pt>
                <c:pt idx="3477">
                  <c:v>43586</c:v>
                </c:pt>
                <c:pt idx="3478">
                  <c:v>43587</c:v>
                </c:pt>
                <c:pt idx="3479">
                  <c:v>43588</c:v>
                </c:pt>
                <c:pt idx="3480">
                  <c:v>43591</c:v>
                </c:pt>
                <c:pt idx="3481">
                  <c:v>43592</c:v>
                </c:pt>
                <c:pt idx="3482">
                  <c:v>43593</c:v>
                </c:pt>
                <c:pt idx="3483">
                  <c:v>43594</c:v>
                </c:pt>
                <c:pt idx="3484">
                  <c:v>43595</c:v>
                </c:pt>
                <c:pt idx="3485">
                  <c:v>43598</c:v>
                </c:pt>
                <c:pt idx="3486">
                  <c:v>43599</c:v>
                </c:pt>
                <c:pt idx="3487">
                  <c:v>43600</c:v>
                </c:pt>
                <c:pt idx="3488">
                  <c:v>43601</c:v>
                </c:pt>
                <c:pt idx="3489">
                  <c:v>43602</c:v>
                </c:pt>
                <c:pt idx="3490">
                  <c:v>43605</c:v>
                </c:pt>
                <c:pt idx="3491">
                  <c:v>43606</c:v>
                </c:pt>
                <c:pt idx="3492">
                  <c:v>43607</c:v>
                </c:pt>
                <c:pt idx="3493">
                  <c:v>43608</c:v>
                </c:pt>
                <c:pt idx="3494">
                  <c:v>43609</c:v>
                </c:pt>
                <c:pt idx="3495">
                  <c:v>43612</c:v>
                </c:pt>
                <c:pt idx="3496">
                  <c:v>43613</c:v>
                </c:pt>
                <c:pt idx="3497">
                  <c:v>43614</c:v>
                </c:pt>
                <c:pt idx="3498">
                  <c:v>43615</c:v>
                </c:pt>
                <c:pt idx="3499">
                  <c:v>43616</c:v>
                </c:pt>
                <c:pt idx="3500">
                  <c:v>43619</c:v>
                </c:pt>
                <c:pt idx="3501">
                  <c:v>43620</c:v>
                </c:pt>
                <c:pt idx="3502">
                  <c:v>43621</c:v>
                </c:pt>
                <c:pt idx="3503">
                  <c:v>43622</c:v>
                </c:pt>
                <c:pt idx="3504">
                  <c:v>43623</c:v>
                </c:pt>
                <c:pt idx="3505">
                  <c:v>43626</c:v>
                </c:pt>
                <c:pt idx="3506">
                  <c:v>43627</c:v>
                </c:pt>
                <c:pt idx="3507">
                  <c:v>43628</c:v>
                </c:pt>
                <c:pt idx="3508">
                  <c:v>43629</c:v>
                </c:pt>
                <c:pt idx="3509">
                  <c:v>43630</c:v>
                </c:pt>
                <c:pt idx="3510">
                  <c:v>43633</c:v>
                </c:pt>
                <c:pt idx="3511">
                  <c:v>43634</c:v>
                </c:pt>
                <c:pt idx="3512">
                  <c:v>43635</c:v>
                </c:pt>
                <c:pt idx="3513">
                  <c:v>43636</c:v>
                </c:pt>
                <c:pt idx="3514">
                  <c:v>43637</c:v>
                </c:pt>
                <c:pt idx="3515">
                  <c:v>43640</c:v>
                </c:pt>
                <c:pt idx="3516">
                  <c:v>43641</c:v>
                </c:pt>
                <c:pt idx="3517">
                  <c:v>43642</c:v>
                </c:pt>
                <c:pt idx="3518">
                  <c:v>43643</c:v>
                </c:pt>
                <c:pt idx="3519">
                  <c:v>43644</c:v>
                </c:pt>
                <c:pt idx="3520">
                  <c:v>43647</c:v>
                </c:pt>
                <c:pt idx="3521">
                  <c:v>43648</c:v>
                </c:pt>
                <c:pt idx="3522">
                  <c:v>43649</c:v>
                </c:pt>
                <c:pt idx="3523">
                  <c:v>43650</c:v>
                </c:pt>
                <c:pt idx="3524">
                  <c:v>43651</c:v>
                </c:pt>
                <c:pt idx="3525">
                  <c:v>43654</c:v>
                </c:pt>
                <c:pt idx="3526">
                  <c:v>43655</c:v>
                </c:pt>
                <c:pt idx="3527">
                  <c:v>43656</c:v>
                </c:pt>
                <c:pt idx="3528">
                  <c:v>43657</c:v>
                </c:pt>
                <c:pt idx="3529">
                  <c:v>43658</c:v>
                </c:pt>
                <c:pt idx="3530">
                  <c:v>43661</c:v>
                </c:pt>
                <c:pt idx="3531">
                  <c:v>43662</c:v>
                </c:pt>
                <c:pt idx="3532">
                  <c:v>43663</c:v>
                </c:pt>
                <c:pt idx="3533">
                  <c:v>43664</c:v>
                </c:pt>
                <c:pt idx="3534">
                  <c:v>43665</c:v>
                </c:pt>
                <c:pt idx="3535">
                  <c:v>43668</c:v>
                </c:pt>
                <c:pt idx="3536">
                  <c:v>43669</c:v>
                </c:pt>
                <c:pt idx="3537">
                  <c:v>43670</c:v>
                </c:pt>
                <c:pt idx="3538">
                  <c:v>43671</c:v>
                </c:pt>
                <c:pt idx="3539">
                  <c:v>43672</c:v>
                </c:pt>
                <c:pt idx="3540">
                  <c:v>43675</c:v>
                </c:pt>
                <c:pt idx="3541">
                  <c:v>43676</c:v>
                </c:pt>
                <c:pt idx="3542">
                  <c:v>43677</c:v>
                </c:pt>
                <c:pt idx="3543">
                  <c:v>43678</c:v>
                </c:pt>
                <c:pt idx="3544">
                  <c:v>43679</c:v>
                </c:pt>
                <c:pt idx="3545">
                  <c:v>43682</c:v>
                </c:pt>
                <c:pt idx="3546">
                  <c:v>43683</c:v>
                </c:pt>
                <c:pt idx="3547">
                  <c:v>43684</c:v>
                </c:pt>
                <c:pt idx="3548">
                  <c:v>43685</c:v>
                </c:pt>
                <c:pt idx="3549">
                  <c:v>43686</c:v>
                </c:pt>
                <c:pt idx="3550">
                  <c:v>43689</c:v>
                </c:pt>
                <c:pt idx="3551">
                  <c:v>43690</c:v>
                </c:pt>
                <c:pt idx="3552">
                  <c:v>43691</c:v>
                </c:pt>
                <c:pt idx="3553">
                  <c:v>43692</c:v>
                </c:pt>
                <c:pt idx="3554">
                  <c:v>43693</c:v>
                </c:pt>
                <c:pt idx="3555">
                  <c:v>43696</c:v>
                </c:pt>
                <c:pt idx="3556">
                  <c:v>43697</c:v>
                </c:pt>
                <c:pt idx="3557">
                  <c:v>43698</c:v>
                </c:pt>
                <c:pt idx="3558">
                  <c:v>43699</c:v>
                </c:pt>
                <c:pt idx="3559">
                  <c:v>43700</c:v>
                </c:pt>
                <c:pt idx="3560">
                  <c:v>43703</c:v>
                </c:pt>
                <c:pt idx="3561">
                  <c:v>43704</c:v>
                </c:pt>
                <c:pt idx="3562">
                  <c:v>43705</c:v>
                </c:pt>
                <c:pt idx="3563">
                  <c:v>43706</c:v>
                </c:pt>
                <c:pt idx="3564">
                  <c:v>43707</c:v>
                </c:pt>
                <c:pt idx="3565">
                  <c:v>43710</c:v>
                </c:pt>
                <c:pt idx="3566">
                  <c:v>43711</c:v>
                </c:pt>
                <c:pt idx="3567">
                  <c:v>43712</c:v>
                </c:pt>
                <c:pt idx="3568">
                  <c:v>43713</c:v>
                </c:pt>
                <c:pt idx="3569">
                  <c:v>43714</c:v>
                </c:pt>
                <c:pt idx="3570">
                  <c:v>43717</c:v>
                </c:pt>
                <c:pt idx="3571">
                  <c:v>43718</c:v>
                </c:pt>
                <c:pt idx="3572">
                  <c:v>43719</c:v>
                </c:pt>
                <c:pt idx="3573">
                  <c:v>43720</c:v>
                </c:pt>
                <c:pt idx="3574">
                  <c:v>43721</c:v>
                </c:pt>
                <c:pt idx="3575">
                  <c:v>43724</c:v>
                </c:pt>
                <c:pt idx="3576">
                  <c:v>43725</c:v>
                </c:pt>
                <c:pt idx="3577">
                  <c:v>43726</c:v>
                </c:pt>
                <c:pt idx="3578">
                  <c:v>43727</c:v>
                </c:pt>
                <c:pt idx="3579">
                  <c:v>43728</c:v>
                </c:pt>
                <c:pt idx="3580">
                  <c:v>43731</c:v>
                </c:pt>
                <c:pt idx="3581">
                  <c:v>43732</c:v>
                </c:pt>
                <c:pt idx="3582">
                  <c:v>43733</c:v>
                </c:pt>
                <c:pt idx="3583">
                  <c:v>43734</c:v>
                </c:pt>
                <c:pt idx="3584">
                  <c:v>43735</c:v>
                </c:pt>
                <c:pt idx="3585">
                  <c:v>43738</c:v>
                </c:pt>
                <c:pt idx="3586">
                  <c:v>43739</c:v>
                </c:pt>
                <c:pt idx="3587">
                  <c:v>43740</c:v>
                </c:pt>
                <c:pt idx="3588">
                  <c:v>43741</c:v>
                </c:pt>
                <c:pt idx="3589">
                  <c:v>43742</c:v>
                </c:pt>
                <c:pt idx="3590">
                  <c:v>43745</c:v>
                </c:pt>
                <c:pt idx="3591">
                  <c:v>43746</c:v>
                </c:pt>
                <c:pt idx="3592">
                  <c:v>43747</c:v>
                </c:pt>
                <c:pt idx="3593">
                  <c:v>43748</c:v>
                </c:pt>
                <c:pt idx="3594">
                  <c:v>43749</c:v>
                </c:pt>
                <c:pt idx="3595">
                  <c:v>43752</c:v>
                </c:pt>
                <c:pt idx="3596">
                  <c:v>43753</c:v>
                </c:pt>
                <c:pt idx="3597">
                  <c:v>43754</c:v>
                </c:pt>
                <c:pt idx="3598">
                  <c:v>43755</c:v>
                </c:pt>
                <c:pt idx="3599">
                  <c:v>43756</c:v>
                </c:pt>
                <c:pt idx="3600">
                  <c:v>43759</c:v>
                </c:pt>
                <c:pt idx="3601">
                  <c:v>43760</c:v>
                </c:pt>
                <c:pt idx="3602">
                  <c:v>43761</c:v>
                </c:pt>
                <c:pt idx="3603">
                  <c:v>43762</c:v>
                </c:pt>
                <c:pt idx="3604">
                  <c:v>43763</c:v>
                </c:pt>
                <c:pt idx="3605">
                  <c:v>43766</c:v>
                </c:pt>
                <c:pt idx="3606">
                  <c:v>43767</c:v>
                </c:pt>
                <c:pt idx="3607">
                  <c:v>43768</c:v>
                </c:pt>
                <c:pt idx="3608">
                  <c:v>43769</c:v>
                </c:pt>
                <c:pt idx="3609">
                  <c:v>43770</c:v>
                </c:pt>
                <c:pt idx="3610">
                  <c:v>43773</c:v>
                </c:pt>
                <c:pt idx="3611">
                  <c:v>43774</c:v>
                </c:pt>
                <c:pt idx="3612">
                  <c:v>43775</c:v>
                </c:pt>
                <c:pt idx="3613">
                  <c:v>43776</c:v>
                </c:pt>
                <c:pt idx="3614">
                  <c:v>43777</c:v>
                </c:pt>
                <c:pt idx="3615">
                  <c:v>43780</c:v>
                </c:pt>
                <c:pt idx="3616">
                  <c:v>43781</c:v>
                </c:pt>
                <c:pt idx="3617">
                  <c:v>43782</c:v>
                </c:pt>
                <c:pt idx="3618">
                  <c:v>43783</c:v>
                </c:pt>
                <c:pt idx="3619">
                  <c:v>43784</c:v>
                </c:pt>
                <c:pt idx="3620">
                  <c:v>43787</c:v>
                </c:pt>
                <c:pt idx="3621">
                  <c:v>43788</c:v>
                </c:pt>
                <c:pt idx="3622">
                  <c:v>43789</c:v>
                </c:pt>
                <c:pt idx="3623">
                  <c:v>43790</c:v>
                </c:pt>
                <c:pt idx="3624">
                  <c:v>43791</c:v>
                </c:pt>
                <c:pt idx="3625">
                  <c:v>43794</c:v>
                </c:pt>
                <c:pt idx="3626">
                  <c:v>43795</c:v>
                </c:pt>
                <c:pt idx="3627">
                  <c:v>43796</c:v>
                </c:pt>
                <c:pt idx="3628">
                  <c:v>43797</c:v>
                </c:pt>
                <c:pt idx="3629">
                  <c:v>43798</c:v>
                </c:pt>
                <c:pt idx="3630">
                  <c:v>43801</c:v>
                </c:pt>
                <c:pt idx="3631">
                  <c:v>43802</c:v>
                </c:pt>
                <c:pt idx="3632">
                  <c:v>43803</c:v>
                </c:pt>
                <c:pt idx="3633">
                  <c:v>43804</c:v>
                </c:pt>
                <c:pt idx="3634">
                  <c:v>43805</c:v>
                </c:pt>
                <c:pt idx="3635">
                  <c:v>43808</c:v>
                </c:pt>
                <c:pt idx="3636">
                  <c:v>43809</c:v>
                </c:pt>
                <c:pt idx="3637">
                  <c:v>43810</c:v>
                </c:pt>
                <c:pt idx="3638">
                  <c:v>43811</c:v>
                </c:pt>
                <c:pt idx="3639">
                  <c:v>43812</c:v>
                </c:pt>
                <c:pt idx="3640">
                  <c:v>43815</c:v>
                </c:pt>
                <c:pt idx="3641">
                  <c:v>43816</c:v>
                </c:pt>
                <c:pt idx="3642">
                  <c:v>43817</c:v>
                </c:pt>
                <c:pt idx="3643">
                  <c:v>43818</c:v>
                </c:pt>
                <c:pt idx="3644">
                  <c:v>43819</c:v>
                </c:pt>
                <c:pt idx="3645">
                  <c:v>43822</c:v>
                </c:pt>
                <c:pt idx="3646">
                  <c:v>43823</c:v>
                </c:pt>
                <c:pt idx="3647">
                  <c:v>43824</c:v>
                </c:pt>
                <c:pt idx="3648">
                  <c:v>43825</c:v>
                </c:pt>
                <c:pt idx="3649">
                  <c:v>43826</c:v>
                </c:pt>
                <c:pt idx="3650">
                  <c:v>43829</c:v>
                </c:pt>
                <c:pt idx="3651">
                  <c:v>43830</c:v>
                </c:pt>
                <c:pt idx="3652">
                  <c:v>43831</c:v>
                </c:pt>
                <c:pt idx="3653">
                  <c:v>43832</c:v>
                </c:pt>
                <c:pt idx="3654">
                  <c:v>43833</c:v>
                </c:pt>
                <c:pt idx="3655">
                  <c:v>43836</c:v>
                </c:pt>
                <c:pt idx="3656">
                  <c:v>43837</c:v>
                </c:pt>
                <c:pt idx="3657">
                  <c:v>43838</c:v>
                </c:pt>
                <c:pt idx="3658">
                  <c:v>43839</c:v>
                </c:pt>
                <c:pt idx="3659">
                  <c:v>43840</c:v>
                </c:pt>
                <c:pt idx="3660">
                  <c:v>43843</c:v>
                </c:pt>
                <c:pt idx="3661">
                  <c:v>43844</c:v>
                </c:pt>
                <c:pt idx="3662">
                  <c:v>43845</c:v>
                </c:pt>
                <c:pt idx="3663">
                  <c:v>43846</c:v>
                </c:pt>
                <c:pt idx="3664">
                  <c:v>43847</c:v>
                </c:pt>
                <c:pt idx="3665">
                  <c:v>43850</c:v>
                </c:pt>
                <c:pt idx="3666">
                  <c:v>43851</c:v>
                </c:pt>
                <c:pt idx="3667">
                  <c:v>43852</c:v>
                </c:pt>
                <c:pt idx="3668">
                  <c:v>43853</c:v>
                </c:pt>
                <c:pt idx="3669">
                  <c:v>43854</c:v>
                </c:pt>
                <c:pt idx="3670">
                  <c:v>43857</c:v>
                </c:pt>
                <c:pt idx="3671">
                  <c:v>43858</c:v>
                </c:pt>
                <c:pt idx="3672">
                  <c:v>43859</c:v>
                </c:pt>
                <c:pt idx="3673">
                  <c:v>43860</c:v>
                </c:pt>
                <c:pt idx="3674">
                  <c:v>43861</c:v>
                </c:pt>
                <c:pt idx="3675">
                  <c:v>43864</c:v>
                </c:pt>
                <c:pt idx="3676">
                  <c:v>43865</c:v>
                </c:pt>
                <c:pt idx="3677">
                  <c:v>43866</c:v>
                </c:pt>
                <c:pt idx="3678">
                  <c:v>43867</c:v>
                </c:pt>
                <c:pt idx="3679">
                  <c:v>43868</c:v>
                </c:pt>
                <c:pt idx="3680">
                  <c:v>43871</c:v>
                </c:pt>
                <c:pt idx="3681">
                  <c:v>43872</c:v>
                </c:pt>
                <c:pt idx="3682">
                  <c:v>43873</c:v>
                </c:pt>
                <c:pt idx="3683">
                  <c:v>43874</c:v>
                </c:pt>
                <c:pt idx="3684">
                  <c:v>43875</c:v>
                </c:pt>
                <c:pt idx="3685">
                  <c:v>43878</c:v>
                </c:pt>
                <c:pt idx="3686">
                  <c:v>43879</c:v>
                </c:pt>
                <c:pt idx="3687">
                  <c:v>43880</c:v>
                </c:pt>
                <c:pt idx="3688">
                  <c:v>43881</c:v>
                </c:pt>
                <c:pt idx="3689">
                  <c:v>43882</c:v>
                </c:pt>
                <c:pt idx="3690">
                  <c:v>43885</c:v>
                </c:pt>
                <c:pt idx="3691">
                  <c:v>43886</c:v>
                </c:pt>
                <c:pt idx="3692">
                  <c:v>43887</c:v>
                </c:pt>
                <c:pt idx="3693">
                  <c:v>43888</c:v>
                </c:pt>
                <c:pt idx="3694">
                  <c:v>43889</c:v>
                </c:pt>
                <c:pt idx="3695">
                  <c:v>43892</c:v>
                </c:pt>
                <c:pt idx="3696">
                  <c:v>43893</c:v>
                </c:pt>
                <c:pt idx="3697">
                  <c:v>43894</c:v>
                </c:pt>
                <c:pt idx="3698">
                  <c:v>43895</c:v>
                </c:pt>
                <c:pt idx="3699">
                  <c:v>43896</c:v>
                </c:pt>
                <c:pt idx="3700">
                  <c:v>43899</c:v>
                </c:pt>
                <c:pt idx="3701">
                  <c:v>43900</c:v>
                </c:pt>
                <c:pt idx="3702">
                  <c:v>43901</c:v>
                </c:pt>
                <c:pt idx="3703">
                  <c:v>43902</c:v>
                </c:pt>
                <c:pt idx="3704">
                  <c:v>43903</c:v>
                </c:pt>
                <c:pt idx="3705">
                  <c:v>43906</c:v>
                </c:pt>
                <c:pt idx="3706">
                  <c:v>43907</c:v>
                </c:pt>
                <c:pt idx="3707">
                  <c:v>43908</c:v>
                </c:pt>
                <c:pt idx="3708">
                  <c:v>43909</c:v>
                </c:pt>
                <c:pt idx="3709">
                  <c:v>43910</c:v>
                </c:pt>
                <c:pt idx="3710">
                  <c:v>43913</c:v>
                </c:pt>
                <c:pt idx="3711">
                  <c:v>43914</c:v>
                </c:pt>
                <c:pt idx="3712">
                  <c:v>43915</c:v>
                </c:pt>
                <c:pt idx="3713">
                  <c:v>43916</c:v>
                </c:pt>
                <c:pt idx="3714">
                  <c:v>43917</c:v>
                </c:pt>
                <c:pt idx="3715">
                  <c:v>43920</c:v>
                </c:pt>
                <c:pt idx="3716">
                  <c:v>43921</c:v>
                </c:pt>
                <c:pt idx="3717">
                  <c:v>43922</c:v>
                </c:pt>
                <c:pt idx="3718">
                  <c:v>43923</c:v>
                </c:pt>
                <c:pt idx="3719">
                  <c:v>43924</c:v>
                </c:pt>
                <c:pt idx="3720">
                  <c:v>43927</c:v>
                </c:pt>
                <c:pt idx="3721">
                  <c:v>43928</c:v>
                </c:pt>
                <c:pt idx="3722">
                  <c:v>43929</c:v>
                </c:pt>
                <c:pt idx="3723">
                  <c:v>43930</c:v>
                </c:pt>
                <c:pt idx="3724">
                  <c:v>43931</c:v>
                </c:pt>
                <c:pt idx="3725">
                  <c:v>43934</c:v>
                </c:pt>
                <c:pt idx="3726">
                  <c:v>43935</c:v>
                </c:pt>
                <c:pt idx="3727">
                  <c:v>43936</c:v>
                </c:pt>
                <c:pt idx="3728">
                  <c:v>43937</c:v>
                </c:pt>
                <c:pt idx="3729">
                  <c:v>43938</c:v>
                </c:pt>
                <c:pt idx="3730">
                  <c:v>43941</c:v>
                </c:pt>
                <c:pt idx="3731">
                  <c:v>43942</c:v>
                </c:pt>
                <c:pt idx="3732">
                  <c:v>43943</c:v>
                </c:pt>
                <c:pt idx="3733">
                  <c:v>43944</c:v>
                </c:pt>
                <c:pt idx="3734">
                  <c:v>43945</c:v>
                </c:pt>
                <c:pt idx="3735">
                  <c:v>43948</c:v>
                </c:pt>
                <c:pt idx="3736">
                  <c:v>43949</c:v>
                </c:pt>
                <c:pt idx="3737">
                  <c:v>43950</c:v>
                </c:pt>
                <c:pt idx="3738">
                  <c:v>43951</c:v>
                </c:pt>
                <c:pt idx="3739">
                  <c:v>43952</c:v>
                </c:pt>
                <c:pt idx="3740">
                  <c:v>43955</c:v>
                </c:pt>
                <c:pt idx="3741">
                  <c:v>43956</c:v>
                </c:pt>
                <c:pt idx="3742">
                  <c:v>43957</c:v>
                </c:pt>
                <c:pt idx="3743">
                  <c:v>43958</c:v>
                </c:pt>
                <c:pt idx="3744">
                  <c:v>43959</c:v>
                </c:pt>
                <c:pt idx="3745">
                  <c:v>43962</c:v>
                </c:pt>
                <c:pt idx="3746">
                  <c:v>43963</c:v>
                </c:pt>
                <c:pt idx="3747">
                  <c:v>43964</c:v>
                </c:pt>
                <c:pt idx="3748">
                  <c:v>43965</c:v>
                </c:pt>
                <c:pt idx="3749">
                  <c:v>43966</c:v>
                </c:pt>
                <c:pt idx="3750">
                  <c:v>43969</c:v>
                </c:pt>
                <c:pt idx="3751">
                  <c:v>43970</c:v>
                </c:pt>
                <c:pt idx="3752">
                  <c:v>43971</c:v>
                </c:pt>
                <c:pt idx="3753">
                  <c:v>43972</c:v>
                </c:pt>
                <c:pt idx="3754">
                  <c:v>43973</c:v>
                </c:pt>
                <c:pt idx="3755">
                  <c:v>43976</c:v>
                </c:pt>
                <c:pt idx="3756">
                  <c:v>43977</c:v>
                </c:pt>
                <c:pt idx="3757">
                  <c:v>43978</c:v>
                </c:pt>
                <c:pt idx="3758">
                  <c:v>43979</c:v>
                </c:pt>
                <c:pt idx="3759">
                  <c:v>43980</c:v>
                </c:pt>
                <c:pt idx="3760">
                  <c:v>43983</c:v>
                </c:pt>
                <c:pt idx="3761">
                  <c:v>43984</c:v>
                </c:pt>
                <c:pt idx="3762">
                  <c:v>43985</c:v>
                </c:pt>
                <c:pt idx="3763">
                  <c:v>43986</c:v>
                </c:pt>
                <c:pt idx="3764">
                  <c:v>43987</c:v>
                </c:pt>
                <c:pt idx="3765">
                  <c:v>43990</c:v>
                </c:pt>
                <c:pt idx="3766">
                  <c:v>43991</c:v>
                </c:pt>
                <c:pt idx="3767">
                  <c:v>43992</c:v>
                </c:pt>
                <c:pt idx="3768">
                  <c:v>43993</c:v>
                </c:pt>
                <c:pt idx="3769">
                  <c:v>43994</c:v>
                </c:pt>
                <c:pt idx="3770">
                  <c:v>43997</c:v>
                </c:pt>
                <c:pt idx="3771">
                  <c:v>43998</c:v>
                </c:pt>
                <c:pt idx="3772">
                  <c:v>43999</c:v>
                </c:pt>
                <c:pt idx="3773">
                  <c:v>44000</c:v>
                </c:pt>
                <c:pt idx="3774">
                  <c:v>44001</c:v>
                </c:pt>
                <c:pt idx="3775">
                  <c:v>44004</c:v>
                </c:pt>
                <c:pt idx="3776">
                  <c:v>44005</c:v>
                </c:pt>
                <c:pt idx="3777">
                  <c:v>44006</c:v>
                </c:pt>
                <c:pt idx="3778">
                  <c:v>44007</c:v>
                </c:pt>
                <c:pt idx="3779">
                  <c:v>44008</c:v>
                </c:pt>
                <c:pt idx="3780">
                  <c:v>44011</c:v>
                </c:pt>
                <c:pt idx="3781">
                  <c:v>44012</c:v>
                </c:pt>
                <c:pt idx="3782">
                  <c:v>44013</c:v>
                </c:pt>
                <c:pt idx="3783">
                  <c:v>44014</c:v>
                </c:pt>
                <c:pt idx="3784">
                  <c:v>44015</c:v>
                </c:pt>
                <c:pt idx="3785">
                  <c:v>44018</c:v>
                </c:pt>
                <c:pt idx="3786">
                  <c:v>44019</c:v>
                </c:pt>
                <c:pt idx="3787">
                  <c:v>44020</c:v>
                </c:pt>
                <c:pt idx="3788">
                  <c:v>44021</c:v>
                </c:pt>
                <c:pt idx="3789">
                  <c:v>44022</c:v>
                </c:pt>
                <c:pt idx="3790">
                  <c:v>44025</c:v>
                </c:pt>
                <c:pt idx="3791">
                  <c:v>44026</c:v>
                </c:pt>
                <c:pt idx="3792">
                  <c:v>44027</c:v>
                </c:pt>
                <c:pt idx="3793">
                  <c:v>44028</c:v>
                </c:pt>
                <c:pt idx="3794">
                  <c:v>44029</c:v>
                </c:pt>
                <c:pt idx="3795">
                  <c:v>44032</c:v>
                </c:pt>
                <c:pt idx="3796">
                  <c:v>44033</c:v>
                </c:pt>
                <c:pt idx="3797">
                  <c:v>44034</c:v>
                </c:pt>
                <c:pt idx="3798">
                  <c:v>44035</c:v>
                </c:pt>
                <c:pt idx="3799">
                  <c:v>44036</c:v>
                </c:pt>
                <c:pt idx="3800">
                  <c:v>44039</c:v>
                </c:pt>
                <c:pt idx="3801">
                  <c:v>44040</c:v>
                </c:pt>
                <c:pt idx="3802">
                  <c:v>44041</c:v>
                </c:pt>
                <c:pt idx="3803">
                  <c:v>44042</c:v>
                </c:pt>
                <c:pt idx="3804">
                  <c:v>44043</c:v>
                </c:pt>
                <c:pt idx="3805">
                  <c:v>44046</c:v>
                </c:pt>
                <c:pt idx="3806">
                  <c:v>44047</c:v>
                </c:pt>
                <c:pt idx="3807">
                  <c:v>44048</c:v>
                </c:pt>
                <c:pt idx="3808">
                  <c:v>44049</c:v>
                </c:pt>
                <c:pt idx="3809">
                  <c:v>44050</c:v>
                </c:pt>
                <c:pt idx="3810">
                  <c:v>44053</c:v>
                </c:pt>
                <c:pt idx="3811">
                  <c:v>44054</c:v>
                </c:pt>
                <c:pt idx="3812">
                  <c:v>44055</c:v>
                </c:pt>
                <c:pt idx="3813">
                  <c:v>44056</c:v>
                </c:pt>
                <c:pt idx="3814">
                  <c:v>44057</c:v>
                </c:pt>
                <c:pt idx="3815">
                  <c:v>44060</c:v>
                </c:pt>
                <c:pt idx="3816">
                  <c:v>44061</c:v>
                </c:pt>
                <c:pt idx="3817">
                  <c:v>44062</c:v>
                </c:pt>
                <c:pt idx="3818">
                  <c:v>44063</c:v>
                </c:pt>
                <c:pt idx="3819">
                  <c:v>44064</c:v>
                </c:pt>
                <c:pt idx="3820">
                  <c:v>44067</c:v>
                </c:pt>
                <c:pt idx="3821">
                  <c:v>44068</c:v>
                </c:pt>
                <c:pt idx="3822">
                  <c:v>44069</c:v>
                </c:pt>
                <c:pt idx="3823">
                  <c:v>44070</c:v>
                </c:pt>
                <c:pt idx="3824">
                  <c:v>44071</c:v>
                </c:pt>
                <c:pt idx="3825">
                  <c:v>44074</c:v>
                </c:pt>
                <c:pt idx="3826">
                  <c:v>44075</c:v>
                </c:pt>
                <c:pt idx="3827">
                  <c:v>44076</c:v>
                </c:pt>
                <c:pt idx="3828">
                  <c:v>44077</c:v>
                </c:pt>
                <c:pt idx="3829">
                  <c:v>44078</c:v>
                </c:pt>
                <c:pt idx="3830">
                  <c:v>44081</c:v>
                </c:pt>
                <c:pt idx="3831">
                  <c:v>44082</c:v>
                </c:pt>
                <c:pt idx="3832">
                  <c:v>44083</c:v>
                </c:pt>
                <c:pt idx="3833">
                  <c:v>44084</c:v>
                </c:pt>
                <c:pt idx="3834">
                  <c:v>44085</c:v>
                </c:pt>
                <c:pt idx="3835">
                  <c:v>44088</c:v>
                </c:pt>
                <c:pt idx="3836">
                  <c:v>44089</c:v>
                </c:pt>
                <c:pt idx="3837">
                  <c:v>44090</c:v>
                </c:pt>
                <c:pt idx="3838">
                  <c:v>44091</c:v>
                </c:pt>
                <c:pt idx="3839">
                  <c:v>44092</c:v>
                </c:pt>
                <c:pt idx="3840">
                  <c:v>44095</c:v>
                </c:pt>
                <c:pt idx="3841">
                  <c:v>44096</c:v>
                </c:pt>
                <c:pt idx="3842">
                  <c:v>44097</c:v>
                </c:pt>
                <c:pt idx="3843">
                  <c:v>44098</c:v>
                </c:pt>
                <c:pt idx="3844">
                  <c:v>44099</c:v>
                </c:pt>
                <c:pt idx="3845">
                  <c:v>44102</c:v>
                </c:pt>
                <c:pt idx="3846">
                  <c:v>44103</c:v>
                </c:pt>
                <c:pt idx="3847">
                  <c:v>44104</c:v>
                </c:pt>
                <c:pt idx="3848">
                  <c:v>44105</c:v>
                </c:pt>
                <c:pt idx="3849">
                  <c:v>44106</c:v>
                </c:pt>
                <c:pt idx="3850">
                  <c:v>44109</c:v>
                </c:pt>
                <c:pt idx="3851">
                  <c:v>44110</c:v>
                </c:pt>
                <c:pt idx="3852">
                  <c:v>44111</c:v>
                </c:pt>
                <c:pt idx="3853">
                  <c:v>44112</c:v>
                </c:pt>
                <c:pt idx="3854">
                  <c:v>44113</c:v>
                </c:pt>
                <c:pt idx="3855">
                  <c:v>44116</c:v>
                </c:pt>
                <c:pt idx="3856">
                  <c:v>44117</c:v>
                </c:pt>
                <c:pt idx="3857">
                  <c:v>44118</c:v>
                </c:pt>
                <c:pt idx="3858">
                  <c:v>44119</c:v>
                </c:pt>
                <c:pt idx="3859">
                  <c:v>44120</c:v>
                </c:pt>
                <c:pt idx="3860">
                  <c:v>44123</c:v>
                </c:pt>
                <c:pt idx="3861">
                  <c:v>44124</c:v>
                </c:pt>
                <c:pt idx="3862">
                  <c:v>44125</c:v>
                </c:pt>
                <c:pt idx="3863">
                  <c:v>44126</c:v>
                </c:pt>
                <c:pt idx="3864">
                  <c:v>44127</c:v>
                </c:pt>
                <c:pt idx="3865">
                  <c:v>44130</c:v>
                </c:pt>
                <c:pt idx="3866">
                  <c:v>44131</c:v>
                </c:pt>
                <c:pt idx="3867">
                  <c:v>44132</c:v>
                </c:pt>
                <c:pt idx="3868">
                  <c:v>44133</c:v>
                </c:pt>
                <c:pt idx="3869">
                  <c:v>44134</c:v>
                </c:pt>
                <c:pt idx="3870">
                  <c:v>44137</c:v>
                </c:pt>
                <c:pt idx="3871">
                  <c:v>44138</c:v>
                </c:pt>
                <c:pt idx="3872">
                  <c:v>44139</c:v>
                </c:pt>
                <c:pt idx="3873">
                  <c:v>44140</c:v>
                </c:pt>
                <c:pt idx="3874">
                  <c:v>44141</c:v>
                </c:pt>
                <c:pt idx="3875">
                  <c:v>44144</c:v>
                </c:pt>
                <c:pt idx="3876">
                  <c:v>44145</c:v>
                </c:pt>
                <c:pt idx="3877">
                  <c:v>44146</c:v>
                </c:pt>
                <c:pt idx="3878">
                  <c:v>44147</c:v>
                </c:pt>
                <c:pt idx="3879">
                  <c:v>44148</c:v>
                </c:pt>
                <c:pt idx="3880">
                  <c:v>44151</c:v>
                </c:pt>
                <c:pt idx="3881">
                  <c:v>44152</c:v>
                </c:pt>
                <c:pt idx="3882">
                  <c:v>44153</c:v>
                </c:pt>
                <c:pt idx="3883">
                  <c:v>44154</c:v>
                </c:pt>
                <c:pt idx="3884">
                  <c:v>44155</c:v>
                </c:pt>
                <c:pt idx="3885">
                  <c:v>44158</c:v>
                </c:pt>
                <c:pt idx="3886">
                  <c:v>44159</c:v>
                </c:pt>
                <c:pt idx="3887">
                  <c:v>44160</c:v>
                </c:pt>
                <c:pt idx="3888">
                  <c:v>44161</c:v>
                </c:pt>
                <c:pt idx="3889">
                  <c:v>44162</c:v>
                </c:pt>
                <c:pt idx="3890">
                  <c:v>44165</c:v>
                </c:pt>
                <c:pt idx="3891">
                  <c:v>44166</c:v>
                </c:pt>
                <c:pt idx="3892">
                  <c:v>44167</c:v>
                </c:pt>
                <c:pt idx="3893">
                  <c:v>44168</c:v>
                </c:pt>
                <c:pt idx="3894">
                  <c:v>44169</c:v>
                </c:pt>
                <c:pt idx="3895">
                  <c:v>44172</c:v>
                </c:pt>
                <c:pt idx="3896">
                  <c:v>44173</c:v>
                </c:pt>
                <c:pt idx="3897">
                  <c:v>44174</c:v>
                </c:pt>
                <c:pt idx="3898">
                  <c:v>44175</c:v>
                </c:pt>
                <c:pt idx="3899">
                  <c:v>44176</c:v>
                </c:pt>
                <c:pt idx="3900">
                  <c:v>44179</c:v>
                </c:pt>
                <c:pt idx="3901">
                  <c:v>44180</c:v>
                </c:pt>
                <c:pt idx="3902">
                  <c:v>44181</c:v>
                </c:pt>
                <c:pt idx="3903">
                  <c:v>44182</c:v>
                </c:pt>
                <c:pt idx="3904">
                  <c:v>44183</c:v>
                </c:pt>
                <c:pt idx="3905">
                  <c:v>44186</c:v>
                </c:pt>
                <c:pt idx="3906">
                  <c:v>44187</c:v>
                </c:pt>
                <c:pt idx="3907">
                  <c:v>44188</c:v>
                </c:pt>
                <c:pt idx="3908">
                  <c:v>44189</c:v>
                </c:pt>
                <c:pt idx="3909">
                  <c:v>44190</c:v>
                </c:pt>
                <c:pt idx="3910">
                  <c:v>44193</c:v>
                </c:pt>
                <c:pt idx="3911">
                  <c:v>44194</c:v>
                </c:pt>
                <c:pt idx="3912">
                  <c:v>44195</c:v>
                </c:pt>
                <c:pt idx="3913">
                  <c:v>44196</c:v>
                </c:pt>
                <c:pt idx="3914">
                  <c:v>44197</c:v>
                </c:pt>
                <c:pt idx="3915">
                  <c:v>44200</c:v>
                </c:pt>
                <c:pt idx="3916">
                  <c:v>44201</c:v>
                </c:pt>
                <c:pt idx="3917">
                  <c:v>44202</c:v>
                </c:pt>
                <c:pt idx="3918">
                  <c:v>44203</c:v>
                </c:pt>
                <c:pt idx="3919">
                  <c:v>44204</c:v>
                </c:pt>
                <c:pt idx="3920">
                  <c:v>44207</c:v>
                </c:pt>
                <c:pt idx="3921">
                  <c:v>44208</c:v>
                </c:pt>
                <c:pt idx="3922">
                  <c:v>44209</c:v>
                </c:pt>
                <c:pt idx="3923">
                  <c:v>44210</c:v>
                </c:pt>
                <c:pt idx="3924">
                  <c:v>44211</c:v>
                </c:pt>
                <c:pt idx="3925">
                  <c:v>44214</c:v>
                </c:pt>
                <c:pt idx="3926">
                  <c:v>44215</c:v>
                </c:pt>
                <c:pt idx="3927">
                  <c:v>44216</c:v>
                </c:pt>
                <c:pt idx="3928">
                  <c:v>44217</c:v>
                </c:pt>
                <c:pt idx="3929">
                  <c:v>44218</c:v>
                </c:pt>
                <c:pt idx="3930">
                  <c:v>44221</c:v>
                </c:pt>
                <c:pt idx="3931">
                  <c:v>44222</c:v>
                </c:pt>
                <c:pt idx="3932">
                  <c:v>44223</c:v>
                </c:pt>
                <c:pt idx="3933">
                  <c:v>44224</c:v>
                </c:pt>
                <c:pt idx="3934">
                  <c:v>44225</c:v>
                </c:pt>
                <c:pt idx="3935">
                  <c:v>44228</c:v>
                </c:pt>
                <c:pt idx="3936">
                  <c:v>44229</c:v>
                </c:pt>
                <c:pt idx="3937">
                  <c:v>44230</c:v>
                </c:pt>
                <c:pt idx="3938">
                  <c:v>44231</c:v>
                </c:pt>
                <c:pt idx="3939">
                  <c:v>44232</c:v>
                </c:pt>
                <c:pt idx="3940">
                  <c:v>44235</c:v>
                </c:pt>
                <c:pt idx="3941">
                  <c:v>44236</c:v>
                </c:pt>
                <c:pt idx="3942">
                  <c:v>44237</c:v>
                </c:pt>
                <c:pt idx="3943">
                  <c:v>44238</c:v>
                </c:pt>
                <c:pt idx="3944">
                  <c:v>44239</c:v>
                </c:pt>
                <c:pt idx="3945">
                  <c:v>44242</c:v>
                </c:pt>
                <c:pt idx="3946">
                  <c:v>44243</c:v>
                </c:pt>
                <c:pt idx="3947">
                  <c:v>44244</c:v>
                </c:pt>
                <c:pt idx="3948">
                  <c:v>44245</c:v>
                </c:pt>
                <c:pt idx="3949">
                  <c:v>44246</c:v>
                </c:pt>
                <c:pt idx="3950">
                  <c:v>44249</c:v>
                </c:pt>
                <c:pt idx="3951">
                  <c:v>44250</c:v>
                </c:pt>
                <c:pt idx="3952">
                  <c:v>44251</c:v>
                </c:pt>
                <c:pt idx="3953">
                  <c:v>44252</c:v>
                </c:pt>
                <c:pt idx="3954">
                  <c:v>44253</c:v>
                </c:pt>
                <c:pt idx="3955">
                  <c:v>44256</c:v>
                </c:pt>
                <c:pt idx="3956">
                  <c:v>44257</c:v>
                </c:pt>
                <c:pt idx="3957">
                  <c:v>44258</c:v>
                </c:pt>
                <c:pt idx="3958">
                  <c:v>44259</c:v>
                </c:pt>
                <c:pt idx="3959">
                  <c:v>44260</c:v>
                </c:pt>
                <c:pt idx="3960">
                  <c:v>44263</c:v>
                </c:pt>
                <c:pt idx="3961">
                  <c:v>44264</c:v>
                </c:pt>
                <c:pt idx="3962">
                  <c:v>44265</c:v>
                </c:pt>
                <c:pt idx="3963">
                  <c:v>44266</c:v>
                </c:pt>
                <c:pt idx="3964">
                  <c:v>44267</c:v>
                </c:pt>
                <c:pt idx="3965">
                  <c:v>44270</c:v>
                </c:pt>
                <c:pt idx="3966">
                  <c:v>44271</c:v>
                </c:pt>
                <c:pt idx="3967">
                  <c:v>44272</c:v>
                </c:pt>
                <c:pt idx="3968">
                  <c:v>44273</c:v>
                </c:pt>
                <c:pt idx="3969">
                  <c:v>44274</c:v>
                </c:pt>
                <c:pt idx="3970">
                  <c:v>44277</c:v>
                </c:pt>
                <c:pt idx="3971">
                  <c:v>44278</c:v>
                </c:pt>
                <c:pt idx="3972">
                  <c:v>44279</c:v>
                </c:pt>
                <c:pt idx="3973">
                  <c:v>44280</c:v>
                </c:pt>
                <c:pt idx="3974">
                  <c:v>44281</c:v>
                </c:pt>
                <c:pt idx="3975">
                  <c:v>44284</c:v>
                </c:pt>
                <c:pt idx="3976">
                  <c:v>44285</c:v>
                </c:pt>
                <c:pt idx="3977">
                  <c:v>44286</c:v>
                </c:pt>
                <c:pt idx="3978">
                  <c:v>44287</c:v>
                </c:pt>
                <c:pt idx="3979">
                  <c:v>44288</c:v>
                </c:pt>
                <c:pt idx="3980">
                  <c:v>44291</c:v>
                </c:pt>
                <c:pt idx="3981">
                  <c:v>44292</c:v>
                </c:pt>
                <c:pt idx="3982">
                  <c:v>44293</c:v>
                </c:pt>
                <c:pt idx="3983">
                  <c:v>44294</c:v>
                </c:pt>
                <c:pt idx="3984">
                  <c:v>44295</c:v>
                </c:pt>
                <c:pt idx="3985">
                  <c:v>44298</c:v>
                </c:pt>
                <c:pt idx="3986">
                  <c:v>44299</c:v>
                </c:pt>
                <c:pt idx="3987">
                  <c:v>44300</c:v>
                </c:pt>
                <c:pt idx="3988">
                  <c:v>44301</c:v>
                </c:pt>
                <c:pt idx="3989">
                  <c:v>44302</c:v>
                </c:pt>
                <c:pt idx="3990">
                  <c:v>44305</c:v>
                </c:pt>
                <c:pt idx="3991">
                  <c:v>44306</c:v>
                </c:pt>
                <c:pt idx="3992">
                  <c:v>44307</c:v>
                </c:pt>
                <c:pt idx="3993">
                  <c:v>44308</c:v>
                </c:pt>
                <c:pt idx="3994">
                  <c:v>44309</c:v>
                </c:pt>
                <c:pt idx="3995">
                  <c:v>44312</c:v>
                </c:pt>
                <c:pt idx="3996">
                  <c:v>44313</c:v>
                </c:pt>
                <c:pt idx="3997">
                  <c:v>44314</c:v>
                </c:pt>
                <c:pt idx="3998">
                  <c:v>44315</c:v>
                </c:pt>
                <c:pt idx="3999">
                  <c:v>44316</c:v>
                </c:pt>
                <c:pt idx="4000">
                  <c:v>44319</c:v>
                </c:pt>
                <c:pt idx="4001">
                  <c:v>44320</c:v>
                </c:pt>
                <c:pt idx="4002">
                  <c:v>44321</c:v>
                </c:pt>
                <c:pt idx="4003">
                  <c:v>44322</c:v>
                </c:pt>
                <c:pt idx="4004">
                  <c:v>44323</c:v>
                </c:pt>
                <c:pt idx="4005">
                  <c:v>44326</c:v>
                </c:pt>
                <c:pt idx="4006">
                  <c:v>44327</c:v>
                </c:pt>
                <c:pt idx="4007">
                  <c:v>44328</c:v>
                </c:pt>
                <c:pt idx="4008">
                  <c:v>44329</c:v>
                </c:pt>
                <c:pt idx="4009">
                  <c:v>44330</c:v>
                </c:pt>
                <c:pt idx="4010">
                  <c:v>44333</c:v>
                </c:pt>
                <c:pt idx="4011">
                  <c:v>44334</c:v>
                </c:pt>
                <c:pt idx="4012">
                  <c:v>44335</c:v>
                </c:pt>
                <c:pt idx="4013">
                  <c:v>44336</c:v>
                </c:pt>
                <c:pt idx="4014">
                  <c:v>44337</c:v>
                </c:pt>
                <c:pt idx="4015">
                  <c:v>44340</c:v>
                </c:pt>
                <c:pt idx="4016">
                  <c:v>44341</c:v>
                </c:pt>
                <c:pt idx="4017">
                  <c:v>44342</c:v>
                </c:pt>
                <c:pt idx="4018">
                  <c:v>44343</c:v>
                </c:pt>
                <c:pt idx="4019">
                  <c:v>44344</c:v>
                </c:pt>
                <c:pt idx="4020">
                  <c:v>44347</c:v>
                </c:pt>
                <c:pt idx="4021">
                  <c:v>44348</c:v>
                </c:pt>
                <c:pt idx="4022">
                  <c:v>44349</c:v>
                </c:pt>
                <c:pt idx="4023">
                  <c:v>44350</c:v>
                </c:pt>
                <c:pt idx="4024">
                  <c:v>44351</c:v>
                </c:pt>
                <c:pt idx="4025">
                  <c:v>44354</c:v>
                </c:pt>
                <c:pt idx="4026">
                  <c:v>44355</c:v>
                </c:pt>
                <c:pt idx="4027">
                  <c:v>44356</c:v>
                </c:pt>
                <c:pt idx="4028">
                  <c:v>44357</c:v>
                </c:pt>
                <c:pt idx="4029">
                  <c:v>44358</c:v>
                </c:pt>
                <c:pt idx="4030">
                  <c:v>44361</c:v>
                </c:pt>
                <c:pt idx="4031">
                  <c:v>44362</c:v>
                </c:pt>
                <c:pt idx="4032">
                  <c:v>44363</c:v>
                </c:pt>
                <c:pt idx="4033">
                  <c:v>44364</c:v>
                </c:pt>
                <c:pt idx="4034">
                  <c:v>44365</c:v>
                </c:pt>
                <c:pt idx="4035">
                  <c:v>44368</c:v>
                </c:pt>
                <c:pt idx="4036">
                  <c:v>44369</c:v>
                </c:pt>
                <c:pt idx="4037">
                  <c:v>44370</c:v>
                </c:pt>
                <c:pt idx="4038">
                  <c:v>44371</c:v>
                </c:pt>
                <c:pt idx="4039">
                  <c:v>44372</c:v>
                </c:pt>
                <c:pt idx="4040">
                  <c:v>44375</c:v>
                </c:pt>
                <c:pt idx="4041">
                  <c:v>44376</c:v>
                </c:pt>
                <c:pt idx="4042">
                  <c:v>44377</c:v>
                </c:pt>
                <c:pt idx="4043">
                  <c:v>44378</c:v>
                </c:pt>
                <c:pt idx="4044">
                  <c:v>44379</c:v>
                </c:pt>
                <c:pt idx="4045">
                  <c:v>44382</c:v>
                </c:pt>
                <c:pt idx="4046">
                  <c:v>44383</c:v>
                </c:pt>
                <c:pt idx="4047">
                  <c:v>44384</c:v>
                </c:pt>
                <c:pt idx="4048">
                  <c:v>44385</c:v>
                </c:pt>
                <c:pt idx="4049">
                  <c:v>44386</c:v>
                </c:pt>
                <c:pt idx="4050">
                  <c:v>44389</c:v>
                </c:pt>
                <c:pt idx="4051">
                  <c:v>44390</c:v>
                </c:pt>
                <c:pt idx="4052">
                  <c:v>44391</c:v>
                </c:pt>
                <c:pt idx="4053">
                  <c:v>44392</c:v>
                </c:pt>
                <c:pt idx="4054">
                  <c:v>44393</c:v>
                </c:pt>
                <c:pt idx="4055">
                  <c:v>44396</c:v>
                </c:pt>
                <c:pt idx="4056">
                  <c:v>44397</c:v>
                </c:pt>
                <c:pt idx="4057">
                  <c:v>44398</c:v>
                </c:pt>
                <c:pt idx="4058">
                  <c:v>44399</c:v>
                </c:pt>
                <c:pt idx="4059">
                  <c:v>44400</c:v>
                </c:pt>
                <c:pt idx="4060">
                  <c:v>44403</c:v>
                </c:pt>
                <c:pt idx="4061">
                  <c:v>44404</c:v>
                </c:pt>
                <c:pt idx="4062">
                  <c:v>44405</c:v>
                </c:pt>
                <c:pt idx="4063">
                  <c:v>44406</c:v>
                </c:pt>
                <c:pt idx="4064">
                  <c:v>44407</c:v>
                </c:pt>
                <c:pt idx="4065">
                  <c:v>44410</c:v>
                </c:pt>
                <c:pt idx="4066">
                  <c:v>44411</c:v>
                </c:pt>
                <c:pt idx="4067">
                  <c:v>44412</c:v>
                </c:pt>
                <c:pt idx="4068">
                  <c:v>44413</c:v>
                </c:pt>
                <c:pt idx="4069">
                  <c:v>44414</c:v>
                </c:pt>
                <c:pt idx="4070">
                  <c:v>44417</c:v>
                </c:pt>
                <c:pt idx="4071">
                  <c:v>44418</c:v>
                </c:pt>
                <c:pt idx="4072">
                  <c:v>44419</c:v>
                </c:pt>
                <c:pt idx="4073">
                  <c:v>44420</c:v>
                </c:pt>
                <c:pt idx="4074">
                  <c:v>44421</c:v>
                </c:pt>
                <c:pt idx="4075">
                  <c:v>44424</c:v>
                </c:pt>
                <c:pt idx="4076">
                  <c:v>44425</c:v>
                </c:pt>
                <c:pt idx="4077">
                  <c:v>44426</c:v>
                </c:pt>
                <c:pt idx="4078">
                  <c:v>44427</c:v>
                </c:pt>
                <c:pt idx="4079">
                  <c:v>44428</c:v>
                </c:pt>
                <c:pt idx="4080">
                  <c:v>44431</c:v>
                </c:pt>
                <c:pt idx="4081">
                  <c:v>44432</c:v>
                </c:pt>
                <c:pt idx="4082">
                  <c:v>44433</c:v>
                </c:pt>
                <c:pt idx="4083">
                  <c:v>44434</c:v>
                </c:pt>
                <c:pt idx="4084">
                  <c:v>44435</c:v>
                </c:pt>
                <c:pt idx="4085">
                  <c:v>44438</c:v>
                </c:pt>
                <c:pt idx="4086">
                  <c:v>44439</c:v>
                </c:pt>
                <c:pt idx="4087">
                  <c:v>44440</c:v>
                </c:pt>
                <c:pt idx="4088">
                  <c:v>44441</c:v>
                </c:pt>
                <c:pt idx="4089">
                  <c:v>44442</c:v>
                </c:pt>
                <c:pt idx="4090">
                  <c:v>44445</c:v>
                </c:pt>
                <c:pt idx="4091">
                  <c:v>44446</c:v>
                </c:pt>
                <c:pt idx="4092">
                  <c:v>44447</c:v>
                </c:pt>
                <c:pt idx="4093">
                  <c:v>44448</c:v>
                </c:pt>
                <c:pt idx="4094">
                  <c:v>44449</c:v>
                </c:pt>
                <c:pt idx="4095">
                  <c:v>44452</c:v>
                </c:pt>
                <c:pt idx="4096">
                  <c:v>44453</c:v>
                </c:pt>
                <c:pt idx="4097">
                  <c:v>44454</c:v>
                </c:pt>
                <c:pt idx="4098">
                  <c:v>44455</c:v>
                </c:pt>
                <c:pt idx="4099">
                  <c:v>44456</c:v>
                </c:pt>
                <c:pt idx="4100">
                  <c:v>44459</c:v>
                </c:pt>
                <c:pt idx="4101">
                  <c:v>44460</c:v>
                </c:pt>
                <c:pt idx="4102">
                  <c:v>44461</c:v>
                </c:pt>
                <c:pt idx="4103">
                  <c:v>44462</c:v>
                </c:pt>
                <c:pt idx="4104">
                  <c:v>44463</c:v>
                </c:pt>
                <c:pt idx="4105">
                  <c:v>44466</c:v>
                </c:pt>
                <c:pt idx="4106">
                  <c:v>44467</c:v>
                </c:pt>
                <c:pt idx="4107">
                  <c:v>44468</c:v>
                </c:pt>
                <c:pt idx="4108">
                  <c:v>44469</c:v>
                </c:pt>
                <c:pt idx="4109">
                  <c:v>44470</c:v>
                </c:pt>
                <c:pt idx="4110">
                  <c:v>44473</c:v>
                </c:pt>
                <c:pt idx="4111">
                  <c:v>44474</c:v>
                </c:pt>
                <c:pt idx="4112">
                  <c:v>44475</c:v>
                </c:pt>
                <c:pt idx="4113">
                  <c:v>44476</c:v>
                </c:pt>
                <c:pt idx="4114">
                  <c:v>44477</c:v>
                </c:pt>
                <c:pt idx="4115">
                  <c:v>44480</c:v>
                </c:pt>
                <c:pt idx="4116">
                  <c:v>44481</c:v>
                </c:pt>
                <c:pt idx="4117">
                  <c:v>44482</c:v>
                </c:pt>
                <c:pt idx="4118">
                  <c:v>44483</c:v>
                </c:pt>
                <c:pt idx="4119">
                  <c:v>44484</c:v>
                </c:pt>
                <c:pt idx="4120">
                  <c:v>44487</c:v>
                </c:pt>
                <c:pt idx="4121">
                  <c:v>44488</c:v>
                </c:pt>
                <c:pt idx="4122">
                  <c:v>44489</c:v>
                </c:pt>
                <c:pt idx="4123">
                  <c:v>44490</c:v>
                </c:pt>
                <c:pt idx="4124">
                  <c:v>44491</c:v>
                </c:pt>
                <c:pt idx="4125">
                  <c:v>44494</c:v>
                </c:pt>
                <c:pt idx="4126">
                  <c:v>44495</c:v>
                </c:pt>
                <c:pt idx="4127">
                  <c:v>44496</c:v>
                </c:pt>
                <c:pt idx="4128">
                  <c:v>44497</c:v>
                </c:pt>
                <c:pt idx="4129">
                  <c:v>44498</c:v>
                </c:pt>
                <c:pt idx="4130">
                  <c:v>44501</c:v>
                </c:pt>
                <c:pt idx="4131">
                  <c:v>44502</c:v>
                </c:pt>
                <c:pt idx="4132">
                  <c:v>44503</c:v>
                </c:pt>
                <c:pt idx="4133">
                  <c:v>44504</c:v>
                </c:pt>
                <c:pt idx="4134">
                  <c:v>44505</c:v>
                </c:pt>
                <c:pt idx="4135">
                  <c:v>44508</c:v>
                </c:pt>
                <c:pt idx="4136">
                  <c:v>44509</c:v>
                </c:pt>
                <c:pt idx="4137">
                  <c:v>44510</c:v>
                </c:pt>
                <c:pt idx="4138">
                  <c:v>44511</c:v>
                </c:pt>
                <c:pt idx="4139">
                  <c:v>44512</c:v>
                </c:pt>
                <c:pt idx="4140">
                  <c:v>44515</c:v>
                </c:pt>
                <c:pt idx="4141">
                  <c:v>44516</c:v>
                </c:pt>
                <c:pt idx="4142">
                  <c:v>44517</c:v>
                </c:pt>
                <c:pt idx="4143">
                  <c:v>44518</c:v>
                </c:pt>
                <c:pt idx="4144">
                  <c:v>44519</c:v>
                </c:pt>
                <c:pt idx="4145">
                  <c:v>44522</c:v>
                </c:pt>
                <c:pt idx="4146">
                  <c:v>44523</c:v>
                </c:pt>
                <c:pt idx="4147">
                  <c:v>44524</c:v>
                </c:pt>
                <c:pt idx="4148">
                  <c:v>44525</c:v>
                </c:pt>
                <c:pt idx="4149">
                  <c:v>44526</c:v>
                </c:pt>
                <c:pt idx="4150">
                  <c:v>44529</c:v>
                </c:pt>
                <c:pt idx="4151">
                  <c:v>44530</c:v>
                </c:pt>
                <c:pt idx="4152">
                  <c:v>44531</c:v>
                </c:pt>
                <c:pt idx="4153">
                  <c:v>44532</c:v>
                </c:pt>
                <c:pt idx="4154">
                  <c:v>44533</c:v>
                </c:pt>
                <c:pt idx="4155">
                  <c:v>44536</c:v>
                </c:pt>
                <c:pt idx="4156">
                  <c:v>44537</c:v>
                </c:pt>
                <c:pt idx="4157">
                  <c:v>44538</c:v>
                </c:pt>
                <c:pt idx="4158">
                  <c:v>44539</c:v>
                </c:pt>
                <c:pt idx="4159">
                  <c:v>44540</c:v>
                </c:pt>
                <c:pt idx="4160">
                  <c:v>44543</c:v>
                </c:pt>
                <c:pt idx="4161">
                  <c:v>44544</c:v>
                </c:pt>
                <c:pt idx="4162">
                  <c:v>44545</c:v>
                </c:pt>
                <c:pt idx="4163">
                  <c:v>44546</c:v>
                </c:pt>
                <c:pt idx="4164">
                  <c:v>44547</c:v>
                </c:pt>
                <c:pt idx="4165">
                  <c:v>44550</c:v>
                </c:pt>
                <c:pt idx="4166">
                  <c:v>44551</c:v>
                </c:pt>
                <c:pt idx="4167">
                  <c:v>44552</c:v>
                </c:pt>
                <c:pt idx="4168">
                  <c:v>44553</c:v>
                </c:pt>
                <c:pt idx="4169">
                  <c:v>44554</c:v>
                </c:pt>
                <c:pt idx="4170">
                  <c:v>44557</c:v>
                </c:pt>
                <c:pt idx="4171">
                  <c:v>44558</c:v>
                </c:pt>
                <c:pt idx="4172">
                  <c:v>44559</c:v>
                </c:pt>
                <c:pt idx="4173">
                  <c:v>44560</c:v>
                </c:pt>
                <c:pt idx="4174">
                  <c:v>44561</c:v>
                </c:pt>
                <c:pt idx="4175">
                  <c:v>44564</c:v>
                </c:pt>
                <c:pt idx="4176">
                  <c:v>44565</c:v>
                </c:pt>
                <c:pt idx="4177">
                  <c:v>44566</c:v>
                </c:pt>
                <c:pt idx="4178">
                  <c:v>44567</c:v>
                </c:pt>
                <c:pt idx="4179">
                  <c:v>44568</c:v>
                </c:pt>
                <c:pt idx="4180">
                  <c:v>44571</c:v>
                </c:pt>
                <c:pt idx="4181">
                  <c:v>44572</c:v>
                </c:pt>
                <c:pt idx="4182">
                  <c:v>44573</c:v>
                </c:pt>
                <c:pt idx="4183">
                  <c:v>44574</c:v>
                </c:pt>
                <c:pt idx="4184">
                  <c:v>44575</c:v>
                </c:pt>
                <c:pt idx="4185">
                  <c:v>44578</c:v>
                </c:pt>
                <c:pt idx="4186">
                  <c:v>44579</c:v>
                </c:pt>
                <c:pt idx="4187">
                  <c:v>44580</c:v>
                </c:pt>
                <c:pt idx="4188">
                  <c:v>44581</c:v>
                </c:pt>
                <c:pt idx="4189">
                  <c:v>44582</c:v>
                </c:pt>
                <c:pt idx="4190">
                  <c:v>44585</c:v>
                </c:pt>
                <c:pt idx="4191">
                  <c:v>44586</c:v>
                </c:pt>
                <c:pt idx="4192">
                  <c:v>44587</c:v>
                </c:pt>
                <c:pt idx="4193">
                  <c:v>44588</c:v>
                </c:pt>
                <c:pt idx="4194">
                  <c:v>44589</c:v>
                </c:pt>
                <c:pt idx="4195">
                  <c:v>44592</c:v>
                </c:pt>
                <c:pt idx="4196">
                  <c:v>44593</c:v>
                </c:pt>
                <c:pt idx="4197">
                  <c:v>44594</c:v>
                </c:pt>
                <c:pt idx="4198">
                  <c:v>44595</c:v>
                </c:pt>
                <c:pt idx="4199">
                  <c:v>44596</c:v>
                </c:pt>
                <c:pt idx="4200">
                  <c:v>44599</c:v>
                </c:pt>
                <c:pt idx="4201">
                  <c:v>44600</c:v>
                </c:pt>
                <c:pt idx="4202">
                  <c:v>44601</c:v>
                </c:pt>
                <c:pt idx="4203">
                  <c:v>44602</c:v>
                </c:pt>
                <c:pt idx="4204">
                  <c:v>44603</c:v>
                </c:pt>
                <c:pt idx="4205">
                  <c:v>44606</c:v>
                </c:pt>
                <c:pt idx="4206">
                  <c:v>44607</c:v>
                </c:pt>
                <c:pt idx="4207">
                  <c:v>44608</c:v>
                </c:pt>
                <c:pt idx="4208">
                  <c:v>44609</c:v>
                </c:pt>
                <c:pt idx="4209">
                  <c:v>44610</c:v>
                </c:pt>
                <c:pt idx="4210">
                  <c:v>44613</c:v>
                </c:pt>
                <c:pt idx="4211">
                  <c:v>44614</c:v>
                </c:pt>
                <c:pt idx="4212">
                  <c:v>44615</c:v>
                </c:pt>
                <c:pt idx="4213">
                  <c:v>44616</c:v>
                </c:pt>
                <c:pt idx="4214">
                  <c:v>44617</c:v>
                </c:pt>
                <c:pt idx="4215">
                  <c:v>44620</c:v>
                </c:pt>
                <c:pt idx="4216">
                  <c:v>44621</c:v>
                </c:pt>
                <c:pt idx="4217">
                  <c:v>44622</c:v>
                </c:pt>
                <c:pt idx="4218">
                  <c:v>44623</c:v>
                </c:pt>
                <c:pt idx="4219">
                  <c:v>44624</c:v>
                </c:pt>
                <c:pt idx="4220">
                  <c:v>44627</c:v>
                </c:pt>
                <c:pt idx="4221">
                  <c:v>44628</c:v>
                </c:pt>
                <c:pt idx="4222">
                  <c:v>44629</c:v>
                </c:pt>
                <c:pt idx="4223">
                  <c:v>44630</c:v>
                </c:pt>
                <c:pt idx="4224">
                  <c:v>44631</c:v>
                </c:pt>
                <c:pt idx="4225">
                  <c:v>44634</c:v>
                </c:pt>
                <c:pt idx="4226">
                  <c:v>44635</c:v>
                </c:pt>
                <c:pt idx="4227">
                  <c:v>44636</c:v>
                </c:pt>
                <c:pt idx="4228">
                  <c:v>44637</c:v>
                </c:pt>
                <c:pt idx="4229">
                  <c:v>44638</c:v>
                </c:pt>
                <c:pt idx="4230">
                  <c:v>44641</c:v>
                </c:pt>
                <c:pt idx="4231">
                  <c:v>44642</c:v>
                </c:pt>
                <c:pt idx="4232">
                  <c:v>44643</c:v>
                </c:pt>
                <c:pt idx="4233">
                  <c:v>44644</c:v>
                </c:pt>
                <c:pt idx="4234">
                  <c:v>44645</c:v>
                </c:pt>
                <c:pt idx="4235">
                  <c:v>44648</c:v>
                </c:pt>
                <c:pt idx="4236">
                  <c:v>44649</c:v>
                </c:pt>
                <c:pt idx="4237">
                  <c:v>44650</c:v>
                </c:pt>
                <c:pt idx="4238">
                  <c:v>44651</c:v>
                </c:pt>
                <c:pt idx="4239">
                  <c:v>44652</c:v>
                </c:pt>
                <c:pt idx="4240">
                  <c:v>44655</c:v>
                </c:pt>
                <c:pt idx="4241">
                  <c:v>44656</c:v>
                </c:pt>
                <c:pt idx="4242">
                  <c:v>44657</c:v>
                </c:pt>
                <c:pt idx="4243">
                  <c:v>44658</c:v>
                </c:pt>
                <c:pt idx="4244">
                  <c:v>44659</c:v>
                </c:pt>
                <c:pt idx="4245">
                  <c:v>44662</c:v>
                </c:pt>
                <c:pt idx="4246">
                  <c:v>44663</c:v>
                </c:pt>
                <c:pt idx="4247">
                  <c:v>44664</c:v>
                </c:pt>
                <c:pt idx="4248">
                  <c:v>44665</c:v>
                </c:pt>
                <c:pt idx="4249">
                  <c:v>44666</c:v>
                </c:pt>
                <c:pt idx="4250">
                  <c:v>44669</c:v>
                </c:pt>
                <c:pt idx="4251">
                  <c:v>44670</c:v>
                </c:pt>
                <c:pt idx="4252">
                  <c:v>44671</c:v>
                </c:pt>
                <c:pt idx="4253">
                  <c:v>44672</c:v>
                </c:pt>
                <c:pt idx="4254">
                  <c:v>44673</c:v>
                </c:pt>
                <c:pt idx="4255">
                  <c:v>44676</c:v>
                </c:pt>
                <c:pt idx="4256">
                  <c:v>44677</c:v>
                </c:pt>
                <c:pt idx="4257">
                  <c:v>44678</c:v>
                </c:pt>
                <c:pt idx="4258">
                  <c:v>44679</c:v>
                </c:pt>
                <c:pt idx="4259">
                  <c:v>44680</c:v>
                </c:pt>
                <c:pt idx="4260">
                  <c:v>44683</c:v>
                </c:pt>
                <c:pt idx="4261">
                  <c:v>44684</c:v>
                </c:pt>
                <c:pt idx="4262">
                  <c:v>44685</c:v>
                </c:pt>
                <c:pt idx="4263">
                  <c:v>44686</c:v>
                </c:pt>
                <c:pt idx="4264">
                  <c:v>44687</c:v>
                </c:pt>
                <c:pt idx="4265">
                  <c:v>44690</c:v>
                </c:pt>
                <c:pt idx="4266">
                  <c:v>44691</c:v>
                </c:pt>
                <c:pt idx="4267">
                  <c:v>44692</c:v>
                </c:pt>
                <c:pt idx="4268">
                  <c:v>44693</c:v>
                </c:pt>
                <c:pt idx="4269">
                  <c:v>44694</c:v>
                </c:pt>
                <c:pt idx="4270">
                  <c:v>44697</c:v>
                </c:pt>
                <c:pt idx="4271">
                  <c:v>44698</c:v>
                </c:pt>
                <c:pt idx="4272">
                  <c:v>44699</c:v>
                </c:pt>
                <c:pt idx="4273">
                  <c:v>44700</c:v>
                </c:pt>
                <c:pt idx="4274">
                  <c:v>44701</c:v>
                </c:pt>
                <c:pt idx="4275">
                  <c:v>44704</c:v>
                </c:pt>
                <c:pt idx="4276">
                  <c:v>44705</c:v>
                </c:pt>
                <c:pt idx="4277">
                  <c:v>44706</c:v>
                </c:pt>
                <c:pt idx="4278">
                  <c:v>44707</c:v>
                </c:pt>
                <c:pt idx="4279">
                  <c:v>44708</c:v>
                </c:pt>
                <c:pt idx="4280">
                  <c:v>44711</c:v>
                </c:pt>
                <c:pt idx="4281">
                  <c:v>44712</c:v>
                </c:pt>
                <c:pt idx="4282">
                  <c:v>44713</c:v>
                </c:pt>
                <c:pt idx="4283">
                  <c:v>44714</c:v>
                </c:pt>
                <c:pt idx="4284">
                  <c:v>44715</c:v>
                </c:pt>
                <c:pt idx="4285">
                  <c:v>44718</c:v>
                </c:pt>
                <c:pt idx="4286">
                  <c:v>44719</c:v>
                </c:pt>
                <c:pt idx="4287">
                  <c:v>44720</c:v>
                </c:pt>
                <c:pt idx="4288">
                  <c:v>44721</c:v>
                </c:pt>
                <c:pt idx="4289">
                  <c:v>44722</c:v>
                </c:pt>
                <c:pt idx="4290">
                  <c:v>44725</c:v>
                </c:pt>
                <c:pt idx="4291">
                  <c:v>44726</c:v>
                </c:pt>
                <c:pt idx="4292">
                  <c:v>44727</c:v>
                </c:pt>
                <c:pt idx="4293">
                  <c:v>44728</c:v>
                </c:pt>
                <c:pt idx="4294">
                  <c:v>44729</c:v>
                </c:pt>
                <c:pt idx="4295">
                  <c:v>44732</c:v>
                </c:pt>
                <c:pt idx="4296">
                  <c:v>44733</c:v>
                </c:pt>
                <c:pt idx="4297">
                  <c:v>44734</c:v>
                </c:pt>
                <c:pt idx="4298">
                  <c:v>44735</c:v>
                </c:pt>
                <c:pt idx="4299">
                  <c:v>44736</c:v>
                </c:pt>
                <c:pt idx="4300">
                  <c:v>44739</c:v>
                </c:pt>
                <c:pt idx="4301">
                  <c:v>44740</c:v>
                </c:pt>
                <c:pt idx="4302">
                  <c:v>44741</c:v>
                </c:pt>
                <c:pt idx="4303">
                  <c:v>44742</c:v>
                </c:pt>
                <c:pt idx="4304">
                  <c:v>44743</c:v>
                </c:pt>
                <c:pt idx="4305">
                  <c:v>44746</c:v>
                </c:pt>
                <c:pt idx="4306">
                  <c:v>44747</c:v>
                </c:pt>
                <c:pt idx="4307">
                  <c:v>44748</c:v>
                </c:pt>
                <c:pt idx="4308">
                  <c:v>44749</c:v>
                </c:pt>
                <c:pt idx="4309">
                  <c:v>44750</c:v>
                </c:pt>
                <c:pt idx="4310">
                  <c:v>44753</c:v>
                </c:pt>
                <c:pt idx="4311">
                  <c:v>44754</c:v>
                </c:pt>
                <c:pt idx="4312">
                  <c:v>44755</c:v>
                </c:pt>
                <c:pt idx="4313">
                  <c:v>44756</c:v>
                </c:pt>
                <c:pt idx="4314">
                  <c:v>44757</c:v>
                </c:pt>
                <c:pt idx="4315">
                  <c:v>44760</c:v>
                </c:pt>
                <c:pt idx="4316">
                  <c:v>44761</c:v>
                </c:pt>
                <c:pt idx="4317">
                  <c:v>44762</c:v>
                </c:pt>
                <c:pt idx="4318">
                  <c:v>44763</c:v>
                </c:pt>
                <c:pt idx="4319">
                  <c:v>44764</c:v>
                </c:pt>
                <c:pt idx="4320">
                  <c:v>44767</c:v>
                </c:pt>
                <c:pt idx="4321">
                  <c:v>44768</c:v>
                </c:pt>
                <c:pt idx="4322">
                  <c:v>44769</c:v>
                </c:pt>
                <c:pt idx="4323">
                  <c:v>44770</c:v>
                </c:pt>
                <c:pt idx="4324">
                  <c:v>44771</c:v>
                </c:pt>
                <c:pt idx="4325">
                  <c:v>44774</c:v>
                </c:pt>
                <c:pt idx="4326">
                  <c:v>44775</c:v>
                </c:pt>
                <c:pt idx="4327">
                  <c:v>44776</c:v>
                </c:pt>
                <c:pt idx="4328">
                  <c:v>44777</c:v>
                </c:pt>
                <c:pt idx="4329">
                  <c:v>44778</c:v>
                </c:pt>
                <c:pt idx="4330">
                  <c:v>44781</c:v>
                </c:pt>
                <c:pt idx="4331">
                  <c:v>44782</c:v>
                </c:pt>
                <c:pt idx="4332">
                  <c:v>44783</c:v>
                </c:pt>
                <c:pt idx="4333">
                  <c:v>44784</c:v>
                </c:pt>
                <c:pt idx="4334">
                  <c:v>44785</c:v>
                </c:pt>
                <c:pt idx="4335">
                  <c:v>44788</c:v>
                </c:pt>
                <c:pt idx="4336">
                  <c:v>44789</c:v>
                </c:pt>
                <c:pt idx="4337">
                  <c:v>44790</c:v>
                </c:pt>
                <c:pt idx="4338">
                  <c:v>44791</c:v>
                </c:pt>
                <c:pt idx="4339">
                  <c:v>44792</c:v>
                </c:pt>
                <c:pt idx="4340">
                  <c:v>44795</c:v>
                </c:pt>
                <c:pt idx="4341">
                  <c:v>44796</c:v>
                </c:pt>
                <c:pt idx="4342">
                  <c:v>44797</c:v>
                </c:pt>
                <c:pt idx="4343">
                  <c:v>44798</c:v>
                </c:pt>
                <c:pt idx="4344">
                  <c:v>44799</c:v>
                </c:pt>
                <c:pt idx="4345">
                  <c:v>44802</c:v>
                </c:pt>
                <c:pt idx="4346">
                  <c:v>44803</c:v>
                </c:pt>
                <c:pt idx="4347">
                  <c:v>44804</c:v>
                </c:pt>
                <c:pt idx="4348">
                  <c:v>44805</c:v>
                </c:pt>
                <c:pt idx="4349">
                  <c:v>44806</c:v>
                </c:pt>
                <c:pt idx="4350">
                  <c:v>44809</c:v>
                </c:pt>
                <c:pt idx="4351">
                  <c:v>44810</c:v>
                </c:pt>
                <c:pt idx="4352">
                  <c:v>44811</c:v>
                </c:pt>
                <c:pt idx="4353">
                  <c:v>44812</c:v>
                </c:pt>
                <c:pt idx="4354">
                  <c:v>44813</c:v>
                </c:pt>
                <c:pt idx="4355">
                  <c:v>44816</c:v>
                </c:pt>
                <c:pt idx="4356">
                  <c:v>44817</c:v>
                </c:pt>
                <c:pt idx="4357">
                  <c:v>44818</c:v>
                </c:pt>
                <c:pt idx="4358">
                  <c:v>44819</c:v>
                </c:pt>
                <c:pt idx="4359">
                  <c:v>44820</c:v>
                </c:pt>
                <c:pt idx="4360">
                  <c:v>44823</c:v>
                </c:pt>
                <c:pt idx="4361">
                  <c:v>44824</c:v>
                </c:pt>
                <c:pt idx="4362">
                  <c:v>44825</c:v>
                </c:pt>
                <c:pt idx="4363">
                  <c:v>44826</c:v>
                </c:pt>
                <c:pt idx="4364">
                  <c:v>44827</c:v>
                </c:pt>
                <c:pt idx="4365">
                  <c:v>44830</c:v>
                </c:pt>
                <c:pt idx="4366">
                  <c:v>44831</c:v>
                </c:pt>
                <c:pt idx="4367">
                  <c:v>44832</c:v>
                </c:pt>
                <c:pt idx="4368">
                  <c:v>44833</c:v>
                </c:pt>
                <c:pt idx="4369">
                  <c:v>44834</c:v>
                </c:pt>
                <c:pt idx="4370">
                  <c:v>44837</c:v>
                </c:pt>
                <c:pt idx="4371">
                  <c:v>44838</c:v>
                </c:pt>
                <c:pt idx="4372">
                  <c:v>44839</c:v>
                </c:pt>
                <c:pt idx="4373">
                  <c:v>44840</c:v>
                </c:pt>
                <c:pt idx="4374">
                  <c:v>44841</c:v>
                </c:pt>
                <c:pt idx="4375">
                  <c:v>44844</c:v>
                </c:pt>
                <c:pt idx="4376">
                  <c:v>44845</c:v>
                </c:pt>
                <c:pt idx="4377">
                  <c:v>44846</c:v>
                </c:pt>
                <c:pt idx="4378">
                  <c:v>44847</c:v>
                </c:pt>
                <c:pt idx="4379">
                  <c:v>44848</c:v>
                </c:pt>
                <c:pt idx="4380">
                  <c:v>44851</c:v>
                </c:pt>
                <c:pt idx="4381">
                  <c:v>44852</c:v>
                </c:pt>
                <c:pt idx="4382">
                  <c:v>44853</c:v>
                </c:pt>
                <c:pt idx="4383">
                  <c:v>44854</c:v>
                </c:pt>
                <c:pt idx="4384">
                  <c:v>44855</c:v>
                </c:pt>
                <c:pt idx="4385">
                  <c:v>44858</c:v>
                </c:pt>
                <c:pt idx="4386">
                  <c:v>44859</c:v>
                </c:pt>
                <c:pt idx="4387">
                  <c:v>44860</c:v>
                </c:pt>
                <c:pt idx="4388">
                  <c:v>44861</c:v>
                </c:pt>
                <c:pt idx="4389">
                  <c:v>44862</c:v>
                </c:pt>
                <c:pt idx="4390">
                  <c:v>44865</c:v>
                </c:pt>
                <c:pt idx="4391">
                  <c:v>44866</c:v>
                </c:pt>
                <c:pt idx="4392">
                  <c:v>44867</c:v>
                </c:pt>
                <c:pt idx="4393">
                  <c:v>44868</c:v>
                </c:pt>
                <c:pt idx="4394">
                  <c:v>44869</c:v>
                </c:pt>
                <c:pt idx="4395">
                  <c:v>44872</c:v>
                </c:pt>
                <c:pt idx="4396">
                  <c:v>44873</c:v>
                </c:pt>
                <c:pt idx="4397">
                  <c:v>44874</c:v>
                </c:pt>
                <c:pt idx="4398">
                  <c:v>44875</c:v>
                </c:pt>
                <c:pt idx="4399">
                  <c:v>44876</c:v>
                </c:pt>
                <c:pt idx="4400">
                  <c:v>44879</c:v>
                </c:pt>
                <c:pt idx="4401">
                  <c:v>44880</c:v>
                </c:pt>
                <c:pt idx="4402">
                  <c:v>44881</c:v>
                </c:pt>
                <c:pt idx="4403">
                  <c:v>44882</c:v>
                </c:pt>
                <c:pt idx="4404">
                  <c:v>44883</c:v>
                </c:pt>
                <c:pt idx="4405">
                  <c:v>44886</c:v>
                </c:pt>
                <c:pt idx="4406">
                  <c:v>44887</c:v>
                </c:pt>
                <c:pt idx="4407">
                  <c:v>44888</c:v>
                </c:pt>
                <c:pt idx="4408">
                  <c:v>44889</c:v>
                </c:pt>
                <c:pt idx="4409">
                  <c:v>44890</c:v>
                </c:pt>
                <c:pt idx="4410">
                  <c:v>44893</c:v>
                </c:pt>
                <c:pt idx="4411">
                  <c:v>44894</c:v>
                </c:pt>
                <c:pt idx="4412">
                  <c:v>44895</c:v>
                </c:pt>
                <c:pt idx="4413">
                  <c:v>44896</c:v>
                </c:pt>
                <c:pt idx="4414">
                  <c:v>44897</c:v>
                </c:pt>
                <c:pt idx="4415">
                  <c:v>44900</c:v>
                </c:pt>
                <c:pt idx="4416">
                  <c:v>44901</c:v>
                </c:pt>
                <c:pt idx="4417">
                  <c:v>44902</c:v>
                </c:pt>
                <c:pt idx="4418">
                  <c:v>44903</c:v>
                </c:pt>
                <c:pt idx="4419">
                  <c:v>44904</c:v>
                </c:pt>
                <c:pt idx="4420">
                  <c:v>44907</c:v>
                </c:pt>
                <c:pt idx="4421">
                  <c:v>44908</c:v>
                </c:pt>
                <c:pt idx="4422">
                  <c:v>44909</c:v>
                </c:pt>
                <c:pt idx="4423">
                  <c:v>44910</c:v>
                </c:pt>
                <c:pt idx="4424">
                  <c:v>44911</c:v>
                </c:pt>
                <c:pt idx="4425">
                  <c:v>44914</c:v>
                </c:pt>
                <c:pt idx="4426">
                  <c:v>44915</c:v>
                </c:pt>
                <c:pt idx="4427">
                  <c:v>44916</c:v>
                </c:pt>
                <c:pt idx="4428">
                  <c:v>44917</c:v>
                </c:pt>
                <c:pt idx="4429">
                  <c:v>44918</c:v>
                </c:pt>
                <c:pt idx="4430">
                  <c:v>44921</c:v>
                </c:pt>
                <c:pt idx="4431">
                  <c:v>44922</c:v>
                </c:pt>
                <c:pt idx="4432">
                  <c:v>44923</c:v>
                </c:pt>
                <c:pt idx="4433">
                  <c:v>44924</c:v>
                </c:pt>
                <c:pt idx="4434">
                  <c:v>44925</c:v>
                </c:pt>
                <c:pt idx="4435">
                  <c:v>44928</c:v>
                </c:pt>
                <c:pt idx="4436">
                  <c:v>44929</c:v>
                </c:pt>
                <c:pt idx="4437">
                  <c:v>44930</c:v>
                </c:pt>
                <c:pt idx="4438">
                  <c:v>44931</c:v>
                </c:pt>
                <c:pt idx="4439">
                  <c:v>44932</c:v>
                </c:pt>
                <c:pt idx="4440">
                  <c:v>44935</c:v>
                </c:pt>
                <c:pt idx="4441">
                  <c:v>44936</c:v>
                </c:pt>
                <c:pt idx="4442">
                  <c:v>44937</c:v>
                </c:pt>
                <c:pt idx="4443">
                  <c:v>44938</c:v>
                </c:pt>
                <c:pt idx="4444">
                  <c:v>44939</c:v>
                </c:pt>
                <c:pt idx="4445">
                  <c:v>44942</c:v>
                </c:pt>
                <c:pt idx="4446">
                  <c:v>44943</c:v>
                </c:pt>
                <c:pt idx="4447">
                  <c:v>44944</c:v>
                </c:pt>
                <c:pt idx="4448">
                  <c:v>44945</c:v>
                </c:pt>
                <c:pt idx="4449">
                  <c:v>44946</c:v>
                </c:pt>
                <c:pt idx="4450">
                  <c:v>44949</c:v>
                </c:pt>
                <c:pt idx="4451">
                  <c:v>44950</c:v>
                </c:pt>
                <c:pt idx="4452">
                  <c:v>44951</c:v>
                </c:pt>
                <c:pt idx="4453">
                  <c:v>44952</c:v>
                </c:pt>
                <c:pt idx="4454">
                  <c:v>44953</c:v>
                </c:pt>
                <c:pt idx="4455">
                  <c:v>44956</c:v>
                </c:pt>
                <c:pt idx="4456">
                  <c:v>44957</c:v>
                </c:pt>
                <c:pt idx="4457">
                  <c:v>44958</c:v>
                </c:pt>
                <c:pt idx="4458">
                  <c:v>44959</c:v>
                </c:pt>
                <c:pt idx="4459">
                  <c:v>44960</c:v>
                </c:pt>
                <c:pt idx="4460">
                  <c:v>44963</c:v>
                </c:pt>
                <c:pt idx="4461">
                  <c:v>44964</c:v>
                </c:pt>
                <c:pt idx="4462">
                  <c:v>44965</c:v>
                </c:pt>
                <c:pt idx="4463">
                  <c:v>44966</c:v>
                </c:pt>
                <c:pt idx="4464">
                  <c:v>44967</c:v>
                </c:pt>
                <c:pt idx="4465">
                  <c:v>44970</c:v>
                </c:pt>
                <c:pt idx="4466">
                  <c:v>44971</c:v>
                </c:pt>
                <c:pt idx="4467">
                  <c:v>44972</c:v>
                </c:pt>
                <c:pt idx="4468">
                  <c:v>44973</c:v>
                </c:pt>
                <c:pt idx="4469">
                  <c:v>44974</c:v>
                </c:pt>
                <c:pt idx="4470">
                  <c:v>44977</c:v>
                </c:pt>
                <c:pt idx="4471">
                  <c:v>44978</c:v>
                </c:pt>
                <c:pt idx="4472">
                  <c:v>44979</c:v>
                </c:pt>
                <c:pt idx="4473">
                  <c:v>44980</c:v>
                </c:pt>
                <c:pt idx="4474">
                  <c:v>44981</c:v>
                </c:pt>
                <c:pt idx="4475">
                  <c:v>44984</c:v>
                </c:pt>
                <c:pt idx="4476">
                  <c:v>44985</c:v>
                </c:pt>
                <c:pt idx="4477">
                  <c:v>44986</c:v>
                </c:pt>
                <c:pt idx="4478">
                  <c:v>44987</c:v>
                </c:pt>
                <c:pt idx="4479">
                  <c:v>44988</c:v>
                </c:pt>
                <c:pt idx="4480">
                  <c:v>44991</c:v>
                </c:pt>
                <c:pt idx="4481">
                  <c:v>44992</c:v>
                </c:pt>
                <c:pt idx="4482">
                  <c:v>44993</c:v>
                </c:pt>
                <c:pt idx="4483">
                  <c:v>44994</c:v>
                </c:pt>
                <c:pt idx="4484">
                  <c:v>44995</c:v>
                </c:pt>
                <c:pt idx="4485">
                  <c:v>44998</c:v>
                </c:pt>
                <c:pt idx="4486">
                  <c:v>44999</c:v>
                </c:pt>
                <c:pt idx="4487">
                  <c:v>45000</c:v>
                </c:pt>
                <c:pt idx="4488">
                  <c:v>45001</c:v>
                </c:pt>
                <c:pt idx="4489">
                  <c:v>45002</c:v>
                </c:pt>
                <c:pt idx="4490">
                  <c:v>45005</c:v>
                </c:pt>
                <c:pt idx="4491">
                  <c:v>45006</c:v>
                </c:pt>
                <c:pt idx="4492">
                  <c:v>45007</c:v>
                </c:pt>
                <c:pt idx="4493">
                  <c:v>45008</c:v>
                </c:pt>
                <c:pt idx="4494">
                  <c:v>45009</c:v>
                </c:pt>
                <c:pt idx="4495">
                  <c:v>45012</c:v>
                </c:pt>
                <c:pt idx="4496">
                  <c:v>45013</c:v>
                </c:pt>
                <c:pt idx="4497">
                  <c:v>45014</c:v>
                </c:pt>
                <c:pt idx="4498">
                  <c:v>45015</c:v>
                </c:pt>
                <c:pt idx="4499">
                  <c:v>45016</c:v>
                </c:pt>
                <c:pt idx="4500">
                  <c:v>45019</c:v>
                </c:pt>
                <c:pt idx="4501">
                  <c:v>45020</c:v>
                </c:pt>
                <c:pt idx="4502">
                  <c:v>45021</c:v>
                </c:pt>
                <c:pt idx="4503">
                  <c:v>45022</c:v>
                </c:pt>
                <c:pt idx="4504">
                  <c:v>45023</c:v>
                </c:pt>
                <c:pt idx="4505">
                  <c:v>45026</c:v>
                </c:pt>
                <c:pt idx="4506">
                  <c:v>45027</c:v>
                </c:pt>
                <c:pt idx="4507">
                  <c:v>45028</c:v>
                </c:pt>
                <c:pt idx="4508">
                  <c:v>45029</c:v>
                </c:pt>
                <c:pt idx="4509">
                  <c:v>45030</c:v>
                </c:pt>
                <c:pt idx="4510">
                  <c:v>45033</c:v>
                </c:pt>
                <c:pt idx="4511">
                  <c:v>45034</c:v>
                </c:pt>
                <c:pt idx="4512">
                  <c:v>45035</c:v>
                </c:pt>
                <c:pt idx="4513">
                  <c:v>45036</c:v>
                </c:pt>
                <c:pt idx="4514">
                  <c:v>45037</c:v>
                </c:pt>
                <c:pt idx="4515">
                  <c:v>45040</c:v>
                </c:pt>
                <c:pt idx="4516">
                  <c:v>45041</c:v>
                </c:pt>
                <c:pt idx="4517">
                  <c:v>45042</c:v>
                </c:pt>
                <c:pt idx="4518">
                  <c:v>45043</c:v>
                </c:pt>
                <c:pt idx="4519">
                  <c:v>45044</c:v>
                </c:pt>
                <c:pt idx="4520">
                  <c:v>45047</c:v>
                </c:pt>
                <c:pt idx="4521">
                  <c:v>45048</c:v>
                </c:pt>
                <c:pt idx="4522">
                  <c:v>45049</c:v>
                </c:pt>
                <c:pt idx="4523">
                  <c:v>45050</c:v>
                </c:pt>
                <c:pt idx="4524">
                  <c:v>45051</c:v>
                </c:pt>
                <c:pt idx="4525">
                  <c:v>45054</c:v>
                </c:pt>
                <c:pt idx="4526">
                  <c:v>45055</c:v>
                </c:pt>
                <c:pt idx="4527">
                  <c:v>45056</c:v>
                </c:pt>
                <c:pt idx="4528">
                  <c:v>45057</c:v>
                </c:pt>
                <c:pt idx="4529">
                  <c:v>45058</c:v>
                </c:pt>
                <c:pt idx="4530">
                  <c:v>45061</c:v>
                </c:pt>
                <c:pt idx="4531">
                  <c:v>45062</c:v>
                </c:pt>
                <c:pt idx="4532">
                  <c:v>45063</c:v>
                </c:pt>
                <c:pt idx="4533">
                  <c:v>45064</c:v>
                </c:pt>
                <c:pt idx="4534">
                  <c:v>45065</c:v>
                </c:pt>
                <c:pt idx="4535">
                  <c:v>45068</c:v>
                </c:pt>
                <c:pt idx="4536">
                  <c:v>45069</c:v>
                </c:pt>
                <c:pt idx="4537">
                  <c:v>45070</c:v>
                </c:pt>
                <c:pt idx="4538">
                  <c:v>45071</c:v>
                </c:pt>
                <c:pt idx="4539">
                  <c:v>45072</c:v>
                </c:pt>
                <c:pt idx="4540">
                  <c:v>45075</c:v>
                </c:pt>
                <c:pt idx="4541">
                  <c:v>45076</c:v>
                </c:pt>
                <c:pt idx="4542">
                  <c:v>45077</c:v>
                </c:pt>
                <c:pt idx="4543">
                  <c:v>45078</c:v>
                </c:pt>
                <c:pt idx="4544">
                  <c:v>45079</c:v>
                </c:pt>
                <c:pt idx="4545">
                  <c:v>45082</c:v>
                </c:pt>
                <c:pt idx="4546">
                  <c:v>45083</c:v>
                </c:pt>
                <c:pt idx="4547">
                  <c:v>45084</c:v>
                </c:pt>
                <c:pt idx="4548">
                  <c:v>45085</c:v>
                </c:pt>
                <c:pt idx="4549">
                  <c:v>45086</c:v>
                </c:pt>
                <c:pt idx="4550">
                  <c:v>45089</c:v>
                </c:pt>
                <c:pt idx="4551">
                  <c:v>45090</c:v>
                </c:pt>
                <c:pt idx="4552">
                  <c:v>45091</c:v>
                </c:pt>
                <c:pt idx="4553">
                  <c:v>45092</c:v>
                </c:pt>
                <c:pt idx="4554">
                  <c:v>45093</c:v>
                </c:pt>
                <c:pt idx="4555">
                  <c:v>45096</c:v>
                </c:pt>
                <c:pt idx="4556">
                  <c:v>45097</c:v>
                </c:pt>
                <c:pt idx="4557">
                  <c:v>45098</c:v>
                </c:pt>
                <c:pt idx="4558">
                  <c:v>45099</c:v>
                </c:pt>
                <c:pt idx="4559">
                  <c:v>45100</c:v>
                </c:pt>
                <c:pt idx="4560">
                  <c:v>45103</c:v>
                </c:pt>
                <c:pt idx="4561">
                  <c:v>45104</c:v>
                </c:pt>
                <c:pt idx="4562">
                  <c:v>45105</c:v>
                </c:pt>
                <c:pt idx="4563">
                  <c:v>45106</c:v>
                </c:pt>
                <c:pt idx="4564">
                  <c:v>45107</c:v>
                </c:pt>
                <c:pt idx="4565">
                  <c:v>45110</c:v>
                </c:pt>
                <c:pt idx="4566">
                  <c:v>45111</c:v>
                </c:pt>
                <c:pt idx="4567">
                  <c:v>45112</c:v>
                </c:pt>
                <c:pt idx="4568">
                  <c:v>45113</c:v>
                </c:pt>
                <c:pt idx="4569">
                  <c:v>45114</c:v>
                </c:pt>
                <c:pt idx="4570">
                  <c:v>45117</c:v>
                </c:pt>
                <c:pt idx="4571">
                  <c:v>45118</c:v>
                </c:pt>
                <c:pt idx="4572">
                  <c:v>45119</c:v>
                </c:pt>
                <c:pt idx="4573">
                  <c:v>45120</c:v>
                </c:pt>
                <c:pt idx="4574">
                  <c:v>45121</c:v>
                </c:pt>
                <c:pt idx="4575">
                  <c:v>45124</c:v>
                </c:pt>
                <c:pt idx="4576">
                  <c:v>45125</c:v>
                </c:pt>
                <c:pt idx="4577">
                  <c:v>45126</c:v>
                </c:pt>
                <c:pt idx="4578">
                  <c:v>45127</c:v>
                </c:pt>
                <c:pt idx="4579">
                  <c:v>45128</c:v>
                </c:pt>
                <c:pt idx="4580">
                  <c:v>45131</c:v>
                </c:pt>
                <c:pt idx="4581">
                  <c:v>45132</c:v>
                </c:pt>
                <c:pt idx="4582">
                  <c:v>45133</c:v>
                </c:pt>
                <c:pt idx="4583">
                  <c:v>45134</c:v>
                </c:pt>
                <c:pt idx="4584">
                  <c:v>45135</c:v>
                </c:pt>
                <c:pt idx="4585">
                  <c:v>45138</c:v>
                </c:pt>
                <c:pt idx="4586">
                  <c:v>45139</c:v>
                </c:pt>
                <c:pt idx="4587">
                  <c:v>45140</c:v>
                </c:pt>
                <c:pt idx="4588">
                  <c:v>45141</c:v>
                </c:pt>
                <c:pt idx="4589">
                  <c:v>45142</c:v>
                </c:pt>
                <c:pt idx="4590">
                  <c:v>45145</c:v>
                </c:pt>
                <c:pt idx="4591">
                  <c:v>45146</c:v>
                </c:pt>
                <c:pt idx="4592">
                  <c:v>45147</c:v>
                </c:pt>
                <c:pt idx="4593">
                  <c:v>45148</c:v>
                </c:pt>
                <c:pt idx="4594">
                  <c:v>45149</c:v>
                </c:pt>
                <c:pt idx="4595">
                  <c:v>45152</c:v>
                </c:pt>
                <c:pt idx="4596">
                  <c:v>45153</c:v>
                </c:pt>
                <c:pt idx="4597">
                  <c:v>45154</c:v>
                </c:pt>
                <c:pt idx="4598">
                  <c:v>45155</c:v>
                </c:pt>
                <c:pt idx="4599">
                  <c:v>45156</c:v>
                </c:pt>
                <c:pt idx="4600">
                  <c:v>45159</c:v>
                </c:pt>
                <c:pt idx="4601">
                  <c:v>45160</c:v>
                </c:pt>
                <c:pt idx="4602">
                  <c:v>45161</c:v>
                </c:pt>
                <c:pt idx="4603">
                  <c:v>45162</c:v>
                </c:pt>
                <c:pt idx="4604">
                  <c:v>45163</c:v>
                </c:pt>
                <c:pt idx="4605">
                  <c:v>45166</c:v>
                </c:pt>
                <c:pt idx="4606">
                  <c:v>45167</c:v>
                </c:pt>
                <c:pt idx="4607">
                  <c:v>45168</c:v>
                </c:pt>
                <c:pt idx="4608">
                  <c:v>45169</c:v>
                </c:pt>
                <c:pt idx="4609">
                  <c:v>45170</c:v>
                </c:pt>
                <c:pt idx="4610">
                  <c:v>45173</c:v>
                </c:pt>
                <c:pt idx="4611">
                  <c:v>45174</c:v>
                </c:pt>
                <c:pt idx="4612">
                  <c:v>45175</c:v>
                </c:pt>
                <c:pt idx="4613">
                  <c:v>45176</c:v>
                </c:pt>
                <c:pt idx="4614">
                  <c:v>45177</c:v>
                </c:pt>
                <c:pt idx="4615">
                  <c:v>45180</c:v>
                </c:pt>
                <c:pt idx="4616">
                  <c:v>45181</c:v>
                </c:pt>
                <c:pt idx="4617">
                  <c:v>45182</c:v>
                </c:pt>
                <c:pt idx="4618">
                  <c:v>45183</c:v>
                </c:pt>
                <c:pt idx="4619">
                  <c:v>45184</c:v>
                </c:pt>
                <c:pt idx="4620">
                  <c:v>45187</c:v>
                </c:pt>
                <c:pt idx="4621">
                  <c:v>45188</c:v>
                </c:pt>
                <c:pt idx="4622">
                  <c:v>45189</c:v>
                </c:pt>
                <c:pt idx="4623">
                  <c:v>45190</c:v>
                </c:pt>
                <c:pt idx="4624">
                  <c:v>45191</c:v>
                </c:pt>
                <c:pt idx="4625">
                  <c:v>45194</c:v>
                </c:pt>
                <c:pt idx="4626">
                  <c:v>45195</c:v>
                </c:pt>
                <c:pt idx="4627">
                  <c:v>45196</c:v>
                </c:pt>
                <c:pt idx="4628">
                  <c:v>45197</c:v>
                </c:pt>
                <c:pt idx="4629">
                  <c:v>45198</c:v>
                </c:pt>
                <c:pt idx="4630">
                  <c:v>45201</c:v>
                </c:pt>
                <c:pt idx="4631">
                  <c:v>45202</c:v>
                </c:pt>
                <c:pt idx="4632">
                  <c:v>45203</c:v>
                </c:pt>
                <c:pt idx="4633">
                  <c:v>45204</c:v>
                </c:pt>
                <c:pt idx="4634">
                  <c:v>45205</c:v>
                </c:pt>
                <c:pt idx="4635">
                  <c:v>45208</c:v>
                </c:pt>
                <c:pt idx="4636">
                  <c:v>45209</c:v>
                </c:pt>
                <c:pt idx="4637">
                  <c:v>45210</c:v>
                </c:pt>
                <c:pt idx="4638">
                  <c:v>45211</c:v>
                </c:pt>
                <c:pt idx="4639">
                  <c:v>45212</c:v>
                </c:pt>
                <c:pt idx="4640">
                  <c:v>45215</c:v>
                </c:pt>
                <c:pt idx="4641">
                  <c:v>45216</c:v>
                </c:pt>
                <c:pt idx="4642">
                  <c:v>45217</c:v>
                </c:pt>
                <c:pt idx="4643">
                  <c:v>45218</c:v>
                </c:pt>
                <c:pt idx="4644">
                  <c:v>45219</c:v>
                </c:pt>
                <c:pt idx="4645">
                  <c:v>45222</c:v>
                </c:pt>
                <c:pt idx="4646">
                  <c:v>45223</c:v>
                </c:pt>
                <c:pt idx="4647">
                  <c:v>45224</c:v>
                </c:pt>
                <c:pt idx="4648">
                  <c:v>45225</c:v>
                </c:pt>
                <c:pt idx="4649">
                  <c:v>45226</c:v>
                </c:pt>
                <c:pt idx="4650">
                  <c:v>45229</c:v>
                </c:pt>
                <c:pt idx="4651">
                  <c:v>45230</c:v>
                </c:pt>
                <c:pt idx="4652">
                  <c:v>45231</c:v>
                </c:pt>
                <c:pt idx="4653">
                  <c:v>45232</c:v>
                </c:pt>
                <c:pt idx="4654">
                  <c:v>45233</c:v>
                </c:pt>
                <c:pt idx="4655">
                  <c:v>45236</c:v>
                </c:pt>
                <c:pt idx="4656">
                  <c:v>45237</c:v>
                </c:pt>
                <c:pt idx="4657">
                  <c:v>45238</c:v>
                </c:pt>
                <c:pt idx="4658">
                  <c:v>45239</c:v>
                </c:pt>
                <c:pt idx="4659">
                  <c:v>45240</c:v>
                </c:pt>
                <c:pt idx="4660">
                  <c:v>45243</c:v>
                </c:pt>
                <c:pt idx="4661">
                  <c:v>45244</c:v>
                </c:pt>
                <c:pt idx="4662">
                  <c:v>45245</c:v>
                </c:pt>
                <c:pt idx="4663">
                  <c:v>45246</c:v>
                </c:pt>
                <c:pt idx="4664">
                  <c:v>45247</c:v>
                </c:pt>
                <c:pt idx="4665">
                  <c:v>45250</c:v>
                </c:pt>
                <c:pt idx="4666">
                  <c:v>45251</c:v>
                </c:pt>
                <c:pt idx="4667">
                  <c:v>45252</c:v>
                </c:pt>
                <c:pt idx="4668">
                  <c:v>45253</c:v>
                </c:pt>
                <c:pt idx="4669">
                  <c:v>45254</c:v>
                </c:pt>
                <c:pt idx="4670">
                  <c:v>45257</c:v>
                </c:pt>
                <c:pt idx="4671">
                  <c:v>45258</c:v>
                </c:pt>
                <c:pt idx="4672">
                  <c:v>45259</c:v>
                </c:pt>
                <c:pt idx="4673">
                  <c:v>45260</c:v>
                </c:pt>
                <c:pt idx="4674">
                  <c:v>45261</c:v>
                </c:pt>
                <c:pt idx="4675">
                  <c:v>45264</c:v>
                </c:pt>
                <c:pt idx="4676">
                  <c:v>45265</c:v>
                </c:pt>
                <c:pt idx="4677">
                  <c:v>45266</c:v>
                </c:pt>
                <c:pt idx="4678">
                  <c:v>45267</c:v>
                </c:pt>
                <c:pt idx="4679">
                  <c:v>45268</c:v>
                </c:pt>
                <c:pt idx="4680">
                  <c:v>45271</c:v>
                </c:pt>
                <c:pt idx="4681">
                  <c:v>45272</c:v>
                </c:pt>
                <c:pt idx="4682">
                  <c:v>45273</c:v>
                </c:pt>
                <c:pt idx="4683">
                  <c:v>45274</c:v>
                </c:pt>
                <c:pt idx="4684">
                  <c:v>45275</c:v>
                </c:pt>
                <c:pt idx="4685">
                  <c:v>45278</c:v>
                </c:pt>
                <c:pt idx="4686">
                  <c:v>45279</c:v>
                </c:pt>
                <c:pt idx="4687">
                  <c:v>45280</c:v>
                </c:pt>
                <c:pt idx="4688">
                  <c:v>45281</c:v>
                </c:pt>
                <c:pt idx="4689">
                  <c:v>45282</c:v>
                </c:pt>
                <c:pt idx="4690">
                  <c:v>45285</c:v>
                </c:pt>
                <c:pt idx="4691">
                  <c:v>45286</c:v>
                </c:pt>
                <c:pt idx="4692">
                  <c:v>45287</c:v>
                </c:pt>
                <c:pt idx="4693">
                  <c:v>45288</c:v>
                </c:pt>
                <c:pt idx="4694">
                  <c:v>45289</c:v>
                </c:pt>
                <c:pt idx="4695">
                  <c:v>45292</c:v>
                </c:pt>
                <c:pt idx="4696">
                  <c:v>45293</c:v>
                </c:pt>
                <c:pt idx="4697">
                  <c:v>45294</c:v>
                </c:pt>
                <c:pt idx="4698">
                  <c:v>45295</c:v>
                </c:pt>
                <c:pt idx="4699">
                  <c:v>45296</c:v>
                </c:pt>
                <c:pt idx="4700">
                  <c:v>45299</c:v>
                </c:pt>
                <c:pt idx="4701">
                  <c:v>45300</c:v>
                </c:pt>
                <c:pt idx="4702">
                  <c:v>45301</c:v>
                </c:pt>
                <c:pt idx="4703">
                  <c:v>45302</c:v>
                </c:pt>
                <c:pt idx="4704">
                  <c:v>45303</c:v>
                </c:pt>
                <c:pt idx="4705">
                  <c:v>45306</c:v>
                </c:pt>
                <c:pt idx="4706">
                  <c:v>45307</c:v>
                </c:pt>
                <c:pt idx="4707">
                  <c:v>45308</c:v>
                </c:pt>
                <c:pt idx="4708">
                  <c:v>45309</c:v>
                </c:pt>
                <c:pt idx="4709">
                  <c:v>45310</c:v>
                </c:pt>
                <c:pt idx="4710">
                  <c:v>45313</c:v>
                </c:pt>
                <c:pt idx="4711">
                  <c:v>45314</c:v>
                </c:pt>
                <c:pt idx="4712">
                  <c:v>45315</c:v>
                </c:pt>
                <c:pt idx="4713">
                  <c:v>45316</c:v>
                </c:pt>
                <c:pt idx="4714">
                  <c:v>45317</c:v>
                </c:pt>
                <c:pt idx="4715">
                  <c:v>45320</c:v>
                </c:pt>
                <c:pt idx="4716">
                  <c:v>45321</c:v>
                </c:pt>
                <c:pt idx="4717">
                  <c:v>45322</c:v>
                </c:pt>
                <c:pt idx="4718">
                  <c:v>45323</c:v>
                </c:pt>
                <c:pt idx="4719">
                  <c:v>45324</c:v>
                </c:pt>
                <c:pt idx="4720">
                  <c:v>45327</c:v>
                </c:pt>
                <c:pt idx="4721">
                  <c:v>45328</c:v>
                </c:pt>
                <c:pt idx="4722">
                  <c:v>45329</c:v>
                </c:pt>
                <c:pt idx="4723">
                  <c:v>45330</c:v>
                </c:pt>
                <c:pt idx="4724">
                  <c:v>45331</c:v>
                </c:pt>
                <c:pt idx="4725">
                  <c:v>45334</c:v>
                </c:pt>
                <c:pt idx="4726">
                  <c:v>45335</c:v>
                </c:pt>
                <c:pt idx="4727">
                  <c:v>45336</c:v>
                </c:pt>
                <c:pt idx="4728">
                  <c:v>45337</c:v>
                </c:pt>
                <c:pt idx="4729">
                  <c:v>45338</c:v>
                </c:pt>
                <c:pt idx="4730">
                  <c:v>45341</c:v>
                </c:pt>
                <c:pt idx="4731">
                  <c:v>45342</c:v>
                </c:pt>
                <c:pt idx="4732">
                  <c:v>45343</c:v>
                </c:pt>
                <c:pt idx="4733">
                  <c:v>45344</c:v>
                </c:pt>
                <c:pt idx="4734">
                  <c:v>45345</c:v>
                </c:pt>
                <c:pt idx="4735">
                  <c:v>45348</c:v>
                </c:pt>
                <c:pt idx="4736">
                  <c:v>45349</c:v>
                </c:pt>
                <c:pt idx="4737">
                  <c:v>45350</c:v>
                </c:pt>
                <c:pt idx="4738">
                  <c:v>45351</c:v>
                </c:pt>
                <c:pt idx="4739">
                  <c:v>45352</c:v>
                </c:pt>
                <c:pt idx="4740">
                  <c:v>45355</c:v>
                </c:pt>
                <c:pt idx="4741">
                  <c:v>45356</c:v>
                </c:pt>
                <c:pt idx="4742">
                  <c:v>45357</c:v>
                </c:pt>
                <c:pt idx="4743">
                  <c:v>45358</c:v>
                </c:pt>
                <c:pt idx="4744">
                  <c:v>45359</c:v>
                </c:pt>
                <c:pt idx="4745">
                  <c:v>45362</c:v>
                </c:pt>
                <c:pt idx="4746">
                  <c:v>45363</c:v>
                </c:pt>
                <c:pt idx="4747">
                  <c:v>45364</c:v>
                </c:pt>
                <c:pt idx="4748">
                  <c:v>45365</c:v>
                </c:pt>
                <c:pt idx="4749">
                  <c:v>45366</c:v>
                </c:pt>
                <c:pt idx="4750">
                  <c:v>45369</c:v>
                </c:pt>
                <c:pt idx="4751">
                  <c:v>45370</c:v>
                </c:pt>
                <c:pt idx="4752">
                  <c:v>45371</c:v>
                </c:pt>
                <c:pt idx="4753">
                  <c:v>45372</c:v>
                </c:pt>
                <c:pt idx="4754">
                  <c:v>45373</c:v>
                </c:pt>
                <c:pt idx="4755">
                  <c:v>45376</c:v>
                </c:pt>
                <c:pt idx="4756">
                  <c:v>45377</c:v>
                </c:pt>
                <c:pt idx="4757">
                  <c:v>45378</c:v>
                </c:pt>
                <c:pt idx="4758">
                  <c:v>45379</c:v>
                </c:pt>
                <c:pt idx="4759">
                  <c:v>45380</c:v>
                </c:pt>
                <c:pt idx="4760">
                  <c:v>45383</c:v>
                </c:pt>
                <c:pt idx="4761">
                  <c:v>45384</c:v>
                </c:pt>
                <c:pt idx="4762">
                  <c:v>45385</c:v>
                </c:pt>
                <c:pt idx="4763">
                  <c:v>45386</c:v>
                </c:pt>
                <c:pt idx="4764">
                  <c:v>45387</c:v>
                </c:pt>
                <c:pt idx="4765">
                  <c:v>45390</c:v>
                </c:pt>
                <c:pt idx="4766">
                  <c:v>45391</c:v>
                </c:pt>
                <c:pt idx="4767">
                  <c:v>45392</c:v>
                </c:pt>
                <c:pt idx="4768">
                  <c:v>45393</c:v>
                </c:pt>
                <c:pt idx="4769">
                  <c:v>45394</c:v>
                </c:pt>
                <c:pt idx="4770">
                  <c:v>45397</c:v>
                </c:pt>
                <c:pt idx="4771">
                  <c:v>45398</c:v>
                </c:pt>
                <c:pt idx="4772">
                  <c:v>45399</c:v>
                </c:pt>
                <c:pt idx="4773">
                  <c:v>45400</c:v>
                </c:pt>
                <c:pt idx="4774">
                  <c:v>45401</c:v>
                </c:pt>
                <c:pt idx="4775">
                  <c:v>45404</c:v>
                </c:pt>
                <c:pt idx="4776">
                  <c:v>45405</c:v>
                </c:pt>
                <c:pt idx="4777">
                  <c:v>45406</c:v>
                </c:pt>
                <c:pt idx="4778">
                  <c:v>45407</c:v>
                </c:pt>
                <c:pt idx="4779">
                  <c:v>45408</c:v>
                </c:pt>
                <c:pt idx="4780">
                  <c:v>45411</c:v>
                </c:pt>
                <c:pt idx="4781">
                  <c:v>45412</c:v>
                </c:pt>
                <c:pt idx="4782">
                  <c:v>45413</c:v>
                </c:pt>
                <c:pt idx="4783">
                  <c:v>45414</c:v>
                </c:pt>
                <c:pt idx="4784">
                  <c:v>45415</c:v>
                </c:pt>
                <c:pt idx="4785">
                  <c:v>45418</c:v>
                </c:pt>
                <c:pt idx="4786">
                  <c:v>45419</c:v>
                </c:pt>
                <c:pt idx="4787">
                  <c:v>45420</c:v>
                </c:pt>
                <c:pt idx="4788">
                  <c:v>45421</c:v>
                </c:pt>
                <c:pt idx="4789">
                  <c:v>45422</c:v>
                </c:pt>
                <c:pt idx="4790">
                  <c:v>45425</c:v>
                </c:pt>
                <c:pt idx="4791">
                  <c:v>45426</c:v>
                </c:pt>
                <c:pt idx="4792">
                  <c:v>45427</c:v>
                </c:pt>
                <c:pt idx="4793">
                  <c:v>45428</c:v>
                </c:pt>
                <c:pt idx="4794">
                  <c:v>45429</c:v>
                </c:pt>
                <c:pt idx="4795">
                  <c:v>45432</c:v>
                </c:pt>
                <c:pt idx="4796">
                  <c:v>45433</c:v>
                </c:pt>
                <c:pt idx="4797">
                  <c:v>45434</c:v>
                </c:pt>
                <c:pt idx="4798">
                  <c:v>45435</c:v>
                </c:pt>
                <c:pt idx="4799">
                  <c:v>45436</c:v>
                </c:pt>
                <c:pt idx="4800">
                  <c:v>45439</c:v>
                </c:pt>
                <c:pt idx="4801">
                  <c:v>45440</c:v>
                </c:pt>
                <c:pt idx="4802">
                  <c:v>45441</c:v>
                </c:pt>
                <c:pt idx="4803">
                  <c:v>45442</c:v>
                </c:pt>
                <c:pt idx="4804">
                  <c:v>45443</c:v>
                </c:pt>
                <c:pt idx="4805">
                  <c:v>45446</c:v>
                </c:pt>
                <c:pt idx="4806">
                  <c:v>45447</c:v>
                </c:pt>
                <c:pt idx="4807">
                  <c:v>45448</c:v>
                </c:pt>
                <c:pt idx="4808">
                  <c:v>45449</c:v>
                </c:pt>
                <c:pt idx="4809">
                  <c:v>45450</c:v>
                </c:pt>
                <c:pt idx="4810">
                  <c:v>45453</c:v>
                </c:pt>
                <c:pt idx="4811">
                  <c:v>45454</c:v>
                </c:pt>
                <c:pt idx="4812">
                  <c:v>45455</c:v>
                </c:pt>
                <c:pt idx="4813">
                  <c:v>45456</c:v>
                </c:pt>
                <c:pt idx="4814">
                  <c:v>45457</c:v>
                </c:pt>
                <c:pt idx="4815">
                  <c:v>45460</c:v>
                </c:pt>
                <c:pt idx="4816">
                  <c:v>45461</c:v>
                </c:pt>
                <c:pt idx="4817">
                  <c:v>45462</c:v>
                </c:pt>
                <c:pt idx="4818">
                  <c:v>45463</c:v>
                </c:pt>
                <c:pt idx="4819">
                  <c:v>45464</c:v>
                </c:pt>
                <c:pt idx="4820">
                  <c:v>45467</c:v>
                </c:pt>
                <c:pt idx="4821">
                  <c:v>45468</c:v>
                </c:pt>
                <c:pt idx="4822">
                  <c:v>45469</c:v>
                </c:pt>
                <c:pt idx="4823">
                  <c:v>45470</c:v>
                </c:pt>
                <c:pt idx="4824">
                  <c:v>45471</c:v>
                </c:pt>
                <c:pt idx="4825">
                  <c:v>45474</c:v>
                </c:pt>
                <c:pt idx="4826">
                  <c:v>45475</c:v>
                </c:pt>
                <c:pt idx="4827">
                  <c:v>45476</c:v>
                </c:pt>
                <c:pt idx="4828">
                  <c:v>45477</c:v>
                </c:pt>
                <c:pt idx="4829">
                  <c:v>45478</c:v>
                </c:pt>
                <c:pt idx="4830">
                  <c:v>45481</c:v>
                </c:pt>
                <c:pt idx="4831">
                  <c:v>45482</c:v>
                </c:pt>
                <c:pt idx="4832">
                  <c:v>45483</c:v>
                </c:pt>
                <c:pt idx="4833">
                  <c:v>45484</c:v>
                </c:pt>
                <c:pt idx="4834">
                  <c:v>45485</c:v>
                </c:pt>
                <c:pt idx="4835">
                  <c:v>45488</c:v>
                </c:pt>
                <c:pt idx="4836">
                  <c:v>45489</c:v>
                </c:pt>
                <c:pt idx="4837">
                  <c:v>45490</c:v>
                </c:pt>
                <c:pt idx="4838">
                  <c:v>45491</c:v>
                </c:pt>
                <c:pt idx="4839">
                  <c:v>45492</c:v>
                </c:pt>
                <c:pt idx="4840">
                  <c:v>45495</c:v>
                </c:pt>
                <c:pt idx="4841">
                  <c:v>45496</c:v>
                </c:pt>
                <c:pt idx="4842">
                  <c:v>45497</c:v>
                </c:pt>
                <c:pt idx="4843">
                  <c:v>45498</c:v>
                </c:pt>
                <c:pt idx="4844">
                  <c:v>45499</c:v>
                </c:pt>
                <c:pt idx="4845">
                  <c:v>45502</c:v>
                </c:pt>
                <c:pt idx="4846">
                  <c:v>45503</c:v>
                </c:pt>
                <c:pt idx="4847">
                  <c:v>45504</c:v>
                </c:pt>
                <c:pt idx="4848">
                  <c:v>45505</c:v>
                </c:pt>
                <c:pt idx="4849">
                  <c:v>45506</c:v>
                </c:pt>
                <c:pt idx="4850">
                  <c:v>45509</c:v>
                </c:pt>
                <c:pt idx="4851">
                  <c:v>45510</c:v>
                </c:pt>
                <c:pt idx="4852">
                  <c:v>45511</c:v>
                </c:pt>
                <c:pt idx="4853">
                  <c:v>45512</c:v>
                </c:pt>
                <c:pt idx="4854">
                  <c:v>45513</c:v>
                </c:pt>
                <c:pt idx="4855">
                  <c:v>45516</c:v>
                </c:pt>
                <c:pt idx="4856">
                  <c:v>45517</c:v>
                </c:pt>
                <c:pt idx="4857">
                  <c:v>45518</c:v>
                </c:pt>
                <c:pt idx="4858">
                  <c:v>45519</c:v>
                </c:pt>
                <c:pt idx="4859">
                  <c:v>45520</c:v>
                </c:pt>
                <c:pt idx="4860">
                  <c:v>45523</c:v>
                </c:pt>
                <c:pt idx="4861">
                  <c:v>45524</c:v>
                </c:pt>
                <c:pt idx="4862">
                  <c:v>45525</c:v>
                </c:pt>
                <c:pt idx="4863">
                  <c:v>45526</c:v>
                </c:pt>
                <c:pt idx="4864">
                  <c:v>45527</c:v>
                </c:pt>
                <c:pt idx="4865">
                  <c:v>45530</c:v>
                </c:pt>
                <c:pt idx="4866">
                  <c:v>45531</c:v>
                </c:pt>
                <c:pt idx="4867">
                  <c:v>45532</c:v>
                </c:pt>
                <c:pt idx="4868">
                  <c:v>45533</c:v>
                </c:pt>
                <c:pt idx="4869">
                  <c:v>45534</c:v>
                </c:pt>
                <c:pt idx="4870">
                  <c:v>45537</c:v>
                </c:pt>
                <c:pt idx="4871">
                  <c:v>45538</c:v>
                </c:pt>
                <c:pt idx="4872">
                  <c:v>45539</c:v>
                </c:pt>
                <c:pt idx="4873">
                  <c:v>45540</c:v>
                </c:pt>
                <c:pt idx="4874">
                  <c:v>45541</c:v>
                </c:pt>
                <c:pt idx="4875">
                  <c:v>45544</c:v>
                </c:pt>
                <c:pt idx="4876">
                  <c:v>45545</c:v>
                </c:pt>
                <c:pt idx="4877">
                  <c:v>45546</c:v>
                </c:pt>
                <c:pt idx="4878">
                  <c:v>45547</c:v>
                </c:pt>
                <c:pt idx="4879">
                  <c:v>45548</c:v>
                </c:pt>
                <c:pt idx="4880">
                  <c:v>45551</c:v>
                </c:pt>
                <c:pt idx="4881">
                  <c:v>45552</c:v>
                </c:pt>
                <c:pt idx="4882">
                  <c:v>45553</c:v>
                </c:pt>
                <c:pt idx="4883">
                  <c:v>45554</c:v>
                </c:pt>
                <c:pt idx="4884">
                  <c:v>45555</c:v>
                </c:pt>
                <c:pt idx="4885">
                  <c:v>45558</c:v>
                </c:pt>
                <c:pt idx="4886">
                  <c:v>45559</c:v>
                </c:pt>
                <c:pt idx="4887">
                  <c:v>45560</c:v>
                </c:pt>
                <c:pt idx="4888">
                  <c:v>45561</c:v>
                </c:pt>
                <c:pt idx="4889">
                  <c:v>45562</c:v>
                </c:pt>
                <c:pt idx="4890">
                  <c:v>45565</c:v>
                </c:pt>
                <c:pt idx="4891">
                  <c:v>45566</c:v>
                </c:pt>
                <c:pt idx="4892">
                  <c:v>45567</c:v>
                </c:pt>
                <c:pt idx="4893">
                  <c:v>45568</c:v>
                </c:pt>
                <c:pt idx="4894">
                  <c:v>45569</c:v>
                </c:pt>
                <c:pt idx="4895">
                  <c:v>45572</c:v>
                </c:pt>
                <c:pt idx="4896">
                  <c:v>45573</c:v>
                </c:pt>
                <c:pt idx="4897">
                  <c:v>45574</c:v>
                </c:pt>
                <c:pt idx="4898">
                  <c:v>45575</c:v>
                </c:pt>
                <c:pt idx="4899">
                  <c:v>45576</c:v>
                </c:pt>
                <c:pt idx="4900">
                  <c:v>45579</c:v>
                </c:pt>
                <c:pt idx="4901">
                  <c:v>45580</c:v>
                </c:pt>
                <c:pt idx="4902">
                  <c:v>45581</c:v>
                </c:pt>
                <c:pt idx="4903">
                  <c:v>45582</c:v>
                </c:pt>
                <c:pt idx="4904">
                  <c:v>45583</c:v>
                </c:pt>
                <c:pt idx="4905">
                  <c:v>45586</c:v>
                </c:pt>
                <c:pt idx="4906">
                  <c:v>45587</c:v>
                </c:pt>
                <c:pt idx="4907">
                  <c:v>45588</c:v>
                </c:pt>
                <c:pt idx="4908">
                  <c:v>45589</c:v>
                </c:pt>
                <c:pt idx="4909">
                  <c:v>45590</c:v>
                </c:pt>
                <c:pt idx="4910">
                  <c:v>45593</c:v>
                </c:pt>
                <c:pt idx="4911">
                  <c:v>45594</c:v>
                </c:pt>
                <c:pt idx="4912">
                  <c:v>45595</c:v>
                </c:pt>
                <c:pt idx="4913">
                  <c:v>45596</c:v>
                </c:pt>
                <c:pt idx="4914">
                  <c:v>45597</c:v>
                </c:pt>
                <c:pt idx="4915">
                  <c:v>45600</c:v>
                </c:pt>
                <c:pt idx="4916">
                  <c:v>45601</c:v>
                </c:pt>
                <c:pt idx="4917">
                  <c:v>45602</c:v>
                </c:pt>
                <c:pt idx="4918">
                  <c:v>45603</c:v>
                </c:pt>
                <c:pt idx="4919">
                  <c:v>45604</c:v>
                </c:pt>
                <c:pt idx="4920">
                  <c:v>45607</c:v>
                </c:pt>
                <c:pt idx="4921">
                  <c:v>45608</c:v>
                </c:pt>
                <c:pt idx="4922">
                  <c:v>45609</c:v>
                </c:pt>
                <c:pt idx="4923">
                  <c:v>45610</c:v>
                </c:pt>
                <c:pt idx="4924">
                  <c:v>45611</c:v>
                </c:pt>
                <c:pt idx="4925">
                  <c:v>45614</c:v>
                </c:pt>
                <c:pt idx="4926">
                  <c:v>45615</c:v>
                </c:pt>
                <c:pt idx="4927">
                  <c:v>45616</c:v>
                </c:pt>
                <c:pt idx="4928">
                  <c:v>45617</c:v>
                </c:pt>
                <c:pt idx="4929">
                  <c:v>45618</c:v>
                </c:pt>
                <c:pt idx="4930">
                  <c:v>45621</c:v>
                </c:pt>
                <c:pt idx="4931">
                  <c:v>45622</c:v>
                </c:pt>
                <c:pt idx="4932">
                  <c:v>45623</c:v>
                </c:pt>
                <c:pt idx="4933">
                  <c:v>45624</c:v>
                </c:pt>
                <c:pt idx="4934">
                  <c:v>45625</c:v>
                </c:pt>
                <c:pt idx="4935">
                  <c:v>45628</c:v>
                </c:pt>
                <c:pt idx="4936">
                  <c:v>45629</c:v>
                </c:pt>
                <c:pt idx="4937">
                  <c:v>45630</c:v>
                </c:pt>
                <c:pt idx="4938">
                  <c:v>45631</c:v>
                </c:pt>
                <c:pt idx="4939">
                  <c:v>45632</c:v>
                </c:pt>
                <c:pt idx="4940">
                  <c:v>45635</c:v>
                </c:pt>
                <c:pt idx="4941">
                  <c:v>45636</c:v>
                </c:pt>
                <c:pt idx="4942">
                  <c:v>45637</c:v>
                </c:pt>
                <c:pt idx="4943">
                  <c:v>45638</c:v>
                </c:pt>
                <c:pt idx="4944">
                  <c:v>45639</c:v>
                </c:pt>
                <c:pt idx="4945">
                  <c:v>45642</c:v>
                </c:pt>
                <c:pt idx="4946">
                  <c:v>45643</c:v>
                </c:pt>
                <c:pt idx="4947">
                  <c:v>45644</c:v>
                </c:pt>
                <c:pt idx="4948">
                  <c:v>45645</c:v>
                </c:pt>
                <c:pt idx="4949">
                  <c:v>45646</c:v>
                </c:pt>
                <c:pt idx="4950">
                  <c:v>45649</c:v>
                </c:pt>
                <c:pt idx="4951">
                  <c:v>45650</c:v>
                </c:pt>
                <c:pt idx="4952">
                  <c:v>45651</c:v>
                </c:pt>
                <c:pt idx="4953">
                  <c:v>45652</c:v>
                </c:pt>
                <c:pt idx="4954">
                  <c:v>45653</c:v>
                </c:pt>
                <c:pt idx="4955">
                  <c:v>45656</c:v>
                </c:pt>
                <c:pt idx="4956">
                  <c:v>45657</c:v>
                </c:pt>
                <c:pt idx="4957">
                  <c:v>45658</c:v>
                </c:pt>
                <c:pt idx="4958">
                  <c:v>45659</c:v>
                </c:pt>
                <c:pt idx="4959">
                  <c:v>45660</c:v>
                </c:pt>
                <c:pt idx="4960">
                  <c:v>45663</c:v>
                </c:pt>
                <c:pt idx="4961">
                  <c:v>45664</c:v>
                </c:pt>
                <c:pt idx="4962">
                  <c:v>45665</c:v>
                </c:pt>
                <c:pt idx="4963">
                  <c:v>45666</c:v>
                </c:pt>
                <c:pt idx="4964">
                  <c:v>45667</c:v>
                </c:pt>
                <c:pt idx="4965">
                  <c:v>45670</c:v>
                </c:pt>
                <c:pt idx="4966">
                  <c:v>45671</c:v>
                </c:pt>
                <c:pt idx="4967">
                  <c:v>45672</c:v>
                </c:pt>
                <c:pt idx="4968">
                  <c:v>45673</c:v>
                </c:pt>
                <c:pt idx="4969">
                  <c:v>45674</c:v>
                </c:pt>
                <c:pt idx="4970">
                  <c:v>45677</c:v>
                </c:pt>
                <c:pt idx="4971">
                  <c:v>45678</c:v>
                </c:pt>
                <c:pt idx="4972">
                  <c:v>45679</c:v>
                </c:pt>
                <c:pt idx="4973">
                  <c:v>45680</c:v>
                </c:pt>
                <c:pt idx="4974">
                  <c:v>45681</c:v>
                </c:pt>
                <c:pt idx="4975">
                  <c:v>45684</c:v>
                </c:pt>
                <c:pt idx="4976">
                  <c:v>45685</c:v>
                </c:pt>
                <c:pt idx="4977">
                  <c:v>45686</c:v>
                </c:pt>
                <c:pt idx="4978">
                  <c:v>45687</c:v>
                </c:pt>
                <c:pt idx="4979">
                  <c:v>45688</c:v>
                </c:pt>
                <c:pt idx="4980">
                  <c:v>45691</c:v>
                </c:pt>
                <c:pt idx="4981">
                  <c:v>45692</c:v>
                </c:pt>
                <c:pt idx="4982">
                  <c:v>45693</c:v>
                </c:pt>
                <c:pt idx="4983">
                  <c:v>45694</c:v>
                </c:pt>
                <c:pt idx="4984">
                  <c:v>45695</c:v>
                </c:pt>
                <c:pt idx="4985">
                  <c:v>45698</c:v>
                </c:pt>
                <c:pt idx="4986">
                  <c:v>45699</c:v>
                </c:pt>
                <c:pt idx="4987">
                  <c:v>45700</c:v>
                </c:pt>
                <c:pt idx="4988">
                  <c:v>45701</c:v>
                </c:pt>
                <c:pt idx="4989">
                  <c:v>45702</c:v>
                </c:pt>
                <c:pt idx="4990">
                  <c:v>45705</c:v>
                </c:pt>
                <c:pt idx="4991">
                  <c:v>45706</c:v>
                </c:pt>
                <c:pt idx="4992">
                  <c:v>45707</c:v>
                </c:pt>
                <c:pt idx="4993">
                  <c:v>45708</c:v>
                </c:pt>
                <c:pt idx="4994">
                  <c:v>45709</c:v>
                </c:pt>
                <c:pt idx="4995">
                  <c:v>45712</c:v>
                </c:pt>
                <c:pt idx="4996">
                  <c:v>45713</c:v>
                </c:pt>
                <c:pt idx="4997">
                  <c:v>45714</c:v>
                </c:pt>
                <c:pt idx="4998">
                  <c:v>45715</c:v>
                </c:pt>
                <c:pt idx="4999">
                  <c:v>45716</c:v>
                </c:pt>
                <c:pt idx="5000">
                  <c:v>45719</c:v>
                </c:pt>
                <c:pt idx="5001">
                  <c:v>45720</c:v>
                </c:pt>
                <c:pt idx="5002">
                  <c:v>45721</c:v>
                </c:pt>
                <c:pt idx="5003">
                  <c:v>45722</c:v>
                </c:pt>
                <c:pt idx="5004">
                  <c:v>45723</c:v>
                </c:pt>
                <c:pt idx="5005">
                  <c:v>45726</c:v>
                </c:pt>
                <c:pt idx="5006">
                  <c:v>45727</c:v>
                </c:pt>
                <c:pt idx="5007">
                  <c:v>45728</c:v>
                </c:pt>
                <c:pt idx="5008">
                  <c:v>45729</c:v>
                </c:pt>
                <c:pt idx="5009">
                  <c:v>45730</c:v>
                </c:pt>
                <c:pt idx="5010">
                  <c:v>45733</c:v>
                </c:pt>
                <c:pt idx="5011">
                  <c:v>45734</c:v>
                </c:pt>
                <c:pt idx="5012">
                  <c:v>45735</c:v>
                </c:pt>
                <c:pt idx="5013">
                  <c:v>45736</c:v>
                </c:pt>
                <c:pt idx="5014">
                  <c:v>45737</c:v>
                </c:pt>
                <c:pt idx="5015">
                  <c:v>45740</c:v>
                </c:pt>
                <c:pt idx="5016">
                  <c:v>45741</c:v>
                </c:pt>
                <c:pt idx="5017">
                  <c:v>45742</c:v>
                </c:pt>
                <c:pt idx="5018">
                  <c:v>45743</c:v>
                </c:pt>
                <c:pt idx="5019">
                  <c:v>45744</c:v>
                </c:pt>
                <c:pt idx="5020">
                  <c:v>45747</c:v>
                </c:pt>
                <c:pt idx="5021">
                  <c:v>45748</c:v>
                </c:pt>
                <c:pt idx="5022">
                  <c:v>45749</c:v>
                </c:pt>
                <c:pt idx="5023">
                  <c:v>45750</c:v>
                </c:pt>
                <c:pt idx="5024">
                  <c:v>45751</c:v>
                </c:pt>
                <c:pt idx="5025">
                  <c:v>45754</c:v>
                </c:pt>
                <c:pt idx="5026">
                  <c:v>45755</c:v>
                </c:pt>
                <c:pt idx="5027">
                  <c:v>45756</c:v>
                </c:pt>
                <c:pt idx="5028">
                  <c:v>45757</c:v>
                </c:pt>
                <c:pt idx="5029">
                  <c:v>45758</c:v>
                </c:pt>
                <c:pt idx="5030">
                  <c:v>45761</c:v>
                </c:pt>
                <c:pt idx="5031">
                  <c:v>45762</c:v>
                </c:pt>
                <c:pt idx="5032">
                  <c:v>45763</c:v>
                </c:pt>
                <c:pt idx="5033">
                  <c:v>45764</c:v>
                </c:pt>
                <c:pt idx="5034">
                  <c:v>45765</c:v>
                </c:pt>
                <c:pt idx="5035">
                  <c:v>45768</c:v>
                </c:pt>
                <c:pt idx="5036">
                  <c:v>45769</c:v>
                </c:pt>
                <c:pt idx="5037">
                  <c:v>45770</c:v>
                </c:pt>
                <c:pt idx="5038">
                  <c:v>45771</c:v>
                </c:pt>
                <c:pt idx="5039">
                  <c:v>45772</c:v>
                </c:pt>
                <c:pt idx="5040">
                  <c:v>45775</c:v>
                </c:pt>
                <c:pt idx="5041">
                  <c:v>45776</c:v>
                </c:pt>
                <c:pt idx="5042">
                  <c:v>45777</c:v>
                </c:pt>
                <c:pt idx="5043">
                  <c:v>45778</c:v>
                </c:pt>
                <c:pt idx="5044">
                  <c:v>45779</c:v>
                </c:pt>
                <c:pt idx="5045">
                  <c:v>45782</c:v>
                </c:pt>
                <c:pt idx="5046">
                  <c:v>45783</c:v>
                </c:pt>
                <c:pt idx="5047">
                  <c:v>45784</c:v>
                </c:pt>
                <c:pt idx="5048">
                  <c:v>45785</c:v>
                </c:pt>
                <c:pt idx="5049">
                  <c:v>45786</c:v>
                </c:pt>
                <c:pt idx="5050">
                  <c:v>45789</c:v>
                </c:pt>
                <c:pt idx="5051">
                  <c:v>45790</c:v>
                </c:pt>
                <c:pt idx="5052">
                  <c:v>45791</c:v>
                </c:pt>
                <c:pt idx="5053">
                  <c:v>45792</c:v>
                </c:pt>
                <c:pt idx="5054">
                  <c:v>45793</c:v>
                </c:pt>
                <c:pt idx="5055">
                  <c:v>45796</c:v>
                </c:pt>
                <c:pt idx="5056">
                  <c:v>45797</c:v>
                </c:pt>
                <c:pt idx="5057">
                  <c:v>45798</c:v>
                </c:pt>
                <c:pt idx="5058">
                  <c:v>45799</c:v>
                </c:pt>
                <c:pt idx="5059">
                  <c:v>45800</c:v>
                </c:pt>
                <c:pt idx="5060">
                  <c:v>45803</c:v>
                </c:pt>
                <c:pt idx="5061">
                  <c:v>45804</c:v>
                </c:pt>
                <c:pt idx="5062">
                  <c:v>45805</c:v>
                </c:pt>
                <c:pt idx="5063">
                  <c:v>45806</c:v>
                </c:pt>
                <c:pt idx="5064">
                  <c:v>45807</c:v>
                </c:pt>
                <c:pt idx="5065">
                  <c:v>45810</c:v>
                </c:pt>
                <c:pt idx="5066">
                  <c:v>45811</c:v>
                </c:pt>
                <c:pt idx="5067">
                  <c:v>45812</c:v>
                </c:pt>
                <c:pt idx="5068">
                  <c:v>45813</c:v>
                </c:pt>
                <c:pt idx="5069">
                  <c:v>45814</c:v>
                </c:pt>
                <c:pt idx="5070">
                  <c:v>45817</c:v>
                </c:pt>
                <c:pt idx="5071">
                  <c:v>45818</c:v>
                </c:pt>
                <c:pt idx="5072">
                  <c:v>45819</c:v>
                </c:pt>
                <c:pt idx="5073">
                  <c:v>45820</c:v>
                </c:pt>
                <c:pt idx="5074">
                  <c:v>45821</c:v>
                </c:pt>
                <c:pt idx="5075">
                  <c:v>45824</c:v>
                </c:pt>
                <c:pt idx="5076">
                  <c:v>45825</c:v>
                </c:pt>
                <c:pt idx="5077">
                  <c:v>45826</c:v>
                </c:pt>
                <c:pt idx="5078">
                  <c:v>45827</c:v>
                </c:pt>
                <c:pt idx="5079">
                  <c:v>45828</c:v>
                </c:pt>
                <c:pt idx="5080">
                  <c:v>45831</c:v>
                </c:pt>
                <c:pt idx="5081">
                  <c:v>45832</c:v>
                </c:pt>
                <c:pt idx="5082">
                  <c:v>45833</c:v>
                </c:pt>
                <c:pt idx="5083">
                  <c:v>45834</c:v>
                </c:pt>
                <c:pt idx="5084">
                  <c:v>45835</c:v>
                </c:pt>
                <c:pt idx="5085">
                  <c:v>45838</c:v>
                </c:pt>
                <c:pt idx="5086">
                  <c:v>45839</c:v>
                </c:pt>
                <c:pt idx="5087">
                  <c:v>45840</c:v>
                </c:pt>
                <c:pt idx="5088">
                  <c:v>45841</c:v>
                </c:pt>
                <c:pt idx="5089">
                  <c:v>45842</c:v>
                </c:pt>
                <c:pt idx="5090">
                  <c:v>45845</c:v>
                </c:pt>
                <c:pt idx="5091">
                  <c:v>45846</c:v>
                </c:pt>
                <c:pt idx="5092">
                  <c:v>45847</c:v>
                </c:pt>
                <c:pt idx="5093">
                  <c:v>45848</c:v>
                </c:pt>
                <c:pt idx="5094">
                  <c:v>45849</c:v>
                </c:pt>
                <c:pt idx="5095">
                  <c:v>45852</c:v>
                </c:pt>
                <c:pt idx="5096">
                  <c:v>45853</c:v>
                </c:pt>
                <c:pt idx="5097">
                  <c:v>45854</c:v>
                </c:pt>
                <c:pt idx="5098">
                  <c:v>45855</c:v>
                </c:pt>
                <c:pt idx="5099">
                  <c:v>45856</c:v>
                </c:pt>
                <c:pt idx="5100">
                  <c:v>45859</c:v>
                </c:pt>
                <c:pt idx="5101">
                  <c:v>45860</c:v>
                </c:pt>
                <c:pt idx="5102">
                  <c:v>45861</c:v>
                </c:pt>
                <c:pt idx="5103">
                  <c:v>45862</c:v>
                </c:pt>
                <c:pt idx="5104">
                  <c:v>45863</c:v>
                </c:pt>
                <c:pt idx="5105">
                  <c:v>45866</c:v>
                </c:pt>
                <c:pt idx="5106">
                  <c:v>45867</c:v>
                </c:pt>
                <c:pt idx="5107">
                  <c:v>45868</c:v>
                </c:pt>
                <c:pt idx="5108">
                  <c:v>45869</c:v>
                </c:pt>
                <c:pt idx="5109">
                  <c:v>45870</c:v>
                </c:pt>
                <c:pt idx="5110">
                  <c:v>45873</c:v>
                </c:pt>
                <c:pt idx="5111">
                  <c:v>45874</c:v>
                </c:pt>
                <c:pt idx="5112">
                  <c:v>45875</c:v>
                </c:pt>
                <c:pt idx="5113">
                  <c:v>45876</c:v>
                </c:pt>
                <c:pt idx="5114">
                  <c:v>45877</c:v>
                </c:pt>
                <c:pt idx="5115">
                  <c:v>45880</c:v>
                </c:pt>
                <c:pt idx="5116">
                  <c:v>45881</c:v>
                </c:pt>
                <c:pt idx="5117">
                  <c:v>45882</c:v>
                </c:pt>
                <c:pt idx="5118">
                  <c:v>45883</c:v>
                </c:pt>
                <c:pt idx="5119">
                  <c:v>45884</c:v>
                </c:pt>
                <c:pt idx="5120">
                  <c:v>45887</c:v>
                </c:pt>
                <c:pt idx="5121">
                  <c:v>45888</c:v>
                </c:pt>
                <c:pt idx="5122">
                  <c:v>45889</c:v>
                </c:pt>
                <c:pt idx="5123">
                  <c:v>45890</c:v>
                </c:pt>
                <c:pt idx="5124">
                  <c:v>45891</c:v>
                </c:pt>
                <c:pt idx="5125">
                  <c:v>45894</c:v>
                </c:pt>
                <c:pt idx="5126">
                  <c:v>45895</c:v>
                </c:pt>
                <c:pt idx="5127">
                  <c:v>45896</c:v>
                </c:pt>
                <c:pt idx="5128">
                  <c:v>45897</c:v>
                </c:pt>
                <c:pt idx="5129">
                  <c:v>45898</c:v>
                </c:pt>
                <c:pt idx="5130">
                  <c:v>45901</c:v>
                </c:pt>
                <c:pt idx="5131">
                  <c:v>45902</c:v>
                </c:pt>
                <c:pt idx="5132">
                  <c:v>45903</c:v>
                </c:pt>
                <c:pt idx="5133">
                  <c:v>45904</c:v>
                </c:pt>
                <c:pt idx="5134">
                  <c:v>45905</c:v>
                </c:pt>
                <c:pt idx="5135">
                  <c:v>45908</c:v>
                </c:pt>
                <c:pt idx="5136">
                  <c:v>45909</c:v>
                </c:pt>
                <c:pt idx="5137">
                  <c:v>45910</c:v>
                </c:pt>
                <c:pt idx="5138">
                  <c:v>45911</c:v>
                </c:pt>
                <c:pt idx="5139">
                  <c:v>45912</c:v>
                </c:pt>
                <c:pt idx="5140">
                  <c:v>45915</c:v>
                </c:pt>
                <c:pt idx="5141">
                  <c:v>45916</c:v>
                </c:pt>
                <c:pt idx="5142">
                  <c:v>45917</c:v>
                </c:pt>
                <c:pt idx="5143">
                  <c:v>45918</c:v>
                </c:pt>
                <c:pt idx="5144">
                  <c:v>45919</c:v>
                </c:pt>
                <c:pt idx="5145">
                  <c:v>45922</c:v>
                </c:pt>
                <c:pt idx="5146">
                  <c:v>45923</c:v>
                </c:pt>
                <c:pt idx="5147">
                  <c:v>45924</c:v>
                </c:pt>
                <c:pt idx="5148">
                  <c:v>45925</c:v>
                </c:pt>
                <c:pt idx="5149">
                  <c:v>45926</c:v>
                </c:pt>
                <c:pt idx="5150">
                  <c:v>45929</c:v>
                </c:pt>
                <c:pt idx="5151">
                  <c:v>45930</c:v>
                </c:pt>
                <c:pt idx="5152">
                  <c:v>45931</c:v>
                </c:pt>
                <c:pt idx="5153">
                  <c:v>45932</c:v>
                </c:pt>
                <c:pt idx="5154">
                  <c:v>45933</c:v>
                </c:pt>
                <c:pt idx="5155">
                  <c:v>45936</c:v>
                </c:pt>
                <c:pt idx="5156">
                  <c:v>45937</c:v>
                </c:pt>
                <c:pt idx="5157">
                  <c:v>45938</c:v>
                </c:pt>
                <c:pt idx="5158">
                  <c:v>45939</c:v>
                </c:pt>
                <c:pt idx="5159">
                  <c:v>45940</c:v>
                </c:pt>
                <c:pt idx="5160">
                  <c:v>45943</c:v>
                </c:pt>
                <c:pt idx="5161">
                  <c:v>45944</c:v>
                </c:pt>
                <c:pt idx="5162">
                  <c:v>45945</c:v>
                </c:pt>
                <c:pt idx="5163">
                  <c:v>45946</c:v>
                </c:pt>
                <c:pt idx="5164">
                  <c:v>45947</c:v>
                </c:pt>
                <c:pt idx="5165">
                  <c:v>45950</c:v>
                </c:pt>
                <c:pt idx="5166">
                  <c:v>45951</c:v>
                </c:pt>
                <c:pt idx="5167">
                  <c:v>45952</c:v>
                </c:pt>
                <c:pt idx="5168">
                  <c:v>45953</c:v>
                </c:pt>
                <c:pt idx="5169">
                  <c:v>45954</c:v>
                </c:pt>
                <c:pt idx="5170">
                  <c:v>45957</c:v>
                </c:pt>
                <c:pt idx="5171">
                  <c:v>45958</c:v>
                </c:pt>
                <c:pt idx="5172">
                  <c:v>45959</c:v>
                </c:pt>
                <c:pt idx="5173">
                  <c:v>45960</c:v>
                </c:pt>
                <c:pt idx="5174">
                  <c:v>45961</c:v>
                </c:pt>
                <c:pt idx="5175">
                  <c:v>45964</c:v>
                </c:pt>
                <c:pt idx="5176">
                  <c:v>45965</c:v>
                </c:pt>
                <c:pt idx="5177">
                  <c:v>45966</c:v>
                </c:pt>
                <c:pt idx="5178">
                  <c:v>45967</c:v>
                </c:pt>
                <c:pt idx="5179">
                  <c:v>45968</c:v>
                </c:pt>
                <c:pt idx="5180">
                  <c:v>45971</c:v>
                </c:pt>
                <c:pt idx="5181">
                  <c:v>45972</c:v>
                </c:pt>
                <c:pt idx="5182">
                  <c:v>45973</c:v>
                </c:pt>
                <c:pt idx="5183">
                  <c:v>45974</c:v>
                </c:pt>
                <c:pt idx="5184">
                  <c:v>45975</c:v>
                </c:pt>
                <c:pt idx="5185">
                  <c:v>45978</c:v>
                </c:pt>
                <c:pt idx="5186">
                  <c:v>45979</c:v>
                </c:pt>
                <c:pt idx="5187">
                  <c:v>45980</c:v>
                </c:pt>
                <c:pt idx="5188">
                  <c:v>45981</c:v>
                </c:pt>
                <c:pt idx="5189">
                  <c:v>45982</c:v>
                </c:pt>
                <c:pt idx="5190">
                  <c:v>45985</c:v>
                </c:pt>
                <c:pt idx="5191">
                  <c:v>45986</c:v>
                </c:pt>
                <c:pt idx="5192">
                  <c:v>45987</c:v>
                </c:pt>
                <c:pt idx="5193">
                  <c:v>45988</c:v>
                </c:pt>
                <c:pt idx="5194">
                  <c:v>45989</c:v>
                </c:pt>
                <c:pt idx="5195">
                  <c:v>45992</c:v>
                </c:pt>
                <c:pt idx="5196">
                  <c:v>45993</c:v>
                </c:pt>
                <c:pt idx="5197">
                  <c:v>45994</c:v>
                </c:pt>
                <c:pt idx="5198">
                  <c:v>45995</c:v>
                </c:pt>
                <c:pt idx="5199">
                  <c:v>45996</c:v>
                </c:pt>
                <c:pt idx="5200">
                  <c:v>45999</c:v>
                </c:pt>
                <c:pt idx="5201">
                  <c:v>46000</c:v>
                </c:pt>
                <c:pt idx="5202">
                  <c:v>46001</c:v>
                </c:pt>
                <c:pt idx="5203">
                  <c:v>46002</c:v>
                </c:pt>
                <c:pt idx="5204">
                  <c:v>46003</c:v>
                </c:pt>
                <c:pt idx="5205">
                  <c:v>46006</c:v>
                </c:pt>
                <c:pt idx="5206">
                  <c:v>46007</c:v>
                </c:pt>
                <c:pt idx="5207">
                  <c:v>46008</c:v>
                </c:pt>
                <c:pt idx="5208">
                  <c:v>46009</c:v>
                </c:pt>
                <c:pt idx="5209">
                  <c:v>46010</c:v>
                </c:pt>
                <c:pt idx="5210">
                  <c:v>46013</c:v>
                </c:pt>
                <c:pt idx="5211">
                  <c:v>46014</c:v>
                </c:pt>
                <c:pt idx="5212">
                  <c:v>46015</c:v>
                </c:pt>
                <c:pt idx="5213">
                  <c:v>46016</c:v>
                </c:pt>
                <c:pt idx="5214">
                  <c:v>46017</c:v>
                </c:pt>
                <c:pt idx="5215">
                  <c:v>46020</c:v>
                </c:pt>
                <c:pt idx="5216">
                  <c:v>46021</c:v>
                </c:pt>
                <c:pt idx="5217">
                  <c:v>46022</c:v>
                </c:pt>
                <c:pt idx="5218">
                  <c:v>46023</c:v>
                </c:pt>
                <c:pt idx="5219">
                  <c:v>46024</c:v>
                </c:pt>
                <c:pt idx="5220">
                  <c:v>46027</c:v>
                </c:pt>
                <c:pt idx="5221">
                  <c:v>46028</c:v>
                </c:pt>
                <c:pt idx="5222">
                  <c:v>46029</c:v>
                </c:pt>
                <c:pt idx="5223">
                  <c:v>46030</c:v>
                </c:pt>
                <c:pt idx="5224">
                  <c:v>46031</c:v>
                </c:pt>
                <c:pt idx="5225">
                  <c:v>46034</c:v>
                </c:pt>
                <c:pt idx="5226">
                  <c:v>46035</c:v>
                </c:pt>
                <c:pt idx="5227">
                  <c:v>46036</c:v>
                </c:pt>
                <c:pt idx="5228">
                  <c:v>46037</c:v>
                </c:pt>
                <c:pt idx="5229">
                  <c:v>46038</c:v>
                </c:pt>
                <c:pt idx="5230">
                  <c:v>46041</c:v>
                </c:pt>
                <c:pt idx="5231">
                  <c:v>46042</c:v>
                </c:pt>
                <c:pt idx="5232">
                  <c:v>46043</c:v>
                </c:pt>
                <c:pt idx="5233">
                  <c:v>46044</c:v>
                </c:pt>
                <c:pt idx="5234">
                  <c:v>46045</c:v>
                </c:pt>
                <c:pt idx="5235">
                  <c:v>46048</c:v>
                </c:pt>
                <c:pt idx="5236">
                  <c:v>46049</c:v>
                </c:pt>
                <c:pt idx="5237">
                  <c:v>46050</c:v>
                </c:pt>
                <c:pt idx="5238">
                  <c:v>46051</c:v>
                </c:pt>
                <c:pt idx="5239">
                  <c:v>46052</c:v>
                </c:pt>
                <c:pt idx="5240">
                  <c:v>46055</c:v>
                </c:pt>
                <c:pt idx="5241">
                  <c:v>46056</c:v>
                </c:pt>
                <c:pt idx="5242">
                  <c:v>46057</c:v>
                </c:pt>
                <c:pt idx="5243">
                  <c:v>46058</c:v>
                </c:pt>
                <c:pt idx="5244">
                  <c:v>46059</c:v>
                </c:pt>
                <c:pt idx="5245">
                  <c:v>46062</c:v>
                </c:pt>
                <c:pt idx="5246">
                  <c:v>46063</c:v>
                </c:pt>
                <c:pt idx="5247">
                  <c:v>46064</c:v>
                </c:pt>
                <c:pt idx="5248">
                  <c:v>46065</c:v>
                </c:pt>
                <c:pt idx="5249">
                  <c:v>46066</c:v>
                </c:pt>
                <c:pt idx="5250">
                  <c:v>46069</c:v>
                </c:pt>
                <c:pt idx="5251">
                  <c:v>46070</c:v>
                </c:pt>
                <c:pt idx="5252">
                  <c:v>46071</c:v>
                </c:pt>
                <c:pt idx="5253">
                  <c:v>46072</c:v>
                </c:pt>
                <c:pt idx="5254">
                  <c:v>46073</c:v>
                </c:pt>
                <c:pt idx="5255">
                  <c:v>46076</c:v>
                </c:pt>
                <c:pt idx="5256">
                  <c:v>46077</c:v>
                </c:pt>
                <c:pt idx="5257">
                  <c:v>46078</c:v>
                </c:pt>
                <c:pt idx="5258">
                  <c:v>46079</c:v>
                </c:pt>
                <c:pt idx="5259">
                  <c:v>46080</c:v>
                </c:pt>
                <c:pt idx="5260">
                  <c:v>46083</c:v>
                </c:pt>
                <c:pt idx="5261">
                  <c:v>46084</c:v>
                </c:pt>
                <c:pt idx="5262">
                  <c:v>46085</c:v>
                </c:pt>
                <c:pt idx="5263">
                  <c:v>46086</c:v>
                </c:pt>
                <c:pt idx="5264">
                  <c:v>46087</c:v>
                </c:pt>
                <c:pt idx="5265">
                  <c:v>46090</c:v>
                </c:pt>
                <c:pt idx="5266">
                  <c:v>46091</c:v>
                </c:pt>
                <c:pt idx="5267">
                  <c:v>46092</c:v>
                </c:pt>
                <c:pt idx="5268">
                  <c:v>46093</c:v>
                </c:pt>
                <c:pt idx="5269">
                  <c:v>46094</c:v>
                </c:pt>
                <c:pt idx="5270">
                  <c:v>46097</c:v>
                </c:pt>
                <c:pt idx="5271">
                  <c:v>46098</c:v>
                </c:pt>
                <c:pt idx="5272">
                  <c:v>46099</c:v>
                </c:pt>
                <c:pt idx="5273">
                  <c:v>46100</c:v>
                </c:pt>
                <c:pt idx="5274">
                  <c:v>46101</c:v>
                </c:pt>
                <c:pt idx="5275">
                  <c:v>46104</c:v>
                </c:pt>
                <c:pt idx="5276">
                  <c:v>46105</c:v>
                </c:pt>
                <c:pt idx="5277">
                  <c:v>46106</c:v>
                </c:pt>
                <c:pt idx="5278">
                  <c:v>46107</c:v>
                </c:pt>
                <c:pt idx="5279">
                  <c:v>46108</c:v>
                </c:pt>
                <c:pt idx="5280">
                  <c:v>46111</c:v>
                </c:pt>
                <c:pt idx="5281">
                  <c:v>46112</c:v>
                </c:pt>
                <c:pt idx="5282">
                  <c:v>46113</c:v>
                </c:pt>
                <c:pt idx="5283">
                  <c:v>46114</c:v>
                </c:pt>
                <c:pt idx="5284">
                  <c:v>46115</c:v>
                </c:pt>
                <c:pt idx="5285">
                  <c:v>46118</c:v>
                </c:pt>
                <c:pt idx="5286">
                  <c:v>46119</c:v>
                </c:pt>
                <c:pt idx="5287">
                  <c:v>46120</c:v>
                </c:pt>
                <c:pt idx="5288">
                  <c:v>46121</c:v>
                </c:pt>
                <c:pt idx="5289">
                  <c:v>46122</c:v>
                </c:pt>
                <c:pt idx="5290">
                  <c:v>46125</c:v>
                </c:pt>
                <c:pt idx="5291">
                  <c:v>46126</c:v>
                </c:pt>
                <c:pt idx="5292">
                  <c:v>46127</c:v>
                </c:pt>
                <c:pt idx="5293">
                  <c:v>46128</c:v>
                </c:pt>
                <c:pt idx="5294">
                  <c:v>46129</c:v>
                </c:pt>
                <c:pt idx="5295">
                  <c:v>46132</c:v>
                </c:pt>
                <c:pt idx="5296">
                  <c:v>46133</c:v>
                </c:pt>
                <c:pt idx="5297">
                  <c:v>46134</c:v>
                </c:pt>
                <c:pt idx="5298">
                  <c:v>46135</c:v>
                </c:pt>
                <c:pt idx="5299">
                  <c:v>46136</c:v>
                </c:pt>
                <c:pt idx="5300">
                  <c:v>46139</c:v>
                </c:pt>
                <c:pt idx="5301">
                  <c:v>46140</c:v>
                </c:pt>
                <c:pt idx="5302">
                  <c:v>46141</c:v>
                </c:pt>
                <c:pt idx="5303">
                  <c:v>46142</c:v>
                </c:pt>
                <c:pt idx="5304">
                  <c:v>46143</c:v>
                </c:pt>
                <c:pt idx="5305">
                  <c:v>46146</c:v>
                </c:pt>
                <c:pt idx="5306">
                  <c:v>46147</c:v>
                </c:pt>
                <c:pt idx="5307">
                  <c:v>46148</c:v>
                </c:pt>
                <c:pt idx="5308">
                  <c:v>46149</c:v>
                </c:pt>
                <c:pt idx="5309">
                  <c:v>46150</c:v>
                </c:pt>
                <c:pt idx="5310">
                  <c:v>46153</c:v>
                </c:pt>
                <c:pt idx="5311">
                  <c:v>46154</c:v>
                </c:pt>
                <c:pt idx="5312">
                  <c:v>46155</c:v>
                </c:pt>
                <c:pt idx="5313">
                  <c:v>46156</c:v>
                </c:pt>
                <c:pt idx="5314">
                  <c:v>46157</c:v>
                </c:pt>
                <c:pt idx="5315">
                  <c:v>46160</c:v>
                </c:pt>
                <c:pt idx="5316">
                  <c:v>46161</c:v>
                </c:pt>
                <c:pt idx="5317">
                  <c:v>46162</c:v>
                </c:pt>
                <c:pt idx="5318">
                  <c:v>46163</c:v>
                </c:pt>
                <c:pt idx="5319">
                  <c:v>46164</c:v>
                </c:pt>
                <c:pt idx="5320">
                  <c:v>46167</c:v>
                </c:pt>
                <c:pt idx="5321">
                  <c:v>46168</c:v>
                </c:pt>
                <c:pt idx="5322">
                  <c:v>46169</c:v>
                </c:pt>
                <c:pt idx="5323">
                  <c:v>46170</c:v>
                </c:pt>
                <c:pt idx="5324">
                  <c:v>46171</c:v>
                </c:pt>
                <c:pt idx="5325">
                  <c:v>46174</c:v>
                </c:pt>
                <c:pt idx="5326">
                  <c:v>46175</c:v>
                </c:pt>
                <c:pt idx="5327">
                  <c:v>46176</c:v>
                </c:pt>
                <c:pt idx="5328">
                  <c:v>46177</c:v>
                </c:pt>
                <c:pt idx="5329">
                  <c:v>46178</c:v>
                </c:pt>
                <c:pt idx="5330">
                  <c:v>46181</c:v>
                </c:pt>
                <c:pt idx="5331">
                  <c:v>46182</c:v>
                </c:pt>
                <c:pt idx="5332">
                  <c:v>46183</c:v>
                </c:pt>
                <c:pt idx="5333">
                  <c:v>46184</c:v>
                </c:pt>
                <c:pt idx="5334">
                  <c:v>46185</c:v>
                </c:pt>
                <c:pt idx="5335">
                  <c:v>46188</c:v>
                </c:pt>
                <c:pt idx="5336">
                  <c:v>46189</c:v>
                </c:pt>
                <c:pt idx="5337">
                  <c:v>46190</c:v>
                </c:pt>
                <c:pt idx="5338">
                  <c:v>46191</c:v>
                </c:pt>
              </c:numCache>
            </c:numRef>
          </c:cat>
          <c:val>
            <c:numRef>
              <c:f>'worldwide policy rate'!$E$2612:$E$7950</c:f>
              <c:numCache>
                <c:formatCode>General</c:formatCode>
                <c:ptCount val="5339"/>
                <c:pt idx="0">
                  <c:v>5.5</c:v>
                </c:pt>
                <c:pt idx="1">
                  <c:v>5.5</c:v>
                </c:pt>
                <c:pt idx="2">
                  <c:v>5.5</c:v>
                </c:pt>
                <c:pt idx="3">
                  <c:v>5.5</c:v>
                </c:pt>
                <c:pt idx="4">
                  <c:v>5.5</c:v>
                </c:pt>
                <c:pt idx="5">
                  <c:v>5.5</c:v>
                </c:pt>
                <c:pt idx="6">
                  <c:v>5.5</c:v>
                </c:pt>
                <c:pt idx="7">
                  <c:v>5.5</c:v>
                </c:pt>
                <c:pt idx="8">
                  <c:v>5.5</c:v>
                </c:pt>
                <c:pt idx="9">
                  <c:v>5.5</c:v>
                </c:pt>
                <c:pt idx="10">
                  <c:v>5.5</c:v>
                </c:pt>
                <c:pt idx="11">
                  <c:v>5.5</c:v>
                </c:pt>
                <c:pt idx="12">
                  <c:v>5.5</c:v>
                </c:pt>
                <c:pt idx="13">
                  <c:v>5.5</c:v>
                </c:pt>
                <c:pt idx="14">
                  <c:v>5.5</c:v>
                </c:pt>
                <c:pt idx="15">
                  <c:v>5.5</c:v>
                </c:pt>
                <c:pt idx="16">
                  <c:v>5.5</c:v>
                </c:pt>
                <c:pt idx="17">
                  <c:v>5.5</c:v>
                </c:pt>
                <c:pt idx="18">
                  <c:v>5.5</c:v>
                </c:pt>
                <c:pt idx="19">
                  <c:v>5.5</c:v>
                </c:pt>
                <c:pt idx="20">
                  <c:v>5.5</c:v>
                </c:pt>
                <c:pt idx="21">
                  <c:v>5.5</c:v>
                </c:pt>
                <c:pt idx="22">
                  <c:v>5.5</c:v>
                </c:pt>
                <c:pt idx="23">
                  <c:v>5.5</c:v>
                </c:pt>
                <c:pt idx="24">
                  <c:v>5.5</c:v>
                </c:pt>
                <c:pt idx="25">
                  <c:v>5.5</c:v>
                </c:pt>
                <c:pt idx="26">
                  <c:v>5.5</c:v>
                </c:pt>
                <c:pt idx="27">
                  <c:v>5.5</c:v>
                </c:pt>
                <c:pt idx="28">
                  <c:v>5.5</c:v>
                </c:pt>
                <c:pt idx="29">
                  <c:v>5.5</c:v>
                </c:pt>
                <c:pt idx="30">
                  <c:v>5.5</c:v>
                </c:pt>
                <c:pt idx="31">
                  <c:v>5.5</c:v>
                </c:pt>
                <c:pt idx="32">
                  <c:v>5.5</c:v>
                </c:pt>
                <c:pt idx="33">
                  <c:v>5.5</c:v>
                </c:pt>
                <c:pt idx="34">
                  <c:v>5.5</c:v>
                </c:pt>
                <c:pt idx="35">
                  <c:v>5.5</c:v>
                </c:pt>
                <c:pt idx="36">
                  <c:v>5.5</c:v>
                </c:pt>
                <c:pt idx="37">
                  <c:v>5.5</c:v>
                </c:pt>
                <c:pt idx="38">
                  <c:v>5.5</c:v>
                </c:pt>
                <c:pt idx="39">
                  <c:v>5.5</c:v>
                </c:pt>
                <c:pt idx="40">
                  <c:v>5.5</c:v>
                </c:pt>
                <c:pt idx="41">
                  <c:v>5.5</c:v>
                </c:pt>
                <c:pt idx="42">
                  <c:v>5.5</c:v>
                </c:pt>
                <c:pt idx="43">
                  <c:v>5.5</c:v>
                </c:pt>
                <c:pt idx="44">
                  <c:v>5.5</c:v>
                </c:pt>
                <c:pt idx="45">
                  <c:v>5.5</c:v>
                </c:pt>
                <c:pt idx="46">
                  <c:v>5.5</c:v>
                </c:pt>
                <c:pt idx="47">
                  <c:v>5.5</c:v>
                </c:pt>
                <c:pt idx="48">
                  <c:v>5.5</c:v>
                </c:pt>
                <c:pt idx="49">
                  <c:v>5.5</c:v>
                </c:pt>
                <c:pt idx="50">
                  <c:v>5.5</c:v>
                </c:pt>
                <c:pt idx="51">
                  <c:v>5.5</c:v>
                </c:pt>
                <c:pt idx="52">
                  <c:v>5.5</c:v>
                </c:pt>
                <c:pt idx="53">
                  <c:v>5.5</c:v>
                </c:pt>
                <c:pt idx="54">
                  <c:v>5.5</c:v>
                </c:pt>
                <c:pt idx="55">
                  <c:v>5.5</c:v>
                </c:pt>
                <c:pt idx="56">
                  <c:v>5.5</c:v>
                </c:pt>
                <c:pt idx="57">
                  <c:v>5.5</c:v>
                </c:pt>
                <c:pt idx="58">
                  <c:v>5.5</c:v>
                </c:pt>
                <c:pt idx="59">
                  <c:v>5.5</c:v>
                </c:pt>
                <c:pt idx="60">
                  <c:v>5.5</c:v>
                </c:pt>
                <c:pt idx="61">
                  <c:v>5.5</c:v>
                </c:pt>
                <c:pt idx="62">
                  <c:v>5.5</c:v>
                </c:pt>
                <c:pt idx="63">
                  <c:v>5.5</c:v>
                </c:pt>
                <c:pt idx="64">
                  <c:v>5.5</c:v>
                </c:pt>
                <c:pt idx="65">
                  <c:v>5.5</c:v>
                </c:pt>
                <c:pt idx="66">
                  <c:v>5.5</c:v>
                </c:pt>
                <c:pt idx="67">
                  <c:v>5.5</c:v>
                </c:pt>
                <c:pt idx="68">
                  <c:v>5.5</c:v>
                </c:pt>
                <c:pt idx="69">
                  <c:v>5.5</c:v>
                </c:pt>
                <c:pt idx="70">
                  <c:v>5.5</c:v>
                </c:pt>
                <c:pt idx="71">
                  <c:v>5.5</c:v>
                </c:pt>
                <c:pt idx="72">
                  <c:v>5.5</c:v>
                </c:pt>
                <c:pt idx="73">
                  <c:v>5.5</c:v>
                </c:pt>
                <c:pt idx="74">
                  <c:v>5.5</c:v>
                </c:pt>
                <c:pt idx="75">
                  <c:v>5.5</c:v>
                </c:pt>
                <c:pt idx="76">
                  <c:v>5.5</c:v>
                </c:pt>
                <c:pt idx="77">
                  <c:v>5.5</c:v>
                </c:pt>
                <c:pt idx="78">
                  <c:v>5.5</c:v>
                </c:pt>
                <c:pt idx="79">
                  <c:v>5.5</c:v>
                </c:pt>
                <c:pt idx="80">
                  <c:v>5.5</c:v>
                </c:pt>
                <c:pt idx="81">
                  <c:v>5.5</c:v>
                </c:pt>
                <c:pt idx="82">
                  <c:v>5.5</c:v>
                </c:pt>
                <c:pt idx="83">
                  <c:v>5.5</c:v>
                </c:pt>
                <c:pt idx="84">
                  <c:v>5.5</c:v>
                </c:pt>
                <c:pt idx="85">
                  <c:v>5.5</c:v>
                </c:pt>
                <c:pt idx="86">
                  <c:v>5.75</c:v>
                </c:pt>
                <c:pt idx="87">
                  <c:v>5.75</c:v>
                </c:pt>
                <c:pt idx="88">
                  <c:v>5.75</c:v>
                </c:pt>
                <c:pt idx="89">
                  <c:v>5.75</c:v>
                </c:pt>
                <c:pt idx="90">
                  <c:v>5.75</c:v>
                </c:pt>
                <c:pt idx="91">
                  <c:v>5.75</c:v>
                </c:pt>
                <c:pt idx="92">
                  <c:v>5.75</c:v>
                </c:pt>
                <c:pt idx="93">
                  <c:v>5.75</c:v>
                </c:pt>
                <c:pt idx="94">
                  <c:v>5.75</c:v>
                </c:pt>
                <c:pt idx="95">
                  <c:v>5.75</c:v>
                </c:pt>
                <c:pt idx="96">
                  <c:v>5.75</c:v>
                </c:pt>
                <c:pt idx="97">
                  <c:v>5.75</c:v>
                </c:pt>
                <c:pt idx="98">
                  <c:v>5.75</c:v>
                </c:pt>
                <c:pt idx="99">
                  <c:v>5.75</c:v>
                </c:pt>
                <c:pt idx="100">
                  <c:v>5.75</c:v>
                </c:pt>
                <c:pt idx="101">
                  <c:v>5.75</c:v>
                </c:pt>
                <c:pt idx="102">
                  <c:v>5.75</c:v>
                </c:pt>
                <c:pt idx="103">
                  <c:v>5.75</c:v>
                </c:pt>
                <c:pt idx="104">
                  <c:v>5.75</c:v>
                </c:pt>
                <c:pt idx="105">
                  <c:v>5.75</c:v>
                </c:pt>
                <c:pt idx="106">
                  <c:v>5.75</c:v>
                </c:pt>
                <c:pt idx="107">
                  <c:v>5.75</c:v>
                </c:pt>
                <c:pt idx="108">
                  <c:v>5.75</c:v>
                </c:pt>
                <c:pt idx="109">
                  <c:v>5.75</c:v>
                </c:pt>
                <c:pt idx="110">
                  <c:v>5.75</c:v>
                </c:pt>
                <c:pt idx="111">
                  <c:v>5.75</c:v>
                </c:pt>
                <c:pt idx="112">
                  <c:v>5.75</c:v>
                </c:pt>
                <c:pt idx="113">
                  <c:v>5.75</c:v>
                </c:pt>
                <c:pt idx="114">
                  <c:v>5.75</c:v>
                </c:pt>
                <c:pt idx="115">
                  <c:v>5.75</c:v>
                </c:pt>
                <c:pt idx="116">
                  <c:v>5.75</c:v>
                </c:pt>
                <c:pt idx="117">
                  <c:v>5.75</c:v>
                </c:pt>
                <c:pt idx="118">
                  <c:v>5.75</c:v>
                </c:pt>
                <c:pt idx="119">
                  <c:v>5.75</c:v>
                </c:pt>
                <c:pt idx="120">
                  <c:v>5.75</c:v>
                </c:pt>
                <c:pt idx="121">
                  <c:v>5.75</c:v>
                </c:pt>
                <c:pt idx="122">
                  <c:v>5.75</c:v>
                </c:pt>
                <c:pt idx="123">
                  <c:v>5.75</c:v>
                </c:pt>
                <c:pt idx="124">
                  <c:v>5.75</c:v>
                </c:pt>
                <c:pt idx="125">
                  <c:v>5.75</c:v>
                </c:pt>
                <c:pt idx="126">
                  <c:v>5.75</c:v>
                </c:pt>
                <c:pt idx="127">
                  <c:v>5.75</c:v>
                </c:pt>
                <c:pt idx="128">
                  <c:v>5.75</c:v>
                </c:pt>
                <c:pt idx="129">
                  <c:v>5.75</c:v>
                </c:pt>
                <c:pt idx="130">
                  <c:v>5.75</c:v>
                </c:pt>
                <c:pt idx="131">
                  <c:v>5.75</c:v>
                </c:pt>
                <c:pt idx="132">
                  <c:v>5.75</c:v>
                </c:pt>
                <c:pt idx="133">
                  <c:v>5.75</c:v>
                </c:pt>
                <c:pt idx="134">
                  <c:v>5.75</c:v>
                </c:pt>
                <c:pt idx="135">
                  <c:v>5.75</c:v>
                </c:pt>
                <c:pt idx="136">
                  <c:v>5.75</c:v>
                </c:pt>
                <c:pt idx="137">
                  <c:v>5.75</c:v>
                </c:pt>
                <c:pt idx="138">
                  <c:v>5.75</c:v>
                </c:pt>
                <c:pt idx="139">
                  <c:v>5.75</c:v>
                </c:pt>
                <c:pt idx="140">
                  <c:v>5.75</c:v>
                </c:pt>
                <c:pt idx="141">
                  <c:v>5.75</c:v>
                </c:pt>
                <c:pt idx="142">
                  <c:v>5.75</c:v>
                </c:pt>
                <c:pt idx="143">
                  <c:v>5.75</c:v>
                </c:pt>
                <c:pt idx="144">
                  <c:v>5.75</c:v>
                </c:pt>
                <c:pt idx="145">
                  <c:v>5.75</c:v>
                </c:pt>
                <c:pt idx="146">
                  <c:v>5.75</c:v>
                </c:pt>
                <c:pt idx="147">
                  <c:v>5.75</c:v>
                </c:pt>
                <c:pt idx="148">
                  <c:v>5.75</c:v>
                </c:pt>
                <c:pt idx="149">
                  <c:v>5.75</c:v>
                </c:pt>
                <c:pt idx="150">
                  <c:v>5.75</c:v>
                </c:pt>
                <c:pt idx="151">
                  <c:v>6</c:v>
                </c:pt>
                <c:pt idx="152">
                  <c:v>6</c:v>
                </c:pt>
                <c:pt idx="153">
                  <c:v>6</c:v>
                </c:pt>
                <c:pt idx="154">
                  <c:v>6</c:v>
                </c:pt>
                <c:pt idx="155">
                  <c:v>6</c:v>
                </c:pt>
                <c:pt idx="156">
                  <c:v>6</c:v>
                </c:pt>
                <c:pt idx="157">
                  <c:v>6</c:v>
                </c:pt>
                <c:pt idx="158">
                  <c:v>6</c:v>
                </c:pt>
                <c:pt idx="159">
                  <c:v>6</c:v>
                </c:pt>
                <c:pt idx="160">
                  <c:v>6</c:v>
                </c:pt>
                <c:pt idx="161">
                  <c:v>6</c:v>
                </c:pt>
                <c:pt idx="162">
                  <c:v>6</c:v>
                </c:pt>
                <c:pt idx="163">
                  <c:v>6</c:v>
                </c:pt>
                <c:pt idx="164">
                  <c:v>6</c:v>
                </c:pt>
                <c:pt idx="165">
                  <c:v>6</c:v>
                </c:pt>
                <c:pt idx="166">
                  <c:v>6</c:v>
                </c:pt>
                <c:pt idx="167">
                  <c:v>6</c:v>
                </c:pt>
                <c:pt idx="168">
                  <c:v>6</c:v>
                </c:pt>
                <c:pt idx="169">
                  <c:v>6</c:v>
                </c:pt>
                <c:pt idx="170">
                  <c:v>6</c:v>
                </c:pt>
                <c:pt idx="171">
                  <c:v>6</c:v>
                </c:pt>
                <c:pt idx="172">
                  <c:v>6</c:v>
                </c:pt>
                <c:pt idx="173">
                  <c:v>6</c:v>
                </c:pt>
                <c:pt idx="174">
                  <c:v>6</c:v>
                </c:pt>
                <c:pt idx="175">
                  <c:v>6</c:v>
                </c:pt>
                <c:pt idx="176">
                  <c:v>6</c:v>
                </c:pt>
                <c:pt idx="177">
                  <c:v>6</c:v>
                </c:pt>
                <c:pt idx="178">
                  <c:v>6</c:v>
                </c:pt>
                <c:pt idx="179">
                  <c:v>6</c:v>
                </c:pt>
                <c:pt idx="180">
                  <c:v>6</c:v>
                </c:pt>
                <c:pt idx="181">
                  <c:v>6</c:v>
                </c:pt>
                <c:pt idx="182">
                  <c:v>6</c:v>
                </c:pt>
                <c:pt idx="183">
                  <c:v>6</c:v>
                </c:pt>
                <c:pt idx="184">
                  <c:v>6</c:v>
                </c:pt>
                <c:pt idx="185">
                  <c:v>6</c:v>
                </c:pt>
                <c:pt idx="186">
                  <c:v>6</c:v>
                </c:pt>
                <c:pt idx="187">
                  <c:v>6</c:v>
                </c:pt>
                <c:pt idx="188">
                  <c:v>6</c:v>
                </c:pt>
                <c:pt idx="189">
                  <c:v>6</c:v>
                </c:pt>
                <c:pt idx="190">
                  <c:v>6</c:v>
                </c:pt>
                <c:pt idx="191">
                  <c:v>6</c:v>
                </c:pt>
                <c:pt idx="192">
                  <c:v>6</c:v>
                </c:pt>
                <c:pt idx="193">
                  <c:v>6</c:v>
                </c:pt>
                <c:pt idx="194">
                  <c:v>6</c:v>
                </c:pt>
                <c:pt idx="195">
                  <c:v>6</c:v>
                </c:pt>
                <c:pt idx="196">
                  <c:v>6</c:v>
                </c:pt>
                <c:pt idx="197">
                  <c:v>6</c:v>
                </c:pt>
                <c:pt idx="198">
                  <c:v>6</c:v>
                </c:pt>
                <c:pt idx="199">
                  <c:v>6</c:v>
                </c:pt>
                <c:pt idx="200">
                  <c:v>6</c:v>
                </c:pt>
                <c:pt idx="201">
                  <c:v>6</c:v>
                </c:pt>
                <c:pt idx="202">
                  <c:v>6</c:v>
                </c:pt>
                <c:pt idx="203">
                  <c:v>6</c:v>
                </c:pt>
                <c:pt idx="204">
                  <c:v>6</c:v>
                </c:pt>
                <c:pt idx="205">
                  <c:v>6</c:v>
                </c:pt>
                <c:pt idx="206">
                  <c:v>6</c:v>
                </c:pt>
                <c:pt idx="207">
                  <c:v>6</c:v>
                </c:pt>
                <c:pt idx="208">
                  <c:v>6</c:v>
                </c:pt>
                <c:pt idx="209">
                  <c:v>6</c:v>
                </c:pt>
                <c:pt idx="210">
                  <c:v>6</c:v>
                </c:pt>
                <c:pt idx="211">
                  <c:v>6</c:v>
                </c:pt>
                <c:pt idx="212">
                  <c:v>6</c:v>
                </c:pt>
                <c:pt idx="213">
                  <c:v>6</c:v>
                </c:pt>
                <c:pt idx="214">
                  <c:v>6</c:v>
                </c:pt>
                <c:pt idx="215">
                  <c:v>6</c:v>
                </c:pt>
                <c:pt idx="216">
                  <c:v>6</c:v>
                </c:pt>
                <c:pt idx="217">
                  <c:v>6</c:v>
                </c:pt>
                <c:pt idx="218">
                  <c:v>6</c:v>
                </c:pt>
                <c:pt idx="219">
                  <c:v>6</c:v>
                </c:pt>
                <c:pt idx="220">
                  <c:v>6</c:v>
                </c:pt>
                <c:pt idx="221">
                  <c:v>6.25</c:v>
                </c:pt>
                <c:pt idx="222">
                  <c:v>6.25</c:v>
                </c:pt>
                <c:pt idx="223">
                  <c:v>6.25</c:v>
                </c:pt>
                <c:pt idx="224">
                  <c:v>6.25</c:v>
                </c:pt>
                <c:pt idx="225">
                  <c:v>6.25</c:v>
                </c:pt>
                <c:pt idx="226">
                  <c:v>6.25</c:v>
                </c:pt>
                <c:pt idx="227">
                  <c:v>6.25</c:v>
                </c:pt>
                <c:pt idx="228">
                  <c:v>6.25</c:v>
                </c:pt>
                <c:pt idx="229">
                  <c:v>6.25</c:v>
                </c:pt>
                <c:pt idx="230">
                  <c:v>6.25</c:v>
                </c:pt>
                <c:pt idx="231">
                  <c:v>6.25</c:v>
                </c:pt>
                <c:pt idx="232">
                  <c:v>6.25</c:v>
                </c:pt>
                <c:pt idx="233">
                  <c:v>6.25</c:v>
                </c:pt>
                <c:pt idx="234">
                  <c:v>6.25</c:v>
                </c:pt>
                <c:pt idx="235">
                  <c:v>6.25</c:v>
                </c:pt>
                <c:pt idx="236">
                  <c:v>6.25</c:v>
                </c:pt>
                <c:pt idx="237">
                  <c:v>6.25</c:v>
                </c:pt>
                <c:pt idx="238">
                  <c:v>6.25</c:v>
                </c:pt>
                <c:pt idx="239">
                  <c:v>6.25</c:v>
                </c:pt>
                <c:pt idx="240">
                  <c:v>6.25</c:v>
                </c:pt>
                <c:pt idx="241">
                  <c:v>6.25</c:v>
                </c:pt>
                <c:pt idx="242">
                  <c:v>6.25</c:v>
                </c:pt>
                <c:pt idx="243">
                  <c:v>6.25</c:v>
                </c:pt>
                <c:pt idx="244">
                  <c:v>6.25</c:v>
                </c:pt>
                <c:pt idx="245">
                  <c:v>6.25</c:v>
                </c:pt>
                <c:pt idx="246">
                  <c:v>6.25</c:v>
                </c:pt>
                <c:pt idx="247">
                  <c:v>6.25</c:v>
                </c:pt>
                <c:pt idx="248">
                  <c:v>6.25</c:v>
                </c:pt>
                <c:pt idx="249">
                  <c:v>6.25</c:v>
                </c:pt>
                <c:pt idx="250">
                  <c:v>6.25</c:v>
                </c:pt>
                <c:pt idx="251">
                  <c:v>6.25</c:v>
                </c:pt>
                <c:pt idx="252">
                  <c:v>6.25</c:v>
                </c:pt>
                <c:pt idx="253">
                  <c:v>6.25</c:v>
                </c:pt>
                <c:pt idx="254">
                  <c:v>6.25</c:v>
                </c:pt>
                <c:pt idx="255">
                  <c:v>6.25</c:v>
                </c:pt>
                <c:pt idx="256">
                  <c:v>6.25</c:v>
                </c:pt>
                <c:pt idx="257">
                  <c:v>6.25</c:v>
                </c:pt>
                <c:pt idx="258">
                  <c:v>6.25</c:v>
                </c:pt>
                <c:pt idx="259">
                  <c:v>6.25</c:v>
                </c:pt>
                <c:pt idx="260">
                  <c:v>6.25</c:v>
                </c:pt>
                <c:pt idx="261">
                  <c:v>6.25</c:v>
                </c:pt>
                <c:pt idx="262">
                  <c:v>6.25</c:v>
                </c:pt>
                <c:pt idx="263">
                  <c:v>6.25</c:v>
                </c:pt>
                <c:pt idx="264">
                  <c:v>6.25</c:v>
                </c:pt>
                <c:pt idx="265">
                  <c:v>6.25</c:v>
                </c:pt>
                <c:pt idx="266">
                  <c:v>6.25</c:v>
                </c:pt>
                <c:pt idx="267">
                  <c:v>6.25</c:v>
                </c:pt>
                <c:pt idx="268">
                  <c:v>6.25</c:v>
                </c:pt>
                <c:pt idx="269">
                  <c:v>6.25</c:v>
                </c:pt>
                <c:pt idx="270">
                  <c:v>6.25</c:v>
                </c:pt>
                <c:pt idx="271">
                  <c:v>6.25</c:v>
                </c:pt>
                <c:pt idx="272">
                  <c:v>6.25</c:v>
                </c:pt>
                <c:pt idx="273">
                  <c:v>6.25</c:v>
                </c:pt>
                <c:pt idx="274">
                  <c:v>6.25</c:v>
                </c:pt>
                <c:pt idx="275">
                  <c:v>6.25</c:v>
                </c:pt>
                <c:pt idx="276">
                  <c:v>6.25</c:v>
                </c:pt>
                <c:pt idx="277">
                  <c:v>6.25</c:v>
                </c:pt>
                <c:pt idx="278">
                  <c:v>6.25</c:v>
                </c:pt>
                <c:pt idx="279">
                  <c:v>6.25</c:v>
                </c:pt>
                <c:pt idx="280">
                  <c:v>6.25</c:v>
                </c:pt>
                <c:pt idx="281">
                  <c:v>6.25</c:v>
                </c:pt>
                <c:pt idx="282">
                  <c:v>6.25</c:v>
                </c:pt>
                <c:pt idx="283">
                  <c:v>6.25</c:v>
                </c:pt>
                <c:pt idx="284">
                  <c:v>6.25</c:v>
                </c:pt>
                <c:pt idx="285">
                  <c:v>6.25</c:v>
                </c:pt>
                <c:pt idx="286">
                  <c:v>6.25</c:v>
                </c:pt>
                <c:pt idx="287">
                  <c:v>6.25</c:v>
                </c:pt>
                <c:pt idx="288">
                  <c:v>6.25</c:v>
                </c:pt>
                <c:pt idx="289">
                  <c:v>6.25</c:v>
                </c:pt>
                <c:pt idx="290">
                  <c:v>6.25</c:v>
                </c:pt>
                <c:pt idx="291">
                  <c:v>6.25</c:v>
                </c:pt>
                <c:pt idx="292">
                  <c:v>6.25</c:v>
                </c:pt>
                <c:pt idx="293">
                  <c:v>6.25</c:v>
                </c:pt>
                <c:pt idx="294">
                  <c:v>6.25</c:v>
                </c:pt>
                <c:pt idx="295">
                  <c:v>6.25</c:v>
                </c:pt>
                <c:pt idx="296">
                  <c:v>6.25</c:v>
                </c:pt>
                <c:pt idx="297">
                  <c:v>6.25</c:v>
                </c:pt>
                <c:pt idx="298">
                  <c:v>6.25</c:v>
                </c:pt>
                <c:pt idx="299">
                  <c:v>6.25</c:v>
                </c:pt>
                <c:pt idx="300">
                  <c:v>6.25</c:v>
                </c:pt>
                <c:pt idx="301">
                  <c:v>6.25</c:v>
                </c:pt>
                <c:pt idx="302">
                  <c:v>6.25</c:v>
                </c:pt>
                <c:pt idx="303">
                  <c:v>6.25</c:v>
                </c:pt>
                <c:pt idx="304">
                  <c:v>6.25</c:v>
                </c:pt>
                <c:pt idx="305">
                  <c:v>6.25</c:v>
                </c:pt>
                <c:pt idx="306">
                  <c:v>6.25</c:v>
                </c:pt>
                <c:pt idx="307">
                  <c:v>6.25</c:v>
                </c:pt>
                <c:pt idx="308">
                  <c:v>6.25</c:v>
                </c:pt>
                <c:pt idx="309">
                  <c:v>6.25</c:v>
                </c:pt>
                <c:pt idx="310">
                  <c:v>6.25</c:v>
                </c:pt>
                <c:pt idx="311">
                  <c:v>6.25</c:v>
                </c:pt>
                <c:pt idx="312">
                  <c:v>6.25</c:v>
                </c:pt>
                <c:pt idx="313">
                  <c:v>6.25</c:v>
                </c:pt>
                <c:pt idx="314">
                  <c:v>6.25</c:v>
                </c:pt>
                <c:pt idx="315">
                  <c:v>6.25</c:v>
                </c:pt>
                <c:pt idx="316">
                  <c:v>6.25</c:v>
                </c:pt>
                <c:pt idx="317">
                  <c:v>6.25</c:v>
                </c:pt>
                <c:pt idx="318">
                  <c:v>6.25</c:v>
                </c:pt>
                <c:pt idx="319">
                  <c:v>6.25</c:v>
                </c:pt>
                <c:pt idx="320">
                  <c:v>6.25</c:v>
                </c:pt>
                <c:pt idx="321">
                  <c:v>6.25</c:v>
                </c:pt>
                <c:pt idx="322">
                  <c:v>6.25</c:v>
                </c:pt>
                <c:pt idx="323">
                  <c:v>6.25</c:v>
                </c:pt>
                <c:pt idx="324">
                  <c:v>6.25</c:v>
                </c:pt>
                <c:pt idx="325">
                  <c:v>6.25</c:v>
                </c:pt>
                <c:pt idx="326">
                  <c:v>6.25</c:v>
                </c:pt>
                <c:pt idx="327">
                  <c:v>6.25</c:v>
                </c:pt>
                <c:pt idx="328">
                  <c:v>6.25</c:v>
                </c:pt>
                <c:pt idx="329">
                  <c:v>6.25</c:v>
                </c:pt>
                <c:pt idx="330">
                  <c:v>6.25</c:v>
                </c:pt>
                <c:pt idx="331">
                  <c:v>6.25</c:v>
                </c:pt>
                <c:pt idx="332">
                  <c:v>6.25</c:v>
                </c:pt>
                <c:pt idx="333">
                  <c:v>6.25</c:v>
                </c:pt>
                <c:pt idx="334">
                  <c:v>6.25</c:v>
                </c:pt>
                <c:pt idx="335">
                  <c:v>6.25</c:v>
                </c:pt>
                <c:pt idx="336">
                  <c:v>6.25</c:v>
                </c:pt>
                <c:pt idx="337">
                  <c:v>6.25</c:v>
                </c:pt>
                <c:pt idx="338">
                  <c:v>6.25</c:v>
                </c:pt>
                <c:pt idx="339">
                  <c:v>6.25</c:v>
                </c:pt>
                <c:pt idx="340">
                  <c:v>6.25</c:v>
                </c:pt>
                <c:pt idx="341">
                  <c:v>6.25</c:v>
                </c:pt>
                <c:pt idx="342">
                  <c:v>6.25</c:v>
                </c:pt>
                <c:pt idx="343">
                  <c:v>6.25</c:v>
                </c:pt>
                <c:pt idx="344">
                  <c:v>6.25</c:v>
                </c:pt>
                <c:pt idx="345">
                  <c:v>6.25</c:v>
                </c:pt>
                <c:pt idx="346">
                  <c:v>6.25</c:v>
                </c:pt>
                <c:pt idx="347">
                  <c:v>6.25</c:v>
                </c:pt>
                <c:pt idx="348">
                  <c:v>6.25</c:v>
                </c:pt>
                <c:pt idx="349">
                  <c:v>6.25</c:v>
                </c:pt>
                <c:pt idx="350">
                  <c:v>6.25</c:v>
                </c:pt>
                <c:pt idx="351">
                  <c:v>6.25</c:v>
                </c:pt>
                <c:pt idx="352">
                  <c:v>6.25</c:v>
                </c:pt>
                <c:pt idx="353">
                  <c:v>6.25</c:v>
                </c:pt>
                <c:pt idx="354">
                  <c:v>6.25</c:v>
                </c:pt>
                <c:pt idx="355">
                  <c:v>6.25</c:v>
                </c:pt>
                <c:pt idx="356">
                  <c:v>6.25</c:v>
                </c:pt>
                <c:pt idx="357">
                  <c:v>6.25</c:v>
                </c:pt>
                <c:pt idx="358">
                  <c:v>6.25</c:v>
                </c:pt>
                <c:pt idx="359">
                  <c:v>6.25</c:v>
                </c:pt>
                <c:pt idx="360">
                  <c:v>6.25</c:v>
                </c:pt>
                <c:pt idx="361">
                  <c:v>6.25</c:v>
                </c:pt>
                <c:pt idx="362">
                  <c:v>6.25</c:v>
                </c:pt>
                <c:pt idx="363">
                  <c:v>6.25</c:v>
                </c:pt>
                <c:pt idx="364">
                  <c:v>6.25</c:v>
                </c:pt>
                <c:pt idx="365">
                  <c:v>6.25</c:v>
                </c:pt>
                <c:pt idx="366">
                  <c:v>6.25</c:v>
                </c:pt>
                <c:pt idx="367">
                  <c:v>6.25</c:v>
                </c:pt>
                <c:pt idx="368">
                  <c:v>6.25</c:v>
                </c:pt>
                <c:pt idx="369">
                  <c:v>6.25</c:v>
                </c:pt>
                <c:pt idx="370">
                  <c:v>6.25</c:v>
                </c:pt>
                <c:pt idx="371">
                  <c:v>6.25</c:v>
                </c:pt>
                <c:pt idx="372">
                  <c:v>6.25</c:v>
                </c:pt>
                <c:pt idx="373">
                  <c:v>6.25</c:v>
                </c:pt>
                <c:pt idx="374">
                  <c:v>6.25</c:v>
                </c:pt>
                <c:pt idx="375">
                  <c:v>6.25</c:v>
                </c:pt>
                <c:pt idx="376">
                  <c:v>6.25</c:v>
                </c:pt>
                <c:pt idx="377">
                  <c:v>6.25</c:v>
                </c:pt>
                <c:pt idx="378">
                  <c:v>6.25</c:v>
                </c:pt>
                <c:pt idx="379">
                  <c:v>6.25</c:v>
                </c:pt>
                <c:pt idx="380">
                  <c:v>6.25</c:v>
                </c:pt>
                <c:pt idx="381">
                  <c:v>6.25</c:v>
                </c:pt>
                <c:pt idx="382">
                  <c:v>6.25</c:v>
                </c:pt>
                <c:pt idx="383">
                  <c:v>6.25</c:v>
                </c:pt>
                <c:pt idx="384">
                  <c:v>6.25</c:v>
                </c:pt>
                <c:pt idx="385">
                  <c:v>6.25</c:v>
                </c:pt>
                <c:pt idx="386">
                  <c:v>6.25</c:v>
                </c:pt>
                <c:pt idx="387">
                  <c:v>6.25</c:v>
                </c:pt>
                <c:pt idx="388">
                  <c:v>6.25</c:v>
                </c:pt>
                <c:pt idx="389">
                  <c:v>6.25</c:v>
                </c:pt>
                <c:pt idx="390">
                  <c:v>6.25</c:v>
                </c:pt>
                <c:pt idx="391">
                  <c:v>6.25</c:v>
                </c:pt>
                <c:pt idx="392">
                  <c:v>6.25</c:v>
                </c:pt>
                <c:pt idx="393">
                  <c:v>6.25</c:v>
                </c:pt>
                <c:pt idx="394">
                  <c:v>6.25</c:v>
                </c:pt>
                <c:pt idx="395">
                  <c:v>6.25</c:v>
                </c:pt>
                <c:pt idx="396">
                  <c:v>6.25</c:v>
                </c:pt>
                <c:pt idx="397">
                  <c:v>6.25</c:v>
                </c:pt>
                <c:pt idx="398">
                  <c:v>6.25</c:v>
                </c:pt>
                <c:pt idx="399">
                  <c:v>6.25</c:v>
                </c:pt>
                <c:pt idx="400">
                  <c:v>6.25</c:v>
                </c:pt>
                <c:pt idx="401">
                  <c:v>6.25</c:v>
                </c:pt>
                <c:pt idx="402">
                  <c:v>6.25</c:v>
                </c:pt>
                <c:pt idx="403">
                  <c:v>6.25</c:v>
                </c:pt>
                <c:pt idx="404">
                  <c:v>6.25</c:v>
                </c:pt>
                <c:pt idx="405">
                  <c:v>6.25</c:v>
                </c:pt>
                <c:pt idx="406">
                  <c:v>6.25</c:v>
                </c:pt>
                <c:pt idx="407">
                  <c:v>6.25</c:v>
                </c:pt>
                <c:pt idx="408">
                  <c:v>6.25</c:v>
                </c:pt>
                <c:pt idx="409">
                  <c:v>6.25</c:v>
                </c:pt>
                <c:pt idx="410">
                  <c:v>6.25</c:v>
                </c:pt>
                <c:pt idx="411">
                  <c:v>6.25</c:v>
                </c:pt>
                <c:pt idx="412">
                  <c:v>6.25</c:v>
                </c:pt>
                <c:pt idx="413">
                  <c:v>6.25</c:v>
                </c:pt>
                <c:pt idx="414">
                  <c:v>6.25</c:v>
                </c:pt>
                <c:pt idx="415">
                  <c:v>6.25</c:v>
                </c:pt>
                <c:pt idx="416">
                  <c:v>6.5</c:v>
                </c:pt>
                <c:pt idx="417">
                  <c:v>6.5</c:v>
                </c:pt>
                <c:pt idx="418">
                  <c:v>6.5</c:v>
                </c:pt>
                <c:pt idx="419">
                  <c:v>6.5</c:v>
                </c:pt>
                <c:pt idx="420">
                  <c:v>6.5</c:v>
                </c:pt>
                <c:pt idx="421">
                  <c:v>6.5</c:v>
                </c:pt>
                <c:pt idx="422">
                  <c:v>6.5</c:v>
                </c:pt>
                <c:pt idx="423">
                  <c:v>6.5</c:v>
                </c:pt>
                <c:pt idx="424">
                  <c:v>6.5</c:v>
                </c:pt>
                <c:pt idx="425">
                  <c:v>6.5</c:v>
                </c:pt>
                <c:pt idx="426">
                  <c:v>6.5</c:v>
                </c:pt>
                <c:pt idx="427">
                  <c:v>6.5</c:v>
                </c:pt>
                <c:pt idx="428">
                  <c:v>6.5</c:v>
                </c:pt>
                <c:pt idx="429">
                  <c:v>6.5</c:v>
                </c:pt>
                <c:pt idx="430">
                  <c:v>6.5</c:v>
                </c:pt>
                <c:pt idx="431">
                  <c:v>6.5</c:v>
                </c:pt>
                <c:pt idx="432">
                  <c:v>6.5</c:v>
                </c:pt>
                <c:pt idx="433">
                  <c:v>6.5</c:v>
                </c:pt>
                <c:pt idx="434">
                  <c:v>6.5</c:v>
                </c:pt>
                <c:pt idx="435">
                  <c:v>6.5</c:v>
                </c:pt>
                <c:pt idx="436">
                  <c:v>6.5</c:v>
                </c:pt>
                <c:pt idx="437">
                  <c:v>6.5</c:v>
                </c:pt>
                <c:pt idx="438">
                  <c:v>6.5</c:v>
                </c:pt>
                <c:pt idx="439">
                  <c:v>6.5</c:v>
                </c:pt>
                <c:pt idx="440">
                  <c:v>6.5</c:v>
                </c:pt>
                <c:pt idx="441">
                  <c:v>6.5</c:v>
                </c:pt>
                <c:pt idx="442">
                  <c:v>6.5</c:v>
                </c:pt>
                <c:pt idx="443">
                  <c:v>6.5</c:v>
                </c:pt>
                <c:pt idx="444">
                  <c:v>6.5</c:v>
                </c:pt>
                <c:pt idx="445">
                  <c:v>6.5</c:v>
                </c:pt>
                <c:pt idx="446">
                  <c:v>6.5</c:v>
                </c:pt>
                <c:pt idx="447">
                  <c:v>6.5</c:v>
                </c:pt>
                <c:pt idx="448">
                  <c:v>6.5</c:v>
                </c:pt>
                <c:pt idx="449">
                  <c:v>6.5</c:v>
                </c:pt>
                <c:pt idx="450">
                  <c:v>6.5</c:v>
                </c:pt>
                <c:pt idx="451">
                  <c:v>6.5</c:v>
                </c:pt>
                <c:pt idx="452">
                  <c:v>6.5</c:v>
                </c:pt>
                <c:pt idx="453">
                  <c:v>6.5</c:v>
                </c:pt>
                <c:pt idx="454">
                  <c:v>6.5</c:v>
                </c:pt>
                <c:pt idx="455">
                  <c:v>6.5</c:v>
                </c:pt>
                <c:pt idx="456">
                  <c:v>6.5</c:v>
                </c:pt>
                <c:pt idx="457">
                  <c:v>6.5</c:v>
                </c:pt>
                <c:pt idx="458">
                  <c:v>6.5</c:v>
                </c:pt>
                <c:pt idx="459">
                  <c:v>6.5</c:v>
                </c:pt>
                <c:pt idx="460">
                  <c:v>6.5</c:v>
                </c:pt>
                <c:pt idx="461">
                  <c:v>6.5</c:v>
                </c:pt>
                <c:pt idx="462">
                  <c:v>6.5</c:v>
                </c:pt>
                <c:pt idx="463">
                  <c:v>6.5</c:v>
                </c:pt>
                <c:pt idx="464">
                  <c:v>6.5</c:v>
                </c:pt>
                <c:pt idx="465">
                  <c:v>6.5</c:v>
                </c:pt>
                <c:pt idx="466">
                  <c:v>6.5</c:v>
                </c:pt>
                <c:pt idx="467">
                  <c:v>6.5</c:v>
                </c:pt>
                <c:pt idx="468">
                  <c:v>6.5</c:v>
                </c:pt>
                <c:pt idx="469">
                  <c:v>6.5</c:v>
                </c:pt>
                <c:pt idx="470">
                  <c:v>6.5</c:v>
                </c:pt>
                <c:pt idx="471">
                  <c:v>6.5</c:v>
                </c:pt>
                <c:pt idx="472">
                  <c:v>6.5</c:v>
                </c:pt>
                <c:pt idx="473">
                  <c:v>6.5</c:v>
                </c:pt>
                <c:pt idx="474">
                  <c:v>6.5</c:v>
                </c:pt>
                <c:pt idx="475">
                  <c:v>6.5</c:v>
                </c:pt>
                <c:pt idx="476">
                  <c:v>6.5</c:v>
                </c:pt>
                <c:pt idx="477">
                  <c:v>6.5</c:v>
                </c:pt>
                <c:pt idx="478">
                  <c:v>6.5</c:v>
                </c:pt>
                <c:pt idx="479">
                  <c:v>6.5</c:v>
                </c:pt>
                <c:pt idx="480">
                  <c:v>6.5</c:v>
                </c:pt>
                <c:pt idx="481">
                  <c:v>6.75</c:v>
                </c:pt>
                <c:pt idx="482">
                  <c:v>6.75</c:v>
                </c:pt>
                <c:pt idx="483">
                  <c:v>6.75</c:v>
                </c:pt>
                <c:pt idx="484">
                  <c:v>6.75</c:v>
                </c:pt>
                <c:pt idx="485">
                  <c:v>6.75</c:v>
                </c:pt>
                <c:pt idx="486">
                  <c:v>6.75</c:v>
                </c:pt>
                <c:pt idx="487">
                  <c:v>6.75</c:v>
                </c:pt>
                <c:pt idx="488">
                  <c:v>6.75</c:v>
                </c:pt>
                <c:pt idx="489">
                  <c:v>6.75</c:v>
                </c:pt>
                <c:pt idx="490">
                  <c:v>6.75</c:v>
                </c:pt>
                <c:pt idx="491">
                  <c:v>6.75</c:v>
                </c:pt>
                <c:pt idx="492">
                  <c:v>6.75</c:v>
                </c:pt>
                <c:pt idx="493">
                  <c:v>6.75</c:v>
                </c:pt>
                <c:pt idx="494">
                  <c:v>6.75</c:v>
                </c:pt>
                <c:pt idx="495">
                  <c:v>6.75</c:v>
                </c:pt>
                <c:pt idx="496">
                  <c:v>6.75</c:v>
                </c:pt>
                <c:pt idx="497">
                  <c:v>6.75</c:v>
                </c:pt>
                <c:pt idx="498">
                  <c:v>6.75</c:v>
                </c:pt>
                <c:pt idx="499">
                  <c:v>6.75</c:v>
                </c:pt>
                <c:pt idx="500">
                  <c:v>6.75</c:v>
                </c:pt>
                <c:pt idx="501">
                  <c:v>6.75</c:v>
                </c:pt>
                <c:pt idx="502">
                  <c:v>6.75</c:v>
                </c:pt>
                <c:pt idx="503">
                  <c:v>6.75</c:v>
                </c:pt>
                <c:pt idx="504">
                  <c:v>6.75</c:v>
                </c:pt>
                <c:pt idx="505">
                  <c:v>6.75</c:v>
                </c:pt>
                <c:pt idx="506">
                  <c:v>6.75</c:v>
                </c:pt>
                <c:pt idx="507">
                  <c:v>6.75</c:v>
                </c:pt>
                <c:pt idx="508">
                  <c:v>6.75</c:v>
                </c:pt>
                <c:pt idx="509">
                  <c:v>6.75</c:v>
                </c:pt>
                <c:pt idx="510">
                  <c:v>6.75</c:v>
                </c:pt>
                <c:pt idx="511">
                  <c:v>6.75</c:v>
                </c:pt>
                <c:pt idx="512">
                  <c:v>6.75</c:v>
                </c:pt>
                <c:pt idx="513">
                  <c:v>6.75</c:v>
                </c:pt>
                <c:pt idx="514">
                  <c:v>6.75</c:v>
                </c:pt>
                <c:pt idx="515">
                  <c:v>6.75</c:v>
                </c:pt>
                <c:pt idx="516">
                  <c:v>6.75</c:v>
                </c:pt>
                <c:pt idx="517">
                  <c:v>6.75</c:v>
                </c:pt>
                <c:pt idx="518">
                  <c:v>6.75</c:v>
                </c:pt>
                <c:pt idx="519">
                  <c:v>6.75</c:v>
                </c:pt>
                <c:pt idx="520">
                  <c:v>6.75</c:v>
                </c:pt>
                <c:pt idx="521">
                  <c:v>6.75</c:v>
                </c:pt>
                <c:pt idx="522">
                  <c:v>6.75</c:v>
                </c:pt>
                <c:pt idx="523">
                  <c:v>6.75</c:v>
                </c:pt>
                <c:pt idx="524">
                  <c:v>6.75</c:v>
                </c:pt>
                <c:pt idx="525">
                  <c:v>6.75</c:v>
                </c:pt>
                <c:pt idx="526">
                  <c:v>6.75</c:v>
                </c:pt>
                <c:pt idx="527">
                  <c:v>6.75</c:v>
                </c:pt>
                <c:pt idx="528">
                  <c:v>6.75</c:v>
                </c:pt>
                <c:pt idx="529">
                  <c:v>6.75</c:v>
                </c:pt>
                <c:pt idx="530">
                  <c:v>6.75</c:v>
                </c:pt>
                <c:pt idx="531">
                  <c:v>6.75</c:v>
                </c:pt>
                <c:pt idx="532">
                  <c:v>6.75</c:v>
                </c:pt>
                <c:pt idx="533">
                  <c:v>6.75</c:v>
                </c:pt>
                <c:pt idx="534">
                  <c:v>6.75</c:v>
                </c:pt>
                <c:pt idx="535">
                  <c:v>6.75</c:v>
                </c:pt>
                <c:pt idx="536">
                  <c:v>6.75</c:v>
                </c:pt>
                <c:pt idx="537">
                  <c:v>6.75</c:v>
                </c:pt>
                <c:pt idx="538">
                  <c:v>6.75</c:v>
                </c:pt>
                <c:pt idx="539">
                  <c:v>6.75</c:v>
                </c:pt>
                <c:pt idx="540">
                  <c:v>6.75</c:v>
                </c:pt>
                <c:pt idx="541">
                  <c:v>6.75</c:v>
                </c:pt>
                <c:pt idx="542">
                  <c:v>6.75</c:v>
                </c:pt>
                <c:pt idx="543">
                  <c:v>6.75</c:v>
                </c:pt>
                <c:pt idx="544">
                  <c:v>6.75</c:v>
                </c:pt>
                <c:pt idx="545">
                  <c:v>6.75</c:v>
                </c:pt>
                <c:pt idx="546">
                  <c:v>7</c:v>
                </c:pt>
                <c:pt idx="547">
                  <c:v>7</c:v>
                </c:pt>
                <c:pt idx="548">
                  <c:v>7</c:v>
                </c:pt>
                <c:pt idx="549">
                  <c:v>7</c:v>
                </c:pt>
                <c:pt idx="550">
                  <c:v>7</c:v>
                </c:pt>
                <c:pt idx="551">
                  <c:v>7</c:v>
                </c:pt>
                <c:pt idx="552">
                  <c:v>7</c:v>
                </c:pt>
                <c:pt idx="553">
                  <c:v>7</c:v>
                </c:pt>
                <c:pt idx="554">
                  <c:v>7</c:v>
                </c:pt>
                <c:pt idx="555">
                  <c:v>7</c:v>
                </c:pt>
                <c:pt idx="556">
                  <c:v>7</c:v>
                </c:pt>
                <c:pt idx="557">
                  <c:v>7</c:v>
                </c:pt>
                <c:pt idx="558">
                  <c:v>7</c:v>
                </c:pt>
                <c:pt idx="559">
                  <c:v>7</c:v>
                </c:pt>
                <c:pt idx="560">
                  <c:v>7</c:v>
                </c:pt>
                <c:pt idx="561">
                  <c:v>7</c:v>
                </c:pt>
                <c:pt idx="562">
                  <c:v>7</c:v>
                </c:pt>
                <c:pt idx="563">
                  <c:v>7</c:v>
                </c:pt>
                <c:pt idx="564">
                  <c:v>7</c:v>
                </c:pt>
                <c:pt idx="565">
                  <c:v>7</c:v>
                </c:pt>
                <c:pt idx="566">
                  <c:v>7.25</c:v>
                </c:pt>
                <c:pt idx="567">
                  <c:v>7.25</c:v>
                </c:pt>
                <c:pt idx="568">
                  <c:v>7.25</c:v>
                </c:pt>
                <c:pt idx="569">
                  <c:v>7.25</c:v>
                </c:pt>
                <c:pt idx="570">
                  <c:v>7.25</c:v>
                </c:pt>
                <c:pt idx="571">
                  <c:v>7.25</c:v>
                </c:pt>
                <c:pt idx="572">
                  <c:v>7.25</c:v>
                </c:pt>
                <c:pt idx="573">
                  <c:v>7.25</c:v>
                </c:pt>
                <c:pt idx="574">
                  <c:v>7.25</c:v>
                </c:pt>
                <c:pt idx="575">
                  <c:v>7.25</c:v>
                </c:pt>
                <c:pt idx="576">
                  <c:v>7.25</c:v>
                </c:pt>
                <c:pt idx="577">
                  <c:v>7.25</c:v>
                </c:pt>
                <c:pt idx="578">
                  <c:v>7.25</c:v>
                </c:pt>
                <c:pt idx="579">
                  <c:v>7.25</c:v>
                </c:pt>
                <c:pt idx="580">
                  <c:v>7.25</c:v>
                </c:pt>
                <c:pt idx="581">
                  <c:v>7.25</c:v>
                </c:pt>
                <c:pt idx="582">
                  <c:v>7.25</c:v>
                </c:pt>
                <c:pt idx="583">
                  <c:v>7.25</c:v>
                </c:pt>
                <c:pt idx="584">
                  <c:v>7.25</c:v>
                </c:pt>
                <c:pt idx="585">
                  <c:v>7.25</c:v>
                </c:pt>
                <c:pt idx="586">
                  <c:v>7.25</c:v>
                </c:pt>
                <c:pt idx="587">
                  <c:v>7.25</c:v>
                </c:pt>
                <c:pt idx="588">
                  <c:v>7.25</c:v>
                </c:pt>
                <c:pt idx="589">
                  <c:v>7.25</c:v>
                </c:pt>
                <c:pt idx="590">
                  <c:v>7.25</c:v>
                </c:pt>
                <c:pt idx="591">
                  <c:v>7.25</c:v>
                </c:pt>
                <c:pt idx="592">
                  <c:v>7.25</c:v>
                </c:pt>
                <c:pt idx="593">
                  <c:v>7.25</c:v>
                </c:pt>
                <c:pt idx="594">
                  <c:v>7.25</c:v>
                </c:pt>
                <c:pt idx="595">
                  <c:v>7.25</c:v>
                </c:pt>
                <c:pt idx="596">
                  <c:v>7.25</c:v>
                </c:pt>
                <c:pt idx="597">
                  <c:v>7.25</c:v>
                </c:pt>
                <c:pt idx="598">
                  <c:v>7.25</c:v>
                </c:pt>
                <c:pt idx="599">
                  <c:v>7.25</c:v>
                </c:pt>
                <c:pt idx="600">
                  <c:v>7.25</c:v>
                </c:pt>
                <c:pt idx="601">
                  <c:v>7.25</c:v>
                </c:pt>
                <c:pt idx="602">
                  <c:v>7.25</c:v>
                </c:pt>
                <c:pt idx="603">
                  <c:v>7.25</c:v>
                </c:pt>
                <c:pt idx="604">
                  <c:v>7.25</c:v>
                </c:pt>
                <c:pt idx="605">
                  <c:v>7.25</c:v>
                </c:pt>
                <c:pt idx="606">
                  <c:v>7.25</c:v>
                </c:pt>
                <c:pt idx="607">
                  <c:v>7.25</c:v>
                </c:pt>
                <c:pt idx="608">
                  <c:v>7.25</c:v>
                </c:pt>
                <c:pt idx="609">
                  <c:v>7.25</c:v>
                </c:pt>
                <c:pt idx="610">
                  <c:v>7.25</c:v>
                </c:pt>
                <c:pt idx="611">
                  <c:v>7.25</c:v>
                </c:pt>
                <c:pt idx="612">
                  <c:v>7.25</c:v>
                </c:pt>
                <c:pt idx="613">
                  <c:v>7.25</c:v>
                </c:pt>
                <c:pt idx="614">
                  <c:v>7.25</c:v>
                </c:pt>
                <c:pt idx="615">
                  <c:v>7.25</c:v>
                </c:pt>
                <c:pt idx="616">
                  <c:v>7.25</c:v>
                </c:pt>
                <c:pt idx="617">
                  <c:v>7.25</c:v>
                </c:pt>
                <c:pt idx="618">
                  <c:v>7.25</c:v>
                </c:pt>
                <c:pt idx="619">
                  <c:v>7.25</c:v>
                </c:pt>
                <c:pt idx="620">
                  <c:v>7.25</c:v>
                </c:pt>
                <c:pt idx="621">
                  <c:v>7.25</c:v>
                </c:pt>
                <c:pt idx="622">
                  <c:v>7.25</c:v>
                </c:pt>
                <c:pt idx="623">
                  <c:v>7.25</c:v>
                </c:pt>
                <c:pt idx="624">
                  <c:v>7.25</c:v>
                </c:pt>
                <c:pt idx="625">
                  <c:v>7.25</c:v>
                </c:pt>
                <c:pt idx="626">
                  <c:v>7.25</c:v>
                </c:pt>
                <c:pt idx="627">
                  <c:v>7.25</c:v>
                </c:pt>
                <c:pt idx="628">
                  <c:v>7.25</c:v>
                </c:pt>
                <c:pt idx="629">
                  <c:v>7.25</c:v>
                </c:pt>
                <c:pt idx="630">
                  <c:v>7.25</c:v>
                </c:pt>
                <c:pt idx="631">
                  <c:v>7.25</c:v>
                </c:pt>
                <c:pt idx="632">
                  <c:v>7.25</c:v>
                </c:pt>
                <c:pt idx="633">
                  <c:v>7.25</c:v>
                </c:pt>
                <c:pt idx="634">
                  <c:v>7.25</c:v>
                </c:pt>
                <c:pt idx="635">
                  <c:v>7.25</c:v>
                </c:pt>
                <c:pt idx="636">
                  <c:v>7.25</c:v>
                </c:pt>
                <c:pt idx="637">
                  <c:v>7.25</c:v>
                </c:pt>
                <c:pt idx="638">
                  <c:v>7.25</c:v>
                </c:pt>
                <c:pt idx="639">
                  <c:v>7.25</c:v>
                </c:pt>
                <c:pt idx="640">
                  <c:v>7.25</c:v>
                </c:pt>
                <c:pt idx="641">
                  <c:v>7.25</c:v>
                </c:pt>
                <c:pt idx="642">
                  <c:v>7.25</c:v>
                </c:pt>
                <c:pt idx="643">
                  <c:v>7.25</c:v>
                </c:pt>
                <c:pt idx="644">
                  <c:v>7.25</c:v>
                </c:pt>
                <c:pt idx="645">
                  <c:v>7.25</c:v>
                </c:pt>
                <c:pt idx="646">
                  <c:v>7.25</c:v>
                </c:pt>
                <c:pt idx="647">
                  <c:v>7.25</c:v>
                </c:pt>
                <c:pt idx="648">
                  <c:v>7.25</c:v>
                </c:pt>
                <c:pt idx="649">
                  <c:v>7.25</c:v>
                </c:pt>
                <c:pt idx="650">
                  <c:v>7.25</c:v>
                </c:pt>
                <c:pt idx="651">
                  <c:v>7.25</c:v>
                </c:pt>
                <c:pt idx="652">
                  <c:v>7.25</c:v>
                </c:pt>
                <c:pt idx="653">
                  <c:v>7.25</c:v>
                </c:pt>
                <c:pt idx="654">
                  <c:v>7.25</c:v>
                </c:pt>
                <c:pt idx="655">
                  <c:v>7.25</c:v>
                </c:pt>
                <c:pt idx="656">
                  <c:v>7.25</c:v>
                </c:pt>
                <c:pt idx="657">
                  <c:v>7.25</c:v>
                </c:pt>
                <c:pt idx="658">
                  <c:v>7.25</c:v>
                </c:pt>
                <c:pt idx="659">
                  <c:v>7.25</c:v>
                </c:pt>
                <c:pt idx="660">
                  <c:v>7.25</c:v>
                </c:pt>
                <c:pt idx="661">
                  <c:v>7.25</c:v>
                </c:pt>
                <c:pt idx="662">
                  <c:v>7.25</c:v>
                </c:pt>
                <c:pt idx="663">
                  <c:v>7.25</c:v>
                </c:pt>
                <c:pt idx="664">
                  <c:v>7.25</c:v>
                </c:pt>
                <c:pt idx="665">
                  <c:v>7.25</c:v>
                </c:pt>
                <c:pt idx="666">
                  <c:v>7.25</c:v>
                </c:pt>
                <c:pt idx="667">
                  <c:v>7.25</c:v>
                </c:pt>
                <c:pt idx="668">
                  <c:v>7.25</c:v>
                </c:pt>
                <c:pt idx="669">
                  <c:v>7.25</c:v>
                </c:pt>
                <c:pt idx="670">
                  <c:v>7.25</c:v>
                </c:pt>
                <c:pt idx="671">
                  <c:v>7.25</c:v>
                </c:pt>
                <c:pt idx="672">
                  <c:v>7.25</c:v>
                </c:pt>
                <c:pt idx="673">
                  <c:v>7.25</c:v>
                </c:pt>
                <c:pt idx="674">
                  <c:v>7.25</c:v>
                </c:pt>
                <c:pt idx="675">
                  <c:v>7.25</c:v>
                </c:pt>
                <c:pt idx="676">
                  <c:v>7.25</c:v>
                </c:pt>
                <c:pt idx="677">
                  <c:v>7.25</c:v>
                </c:pt>
                <c:pt idx="678">
                  <c:v>7.25</c:v>
                </c:pt>
                <c:pt idx="679">
                  <c:v>7.25</c:v>
                </c:pt>
                <c:pt idx="680">
                  <c:v>7.25</c:v>
                </c:pt>
                <c:pt idx="681">
                  <c:v>7.25</c:v>
                </c:pt>
                <c:pt idx="682">
                  <c:v>7.25</c:v>
                </c:pt>
                <c:pt idx="683">
                  <c:v>7.25</c:v>
                </c:pt>
                <c:pt idx="684">
                  <c:v>7.25</c:v>
                </c:pt>
                <c:pt idx="685">
                  <c:v>7.25</c:v>
                </c:pt>
                <c:pt idx="686">
                  <c:v>7.25</c:v>
                </c:pt>
                <c:pt idx="687">
                  <c:v>7.25</c:v>
                </c:pt>
                <c:pt idx="688">
                  <c:v>7.25</c:v>
                </c:pt>
                <c:pt idx="689">
                  <c:v>7.25</c:v>
                </c:pt>
                <c:pt idx="690">
                  <c:v>7.25</c:v>
                </c:pt>
                <c:pt idx="691">
                  <c:v>7.25</c:v>
                </c:pt>
                <c:pt idx="692">
                  <c:v>7.25</c:v>
                </c:pt>
                <c:pt idx="693">
                  <c:v>7.25</c:v>
                </c:pt>
                <c:pt idx="694">
                  <c:v>7.25</c:v>
                </c:pt>
                <c:pt idx="695">
                  <c:v>7.25</c:v>
                </c:pt>
                <c:pt idx="696">
                  <c:v>7</c:v>
                </c:pt>
                <c:pt idx="697">
                  <c:v>7</c:v>
                </c:pt>
                <c:pt idx="698">
                  <c:v>7</c:v>
                </c:pt>
                <c:pt idx="699">
                  <c:v>7</c:v>
                </c:pt>
                <c:pt idx="700">
                  <c:v>7</c:v>
                </c:pt>
                <c:pt idx="701">
                  <c:v>7</c:v>
                </c:pt>
                <c:pt idx="702">
                  <c:v>7</c:v>
                </c:pt>
                <c:pt idx="703">
                  <c:v>7</c:v>
                </c:pt>
                <c:pt idx="704">
                  <c:v>7</c:v>
                </c:pt>
                <c:pt idx="705">
                  <c:v>7</c:v>
                </c:pt>
                <c:pt idx="706">
                  <c:v>7</c:v>
                </c:pt>
                <c:pt idx="707">
                  <c:v>7</c:v>
                </c:pt>
                <c:pt idx="708">
                  <c:v>7</c:v>
                </c:pt>
                <c:pt idx="709">
                  <c:v>7</c:v>
                </c:pt>
                <c:pt idx="710">
                  <c:v>7</c:v>
                </c:pt>
                <c:pt idx="711">
                  <c:v>7</c:v>
                </c:pt>
                <c:pt idx="712">
                  <c:v>7</c:v>
                </c:pt>
                <c:pt idx="713">
                  <c:v>7</c:v>
                </c:pt>
                <c:pt idx="714">
                  <c:v>7</c:v>
                </c:pt>
                <c:pt idx="715">
                  <c:v>7</c:v>
                </c:pt>
                <c:pt idx="716">
                  <c:v>7</c:v>
                </c:pt>
                <c:pt idx="717">
                  <c:v>7</c:v>
                </c:pt>
                <c:pt idx="718">
                  <c:v>7</c:v>
                </c:pt>
                <c:pt idx="719">
                  <c:v>7</c:v>
                </c:pt>
                <c:pt idx="720">
                  <c:v>7</c:v>
                </c:pt>
                <c:pt idx="721">
                  <c:v>6</c:v>
                </c:pt>
                <c:pt idx="722">
                  <c:v>6</c:v>
                </c:pt>
                <c:pt idx="723">
                  <c:v>6</c:v>
                </c:pt>
                <c:pt idx="724">
                  <c:v>6</c:v>
                </c:pt>
                <c:pt idx="725">
                  <c:v>6</c:v>
                </c:pt>
                <c:pt idx="726">
                  <c:v>6</c:v>
                </c:pt>
                <c:pt idx="727">
                  <c:v>6</c:v>
                </c:pt>
                <c:pt idx="728">
                  <c:v>6</c:v>
                </c:pt>
                <c:pt idx="729">
                  <c:v>6</c:v>
                </c:pt>
                <c:pt idx="730">
                  <c:v>6</c:v>
                </c:pt>
                <c:pt idx="731">
                  <c:v>6</c:v>
                </c:pt>
                <c:pt idx="732">
                  <c:v>6</c:v>
                </c:pt>
                <c:pt idx="733">
                  <c:v>6</c:v>
                </c:pt>
                <c:pt idx="734">
                  <c:v>6</c:v>
                </c:pt>
                <c:pt idx="735">
                  <c:v>6</c:v>
                </c:pt>
                <c:pt idx="736">
                  <c:v>6</c:v>
                </c:pt>
                <c:pt idx="737">
                  <c:v>6</c:v>
                </c:pt>
                <c:pt idx="738">
                  <c:v>6</c:v>
                </c:pt>
                <c:pt idx="739">
                  <c:v>6</c:v>
                </c:pt>
                <c:pt idx="740">
                  <c:v>6</c:v>
                </c:pt>
                <c:pt idx="741">
                  <c:v>5.25</c:v>
                </c:pt>
                <c:pt idx="742">
                  <c:v>5.25</c:v>
                </c:pt>
                <c:pt idx="743">
                  <c:v>5.25</c:v>
                </c:pt>
                <c:pt idx="744">
                  <c:v>5.25</c:v>
                </c:pt>
                <c:pt idx="745">
                  <c:v>5.25</c:v>
                </c:pt>
                <c:pt idx="746">
                  <c:v>5.25</c:v>
                </c:pt>
                <c:pt idx="747">
                  <c:v>5.25</c:v>
                </c:pt>
                <c:pt idx="748">
                  <c:v>5.25</c:v>
                </c:pt>
                <c:pt idx="749">
                  <c:v>5.25</c:v>
                </c:pt>
                <c:pt idx="750">
                  <c:v>5.25</c:v>
                </c:pt>
                <c:pt idx="751">
                  <c:v>5.25</c:v>
                </c:pt>
                <c:pt idx="752">
                  <c:v>5.25</c:v>
                </c:pt>
                <c:pt idx="753">
                  <c:v>5.25</c:v>
                </c:pt>
                <c:pt idx="754">
                  <c:v>5.25</c:v>
                </c:pt>
                <c:pt idx="755">
                  <c:v>5.25</c:v>
                </c:pt>
                <c:pt idx="756">
                  <c:v>5.25</c:v>
                </c:pt>
                <c:pt idx="757">
                  <c:v>5.25</c:v>
                </c:pt>
                <c:pt idx="758">
                  <c:v>5.25</c:v>
                </c:pt>
                <c:pt idx="759">
                  <c:v>5.25</c:v>
                </c:pt>
                <c:pt idx="760">
                  <c:v>5.25</c:v>
                </c:pt>
                <c:pt idx="761">
                  <c:v>4.25</c:v>
                </c:pt>
                <c:pt idx="762">
                  <c:v>4.25</c:v>
                </c:pt>
                <c:pt idx="763">
                  <c:v>4.25</c:v>
                </c:pt>
                <c:pt idx="764">
                  <c:v>4.25</c:v>
                </c:pt>
                <c:pt idx="765">
                  <c:v>4.25</c:v>
                </c:pt>
                <c:pt idx="766">
                  <c:v>4.25</c:v>
                </c:pt>
                <c:pt idx="767">
                  <c:v>4.25</c:v>
                </c:pt>
                <c:pt idx="768">
                  <c:v>4.25</c:v>
                </c:pt>
                <c:pt idx="769">
                  <c:v>4.25</c:v>
                </c:pt>
                <c:pt idx="770">
                  <c:v>4.25</c:v>
                </c:pt>
                <c:pt idx="771">
                  <c:v>4.25</c:v>
                </c:pt>
                <c:pt idx="772">
                  <c:v>4.25</c:v>
                </c:pt>
                <c:pt idx="773">
                  <c:v>4.25</c:v>
                </c:pt>
                <c:pt idx="774">
                  <c:v>4.25</c:v>
                </c:pt>
                <c:pt idx="775">
                  <c:v>4.25</c:v>
                </c:pt>
                <c:pt idx="776">
                  <c:v>4.25</c:v>
                </c:pt>
                <c:pt idx="777">
                  <c:v>4.25</c:v>
                </c:pt>
                <c:pt idx="778">
                  <c:v>4.25</c:v>
                </c:pt>
                <c:pt idx="779">
                  <c:v>4.25</c:v>
                </c:pt>
                <c:pt idx="780">
                  <c:v>4.25</c:v>
                </c:pt>
                <c:pt idx="781">
                  <c:v>4.25</c:v>
                </c:pt>
                <c:pt idx="782">
                  <c:v>4.25</c:v>
                </c:pt>
                <c:pt idx="783">
                  <c:v>4.25</c:v>
                </c:pt>
                <c:pt idx="784">
                  <c:v>4.25</c:v>
                </c:pt>
                <c:pt idx="785">
                  <c:v>4.25</c:v>
                </c:pt>
                <c:pt idx="786">
                  <c:v>4.25</c:v>
                </c:pt>
                <c:pt idx="787">
                  <c:v>4.25</c:v>
                </c:pt>
                <c:pt idx="788">
                  <c:v>4.25</c:v>
                </c:pt>
                <c:pt idx="789">
                  <c:v>4.25</c:v>
                </c:pt>
                <c:pt idx="790">
                  <c:v>4.25</c:v>
                </c:pt>
                <c:pt idx="791">
                  <c:v>4.25</c:v>
                </c:pt>
                <c:pt idx="792">
                  <c:v>4.25</c:v>
                </c:pt>
                <c:pt idx="793">
                  <c:v>4.25</c:v>
                </c:pt>
                <c:pt idx="794">
                  <c:v>4.25</c:v>
                </c:pt>
                <c:pt idx="795">
                  <c:v>4.25</c:v>
                </c:pt>
                <c:pt idx="796">
                  <c:v>4.25</c:v>
                </c:pt>
                <c:pt idx="797">
                  <c:v>4.25</c:v>
                </c:pt>
                <c:pt idx="798">
                  <c:v>4.25</c:v>
                </c:pt>
                <c:pt idx="799">
                  <c:v>4.25</c:v>
                </c:pt>
                <c:pt idx="800">
                  <c:v>4.25</c:v>
                </c:pt>
                <c:pt idx="801">
                  <c:v>4.25</c:v>
                </c:pt>
                <c:pt idx="802">
                  <c:v>4.25</c:v>
                </c:pt>
                <c:pt idx="803">
                  <c:v>4.25</c:v>
                </c:pt>
                <c:pt idx="804">
                  <c:v>4.25</c:v>
                </c:pt>
                <c:pt idx="805">
                  <c:v>4.25</c:v>
                </c:pt>
                <c:pt idx="806">
                  <c:v>3.25</c:v>
                </c:pt>
                <c:pt idx="807">
                  <c:v>3.25</c:v>
                </c:pt>
                <c:pt idx="808">
                  <c:v>3.25</c:v>
                </c:pt>
                <c:pt idx="809">
                  <c:v>3.25</c:v>
                </c:pt>
                <c:pt idx="810">
                  <c:v>3.25</c:v>
                </c:pt>
                <c:pt idx="811">
                  <c:v>3.25</c:v>
                </c:pt>
                <c:pt idx="812">
                  <c:v>3.25</c:v>
                </c:pt>
                <c:pt idx="813">
                  <c:v>3.25</c:v>
                </c:pt>
                <c:pt idx="814">
                  <c:v>3.25</c:v>
                </c:pt>
                <c:pt idx="815">
                  <c:v>3.25</c:v>
                </c:pt>
                <c:pt idx="816">
                  <c:v>3.25</c:v>
                </c:pt>
                <c:pt idx="817">
                  <c:v>3.25</c:v>
                </c:pt>
                <c:pt idx="818">
                  <c:v>3.25</c:v>
                </c:pt>
                <c:pt idx="819">
                  <c:v>3.25</c:v>
                </c:pt>
                <c:pt idx="820">
                  <c:v>3.25</c:v>
                </c:pt>
                <c:pt idx="821">
                  <c:v>3.25</c:v>
                </c:pt>
                <c:pt idx="822">
                  <c:v>3.25</c:v>
                </c:pt>
                <c:pt idx="823">
                  <c:v>3.25</c:v>
                </c:pt>
                <c:pt idx="824">
                  <c:v>3.25</c:v>
                </c:pt>
                <c:pt idx="825">
                  <c:v>3.25</c:v>
                </c:pt>
                <c:pt idx="826">
                  <c:v>3.25</c:v>
                </c:pt>
                <c:pt idx="827">
                  <c:v>3.25</c:v>
                </c:pt>
                <c:pt idx="828">
                  <c:v>3.25</c:v>
                </c:pt>
                <c:pt idx="829">
                  <c:v>3.25</c:v>
                </c:pt>
                <c:pt idx="830">
                  <c:v>3.25</c:v>
                </c:pt>
                <c:pt idx="831">
                  <c:v>3.25</c:v>
                </c:pt>
                <c:pt idx="832">
                  <c:v>3.25</c:v>
                </c:pt>
                <c:pt idx="833">
                  <c:v>3.25</c:v>
                </c:pt>
                <c:pt idx="834">
                  <c:v>3.25</c:v>
                </c:pt>
                <c:pt idx="835">
                  <c:v>3.25</c:v>
                </c:pt>
                <c:pt idx="836">
                  <c:v>3.25</c:v>
                </c:pt>
                <c:pt idx="837">
                  <c:v>3.25</c:v>
                </c:pt>
                <c:pt idx="838">
                  <c:v>3.25</c:v>
                </c:pt>
                <c:pt idx="839">
                  <c:v>3.25</c:v>
                </c:pt>
                <c:pt idx="840">
                  <c:v>3.25</c:v>
                </c:pt>
                <c:pt idx="841">
                  <c:v>3.25</c:v>
                </c:pt>
                <c:pt idx="842">
                  <c:v>3.25</c:v>
                </c:pt>
                <c:pt idx="843">
                  <c:v>3.25</c:v>
                </c:pt>
                <c:pt idx="844">
                  <c:v>3.25</c:v>
                </c:pt>
                <c:pt idx="845">
                  <c:v>3.25</c:v>
                </c:pt>
                <c:pt idx="846">
                  <c:v>3.25</c:v>
                </c:pt>
                <c:pt idx="847">
                  <c:v>3.25</c:v>
                </c:pt>
                <c:pt idx="848">
                  <c:v>3.25</c:v>
                </c:pt>
                <c:pt idx="849">
                  <c:v>3.25</c:v>
                </c:pt>
                <c:pt idx="850">
                  <c:v>3.25</c:v>
                </c:pt>
                <c:pt idx="851">
                  <c:v>3</c:v>
                </c:pt>
                <c:pt idx="852">
                  <c:v>3</c:v>
                </c:pt>
                <c:pt idx="853">
                  <c:v>3</c:v>
                </c:pt>
                <c:pt idx="854">
                  <c:v>3</c:v>
                </c:pt>
                <c:pt idx="855">
                  <c:v>3</c:v>
                </c:pt>
                <c:pt idx="856">
                  <c:v>3</c:v>
                </c:pt>
                <c:pt idx="857">
                  <c:v>3</c:v>
                </c:pt>
                <c:pt idx="858">
                  <c:v>3</c:v>
                </c:pt>
                <c:pt idx="859">
                  <c:v>3</c:v>
                </c:pt>
                <c:pt idx="860">
                  <c:v>3</c:v>
                </c:pt>
                <c:pt idx="861">
                  <c:v>3</c:v>
                </c:pt>
                <c:pt idx="862">
                  <c:v>3</c:v>
                </c:pt>
                <c:pt idx="863">
                  <c:v>3</c:v>
                </c:pt>
                <c:pt idx="864">
                  <c:v>3</c:v>
                </c:pt>
                <c:pt idx="865">
                  <c:v>3</c:v>
                </c:pt>
                <c:pt idx="866">
                  <c:v>3</c:v>
                </c:pt>
                <c:pt idx="867">
                  <c:v>3</c:v>
                </c:pt>
                <c:pt idx="868">
                  <c:v>3</c:v>
                </c:pt>
                <c:pt idx="869">
                  <c:v>3</c:v>
                </c:pt>
                <c:pt idx="870">
                  <c:v>3</c:v>
                </c:pt>
                <c:pt idx="871">
                  <c:v>3</c:v>
                </c:pt>
                <c:pt idx="872">
                  <c:v>3</c:v>
                </c:pt>
                <c:pt idx="873">
                  <c:v>3</c:v>
                </c:pt>
                <c:pt idx="874">
                  <c:v>3</c:v>
                </c:pt>
                <c:pt idx="875">
                  <c:v>3</c:v>
                </c:pt>
                <c:pt idx="876">
                  <c:v>3</c:v>
                </c:pt>
                <c:pt idx="877">
                  <c:v>3</c:v>
                </c:pt>
                <c:pt idx="878">
                  <c:v>3</c:v>
                </c:pt>
                <c:pt idx="879">
                  <c:v>3</c:v>
                </c:pt>
                <c:pt idx="880">
                  <c:v>3</c:v>
                </c:pt>
                <c:pt idx="881">
                  <c:v>3</c:v>
                </c:pt>
                <c:pt idx="882">
                  <c:v>3</c:v>
                </c:pt>
                <c:pt idx="883">
                  <c:v>3</c:v>
                </c:pt>
                <c:pt idx="884">
                  <c:v>3</c:v>
                </c:pt>
                <c:pt idx="885">
                  <c:v>3</c:v>
                </c:pt>
                <c:pt idx="886">
                  <c:v>3</c:v>
                </c:pt>
                <c:pt idx="887">
                  <c:v>3</c:v>
                </c:pt>
                <c:pt idx="888">
                  <c:v>3</c:v>
                </c:pt>
                <c:pt idx="889">
                  <c:v>3</c:v>
                </c:pt>
                <c:pt idx="890">
                  <c:v>3</c:v>
                </c:pt>
                <c:pt idx="891">
                  <c:v>3</c:v>
                </c:pt>
                <c:pt idx="892">
                  <c:v>3</c:v>
                </c:pt>
                <c:pt idx="893">
                  <c:v>3</c:v>
                </c:pt>
                <c:pt idx="894">
                  <c:v>3</c:v>
                </c:pt>
                <c:pt idx="895">
                  <c:v>3</c:v>
                </c:pt>
                <c:pt idx="896">
                  <c:v>3</c:v>
                </c:pt>
                <c:pt idx="897">
                  <c:v>3</c:v>
                </c:pt>
                <c:pt idx="898">
                  <c:v>3</c:v>
                </c:pt>
                <c:pt idx="899">
                  <c:v>3</c:v>
                </c:pt>
                <c:pt idx="900">
                  <c:v>3</c:v>
                </c:pt>
                <c:pt idx="901">
                  <c:v>3</c:v>
                </c:pt>
                <c:pt idx="902">
                  <c:v>3</c:v>
                </c:pt>
                <c:pt idx="903">
                  <c:v>3</c:v>
                </c:pt>
                <c:pt idx="904">
                  <c:v>3</c:v>
                </c:pt>
                <c:pt idx="905">
                  <c:v>3</c:v>
                </c:pt>
                <c:pt idx="906">
                  <c:v>3</c:v>
                </c:pt>
                <c:pt idx="907">
                  <c:v>3</c:v>
                </c:pt>
                <c:pt idx="908">
                  <c:v>3</c:v>
                </c:pt>
                <c:pt idx="909">
                  <c:v>3</c:v>
                </c:pt>
                <c:pt idx="910">
                  <c:v>3</c:v>
                </c:pt>
                <c:pt idx="911">
                  <c:v>3</c:v>
                </c:pt>
                <c:pt idx="912">
                  <c:v>3</c:v>
                </c:pt>
                <c:pt idx="913">
                  <c:v>3</c:v>
                </c:pt>
                <c:pt idx="914">
                  <c:v>3</c:v>
                </c:pt>
                <c:pt idx="915">
                  <c:v>3</c:v>
                </c:pt>
                <c:pt idx="916">
                  <c:v>3</c:v>
                </c:pt>
                <c:pt idx="917">
                  <c:v>3</c:v>
                </c:pt>
                <c:pt idx="918">
                  <c:v>3</c:v>
                </c:pt>
                <c:pt idx="919">
                  <c:v>3</c:v>
                </c:pt>
                <c:pt idx="920">
                  <c:v>3</c:v>
                </c:pt>
                <c:pt idx="921">
                  <c:v>3</c:v>
                </c:pt>
                <c:pt idx="922">
                  <c:v>3</c:v>
                </c:pt>
                <c:pt idx="923">
                  <c:v>3</c:v>
                </c:pt>
                <c:pt idx="924">
                  <c:v>3</c:v>
                </c:pt>
                <c:pt idx="925">
                  <c:v>3</c:v>
                </c:pt>
                <c:pt idx="926">
                  <c:v>3</c:v>
                </c:pt>
                <c:pt idx="927">
                  <c:v>3</c:v>
                </c:pt>
                <c:pt idx="928">
                  <c:v>3</c:v>
                </c:pt>
                <c:pt idx="929">
                  <c:v>3</c:v>
                </c:pt>
                <c:pt idx="930">
                  <c:v>3</c:v>
                </c:pt>
                <c:pt idx="931">
                  <c:v>3</c:v>
                </c:pt>
                <c:pt idx="932">
                  <c:v>3</c:v>
                </c:pt>
                <c:pt idx="933">
                  <c:v>3</c:v>
                </c:pt>
                <c:pt idx="934">
                  <c:v>3</c:v>
                </c:pt>
                <c:pt idx="935">
                  <c:v>3</c:v>
                </c:pt>
                <c:pt idx="936">
                  <c:v>3</c:v>
                </c:pt>
                <c:pt idx="937">
                  <c:v>3</c:v>
                </c:pt>
                <c:pt idx="938">
                  <c:v>3</c:v>
                </c:pt>
                <c:pt idx="939">
                  <c:v>3</c:v>
                </c:pt>
                <c:pt idx="940">
                  <c:v>3</c:v>
                </c:pt>
                <c:pt idx="941">
                  <c:v>3</c:v>
                </c:pt>
                <c:pt idx="942">
                  <c:v>3</c:v>
                </c:pt>
                <c:pt idx="943">
                  <c:v>3</c:v>
                </c:pt>
                <c:pt idx="944">
                  <c:v>3</c:v>
                </c:pt>
                <c:pt idx="945">
                  <c:v>3</c:v>
                </c:pt>
                <c:pt idx="946">
                  <c:v>3</c:v>
                </c:pt>
                <c:pt idx="947">
                  <c:v>3</c:v>
                </c:pt>
                <c:pt idx="948">
                  <c:v>3</c:v>
                </c:pt>
                <c:pt idx="949">
                  <c:v>3</c:v>
                </c:pt>
                <c:pt idx="950">
                  <c:v>3</c:v>
                </c:pt>
                <c:pt idx="951">
                  <c:v>3</c:v>
                </c:pt>
                <c:pt idx="952">
                  <c:v>3</c:v>
                </c:pt>
                <c:pt idx="953">
                  <c:v>3</c:v>
                </c:pt>
                <c:pt idx="954">
                  <c:v>3</c:v>
                </c:pt>
                <c:pt idx="955">
                  <c:v>3</c:v>
                </c:pt>
                <c:pt idx="956">
                  <c:v>3</c:v>
                </c:pt>
                <c:pt idx="957">
                  <c:v>3</c:v>
                </c:pt>
                <c:pt idx="958">
                  <c:v>3</c:v>
                </c:pt>
                <c:pt idx="959">
                  <c:v>3</c:v>
                </c:pt>
                <c:pt idx="960">
                  <c:v>3</c:v>
                </c:pt>
                <c:pt idx="961">
                  <c:v>3</c:v>
                </c:pt>
                <c:pt idx="962">
                  <c:v>3</c:v>
                </c:pt>
                <c:pt idx="963">
                  <c:v>3</c:v>
                </c:pt>
                <c:pt idx="964">
                  <c:v>3</c:v>
                </c:pt>
                <c:pt idx="965">
                  <c:v>3</c:v>
                </c:pt>
                <c:pt idx="966">
                  <c:v>3</c:v>
                </c:pt>
                <c:pt idx="967">
                  <c:v>3</c:v>
                </c:pt>
                <c:pt idx="968">
                  <c:v>3</c:v>
                </c:pt>
                <c:pt idx="969">
                  <c:v>3</c:v>
                </c:pt>
                <c:pt idx="970">
                  <c:v>3</c:v>
                </c:pt>
                <c:pt idx="971">
                  <c:v>3</c:v>
                </c:pt>
                <c:pt idx="972">
                  <c:v>3</c:v>
                </c:pt>
                <c:pt idx="973">
                  <c:v>3</c:v>
                </c:pt>
                <c:pt idx="974">
                  <c:v>3</c:v>
                </c:pt>
                <c:pt idx="975">
                  <c:v>3</c:v>
                </c:pt>
                <c:pt idx="976">
                  <c:v>3</c:v>
                </c:pt>
                <c:pt idx="977">
                  <c:v>3</c:v>
                </c:pt>
                <c:pt idx="978">
                  <c:v>3</c:v>
                </c:pt>
                <c:pt idx="979">
                  <c:v>3</c:v>
                </c:pt>
                <c:pt idx="980">
                  <c:v>3</c:v>
                </c:pt>
                <c:pt idx="981">
                  <c:v>3.25</c:v>
                </c:pt>
                <c:pt idx="982">
                  <c:v>3.25</c:v>
                </c:pt>
                <c:pt idx="983">
                  <c:v>3.25</c:v>
                </c:pt>
                <c:pt idx="984">
                  <c:v>3.25</c:v>
                </c:pt>
                <c:pt idx="985">
                  <c:v>3.25</c:v>
                </c:pt>
                <c:pt idx="986">
                  <c:v>3.25</c:v>
                </c:pt>
                <c:pt idx="987">
                  <c:v>3.25</c:v>
                </c:pt>
                <c:pt idx="988">
                  <c:v>3.25</c:v>
                </c:pt>
                <c:pt idx="989">
                  <c:v>3.25</c:v>
                </c:pt>
                <c:pt idx="990">
                  <c:v>3.25</c:v>
                </c:pt>
                <c:pt idx="991">
                  <c:v>3.25</c:v>
                </c:pt>
                <c:pt idx="992">
                  <c:v>3.25</c:v>
                </c:pt>
                <c:pt idx="993">
                  <c:v>3.25</c:v>
                </c:pt>
                <c:pt idx="994">
                  <c:v>3.25</c:v>
                </c:pt>
                <c:pt idx="995">
                  <c:v>3.25</c:v>
                </c:pt>
                <c:pt idx="996">
                  <c:v>3.25</c:v>
                </c:pt>
                <c:pt idx="997">
                  <c:v>3.25</c:v>
                </c:pt>
                <c:pt idx="998">
                  <c:v>3.25</c:v>
                </c:pt>
                <c:pt idx="999">
                  <c:v>3.25</c:v>
                </c:pt>
                <c:pt idx="1000">
                  <c:v>3.25</c:v>
                </c:pt>
                <c:pt idx="1001">
                  <c:v>3.5</c:v>
                </c:pt>
                <c:pt idx="1002">
                  <c:v>3.5</c:v>
                </c:pt>
                <c:pt idx="1003">
                  <c:v>3.5</c:v>
                </c:pt>
                <c:pt idx="1004">
                  <c:v>3.5</c:v>
                </c:pt>
                <c:pt idx="1005">
                  <c:v>3.5</c:v>
                </c:pt>
                <c:pt idx="1006">
                  <c:v>3.5</c:v>
                </c:pt>
                <c:pt idx="1007">
                  <c:v>3.5</c:v>
                </c:pt>
                <c:pt idx="1008">
                  <c:v>3.5</c:v>
                </c:pt>
                <c:pt idx="1009">
                  <c:v>3.5</c:v>
                </c:pt>
                <c:pt idx="1010">
                  <c:v>3.5</c:v>
                </c:pt>
                <c:pt idx="1011">
                  <c:v>3.5</c:v>
                </c:pt>
                <c:pt idx="1012">
                  <c:v>3.5</c:v>
                </c:pt>
                <c:pt idx="1013">
                  <c:v>3.5</c:v>
                </c:pt>
                <c:pt idx="1014">
                  <c:v>3.5</c:v>
                </c:pt>
                <c:pt idx="1015">
                  <c:v>3.5</c:v>
                </c:pt>
                <c:pt idx="1016">
                  <c:v>3.5</c:v>
                </c:pt>
                <c:pt idx="1017">
                  <c:v>3.5</c:v>
                </c:pt>
                <c:pt idx="1018">
                  <c:v>3.5</c:v>
                </c:pt>
                <c:pt idx="1019">
                  <c:v>3.5</c:v>
                </c:pt>
                <c:pt idx="1020">
                  <c:v>3.5</c:v>
                </c:pt>
                <c:pt idx="1021">
                  <c:v>3.75</c:v>
                </c:pt>
                <c:pt idx="1022">
                  <c:v>3.75</c:v>
                </c:pt>
                <c:pt idx="1023">
                  <c:v>3.75</c:v>
                </c:pt>
                <c:pt idx="1024">
                  <c:v>3.75</c:v>
                </c:pt>
                <c:pt idx="1025">
                  <c:v>3.75</c:v>
                </c:pt>
                <c:pt idx="1026">
                  <c:v>3.75</c:v>
                </c:pt>
                <c:pt idx="1027">
                  <c:v>3.75</c:v>
                </c:pt>
                <c:pt idx="1028">
                  <c:v>3.75</c:v>
                </c:pt>
                <c:pt idx="1029">
                  <c:v>3.75</c:v>
                </c:pt>
                <c:pt idx="1030">
                  <c:v>3.75</c:v>
                </c:pt>
                <c:pt idx="1031">
                  <c:v>3.75</c:v>
                </c:pt>
                <c:pt idx="1032">
                  <c:v>3.75</c:v>
                </c:pt>
                <c:pt idx="1033">
                  <c:v>3.75</c:v>
                </c:pt>
                <c:pt idx="1034">
                  <c:v>3.75</c:v>
                </c:pt>
                <c:pt idx="1035">
                  <c:v>3.75</c:v>
                </c:pt>
                <c:pt idx="1036">
                  <c:v>3.75</c:v>
                </c:pt>
                <c:pt idx="1037">
                  <c:v>3.75</c:v>
                </c:pt>
                <c:pt idx="1038">
                  <c:v>3.75</c:v>
                </c:pt>
                <c:pt idx="1039">
                  <c:v>3.75</c:v>
                </c:pt>
                <c:pt idx="1040">
                  <c:v>3.75</c:v>
                </c:pt>
                <c:pt idx="1041">
                  <c:v>3.75</c:v>
                </c:pt>
                <c:pt idx="1042">
                  <c:v>3.75</c:v>
                </c:pt>
                <c:pt idx="1043">
                  <c:v>3.75</c:v>
                </c:pt>
                <c:pt idx="1044">
                  <c:v>3.75</c:v>
                </c:pt>
                <c:pt idx="1045">
                  <c:v>3.75</c:v>
                </c:pt>
                <c:pt idx="1046">
                  <c:v>3.75</c:v>
                </c:pt>
                <c:pt idx="1047">
                  <c:v>3.75</c:v>
                </c:pt>
                <c:pt idx="1048">
                  <c:v>3.75</c:v>
                </c:pt>
                <c:pt idx="1049">
                  <c:v>3.75</c:v>
                </c:pt>
                <c:pt idx="1050">
                  <c:v>3.75</c:v>
                </c:pt>
                <c:pt idx="1051">
                  <c:v>3.75</c:v>
                </c:pt>
                <c:pt idx="1052">
                  <c:v>3.75</c:v>
                </c:pt>
                <c:pt idx="1053">
                  <c:v>3.75</c:v>
                </c:pt>
                <c:pt idx="1054">
                  <c:v>3.75</c:v>
                </c:pt>
                <c:pt idx="1055">
                  <c:v>3.75</c:v>
                </c:pt>
                <c:pt idx="1056">
                  <c:v>3.75</c:v>
                </c:pt>
                <c:pt idx="1057">
                  <c:v>3.75</c:v>
                </c:pt>
                <c:pt idx="1058">
                  <c:v>3.75</c:v>
                </c:pt>
                <c:pt idx="1059">
                  <c:v>3.75</c:v>
                </c:pt>
                <c:pt idx="1060">
                  <c:v>3.75</c:v>
                </c:pt>
                <c:pt idx="1061">
                  <c:v>3.75</c:v>
                </c:pt>
                <c:pt idx="1062">
                  <c:v>3.75</c:v>
                </c:pt>
                <c:pt idx="1063">
                  <c:v>3.75</c:v>
                </c:pt>
                <c:pt idx="1064">
                  <c:v>3.75</c:v>
                </c:pt>
                <c:pt idx="1065">
                  <c:v>3.75</c:v>
                </c:pt>
                <c:pt idx="1066">
                  <c:v>3.75</c:v>
                </c:pt>
                <c:pt idx="1067">
                  <c:v>3.75</c:v>
                </c:pt>
                <c:pt idx="1068">
                  <c:v>3.75</c:v>
                </c:pt>
                <c:pt idx="1069">
                  <c:v>3.75</c:v>
                </c:pt>
                <c:pt idx="1070">
                  <c:v>3.75</c:v>
                </c:pt>
                <c:pt idx="1071">
                  <c:v>3.75</c:v>
                </c:pt>
                <c:pt idx="1072">
                  <c:v>3.75</c:v>
                </c:pt>
                <c:pt idx="1073">
                  <c:v>3.75</c:v>
                </c:pt>
                <c:pt idx="1074">
                  <c:v>3.75</c:v>
                </c:pt>
                <c:pt idx="1075">
                  <c:v>3.75</c:v>
                </c:pt>
                <c:pt idx="1076">
                  <c:v>3.75</c:v>
                </c:pt>
                <c:pt idx="1077">
                  <c:v>3.75</c:v>
                </c:pt>
                <c:pt idx="1078">
                  <c:v>3.75</c:v>
                </c:pt>
                <c:pt idx="1079">
                  <c:v>3.75</c:v>
                </c:pt>
                <c:pt idx="1080">
                  <c:v>3.75</c:v>
                </c:pt>
                <c:pt idx="1081">
                  <c:v>3.75</c:v>
                </c:pt>
                <c:pt idx="1082">
                  <c:v>3.75</c:v>
                </c:pt>
                <c:pt idx="1083">
                  <c:v>3.75</c:v>
                </c:pt>
                <c:pt idx="1084">
                  <c:v>3.75</c:v>
                </c:pt>
                <c:pt idx="1085">
                  <c:v>3.75</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4.25</c:v>
                </c:pt>
                <c:pt idx="1112">
                  <c:v>4.25</c:v>
                </c:pt>
                <c:pt idx="1113">
                  <c:v>4.25</c:v>
                </c:pt>
                <c:pt idx="1114">
                  <c:v>4.25</c:v>
                </c:pt>
                <c:pt idx="1115">
                  <c:v>4.25</c:v>
                </c:pt>
                <c:pt idx="1116">
                  <c:v>4.25</c:v>
                </c:pt>
                <c:pt idx="1117">
                  <c:v>4.25</c:v>
                </c:pt>
                <c:pt idx="1118">
                  <c:v>4.25</c:v>
                </c:pt>
                <c:pt idx="1119">
                  <c:v>4.25</c:v>
                </c:pt>
                <c:pt idx="1120">
                  <c:v>4.25</c:v>
                </c:pt>
                <c:pt idx="1121">
                  <c:v>4.25</c:v>
                </c:pt>
                <c:pt idx="1122">
                  <c:v>4.25</c:v>
                </c:pt>
                <c:pt idx="1123">
                  <c:v>4.25</c:v>
                </c:pt>
                <c:pt idx="1124">
                  <c:v>4.25</c:v>
                </c:pt>
                <c:pt idx="1125">
                  <c:v>4.25</c:v>
                </c:pt>
                <c:pt idx="1126">
                  <c:v>4.25</c:v>
                </c:pt>
                <c:pt idx="1127">
                  <c:v>4.25</c:v>
                </c:pt>
                <c:pt idx="1128">
                  <c:v>4.25</c:v>
                </c:pt>
                <c:pt idx="1129">
                  <c:v>4.25</c:v>
                </c:pt>
                <c:pt idx="1130">
                  <c:v>4.25</c:v>
                </c:pt>
                <c:pt idx="1131">
                  <c:v>4.5</c:v>
                </c:pt>
                <c:pt idx="1132">
                  <c:v>4.5</c:v>
                </c:pt>
                <c:pt idx="1133">
                  <c:v>4.5</c:v>
                </c:pt>
                <c:pt idx="1134">
                  <c:v>4.5</c:v>
                </c:pt>
                <c:pt idx="1135">
                  <c:v>4.5</c:v>
                </c:pt>
                <c:pt idx="1136">
                  <c:v>4.5</c:v>
                </c:pt>
                <c:pt idx="1137">
                  <c:v>4.5</c:v>
                </c:pt>
                <c:pt idx="1138">
                  <c:v>4.5</c:v>
                </c:pt>
                <c:pt idx="1139">
                  <c:v>4.5</c:v>
                </c:pt>
                <c:pt idx="1140">
                  <c:v>4.5</c:v>
                </c:pt>
                <c:pt idx="1141">
                  <c:v>4.5</c:v>
                </c:pt>
                <c:pt idx="1142">
                  <c:v>4.5</c:v>
                </c:pt>
                <c:pt idx="1143">
                  <c:v>4.5</c:v>
                </c:pt>
                <c:pt idx="1144">
                  <c:v>4.5</c:v>
                </c:pt>
                <c:pt idx="1145">
                  <c:v>4.5</c:v>
                </c:pt>
                <c:pt idx="1146">
                  <c:v>4.5</c:v>
                </c:pt>
                <c:pt idx="1147">
                  <c:v>4.5</c:v>
                </c:pt>
                <c:pt idx="1148">
                  <c:v>4.5</c:v>
                </c:pt>
                <c:pt idx="1149">
                  <c:v>4.5</c:v>
                </c:pt>
                <c:pt idx="1150">
                  <c:v>4.5</c:v>
                </c:pt>
                <c:pt idx="1151">
                  <c:v>4.5</c:v>
                </c:pt>
                <c:pt idx="1152">
                  <c:v>4.5</c:v>
                </c:pt>
                <c:pt idx="1153">
                  <c:v>4.5</c:v>
                </c:pt>
                <c:pt idx="1154">
                  <c:v>4.5</c:v>
                </c:pt>
                <c:pt idx="1155">
                  <c:v>4.5</c:v>
                </c:pt>
                <c:pt idx="1156">
                  <c:v>4.5</c:v>
                </c:pt>
                <c:pt idx="1157">
                  <c:v>4.5</c:v>
                </c:pt>
                <c:pt idx="1158">
                  <c:v>4.5</c:v>
                </c:pt>
                <c:pt idx="1159">
                  <c:v>4.5</c:v>
                </c:pt>
                <c:pt idx="1160">
                  <c:v>4.5</c:v>
                </c:pt>
                <c:pt idx="1161">
                  <c:v>4.5</c:v>
                </c:pt>
                <c:pt idx="1162">
                  <c:v>4.5</c:v>
                </c:pt>
                <c:pt idx="1163">
                  <c:v>4.5</c:v>
                </c:pt>
                <c:pt idx="1164">
                  <c:v>4.5</c:v>
                </c:pt>
                <c:pt idx="1165">
                  <c:v>4.5</c:v>
                </c:pt>
                <c:pt idx="1166">
                  <c:v>4.5</c:v>
                </c:pt>
                <c:pt idx="1167">
                  <c:v>4.5</c:v>
                </c:pt>
                <c:pt idx="1168">
                  <c:v>4.5</c:v>
                </c:pt>
                <c:pt idx="1169">
                  <c:v>4.5</c:v>
                </c:pt>
                <c:pt idx="1170">
                  <c:v>4.5</c:v>
                </c:pt>
                <c:pt idx="1171">
                  <c:v>4.5</c:v>
                </c:pt>
                <c:pt idx="1172">
                  <c:v>4.5</c:v>
                </c:pt>
                <c:pt idx="1173">
                  <c:v>4.5</c:v>
                </c:pt>
                <c:pt idx="1174">
                  <c:v>4.5</c:v>
                </c:pt>
                <c:pt idx="1175">
                  <c:v>4.5</c:v>
                </c:pt>
                <c:pt idx="1176">
                  <c:v>4.5</c:v>
                </c:pt>
                <c:pt idx="1177">
                  <c:v>4.5</c:v>
                </c:pt>
                <c:pt idx="1178">
                  <c:v>4.5</c:v>
                </c:pt>
                <c:pt idx="1179">
                  <c:v>4.5</c:v>
                </c:pt>
                <c:pt idx="1180">
                  <c:v>4.5</c:v>
                </c:pt>
                <c:pt idx="1181">
                  <c:v>4.5</c:v>
                </c:pt>
                <c:pt idx="1182">
                  <c:v>4.5</c:v>
                </c:pt>
                <c:pt idx="1183">
                  <c:v>4.5</c:v>
                </c:pt>
                <c:pt idx="1184">
                  <c:v>4.5</c:v>
                </c:pt>
                <c:pt idx="1185">
                  <c:v>4.5</c:v>
                </c:pt>
                <c:pt idx="1186">
                  <c:v>4.5</c:v>
                </c:pt>
                <c:pt idx="1187">
                  <c:v>4.5</c:v>
                </c:pt>
                <c:pt idx="1188">
                  <c:v>4.5</c:v>
                </c:pt>
                <c:pt idx="1189">
                  <c:v>4.5</c:v>
                </c:pt>
                <c:pt idx="1190">
                  <c:v>4.5</c:v>
                </c:pt>
                <c:pt idx="1191">
                  <c:v>4.5</c:v>
                </c:pt>
                <c:pt idx="1192">
                  <c:v>4.5</c:v>
                </c:pt>
                <c:pt idx="1193">
                  <c:v>4.5</c:v>
                </c:pt>
                <c:pt idx="1194">
                  <c:v>4.5</c:v>
                </c:pt>
                <c:pt idx="1195">
                  <c:v>4.5</c:v>
                </c:pt>
                <c:pt idx="1196">
                  <c:v>4.5</c:v>
                </c:pt>
                <c:pt idx="1197">
                  <c:v>4.5</c:v>
                </c:pt>
                <c:pt idx="1198">
                  <c:v>4.5</c:v>
                </c:pt>
                <c:pt idx="1199">
                  <c:v>4.5</c:v>
                </c:pt>
                <c:pt idx="1200">
                  <c:v>4.5</c:v>
                </c:pt>
                <c:pt idx="1201">
                  <c:v>4.5</c:v>
                </c:pt>
                <c:pt idx="1202">
                  <c:v>4.5</c:v>
                </c:pt>
                <c:pt idx="1203">
                  <c:v>4.5</c:v>
                </c:pt>
                <c:pt idx="1204">
                  <c:v>4.5</c:v>
                </c:pt>
                <c:pt idx="1205">
                  <c:v>4.5</c:v>
                </c:pt>
                <c:pt idx="1206">
                  <c:v>4.5</c:v>
                </c:pt>
                <c:pt idx="1207">
                  <c:v>4.5</c:v>
                </c:pt>
                <c:pt idx="1208">
                  <c:v>4.5</c:v>
                </c:pt>
                <c:pt idx="1209">
                  <c:v>4.5</c:v>
                </c:pt>
                <c:pt idx="1210">
                  <c:v>4.5</c:v>
                </c:pt>
                <c:pt idx="1211">
                  <c:v>4.5</c:v>
                </c:pt>
                <c:pt idx="1212">
                  <c:v>4.5</c:v>
                </c:pt>
                <c:pt idx="1213">
                  <c:v>4.5</c:v>
                </c:pt>
                <c:pt idx="1214">
                  <c:v>4.5</c:v>
                </c:pt>
                <c:pt idx="1215">
                  <c:v>4.5</c:v>
                </c:pt>
                <c:pt idx="1216">
                  <c:v>4.5</c:v>
                </c:pt>
                <c:pt idx="1217">
                  <c:v>4.5</c:v>
                </c:pt>
                <c:pt idx="1218">
                  <c:v>4.5</c:v>
                </c:pt>
                <c:pt idx="1219">
                  <c:v>4.5</c:v>
                </c:pt>
                <c:pt idx="1220">
                  <c:v>4.5</c:v>
                </c:pt>
                <c:pt idx="1221">
                  <c:v>4.5</c:v>
                </c:pt>
                <c:pt idx="1222">
                  <c:v>4.5</c:v>
                </c:pt>
                <c:pt idx="1223">
                  <c:v>4.5</c:v>
                </c:pt>
                <c:pt idx="1224">
                  <c:v>4.5</c:v>
                </c:pt>
                <c:pt idx="1225">
                  <c:v>4.5</c:v>
                </c:pt>
                <c:pt idx="1226">
                  <c:v>4.5</c:v>
                </c:pt>
                <c:pt idx="1227">
                  <c:v>4.5</c:v>
                </c:pt>
                <c:pt idx="1228">
                  <c:v>4.5</c:v>
                </c:pt>
                <c:pt idx="1229">
                  <c:v>4.5</c:v>
                </c:pt>
                <c:pt idx="1230">
                  <c:v>4.5</c:v>
                </c:pt>
                <c:pt idx="1231">
                  <c:v>4.5</c:v>
                </c:pt>
                <c:pt idx="1232">
                  <c:v>4.5</c:v>
                </c:pt>
                <c:pt idx="1233">
                  <c:v>4.5</c:v>
                </c:pt>
                <c:pt idx="1234">
                  <c:v>4.5</c:v>
                </c:pt>
                <c:pt idx="1235">
                  <c:v>4.5</c:v>
                </c:pt>
                <c:pt idx="1236">
                  <c:v>4.5</c:v>
                </c:pt>
                <c:pt idx="1237">
                  <c:v>4.5</c:v>
                </c:pt>
                <c:pt idx="1238">
                  <c:v>4.5</c:v>
                </c:pt>
                <c:pt idx="1239">
                  <c:v>4.5</c:v>
                </c:pt>
                <c:pt idx="1240">
                  <c:v>4.5</c:v>
                </c:pt>
                <c:pt idx="1241">
                  <c:v>4.5</c:v>
                </c:pt>
                <c:pt idx="1242">
                  <c:v>4.5</c:v>
                </c:pt>
                <c:pt idx="1243">
                  <c:v>4.5</c:v>
                </c:pt>
                <c:pt idx="1244">
                  <c:v>4.5</c:v>
                </c:pt>
                <c:pt idx="1245">
                  <c:v>4.5</c:v>
                </c:pt>
                <c:pt idx="1246">
                  <c:v>4.5</c:v>
                </c:pt>
                <c:pt idx="1247">
                  <c:v>4.5</c:v>
                </c:pt>
                <c:pt idx="1248">
                  <c:v>4.5</c:v>
                </c:pt>
                <c:pt idx="1249">
                  <c:v>4.5</c:v>
                </c:pt>
                <c:pt idx="1250">
                  <c:v>4.5</c:v>
                </c:pt>
                <c:pt idx="1251">
                  <c:v>4.5</c:v>
                </c:pt>
                <c:pt idx="1252">
                  <c:v>4.5</c:v>
                </c:pt>
                <c:pt idx="1253">
                  <c:v>4.5</c:v>
                </c:pt>
                <c:pt idx="1254">
                  <c:v>4.5</c:v>
                </c:pt>
                <c:pt idx="1255">
                  <c:v>4.5</c:v>
                </c:pt>
                <c:pt idx="1256">
                  <c:v>4.5</c:v>
                </c:pt>
                <c:pt idx="1257">
                  <c:v>4.5</c:v>
                </c:pt>
                <c:pt idx="1258">
                  <c:v>4.5</c:v>
                </c:pt>
                <c:pt idx="1259">
                  <c:v>4.5</c:v>
                </c:pt>
                <c:pt idx="1260">
                  <c:v>4.5</c:v>
                </c:pt>
                <c:pt idx="1261">
                  <c:v>4.75</c:v>
                </c:pt>
                <c:pt idx="1262">
                  <c:v>4.75</c:v>
                </c:pt>
                <c:pt idx="1263">
                  <c:v>4.75</c:v>
                </c:pt>
                <c:pt idx="1264">
                  <c:v>4.75</c:v>
                </c:pt>
                <c:pt idx="1265">
                  <c:v>4.75</c:v>
                </c:pt>
                <c:pt idx="1266">
                  <c:v>4.75</c:v>
                </c:pt>
                <c:pt idx="1267">
                  <c:v>4.75</c:v>
                </c:pt>
                <c:pt idx="1268">
                  <c:v>4.75</c:v>
                </c:pt>
                <c:pt idx="1269">
                  <c:v>4.75</c:v>
                </c:pt>
                <c:pt idx="1270">
                  <c:v>4.75</c:v>
                </c:pt>
                <c:pt idx="1271">
                  <c:v>4.75</c:v>
                </c:pt>
                <c:pt idx="1272">
                  <c:v>4.75</c:v>
                </c:pt>
                <c:pt idx="1273">
                  <c:v>4.75</c:v>
                </c:pt>
                <c:pt idx="1274">
                  <c:v>4.75</c:v>
                </c:pt>
                <c:pt idx="1275">
                  <c:v>4.75</c:v>
                </c:pt>
                <c:pt idx="1276">
                  <c:v>4.75</c:v>
                </c:pt>
                <c:pt idx="1277">
                  <c:v>4.75</c:v>
                </c:pt>
                <c:pt idx="1278">
                  <c:v>4.75</c:v>
                </c:pt>
                <c:pt idx="1279">
                  <c:v>4.75</c:v>
                </c:pt>
                <c:pt idx="1280">
                  <c:v>4.75</c:v>
                </c:pt>
                <c:pt idx="1281">
                  <c:v>4.75</c:v>
                </c:pt>
                <c:pt idx="1282">
                  <c:v>4.75</c:v>
                </c:pt>
                <c:pt idx="1283">
                  <c:v>4.75</c:v>
                </c:pt>
                <c:pt idx="1284">
                  <c:v>4.75</c:v>
                </c:pt>
                <c:pt idx="1285">
                  <c:v>4.75</c:v>
                </c:pt>
                <c:pt idx="1286">
                  <c:v>4.75</c:v>
                </c:pt>
                <c:pt idx="1287">
                  <c:v>4.75</c:v>
                </c:pt>
                <c:pt idx="1288">
                  <c:v>4.75</c:v>
                </c:pt>
                <c:pt idx="1289">
                  <c:v>4.75</c:v>
                </c:pt>
                <c:pt idx="1290">
                  <c:v>4.75</c:v>
                </c:pt>
                <c:pt idx="1291">
                  <c:v>4.75</c:v>
                </c:pt>
                <c:pt idx="1292">
                  <c:v>4.75</c:v>
                </c:pt>
                <c:pt idx="1293">
                  <c:v>4.75</c:v>
                </c:pt>
                <c:pt idx="1294">
                  <c:v>4.75</c:v>
                </c:pt>
                <c:pt idx="1295">
                  <c:v>4.75</c:v>
                </c:pt>
                <c:pt idx="1296">
                  <c:v>4.75</c:v>
                </c:pt>
                <c:pt idx="1297">
                  <c:v>4.75</c:v>
                </c:pt>
                <c:pt idx="1298">
                  <c:v>4.75</c:v>
                </c:pt>
                <c:pt idx="1299">
                  <c:v>4.75</c:v>
                </c:pt>
                <c:pt idx="1300">
                  <c:v>4.75</c:v>
                </c:pt>
                <c:pt idx="1301">
                  <c:v>4.75</c:v>
                </c:pt>
                <c:pt idx="1302">
                  <c:v>4.75</c:v>
                </c:pt>
                <c:pt idx="1303">
                  <c:v>4.75</c:v>
                </c:pt>
                <c:pt idx="1304">
                  <c:v>4.75</c:v>
                </c:pt>
                <c:pt idx="1305">
                  <c:v>4.75</c:v>
                </c:pt>
                <c:pt idx="1306">
                  <c:v>4.75</c:v>
                </c:pt>
                <c:pt idx="1307">
                  <c:v>4.75</c:v>
                </c:pt>
                <c:pt idx="1308">
                  <c:v>4.75</c:v>
                </c:pt>
                <c:pt idx="1309">
                  <c:v>4.75</c:v>
                </c:pt>
                <c:pt idx="1310">
                  <c:v>4.75</c:v>
                </c:pt>
                <c:pt idx="1311">
                  <c:v>4.75</c:v>
                </c:pt>
                <c:pt idx="1312">
                  <c:v>4.75</c:v>
                </c:pt>
                <c:pt idx="1313">
                  <c:v>4.75</c:v>
                </c:pt>
                <c:pt idx="1314">
                  <c:v>4.75</c:v>
                </c:pt>
                <c:pt idx="1315">
                  <c:v>4.75</c:v>
                </c:pt>
                <c:pt idx="1316">
                  <c:v>4.75</c:v>
                </c:pt>
                <c:pt idx="1317">
                  <c:v>4.75</c:v>
                </c:pt>
                <c:pt idx="1318">
                  <c:v>4.75</c:v>
                </c:pt>
                <c:pt idx="1319">
                  <c:v>4.75</c:v>
                </c:pt>
                <c:pt idx="1320">
                  <c:v>4.75</c:v>
                </c:pt>
                <c:pt idx="1321">
                  <c:v>4.75</c:v>
                </c:pt>
                <c:pt idx="1322">
                  <c:v>4.75</c:v>
                </c:pt>
                <c:pt idx="1323">
                  <c:v>4.75</c:v>
                </c:pt>
                <c:pt idx="1324">
                  <c:v>4.75</c:v>
                </c:pt>
                <c:pt idx="1325">
                  <c:v>4.75</c:v>
                </c:pt>
                <c:pt idx="1326">
                  <c:v>4.75</c:v>
                </c:pt>
                <c:pt idx="1327">
                  <c:v>4.75</c:v>
                </c:pt>
                <c:pt idx="1328">
                  <c:v>4.75</c:v>
                </c:pt>
                <c:pt idx="1329">
                  <c:v>4.75</c:v>
                </c:pt>
                <c:pt idx="1330">
                  <c:v>4.75</c:v>
                </c:pt>
                <c:pt idx="1331">
                  <c:v>4.75</c:v>
                </c:pt>
                <c:pt idx="1332">
                  <c:v>4.75</c:v>
                </c:pt>
                <c:pt idx="1333">
                  <c:v>4.75</c:v>
                </c:pt>
                <c:pt idx="1334">
                  <c:v>4.75</c:v>
                </c:pt>
                <c:pt idx="1335">
                  <c:v>4.75</c:v>
                </c:pt>
                <c:pt idx="1336">
                  <c:v>4.75</c:v>
                </c:pt>
                <c:pt idx="1337">
                  <c:v>4.75</c:v>
                </c:pt>
                <c:pt idx="1338">
                  <c:v>4.75</c:v>
                </c:pt>
                <c:pt idx="1339">
                  <c:v>4.75</c:v>
                </c:pt>
                <c:pt idx="1340">
                  <c:v>4.75</c:v>
                </c:pt>
                <c:pt idx="1341">
                  <c:v>4.75</c:v>
                </c:pt>
                <c:pt idx="1342">
                  <c:v>4.75</c:v>
                </c:pt>
                <c:pt idx="1343">
                  <c:v>4.75</c:v>
                </c:pt>
                <c:pt idx="1344">
                  <c:v>4.75</c:v>
                </c:pt>
                <c:pt idx="1345">
                  <c:v>4.75</c:v>
                </c:pt>
                <c:pt idx="1346">
                  <c:v>4.75</c:v>
                </c:pt>
                <c:pt idx="1347">
                  <c:v>4.75</c:v>
                </c:pt>
                <c:pt idx="1348">
                  <c:v>4.75</c:v>
                </c:pt>
                <c:pt idx="1349">
                  <c:v>4.75</c:v>
                </c:pt>
                <c:pt idx="1350">
                  <c:v>4.75</c:v>
                </c:pt>
                <c:pt idx="1351">
                  <c:v>4.75</c:v>
                </c:pt>
                <c:pt idx="1352">
                  <c:v>4.75</c:v>
                </c:pt>
                <c:pt idx="1353">
                  <c:v>4.75</c:v>
                </c:pt>
                <c:pt idx="1354">
                  <c:v>4.75</c:v>
                </c:pt>
                <c:pt idx="1355">
                  <c:v>4.75</c:v>
                </c:pt>
                <c:pt idx="1356">
                  <c:v>4.75</c:v>
                </c:pt>
                <c:pt idx="1357">
                  <c:v>4.75</c:v>
                </c:pt>
                <c:pt idx="1358">
                  <c:v>4.75</c:v>
                </c:pt>
                <c:pt idx="1359">
                  <c:v>4.75</c:v>
                </c:pt>
                <c:pt idx="1360">
                  <c:v>4.75</c:v>
                </c:pt>
                <c:pt idx="1361">
                  <c:v>4.75</c:v>
                </c:pt>
                <c:pt idx="1362">
                  <c:v>4.75</c:v>
                </c:pt>
                <c:pt idx="1363">
                  <c:v>4.75</c:v>
                </c:pt>
                <c:pt idx="1364">
                  <c:v>4.75</c:v>
                </c:pt>
                <c:pt idx="1365">
                  <c:v>4.75</c:v>
                </c:pt>
                <c:pt idx="1366">
                  <c:v>4.75</c:v>
                </c:pt>
                <c:pt idx="1367">
                  <c:v>4.75</c:v>
                </c:pt>
                <c:pt idx="1368">
                  <c:v>4.75</c:v>
                </c:pt>
                <c:pt idx="1369">
                  <c:v>4.75</c:v>
                </c:pt>
                <c:pt idx="1370">
                  <c:v>4.75</c:v>
                </c:pt>
                <c:pt idx="1371">
                  <c:v>4.75</c:v>
                </c:pt>
                <c:pt idx="1372">
                  <c:v>4.75</c:v>
                </c:pt>
                <c:pt idx="1373">
                  <c:v>4.75</c:v>
                </c:pt>
                <c:pt idx="1374">
                  <c:v>4.75</c:v>
                </c:pt>
                <c:pt idx="1375">
                  <c:v>4.75</c:v>
                </c:pt>
                <c:pt idx="1376">
                  <c:v>4.75</c:v>
                </c:pt>
                <c:pt idx="1377">
                  <c:v>4.75</c:v>
                </c:pt>
                <c:pt idx="1378">
                  <c:v>4.75</c:v>
                </c:pt>
                <c:pt idx="1379">
                  <c:v>4.75</c:v>
                </c:pt>
                <c:pt idx="1380">
                  <c:v>4.75</c:v>
                </c:pt>
                <c:pt idx="1381">
                  <c:v>4.75</c:v>
                </c:pt>
                <c:pt idx="1382">
                  <c:v>4.75</c:v>
                </c:pt>
                <c:pt idx="1383">
                  <c:v>4.75</c:v>
                </c:pt>
                <c:pt idx="1384">
                  <c:v>4.75</c:v>
                </c:pt>
                <c:pt idx="1385">
                  <c:v>4.75</c:v>
                </c:pt>
                <c:pt idx="1386">
                  <c:v>4.75</c:v>
                </c:pt>
                <c:pt idx="1387">
                  <c:v>4.75</c:v>
                </c:pt>
                <c:pt idx="1388">
                  <c:v>4.75</c:v>
                </c:pt>
                <c:pt idx="1389">
                  <c:v>4.75</c:v>
                </c:pt>
                <c:pt idx="1390">
                  <c:v>4.75</c:v>
                </c:pt>
                <c:pt idx="1391">
                  <c:v>4.75</c:v>
                </c:pt>
                <c:pt idx="1392">
                  <c:v>4.75</c:v>
                </c:pt>
                <c:pt idx="1393">
                  <c:v>4.75</c:v>
                </c:pt>
                <c:pt idx="1394">
                  <c:v>4.75</c:v>
                </c:pt>
                <c:pt idx="1395">
                  <c:v>4.75</c:v>
                </c:pt>
                <c:pt idx="1396">
                  <c:v>4.75</c:v>
                </c:pt>
                <c:pt idx="1397">
                  <c:v>4.75</c:v>
                </c:pt>
                <c:pt idx="1398">
                  <c:v>4.75</c:v>
                </c:pt>
                <c:pt idx="1399">
                  <c:v>4.75</c:v>
                </c:pt>
                <c:pt idx="1400">
                  <c:v>4.75</c:v>
                </c:pt>
                <c:pt idx="1401">
                  <c:v>4.75</c:v>
                </c:pt>
                <c:pt idx="1402">
                  <c:v>4.75</c:v>
                </c:pt>
                <c:pt idx="1403">
                  <c:v>4.75</c:v>
                </c:pt>
                <c:pt idx="1404">
                  <c:v>4.75</c:v>
                </c:pt>
                <c:pt idx="1405">
                  <c:v>4.75</c:v>
                </c:pt>
                <c:pt idx="1406">
                  <c:v>4.75</c:v>
                </c:pt>
                <c:pt idx="1407">
                  <c:v>4.75</c:v>
                </c:pt>
                <c:pt idx="1408">
                  <c:v>4.75</c:v>
                </c:pt>
                <c:pt idx="1409">
                  <c:v>4.75</c:v>
                </c:pt>
                <c:pt idx="1410">
                  <c:v>4.75</c:v>
                </c:pt>
                <c:pt idx="1411">
                  <c:v>4.75</c:v>
                </c:pt>
                <c:pt idx="1412">
                  <c:v>4.75</c:v>
                </c:pt>
                <c:pt idx="1413">
                  <c:v>4.75</c:v>
                </c:pt>
                <c:pt idx="1414">
                  <c:v>4.75</c:v>
                </c:pt>
                <c:pt idx="1415">
                  <c:v>4.75</c:v>
                </c:pt>
                <c:pt idx="1416">
                  <c:v>4.75</c:v>
                </c:pt>
                <c:pt idx="1417">
                  <c:v>4.75</c:v>
                </c:pt>
                <c:pt idx="1418">
                  <c:v>4.75</c:v>
                </c:pt>
                <c:pt idx="1419">
                  <c:v>4.75</c:v>
                </c:pt>
                <c:pt idx="1420">
                  <c:v>4.75</c:v>
                </c:pt>
                <c:pt idx="1421">
                  <c:v>4.75</c:v>
                </c:pt>
                <c:pt idx="1422">
                  <c:v>4.75</c:v>
                </c:pt>
                <c:pt idx="1423">
                  <c:v>4.75</c:v>
                </c:pt>
                <c:pt idx="1424">
                  <c:v>4.75</c:v>
                </c:pt>
                <c:pt idx="1425">
                  <c:v>4.75</c:v>
                </c:pt>
                <c:pt idx="1426">
                  <c:v>4.75</c:v>
                </c:pt>
                <c:pt idx="1427">
                  <c:v>4.75</c:v>
                </c:pt>
                <c:pt idx="1428">
                  <c:v>4.75</c:v>
                </c:pt>
                <c:pt idx="1429">
                  <c:v>4.75</c:v>
                </c:pt>
                <c:pt idx="1430">
                  <c:v>4.75</c:v>
                </c:pt>
                <c:pt idx="1431">
                  <c:v>4.75</c:v>
                </c:pt>
                <c:pt idx="1432">
                  <c:v>4.75</c:v>
                </c:pt>
                <c:pt idx="1433">
                  <c:v>4.75</c:v>
                </c:pt>
                <c:pt idx="1434">
                  <c:v>4.75</c:v>
                </c:pt>
                <c:pt idx="1435">
                  <c:v>4.75</c:v>
                </c:pt>
                <c:pt idx="1436">
                  <c:v>4.75</c:v>
                </c:pt>
                <c:pt idx="1437">
                  <c:v>4.75</c:v>
                </c:pt>
                <c:pt idx="1438">
                  <c:v>4.75</c:v>
                </c:pt>
                <c:pt idx="1439">
                  <c:v>4.75</c:v>
                </c:pt>
                <c:pt idx="1440">
                  <c:v>4.75</c:v>
                </c:pt>
                <c:pt idx="1441">
                  <c:v>4.75</c:v>
                </c:pt>
                <c:pt idx="1442">
                  <c:v>4.75</c:v>
                </c:pt>
                <c:pt idx="1443">
                  <c:v>4.75</c:v>
                </c:pt>
                <c:pt idx="1444">
                  <c:v>4.75</c:v>
                </c:pt>
                <c:pt idx="1445">
                  <c:v>4.75</c:v>
                </c:pt>
                <c:pt idx="1446">
                  <c:v>4.75</c:v>
                </c:pt>
                <c:pt idx="1447">
                  <c:v>4.75</c:v>
                </c:pt>
                <c:pt idx="1448">
                  <c:v>4.75</c:v>
                </c:pt>
                <c:pt idx="1449">
                  <c:v>4.75</c:v>
                </c:pt>
                <c:pt idx="1450">
                  <c:v>4.75</c:v>
                </c:pt>
                <c:pt idx="1451">
                  <c:v>4.75</c:v>
                </c:pt>
                <c:pt idx="1452">
                  <c:v>4.75</c:v>
                </c:pt>
                <c:pt idx="1453">
                  <c:v>4.75</c:v>
                </c:pt>
                <c:pt idx="1454">
                  <c:v>4.75</c:v>
                </c:pt>
                <c:pt idx="1455">
                  <c:v>4.75</c:v>
                </c:pt>
                <c:pt idx="1456">
                  <c:v>4.75</c:v>
                </c:pt>
                <c:pt idx="1457">
                  <c:v>4.75</c:v>
                </c:pt>
                <c:pt idx="1458">
                  <c:v>4.75</c:v>
                </c:pt>
                <c:pt idx="1459">
                  <c:v>4.75</c:v>
                </c:pt>
                <c:pt idx="1460">
                  <c:v>4.75</c:v>
                </c:pt>
                <c:pt idx="1461">
                  <c:v>4.75</c:v>
                </c:pt>
                <c:pt idx="1462">
                  <c:v>4.75</c:v>
                </c:pt>
                <c:pt idx="1463">
                  <c:v>4.75</c:v>
                </c:pt>
                <c:pt idx="1464">
                  <c:v>4.75</c:v>
                </c:pt>
                <c:pt idx="1465">
                  <c:v>4.75</c:v>
                </c:pt>
                <c:pt idx="1466">
                  <c:v>4.75</c:v>
                </c:pt>
                <c:pt idx="1467">
                  <c:v>4.75</c:v>
                </c:pt>
                <c:pt idx="1468">
                  <c:v>4.75</c:v>
                </c:pt>
                <c:pt idx="1469">
                  <c:v>4.75</c:v>
                </c:pt>
                <c:pt idx="1470">
                  <c:v>4.75</c:v>
                </c:pt>
                <c:pt idx="1471">
                  <c:v>4.75</c:v>
                </c:pt>
                <c:pt idx="1472">
                  <c:v>4.75</c:v>
                </c:pt>
                <c:pt idx="1473">
                  <c:v>4.75</c:v>
                </c:pt>
                <c:pt idx="1474">
                  <c:v>4.75</c:v>
                </c:pt>
                <c:pt idx="1475">
                  <c:v>4.75</c:v>
                </c:pt>
                <c:pt idx="1476">
                  <c:v>4.75</c:v>
                </c:pt>
                <c:pt idx="1477">
                  <c:v>4.75</c:v>
                </c:pt>
                <c:pt idx="1478">
                  <c:v>4.75</c:v>
                </c:pt>
                <c:pt idx="1479">
                  <c:v>4.75</c:v>
                </c:pt>
                <c:pt idx="1480">
                  <c:v>4.75</c:v>
                </c:pt>
                <c:pt idx="1481">
                  <c:v>4.75</c:v>
                </c:pt>
                <c:pt idx="1482">
                  <c:v>4.75</c:v>
                </c:pt>
                <c:pt idx="1483">
                  <c:v>4.75</c:v>
                </c:pt>
                <c:pt idx="1484">
                  <c:v>4.75</c:v>
                </c:pt>
                <c:pt idx="1485">
                  <c:v>4.75</c:v>
                </c:pt>
                <c:pt idx="1486">
                  <c:v>4.75</c:v>
                </c:pt>
                <c:pt idx="1487">
                  <c:v>4.75</c:v>
                </c:pt>
                <c:pt idx="1488">
                  <c:v>4.75</c:v>
                </c:pt>
                <c:pt idx="1489">
                  <c:v>4.75</c:v>
                </c:pt>
                <c:pt idx="1490">
                  <c:v>4.75</c:v>
                </c:pt>
                <c:pt idx="1491">
                  <c:v>4.75</c:v>
                </c:pt>
                <c:pt idx="1492">
                  <c:v>4.75</c:v>
                </c:pt>
                <c:pt idx="1493">
                  <c:v>4.75</c:v>
                </c:pt>
                <c:pt idx="1494">
                  <c:v>4.75</c:v>
                </c:pt>
                <c:pt idx="1495">
                  <c:v>4.75</c:v>
                </c:pt>
                <c:pt idx="1496">
                  <c:v>4.75</c:v>
                </c:pt>
                <c:pt idx="1497">
                  <c:v>4.75</c:v>
                </c:pt>
                <c:pt idx="1498">
                  <c:v>4.75</c:v>
                </c:pt>
                <c:pt idx="1499">
                  <c:v>4.75</c:v>
                </c:pt>
                <c:pt idx="1500">
                  <c:v>4.75</c:v>
                </c:pt>
                <c:pt idx="1501">
                  <c:v>4.75</c:v>
                </c:pt>
                <c:pt idx="1502">
                  <c:v>4.75</c:v>
                </c:pt>
                <c:pt idx="1503">
                  <c:v>4.75</c:v>
                </c:pt>
                <c:pt idx="1504">
                  <c:v>4.75</c:v>
                </c:pt>
                <c:pt idx="1505">
                  <c:v>4.75</c:v>
                </c:pt>
                <c:pt idx="1506">
                  <c:v>4.75</c:v>
                </c:pt>
                <c:pt idx="1507">
                  <c:v>4.75</c:v>
                </c:pt>
                <c:pt idx="1508">
                  <c:v>4.75</c:v>
                </c:pt>
                <c:pt idx="1509">
                  <c:v>4.75</c:v>
                </c:pt>
                <c:pt idx="1510">
                  <c:v>4.75</c:v>
                </c:pt>
                <c:pt idx="1511">
                  <c:v>4.75</c:v>
                </c:pt>
                <c:pt idx="1512">
                  <c:v>4.75</c:v>
                </c:pt>
                <c:pt idx="1513">
                  <c:v>4.75</c:v>
                </c:pt>
                <c:pt idx="1514">
                  <c:v>4.75</c:v>
                </c:pt>
                <c:pt idx="1515">
                  <c:v>4.75</c:v>
                </c:pt>
                <c:pt idx="1516">
                  <c:v>4.75</c:v>
                </c:pt>
                <c:pt idx="1517">
                  <c:v>4.75</c:v>
                </c:pt>
                <c:pt idx="1518">
                  <c:v>4.75</c:v>
                </c:pt>
                <c:pt idx="1519">
                  <c:v>4.75</c:v>
                </c:pt>
                <c:pt idx="1520">
                  <c:v>4.75</c:v>
                </c:pt>
                <c:pt idx="1521">
                  <c:v>4.5</c:v>
                </c:pt>
                <c:pt idx="1522">
                  <c:v>4.5</c:v>
                </c:pt>
                <c:pt idx="1523">
                  <c:v>4.5</c:v>
                </c:pt>
                <c:pt idx="1524">
                  <c:v>4.5</c:v>
                </c:pt>
                <c:pt idx="1525">
                  <c:v>4.5</c:v>
                </c:pt>
                <c:pt idx="1526">
                  <c:v>4.5</c:v>
                </c:pt>
                <c:pt idx="1527">
                  <c:v>4.5</c:v>
                </c:pt>
                <c:pt idx="1528">
                  <c:v>4.5</c:v>
                </c:pt>
                <c:pt idx="1529">
                  <c:v>4.5</c:v>
                </c:pt>
                <c:pt idx="1530">
                  <c:v>4.5</c:v>
                </c:pt>
                <c:pt idx="1531">
                  <c:v>4.5</c:v>
                </c:pt>
                <c:pt idx="1532">
                  <c:v>4.5</c:v>
                </c:pt>
                <c:pt idx="1533">
                  <c:v>4.5</c:v>
                </c:pt>
                <c:pt idx="1534">
                  <c:v>4.5</c:v>
                </c:pt>
                <c:pt idx="1535">
                  <c:v>4.5</c:v>
                </c:pt>
                <c:pt idx="1536">
                  <c:v>4.5</c:v>
                </c:pt>
                <c:pt idx="1537">
                  <c:v>4.5</c:v>
                </c:pt>
                <c:pt idx="1538">
                  <c:v>4.5</c:v>
                </c:pt>
                <c:pt idx="1539">
                  <c:v>4.5</c:v>
                </c:pt>
                <c:pt idx="1540">
                  <c:v>4.5</c:v>
                </c:pt>
                <c:pt idx="1541">
                  <c:v>4.5</c:v>
                </c:pt>
                <c:pt idx="1542">
                  <c:v>4.5</c:v>
                </c:pt>
                <c:pt idx="1543">
                  <c:v>4.5</c:v>
                </c:pt>
                <c:pt idx="1544">
                  <c:v>4.5</c:v>
                </c:pt>
                <c:pt idx="1545">
                  <c:v>4.5</c:v>
                </c:pt>
                <c:pt idx="1546">
                  <c:v>4.25</c:v>
                </c:pt>
                <c:pt idx="1547">
                  <c:v>4.25</c:v>
                </c:pt>
                <c:pt idx="1548">
                  <c:v>4.25</c:v>
                </c:pt>
                <c:pt idx="1549">
                  <c:v>4.25</c:v>
                </c:pt>
                <c:pt idx="1550">
                  <c:v>4.25</c:v>
                </c:pt>
                <c:pt idx="1551">
                  <c:v>4.25</c:v>
                </c:pt>
                <c:pt idx="1552">
                  <c:v>4.25</c:v>
                </c:pt>
                <c:pt idx="1553">
                  <c:v>4.25</c:v>
                </c:pt>
                <c:pt idx="1554">
                  <c:v>4.25</c:v>
                </c:pt>
                <c:pt idx="1555">
                  <c:v>4.25</c:v>
                </c:pt>
                <c:pt idx="1556">
                  <c:v>4.25</c:v>
                </c:pt>
                <c:pt idx="1557">
                  <c:v>4.25</c:v>
                </c:pt>
                <c:pt idx="1558">
                  <c:v>4.25</c:v>
                </c:pt>
                <c:pt idx="1559">
                  <c:v>4.25</c:v>
                </c:pt>
                <c:pt idx="1560">
                  <c:v>4.25</c:v>
                </c:pt>
                <c:pt idx="1561">
                  <c:v>4.25</c:v>
                </c:pt>
                <c:pt idx="1562">
                  <c:v>4.25</c:v>
                </c:pt>
                <c:pt idx="1563">
                  <c:v>4.25</c:v>
                </c:pt>
                <c:pt idx="1564">
                  <c:v>4.25</c:v>
                </c:pt>
                <c:pt idx="1565">
                  <c:v>4.25</c:v>
                </c:pt>
                <c:pt idx="1566">
                  <c:v>4.25</c:v>
                </c:pt>
                <c:pt idx="1567">
                  <c:v>4.25</c:v>
                </c:pt>
                <c:pt idx="1568">
                  <c:v>4.25</c:v>
                </c:pt>
                <c:pt idx="1569">
                  <c:v>4.25</c:v>
                </c:pt>
                <c:pt idx="1570">
                  <c:v>4.25</c:v>
                </c:pt>
                <c:pt idx="1571">
                  <c:v>4.25</c:v>
                </c:pt>
                <c:pt idx="1572">
                  <c:v>4.25</c:v>
                </c:pt>
                <c:pt idx="1573">
                  <c:v>4.25</c:v>
                </c:pt>
                <c:pt idx="1574">
                  <c:v>4.25</c:v>
                </c:pt>
                <c:pt idx="1575">
                  <c:v>4.25</c:v>
                </c:pt>
                <c:pt idx="1576">
                  <c:v>4.25</c:v>
                </c:pt>
                <c:pt idx="1577">
                  <c:v>4.25</c:v>
                </c:pt>
                <c:pt idx="1578">
                  <c:v>4.25</c:v>
                </c:pt>
                <c:pt idx="1579">
                  <c:v>4.25</c:v>
                </c:pt>
                <c:pt idx="1580">
                  <c:v>4.25</c:v>
                </c:pt>
                <c:pt idx="1581">
                  <c:v>4.25</c:v>
                </c:pt>
                <c:pt idx="1582">
                  <c:v>4.25</c:v>
                </c:pt>
                <c:pt idx="1583">
                  <c:v>4.25</c:v>
                </c:pt>
                <c:pt idx="1584">
                  <c:v>4.25</c:v>
                </c:pt>
                <c:pt idx="1585">
                  <c:v>4.25</c:v>
                </c:pt>
                <c:pt idx="1586">
                  <c:v>4.25</c:v>
                </c:pt>
                <c:pt idx="1587">
                  <c:v>4.25</c:v>
                </c:pt>
                <c:pt idx="1588">
                  <c:v>4.25</c:v>
                </c:pt>
                <c:pt idx="1589">
                  <c:v>4.25</c:v>
                </c:pt>
                <c:pt idx="1590">
                  <c:v>4.25</c:v>
                </c:pt>
                <c:pt idx="1591">
                  <c:v>4.25</c:v>
                </c:pt>
                <c:pt idx="1592">
                  <c:v>4.25</c:v>
                </c:pt>
                <c:pt idx="1593">
                  <c:v>4.25</c:v>
                </c:pt>
                <c:pt idx="1594">
                  <c:v>4.25</c:v>
                </c:pt>
                <c:pt idx="1595">
                  <c:v>4.25</c:v>
                </c:pt>
                <c:pt idx="1596">
                  <c:v>4.25</c:v>
                </c:pt>
                <c:pt idx="1597">
                  <c:v>4.25</c:v>
                </c:pt>
                <c:pt idx="1598">
                  <c:v>4.25</c:v>
                </c:pt>
                <c:pt idx="1599">
                  <c:v>4.25</c:v>
                </c:pt>
                <c:pt idx="1600">
                  <c:v>4.25</c:v>
                </c:pt>
                <c:pt idx="1601">
                  <c:v>4.25</c:v>
                </c:pt>
                <c:pt idx="1602">
                  <c:v>4.25</c:v>
                </c:pt>
                <c:pt idx="1603">
                  <c:v>4.25</c:v>
                </c:pt>
                <c:pt idx="1604">
                  <c:v>4.25</c:v>
                </c:pt>
                <c:pt idx="1605">
                  <c:v>4.25</c:v>
                </c:pt>
                <c:pt idx="1606">
                  <c:v>4.25</c:v>
                </c:pt>
                <c:pt idx="1607">
                  <c:v>4.25</c:v>
                </c:pt>
                <c:pt idx="1608">
                  <c:v>4.25</c:v>
                </c:pt>
                <c:pt idx="1609">
                  <c:v>4.25</c:v>
                </c:pt>
                <c:pt idx="1610">
                  <c:v>4.25</c:v>
                </c:pt>
                <c:pt idx="1611">
                  <c:v>4.25</c:v>
                </c:pt>
                <c:pt idx="1612">
                  <c:v>4.25</c:v>
                </c:pt>
                <c:pt idx="1613">
                  <c:v>4.25</c:v>
                </c:pt>
                <c:pt idx="1614">
                  <c:v>4.25</c:v>
                </c:pt>
                <c:pt idx="1615">
                  <c:v>4.25</c:v>
                </c:pt>
                <c:pt idx="1616">
                  <c:v>4.25</c:v>
                </c:pt>
                <c:pt idx="1617">
                  <c:v>4.25</c:v>
                </c:pt>
                <c:pt idx="1618">
                  <c:v>4.25</c:v>
                </c:pt>
                <c:pt idx="1619">
                  <c:v>4.25</c:v>
                </c:pt>
                <c:pt idx="1620">
                  <c:v>4.25</c:v>
                </c:pt>
                <c:pt idx="1621">
                  <c:v>4.25</c:v>
                </c:pt>
                <c:pt idx="1622">
                  <c:v>4.25</c:v>
                </c:pt>
                <c:pt idx="1623">
                  <c:v>4.25</c:v>
                </c:pt>
                <c:pt idx="1624">
                  <c:v>4.25</c:v>
                </c:pt>
                <c:pt idx="1625">
                  <c:v>4.25</c:v>
                </c:pt>
                <c:pt idx="1626">
                  <c:v>4.25</c:v>
                </c:pt>
                <c:pt idx="1627">
                  <c:v>4.25</c:v>
                </c:pt>
                <c:pt idx="1628">
                  <c:v>4.25</c:v>
                </c:pt>
                <c:pt idx="1629">
                  <c:v>4.25</c:v>
                </c:pt>
                <c:pt idx="1630">
                  <c:v>4.25</c:v>
                </c:pt>
                <c:pt idx="1631">
                  <c:v>4.25</c:v>
                </c:pt>
                <c:pt idx="1632">
                  <c:v>4.25</c:v>
                </c:pt>
                <c:pt idx="1633">
                  <c:v>4.25</c:v>
                </c:pt>
                <c:pt idx="1634">
                  <c:v>4.25</c:v>
                </c:pt>
                <c:pt idx="1635">
                  <c:v>4.25</c:v>
                </c:pt>
                <c:pt idx="1636">
                  <c:v>4.25</c:v>
                </c:pt>
                <c:pt idx="1637">
                  <c:v>4.25</c:v>
                </c:pt>
                <c:pt idx="1638">
                  <c:v>4.25</c:v>
                </c:pt>
                <c:pt idx="1639">
                  <c:v>4.25</c:v>
                </c:pt>
                <c:pt idx="1640">
                  <c:v>4.25</c:v>
                </c:pt>
                <c:pt idx="1641">
                  <c:v>4.25</c:v>
                </c:pt>
                <c:pt idx="1642">
                  <c:v>4.25</c:v>
                </c:pt>
                <c:pt idx="1643">
                  <c:v>4.25</c:v>
                </c:pt>
                <c:pt idx="1644">
                  <c:v>4.25</c:v>
                </c:pt>
                <c:pt idx="1645">
                  <c:v>4.25</c:v>
                </c:pt>
                <c:pt idx="1646">
                  <c:v>4.25</c:v>
                </c:pt>
                <c:pt idx="1647">
                  <c:v>4.25</c:v>
                </c:pt>
                <c:pt idx="1648">
                  <c:v>4.25</c:v>
                </c:pt>
                <c:pt idx="1649">
                  <c:v>4.25</c:v>
                </c:pt>
                <c:pt idx="1650">
                  <c:v>4.25</c:v>
                </c:pt>
                <c:pt idx="1651">
                  <c:v>3.75</c:v>
                </c:pt>
                <c:pt idx="1652">
                  <c:v>3.75</c:v>
                </c:pt>
                <c:pt idx="1653">
                  <c:v>3.75</c:v>
                </c:pt>
                <c:pt idx="1654">
                  <c:v>3.75</c:v>
                </c:pt>
                <c:pt idx="1655">
                  <c:v>3.75</c:v>
                </c:pt>
                <c:pt idx="1656">
                  <c:v>3.75</c:v>
                </c:pt>
                <c:pt idx="1657">
                  <c:v>3.75</c:v>
                </c:pt>
                <c:pt idx="1658">
                  <c:v>3.75</c:v>
                </c:pt>
                <c:pt idx="1659">
                  <c:v>3.75</c:v>
                </c:pt>
                <c:pt idx="1660">
                  <c:v>3.75</c:v>
                </c:pt>
                <c:pt idx="1661">
                  <c:v>3.75</c:v>
                </c:pt>
                <c:pt idx="1662">
                  <c:v>3.75</c:v>
                </c:pt>
                <c:pt idx="1663">
                  <c:v>3.75</c:v>
                </c:pt>
                <c:pt idx="1664">
                  <c:v>3.75</c:v>
                </c:pt>
                <c:pt idx="1665">
                  <c:v>3.75</c:v>
                </c:pt>
                <c:pt idx="1666">
                  <c:v>3.75</c:v>
                </c:pt>
                <c:pt idx="1667">
                  <c:v>3.75</c:v>
                </c:pt>
                <c:pt idx="1668">
                  <c:v>3.75</c:v>
                </c:pt>
                <c:pt idx="1669">
                  <c:v>3.75</c:v>
                </c:pt>
                <c:pt idx="1670">
                  <c:v>3.75</c:v>
                </c:pt>
                <c:pt idx="1671">
                  <c:v>3.75</c:v>
                </c:pt>
                <c:pt idx="1672">
                  <c:v>3.75</c:v>
                </c:pt>
                <c:pt idx="1673">
                  <c:v>3.75</c:v>
                </c:pt>
                <c:pt idx="1674">
                  <c:v>3.75</c:v>
                </c:pt>
                <c:pt idx="1675">
                  <c:v>3.75</c:v>
                </c:pt>
                <c:pt idx="1676">
                  <c:v>3.5</c:v>
                </c:pt>
                <c:pt idx="1677">
                  <c:v>3.5</c:v>
                </c:pt>
                <c:pt idx="1678">
                  <c:v>3.5</c:v>
                </c:pt>
                <c:pt idx="1679">
                  <c:v>3.5</c:v>
                </c:pt>
                <c:pt idx="1680">
                  <c:v>3.5</c:v>
                </c:pt>
                <c:pt idx="1681">
                  <c:v>3.5</c:v>
                </c:pt>
                <c:pt idx="1682">
                  <c:v>3.5</c:v>
                </c:pt>
                <c:pt idx="1683">
                  <c:v>3.5</c:v>
                </c:pt>
                <c:pt idx="1684">
                  <c:v>3.5</c:v>
                </c:pt>
                <c:pt idx="1685">
                  <c:v>3.5</c:v>
                </c:pt>
                <c:pt idx="1686">
                  <c:v>3.5</c:v>
                </c:pt>
                <c:pt idx="1687">
                  <c:v>3.5</c:v>
                </c:pt>
                <c:pt idx="1688">
                  <c:v>3.5</c:v>
                </c:pt>
                <c:pt idx="1689">
                  <c:v>3.5</c:v>
                </c:pt>
                <c:pt idx="1690">
                  <c:v>3.5</c:v>
                </c:pt>
                <c:pt idx="1691">
                  <c:v>3.5</c:v>
                </c:pt>
                <c:pt idx="1692">
                  <c:v>3.5</c:v>
                </c:pt>
                <c:pt idx="1693">
                  <c:v>3.5</c:v>
                </c:pt>
                <c:pt idx="1694">
                  <c:v>3.5</c:v>
                </c:pt>
                <c:pt idx="1695">
                  <c:v>3.5</c:v>
                </c:pt>
                <c:pt idx="1696">
                  <c:v>3.5</c:v>
                </c:pt>
                <c:pt idx="1697">
                  <c:v>3.5</c:v>
                </c:pt>
                <c:pt idx="1698">
                  <c:v>3.5</c:v>
                </c:pt>
                <c:pt idx="1699">
                  <c:v>3.5</c:v>
                </c:pt>
                <c:pt idx="1700">
                  <c:v>3.5</c:v>
                </c:pt>
                <c:pt idx="1701">
                  <c:v>3.5</c:v>
                </c:pt>
                <c:pt idx="1702">
                  <c:v>3.5</c:v>
                </c:pt>
                <c:pt idx="1703">
                  <c:v>3.5</c:v>
                </c:pt>
                <c:pt idx="1704">
                  <c:v>3.5</c:v>
                </c:pt>
                <c:pt idx="1705">
                  <c:v>3.5</c:v>
                </c:pt>
                <c:pt idx="1706">
                  <c:v>3.5</c:v>
                </c:pt>
                <c:pt idx="1707">
                  <c:v>3.5</c:v>
                </c:pt>
                <c:pt idx="1708">
                  <c:v>3.5</c:v>
                </c:pt>
                <c:pt idx="1709">
                  <c:v>3.5</c:v>
                </c:pt>
                <c:pt idx="1710">
                  <c:v>3.5</c:v>
                </c:pt>
                <c:pt idx="1711">
                  <c:v>3.5</c:v>
                </c:pt>
                <c:pt idx="1712">
                  <c:v>3.5</c:v>
                </c:pt>
                <c:pt idx="1713">
                  <c:v>3.5</c:v>
                </c:pt>
                <c:pt idx="1714">
                  <c:v>3.5</c:v>
                </c:pt>
                <c:pt idx="1715">
                  <c:v>3.5</c:v>
                </c:pt>
                <c:pt idx="1716">
                  <c:v>3.5</c:v>
                </c:pt>
                <c:pt idx="1717">
                  <c:v>3.5</c:v>
                </c:pt>
                <c:pt idx="1718">
                  <c:v>3.5</c:v>
                </c:pt>
                <c:pt idx="1719">
                  <c:v>3.5</c:v>
                </c:pt>
                <c:pt idx="1720">
                  <c:v>3.5</c:v>
                </c:pt>
                <c:pt idx="1721">
                  <c:v>3.5</c:v>
                </c:pt>
                <c:pt idx="1722">
                  <c:v>3.5</c:v>
                </c:pt>
                <c:pt idx="1723">
                  <c:v>3.5</c:v>
                </c:pt>
                <c:pt idx="1724">
                  <c:v>3.5</c:v>
                </c:pt>
                <c:pt idx="1725">
                  <c:v>3.5</c:v>
                </c:pt>
                <c:pt idx="1726">
                  <c:v>3.5</c:v>
                </c:pt>
                <c:pt idx="1727">
                  <c:v>3.5</c:v>
                </c:pt>
                <c:pt idx="1728">
                  <c:v>3.5</c:v>
                </c:pt>
                <c:pt idx="1729">
                  <c:v>3.5</c:v>
                </c:pt>
                <c:pt idx="1730">
                  <c:v>3.5</c:v>
                </c:pt>
                <c:pt idx="1731">
                  <c:v>3.5</c:v>
                </c:pt>
                <c:pt idx="1732">
                  <c:v>3.5</c:v>
                </c:pt>
                <c:pt idx="1733">
                  <c:v>3.5</c:v>
                </c:pt>
                <c:pt idx="1734">
                  <c:v>3.5</c:v>
                </c:pt>
                <c:pt idx="1735">
                  <c:v>3.5</c:v>
                </c:pt>
                <c:pt idx="1736">
                  <c:v>3.5</c:v>
                </c:pt>
                <c:pt idx="1737">
                  <c:v>3.5</c:v>
                </c:pt>
                <c:pt idx="1738">
                  <c:v>3.5</c:v>
                </c:pt>
                <c:pt idx="1739">
                  <c:v>3.5</c:v>
                </c:pt>
                <c:pt idx="1740">
                  <c:v>3.5</c:v>
                </c:pt>
                <c:pt idx="1741">
                  <c:v>3.5</c:v>
                </c:pt>
                <c:pt idx="1742">
                  <c:v>3.5</c:v>
                </c:pt>
                <c:pt idx="1743">
                  <c:v>3.5</c:v>
                </c:pt>
                <c:pt idx="1744">
                  <c:v>3.5</c:v>
                </c:pt>
                <c:pt idx="1745">
                  <c:v>3.5</c:v>
                </c:pt>
                <c:pt idx="1746">
                  <c:v>3.5</c:v>
                </c:pt>
                <c:pt idx="1747">
                  <c:v>3.5</c:v>
                </c:pt>
                <c:pt idx="1748">
                  <c:v>3.5</c:v>
                </c:pt>
                <c:pt idx="1749">
                  <c:v>3.5</c:v>
                </c:pt>
                <c:pt idx="1750">
                  <c:v>3.5</c:v>
                </c:pt>
                <c:pt idx="1751">
                  <c:v>3.5</c:v>
                </c:pt>
                <c:pt idx="1752">
                  <c:v>3.5</c:v>
                </c:pt>
                <c:pt idx="1753">
                  <c:v>3.5</c:v>
                </c:pt>
                <c:pt idx="1754">
                  <c:v>3.5</c:v>
                </c:pt>
                <c:pt idx="1755">
                  <c:v>3.5</c:v>
                </c:pt>
                <c:pt idx="1756">
                  <c:v>3.5</c:v>
                </c:pt>
                <c:pt idx="1757">
                  <c:v>3.5</c:v>
                </c:pt>
                <c:pt idx="1758">
                  <c:v>3.5</c:v>
                </c:pt>
                <c:pt idx="1759">
                  <c:v>3.5</c:v>
                </c:pt>
                <c:pt idx="1760">
                  <c:v>3.5</c:v>
                </c:pt>
                <c:pt idx="1761">
                  <c:v>3.25</c:v>
                </c:pt>
                <c:pt idx="1762">
                  <c:v>3.25</c:v>
                </c:pt>
                <c:pt idx="1763">
                  <c:v>3.25</c:v>
                </c:pt>
                <c:pt idx="1764">
                  <c:v>3.25</c:v>
                </c:pt>
                <c:pt idx="1765">
                  <c:v>3.25</c:v>
                </c:pt>
                <c:pt idx="1766">
                  <c:v>3.25</c:v>
                </c:pt>
                <c:pt idx="1767">
                  <c:v>3.25</c:v>
                </c:pt>
                <c:pt idx="1768">
                  <c:v>3.25</c:v>
                </c:pt>
                <c:pt idx="1769">
                  <c:v>3.25</c:v>
                </c:pt>
                <c:pt idx="1770">
                  <c:v>3.25</c:v>
                </c:pt>
                <c:pt idx="1771">
                  <c:v>3.25</c:v>
                </c:pt>
                <c:pt idx="1772">
                  <c:v>3.25</c:v>
                </c:pt>
                <c:pt idx="1773">
                  <c:v>3.25</c:v>
                </c:pt>
                <c:pt idx="1774">
                  <c:v>3.25</c:v>
                </c:pt>
                <c:pt idx="1775">
                  <c:v>3.25</c:v>
                </c:pt>
                <c:pt idx="1776">
                  <c:v>3.25</c:v>
                </c:pt>
                <c:pt idx="1777">
                  <c:v>3.25</c:v>
                </c:pt>
                <c:pt idx="1778">
                  <c:v>3.25</c:v>
                </c:pt>
                <c:pt idx="1779">
                  <c:v>3.25</c:v>
                </c:pt>
                <c:pt idx="1780">
                  <c:v>3.25</c:v>
                </c:pt>
                <c:pt idx="1781">
                  <c:v>3.25</c:v>
                </c:pt>
                <c:pt idx="1782">
                  <c:v>3.25</c:v>
                </c:pt>
                <c:pt idx="1783">
                  <c:v>3.25</c:v>
                </c:pt>
                <c:pt idx="1784">
                  <c:v>3.25</c:v>
                </c:pt>
                <c:pt idx="1785">
                  <c:v>3.25</c:v>
                </c:pt>
                <c:pt idx="1786">
                  <c:v>3.25</c:v>
                </c:pt>
                <c:pt idx="1787">
                  <c:v>3.25</c:v>
                </c:pt>
                <c:pt idx="1788">
                  <c:v>3.25</c:v>
                </c:pt>
                <c:pt idx="1789">
                  <c:v>3.25</c:v>
                </c:pt>
                <c:pt idx="1790">
                  <c:v>3.25</c:v>
                </c:pt>
                <c:pt idx="1791">
                  <c:v>3.25</c:v>
                </c:pt>
                <c:pt idx="1792">
                  <c:v>3.25</c:v>
                </c:pt>
                <c:pt idx="1793">
                  <c:v>3.25</c:v>
                </c:pt>
                <c:pt idx="1794">
                  <c:v>3.25</c:v>
                </c:pt>
                <c:pt idx="1795">
                  <c:v>3.25</c:v>
                </c:pt>
                <c:pt idx="1796">
                  <c:v>3.25</c:v>
                </c:pt>
                <c:pt idx="1797">
                  <c:v>3.25</c:v>
                </c:pt>
                <c:pt idx="1798">
                  <c:v>3.25</c:v>
                </c:pt>
                <c:pt idx="1799">
                  <c:v>3.25</c:v>
                </c:pt>
                <c:pt idx="1800">
                  <c:v>3.25</c:v>
                </c:pt>
                <c:pt idx="1801">
                  <c:v>3.25</c:v>
                </c:pt>
                <c:pt idx="1802">
                  <c:v>3.25</c:v>
                </c:pt>
                <c:pt idx="1803">
                  <c:v>3.25</c:v>
                </c:pt>
                <c:pt idx="1804">
                  <c:v>3.25</c:v>
                </c:pt>
                <c:pt idx="1805">
                  <c:v>3.25</c:v>
                </c:pt>
                <c:pt idx="1806">
                  <c:v>3</c:v>
                </c:pt>
                <c:pt idx="1807">
                  <c:v>3</c:v>
                </c:pt>
                <c:pt idx="1808">
                  <c:v>3</c:v>
                </c:pt>
                <c:pt idx="1809">
                  <c:v>3</c:v>
                </c:pt>
                <c:pt idx="1810">
                  <c:v>3</c:v>
                </c:pt>
                <c:pt idx="1811">
                  <c:v>3</c:v>
                </c:pt>
                <c:pt idx="1812">
                  <c:v>3</c:v>
                </c:pt>
                <c:pt idx="1813">
                  <c:v>3</c:v>
                </c:pt>
                <c:pt idx="1814">
                  <c:v>3</c:v>
                </c:pt>
                <c:pt idx="1815">
                  <c:v>3</c:v>
                </c:pt>
                <c:pt idx="1816">
                  <c:v>3</c:v>
                </c:pt>
                <c:pt idx="1817">
                  <c:v>3</c:v>
                </c:pt>
                <c:pt idx="1818">
                  <c:v>3</c:v>
                </c:pt>
                <c:pt idx="1819">
                  <c:v>3</c:v>
                </c:pt>
                <c:pt idx="1820">
                  <c:v>3</c:v>
                </c:pt>
                <c:pt idx="1821">
                  <c:v>3</c:v>
                </c:pt>
                <c:pt idx="1822">
                  <c:v>3</c:v>
                </c:pt>
                <c:pt idx="1823">
                  <c:v>3</c:v>
                </c:pt>
                <c:pt idx="1824">
                  <c:v>3</c:v>
                </c:pt>
                <c:pt idx="1825">
                  <c:v>3</c:v>
                </c:pt>
                <c:pt idx="1826">
                  <c:v>3</c:v>
                </c:pt>
                <c:pt idx="1827">
                  <c:v>3</c:v>
                </c:pt>
                <c:pt idx="1828">
                  <c:v>3</c:v>
                </c:pt>
                <c:pt idx="1829">
                  <c:v>3</c:v>
                </c:pt>
                <c:pt idx="1830">
                  <c:v>3</c:v>
                </c:pt>
                <c:pt idx="1831">
                  <c:v>3</c:v>
                </c:pt>
                <c:pt idx="1832">
                  <c:v>3</c:v>
                </c:pt>
                <c:pt idx="1833">
                  <c:v>3</c:v>
                </c:pt>
                <c:pt idx="1834">
                  <c:v>3</c:v>
                </c:pt>
                <c:pt idx="1835">
                  <c:v>3</c:v>
                </c:pt>
                <c:pt idx="1836">
                  <c:v>3</c:v>
                </c:pt>
                <c:pt idx="1837">
                  <c:v>3</c:v>
                </c:pt>
                <c:pt idx="1838">
                  <c:v>3</c:v>
                </c:pt>
                <c:pt idx="1839">
                  <c:v>3</c:v>
                </c:pt>
                <c:pt idx="1840">
                  <c:v>3</c:v>
                </c:pt>
                <c:pt idx="1841">
                  <c:v>3</c:v>
                </c:pt>
                <c:pt idx="1842">
                  <c:v>3</c:v>
                </c:pt>
                <c:pt idx="1843">
                  <c:v>3</c:v>
                </c:pt>
                <c:pt idx="1844">
                  <c:v>3</c:v>
                </c:pt>
                <c:pt idx="1845">
                  <c:v>3</c:v>
                </c:pt>
                <c:pt idx="1846">
                  <c:v>3</c:v>
                </c:pt>
                <c:pt idx="1847">
                  <c:v>3</c:v>
                </c:pt>
                <c:pt idx="1848">
                  <c:v>3</c:v>
                </c:pt>
                <c:pt idx="1849">
                  <c:v>3</c:v>
                </c:pt>
                <c:pt idx="1850">
                  <c:v>3</c:v>
                </c:pt>
                <c:pt idx="1851">
                  <c:v>3</c:v>
                </c:pt>
                <c:pt idx="1852">
                  <c:v>3</c:v>
                </c:pt>
                <c:pt idx="1853">
                  <c:v>3</c:v>
                </c:pt>
                <c:pt idx="1854">
                  <c:v>3</c:v>
                </c:pt>
                <c:pt idx="1855">
                  <c:v>3</c:v>
                </c:pt>
                <c:pt idx="1856">
                  <c:v>3</c:v>
                </c:pt>
                <c:pt idx="1857">
                  <c:v>3</c:v>
                </c:pt>
                <c:pt idx="1858">
                  <c:v>3</c:v>
                </c:pt>
                <c:pt idx="1859">
                  <c:v>3</c:v>
                </c:pt>
                <c:pt idx="1860">
                  <c:v>3</c:v>
                </c:pt>
                <c:pt idx="1861">
                  <c:v>3</c:v>
                </c:pt>
                <c:pt idx="1862">
                  <c:v>3</c:v>
                </c:pt>
                <c:pt idx="1863">
                  <c:v>3</c:v>
                </c:pt>
                <c:pt idx="1864">
                  <c:v>3</c:v>
                </c:pt>
                <c:pt idx="1865">
                  <c:v>3</c:v>
                </c:pt>
                <c:pt idx="1866">
                  <c:v>3</c:v>
                </c:pt>
                <c:pt idx="1867">
                  <c:v>3</c:v>
                </c:pt>
                <c:pt idx="1868">
                  <c:v>3</c:v>
                </c:pt>
                <c:pt idx="1869">
                  <c:v>3</c:v>
                </c:pt>
                <c:pt idx="1870">
                  <c:v>3</c:v>
                </c:pt>
                <c:pt idx="1871">
                  <c:v>3</c:v>
                </c:pt>
                <c:pt idx="1872">
                  <c:v>3</c:v>
                </c:pt>
                <c:pt idx="1873">
                  <c:v>3</c:v>
                </c:pt>
                <c:pt idx="1874">
                  <c:v>3</c:v>
                </c:pt>
                <c:pt idx="1875">
                  <c:v>3</c:v>
                </c:pt>
                <c:pt idx="1876">
                  <c:v>3</c:v>
                </c:pt>
                <c:pt idx="1877">
                  <c:v>3</c:v>
                </c:pt>
                <c:pt idx="1878">
                  <c:v>3</c:v>
                </c:pt>
                <c:pt idx="1879">
                  <c:v>3</c:v>
                </c:pt>
                <c:pt idx="1880">
                  <c:v>3</c:v>
                </c:pt>
                <c:pt idx="1881">
                  <c:v>3</c:v>
                </c:pt>
                <c:pt idx="1882">
                  <c:v>3</c:v>
                </c:pt>
                <c:pt idx="1883">
                  <c:v>3</c:v>
                </c:pt>
                <c:pt idx="1884">
                  <c:v>3</c:v>
                </c:pt>
                <c:pt idx="1885">
                  <c:v>3</c:v>
                </c:pt>
                <c:pt idx="1886">
                  <c:v>3</c:v>
                </c:pt>
                <c:pt idx="1887">
                  <c:v>3</c:v>
                </c:pt>
                <c:pt idx="1888">
                  <c:v>3</c:v>
                </c:pt>
                <c:pt idx="1889">
                  <c:v>3</c:v>
                </c:pt>
                <c:pt idx="1890">
                  <c:v>3</c:v>
                </c:pt>
                <c:pt idx="1891">
                  <c:v>3</c:v>
                </c:pt>
                <c:pt idx="1892">
                  <c:v>3</c:v>
                </c:pt>
                <c:pt idx="1893">
                  <c:v>3</c:v>
                </c:pt>
                <c:pt idx="1894">
                  <c:v>3</c:v>
                </c:pt>
                <c:pt idx="1895">
                  <c:v>3</c:v>
                </c:pt>
                <c:pt idx="1896">
                  <c:v>3</c:v>
                </c:pt>
                <c:pt idx="1897">
                  <c:v>3</c:v>
                </c:pt>
                <c:pt idx="1898">
                  <c:v>3</c:v>
                </c:pt>
                <c:pt idx="1899">
                  <c:v>3</c:v>
                </c:pt>
                <c:pt idx="1900">
                  <c:v>3</c:v>
                </c:pt>
                <c:pt idx="1901">
                  <c:v>3</c:v>
                </c:pt>
                <c:pt idx="1902">
                  <c:v>3</c:v>
                </c:pt>
                <c:pt idx="1903">
                  <c:v>3</c:v>
                </c:pt>
                <c:pt idx="1904">
                  <c:v>3</c:v>
                </c:pt>
                <c:pt idx="1905">
                  <c:v>3</c:v>
                </c:pt>
                <c:pt idx="1906">
                  <c:v>3</c:v>
                </c:pt>
                <c:pt idx="1907">
                  <c:v>3</c:v>
                </c:pt>
                <c:pt idx="1908">
                  <c:v>3</c:v>
                </c:pt>
                <c:pt idx="1909">
                  <c:v>3</c:v>
                </c:pt>
                <c:pt idx="1910">
                  <c:v>3</c:v>
                </c:pt>
                <c:pt idx="1911">
                  <c:v>3</c:v>
                </c:pt>
                <c:pt idx="1912">
                  <c:v>3</c:v>
                </c:pt>
                <c:pt idx="1913">
                  <c:v>3</c:v>
                </c:pt>
                <c:pt idx="1914">
                  <c:v>3</c:v>
                </c:pt>
                <c:pt idx="1915">
                  <c:v>3</c:v>
                </c:pt>
                <c:pt idx="1916">
                  <c:v>2.75</c:v>
                </c:pt>
                <c:pt idx="1917">
                  <c:v>2.75</c:v>
                </c:pt>
                <c:pt idx="1918">
                  <c:v>2.75</c:v>
                </c:pt>
                <c:pt idx="1919">
                  <c:v>2.75</c:v>
                </c:pt>
                <c:pt idx="1920">
                  <c:v>2.75</c:v>
                </c:pt>
                <c:pt idx="1921">
                  <c:v>2.75</c:v>
                </c:pt>
                <c:pt idx="1922">
                  <c:v>2.75</c:v>
                </c:pt>
                <c:pt idx="1923">
                  <c:v>2.75</c:v>
                </c:pt>
                <c:pt idx="1924">
                  <c:v>2.75</c:v>
                </c:pt>
                <c:pt idx="1925">
                  <c:v>2.75</c:v>
                </c:pt>
                <c:pt idx="1926">
                  <c:v>2.75</c:v>
                </c:pt>
                <c:pt idx="1927">
                  <c:v>2.75</c:v>
                </c:pt>
                <c:pt idx="1928">
                  <c:v>2.75</c:v>
                </c:pt>
                <c:pt idx="1929">
                  <c:v>2.75</c:v>
                </c:pt>
                <c:pt idx="1930">
                  <c:v>2.75</c:v>
                </c:pt>
                <c:pt idx="1931">
                  <c:v>2.75</c:v>
                </c:pt>
                <c:pt idx="1932">
                  <c:v>2.75</c:v>
                </c:pt>
                <c:pt idx="1933">
                  <c:v>2.75</c:v>
                </c:pt>
                <c:pt idx="1934">
                  <c:v>2.75</c:v>
                </c:pt>
                <c:pt idx="1935">
                  <c:v>2.75</c:v>
                </c:pt>
                <c:pt idx="1936">
                  <c:v>2.75</c:v>
                </c:pt>
                <c:pt idx="1937">
                  <c:v>2.75</c:v>
                </c:pt>
                <c:pt idx="1938">
                  <c:v>2.75</c:v>
                </c:pt>
                <c:pt idx="1939">
                  <c:v>2.75</c:v>
                </c:pt>
                <c:pt idx="1940">
                  <c:v>2.75</c:v>
                </c:pt>
                <c:pt idx="1941">
                  <c:v>2.75</c:v>
                </c:pt>
                <c:pt idx="1942">
                  <c:v>2.75</c:v>
                </c:pt>
                <c:pt idx="1943">
                  <c:v>2.75</c:v>
                </c:pt>
                <c:pt idx="1944">
                  <c:v>2.75</c:v>
                </c:pt>
                <c:pt idx="1945">
                  <c:v>2.75</c:v>
                </c:pt>
                <c:pt idx="1946">
                  <c:v>2.75</c:v>
                </c:pt>
                <c:pt idx="1947">
                  <c:v>2.75</c:v>
                </c:pt>
                <c:pt idx="1948">
                  <c:v>2.75</c:v>
                </c:pt>
                <c:pt idx="1949">
                  <c:v>2.75</c:v>
                </c:pt>
                <c:pt idx="1950">
                  <c:v>2.75</c:v>
                </c:pt>
                <c:pt idx="1951">
                  <c:v>2.75</c:v>
                </c:pt>
                <c:pt idx="1952">
                  <c:v>2.75</c:v>
                </c:pt>
                <c:pt idx="1953">
                  <c:v>2.75</c:v>
                </c:pt>
                <c:pt idx="1954">
                  <c:v>2.75</c:v>
                </c:pt>
                <c:pt idx="1955">
                  <c:v>2.75</c:v>
                </c:pt>
                <c:pt idx="1956">
                  <c:v>2.75</c:v>
                </c:pt>
                <c:pt idx="1957">
                  <c:v>2.75</c:v>
                </c:pt>
                <c:pt idx="1958">
                  <c:v>2.75</c:v>
                </c:pt>
                <c:pt idx="1959">
                  <c:v>2.75</c:v>
                </c:pt>
                <c:pt idx="1960">
                  <c:v>2.75</c:v>
                </c:pt>
                <c:pt idx="1961">
                  <c:v>2.75</c:v>
                </c:pt>
                <c:pt idx="1962">
                  <c:v>2.75</c:v>
                </c:pt>
                <c:pt idx="1963">
                  <c:v>2.75</c:v>
                </c:pt>
                <c:pt idx="1964">
                  <c:v>2.75</c:v>
                </c:pt>
                <c:pt idx="1965">
                  <c:v>2.75</c:v>
                </c:pt>
                <c:pt idx="1966">
                  <c:v>2.75</c:v>
                </c:pt>
                <c:pt idx="1967">
                  <c:v>2.75</c:v>
                </c:pt>
                <c:pt idx="1968">
                  <c:v>2.75</c:v>
                </c:pt>
                <c:pt idx="1969">
                  <c:v>2.75</c:v>
                </c:pt>
                <c:pt idx="1970">
                  <c:v>2.75</c:v>
                </c:pt>
                <c:pt idx="1971">
                  <c:v>2.75</c:v>
                </c:pt>
                <c:pt idx="1972">
                  <c:v>2.75</c:v>
                </c:pt>
                <c:pt idx="1973">
                  <c:v>2.75</c:v>
                </c:pt>
                <c:pt idx="1974">
                  <c:v>2.75</c:v>
                </c:pt>
                <c:pt idx="1975">
                  <c:v>2.75</c:v>
                </c:pt>
                <c:pt idx="1976">
                  <c:v>2.75</c:v>
                </c:pt>
                <c:pt idx="1977">
                  <c:v>2.75</c:v>
                </c:pt>
                <c:pt idx="1978">
                  <c:v>2.75</c:v>
                </c:pt>
                <c:pt idx="1979">
                  <c:v>2.75</c:v>
                </c:pt>
                <c:pt idx="1980">
                  <c:v>2.75</c:v>
                </c:pt>
                <c:pt idx="1981">
                  <c:v>2.5</c:v>
                </c:pt>
                <c:pt idx="1982">
                  <c:v>2.5</c:v>
                </c:pt>
                <c:pt idx="1983">
                  <c:v>2.5</c:v>
                </c:pt>
                <c:pt idx="1984">
                  <c:v>2.5</c:v>
                </c:pt>
                <c:pt idx="1985">
                  <c:v>2.5</c:v>
                </c:pt>
                <c:pt idx="1986">
                  <c:v>2.5</c:v>
                </c:pt>
                <c:pt idx="1987">
                  <c:v>2.5</c:v>
                </c:pt>
                <c:pt idx="1988">
                  <c:v>2.5</c:v>
                </c:pt>
                <c:pt idx="1989">
                  <c:v>2.5</c:v>
                </c:pt>
                <c:pt idx="1990">
                  <c:v>2.5</c:v>
                </c:pt>
                <c:pt idx="1991">
                  <c:v>2.5</c:v>
                </c:pt>
                <c:pt idx="1992">
                  <c:v>2.5</c:v>
                </c:pt>
                <c:pt idx="1993">
                  <c:v>2.5</c:v>
                </c:pt>
                <c:pt idx="1994">
                  <c:v>2.5</c:v>
                </c:pt>
                <c:pt idx="1995">
                  <c:v>2.5</c:v>
                </c:pt>
                <c:pt idx="1996">
                  <c:v>2.5</c:v>
                </c:pt>
                <c:pt idx="1997">
                  <c:v>2.5</c:v>
                </c:pt>
                <c:pt idx="1998">
                  <c:v>2.5</c:v>
                </c:pt>
                <c:pt idx="1999">
                  <c:v>2.5</c:v>
                </c:pt>
                <c:pt idx="2000">
                  <c:v>2.5</c:v>
                </c:pt>
                <c:pt idx="2001">
                  <c:v>2.5</c:v>
                </c:pt>
                <c:pt idx="2002">
                  <c:v>2.5</c:v>
                </c:pt>
                <c:pt idx="2003">
                  <c:v>2.5</c:v>
                </c:pt>
                <c:pt idx="2004">
                  <c:v>2.5</c:v>
                </c:pt>
                <c:pt idx="2005">
                  <c:v>2.5</c:v>
                </c:pt>
                <c:pt idx="2006">
                  <c:v>2.5</c:v>
                </c:pt>
                <c:pt idx="2007">
                  <c:v>2.5</c:v>
                </c:pt>
                <c:pt idx="2008">
                  <c:v>2.5</c:v>
                </c:pt>
                <c:pt idx="2009">
                  <c:v>2.5</c:v>
                </c:pt>
                <c:pt idx="2010">
                  <c:v>2.5</c:v>
                </c:pt>
                <c:pt idx="2011">
                  <c:v>2.5</c:v>
                </c:pt>
                <c:pt idx="2012">
                  <c:v>2.5</c:v>
                </c:pt>
                <c:pt idx="2013">
                  <c:v>2.5</c:v>
                </c:pt>
                <c:pt idx="2014">
                  <c:v>2.5</c:v>
                </c:pt>
                <c:pt idx="2015">
                  <c:v>2.5</c:v>
                </c:pt>
                <c:pt idx="2016">
                  <c:v>2.5</c:v>
                </c:pt>
                <c:pt idx="2017">
                  <c:v>2.5</c:v>
                </c:pt>
                <c:pt idx="2018">
                  <c:v>2.5</c:v>
                </c:pt>
                <c:pt idx="2019">
                  <c:v>2.5</c:v>
                </c:pt>
                <c:pt idx="2020">
                  <c:v>2.5</c:v>
                </c:pt>
                <c:pt idx="2021">
                  <c:v>2.5</c:v>
                </c:pt>
                <c:pt idx="2022">
                  <c:v>2.5</c:v>
                </c:pt>
                <c:pt idx="2023">
                  <c:v>2.5</c:v>
                </c:pt>
                <c:pt idx="2024">
                  <c:v>2.5</c:v>
                </c:pt>
                <c:pt idx="2025">
                  <c:v>2.5</c:v>
                </c:pt>
                <c:pt idx="2026">
                  <c:v>2.5</c:v>
                </c:pt>
                <c:pt idx="2027">
                  <c:v>2.5</c:v>
                </c:pt>
                <c:pt idx="2028">
                  <c:v>2.5</c:v>
                </c:pt>
                <c:pt idx="2029">
                  <c:v>2.5</c:v>
                </c:pt>
                <c:pt idx="2030">
                  <c:v>2.5</c:v>
                </c:pt>
                <c:pt idx="2031">
                  <c:v>2.5</c:v>
                </c:pt>
                <c:pt idx="2032">
                  <c:v>2.5</c:v>
                </c:pt>
                <c:pt idx="2033">
                  <c:v>2.5</c:v>
                </c:pt>
                <c:pt idx="2034">
                  <c:v>2.5</c:v>
                </c:pt>
                <c:pt idx="2035">
                  <c:v>2.5</c:v>
                </c:pt>
                <c:pt idx="2036">
                  <c:v>2.5</c:v>
                </c:pt>
                <c:pt idx="2037">
                  <c:v>2.5</c:v>
                </c:pt>
                <c:pt idx="2038">
                  <c:v>2.5</c:v>
                </c:pt>
                <c:pt idx="2039">
                  <c:v>2.5</c:v>
                </c:pt>
                <c:pt idx="2040">
                  <c:v>2.5</c:v>
                </c:pt>
                <c:pt idx="2041">
                  <c:v>2.5</c:v>
                </c:pt>
                <c:pt idx="2042">
                  <c:v>2.5</c:v>
                </c:pt>
                <c:pt idx="2043">
                  <c:v>2.5</c:v>
                </c:pt>
                <c:pt idx="2044">
                  <c:v>2.5</c:v>
                </c:pt>
                <c:pt idx="2045">
                  <c:v>2.5</c:v>
                </c:pt>
                <c:pt idx="2046">
                  <c:v>2.5</c:v>
                </c:pt>
                <c:pt idx="2047">
                  <c:v>2.5</c:v>
                </c:pt>
                <c:pt idx="2048">
                  <c:v>2.5</c:v>
                </c:pt>
                <c:pt idx="2049">
                  <c:v>2.5</c:v>
                </c:pt>
                <c:pt idx="2050">
                  <c:v>2.5</c:v>
                </c:pt>
                <c:pt idx="2051">
                  <c:v>2.5</c:v>
                </c:pt>
                <c:pt idx="2052">
                  <c:v>2.5</c:v>
                </c:pt>
                <c:pt idx="2053">
                  <c:v>2.5</c:v>
                </c:pt>
                <c:pt idx="2054">
                  <c:v>2.5</c:v>
                </c:pt>
                <c:pt idx="2055">
                  <c:v>2.5</c:v>
                </c:pt>
                <c:pt idx="2056">
                  <c:v>2.5</c:v>
                </c:pt>
                <c:pt idx="2057">
                  <c:v>2.5</c:v>
                </c:pt>
                <c:pt idx="2058">
                  <c:v>2.5</c:v>
                </c:pt>
                <c:pt idx="2059">
                  <c:v>2.5</c:v>
                </c:pt>
                <c:pt idx="2060">
                  <c:v>2.5</c:v>
                </c:pt>
                <c:pt idx="2061">
                  <c:v>2.5</c:v>
                </c:pt>
                <c:pt idx="2062">
                  <c:v>2.5</c:v>
                </c:pt>
                <c:pt idx="2063">
                  <c:v>2.5</c:v>
                </c:pt>
                <c:pt idx="2064">
                  <c:v>2.5</c:v>
                </c:pt>
                <c:pt idx="2065">
                  <c:v>2.5</c:v>
                </c:pt>
                <c:pt idx="2066">
                  <c:v>2.5</c:v>
                </c:pt>
                <c:pt idx="2067">
                  <c:v>2.5</c:v>
                </c:pt>
                <c:pt idx="2068">
                  <c:v>2.5</c:v>
                </c:pt>
                <c:pt idx="2069">
                  <c:v>2.5</c:v>
                </c:pt>
                <c:pt idx="2070">
                  <c:v>2.5</c:v>
                </c:pt>
                <c:pt idx="2071">
                  <c:v>2.5</c:v>
                </c:pt>
                <c:pt idx="2072">
                  <c:v>2.5</c:v>
                </c:pt>
                <c:pt idx="2073">
                  <c:v>2.5</c:v>
                </c:pt>
                <c:pt idx="2074">
                  <c:v>2.5</c:v>
                </c:pt>
                <c:pt idx="2075">
                  <c:v>2.5</c:v>
                </c:pt>
                <c:pt idx="2076">
                  <c:v>2.5</c:v>
                </c:pt>
                <c:pt idx="2077">
                  <c:v>2.5</c:v>
                </c:pt>
                <c:pt idx="2078">
                  <c:v>2.5</c:v>
                </c:pt>
                <c:pt idx="2079">
                  <c:v>2.5</c:v>
                </c:pt>
                <c:pt idx="2080">
                  <c:v>2.5</c:v>
                </c:pt>
                <c:pt idx="2081">
                  <c:v>2.5</c:v>
                </c:pt>
                <c:pt idx="2082">
                  <c:v>2.5</c:v>
                </c:pt>
                <c:pt idx="2083">
                  <c:v>2.5</c:v>
                </c:pt>
                <c:pt idx="2084">
                  <c:v>2.5</c:v>
                </c:pt>
                <c:pt idx="2085">
                  <c:v>2.5</c:v>
                </c:pt>
                <c:pt idx="2086">
                  <c:v>2.5</c:v>
                </c:pt>
                <c:pt idx="2087">
                  <c:v>2.5</c:v>
                </c:pt>
                <c:pt idx="2088">
                  <c:v>2.5</c:v>
                </c:pt>
                <c:pt idx="2089">
                  <c:v>2.5</c:v>
                </c:pt>
                <c:pt idx="2090">
                  <c:v>2.5</c:v>
                </c:pt>
                <c:pt idx="2091">
                  <c:v>2.5</c:v>
                </c:pt>
                <c:pt idx="2092">
                  <c:v>2.5</c:v>
                </c:pt>
                <c:pt idx="2093">
                  <c:v>2.5</c:v>
                </c:pt>
                <c:pt idx="2094">
                  <c:v>2.5</c:v>
                </c:pt>
                <c:pt idx="2095">
                  <c:v>2.5</c:v>
                </c:pt>
                <c:pt idx="2096">
                  <c:v>2.5</c:v>
                </c:pt>
                <c:pt idx="2097">
                  <c:v>2.5</c:v>
                </c:pt>
                <c:pt idx="2098">
                  <c:v>2.5</c:v>
                </c:pt>
                <c:pt idx="2099">
                  <c:v>2.5</c:v>
                </c:pt>
                <c:pt idx="2100">
                  <c:v>2.5</c:v>
                </c:pt>
                <c:pt idx="2101">
                  <c:v>2.5</c:v>
                </c:pt>
                <c:pt idx="2102">
                  <c:v>2.5</c:v>
                </c:pt>
                <c:pt idx="2103">
                  <c:v>2.5</c:v>
                </c:pt>
                <c:pt idx="2104">
                  <c:v>2.5</c:v>
                </c:pt>
                <c:pt idx="2105">
                  <c:v>2.5</c:v>
                </c:pt>
                <c:pt idx="2106">
                  <c:v>2.5</c:v>
                </c:pt>
                <c:pt idx="2107">
                  <c:v>2.5</c:v>
                </c:pt>
                <c:pt idx="2108">
                  <c:v>2.5</c:v>
                </c:pt>
                <c:pt idx="2109">
                  <c:v>2.5</c:v>
                </c:pt>
                <c:pt idx="2110">
                  <c:v>2.5</c:v>
                </c:pt>
                <c:pt idx="2111">
                  <c:v>2.5</c:v>
                </c:pt>
                <c:pt idx="2112">
                  <c:v>2.5</c:v>
                </c:pt>
                <c:pt idx="2113">
                  <c:v>2.5</c:v>
                </c:pt>
                <c:pt idx="2114">
                  <c:v>2.5</c:v>
                </c:pt>
                <c:pt idx="2115">
                  <c:v>2.5</c:v>
                </c:pt>
                <c:pt idx="2116">
                  <c:v>2.5</c:v>
                </c:pt>
                <c:pt idx="2117">
                  <c:v>2.5</c:v>
                </c:pt>
                <c:pt idx="2118">
                  <c:v>2.5</c:v>
                </c:pt>
                <c:pt idx="2119">
                  <c:v>2.5</c:v>
                </c:pt>
                <c:pt idx="2120">
                  <c:v>2.5</c:v>
                </c:pt>
                <c:pt idx="2121">
                  <c:v>2.5</c:v>
                </c:pt>
                <c:pt idx="2122">
                  <c:v>2.5</c:v>
                </c:pt>
                <c:pt idx="2123">
                  <c:v>2.5</c:v>
                </c:pt>
                <c:pt idx="2124">
                  <c:v>2.5</c:v>
                </c:pt>
                <c:pt idx="2125">
                  <c:v>2.5</c:v>
                </c:pt>
                <c:pt idx="2126">
                  <c:v>2.5</c:v>
                </c:pt>
                <c:pt idx="2127">
                  <c:v>2.5</c:v>
                </c:pt>
                <c:pt idx="2128">
                  <c:v>2.5</c:v>
                </c:pt>
                <c:pt idx="2129">
                  <c:v>2.5</c:v>
                </c:pt>
                <c:pt idx="2130">
                  <c:v>2.5</c:v>
                </c:pt>
                <c:pt idx="2131">
                  <c:v>2.5</c:v>
                </c:pt>
                <c:pt idx="2132">
                  <c:v>2.5</c:v>
                </c:pt>
                <c:pt idx="2133">
                  <c:v>2.5</c:v>
                </c:pt>
                <c:pt idx="2134">
                  <c:v>2.5</c:v>
                </c:pt>
                <c:pt idx="2135">
                  <c:v>2.5</c:v>
                </c:pt>
                <c:pt idx="2136">
                  <c:v>2.5</c:v>
                </c:pt>
                <c:pt idx="2137">
                  <c:v>2.5</c:v>
                </c:pt>
                <c:pt idx="2138">
                  <c:v>2.5</c:v>
                </c:pt>
                <c:pt idx="2139">
                  <c:v>2.5</c:v>
                </c:pt>
                <c:pt idx="2140">
                  <c:v>2.5</c:v>
                </c:pt>
                <c:pt idx="2141">
                  <c:v>2.5</c:v>
                </c:pt>
                <c:pt idx="2142">
                  <c:v>2.5</c:v>
                </c:pt>
                <c:pt idx="2143">
                  <c:v>2.5</c:v>
                </c:pt>
                <c:pt idx="2144">
                  <c:v>2.5</c:v>
                </c:pt>
                <c:pt idx="2145">
                  <c:v>2.5</c:v>
                </c:pt>
                <c:pt idx="2146">
                  <c:v>2.5</c:v>
                </c:pt>
                <c:pt idx="2147">
                  <c:v>2.5</c:v>
                </c:pt>
                <c:pt idx="2148">
                  <c:v>2.5</c:v>
                </c:pt>
                <c:pt idx="2149">
                  <c:v>2.5</c:v>
                </c:pt>
                <c:pt idx="2150">
                  <c:v>2.5</c:v>
                </c:pt>
                <c:pt idx="2151">
                  <c:v>2.5</c:v>
                </c:pt>
                <c:pt idx="2152">
                  <c:v>2.5</c:v>
                </c:pt>
                <c:pt idx="2153">
                  <c:v>2.5</c:v>
                </c:pt>
                <c:pt idx="2154">
                  <c:v>2.5</c:v>
                </c:pt>
                <c:pt idx="2155">
                  <c:v>2.5</c:v>
                </c:pt>
                <c:pt idx="2156">
                  <c:v>2.5</c:v>
                </c:pt>
                <c:pt idx="2157">
                  <c:v>2.5</c:v>
                </c:pt>
                <c:pt idx="2158">
                  <c:v>2.5</c:v>
                </c:pt>
                <c:pt idx="2159">
                  <c:v>2.5</c:v>
                </c:pt>
                <c:pt idx="2160">
                  <c:v>2.5</c:v>
                </c:pt>
                <c:pt idx="2161">
                  <c:v>2.5</c:v>
                </c:pt>
                <c:pt idx="2162">
                  <c:v>2.5</c:v>
                </c:pt>
                <c:pt idx="2163">
                  <c:v>2.5</c:v>
                </c:pt>
                <c:pt idx="2164">
                  <c:v>2.5</c:v>
                </c:pt>
                <c:pt idx="2165">
                  <c:v>2.5</c:v>
                </c:pt>
                <c:pt idx="2166">
                  <c:v>2.5</c:v>
                </c:pt>
                <c:pt idx="2167">
                  <c:v>2.5</c:v>
                </c:pt>
                <c:pt idx="2168">
                  <c:v>2.5</c:v>
                </c:pt>
                <c:pt idx="2169">
                  <c:v>2.5</c:v>
                </c:pt>
                <c:pt idx="2170">
                  <c:v>2.5</c:v>
                </c:pt>
                <c:pt idx="2171">
                  <c:v>2.5</c:v>
                </c:pt>
                <c:pt idx="2172">
                  <c:v>2.5</c:v>
                </c:pt>
                <c:pt idx="2173">
                  <c:v>2.5</c:v>
                </c:pt>
                <c:pt idx="2174">
                  <c:v>2.5</c:v>
                </c:pt>
                <c:pt idx="2175">
                  <c:v>2.5</c:v>
                </c:pt>
                <c:pt idx="2176">
                  <c:v>2.5</c:v>
                </c:pt>
                <c:pt idx="2177">
                  <c:v>2.5</c:v>
                </c:pt>
                <c:pt idx="2178">
                  <c:v>2.5</c:v>
                </c:pt>
                <c:pt idx="2179">
                  <c:v>2.5</c:v>
                </c:pt>
                <c:pt idx="2180">
                  <c:v>2.5</c:v>
                </c:pt>
                <c:pt idx="2181">
                  <c:v>2.5</c:v>
                </c:pt>
                <c:pt idx="2182">
                  <c:v>2.5</c:v>
                </c:pt>
                <c:pt idx="2183">
                  <c:v>2.5</c:v>
                </c:pt>
                <c:pt idx="2184">
                  <c:v>2.5</c:v>
                </c:pt>
                <c:pt idx="2185">
                  <c:v>2.5</c:v>
                </c:pt>
                <c:pt idx="2186">
                  <c:v>2.5</c:v>
                </c:pt>
                <c:pt idx="2187">
                  <c:v>2.5</c:v>
                </c:pt>
                <c:pt idx="2188">
                  <c:v>2.5</c:v>
                </c:pt>
                <c:pt idx="2189">
                  <c:v>2.5</c:v>
                </c:pt>
                <c:pt idx="2190">
                  <c:v>2.5</c:v>
                </c:pt>
                <c:pt idx="2191">
                  <c:v>2.5</c:v>
                </c:pt>
                <c:pt idx="2192">
                  <c:v>2.5</c:v>
                </c:pt>
                <c:pt idx="2193">
                  <c:v>2.5</c:v>
                </c:pt>
                <c:pt idx="2194">
                  <c:v>2.5</c:v>
                </c:pt>
                <c:pt idx="2195">
                  <c:v>2.5</c:v>
                </c:pt>
                <c:pt idx="2196">
                  <c:v>2.5</c:v>
                </c:pt>
                <c:pt idx="2197">
                  <c:v>2.5</c:v>
                </c:pt>
                <c:pt idx="2198">
                  <c:v>2.5</c:v>
                </c:pt>
                <c:pt idx="2199">
                  <c:v>2.5</c:v>
                </c:pt>
                <c:pt idx="2200">
                  <c:v>2.5</c:v>
                </c:pt>
                <c:pt idx="2201">
                  <c:v>2.5</c:v>
                </c:pt>
                <c:pt idx="2202">
                  <c:v>2.5</c:v>
                </c:pt>
                <c:pt idx="2203">
                  <c:v>2.5</c:v>
                </c:pt>
                <c:pt idx="2204">
                  <c:v>2.5</c:v>
                </c:pt>
                <c:pt idx="2205">
                  <c:v>2.5</c:v>
                </c:pt>
                <c:pt idx="2206">
                  <c:v>2.5</c:v>
                </c:pt>
                <c:pt idx="2207">
                  <c:v>2.5</c:v>
                </c:pt>
                <c:pt idx="2208">
                  <c:v>2.5</c:v>
                </c:pt>
                <c:pt idx="2209">
                  <c:v>2.5</c:v>
                </c:pt>
                <c:pt idx="2210">
                  <c:v>2.5</c:v>
                </c:pt>
                <c:pt idx="2211">
                  <c:v>2.5</c:v>
                </c:pt>
                <c:pt idx="2212">
                  <c:v>2.5</c:v>
                </c:pt>
                <c:pt idx="2213">
                  <c:v>2.5</c:v>
                </c:pt>
                <c:pt idx="2214">
                  <c:v>2.5</c:v>
                </c:pt>
                <c:pt idx="2215">
                  <c:v>2.5</c:v>
                </c:pt>
                <c:pt idx="2216">
                  <c:v>2.5</c:v>
                </c:pt>
                <c:pt idx="2217">
                  <c:v>2.5</c:v>
                </c:pt>
                <c:pt idx="2218">
                  <c:v>2.5</c:v>
                </c:pt>
                <c:pt idx="2219">
                  <c:v>2.5</c:v>
                </c:pt>
                <c:pt idx="2220">
                  <c:v>2.5</c:v>
                </c:pt>
                <c:pt idx="2221">
                  <c:v>2.5</c:v>
                </c:pt>
                <c:pt idx="2222">
                  <c:v>2.5</c:v>
                </c:pt>
                <c:pt idx="2223">
                  <c:v>2.5</c:v>
                </c:pt>
                <c:pt idx="2224">
                  <c:v>2.5</c:v>
                </c:pt>
                <c:pt idx="2225">
                  <c:v>2.5</c:v>
                </c:pt>
                <c:pt idx="2226">
                  <c:v>2.5</c:v>
                </c:pt>
                <c:pt idx="2227">
                  <c:v>2.5</c:v>
                </c:pt>
                <c:pt idx="2228">
                  <c:v>2.5</c:v>
                </c:pt>
                <c:pt idx="2229">
                  <c:v>2.5</c:v>
                </c:pt>
                <c:pt idx="2230">
                  <c:v>2.5</c:v>
                </c:pt>
                <c:pt idx="2231">
                  <c:v>2.5</c:v>
                </c:pt>
                <c:pt idx="2232">
                  <c:v>2.5</c:v>
                </c:pt>
                <c:pt idx="2233">
                  <c:v>2.5</c:v>
                </c:pt>
                <c:pt idx="2234">
                  <c:v>2.5</c:v>
                </c:pt>
                <c:pt idx="2235">
                  <c:v>2.5</c:v>
                </c:pt>
                <c:pt idx="2236">
                  <c:v>2.5</c:v>
                </c:pt>
                <c:pt idx="2237">
                  <c:v>2.5</c:v>
                </c:pt>
                <c:pt idx="2238">
                  <c:v>2.5</c:v>
                </c:pt>
                <c:pt idx="2239">
                  <c:v>2.5</c:v>
                </c:pt>
                <c:pt idx="2240">
                  <c:v>2.5</c:v>
                </c:pt>
                <c:pt idx="2241">
                  <c:v>2.5</c:v>
                </c:pt>
                <c:pt idx="2242">
                  <c:v>2.5</c:v>
                </c:pt>
                <c:pt idx="2243">
                  <c:v>2.5</c:v>
                </c:pt>
                <c:pt idx="2244">
                  <c:v>2.5</c:v>
                </c:pt>
                <c:pt idx="2245">
                  <c:v>2.5</c:v>
                </c:pt>
                <c:pt idx="2246">
                  <c:v>2.5</c:v>
                </c:pt>
                <c:pt idx="2247">
                  <c:v>2.5</c:v>
                </c:pt>
                <c:pt idx="2248">
                  <c:v>2.5</c:v>
                </c:pt>
                <c:pt idx="2249">
                  <c:v>2.5</c:v>
                </c:pt>
                <c:pt idx="2250">
                  <c:v>2.5</c:v>
                </c:pt>
                <c:pt idx="2251">
                  <c:v>2.5</c:v>
                </c:pt>
                <c:pt idx="2252">
                  <c:v>2.5</c:v>
                </c:pt>
                <c:pt idx="2253">
                  <c:v>2.5</c:v>
                </c:pt>
                <c:pt idx="2254">
                  <c:v>2.5</c:v>
                </c:pt>
                <c:pt idx="2255">
                  <c:v>2.5</c:v>
                </c:pt>
                <c:pt idx="2256">
                  <c:v>2.5</c:v>
                </c:pt>
                <c:pt idx="2257">
                  <c:v>2.5</c:v>
                </c:pt>
                <c:pt idx="2258">
                  <c:v>2.5</c:v>
                </c:pt>
                <c:pt idx="2259">
                  <c:v>2.5</c:v>
                </c:pt>
                <c:pt idx="2260">
                  <c:v>2.5</c:v>
                </c:pt>
                <c:pt idx="2261">
                  <c:v>2.5</c:v>
                </c:pt>
                <c:pt idx="2262">
                  <c:v>2.5</c:v>
                </c:pt>
                <c:pt idx="2263">
                  <c:v>2.5</c:v>
                </c:pt>
                <c:pt idx="2264">
                  <c:v>2.5</c:v>
                </c:pt>
                <c:pt idx="2265">
                  <c:v>2.5</c:v>
                </c:pt>
                <c:pt idx="2266">
                  <c:v>2.5</c:v>
                </c:pt>
                <c:pt idx="2267">
                  <c:v>2.5</c:v>
                </c:pt>
                <c:pt idx="2268">
                  <c:v>2.5</c:v>
                </c:pt>
                <c:pt idx="2269">
                  <c:v>2.5</c:v>
                </c:pt>
                <c:pt idx="2270">
                  <c:v>2.5</c:v>
                </c:pt>
                <c:pt idx="2271">
                  <c:v>2.5</c:v>
                </c:pt>
                <c:pt idx="2272">
                  <c:v>2.5</c:v>
                </c:pt>
                <c:pt idx="2273">
                  <c:v>2.5</c:v>
                </c:pt>
                <c:pt idx="2274">
                  <c:v>2.5</c:v>
                </c:pt>
                <c:pt idx="2275">
                  <c:v>2.5</c:v>
                </c:pt>
                <c:pt idx="2276">
                  <c:v>2.5</c:v>
                </c:pt>
                <c:pt idx="2277">
                  <c:v>2.5</c:v>
                </c:pt>
                <c:pt idx="2278">
                  <c:v>2.5</c:v>
                </c:pt>
                <c:pt idx="2279">
                  <c:v>2.5</c:v>
                </c:pt>
                <c:pt idx="2280">
                  <c:v>2.5</c:v>
                </c:pt>
                <c:pt idx="2281">
                  <c:v>2.5</c:v>
                </c:pt>
                <c:pt idx="2282">
                  <c:v>2.5</c:v>
                </c:pt>
                <c:pt idx="2283">
                  <c:v>2.5</c:v>
                </c:pt>
                <c:pt idx="2284">
                  <c:v>2.5</c:v>
                </c:pt>
                <c:pt idx="2285">
                  <c:v>2.5</c:v>
                </c:pt>
                <c:pt idx="2286">
                  <c:v>2.5</c:v>
                </c:pt>
                <c:pt idx="2287">
                  <c:v>2.5</c:v>
                </c:pt>
                <c:pt idx="2288">
                  <c:v>2.5</c:v>
                </c:pt>
                <c:pt idx="2289">
                  <c:v>2.5</c:v>
                </c:pt>
                <c:pt idx="2290">
                  <c:v>2.5</c:v>
                </c:pt>
                <c:pt idx="2291">
                  <c:v>2.5</c:v>
                </c:pt>
                <c:pt idx="2292">
                  <c:v>2.5</c:v>
                </c:pt>
                <c:pt idx="2293">
                  <c:v>2.5</c:v>
                </c:pt>
                <c:pt idx="2294">
                  <c:v>2.5</c:v>
                </c:pt>
                <c:pt idx="2295">
                  <c:v>2.5</c:v>
                </c:pt>
                <c:pt idx="2296">
                  <c:v>2.5</c:v>
                </c:pt>
                <c:pt idx="2297">
                  <c:v>2.5</c:v>
                </c:pt>
                <c:pt idx="2298">
                  <c:v>2.5</c:v>
                </c:pt>
                <c:pt idx="2299">
                  <c:v>2.5</c:v>
                </c:pt>
                <c:pt idx="2300">
                  <c:v>2.5</c:v>
                </c:pt>
                <c:pt idx="2301">
                  <c:v>2.5</c:v>
                </c:pt>
                <c:pt idx="2302">
                  <c:v>2.5</c:v>
                </c:pt>
                <c:pt idx="2303">
                  <c:v>2.5</c:v>
                </c:pt>
                <c:pt idx="2304">
                  <c:v>2.5</c:v>
                </c:pt>
                <c:pt idx="2305">
                  <c:v>2.5</c:v>
                </c:pt>
                <c:pt idx="2306">
                  <c:v>2.5</c:v>
                </c:pt>
                <c:pt idx="2307">
                  <c:v>2.5</c:v>
                </c:pt>
                <c:pt idx="2308">
                  <c:v>2.5</c:v>
                </c:pt>
                <c:pt idx="2309">
                  <c:v>2.5</c:v>
                </c:pt>
                <c:pt idx="2310">
                  <c:v>2.5</c:v>
                </c:pt>
                <c:pt idx="2311">
                  <c:v>2.5</c:v>
                </c:pt>
                <c:pt idx="2312">
                  <c:v>2.5</c:v>
                </c:pt>
                <c:pt idx="2313">
                  <c:v>2.5</c:v>
                </c:pt>
                <c:pt idx="2314">
                  <c:v>2.5</c:v>
                </c:pt>
                <c:pt idx="2315">
                  <c:v>2.5</c:v>
                </c:pt>
                <c:pt idx="2316">
                  <c:v>2.5</c:v>
                </c:pt>
                <c:pt idx="2317">
                  <c:v>2.5</c:v>
                </c:pt>
                <c:pt idx="2318">
                  <c:v>2.5</c:v>
                </c:pt>
                <c:pt idx="2319">
                  <c:v>2.5</c:v>
                </c:pt>
                <c:pt idx="2320">
                  <c:v>2.5</c:v>
                </c:pt>
                <c:pt idx="2321">
                  <c:v>2.5</c:v>
                </c:pt>
                <c:pt idx="2322">
                  <c:v>2.5</c:v>
                </c:pt>
                <c:pt idx="2323">
                  <c:v>2.5</c:v>
                </c:pt>
                <c:pt idx="2324">
                  <c:v>2.5</c:v>
                </c:pt>
                <c:pt idx="2325">
                  <c:v>2.5</c:v>
                </c:pt>
                <c:pt idx="2326">
                  <c:v>2.5</c:v>
                </c:pt>
                <c:pt idx="2327">
                  <c:v>2.5</c:v>
                </c:pt>
                <c:pt idx="2328">
                  <c:v>2.5</c:v>
                </c:pt>
                <c:pt idx="2329">
                  <c:v>2.5</c:v>
                </c:pt>
                <c:pt idx="2330">
                  <c:v>2.5</c:v>
                </c:pt>
                <c:pt idx="2331">
                  <c:v>2.5</c:v>
                </c:pt>
                <c:pt idx="2332">
                  <c:v>2.5</c:v>
                </c:pt>
                <c:pt idx="2333">
                  <c:v>2.5</c:v>
                </c:pt>
                <c:pt idx="2334">
                  <c:v>2.5</c:v>
                </c:pt>
                <c:pt idx="2335">
                  <c:v>2.5</c:v>
                </c:pt>
                <c:pt idx="2336">
                  <c:v>2.5</c:v>
                </c:pt>
                <c:pt idx="2337">
                  <c:v>2.5</c:v>
                </c:pt>
                <c:pt idx="2338">
                  <c:v>2.5</c:v>
                </c:pt>
                <c:pt idx="2339">
                  <c:v>2.5</c:v>
                </c:pt>
                <c:pt idx="2340">
                  <c:v>2.5</c:v>
                </c:pt>
                <c:pt idx="2341">
                  <c:v>2.5</c:v>
                </c:pt>
                <c:pt idx="2342">
                  <c:v>2.5</c:v>
                </c:pt>
                <c:pt idx="2343">
                  <c:v>2.5</c:v>
                </c:pt>
                <c:pt idx="2344">
                  <c:v>2.5</c:v>
                </c:pt>
                <c:pt idx="2345">
                  <c:v>2.5</c:v>
                </c:pt>
                <c:pt idx="2346">
                  <c:v>2.5</c:v>
                </c:pt>
                <c:pt idx="2347">
                  <c:v>2.5</c:v>
                </c:pt>
                <c:pt idx="2348">
                  <c:v>2.5</c:v>
                </c:pt>
                <c:pt idx="2349">
                  <c:v>2.5</c:v>
                </c:pt>
                <c:pt idx="2350">
                  <c:v>2.5</c:v>
                </c:pt>
                <c:pt idx="2351">
                  <c:v>2.5</c:v>
                </c:pt>
                <c:pt idx="2352">
                  <c:v>2.5</c:v>
                </c:pt>
                <c:pt idx="2353">
                  <c:v>2.5</c:v>
                </c:pt>
                <c:pt idx="2354">
                  <c:v>2.5</c:v>
                </c:pt>
                <c:pt idx="2355">
                  <c:v>2.5</c:v>
                </c:pt>
                <c:pt idx="2356">
                  <c:v>2.5</c:v>
                </c:pt>
                <c:pt idx="2357">
                  <c:v>2.5</c:v>
                </c:pt>
                <c:pt idx="2358">
                  <c:v>2.5</c:v>
                </c:pt>
                <c:pt idx="2359">
                  <c:v>2.5</c:v>
                </c:pt>
                <c:pt idx="2360">
                  <c:v>2.5</c:v>
                </c:pt>
                <c:pt idx="2361">
                  <c:v>2.5</c:v>
                </c:pt>
                <c:pt idx="2362">
                  <c:v>2.5</c:v>
                </c:pt>
                <c:pt idx="2363">
                  <c:v>2.5</c:v>
                </c:pt>
                <c:pt idx="2364">
                  <c:v>2.5</c:v>
                </c:pt>
                <c:pt idx="2365">
                  <c:v>2.5</c:v>
                </c:pt>
                <c:pt idx="2366">
                  <c:v>2.5</c:v>
                </c:pt>
                <c:pt idx="2367">
                  <c:v>2.5</c:v>
                </c:pt>
                <c:pt idx="2368">
                  <c:v>2.5</c:v>
                </c:pt>
                <c:pt idx="2369">
                  <c:v>2.5</c:v>
                </c:pt>
                <c:pt idx="2370">
                  <c:v>2.5</c:v>
                </c:pt>
                <c:pt idx="2371">
                  <c:v>2.25</c:v>
                </c:pt>
                <c:pt idx="2372">
                  <c:v>2.25</c:v>
                </c:pt>
                <c:pt idx="2373">
                  <c:v>2.25</c:v>
                </c:pt>
                <c:pt idx="2374">
                  <c:v>2.25</c:v>
                </c:pt>
                <c:pt idx="2375">
                  <c:v>2.25</c:v>
                </c:pt>
                <c:pt idx="2376">
                  <c:v>2.25</c:v>
                </c:pt>
                <c:pt idx="2377">
                  <c:v>2.25</c:v>
                </c:pt>
                <c:pt idx="2378">
                  <c:v>2.25</c:v>
                </c:pt>
                <c:pt idx="2379">
                  <c:v>2.25</c:v>
                </c:pt>
                <c:pt idx="2380">
                  <c:v>2.25</c:v>
                </c:pt>
                <c:pt idx="2381">
                  <c:v>2.25</c:v>
                </c:pt>
                <c:pt idx="2382">
                  <c:v>2.25</c:v>
                </c:pt>
                <c:pt idx="2383">
                  <c:v>2.25</c:v>
                </c:pt>
                <c:pt idx="2384">
                  <c:v>2.25</c:v>
                </c:pt>
                <c:pt idx="2385">
                  <c:v>2.25</c:v>
                </c:pt>
                <c:pt idx="2386">
                  <c:v>2.25</c:v>
                </c:pt>
                <c:pt idx="2387">
                  <c:v>2.25</c:v>
                </c:pt>
                <c:pt idx="2388">
                  <c:v>2.25</c:v>
                </c:pt>
                <c:pt idx="2389">
                  <c:v>2.25</c:v>
                </c:pt>
                <c:pt idx="2390">
                  <c:v>2.25</c:v>
                </c:pt>
                <c:pt idx="2391">
                  <c:v>2.25</c:v>
                </c:pt>
                <c:pt idx="2392">
                  <c:v>2.25</c:v>
                </c:pt>
                <c:pt idx="2393">
                  <c:v>2.25</c:v>
                </c:pt>
                <c:pt idx="2394">
                  <c:v>2.25</c:v>
                </c:pt>
                <c:pt idx="2395">
                  <c:v>2.25</c:v>
                </c:pt>
                <c:pt idx="2396">
                  <c:v>2.25</c:v>
                </c:pt>
                <c:pt idx="2397">
                  <c:v>2.25</c:v>
                </c:pt>
                <c:pt idx="2398">
                  <c:v>2.25</c:v>
                </c:pt>
                <c:pt idx="2399">
                  <c:v>2.25</c:v>
                </c:pt>
                <c:pt idx="2400">
                  <c:v>2.25</c:v>
                </c:pt>
                <c:pt idx="2401">
                  <c:v>2.25</c:v>
                </c:pt>
                <c:pt idx="2402">
                  <c:v>2.25</c:v>
                </c:pt>
                <c:pt idx="2403">
                  <c:v>2.25</c:v>
                </c:pt>
                <c:pt idx="2404">
                  <c:v>2.25</c:v>
                </c:pt>
                <c:pt idx="2405">
                  <c:v>2.25</c:v>
                </c:pt>
                <c:pt idx="2406">
                  <c:v>2.25</c:v>
                </c:pt>
                <c:pt idx="2407">
                  <c:v>2.25</c:v>
                </c:pt>
                <c:pt idx="2408">
                  <c:v>2.25</c:v>
                </c:pt>
                <c:pt idx="2409">
                  <c:v>2.25</c:v>
                </c:pt>
                <c:pt idx="2410">
                  <c:v>2.25</c:v>
                </c:pt>
                <c:pt idx="2411">
                  <c:v>2.25</c:v>
                </c:pt>
                <c:pt idx="2412">
                  <c:v>2.25</c:v>
                </c:pt>
                <c:pt idx="2413">
                  <c:v>2.25</c:v>
                </c:pt>
                <c:pt idx="2414">
                  <c:v>2.25</c:v>
                </c:pt>
                <c:pt idx="2415">
                  <c:v>2.25</c:v>
                </c:pt>
                <c:pt idx="2416">
                  <c:v>2.25</c:v>
                </c:pt>
                <c:pt idx="2417">
                  <c:v>2.25</c:v>
                </c:pt>
                <c:pt idx="2418">
                  <c:v>2.25</c:v>
                </c:pt>
                <c:pt idx="2419">
                  <c:v>2.25</c:v>
                </c:pt>
                <c:pt idx="2420">
                  <c:v>2.25</c:v>
                </c:pt>
                <c:pt idx="2421">
                  <c:v>2.25</c:v>
                </c:pt>
                <c:pt idx="2422">
                  <c:v>2.25</c:v>
                </c:pt>
                <c:pt idx="2423">
                  <c:v>2.25</c:v>
                </c:pt>
                <c:pt idx="2424">
                  <c:v>2.25</c:v>
                </c:pt>
                <c:pt idx="2425">
                  <c:v>2.25</c:v>
                </c:pt>
                <c:pt idx="2426">
                  <c:v>2.25</c:v>
                </c:pt>
                <c:pt idx="2427">
                  <c:v>2.25</c:v>
                </c:pt>
                <c:pt idx="2428">
                  <c:v>2.25</c:v>
                </c:pt>
                <c:pt idx="2429">
                  <c:v>2.25</c:v>
                </c:pt>
                <c:pt idx="2430">
                  <c:v>2.25</c:v>
                </c:pt>
                <c:pt idx="2431">
                  <c:v>2.25</c:v>
                </c:pt>
                <c:pt idx="2432">
                  <c:v>2.25</c:v>
                </c:pt>
                <c:pt idx="2433">
                  <c:v>2.25</c:v>
                </c:pt>
                <c:pt idx="2434">
                  <c:v>2.25</c:v>
                </c:pt>
                <c:pt idx="2435">
                  <c:v>2.25</c:v>
                </c:pt>
                <c:pt idx="2436">
                  <c:v>2</c:v>
                </c:pt>
                <c:pt idx="2437">
                  <c:v>2</c:v>
                </c:pt>
                <c:pt idx="2438">
                  <c:v>2</c:v>
                </c:pt>
                <c:pt idx="2439">
                  <c:v>2</c:v>
                </c:pt>
                <c:pt idx="2440">
                  <c:v>2</c:v>
                </c:pt>
                <c:pt idx="2441">
                  <c:v>2</c:v>
                </c:pt>
                <c:pt idx="2442">
                  <c:v>2</c:v>
                </c:pt>
                <c:pt idx="2443">
                  <c:v>2</c:v>
                </c:pt>
                <c:pt idx="2444">
                  <c:v>2</c:v>
                </c:pt>
                <c:pt idx="2445">
                  <c:v>2</c:v>
                </c:pt>
                <c:pt idx="2446">
                  <c:v>2</c:v>
                </c:pt>
                <c:pt idx="2447">
                  <c:v>2</c:v>
                </c:pt>
                <c:pt idx="2448">
                  <c:v>2</c:v>
                </c:pt>
                <c:pt idx="2449">
                  <c:v>2</c:v>
                </c:pt>
                <c:pt idx="2450">
                  <c:v>2</c:v>
                </c:pt>
                <c:pt idx="2451">
                  <c:v>2</c:v>
                </c:pt>
                <c:pt idx="2452">
                  <c:v>2</c:v>
                </c:pt>
                <c:pt idx="2453">
                  <c:v>2</c:v>
                </c:pt>
                <c:pt idx="2454">
                  <c:v>2</c:v>
                </c:pt>
                <c:pt idx="2455">
                  <c:v>2</c:v>
                </c:pt>
                <c:pt idx="2456">
                  <c:v>2</c:v>
                </c:pt>
                <c:pt idx="2457">
                  <c:v>2</c:v>
                </c:pt>
                <c:pt idx="2458">
                  <c:v>2</c:v>
                </c:pt>
                <c:pt idx="2459">
                  <c:v>2</c:v>
                </c:pt>
                <c:pt idx="2460">
                  <c:v>2</c:v>
                </c:pt>
                <c:pt idx="2461">
                  <c:v>2</c:v>
                </c:pt>
                <c:pt idx="2462">
                  <c:v>2</c:v>
                </c:pt>
                <c:pt idx="2463">
                  <c:v>2</c:v>
                </c:pt>
                <c:pt idx="2464">
                  <c:v>2</c:v>
                </c:pt>
                <c:pt idx="2465">
                  <c:v>2</c:v>
                </c:pt>
                <c:pt idx="2466">
                  <c:v>2</c:v>
                </c:pt>
                <c:pt idx="2467">
                  <c:v>2</c:v>
                </c:pt>
                <c:pt idx="2468">
                  <c:v>2</c:v>
                </c:pt>
                <c:pt idx="2469">
                  <c:v>2</c:v>
                </c:pt>
                <c:pt idx="2470">
                  <c:v>2</c:v>
                </c:pt>
                <c:pt idx="2471">
                  <c:v>2</c:v>
                </c:pt>
                <c:pt idx="2472">
                  <c:v>2</c:v>
                </c:pt>
                <c:pt idx="2473">
                  <c:v>2</c:v>
                </c:pt>
                <c:pt idx="2474">
                  <c:v>2</c:v>
                </c:pt>
                <c:pt idx="2475">
                  <c:v>2</c:v>
                </c:pt>
                <c:pt idx="2476">
                  <c:v>2</c:v>
                </c:pt>
                <c:pt idx="2477">
                  <c:v>2</c:v>
                </c:pt>
                <c:pt idx="2478">
                  <c:v>2</c:v>
                </c:pt>
                <c:pt idx="2479">
                  <c:v>2</c:v>
                </c:pt>
                <c:pt idx="2480">
                  <c:v>2</c:v>
                </c:pt>
                <c:pt idx="2481">
                  <c:v>2</c:v>
                </c:pt>
                <c:pt idx="2482">
                  <c:v>2</c:v>
                </c:pt>
                <c:pt idx="2483">
                  <c:v>2</c:v>
                </c:pt>
                <c:pt idx="2484">
                  <c:v>2</c:v>
                </c:pt>
                <c:pt idx="2485">
                  <c:v>2</c:v>
                </c:pt>
                <c:pt idx="2486">
                  <c:v>2</c:v>
                </c:pt>
                <c:pt idx="2487">
                  <c:v>2</c:v>
                </c:pt>
                <c:pt idx="2488">
                  <c:v>2</c:v>
                </c:pt>
                <c:pt idx="2489">
                  <c:v>2</c:v>
                </c:pt>
                <c:pt idx="2490">
                  <c:v>2</c:v>
                </c:pt>
                <c:pt idx="2491">
                  <c:v>2</c:v>
                </c:pt>
                <c:pt idx="2492">
                  <c:v>2</c:v>
                </c:pt>
                <c:pt idx="2493">
                  <c:v>2</c:v>
                </c:pt>
                <c:pt idx="2494">
                  <c:v>2</c:v>
                </c:pt>
                <c:pt idx="2495">
                  <c:v>2</c:v>
                </c:pt>
                <c:pt idx="2496">
                  <c:v>2</c:v>
                </c:pt>
                <c:pt idx="2497">
                  <c:v>2</c:v>
                </c:pt>
                <c:pt idx="2498">
                  <c:v>2</c:v>
                </c:pt>
                <c:pt idx="2499">
                  <c:v>2</c:v>
                </c:pt>
                <c:pt idx="2500">
                  <c:v>2</c:v>
                </c:pt>
                <c:pt idx="2501">
                  <c:v>2</c:v>
                </c:pt>
                <c:pt idx="2502">
                  <c:v>2</c:v>
                </c:pt>
                <c:pt idx="2503">
                  <c:v>2</c:v>
                </c:pt>
                <c:pt idx="2504">
                  <c:v>2</c:v>
                </c:pt>
                <c:pt idx="2505">
                  <c:v>2</c:v>
                </c:pt>
                <c:pt idx="2506">
                  <c:v>2</c:v>
                </c:pt>
                <c:pt idx="2507">
                  <c:v>2</c:v>
                </c:pt>
                <c:pt idx="2508">
                  <c:v>2</c:v>
                </c:pt>
                <c:pt idx="2509">
                  <c:v>2</c:v>
                </c:pt>
                <c:pt idx="2510">
                  <c:v>2</c:v>
                </c:pt>
                <c:pt idx="2511">
                  <c:v>2</c:v>
                </c:pt>
                <c:pt idx="2512">
                  <c:v>2</c:v>
                </c:pt>
                <c:pt idx="2513">
                  <c:v>2</c:v>
                </c:pt>
                <c:pt idx="2514">
                  <c:v>2</c:v>
                </c:pt>
                <c:pt idx="2515">
                  <c:v>2</c:v>
                </c:pt>
                <c:pt idx="2516">
                  <c:v>2</c:v>
                </c:pt>
                <c:pt idx="2517">
                  <c:v>2</c:v>
                </c:pt>
                <c:pt idx="2518">
                  <c:v>2</c:v>
                </c:pt>
                <c:pt idx="2519">
                  <c:v>2</c:v>
                </c:pt>
                <c:pt idx="2520">
                  <c:v>2</c:v>
                </c:pt>
                <c:pt idx="2521">
                  <c:v>2</c:v>
                </c:pt>
                <c:pt idx="2522">
                  <c:v>2</c:v>
                </c:pt>
                <c:pt idx="2523">
                  <c:v>2</c:v>
                </c:pt>
                <c:pt idx="2524">
                  <c:v>2</c:v>
                </c:pt>
                <c:pt idx="2525">
                  <c:v>2</c:v>
                </c:pt>
                <c:pt idx="2526">
                  <c:v>2</c:v>
                </c:pt>
                <c:pt idx="2527">
                  <c:v>2</c:v>
                </c:pt>
                <c:pt idx="2528">
                  <c:v>2</c:v>
                </c:pt>
                <c:pt idx="2529">
                  <c:v>2</c:v>
                </c:pt>
                <c:pt idx="2530">
                  <c:v>2</c:v>
                </c:pt>
                <c:pt idx="2531">
                  <c:v>2</c:v>
                </c:pt>
                <c:pt idx="2532">
                  <c:v>2</c:v>
                </c:pt>
                <c:pt idx="2533">
                  <c:v>2</c:v>
                </c:pt>
                <c:pt idx="2534">
                  <c:v>2</c:v>
                </c:pt>
                <c:pt idx="2535">
                  <c:v>2</c:v>
                </c:pt>
                <c:pt idx="2536">
                  <c:v>2</c:v>
                </c:pt>
                <c:pt idx="2537">
                  <c:v>2</c:v>
                </c:pt>
                <c:pt idx="2538">
                  <c:v>2</c:v>
                </c:pt>
                <c:pt idx="2539">
                  <c:v>2</c:v>
                </c:pt>
                <c:pt idx="2540">
                  <c:v>2</c:v>
                </c:pt>
                <c:pt idx="2541">
                  <c:v>2</c:v>
                </c:pt>
                <c:pt idx="2542">
                  <c:v>2</c:v>
                </c:pt>
                <c:pt idx="2543">
                  <c:v>2</c:v>
                </c:pt>
                <c:pt idx="2544">
                  <c:v>2</c:v>
                </c:pt>
                <c:pt idx="2545">
                  <c:v>2</c:v>
                </c:pt>
                <c:pt idx="2546">
                  <c:v>2</c:v>
                </c:pt>
                <c:pt idx="2547">
                  <c:v>2</c:v>
                </c:pt>
                <c:pt idx="2548">
                  <c:v>2</c:v>
                </c:pt>
                <c:pt idx="2549">
                  <c:v>2</c:v>
                </c:pt>
                <c:pt idx="2550">
                  <c:v>2</c:v>
                </c:pt>
                <c:pt idx="2551">
                  <c:v>2</c:v>
                </c:pt>
                <c:pt idx="2552">
                  <c:v>2</c:v>
                </c:pt>
                <c:pt idx="2553">
                  <c:v>2</c:v>
                </c:pt>
                <c:pt idx="2554">
                  <c:v>2</c:v>
                </c:pt>
                <c:pt idx="2555">
                  <c:v>2</c:v>
                </c:pt>
                <c:pt idx="2556">
                  <c:v>2</c:v>
                </c:pt>
                <c:pt idx="2557">
                  <c:v>2</c:v>
                </c:pt>
                <c:pt idx="2558">
                  <c:v>2</c:v>
                </c:pt>
                <c:pt idx="2559">
                  <c:v>2</c:v>
                </c:pt>
                <c:pt idx="2560">
                  <c:v>2</c:v>
                </c:pt>
                <c:pt idx="2561">
                  <c:v>2</c:v>
                </c:pt>
                <c:pt idx="2562">
                  <c:v>2</c:v>
                </c:pt>
                <c:pt idx="2563">
                  <c:v>2</c:v>
                </c:pt>
                <c:pt idx="2564">
                  <c:v>2</c:v>
                </c:pt>
                <c:pt idx="2565">
                  <c:v>2</c:v>
                </c:pt>
                <c:pt idx="2566">
                  <c:v>2</c:v>
                </c:pt>
                <c:pt idx="2567">
                  <c:v>2</c:v>
                </c:pt>
                <c:pt idx="2568">
                  <c:v>2</c:v>
                </c:pt>
                <c:pt idx="2569">
                  <c:v>2</c:v>
                </c:pt>
                <c:pt idx="2570">
                  <c:v>2</c:v>
                </c:pt>
                <c:pt idx="2571">
                  <c:v>2</c:v>
                </c:pt>
                <c:pt idx="2572">
                  <c:v>2</c:v>
                </c:pt>
                <c:pt idx="2573">
                  <c:v>2</c:v>
                </c:pt>
                <c:pt idx="2574">
                  <c:v>2</c:v>
                </c:pt>
                <c:pt idx="2575">
                  <c:v>2</c:v>
                </c:pt>
                <c:pt idx="2576">
                  <c:v>2</c:v>
                </c:pt>
                <c:pt idx="2577">
                  <c:v>2</c:v>
                </c:pt>
                <c:pt idx="2578">
                  <c:v>2</c:v>
                </c:pt>
                <c:pt idx="2579">
                  <c:v>2</c:v>
                </c:pt>
                <c:pt idx="2580">
                  <c:v>2</c:v>
                </c:pt>
                <c:pt idx="2581">
                  <c:v>2</c:v>
                </c:pt>
                <c:pt idx="2582">
                  <c:v>2</c:v>
                </c:pt>
                <c:pt idx="2583">
                  <c:v>2</c:v>
                </c:pt>
                <c:pt idx="2584">
                  <c:v>2</c:v>
                </c:pt>
                <c:pt idx="2585">
                  <c:v>2</c:v>
                </c:pt>
                <c:pt idx="2586">
                  <c:v>2</c:v>
                </c:pt>
                <c:pt idx="2587">
                  <c:v>2</c:v>
                </c:pt>
                <c:pt idx="2588">
                  <c:v>2</c:v>
                </c:pt>
                <c:pt idx="2589">
                  <c:v>2</c:v>
                </c:pt>
                <c:pt idx="2590">
                  <c:v>2</c:v>
                </c:pt>
                <c:pt idx="2591">
                  <c:v>2</c:v>
                </c:pt>
                <c:pt idx="2592">
                  <c:v>2</c:v>
                </c:pt>
                <c:pt idx="2593">
                  <c:v>2</c:v>
                </c:pt>
                <c:pt idx="2594">
                  <c:v>2</c:v>
                </c:pt>
                <c:pt idx="2595">
                  <c:v>2</c:v>
                </c:pt>
                <c:pt idx="2596">
                  <c:v>2</c:v>
                </c:pt>
                <c:pt idx="2597">
                  <c:v>2</c:v>
                </c:pt>
                <c:pt idx="2598">
                  <c:v>2</c:v>
                </c:pt>
                <c:pt idx="2599">
                  <c:v>2</c:v>
                </c:pt>
                <c:pt idx="2600">
                  <c:v>2</c:v>
                </c:pt>
                <c:pt idx="2601">
                  <c:v>2</c:v>
                </c:pt>
                <c:pt idx="2602">
                  <c:v>2</c:v>
                </c:pt>
                <c:pt idx="2603">
                  <c:v>2</c:v>
                </c:pt>
                <c:pt idx="2604">
                  <c:v>2</c:v>
                </c:pt>
                <c:pt idx="2605">
                  <c:v>2</c:v>
                </c:pt>
                <c:pt idx="2606">
                  <c:v>2</c:v>
                </c:pt>
                <c:pt idx="2607">
                  <c:v>2</c:v>
                </c:pt>
                <c:pt idx="2608">
                  <c:v>2</c:v>
                </c:pt>
                <c:pt idx="2609">
                  <c:v>2</c:v>
                </c:pt>
                <c:pt idx="2610">
                  <c:v>2</c:v>
                </c:pt>
                <c:pt idx="2611">
                  <c:v>2</c:v>
                </c:pt>
                <c:pt idx="2612">
                  <c:v>2</c:v>
                </c:pt>
                <c:pt idx="2613">
                  <c:v>2</c:v>
                </c:pt>
                <c:pt idx="2614">
                  <c:v>2</c:v>
                </c:pt>
                <c:pt idx="2615">
                  <c:v>2</c:v>
                </c:pt>
                <c:pt idx="2616">
                  <c:v>2</c:v>
                </c:pt>
                <c:pt idx="2617">
                  <c:v>2</c:v>
                </c:pt>
                <c:pt idx="2618">
                  <c:v>2</c:v>
                </c:pt>
                <c:pt idx="2619">
                  <c:v>2</c:v>
                </c:pt>
                <c:pt idx="2620">
                  <c:v>2</c:v>
                </c:pt>
                <c:pt idx="2621">
                  <c:v>2</c:v>
                </c:pt>
                <c:pt idx="2622">
                  <c:v>2</c:v>
                </c:pt>
                <c:pt idx="2623">
                  <c:v>2</c:v>
                </c:pt>
                <c:pt idx="2624">
                  <c:v>2</c:v>
                </c:pt>
                <c:pt idx="2625">
                  <c:v>2</c:v>
                </c:pt>
                <c:pt idx="2626">
                  <c:v>2</c:v>
                </c:pt>
                <c:pt idx="2627">
                  <c:v>2</c:v>
                </c:pt>
                <c:pt idx="2628">
                  <c:v>2</c:v>
                </c:pt>
                <c:pt idx="2629">
                  <c:v>2</c:v>
                </c:pt>
                <c:pt idx="2630">
                  <c:v>2</c:v>
                </c:pt>
                <c:pt idx="2631">
                  <c:v>2</c:v>
                </c:pt>
                <c:pt idx="2632">
                  <c:v>2</c:v>
                </c:pt>
                <c:pt idx="2633">
                  <c:v>2</c:v>
                </c:pt>
                <c:pt idx="2634">
                  <c:v>2</c:v>
                </c:pt>
                <c:pt idx="2635">
                  <c:v>2</c:v>
                </c:pt>
                <c:pt idx="2636">
                  <c:v>2</c:v>
                </c:pt>
                <c:pt idx="2637">
                  <c:v>2</c:v>
                </c:pt>
                <c:pt idx="2638">
                  <c:v>2</c:v>
                </c:pt>
                <c:pt idx="2639">
                  <c:v>2</c:v>
                </c:pt>
                <c:pt idx="2640">
                  <c:v>2</c:v>
                </c:pt>
                <c:pt idx="2641">
                  <c:v>2</c:v>
                </c:pt>
                <c:pt idx="2642">
                  <c:v>2</c:v>
                </c:pt>
                <c:pt idx="2643">
                  <c:v>2</c:v>
                </c:pt>
                <c:pt idx="2644">
                  <c:v>2</c:v>
                </c:pt>
                <c:pt idx="2645">
                  <c:v>2</c:v>
                </c:pt>
                <c:pt idx="2646">
                  <c:v>2</c:v>
                </c:pt>
                <c:pt idx="2647">
                  <c:v>2</c:v>
                </c:pt>
                <c:pt idx="2648">
                  <c:v>2</c:v>
                </c:pt>
                <c:pt idx="2649">
                  <c:v>2</c:v>
                </c:pt>
                <c:pt idx="2650">
                  <c:v>2</c:v>
                </c:pt>
                <c:pt idx="2651">
                  <c:v>2</c:v>
                </c:pt>
                <c:pt idx="2652">
                  <c:v>2</c:v>
                </c:pt>
                <c:pt idx="2653">
                  <c:v>2</c:v>
                </c:pt>
                <c:pt idx="2654">
                  <c:v>2</c:v>
                </c:pt>
                <c:pt idx="2655">
                  <c:v>2</c:v>
                </c:pt>
                <c:pt idx="2656">
                  <c:v>2</c:v>
                </c:pt>
                <c:pt idx="2657">
                  <c:v>2</c:v>
                </c:pt>
                <c:pt idx="2658">
                  <c:v>2</c:v>
                </c:pt>
                <c:pt idx="2659">
                  <c:v>2</c:v>
                </c:pt>
                <c:pt idx="2660">
                  <c:v>2</c:v>
                </c:pt>
                <c:pt idx="2661">
                  <c:v>2</c:v>
                </c:pt>
                <c:pt idx="2662">
                  <c:v>2</c:v>
                </c:pt>
                <c:pt idx="2663">
                  <c:v>2</c:v>
                </c:pt>
                <c:pt idx="2664">
                  <c:v>2</c:v>
                </c:pt>
                <c:pt idx="2665">
                  <c:v>2</c:v>
                </c:pt>
                <c:pt idx="2666">
                  <c:v>2</c:v>
                </c:pt>
                <c:pt idx="2667">
                  <c:v>2</c:v>
                </c:pt>
                <c:pt idx="2668">
                  <c:v>2</c:v>
                </c:pt>
                <c:pt idx="2669">
                  <c:v>2</c:v>
                </c:pt>
                <c:pt idx="2670">
                  <c:v>2</c:v>
                </c:pt>
                <c:pt idx="2671">
                  <c:v>2</c:v>
                </c:pt>
                <c:pt idx="2672">
                  <c:v>2</c:v>
                </c:pt>
                <c:pt idx="2673">
                  <c:v>2</c:v>
                </c:pt>
                <c:pt idx="2674">
                  <c:v>2</c:v>
                </c:pt>
                <c:pt idx="2675">
                  <c:v>2</c:v>
                </c:pt>
                <c:pt idx="2676">
                  <c:v>2</c:v>
                </c:pt>
                <c:pt idx="2677">
                  <c:v>2</c:v>
                </c:pt>
                <c:pt idx="2678">
                  <c:v>2</c:v>
                </c:pt>
                <c:pt idx="2679">
                  <c:v>2</c:v>
                </c:pt>
                <c:pt idx="2680">
                  <c:v>2</c:v>
                </c:pt>
                <c:pt idx="2681">
                  <c:v>2</c:v>
                </c:pt>
                <c:pt idx="2682">
                  <c:v>2</c:v>
                </c:pt>
                <c:pt idx="2683">
                  <c:v>2</c:v>
                </c:pt>
                <c:pt idx="2684">
                  <c:v>2</c:v>
                </c:pt>
                <c:pt idx="2685">
                  <c:v>2</c:v>
                </c:pt>
                <c:pt idx="2686">
                  <c:v>2</c:v>
                </c:pt>
                <c:pt idx="2687">
                  <c:v>2</c:v>
                </c:pt>
                <c:pt idx="2688">
                  <c:v>2</c:v>
                </c:pt>
                <c:pt idx="2689">
                  <c:v>2</c:v>
                </c:pt>
                <c:pt idx="2690">
                  <c:v>2</c:v>
                </c:pt>
                <c:pt idx="2691">
                  <c:v>2</c:v>
                </c:pt>
                <c:pt idx="2692">
                  <c:v>2</c:v>
                </c:pt>
                <c:pt idx="2693">
                  <c:v>2</c:v>
                </c:pt>
                <c:pt idx="2694">
                  <c:v>2</c:v>
                </c:pt>
                <c:pt idx="2695">
                  <c:v>2</c:v>
                </c:pt>
                <c:pt idx="2696">
                  <c:v>1.75</c:v>
                </c:pt>
                <c:pt idx="2697">
                  <c:v>1.75</c:v>
                </c:pt>
                <c:pt idx="2698">
                  <c:v>1.75</c:v>
                </c:pt>
                <c:pt idx="2699">
                  <c:v>1.75</c:v>
                </c:pt>
                <c:pt idx="2700">
                  <c:v>1.75</c:v>
                </c:pt>
                <c:pt idx="2701">
                  <c:v>1.75</c:v>
                </c:pt>
                <c:pt idx="2702">
                  <c:v>1.75</c:v>
                </c:pt>
                <c:pt idx="2703">
                  <c:v>1.75</c:v>
                </c:pt>
                <c:pt idx="2704">
                  <c:v>1.75</c:v>
                </c:pt>
                <c:pt idx="2705">
                  <c:v>1.75</c:v>
                </c:pt>
                <c:pt idx="2706">
                  <c:v>1.75</c:v>
                </c:pt>
                <c:pt idx="2707">
                  <c:v>1.75</c:v>
                </c:pt>
                <c:pt idx="2708">
                  <c:v>1.75</c:v>
                </c:pt>
                <c:pt idx="2709">
                  <c:v>1.75</c:v>
                </c:pt>
                <c:pt idx="2710">
                  <c:v>1.75</c:v>
                </c:pt>
                <c:pt idx="2711">
                  <c:v>1.75</c:v>
                </c:pt>
                <c:pt idx="2712">
                  <c:v>1.75</c:v>
                </c:pt>
                <c:pt idx="2713">
                  <c:v>1.75</c:v>
                </c:pt>
                <c:pt idx="2714">
                  <c:v>1.75</c:v>
                </c:pt>
                <c:pt idx="2715">
                  <c:v>1.75</c:v>
                </c:pt>
                <c:pt idx="2716">
                  <c:v>1.75</c:v>
                </c:pt>
                <c:pt idx="2717">
                  <c:v>1.75</c:v>
                </c:pt>
                <c:pt idx="2718">
                  <c:v>1.75</c:v>
                </c:pt>
                <c:pt idx="2719">
                  <c:v>1.75</c:v>
                </c:pt>
                <c:pt idx="2720">
                  <c:v>1.75</c:v>
                </c:pt>
                <c:pt idx="2721">
                  <c:v>1.75</c:v>
                </c:pt>
                <c:pt idx="2722">
                  <c:v>1.75</c:v>
                </c:pt>
                <c:pt idx="2723">
                  <c:v>1.75</c:v>
                </c:pt>
                <c:pt idx="2724">
                  <c:v>1.75</c:v>
                </c:pt>
                <c:pt idx="2725">
                  <c:v>1.75</c:v>
                </c:pt>
                <c:pt idx="2726">
                  <c:v>1.75</c:v>
                </c:pt>
                <c:pt idx="2727">
                  <c:v>1.75</c:v>
                </c:pt>
                <c:pt idx="2728">
                  <c:v>1.75</c:v>
                </c:pt>
                <c:pt idx="2729">
                  <c:v>1.75</c:v>
                </c:pt>
                <c:pt idx="2730">
                  <c:v>1.75</c:v>
                </c:pt>
                <c:pt idx="2731">
                  <c:v>1.75</c:v>
                </c:pt>
                <c:pt idx="2732">
                  <c:v>1.75</c:v>
                </c:pt>
                <c:pt idx="2733">
                  <c:v>1.75</c:v>
                </c:pt>
                <c:pt idx="2734">
                  <c:v>1.75</c:v>
                </c:pt>
                <c:pt idx="2735">
                  <c:v>1.75</c:v>
                </c:pt>
                <c:pt idx="2736">
                  <c:v>1.75</c:v>
                </c:pt>
                <c:pt idx="2737">
                  <c:v>1.75</c:v>
                </c:pt>
                <c:pt idx="2738">
                  <c:v>1.75</c:v>
                </c:pt>
                <c:pt idx="2739">
                  <c:v>1.75</c:v>
                </c:pt>
                <c:pt idx="2740">
                  <c:v>1.75</c:v>
                </c:pt>
                <c:pt idx="2741">
                  <c:v>1.75</c:v>
                </c:pt>
                <c:pt idx="2742">
                  <c:v>1.75</c:v>
                </c:pt>
                <c:pt idx="2743">
                  <c:v>1.75</c:v>
                </c:pt>
                <c:pt idx="2744">
                  <c:v>1.75</c:v>
                </c:pt>
                <c:pt idx="2745">
                  <c:v>1.75</c:v>
                </c:pt>
                <c:pt idx="2746">
                  <c:v>1.75</c:v>
                </c:pt>
                <c:pt idx="2747">
                  <c:v>1.75</c:v>
                </c:pt>
                <c:pt idx="2748">
                  <c:v>1.75</c:v>
                </c:pt>
                <c:pt idx="2749">
                  <c:v>1.75</c:v>
                </c:pt>
                <c:pt idx="2750">
                  <c:v>1.75</c:v>
                </c:pt>
                <c:pt idx="2751">
                  <c:v>1.75</c:v>
                </c:pt>
                <c:pt idx="2752">
                  <c:v>1.75</c:v>
                </c:pt>
                <c:pt idx="2753">
                  <c:v>1.75</c:v>
                </c:pt>
                <c:pt idx="2754">
                  <c:v>1.75</c:v>
                </c:pt>
                <c:pt idx="2755">
                  <c:v>1.75</c:v>
                </c:pt>
                <c:pt idx="2756">
                  <c:v>1.75</c:v>
                </c:pt>
                <c:pt idx="2757">
                  <c:v>1.75</c:v>
                </c:pt>
                <c:pt idx="2758">
                  <c:v>1.75</c:v>
                </c:pt>
                <c:pt idx="2759">
                  <c:v>1.75</c:v>
                </c:pt>
                <c:pt idx="2760">
                  <c:v>1.75</c:v>
                </c:pt>
                <c:pt idx="2761">
                  <c:v>1.5</c:v>
                </c:pt>
                <c:pt idx="2762">
                  <c:v>1.5</c:v>
                </c:pt>
                <c:pt idx="2763">
                  <c:v>1.5</c:v>
                </c:pt>
                <c:pt idx="2764">
                  <c:v>1.5</c:v>
                </c:pt>
                <c:pt idx="2765">
                  <c:v>1.5</c:v>
                </c:pt>
                <c:pt idx="2766">
                  <c:v>1.5</c:v>
                </c:pt>
                <c:pt idx="2767">
                  <c:v>1.5</c:v>
                </c:pt>
                <c:pt idx="2768">
                  <c:v>1.5</c:v>
                </c:pt>
                <c:pt idx="2769">
                  <c:v>1.5</c:v>
                </c:pt>
                <c:pt idx="2770">
                  <c:v>1.5</c:v>
                </c:pt>
                <c:pt idx="2771">
                  <c:v>1.5</c:v>
                </c:pt>
                <c:pt idx="2772">
                  <c:v>1.5</c:v>
                </c:pt>
                <c:pt idx="2773">
                  <c:v>1.5</c:v>
                </c:pt>
                <c:pt idx="2774">
                  <c:v>1.5</c:v>
                </c:pt>
                <c:pt idx="2775">
                  <c:v>1.5</c:v>
                </c:pt>
                <c:pt idx="2776">
                  <c:v>1.5</c:v>
                </c:pt>
                <c:pt idx="2777">
                  <c:v>1.5</c:v>
                </c:pt>
                <c:pt idx="2778">
                  <c:v>1.5</c:v>
                </c:pt>
                <c:pt idx="2779">
                  <c:v>1.5</c:v>
                </c:pt>
                <c:pt idx="2780">
                  <c:v>1.5</c:v>
                </c:pt>
                <c:pt idx="2781">
                  <c:v>1.5</c:v>
                </c:pt>
                <c:pt idx="2782">
                  <c:v>1.5</c:v>
                </c:pt>
                <c:pt idx="2783">
                  <c:v>1.5</c:v>
                </c:pt>
                <c:pt idx="2784">
                  <c:v>1.5</c:v>
                </c:pt>
                <c:pt idx="2785">
                  <c:v>1.5</c:v>
                </c:pt>
                <c:pt idx="2786">
                  <c:v>1.5</c:v>
                </c:pt>
                <c:pt idx="2787">
                  <c:v>1.5</c:v>
                </c:pt>
                <c:pt idx="2788">
                  <c:v>1.5</c:v>
                </c:pt>
                <c:pt idx="2789">
                  <c:v>1.5</c:v>
                </c:pt>
                <c:pt idx="2790">
                  <c:v>1.5</c:v>
                </c:pt>
                <c:pt idx="2791">
                  <c:v>1.5</c:v>
                </c:pt>
                <c:pt idx="2792">
                  <c:v>1.5</c:v>
                </c:pt>
                <c:pt idx="2793">
                  <c:v>1.5</c:v>
                </c:pt>
                <c:pt idx="2794">
                  <c:v>1.5</c:v>
                </c:pt>
                <c:pt idx="2795">
                  <c:v>1.5</c:v>
                </c:pt>
                <c:pt idx="2796">
                  <c:v>1.5</c:v>
                </c:pt>
                <c:pt idx="2797">
                  <c:v>1.5</c:v>
                </c:pt>
                <c:pt idx="2798">
                  <c:v>1.5</c:v>
                </c:pt>
                <c:pt idx="2799">
                  <c:v>1.5</c:v>
                </c:pt>
                <c:pt idx="2800">
                  <c:v>1.5</c:v>
                </c:pt>
                <c:pt idx="2801">
                  <c:v>1.5</c:v>
                </c:pt>
                <c:pt idx="2802">
                  <c:v>1.5</c:v>
                </c:pt>
                <c:pt idx="2803">
                  <c:v>1.5</c:v>
                </c:pt>
                <c:pt idx="2804">
                  <c:v>1.5</c:v>
                </c:pt>
                <c:pt idx="2805">
                  <c:v>1.5</c:v>
                </c:pt>
                <c:pt idx="2806">
                  <c:v>1.5</c:v>
                </c:pt>
                <c:pt idx="2807">
                  <c:v>1.5</c:v>
                </c:pt>
                <c:pt idx="2808">
                  <c:v>1.5</c:v>
                </c:pt>
                <c:pt idx="2809">
                  <c:v>1.5</c:v>
                </c:pt>
                <c:pt idx="2810">
                  <c:v>1.5</c:v>
                </c:pt>
                <c:pt idx="2811">
                  <c:v>1.5</c:v>
                </c:pt>
                <c:pt idx="2812">
                  <c:v>1.5</c:v>
                </c:pt>
                <c:pt idx="2813">
                  <c:v>1.5</c:v>
                </c:pt>
                <c:pt idx="2814">
                  <c:v>1.5</c:v>
                </c:pt>
                <c:pt idx="2815">
                  <c:v>1.5</c:v>
                </c:pt>
                <c:pt idx="2816">
                  <c:v>1.5</c:v>
                </c:pt>
                <c:pt idx="2817">
                  <c:v>1.5</c:v>
                </c:pt>
                <c:pt idx="2818">
                  <c:v>1.5</c:v>
                </c:pt>
                <c:pt idx="2819">
                  <c:v>1.5</c:v>
                </c:pt>
                <c:pt idx="2820">
                  <c:v>1.5</c:v>
                </c:pt>
                <c:pt idx="2821">
                  <c:v>1.5</c:v>
                </c:pt>
                <c:pt idx="2822">
                  <c:v>1.5</c:v>
                </c:pt>
                <c:pt idx="2823">
                  <c:v>1.5</c:v>
                </c:pt>
                <c:pt idx="2824">
                  <c:v>1.5</c:v>
                </c:pt>
                <c:pt idx="2825">
                  <c:v>1.5</c:v>
                </c:pt>
                <c:pt idx="2826">
                  <c:v>1.5</c:v>
                </c:pt>
                <c:pt idx="2827">
                  <c:v>1.5</c:v>
                </c:pt>
                <c:pt idx="2828">
                  <c:v>1.5</c:v>
                </c:pt>
                <c:pt idx="2829">
                  <c:v>1.5</c:v>
                </c:pt>
                <c:pt idx="2830">
                  <c:v>1.5</c:v>
                </c:pt>
                <c:pt idx="2831">
                  <c:v>1.5</c:v>
                </c:pt>
                <c:pt idx="2832">
                  <c:v>1.5</c:v>
                </c:pt>
                <c:pt idx="2833">
                  <c:v>1.5</c:v>
                </c:pt>
                <c:pt idx="2834">
                  <c:v>1.5</c:v>
                </c:pt>
                <c:pt idx="2835">
                  <c:v>1.5</c:v>
                </c:pt>
                <c:pt idx="2836">
                  <c:v>1.5</c:v>
                </c:pt>
                <c:pt idx="2837">
                  <c:v>1.5</c:v>
                </c:pt>
                <c:pt idx="2838">
                  <c:v>1.5</c:v>
                </c:pt>
                <c:pt idx="2839">
                  <c:v>1.5</c:v>
                </c:pt>
                <c:pt idx="2840">
                  <c:v>1.5</c:v>
                </c:pt>
                <c:pt idx="2841">
                  <c:v>1.5</c:v>
                </c:pt>
                <c:pt idx="2842">
                  <c:v>1.5</c:v>
                </c:pt>
                <c:pt idx="2843">
                  <c:v>1.5</c:v>
                </c:pt>
                <c:pt idx="2844">
                  <c:v>1.5</c:v>
                </c:pt>
                <c:pt idx="2845">
                  <c:v>1.5</c:v>
                </c:pt>
                <c:pt idx="2846">
                  <c:v>1.5</c:v>
                </c:pt>
                <c:pt idx="2847">
                  <c:v>1.5</c:v>
                </c:pt>
                <c:pt idx="2848">
                  <c:v>1.5</c:v>
                </c:pt>
                <c:pt idx="2849">
                  <c:v>1.5</c:v>
                </c:pt>
                <c:pt idx="2850">
                  <c:v>1.5</c:v>
                </c:pt>
                <c:pt idx="2851">
                  <c:v>1.5</c:v>
                </c:pt>
                <c:pt idx="2852">
                  <c:v>1.5</c:v>
                </c:pt>
                <c:pt idx="2853">
                  <c:v>1.5</c:v>
                </c:pt>
                <c:pt idx="2854">
                  <c:v>1.5</c:v>
                </c:pt>
                <c:pt idx="2855">
                  <c:v>1.5</c:v>
                </c:pt>
                <c:pt idx="2856">
                  <c:v>1.5</c:v>
                </c:pt>
                <c:pt idx="2857">
                  <c:v>1.5</c:v>
                </c:pt>
                <c:pt idx="2858">
                  <c:v>1.5</c:v>
                </c:pt>
                <c:pt idx="2859">
                  <c:v>1.5</c:v>
                </c:pt>
                <c:pt idx="2860">
                  <c:v>1.5</c:v>
                </c:pt>
                <c:pt idx="2861">
                  <c:v>1.5</c:v>
                </c:pt>
                <c:pt idx="2862">
                  <c:v>1.5</c:v>
                </c:pt>
                <c:pt idx="2863">
                  <c:v>1.5</c:v>
                </c:pt>
                <c:pt idx="2864">
                  <c:v>1.5</c:v>
                </c:pt>
                <c:pt idx="2865">
                  <c:v>1.5</c:v>
                </c:pt>
                <c:pt idx="2866">
                  <c:v>1.5</c:v>
                </c:pt>
                <c:pt idx="2867">
                  <c:v>1.5</c:v>
                </c:pt>
                <c:pt idx="2868">
                  <c:v>1.5</c:v>
                </c:pt>
                <c:pt idx="2869">
                  <c:v>1.5</c:v>
                </c:pt>
                <c:pt idx="2870">
                  <c:v>1.5</c:v>
                </c:pt>
                <c:pt idx="2871">
                  <c:v>1.5</c:v>
                </c:pt>
                <c:pt idx="2872">
                  <c:v>1.5</c:v>
                </c:pt>
                <c:pt idx="2873">
                  <c:v>1.5</c:v>
                </c:pt>
                <c:pt idx="2874">
                  <c:v>1.5</c:v>
                </c:pt>
                <c:pt idx="2875">
                  <c:v>1.5</c:v>
                </c:pt>
                <c:pt idx="2876">
                  <c:v>1.5</c:v>
                </c:pt>
                <c:pt idx="2877">
                  <c:v>1.5</c:v>
                </c:pt>
                <c:pt idx="2878">
                  <c:v>1.5</c:v>
                </c:pt>
                <c:pt idx="2879">
                  <c:v>1.5</c:v>
                </c:pt>
                <c:pt idx="2880">
                  <c:v>1.5</c:v>
                </c:pt>
                <c:pt idx="2881">
                  <c:v>1.5</c:v>
                </c:pt>
                <c:pt idx="2882">
                  <c:v>1.5</c:v>
                </c:pt>
                <c:pt idx="2883">
                  <c:v>1.5</c:v>
                </c:pt>
                <c:pt idx="2884">
                  <c:v>1.5</c:v>
                </c:pt>
                <c:pt idx="2885">
                  <c:v>1.5</c:v>
                </c:pt>
                <c:pt idx="2886">
                  <c:v>1.5</c:v>
                </c:pt>
                <c:pt idx="2887">
                  <c:v>1.5</c:v>
                </c:pt>
                <c:pt idx="2888">
                  <c:v>1.5</c:v>
                </c:pt>
                <c:pt idx="2889">
                  <c:v>1.5</c:v>
                </c:pt>
                <c:pt idx="2890">
                  <c:v>1.5</c:v>
                </c:pt>
                <c:pt idx="2891">
                  <c:v>1.5</c:v>
                </c:pt>
                <c:pt idx="2892">
                  <c:v>1.5</c:v>
                </c:pt>
                <c:pt idx="2893">
                  <c:v>1.5</c:v>
                </c:pt>
                <c:pt idx="2894">
                  <c:v>1.5</c:v>
                </c:pt>
                <c:pt idx="2895">
                  <c:v>1.5</c:v>
                </c:pt>
                <c:pt idx="2896">
                  <c:v>1.5</c:v>
                </c:pt>
                <c:pt idx="2897">
                  <c:v>1.5</c:v>
                </c:pt>
                <c:pt idx="2898">
                  <c:v>1.5</c:v>
                </c:pt>
                <c:pt idx="2899">
                  <c:v>1.5</c:v>
                </c:pt>
                <c:pt idx="2900">
                  <c:v>1.5</c:v>
                </c:pt>
                <c:pt idx="2901">
                  <c:v>1.5</c:v>
                </c:pt>
                <c:pt idx="2902">
                  <c:v>1.5</c:v>
                </c:pt>
                <c:pt idx="2903">
                  <c:v>1.5</c:v>
                </c:pt>
                <c:pt idx="2904">
                  <c:v>1.5</c:v>
                </c:pt>
                <c:pt idx="2905">
                  <c:v>1.5</c:v>
                </c:pt>
                <c:pt idx="2906">
                  <c:v>1.5</c:v>
                </c:pt>
                <c:pt idx="2907">
                  <c:v>1.5</c:v>
                </c:pt>
                <c:pt idx="2908">
                  <c:v>1.5</c:v>
                </c:pt>
                <c:pt idx="2909">
                  <c:v>1.5</c:v>
                </c:pt>
                <c:pt idx="2910">
                  <c:v>1.5</c:v>
                </c:pt>
                <c:pt idx="2911">
                  <c:v>1.5</c:v>
                </c:pt>
                <c:pt idx="2912">
                  <c:v>1.5</c:v>
                </c:pt>
                <c:pt idx="2913">
                  <c:v>1.5</c:v>
                </c:pt>
                <c:pt idx="2914">
                  <c:v>1.5</c:v>
                </c:pt>
                <c:pt idx="2915">
                  <c:v>1.5</c:v>
                </c:pt>
                <c:pt idx="2916">
                  <c:v>1.5</c:v>
                </c:pt>
                <c:pt idx="2917">
                  <c:v>1.5</c:v>
                </c:pt>
                <c:pt idx="2918">
                  <c:v>1.5</c:v>
                </c:pt>
                <c:pt idx="2919">
                  <c:v>1.5</c:v>
                </c:pt>
                <c:pt idx="2920">
                  <c:v>1.5</c:v>
                </c:pt>
                <c:pt idx="2921">
                  <c:v>1.5</c:v>
                </c:pt>
                <c:pt idx="2922">
                  <c:v>1.5</c:v>
                </c:pt>
                <c:pt idx="2923">
                  <c:v>1.5</c:v>
                </c:pt>
                <c:pt idx="2924">
                  <c:v>1.5</c:v>
                </c:pt>
                <c:pt idx="2925">
                  <c:v>1.5</c:v>
                </c:pt>
                <c:pt idx="2926">
                  <c:v>1.5</c:v>
                </c:pt>
                <c:pt idx="2927">
                  <c:v>1.5</c:v>
                </c:pt>
                <c:pt idx="2928">
                  <c:v>1.5</c:v>
                </c:pt>
                <c:pt idx="2929">
                  <c:v>1.5</c:v>
                </c:pt>
                <c:pt idx="2930">
                  <c:v>1.5</c:v>
                </c:pt>
                <c:pt idx="2931">
                  <c:v>1.5</c:v>
                </c:pt>
                <c:pt idx="2932">
                  <c:v>1.5</c:v>
                </c:pt>
                <c:pt idx="2933">
                  <c:v>1.5</c:v>
                </c:pt>
                <c:pt idx="2934">
                  <c:v>1.5</c:v>
                </c:pt>
                <c:pt idx="2935">
                  <c:v>1.5</c:v>
                </c:pt>
                <c:pt idx="2936">
                  <c:v>1.5</c:v>
                </c:pt>
                <c:pt idx="2937">
                  <c:v>1.5</c:v>
                </c:pt>
                <c:pt idx="2938">
                  <c:v>1.5</c:v>
                </c:pt>
                <c:pt idx="2939">
                  <c:v>1.5</c:v>
                </c:pt>
                <c:pt idx="2940">
                  <c:v>1.5</c:v>
                </c:pt>
                <c:pt idx="2941">
                  <c:v>1.5</c:v>
                </c:pt>
                <c:pt idx="2942">
                  <c:v>1.5</c:v>
                </c:pt>
                <c:pt idx="2943">
                  <c:v>1.5</c:v>
                </c:pt>
                <c:pt idx="2944">
                  <c:v>1.5</c:v>
                </c:pt>
                <c:pt idx="2945">
                  <c:v>1.5</c:v>
                </c:pt>
                <c:pt idx="2946">
                  <c:v>1.5</c:v>
                </c:pt>
                <c:pt idx="2947">
                  <c:v>1.5</c:v>
                </c:pt>
                <c:pt idx="2948">
                  <c:v>1.5</c:v>
                </c:pt>
                <c:pt idx="2949">
                  <c:v>1.5</c:v>
                </c:pt>
                <c:pt idx="2950">
                  <c:v>1.5</c:v>
                </c:pt>
                <c:pt idx="2951">
                  <c:v>1.5</c:v>
                </c:pt>
                <c:pt idx="2952">
                  <c:v>1.5</c:v>
                </c:pt>
                <c:pt idx="2953">
                  <c:v>1.5</c:v>
                </c:pt>
                <c:pt idx="2954">
                  <c:v>1.5</c:v>
                </c:pt>
                <c:pt idx="2955">
                  <c:v>1.5</c:v>
                </c:pt>
                <c:pt idx="2956">
                  <c:v>1.5</c:v>
                </c:pt>
                <c:pt idx="2957">
                  <c:v>1.5</c:v>
                </c:pt>
                <c:pt idx="2958">
                  <c:v>1.5</c:v>
                </c:pt>
                <c:pt idx="2959">
                  <c:v>1.5</c:v>
                </c:pt>
                <c:pt idx="2960">
                  <c:v>1.5</c:v>
                </c:pt>
                <c:pt idx="2961">
                  <c:v>1.5</c:v>
                </c:pt>
                <c:pt idx="2962">
                  <c:v>1.5</c:v>
                </c:pt>
                <c:pt idx="2963">
                  <c:v>1.5</c:v>
                </c:pt>
                <c:pt idx="2964">
                  <c:v>1.5</c:v>
                </c:pt>
                <c:pt idx="2965">
                  <c:v>1.5</c:v>
                </c:pt>
                <c:pt idx="2966">
                  <c:v>1.5</c:v>
                </c:pt>
                <c:pt idx="2967">
                  <c:v>1.5</c:v>
                </c:pt>
                <c:pt idx="2968">
                  <c:v>1.5</c:v>
                </c:pt>
                <c:pt idx="2969">
                  <c:v>1.5</c:v>
                </c:pt>
                <c:pt idx="2970">
                  <c:v>1.5</c:v>
                </c:pt>
                <c:pt idx="2971">
                  <c:v>1.5</c:v>
                </c:pt>
                <c:pt idx="2972">
                  <c:v>1.5</c:v>
                </c:pt>
                <c:pt idx="2973">
                  <c:v>1.5</c:v>
                </c:pt>
                <c:pt idx="2974">
                  <c:v>1.5</c:v>
                </c:pt>
                <c:pt idx="2975">
                  <c:v>1.5</c:v>
                </c:pt>
                <c:pt idx="2976">
                  <c:v>1.5</c:v>
                </c:pt>
                <c:pt idx="2977">
                  <c:v>1.5</c:v>
                </c:pt>
                <c:pt idx="2978">
                  <c:v>1.5</c:v>
                </c:pt>
                <c:pt idx="2979">
                  <c:v>1.5</c:v>
                </c:pt>
                <c:pt idx="2980">
                  <c:v>1.5</c:v>
                </c:pt>
                <c:pt idx="2981">
                  <c:v>1.5</c:v>
                </c:pt>
                <c:pt idx="2982">
                  <c:v>1.5</c:v>
                </c:pt>
                <c:pt idx="2983">
                  <c:v>1.5</c:v>
                </c:pt>
                <c:pt idx="2984">
                  <c:v>1.5</c:v>
                </c:pt>
                <c:pt idx="2985">
                  <c:v>1.5</c:v>
                </c:pt>
                <c:pt idx="2986">
                  <c:v>1.5</c:v>
                </c:pt>
                <c:pt idx="2987">
                  <c:v>1.5</c:v>
                </c:pt>
                <c:pt idx="2988">
                  <c:v>1.5</c:v>
                </c:pt>
                <c:pt idx="2989">
                  <c:v>1.5</c:v>
                </c:pt>
                <c:pt idx="2990">
                  <c:v>1.5</c:v>
                </c:pt>
                <c:pt idx="2991">
                  <c:v>1.5</c:v>
                </c:pt>
                <c:pt idx="2992">
                  <c:v>1.5</c:v>
                </c:pt>
                <c:pt idx="2993">
                  <c:v>1.5</c:v>
                </c:pt>
                <c:pt idx="2994">
                  <c:v>1.5</c:v>
                </c:pt>
                <c:pt idx="2995">
                  <c:v>1.5</c:v>
                </c:pt>
                <c:pt idx="2996">
                  <c:v>1.5</c:v>
                </c:pt>
                <c:pt idx="2997">
                  <c:v>1.5</c:v>
                </c:pt>
                <c:pt idx="2998">
                  <c:v>1.5</c:v>
                </c:pt>
                <c:pt idx="2999">
                  <c:v>1.5</c:v>
                </c:pt>
                <c:pt idx="3000">
                  <c:v>1.5</c:v>
                </c:pt>
                <c:pt idx="3001">
                  <c:v>1.5</c:v>
                </c:pt>
                <c:pt idx="3002">
                  <c:v>1.5</c:v>
                </c:pt>
                <c:pt idx="3003">
                  <c:v>1.5</c:v>
                </c:pt>
                <c:pt idx="3004">
                  <c:v>1.5</c:v>
                </c:pt>
                <c:pt idx="3005">
                  <c:v>1.5</c:v>
                </c:pt>
                <c:pt idx="3006">
                  <c:v>1.5</c:v>
                </c:pt>
                <c:pt idx="3007">
                  <c:v>1.5</c:v>
                </c:pt>
                <c:pt idx="3008">
                  <c:v>1.5</c:v>
                </c:pt>
                <c:pt idx="3009">
                  <c:v>1.5</c:v>
                </c:pt>
                <c:pt idx="3010">
                  <c:v>1.5</c:v>
                </c:pt>
                <c:pt idx="3011">
                  <c:v>1.5</c:v>
                </c:pt>
                <c:pt idx="3012">
                  <c:v>1.5</c:v>
                </c:pt>
                <c:pt idx="3013">
                  <c:v>1.5</c:v>
                </c:pt>
                <c:pt idx="3014">
                  <c:v>1.5</c:v>
                </c:pt>
                <c:pt idx="3015">
                  <c:v>1.5</c:v>
                </c:pt>
                <c:pt idx="3016">
                  <c:v>1.5</c:v>
                </c:pt>
                <c:pt idx="3017">
                  <c:v>1.5</c:v>
                </c:pt>
                <c:pt idx="3018">
                  <c:v>1.5</c:v>
                </c:pt>
                <c:pt idx="3019">
                  <c:v>1.5</c:v>
                </c:pt>
                <c:pt idx="3020">
                  <c:v>1.5</c:v>
                </c:pt>
                <c:pt idx="3021">
                  <c:v>1.5</c:v>
                </c:pt>
                <c:pt idx="3022">
                  <c:v>1.5</c:v>
                </c:pt>
                <c:pt idx="3023">
                  <c:v>1.5</c:v>
                </c:pt>
                <c:pt idx="3024">
                  <c:v>1.5</c:v>
                </c:pt>
                <c:pt idx="3025">
                  <c:v>1.5</c:v>
                </c:pt>
                <c:pt idx="3026">
                  <c:v>1.5</c:v>
                </c:pt>
                <c:pt idx="3027">
                  <c:v>1.5</c:v>
                </c:pt>
                <c:pt idx="3028">
                  <c:v>1.5</c:v>
                </c:pt>
                <c:pt idx="3029">
                  <c:v>1.5</c:v>
                </c:pt>
                <c:pt idx="3030">
                  <c:v>1.5</c:v>
                </c:pt>
                <c:pt idx="3031">
                  <c:v>1.5</c:v>
                </c:pt>
                <c:pt idx="3032">
                  <c:v>1.5</c:v>
                </c:pt>
                <c:pt idx="3033">
                  <c:v>1.5</c:v>
                </c:pt>
                <c:pt idx="3034">
                  <c:v>1.5</c:v>
                </c:pt>
                <c:pt idx="3035">
                  <c:v>1.5</c:v>
                </c:pt>
                <c:pt idx="3036">
                  <c:v>1.5</c:v>
                </c:pt>
                <c:pt idx="3037">
                  <c:v>1.5</c:v>
                </c:pt>
                <c:pt idx="3038">
                  <c:v>1.5</c:v>
                </c:pt>
                <c:pt idx="3039">
                  <c:v>1.5</c:v>
                </c:pt>
                <c:pt idx="3040">
                  <c:v>1.5</c:v>
                </c:pt>
                <c:pt idx="3041">
                  <c:v>1.5</c:v>
                </c:pt>
                <c:pt idx="3042">
                  <c:v>1.5</c:v>
                </c:pt>
                <c:pt idx="3043">
                  <c:v>1.5</c:v>
                </c:pt>
                <c:pt idx="3044">
                  <c:v>1.5</c:v>
                </c:pt>
                <c:pt idx="3045">
                  <c:v>1.5</c:v>
                </c:pt>
                <c:pt idx="3046">
                  <c:v>1.5</c:v>
                </c:pt>
                <c:pt idx="3047">
                  <c:v>1.5</c:v>
                </c:pt>
                <c:pt idx="3048">
                  <c:v>1.5</c:v>
                </c:pt>
                <c:pt idx="3049">
                  <c:v>1.5</c:v>
                </c:pt>
                <c:pt idx="3050">
                  <c:v>1.5</c:v>
                </c:pt>
                <c:pt idx="3051">
                  <c:v>1.5</c:v>
                </c:pt>
                <c:pt idx="3052">
                  <c:v>1.5</c:v>
                </c:pt>
                <c:pt idx="3053">
                  <c:v>1.5</c:v>
                </c:pt>
                <c:pt idx="3054">
                  <c:v>1.5</c:v>
                </c:pt>
                <c:pt idx="3055">
                  <c:v>1.5</c:v>
                </c:pt>
                <c:pt idx="3056">
                  <c:v>1.5</c:v>
                </c:pt>
                <c:pt idx="3057">
                  <c:v>1.5</c:v>
                </c:pt>
                <c:pt idx="3058">
                  <c:v>1.5</c:v>
                </c:pt>
                <c:pt idx="3059">
                  <c:v>1.5</c:v>
                </c:pt>
                <c:pt idx="3060">
                  <c:v>1.5</c:v>
                </c:pt>
                <c:pt idx="3061">
                  <c:v>1.5</c:v>
                </c:pt>
                <c:pt idx="3062">
                  <c:v>1.5</c:v>
                </c:pt>
                <c:pt idx="3063">
                  <c:v>1.5</c:v>
                </c:pt>
                <c:pt idx="3064">
                  <c:v>1.5</c:v>
                </c:pt>
                <c:pt idx="3065">
                  <c:v>1.5</c:v>
                </c:pt>
                <c:pt idx="3066">
                  <c:v>1.5</c:v>
                </c:pt>
                <c:pt idx="3067">
                  <c:v>1.5</c:v>
                </c:pt>
                <c:pt idx="3068">
                  <c:v>1.5</c:v>
                </c:pt>
                <c:pt idx="3069">
                  <c:v>1.5</c:v>
                </c:pt>
                <c:pt idx="3070">
                  <c:v>1.5</c:v>
                </c:pt>
                <c:pt idx="3071">
                  <c:v>1.5</c:v>
                </c:pt>
                <c:pt idx="3072">
                  <c:v>1.5</c:v>
                </c:pt>
                <c:pt idx="3073">
                  <c:v>1.5</c:v>
                </c:pt>
                <c:pt idx="3074">
                  <c:v>1.5</c:v>
                </c:pt>
                <c:pt idx="3075">
                  <c:v>1.5</c:v>
                </c:pt>
                <c:pt idx="3076">
                  <c:v>1.5</c:v>
                </c:pt>
                <c:pt idx="3077">
                  <c:v>1.5</c:v>
                </c:pt>
                <c:pt idx="3078">
                  <c:v>1.5</c:v>
                </c:pt>
                <c:pt idx="3079">
                  <c:v>1.5</c:v>
                </c:pt>
                <c:pt idx="3080">
                  <c:v>1.5</c:v>
                </c:pt>
                <c:pt idx="3081">
                  <c:v>1.5</c:v>
                </c:pt>
                <c:pt idx="3082">
                  <c:v>1.5</c:v>
                </c:pt>
                <c:pt idx="3083">
                  <c:v>1.5</c:v>
                </c:pt>
                <c:pt idx="3084">
                  <c:v>1.5</c:v>
                </c:pt>
                <c:pt idx="3085">
                  <c:v>1.5</c:v>
                </c:pt>
                <c:pt idx="3086">
                  <c:v>1.5</c:v>
                </c:pt>
                <c:pt idx="3087">
                  <c:v>1.5</c:v>
                </c:pt>
                <c:pt idx="3088">
                  <c:v>1.5</c:v>
                </c:pt>
                <c:pt idx="3089">
                  <c:v>1.5</c:v>
                </c:pt>
                <c:pt idx="3090">
                  <c:v>1.5</c:v>
                </c:pt>
                <c:pt idx="3091">
                  <c:v>1.5</c:v>
                </c:pt>
                <c:pt idx="3092">
                  <c:v>1.5</c:v>
                </c:pt>
                <c:pt idx="3093">
                  <c:v>1.5</c:v>
                </c:pt>
                <c:pt idx="3094">
                  <c:v>1.5</c:v>
                </c:pt>
                <c:pt idx="3095">
                  <c:v>1.5</c:v>
                </c:pt>
                <c:pt idx="3096">
                  <c:v>1.5</c:v>
                </c:pt>
                <c:pt idx="3097">
                  <c:v>1.5</c:v>
                </c:pt>
                <c:pt idx="3098">
                  <c:v>1.5</c:v>
                </c:pt>
                <c:pt idx="3099">
                  <c:v>1.5</c:v>
                </c:pt>
                <c:pt idx="3100">
                  <c:v>1.5</c:v>
                </c:pt>
                <c:pt idx="3101">
                  <c:v>1.5</c:v>
                </c:pt>
                <c:pt idx="3102">
                  <c:v>1.5</c:v>
                </c:pt>
                <c:pt idx="3103">
                  <c:v>1.5</c:v>
                </c:pt>
                <c:pt idx="3104">
                  <c:v>1.5</c:v>
                </c:pt>
                <c:pt idx="3105">
                  <c:v>1.5</c:v>
                </c:pt>
                <c:pt idx="3106">
                  <c:v>1.5</c:v>
                </c:pt>
                <c:pt idx="3107">
                  <c:v>1.5</c:v>
                </c:pt>
                <c:pt idx="3108">
                  <c:v>1.5</c:v>
                </c:pt>
                <c:pt idx="3109">
                  <c:v>1.5</c:v>
                </c:pt>
                <c:pt idx="3110">
                  <c:v>1.5</c:v>
                </c:pt>
                <c:pt idx="3111">
                  <c:v>1.5</c:v>
                </c:pt>
                <c:pt idx="3112">
                  <c:v>1.5</c:v>
                </c:pt>
                <c:pt idx="3113">
                  <c:v>1.5</c:v>
                </c:pt>
                <c:pt idx="3114">
                  <c:v>1.5</c:v>
                </c:pt>
                <c:pt idx="3115">
                  <c:v>1.5</c:v>
                </c:pt>
                <c:pt idx="3116">
                  <c:v>1.5</c:v>
                </c:pt>
                <c:pt idx="3117">
                  <c:v>1.5</c:v>
                </c:pt>
                <c:pt idx="3118">
                  <c:v>1.5</c:v>
                </c:pt>
                <c:pt idx="3119">
                  <c:v>1.5</c:v>
                </c:pt>
                <c:pt idx="3120">
                  <c:v>1.5</c:v>
                </c:pt>
                <c:pt idx="3121">
                  <c:v>1.5</c:v>
                </c:pt>
                <c:pt idx="3122">
                  <c:v>1.5</c:v>
                </c:pt>
                <c:pt idx="3123">
                  <c:v>1.5</c:v>
                </c:pt>
                <c:pt idx="3124">
                  <c:v>1.5</c:v>
                </c:pt>
                <c:pt idx="3125">
                  <c:v>1.5</c:v>
                </c:pt>
                <c:pt idx="3126">
                  <c:v>1.5</c:v>
                </c:pt>
                <c:pt idx="3127">
                  <c:v>1.5</c:v>
                </c:pt>
                <c:pt idx="3128">
                  <c:v>1.5</c:v>
                </c:pt>
                <c:pt idx="3129">
                  <c:v>1.5</c:v>
                </c:pt>
                <c:pt idx="3130">
                  <c:v>1.5</c:v>
                </c:pt>
                <c:pt idx="3131">
                  <c:v>1.5</c:v>
                </c:pt>
                <c:pt idx="3132">
                  <c:v>1.5</c:v>
                </c:pt>
                <c:pt idx="3133">
                  <c:v>1.5</c:v>
                </c:pt>
                <c:pt idx="3134">
                  <c:v>1.5</c:v>
                </c:pt>
                <c:pt idx="3135">
                  <c:v>1.5</c:v>
                </c:pt>
                <c:pt idx="3136">
                  <c:v>1.5</c:v>
                </c:pt>
                <c:pt idx="3137">
                  <c:v>1.5</c:v>
                </c:pt>
                <c:pt idx="3138">
                  <c:v>1.5</c:v>
                </c:pt>
                <c:pt idx="3139">
                  <c:v>1.5</c:v>
                </c:pt>
                <c:pt idx="3140">
                  <c:v>1.5</c:v>
                </c:pt>
                <c:pt idx="3141">
                  <c:v>1.5</c:v>
                </c:pt>
                <c:pt idx="3142">
                  <c:v>1.5</c:v>
                </c:pt>
                <c:pt idx="3143">
                  <c:v>1.5</c:v>
                </c:pt>
                <c:pt idx="3144">
                  <c:v>1.5</c:v>
                </c:pt>
                <c:pt idx="3145">
                  <c:v>1.5</c:v>
                </c:pt>
                <c:pt idx="3146">
                  <c:v>1.5</c:v>
                </c:pt>
                <c:pt idx="3147">
                  <c:v>1.5</c:v>
                </c:pt>
                <c:pt idx="3148">
                  <c:v>1.5</c:v>
                </c:pt>
                <c:pt idx="3149">
                  <c:v>1.5</c:v>
                </c:pt>
                <c:pt idx="3150">
                  <c:v>1.5</c:v>
                </c:pt>
                <c:pt idx="3151">
                  <c:v>1.5</c:v>
                </c:pt>
                <c:pt idx="3152">
                  <c:v>1.5</c:v>
                </c:pt>
                <c:pt idx="3153">
                  <c:v>1.5</c:v>
                </c:pt>
                <c:pt idx="3154">
                  <c:v>1.5</c:v>
                </c:pt>
                <c:pt idx="3155">
                  <c:v>1.5</c:v>
                </c:pt>
                <c:pt idx="3156">
                  <c:v>1.5</c:v>
                </c:pt>
                <c:pt idx="3157">
                  <c:v>1.5</c:v>
                </c:pt>
                <c:pt idx="3158">
                  <c:v>1.5</c:v>
                </c:pt>
                <c:pt idx="3159">
                  <c:v>1.5</c:v>
                </c:pt>
                <c:pt idx="3160">
                  <c:v>1.5</c:v>
                </c:pt>
                <c:pt idx="3161">
                  <c:v>1.5</c:v>
                </c:pt>
                <c:pt idx="3162">
                  <c:v>1.5</c:v>
                </c:pt>
                <c:pt idx="3163">
                  <c:v>1.5</c:v>
                </c:pt>
                <c:pt idx="3164">
                  <c:v>1.5</c:v>
                </c:pt>
                <c:pt idx="3165">
                  <c:v>1.5</c:v>
                </c:pt>
                <c:pt idx="3166">
                  <c:v>1.5</c:v>
                </c:pt>
                <c:pt idx="3167">
                  <c:v>1.5</c:v>
                </c:pt>
                <c:pt idx="3168">
                  <c:v>1.5</c:v>
                </c:pt>
                <c:pt idx="3169">
                  <c:v>1.5</c:v>
                </c:pt>
                <c:pt idx="3170">
                  <c:v>1.5</c:v>
                </c:pt>
                <c:pt idx="3171">
                  <c:v>1.5</c:v>
                </c:pt>
                <c:pt idx="3172">
                  <c:v>1.5</c:v>
                </c:pt>
                <c:pt idx="3173">
                  <c:v>1.5</c:v>
                </c:pt>
                <c:pt idx="3174">
                  <c:v>1.5</c:v>
                </c:pt>
                <c:pt idx="3175">
                  <c:v>1.5</c:v>
                </c:pt>
                <c:pt idx="3176">
                  <c:v>1.5</c:v>
                </c:pt>
                <c:pt idx="3177">
                  <c:v>1.5</c:v>
                </c:pt>
                <c:pt idx="3178">
                  <c:v>1.5</c:v>
                </c:pt>
                <c:pt idx="3179">
                  <c:v>1.5</c:v>
                </c:pt>
                <c:pt idx="3180">
                  <c:v>1.5</c:v>
                </c:pt>
                <c:pt idx="3181">
                  <c:v>1.5</c:v>
                </c:pt>
                <c:pt idx="3182">
                  <c:v>1.5</c:v>
                </c:pt>
                <c:pt idx="3183">
                  <c:v>1.5</c:v>
                </c:pt>
                <c:pt idx="3184">
                  <c:v>1.5</c:v>
                </c:pt>
                <c:pt idx="3185">
                  <c:v>1.5</c:v>
                </c:pt>
                <c:pt idx="3186">
                  <c:v>1.5</c:v>
                </c:pt>
                <c:pt idx="3187">
                  <c:v>1.5</c:v>
                </c:pt>
                <c:pt idx="3188">
                  <c:v>1.5</c:v>
                </c:pt>
                <c:pt idx="3189">
                  <c:v>1.5</c:v>
                </c:pt>
                <c:pt idx="3190">
                  <c:v>1.5</c:v>
                </c:pt>
                <c:pt idx="3191">
                  <c:v>1.5</c:v>
                </c:pt>
                <c:pt idx="3192">
                  <c:v>1.5</c:v>
                </c:pt>
                <c:pt idx="3193">
                  <c:v>1.5</c:v>
                </c:pt>
                <c:pt idx="3194">
                  <c:v>1.5</c:v>
                </c:pt>
                <c:pt idx="3195">
                  <c:v>1.5</c:v>
                </c:pt>
                <c:pt idx="3196">
                  <c:v>1.5</c:v>
                </c:pt>
                <c:pt idx="3197">
                  <c:v>1.5</c:v>
                </c:pt>
                <c:pt idx="3198">
                  <c:v>1.5</c:v>
                </c:pt>
                <c:pt idx="3199">
                  <c:v>1.5</c:v>
                </c:pt>
                <c:pt idx="3200">
                  <c:v>1.5</c:v>
                </c:pt>
                <c:pt idx="3201">
                  <c:v>1.5</c:v>
                </c:pt>
                <c:pt idx="3202">
                  <c:v>1.5</c:v>
                </c:pt>
                <c:pt idx="3203">
                  <c:v>1.5</c:v>
                </c:pt>
                <c:pt idx="3204">
                  <c:v>1.5</c:v>
                </c:pt>
                <c:pt idx="3205">
                  <c:v>1.5</c:v>
                </c:pt>
                <c:pt idx="3206">
                  <c:v>1.5</c:v>
                </c:pt>
                <c:pt idx="3207">
                  <c:v>1.5</c:v>
                </c:pt>
                <c:pt idx="3208">
                  <c:v>1.5</c:v>
                </c:pt>
                <c:pt idx="3209">
                  <c:v>1.5</c:v>
                </c:pt>
                <c:pt idx="3210">
                  <c:v>1.5</c:v>
                </c:pt>
                <c:pt idx="3211">
                  <c:v>1.5</c:v>
                </c:pt>
                <c:pt idx="3212">
                  <c:v>1.5</c:v>
                </c:pt>
                <c:pt idx="3213">
                  <c:v>1.5</c:v>
                </c:pt>
                <c:pt idx="3214">
                  <c:v>1.5</c:v>
                </c:pt>
                <c:pt idx="3215">
                  <c:v>1.5</c:v>
                </c:pt>
                <c:pt idx="3216">
                  <c:v>1.5</c:v>
                </c:pt>
                <c:pt idx="3217">
                  <c:v>1.5</c:v>
                </c:pt>
                <c:pt idx="3218">
                  <c:v>1.5</c:v>
                </c:pt>
                <c:pt idx="3219">
                  <c:v>1.5</c:v>
                </c:pt>
                <c:pt idx="3220">
                  <c:v>1.5</c:v>
                </c:pt>
                <c:pt idx="3221">
                  <c:v>1.5</c:v>
                </c:pt>
                <c:pt idx="3222">
                  <c:v>1.5</c:v>
                </c:pt>
                <c:pt idx="3223">
                  <c:v>1.5</c:v>
                </c:pt>
                <c:pt idx="3224">
                  <c:v>1.5</c:v>
                </c:pt>
                <c:pt idx="3225">
                  <c:v>1.5</c:v>
                </c:pt>
                <c:pt idx="3226">
                  <c:v>1.5</c:v>
                </c:pt>
                <c:pt idx="3227">
                  <c:v>1.5</c:v>
                </c:pt>
                <c:pt idx="3228">
                  <c:v>1.5</c:v>
                </c:pt>
                <c:pt idx="3229">
                  <c:v>1.5</c:v>
                </c:pt>
                <c:pt idx="3230">
                  <c:v>1.5</c:v>
                </c:pt>
                <c:pt idx="3231">
                  <c:v>1.5</c:v>
                </c:pt>
                <c:pt idx="3232">
                  <c:v>1.5</c:v>
                </c:pt>
                <c:pt idx="3233">
                  <c:v>1.5</c:v>
                </c:pt>
                <c:pt idx="3234">
                  <c:v>1.5</c:v>
                </c:pt>
                <c:pt idx="3235">
                  <c:v>1.5</c:v>
                </c:pt>
                <c:pt idx="3236">
                  <c:v>1.5</c:v>
                </c:pt>
                <c:pt idx="3237">
                  <c:v>1.5</c:v>
                </c:pt>
                <c:pt idx="3238">
                  <c:v>1.5</c:v>
                </c:pt>
                <c:pt idx="3239">
                  <c:v>1.5</c:v>
                </c:pt>
                <c:pt idx="3240">
                  <c:v>1.5</c:v>
                </c:pt>
                <c:pt idx="3241">
                  <c:v>1.5</c:v>
                </c:pt>
                <c:pt idx="3242">
                  <c:v>1.5</c:v>
                </c:pt>
                <c:pt idx="3243">
                  <c:v>1.5</c:v>
                </c:pt>
                <c:pt idx="3244">
                  <c:v>1.5</c:v>
                </c:pt>
                <c:pt idx="3245">
                  <c:v>1.5</c:v>
                </c:pt>
                <c:pt idx="3246">
                  <c:v>1.5</c:v>
                </c:pt>
                <c:pt idx="3247">
                  <c:v>1.5</c:v>
                </c:pt>
                <c:pt idx="3248">
                  <c:v>1.5</c:v>
                </c:pt>
                <c:pt idx="3249">
                  <c:v>1.5</c:v>
                </c:pt>
                <c:pt idx="3250">
                  <c:v>1.5</c:v>
                </c:pt>
                <c:pt idx="3251">
                  <c:v>1.5</c:v>
                </c:pt>
                <c:pt idx="3252">
                  <c:v>1.5</c:v>
                </c:pt>
                <c:pt idx="3253">
                  <c:v>1.5</c:v>
                </c:pt>
                <c:pt idx="3254">
                  <c:v>1.5</c:v>
                </c:pt>
                <c:pt idx="3255">
                  <c:v>1.5</c:v>
                </c:pt>
                <c:pt idx="3256">
                  <c:v>1.5</c:v>
                </c:pt>
                <c:pt idx="3257">
                  <c:v>1.5</c:v>
                </c:pt>
                <c:pt idx="3258">
                  <c:v>1.5</c:v>
                </c:pt>
                <c:pt idx="3259">
                  <c:v>1.5</c:v>
                </c:pt>
                <c:pt idx="3260">
                  <c:v>1.5</c:v>
                </c:pt>
                <c:pt idx="3261">
                  <c:v>1.5</c:v>
                </c:pt>
                <c:pt idx="3262">
                  <c:v>1.5</c:v>
                </c:pt>
                <c:pt idx="3263">
                  <c:v>1.5</c:v>
                </c:pt>
                <c:pt idx="3264">
                  <c:v>1.5</c:v>
                </c:pt>
                <c:pt idx="3265">
                  <c:v>1.5</c:v>
                </c:pt>
                <c:pt idx="3266">
                  <c:v>1.5</c:v>
                </c:pt>
                <c:pt idx="3267">
                  <c:v>1.5</c:v>
                </c:pt>
                <c:pt idx="3268">
                  <c:v>1.5</c:v>
                </c:pt>
                <c:pt idx="3269">
                  <c:v>1.5</c:v>
                </c:pt>
                <c:pt idx="3270">
                  <c:v>1.5</c:v>
                </c:pt>
                <c:pt idx="3271">
                  <c:v>1.5</c:v>
                </c:pt>
                <c:pt idx="3272">
                  <c:v>1.5</c:v>
                </c:pt>
                <c:pt idx="3273">
                  <c:v>1.5</c:v>
                </c:pt>
                <c:pt idx="3274">
                  <c:v>1.5</c:v>
                </c:pt>
                <c:pt idx="3275">
                  <c:v>1.5</c:v>
                </c:pt>
                <c:pt idx="3276">
                  <c:v>1.5</c:v>
                </c:pt>
                <c:pt idx="3277">
                  <c:v>1.5</c:v>
                </c:pt>
                <c:pt idx="3278">
                  <c:v>1.5</c:v>
                </c:pt>
                <c:pt idx="3279">
                  <c:v>1.5</c:v>
                </c:pt>
                <c:pt idx="3280">
                  <c:v>1.5</c:v>
                </c:pt>
                <c:pt idx="3281">
                  <c:v>1.5</c:v>
                </c:pt>
                <c:pt idx="3282">
                  <c:v>1.5</c:v>
                </c:pt>
                <c:pt idx="3283">
                  <c:v>1.5</c:v>
                </c:pt>
                <c:pt idx="3284">
                  <c:v>1.5</c:v>
                </c:pt>
                <c:pt idx="3285">
                  <c:v>1.5</c:v>
                </c:pt>
                <c:pt idx="3286">
                  <c:v>1.5</c:v>
                </c:pt>
                <c:pt idx="3287">
                  <c:v>1.5</c:v>
                </c:pt>
                <c:pt idx="3288">
                  <c:v>1.5</c:v>
                </c:pt>
                <c:pt idx="3289">
                  <c:v>1.5</c:v>
                </c:pt>
                <c:pt idx="3290">
                  <c:v>1.5</c:v>
                </c:pt>
                <c:pt idx="3291">
                  <c:v>1.5</c:v>
                </c:pt>
                <c:pt idx="3292">
                  <c:v>1.5</c:v>
                </c:pt>
                <c:pt idx="3293">
                  <c:v>1.5</c:v>
                </c:pt>
                <c:pt idx="3294">
                  <c:v>1.5</c:v>
                </c:pt>
                <c:pt idx="3295">
                  <c:v>1.5</c:v>
                </c:pt>
                <c:pt idx="3296">
                  <c:v>1.5</c:v>
                </c:pt>
                <c:pt idx="3297">
                  <c:v>1.5</c:v>
                </c:pt>
                <c:pt idx="3298">
                  <c:v>1.5</c:v>
                </c:pt>
                <c:pt idx="3299">
                  <c:v>1.5</c:v>
                </c:pt>
                <c:pt idx="3300">
                  <c:v>1.5</c:v>
                </c:pt>
                <c:pt idx="3301">
                  <c:v>1.5</c:v>
                </c:pt>
                <c:pt idx="3302">
                  <c:v>1.5</c:v>
                </c:pt>
                <c:pt idx="3303">
                  <c:v>1.5</c:v>
                </c:pt>
                <c:pt idx="3304">
                  <c:v>1.5</c:v>
                </c:pt>
                <c:pt idx="3305">
                  <c:v>1.5</c:v>
                </c:pt>
                <c:pt idx="3306">
                  <c:v>1.5</c:v>
                </c:pt>
                <c:pt idx="3307">
                  <c:v>1.5</c:v>
                </c:pt>
                <c:pt idx="3308">
                  <c:v>1.5</c:v>
                </c:pt>
                <c:pt idx="3309">
                  <c:v>1.5</c:v>
                </c:pt>
                <c:pt idx="3310">
                  <c:v>1.5</c:v>
                </c:pt>
                <c:pt idx="3311">
                  <c:v>1.5</c:v>
                </c:pt>
                <c:pt idx="3312">
                  <c:v>1.5</c:v>
                </c:pt>
                <c:pt idx="3313">
                  <c:v>1.5</c:v>
                </c:pt>
                <c:pt idx="3314">
                  <c:v>1.5</c:v>
                </c:pt>
                <c:pt idx="3315">
                  <c:v>1.5</c:v>
                </c:pt>
                <c:pt idx="3316">
                  <c:v>1.5</c:v>
                </c:pt>
                <c:pt idx="3317">
                  <c:v>1.5</c:v>
                </c:pt>
                <c:pt idx="3318">
                  <c:v>1.5</c:v>
                </c:pt>
                <c:pt idx="3319">
                  <c:v>1.5</c:v>
                </c:pt>
                <c:pt idx="3320">
                  <c:v>1.5</c:v>
                </c:pt>
                <c:pt idx="3321">
                  <c:v>1.5</c:v>
                </c:pt>
                <c:pt idx="3322">
                  <c:v>1.5</c:v>
                </c:pt>
                <c:pt idx="3323">
                  <c:v>1.5</c:v>
                </c:pt>
                <c:pt idx="3324">
                  <c:v>1.5</c:v>
                </c:pt>
                <c:pt idx="3325">
                  <c:v>1.5</c:v>
                </c:pt>
                <c:pt idx="3326">
                  <c:v>1.5</c:v>
                </c:pt>
                <c:pt idx="3327">
                  <c:v>1.5</c:v>
                </c:pt>
                <c:pt idx="3328">
                  <c:v>1.5</c:v>
                </c:pt>
                <c:pt idx="3329">
                  <c:v>1.5</c:v>
                </c:pt>
                <c:pt idx="3330">
                  <c:v>1.5</c:v>
                </c:pt>
                <c:pt idx="3331">
                  <c:v>1.5</c:v>
                </c:pt>
                <c:pt idx="3332">
                  <c:v>1.5</c:v>
                </c:pt>
                <c:pt idx="3333">
                  <c:v>1.5</c:v>
                </c:pt>
                <c:pt idx="3334">
                  <c:v>1.5</c:v>
                </c:pt>
                <c:pt idx="3335">
                  <c:v>1.5</c:v>
                </c:pt>
                <c:pt idx="3336">
                  <c:v>1.5</c:v>
                </c:pt>
                <c:pt idx="3337">
                  <c:v>1.5</c:v>
                </c:pt>
                <c:pt idx="3338">
                  <c:v>1.5</c:v>
                </c:pt>
                <c:pt idx="3339">
                  <c:v>1.5</c:v>
                </c:pt>
                <c:pt idx="3340">
                  <c:v>1.5</c:v>
                </c:pt>
                <c:pt idx="3341">
                  <c:v>1.5</c:v>
                </c:pt>
                <c:pt idx="3342">
                  <c:v>1.5</c:v>
                </c:pt>
                <c:pt idx="3343">
                  <c:v>1.5</c:v>
                </c:pt>
                <c:pt idx="3344">
                  <c:v>1.5</c:v>
                </c:pt>
                <c:pt idx="3345">
                  <c:v>1.5</c:v>
                </c:pt>
                <c:pt idx="3346">
                  <c:v>1.5</c:v>
                </c:pt>
                <c:pt idx="3347">
                  <c:v>1.5</c:v>
                </c:pt>
                <c:pt idx="3348">
                  <c:v>1.5</c:v>
                </c:pt>
                <c:pt idx="3349">
                  <c:v>1.5</c:v>
                </c:pt>
                <c:pt idx="3350">
                  <c:v>1.5</c:v>
                </c:pt>
                <c:pt idx="3351">
                  <c:v>1.5</c:v>
                </c:pt>
                <c:pt idx="3352">
                  <c:v>1.5</c:v>
                </c:pt>
                <c:pt idx="3353">
                  <c:v>1.5</c:v>
                </c:pt>
                <c:pt idx="3354">
                  <c:v>1.5</c:v>
                </c:pt>
                <c:pt idx="3355">
                  <c:v>1.5</c:v>
                </c:pt>
                <c:pt idx="3356">
                  <c:v>1.5</c:v>
                </c:pt>
                <c:pt idx="3357">
                  <c:v>1.5</c:v>
                </c:pt>
                <c:pt idx="3358">
                  <c:v>1.5</c:v>
                </c:pt>
                <c:pt idx="3359">
                  <c:v>1.5</c:v>
                </c:pt>
                <c:pt idx="3360">
                  <c:v>1.5</c:v>
                </c:pt>
                <c:pt idx="3361">
                  <c:v>1.5</c:v>
                </c:pt>
                <c:pt idx="3362">
                  <c:v>1.5</c:v>
                </c:pt>
                <c:pt idx="3363">
                  <c:v>1.5</c:v>
                </c:pt>
                <c:pt idx="3364">
                  <c:v>1.5</c:v>
                </c:pt>
                <c:pt idx="3365">
                  <c:v>1.5</c:v>
                </c:pt>
                <c:pt idx="3366">
                  <c:v>1.5</c:v>
                </c:pt>
                <c:pt idx="3367">
                  <c:v>1.5</c:v>
                </c:pt>
                <c:pt idx="3368">
                  <c:v>1.5</c:v>
                </c:pt>
                <c:pt idx="3369">
                  <c:v>1.5</c:v>
                </c:pt>
                <c:pt idx="3370">
                  <c:v>1.5</c:v>
                </c:pt>
                <c:pt idx="3371">
                  <c:v>1.5</c:v>
                </c:pt>
                <c:pt idx="3372">
                  <c:v>1.5</c:v>
                </c:pt>
                <c:pt idx="3373">
                  <c:v>1.5</c:v>
                </c:pt>
                <c:pt idx="3374">
                  <c:v>1.5</c:v>
                </c:pt>
                <c:pt idx="3375">
                  <c:v>1.5</c:v>
                </c:pt>
                <c:pt idx="3376">
                  <c:v>1.5</c:v>
                </c:pt>
                <c:pt idx="3377">
                  <c:v>1.5</c:v>
                </c:pt>
                <c:pt idx="3378">
                  <c:v>1.5</c:v>
                </c:pt>
                <c:pt idx="3379">
                  <c:v>1.5</c:v>
                </c:pt>
                <c:pt idx="3380">
                  <c:v>1.5</c:v>
                </c:pt>
                <c:pt idx="3381">
                  <c:v>1.5</c:v>
                </c:pt>
                <c:pt idx="3382">
                  <c:v>1.5</c:v>
                </c:pt>
                <c:pt idx="3383">
                  <c:v>1.5</c:v>
                </c:pt>
                <c:pt idx="3384">
                  <c:v>1.5</c:v>
                </c:pt>
                <c:pt idx="3385">
                  <c:v>1.5</c:v>
                </c:pt>
                <c:pt idx="3386">
                  <c:v>1.5</c:v>
                </c:pt>
                <c:pt idx="3387">
                  <c:v>1.5</c:v>
                </c:pt>
                <c:pt idx="3388">
                  <c:v>1.5</c:v>
                </c:pt>
                <c:pt idx="3389">
                  <c:v>1.5</c:v>
                </c:pt>
                <c:pt idx="3390">
                  <c:v>1.5</c:v>
                </c:pt>
                <c:pt idx="3391">
                  <c:v>1.5</c:v>
                </c:pt>
                <c:pt idx="3392">
                  <c:v>1.5</c:v>
                </c:pt>
                <c:pt idx="3393">
                  <c:v>1.5</c:v>
                </c:pt>
                <c:pt idx="3394">
                  <c:v>1.5</c:v>
                </c:pt>
                <c:pt idx="3395">
                  <c:v>1.5</c:v>
                </c:pt>
                <c:pt idx="3396">
                  <c:v>1.5</c:v>
                </c:pt>
                <c:pt idx="3397">
                  <c:v>1.5</c:v>
                </c:pt>
                <c:pt idx="3398">
                  <c:v>1.5</c:v>
                </c:pt>
                <c:pt idx="3399">
                  <c:v>1.5</c:v>
                </c:pt>
                <c:pt idx="3400">
                  <c:v>1.5</c:v>
                </c:pt>
                <c:pt idx="3401">
                  <c:v>1.5</c:v>
                </c:pt>
                <c:pt idx="3402">
                  <c:v>1.5</c:v>
                </c:pt>
                <c:pt idx="3403">
                  <c:v>1.5</c:v>
                </c:pt>
                <c:pt idx="3404">
                  <c:v>1.5</c:v>
                </c:pt>
                <c:pt idx="3405">
                  <c:v>1.5</c:v>
                </c:pt>
                <c:pt idx="3406">
                  <c:v>1.5</c:v>
                </c:pt>
                <c:pt idx="3407">
                  <c:v>1.5</c:v>
                </c:pt>
                <c:pt idx="3408">
                  <c:v>1.5</c:v>
                </c:pt>
                <c:pt idx="3409">
                  <c:v>1.5</c:v>
                </c:pt>
                <c:pt idx="3410">
                  <c:v>1.5</c:v>
                </c:pt>
                <c:pt idx="3411">
                  <c:v>1.5</c:v>
                </c:pt>
                <c:pt idx="3412">
                  <c:v>1.5</c:v>
                </c:pt>
                <c:pt idx="3413">
                  <c:v>1.5</c:v>
                </c:pt>
                <c:pt idx="3414">
                  <c:v>1.5</c:v>
                </c:pt>
                <c:pt idx="3415">
                  <c:v>1.5</c:v>
                </c:pt>
                <c:pt idx="3416">
                  <c:v>1.5</c:v>
                </c:pt>
                <c:pt idx="3417">
                  <c:v>1.5</c:v>
                </c:pt>
                <c:pt idx="3418">
                  <c:v>1.5</c:v>
                </c:pt>
                <c:pt idx="3419">
                  <c:v>1.5</c:v>
                </c:pt>
                <c:pt idx="3420">
                  <c:v>1.5</c:v>
                </c:pt>
                <c:pt idx="3421">
                  <c:v>1.5</c:v>
                </c:pt>
                <c:pt idx="3422">
                  <c:v>1.5</c:v>
                </c:pt>
                <c:pt idx="3423">
                  <c:v>1.5</c:v>
                </c:pt>
                <c:pt idx="3424">
                  <c:v>1.5</c:v>
                </c:pt>
                <c:pt idx="3425">
                  <c:v>1.5</c:v>
                </c:pt>
                <c:pt idx="3426">
                  <c:v>1.5</c:v>
                </c:pt>
                <c:pt idx="3427">
                  <c:v>1.5</c:v>
                </c:pt>
                <c:pt idx="3428">
                  <c:v>1.5</c:v>
                </c:pt>
                <c:pt idx="3429">
                  <c:v>1.5</c:v>
                </c:pt>
                <c:pt idx="3430">
                  <c:v>1.5</c:v>
                </c:pt>
                <c:pt idx="3431">
                  <c:v>1.5</c:v>
                </c:pt>
                <c:pt idx="3432">
                  <c:v>1.5</c:v>
                </c:pt>
                <c:pt idx="3433">
                  <c:v>1.5</c:v>
                </c:pt>
                <c:pt idx="3434">
                  <c:v>1.5</c:v>
                </c:pt>
                <c:pt idx="3435">
                  <c:v>1.5</c:v>
                </c:pt>
                <c:pt idx="3436">
                  <c:v>1.5</c:v>
                </c:pt>
                <c:pt idx="3437">
                  <c:v>1.5</c:v>
                </c:pt>
                <c:pt idx="3438">
                  <c:v>1.5</c:v>
                </c:pt>
                <c:pt idx="3439">
                  <c:v>1.5</c:v>
                </c:pt>
                <c:pt idx="3440">
                  <c:v>1.5</c:v>
                </c:pt>
                <c:pt idx="3441">
                  <c:v>1.5</c:v>
                </c:pt>
                <c:pt idx="3442">
                  <c:v>1.5</c:v>
                </c:pt>
                <c:pt idx="3443">
                  <c:v>1.5</c:v>
                </c:pt>
                <c:pt idx="3444">
                  <c:v>1.5</c:v>
                </c:pt>
                <c:pt idx="3445">
                  <c:v>1.5</c:v>
                </c:pt>
                <c:pt idx="3446">
                  <c:v>1.5</c:v>
                </c:pt>
                <c:pt idx="3447">
                  <c:v>1.5</c:v>
                </c:pt>
                <c:pt idx="3448">
                  <c:v>1.5</c:v>
                </c:pt>
                <c:pt idx="3449">
                  <c:v>1.5</c:v>
                </c:pt>
                <c:pt idx="3450">
                  <c:v>1.5</c:v>
                </c:pt>
                <c:pt idx="3451">
                  <c:v>1.5</c:v>
                </c:pt>
                <c:pt idx="3452">
                  <c:v>1.5</c:v>
                </c:pt>
                <c:pt idx="3453">
                  <c:v>1.5</c:v>
                </c:pt>
                <c:pt idx="3454">
                  <c:v>1.5</c:v>
                </c:pt>
                <c:pt idx="3455">
                  <c:v>1.5</c:v>
                </c:pt>
                <c:pt idx="3456">
                  <c:v>1.5</c:v>
                </c:pt>
                <c:pt idx="3457">
                  <c:v>1.5</c:v>
                </c:pt>
                <c:pt idx="3458">
                  <c:v>1.5</c:v>
                </c:pt>
                <c:pt idx="3459">
                  <c:v>1.5</c:v>
                </c:pt>
                <c:pt idx="3460">
                  <c:v>1.5</c:v>
                </c:pt>
                <c:pt idx="3461">
                  <c:v>1.5</c:v>
                </c:pt>
                <c:pt idx="3462">
                  <c:v>1.5</c:v>
                </c:pt>
                <c:pt idx="3463">
                  <c:v>1.5</c:v>
                </c:pt>
                <c:pt idx="3464">
                  <c:v>1.5</c:v>
                </c:pt>
                <c:pt idx="3465">
                  <c:v>1.5</c:v>
                </c:pt>
                <c:pt idx="3466">
                  <c:v>1.5</c:v>
                </c:pt>
                <c:pt idx="3467">
                  <c:v>1.5</c:v>
                </c:pt>
                <c:pt idx="3468">
                  <c:v>1.5</c:v>
                </c:pt>
                <c:pt idx="3469">
                  <c:v>1.5</c:v>
                </c:pt>
                <c:pt idx="3470">
                  <c:v>1.5</c:v>
                </c:pt>
                <c:pt idx="3471">
                  <c:v>1.5</c:v>
                </c:pt>
                <c:pt idx="3472">
                  <c:v>1.5</c:v>
                </c:pt>
                <c:pt idx="3473">
                  <c:v>1.5</c:v>
                </c:pt>
                <c:pt idx="3474">
                  <c:v>1.5</c:v>
                </c:pt>
                <c:pt idx="3475">
                  <c:v>1.5</c:v>
                </c:pt>
                <c:pt idx="3476">
                  <c:v>1.5</c:v>
                </c:pt>
                <c:pt idx="3477">
                  <c:v>1.5</c:v>
                </c:pt>
                <c:pt idx="3478">
                  <c:v>1.5</c:v>
                </c:pt>
                <c:pt idx="3479">
                  <c:v>1.5</c:v>
                </c:pt>
                <c:pt idx="3480">
                  <c:v>1.5</c:v>
                </c:pt>
                <c:pt idx="3481">
                  <c:v>1.5</c:v>
                </c:pt>
                <c:pt idx="3482">
                  <c:v>1.5</c:v>
                </c:pt>
                <c:pt idx="3483">
                  <c:v>1.5</c:v>
                </c:pt>
                <c:pt idx="3484">
                  <c:v>1.5</c:v>
                </c:pt>
                <c:pt idx="3485">
                  <c:v>1.5</c:v>
                </c:pt>
                <c:pt idx="3486">
                  <c:v>1.5</c:v>
                </c:pt>
                <c:pt idx="3487">
                  <c:v>1.5</c:v>
                </c:pt>
                <c:pt idx="3488">
                  <c:v>1.5</c:v>
                </c:pt>
                <c:pt idx="3489">
                  <c:v>1.5</c:v>
                </c:pt>
                <c:pt idx="3490">
                  <c:v>1.5</c:v>
                </c:pt>
                <c:pt idx="3491">
                  <c:v>1.5</c:v>
                </c:pt>
                <c:pt idx="3492">
                  <c:v>1.5</c:v>
                </c:pt>
                <c:pt idx="3493">
                  <c:v>1.5</c:v>
                </c:pt>
                <c:pt idx="3494">
                  <c:v>1.5</c:v>
                </c:pt>
                <c:pt idx="3495">
                  <c:v>1.5</c:v>
                </c:pt>
                <c:pt idx="3496">
                  <c:v>1.5</c:v>
                </c:pt>
                <c:pt idx="3497">
                  <c:v>1.5</c:v>
                </c:pt>
                <c:pt idx="3498">
                  <c:v>1.5</c:v>
                </c:pt>
                <c:pt idx="3499">
                  <c:v>1.5</c:v>
                </c:pt>
                <c:pt idx="3500">
                  <c:v>1.5</c:v>
                </c:pt>
                <c:pt idx="3501">
                  <c:v>1.25</c:v>
                </c:pt>
                <c:pt idx="3502">
                  <c:v>1.25</c:v>
                </c:pt>
                <c:pt idx="3503">
                  <c:v>1.25</c:v>
                </c:pt>
                <c:pt idx="3504">
                  <c:v>1.25</c:v>
                </c:pt>
                <c:pt idx="3505">
                  <c:v>1.25</c:v>
                </c:pt>
                <c:pt idx="3506">
                  <c:v>1.25</c:v>
                </c:pt>
                <c:pt idx="3507">
                  <c:v>1.25</c:v>
                </c:pt>
                <c:pt idx="3508">
                  <c:v>1.25</c:v>
                </c:pt>
                <c:pt idx="3509">
                  <c:v>1.25</c:v>
                </c:pt>
                <c:pt idx="3510">
                  <c:v>1.25</c:v>
                </c:pt>
                <c:pt idx="3511">
                  <c:v>1.25</c:v>
                </c:pt>
                <c:pt idx="3512">
                  <c:v>1.25</c:v>
                </c:pt>
                <c:pt idx="3513">
                  <c:v>1.25</c:v>
                </c:pt>
                <c:pt idx="3514">
                  <c:v>1.25</c:v>
                </c:pt>
                <c:pt idx="3515">
                  <c:v>1.25</c:v>
                </c:pt>
                <c:pt idx="3516">
                  <c:v>1.25</c:v>
                </c:pt>
                <c:pt idx="3517">
                  <c:v>1.25</c:v>
                </c:pt>
                <c:pt idx="3518">
                  <c:v>1.25</c:v>
                </c:pt>
                <c:pt idx="3519">
                  <c:v>1.25</c:v>
                </c:pt>
                <c:pt idx="3520">
                  <c:v>1.25</c:v>
                </c:pt>
                <c:pt idx="3521">
                  <c:v>1</c:v>
                </c:pt>
                <c:pt idx="3522">
                  <c:v>1</c:v>
                </c:pt>
                <c:pt idx="3523">
                  <c:v>1</c:v>
                </c:pt>
                <c:pt idx="3524">
                  <c:v>1</c:v>
                </c:pt>
                <c:pt idx="3525">
                  <c:v>1</c:v>
                </c:pt>
                <c:pt idx="3526">
                  <c:v>1</c:v>
                </c:pt>
                <c:pt idx="3527">
                  <c:v>1</c:v>
                </c:pt>
                <c:pt idx="3528">
                  <c:v>1</c:v>
                </c:pt>
                <c:pt idx="3529">
                  <c:v>1</c:v>
                </c:pt>
                <c:pt idx="3530">
                  <c:v>1</c:v>
                </c:pt>
                <c:pt idx="3531">
                  <c:v>1</c:v>
                </c:pt>
                <c:pt idx="3532">
                  <c:v>1</c:v>
                </c:pt>
                <c:pt idx="3533">
                  <c:v>1</c:v>
                </c:pt>
                <c:pt idx="3534">
                  <c:v>1</c:v>
                </c:pt>
                <c:pt idx="3535">
                  <c:v>1</c:v>
                </c:pt>
                <c:pt idx="3536">
                  <c:v>1</c:v>
                </c:pt>
                <c:pt idx="3537">
                  <c:v>1</c:v>
                </c:pt>
                <c:pt idx="3538">
                  <c:v>1</c:v>
                </c:pt>
                <c:pt idx="3539">
                  <c:v>1</c:v>
                </c:pt>
                <c:pt idx="3540">
                  <c:v>1</c:v>
                </c:pt>
                <c:pt idx="3541">
                  <c:v>1</c:v>
                </c:pt>
                <c:pt idx="3542">
                  <c:v>1</c:v>
                </c:pt>
                <c:pt idx="3543">
                  <c:v>1</c:v>
                </c:pt>
                <c:pt idx="3544">
                  <c:v>1</c:v>
                </c:pt>
                <c:pt idx="3545">
                  <c:v>1</c:v>
                </c:pt>
                <c:pt idx="3546">
                  <c:v>1</c:v>
                </c:pt>
                <c:pt idx="3547">
                  <c:v>1</c:v>
                </c:pt>
                <c:pt idx="3548">
                  <c:v>1</c:v>
                </c:pt>
                <c:pt idx="3549">
                  <c:v>1</c:v>
                </c:pt>
                <c:pt idx="3550">
                  <c:v>1</c:v>
                </c:pt>
                <c:pt idx="3551">
                  <c:v>1</c:v>
                </c:pt>
                <c:pt idx="3552">
                  <c:v>1</c:v>
                </c:pt>
                <c:pt idx="3553">
                  <c:v>1</c:v>
                </c:pt>
                <c:pt idx="3554">
                  <c:v>1</c:v>
                </c:pt>
                <c:pt idx="3555">
                  <c:v>1</c:v>
                </c:pt>
                <c:pt idx="3556">
                  <c:v>1</c:v>
                </c:pt>
                <c:pt idx="3557">
                  <c:v>1</c:v>
                </c:pt>
                <c:pt idx="3558">
                  <c:v>1</c:v>
                </c:pt>
                <c:pt idx="3559">
                  <c:v>1</c:v>
                </c:pt>
                <c:pt idx="3560">
                  <c:v>1</c:v>
                </c:pt>
                <c:pt idx="3561">
                  <c:v>1</c:v>
                </c:pt>
                <c:pt idx="3562">
                  <c:v>1</c:v>
                </c:pt>
                <c:pt idx="3563">
                  <c:v>1</c:v>
                </c:pt>
                <c:pt idx="3564">
                  <c:v>1</c:v>
                </c:pt>
                <c:pt idx="3565">
                  <c:v>1</c:v>
                </c:pt>
                <c:pt idx="3566">
                  <c:v>1</c:v>
                </c:pt>
                <c:pt idx="3567">
                  <c:v>1</c:v>
                </c:pt>
                <c:pt idx="3568">
                  <c:v>1</c:v>
                </c:pt>
                <c:pt idx="3569">
                  <c:v>1</c:v>
                </c:pt>
                <c:pt idx="3570">
                  <c:v>1</c:v>
                </c:pt>
                <c:pt idx="3571">
                  <c:v>1</c:v>
                </c:pt>
                <c:pt idx="3572">
                  <c:v>1</c:v>
                </c:pt>
                <c:pt idx="3573">
                  <c:v>1</c:v>
                </c:pt>
                <c:pt idx="3574">
                  <c:v>1</c:v>
                </c:pt>
                <c:pt idx="3575">
                  <c:v>1</c:v>
                </c:pt>
                <c:pt idx="3576">
                  <c:v>1</c:v>
                </c:pt>
                <c:pt idx="3577">
                  <c:v>1</c:v>
                </c:pt>
                <c:pt idx="3578">
                  <c:v>1</c:v>
                </c:pt>
                <c:pt idx="3579">
                  <c:v>1</c:v>
                </c:pt>
                <c:pt idx="3580">
                  <c:v>1</c:v>
                </c:pt>
                <c:pt idx="3581">
                  <c:v>1</c:v>
                </c:pt>
                <c:pt idx="3582">
                  <c:v>1</c:v>
                </c:pt>
                <c:pt idx="3583">
                  <c:v>1</c:v>
                </c:pt>
                <c:pt idx="3584">
                  <c:v>1</c:v>
                </c:pt>
                <c:pt idx="3585">
                  <c:v>1</c:v>
                </c:pt>
                <c:pt idx="3586">
                  <c:v>0.75</c:v>
                </c:pt>
                <c:pt idx="3587">
                  <c:v>0.75</c:v>
                </c:pt>
                <c:pt idx="3588">
                  <c:v>0.75</c:v>
                </c:pt>
                <c:pt idx="3589">
                  <c:v>0.75</c:v>
                </c:pt>
                <c:pt idx="3590">
                  <c:v>0.75</c:v>
                </c:pt>
                <c:pt idx="3591">
                  <c:v>0.75</c:v>
                </c:pt>
                <c:pt idx="3592">
                  <c:v>0.75</c:v>
                </c:pt>
                <c:pt idx="3593">
                  <c:v>0.75</c:v>
                </c:pt>
                <c:pt idx="3594">
                  <c:v>0.75</c:v>
                </c:pt>
                <c:pt idx="3595">
                  <c:v>0.75</c:v>
                </c:pt>
                <c:pt idx="3596">
                  <c:v>0.75</c:v>
                </c:pt>
                <c:pt idx="3597">
                  <c:v>0.75</c:v>
                </c:pt>
                <c:pt idx="3598">
                  <c:v>0.75</c:v>
                </c:pt>
                <c:pt idx="3599">
                  <c:v>0.75</c:v>
                </c:pt>
                <c:pt idx="3600">
                  <c:v>0.75</c:v>
                </c:pt>
                <c:pt idx="3601">
                  <c:v>0.75</c:v>
                </c:pt>
                <c:pt idx="3602">
                  <c:v>0.75</c:v>
                </c:pt>
                <c:pt idx="3603">
                  <c:v>0.75</c:v>
                </c:pt>
                <c:pt idx="3604">
                  <c:v>0.75</c:v>
                </c:pt>
                <c:pt idx="3605">
                  <c:v>0.75</c:v>
                </c:pt>
                <c:pt idx="3606">
                  <c:v>0.75</c:v>
                </c:pt>
                <c:pt idx="3607">
                  <c:v>0.75</c:v>
                </c:pt>
                <c:pt idx="3608">
                  <c:v>0.75</c:v>
                </c:pt>
                <c:pt idx="3609">
                  <c:v>0.75</c:v>
                </c:pt>
                <c:pt idx="3610">
                  <c:v>0.75</c:v>
                </c:pt>
                <c:pt idx="3611">
                  <c:v>0.75</c:v>
                </c:pt>
                <c:pt idx="3612">
                  <c:v>0.75</c:v>
                </c:pt>
                <c:pt idx="3613">
                  <c:v>0.75</c:v>
                </c:pt>
                <c:pt idx="3614">
                  <c:v>0.75</c:v>
                </c:pt>
                <c:pt idx="3615">
                  <c:v>0.75</c:v>
                </c:pt>
                <c:pt idx="3616">
                  <c:v>0.75</c:v>
                </c:pt>
                <c:pt idx="3617">
                  <c:v>0.75</c:v>
                </c:pt>
                <c:pt idx="3618">
                  <c:v>0.75</c:v>
                </c:pt>
                <c:pt idx="3619">
                  <c:v>0.75</c:v>
                </c:pt>
                <c:pt idx="3620">
                  <c:v>0.75</c:v>
                </c:pt>
                <c:pt idx="3621">
                  <c:v>0.75</c:v>
                </c:pt>
                <c:pt idx="3622">
                  <c:v>0.75</c:v>
                </c:pt>
                <c:pt idx="3623">
                  <c:v>0.75</c:v>
                </c:pt>
                <c:pt idx="3624">
                  <c:v>0.75</c:v>
                </c:pt>
                <c:pt idx="3625">
                  <c:v>0.75</c:v>
                </c:pt>
                <c:pt idx="3626">
                  <c:v>0.75</c:v>
                </c:pt>
                <c:pt idx="3627">
                  <c:v>0.75</c:v>
                </c:pt>
                <c:pt idx="3628">
                  <c:v>0.75</c:v>
                </c:pt>
                <c:pt idx="3629">
                  <c:v>0.75</c:v>
                </c:pt>
                <c:pt idx="3630">
                  <c:v>0.75</c:v>
                </c:pt>
                <c:pt idx="3631">
                  <c:v>0.75</c:v>
                </c:pt>
                <c:pt idx="3632">
                  <c:v>0.75</c:v>
                </c:pt>
                <c:pt idx="3633">
                  <c:v>0.75</c:v>
                </c:pt>
                <c:pt idx="3634">
                  <c:v>0.75</c:v>
                </c:pt>
                <c:pt idx="3635">
                  <c:v>0.75</c:v>
                </c:pt>
                <c:pt idx="3636">
                  <c:v>0.75</c:v>
                </c:pt>
                <c:pt idx="3637">
                  <c:v>0.75</c:v>
                </c:pt>
                <c:pt idx="3638">
                  <c:v>0.75</c:v>
                </c:pt>
                <c:pt idx="3639">
                  <c:v>0.75</c:v>
                </c:pt>
                <c:pt idx="3640">
                  <c:v>0.75</c:v>
                </c:pt>
                <c:pt idx="3641">
                  <c:v>0.75</c:v>
                </c:pt>
                <c:pt idx="3642">
                  <c:v>0.75</c:v>
                </c:pt>
                <c:pt idx="3643">
                  <c:v>0.75</c:v>
                </c:pt>
                <c:pt idx="3644">
                  <c:v>0.75</c:v>
                </c:pt>
                <c:pt idx="3645">
                  <c:v>0.75</c:v>
                </c:pt>
                <c:pt idx="3646">
                  <c:v>0.75</c:v>
                </c:pt>
                <c:pt idx="3647">
                  <c:v>0.75</c:v>
                </c:pt>
                <c:pt idx="3648">
                  <c:v>0.75</c:v>
                </c:pt>
                <c:pt idx="3649">
                  <c:v>0.75</c:v>
                </c:pt>
                <c:pt idx="3650">
                  <c:v>0.75</c:v>
                </c:pt>
                <c:pt idx="3651">
                  <c:v>0.75</c:v>
                </c:pt>
                <c:pt idx="3652">
                  <c:v>0.75</c:v>
                </c:pt>
                <c:pt idx="3653">
                  <c:v>0.75</c:v>
                </c:pt>
                <c:pt idx="3654">
                  <c:v>0.75</c:v>
                </c:pt>
                <c:pt idx="3655">
                  <c:v>0.75</c:v>
                </c:pt>
                <c:pt idx="3656">
                  <c:v>0.75</c:v>
                </c:pt>
                <c:pt idx="3657">
                  <c:v>0.75</c:v>
                </c:pt>
                <c:pt idx="3658">
                  <c:v>0.75</c:v>
                </c:pt>
                <c:pt idx="3659">
                  <c:v>0.75</c:v>
                </c:pt>
                <c:pt idx="3660">
                  <c:v>0.75</c:v>
                </c:pt>
                <c:pt idx="3661">
                  <c:v>0.75</c:v>
                </c:pt>
                <c:pt idx="3662">
                  <c:v>0.75</c:v>
                </c:pt>
                <c:pt idx="3663">
                  <c:v>0.75</c:v>
                </c:pt>
                <c:pt idx="3664">
                  <c:v>0.75</c:v>
                </c:pt>
                <c:pt idx="3665">
                  <c:v>0.75</c:v>
                </c:pt>
                <c:pt idx="3666">
                  <c:v>0.75</c:v>
                </c:pt>
                <c:pt idx="3667">
                  <c:v>0.75</c:v>
                </c:pt>
                <c:pt idx="3668">
                  <c:v>0.75</c:v>
                </c:pt>
                <c:pt idx="3669">
                  <c:v>0.75</c:v>
                </c:pt>
                <c:pt idx="3670">
                  <c:v>0.75</c:v>
                </c:pt>
                <c:pt idx="3671">
                  <c:v>0.75</c:v>
                </c:pt>
                <c:pt idx="3672">
                  <c:v>0.75</c:v>
                </c:pt>
                <c:pt idx="3673">
                  <c:v>0.75</c:v>
                </c:pt>
                <c:pt idx="3674">
                  <c:v>0.75</c:v>
                </c:pt>
                <c:pt idx="3675">
                  <c:v>0.75</c:v>
                </c:pt>
                <c:pt idx="3676">
                  <c:v>0.75</c:v>
                </c:pt>
                <c:pt idx="3677">
                  <c:v>0.75</c:v>
                </c:pt>
                <c:pt idx="3678">
                  <c:v>0.75</c:v>
                </c:pt>
                <c:pt idx="3679">
                  <c:v>0.75</c:v>
                </c:pt>
                <c:pt idx="3680">
                  <c:v>0.75</c:v>
                </c:pt>
                <c:pt idx="3681">
                  <c:v>0.75</c:v>
                </c:pt>
                <c:pt idx="3682">
                  <c:v>0.75</c:v>
                </c:pt>
                <c:pt idx="3683">
                  <c:v>0.75</c:v>
                </c:pt>
                <c:pt idx="3684">
                  <c:v>0.75</c:v>
                </c:pt>
                <c:pt idx="3685">
                  <c:v>0.75</c:v>
                </c:pt>
                <c:pt idx="3686">
                  <c:v>0.75</c:v>
                </c:pt>
                <c:pt idx="3687">
                  <c:v>0.75</c:v>
                </c:pt>
                <c:pt idx="3688">
                  <c:v>0.75</c:v>
                </c:pt>
                <c:pt idx="3689">
                  <c:v>0.75</c:v>
                </c:pt>
                <c:pt idx="3690">
                  <c:v>0.75</c:v>
                </c:pt>
                <c:pt idx="3691">
                  <c:v>0.75</c:v>
                </c:pt>
                <c:pt idx="3692">
                  <c:v>0.75</c:v>
                </c:pt>
                <c:pt idx="3693">
                  <c:v>0.75</c:v>
                </c:pt>
                <c:pt idx="3694">
                  <c:v>0.75</c:v>
                </c:pt>
                <c:pt idx="3695">
                  <c:v>0.75</c:v>
                </c:pt>
                <c:pt idx="3696">
                  <c:v>0.5</c:v>
                </c:pt>
                <c:pt idx="3697">
                  <c:v>0.5</c:v>
                </c:pt>
                <c:pt idx="3698">
                  <c:v>0.5</c:v>
                </c:pt>
                <c:pt idx="3699">
                  <c:v>0.5</c:v>
                </c:pt>
                <c:pt idx="3700">
                  <c:v>0.5</c:v>
                </c:pt>
                <c:pt idx="3701">
                  <c:v>0.5</c:v>
                </c:pt>
                <c:pt idx="3702">
                  <c:v>0.5</c:v>
                </c:pt>
                <c:pt idx="3703">
                  <c:v>0.5</c:v>
                </c:pt>
                <c:pt idx="3704">
                  <c:v>0.5</c:v>
                </c:pt>
                <c:pt idx="3705">
                  <c:v>0.5</c:v>
                </c:pt>
                <c:pt idx="3706">
                  <c:v>0.5</c:v>
                </c:pt>
                <c:pt idx="3707">
                  <c:v>0.5</c:v>
                </c:pt>
                <c:pt idx="3708">
                  <c:v>0.25</c:v>
                </c:pt>
                <c:pt idx="3709">
                  <c:v>0.25</c:v>
                </c:pt>
                <c:pt idx="3710">
                  <c:v>0.25</c:v>
                </c:pt>
                <c:pt idx="3711">
                  <c:v>0.25</c:v>
                </c:pt>
                <c:pt idx="3712">
                  <c:v>0.25</c:v>
                </c:pt>
                <c:pt idx="3713">
                  <c:v>0.25</c:v>
                </c:pt>
                <c:pt idx="3714">
                  <c:v>0.25</c:v>
                </c:pt>
                <c:pt idx="3715">
                  <c:v>0.25</c:v>
                </c:pt>
                <c:pt idx="3716">
                  <c:v>0.25</c:v>
                </c:pt>
                <c:pt idx="3717">
                  <c:v>0.25</c:v>
                </c:pt>
                <c:pt idx="3718">
                  <c:v>0.25</c:v>
                </c:pt>
                <c:pt idx="3719">
                  <c:v>0.25</c:v>
                </c:pt>
                <c:pt idx="3720">
                  <c:v>0.25</c:v>
                </c:pt>
                <c:pt idx="3721">
                  <c:v>0.25</c:v>
                </c:pt>
                <c:pt idx="3722">
                  <c:v>0.25</c:v>
                </c:pt>
                <c:pt idx="3723">
                  <c:v>0.25</c:v>
                </c:pt>
                <c:pt idx="3724">
                  <c:v>0.25</c:v>
                </c:pt>
                <c:pt idx="3725">
                  <c:v>0.25</c:v>
                </c:pt>
                <c:pt idx="3726">
                  <c:v>0.25</c:v>
                </c:pt>
                <c:pt idx="3727">
                  <c:v>0.25</c:v>
                </c:pt>
                <c:pt idx="3728">
                  <c:v>0.25</c:v>
                </c:pt>
                <c:pt idx="3729">
                  <c:v>0.25</c:v>
                </c:pt>
                <c:pt idx="3730">
                  <c:v>0.25</c:v>
                </c:pt>
                <c:pt idx="3731">
                  <c:v>0.25</c:v>
                </c:pt>
                <c:pt idx="3732">
                  <c:v>0.25</c:v>
                </c:pt>
                <c:pt idx="3733">
                  <c:v>0.25</c:v>
                </c:pt>
                <c:pt idx="3734">
                  <c:v>0.25</c:v>
                </c:pt>
                <c:pt idx="3735">
                  <c:v>0.25</c:v>
                </c:pt>
                <c:pt idx="3736">
                  <c:v>0.25</c:v>
                </c:pt>
                <c:pt idx="3737">
                  <c:v>0.25</c:v>
                </c:pt>
                <c:pt idx="3738">
                  <c:v>0.25</c:v>
                </c:pt>
                <c:pt idx="3739">
                  <c:v>0.25</c:v>
                </c:pt>
                <c:pt idx="3740">
                  <c:v>0.25</c:v>
                </c:pt>
                <c:pt idx="3741">
                  <c:v>0.25</c:v>
                </c:pt>
                <c:pt idx="3742">
                  <c:v>0.25</c:v>
                </c:pt>
                <c:pt idx="3743">
                  <c:v>0.25</c:v>
                </c:pt>
                <c:pt idx="3744">
                  <c:v>0.25</c:v>
                </c:pt>
                <c:pt idx="3745">
                  <c:v>0.25</c:v>
                </c:pt>
                <c:pt idx="3746">
                  <c:v>0.25</c:v>
                </c:pt>
                <c:pt idx="3747">
                  <c:v>0.25</c:v>
                </c:pt>
                <c:pt idx="3748">
                  <c:v>0.25</c:v>
                </c:pt>
                <c:pt idx="3749">
                  <c:v>0.25</c:v>
                </c:pt>
                <c:pt idx="3750">
                  <c:v>0.25</c:v>
                </c:pt>
                <c:pt idx="3751">
                  <c:v>0.25</c:v>
                </c:pt>
                <c:pt idx="3752">
                  <c:v>0.25</c:v>
                </c:pt>
                <c:pt idx="3753">
                  <c:v>0.25</c:v>
                </c:pt>
                <c:pt idx="3754">
                  <c:v>0.25</c:v>
                </c:pt>
                <c:pt idx="3755">
                  <c:v>0.25</c:v>
                </c:pt>
                <c:pt idx="3756">
                  <c:v>0.25</c:v>
                </c:pt>
                <c:pt idx="3757">
                  <c:v>0.25</c:v>
                </c:pt>
                <c:pt idx="3758">
                  <c:v>0.25</c:v>
                </c:pt>
                <c:pt idx="3759">
                  <c:v>0.25</c:v>
                </c:pt>
                <c:pt idx="3760">
                  <c:v>0.25</c:v>
                </c:pt>
                <c:pt idx="3761">
                  <c:v>0.25</c:v>
                </c:pt>
                <c:pt idx="3762">
                  <c:v>0.25</c:v>
                </c:pt>
                <c:pt idx="3763">
                  <c:v>0.25</c:v>
                </c:pt>
                <c:pt idx="3764">
                  <c:v>0.25</c:v>
                </c:pt>
                <c:pt idx="3765">
                  <c:v>0.25</c:v>
                </c:pt>
                <c:pt idx="3766">
                  <c:v>0.25</c:v>
                </c:pt>
                <c:pt idx="3767">
                  <c:v>0.25</c:v>
                </c:pt>
                <c:pt idx="3768">
                  <c:v>0.25</c:v>
                </c:pt>
                <c:pt idx="3769">
                  <c:v>0.25</c:v>
                </c:pt>
                <c:pt idx="3770">
                  <c:v>0.25</c:v>
                </c:pt>
                <c:pt idx="3771">
                  <c:v>0.25</c:v>
                </c:pt>
                <c:pt idx="3772">
                  <c:v>0.25</c:v>
                </c:pt>
                <c:pt idx="3773">
                  <c:v>0.25</c:v>
                </c:pt>
                <c:pt idx="3774">
                  <c:v>0.25</c:v>
                </c:pt>
                <c:pt idx="3775">
                  <c:v>0.25</c:v>
                </c:pt>
                <c:pt idx="3776">
                  <c:v>0.25</c:v>
                </c:pt>
                <c:pt idx="3777">
                  <c:v>0.25</c:v>
                </c:pt>
                <c:pt idx="3778">
                  <c:v>0.25</c:v>
                </c:pt>
                <c:pt idx="3779">
                  <c:v>0.25</c:v>
                </c:pt>
                <c:pt idx="3780">
                  <c:v>0.25</c:v>
                </c:pt>
                <c:pt idx="3781">
                  <c:v>0.25</c:v>
                </c:pt>
                <c:pt idx="3782">
                  <c:v>0.25</c:v>
                </c:pt>
                <c:pt idx="3783">
                  <c:v>0.25</c:v>
                </c:pt>
                <c:pt idx="3784">
                  <c:v>0.25</c:v>
                </c:pt>
                <c:pt idx="3785">
                  <c:v>0.25</c:v>
                </c:pt>
                <c:pt idx="3786">
                  <c:v>0.25</c:v>
                </c:pt>
                <c:pt idx="3787">
                  <c:v>0.25</c:v>
                </c:pt>
                <c:pt idx="3788">
                  <c:v>0.25</c:v>
                </c:pt>
                <c:pt idx="3789">
                  <c:v>0.25</c:v>
                </c:pt>
                <c:pt idx="3790">
                  <c:v>0.25</c:v>
                </c:pt>
                <c:pt idx="3791">
                  <c:v>0.25</c:v>
                </c:pt>
                <c:pt idx="3792">
                  <c:v>0.25</c:v>
                </c:pt>
                <c:pt idx="3793">
                  <c:v>0.25</c:v>
                </c:pt>
                <c:pt idx="3794">
                  <c:v>0.25</c:v>
                </c:pt>
                <c:pt idx="3795">
                  <c:v>0.25</c:v>
                </c:pt>
                <c:pt idx="3796">
                  <c:v>0.25</c:v>
                </c:pt>
                <c:pt idx="3797">
                  <c:v>0.25</c:v>
                </c:pt>
                <c:pt idx="3798">
                  <c:v>0.25</c:v>
                </c:pt>
                <c:pt idx="3799">
                  <c:v>0.25</c:v>
                </c:pt>
                <c:pt idx="3800">
                  <c:v>0.25</c:v>
                </c:pt>
                <c:pt idx="3801">
                  <c:v>0.25</c:v>
                </c:pt>
                <c:pt idx="3802">
                  <c:v>0.25</c:v>
                </c:pt>
                <c:pt idx="3803">
                  <c:v>0.25</c:v>
                </c:pt>
                <c:pt idx="3804">
                  <c:v>0.25</c:v>
                </c:pt>
                <c:pt idx="3805">
                  <c:v>0.25</c:v>
                </c:pt>
                <c:pt idx="3806">
                  <c:v>0.25</c:v>
                </c:pt>
                <c:pt idx="3807">
                  <c:v>0.25</c:v>
                </c:pt>
                <c:pt idx="3808">
                  <c:v>0.25</c:v>
                </c:pt>
                <c:pt idx="3809">
                  <c:v>0.25</c:v>
                </c:pt>
                <c:pt idx="3810">
                  <c:v>0.25</c:v>
                </c:pt>
                <c:pt idx="3811">
                  <c:v>0.25</c:v>
                </c:pt>
                <c:pt idx="3812">
                  <c:v>0.25</c:v>
                </c:pt>
                <c:pt idx="3813">
                  <c:v>0.25</c:v>
                </c:pt>
                <c:pt idx="3814">
                  <c:v>0.25</c:v>
                </c:pt>
                <c:pt idx="3815">
                  <c:v>0.25</c:v>
                </c:pt>
                <c:pt idx="3816">
                  <c:v>0.25</c:v>
                </c:pt>
                <c:pt idx="3817">
                  <c:v>0.25</c:v>
                </c:pt>
                <c:pt idx="3818">
                  <c:v>0.25</c:v>
                </c:pt>
                <c:pt idx="3819">
                  <c:v>0.25</c:v>
                </c:pt>
                <c:pt idx="3820">
                  <c:v>0.25</c:v>
                </c:pt>
                <c:pt idx="3821">
                  <c:v>0.25</c:v>
                </c:pt>
                <c:pt idx="3822">
                  <c:v>0.25</c:v>
                </c:pt>
                <c:pt idx="3823">
                  <c:v>0.25</c:v>
                </c:pt>
                <c:pt idx="3824">
                  <c:v>0.25</c:v>
                </c:pt>
                <c:pt idx="3825">
                  <c:v>0.25</c:v>
                </c:pt>
                <c:pt idx="3826">
                  <c:v>0.25</c:v>
                </c:pt>
                <c:pt idx="3827">
                  <c:v>0.25</c:v>
                </c:pt>
                <c:pt idx="3828">
                  <c:v>0.25</c:v>
                </c:pt>
                <c:pt idx="3829">
                  <c:v>0.25</c:v>
                </c:pt>
                <c:pt idx="3830">
                  <c:v>0.25</c:v>
                </c:pt>
                <c:pt idx="3831">
                  <c:v>0.25</c:v>
                </c:pt>
                <c:pt idx="3832">
                  <c:v>0.25</c:v>
                </c:pt>
                <c:pt idx="3833">
                  <c:v>0.25</c:v>
                </c:pt>
                <c:pt idx="3834">
                  <c:v>0.25</c:v>
                </c:pt>
                <c:pt idx="3835">
                  <c:v>0.25</c:v>
                </c:pt>
                <c:pt idx="3836">
                  <c:v>0.25</c:v>
                </c:pt>
                <c:pt idx="3837">
                  <c:v>0.25</c:v>
                </c:pt>
                <c:pt idx="3838">
                  <c:v>0.25</c:v>
                </c:pt>
                <c:pt idx="3839">
                  <c:v>0.25</c:v>
                </c:pt>
                <c:pt idx="3840">
                  <c:v>0.25</c:v>
                </c:pt>
                <c:pt idx="3841">
                  <c:v>0.25</c:v>
                </c:pt>
                <c:pt idx="3842">
                  <c:v>0.25</c:v>
                </c:pt>
                <c:pt idx="3843">
                  <c:v>0.25</c:v>
                </c:pt>
                <c:pt idx="3844">
                  <c:v>0.25</c:v>
                </c:pt>
                <c:pt idx="3845">
                  <c:v>0.25</c:v>
                </c:pt>
                <c:pt idx="3846">
                  <c:v>0.25</c:v>
                </c:pt>
                <c:pt idx="3847">
                  <c:v>0.25</c:v>
                </c:pt>
                <c:pt idx="3848">
                  <c:v>0.25</c:v>
                </c:pt>
                <c:pt idx="3849">
                  <c:v>0.25</c:v>
                </c:pt>
                <c:pt idx="3850">
                  <c:v>0.25</c:v>
                </c:pt>
                <c:pt idx="3851">
                  <c:v>0.25</c:v>
                </c:pt>
                <c:pt idx="3852">
                  <c:v>0.25</c:v>
                </c:pt>
                <c:pt idx="3853">
                  <c:v>0.25</c:v>
                </c:pt>
                <c:pt idx="3854">
                  <c:v>0.25</c:v>
                </c:pt>
                <c:pt idx="3855">
                  <c:v>0.25</c:v>
                </c:pt>
                <c:pt idx="3856">
                  <c:v>0.25</c:v>
                </c:pt>
                <c:pt idx="3857">
                  <c:v>0.25</c:v>
                </c:pt>
                <c:pt idx="3858">
                  <c:v>0.25</c:v>
                </c:pt>
                <c:pt idx="3859">
                  <c:v>0.25</c:v>
                </c:pt>
                <c:pt idx="3860">
                  <c:v>0.25</c:v>
                </c:pt>
                <c:pt idx="3861">
                  <c:v>0.25</c:v>
                </c:pt>
                <c:pt idx="3862">
                  <c:v>0.25</c:v>
                </c:pt>
                <c:pt idx="3863">
                  <c:v>0.25</c:v>
                </c:pt>
                <c:pt idx="3864">
                  <c:v>0.25</c:v>
                </c:pt>
                <c:pt idx="3865">
                  <c:v>0.25</c:v>
                </c:pt>
                <c:pt idx="3866">
                  <c:v>0.25</c:v>
                </c:pt>
                <c:pt idx="3867">
                  <c:v>0.25</c:v>
                </c:pt>
                <c:pt idx="3868">
                  <c:v>0.25</c:v>
                </c:pt>
                <c:pt idx="3869">
                  <c:v>0.25</c:v>
                </c:pt>
                <c:pt idx="3870">
                  <c:v>0.25</c:v>
                </c:pt>
                <c:pt idx="3871">
                  <c:v>0.1</c:v>
                </c:pt>
                <c:pt idx="3872">
                  <c:v>0.1</c:v>
                </c:pt>
                <c:pt idx="3873">
                  <c:v>0.1</c:v>
                </c:pt>
                <c:pt idx="3874">
                  <c:v>0.1</c:v>
                </c:pt>
                <c:pt idx="3875">
                  <c:v>0.1</c:v>
                </c:pt>
                <c:pt idx="3876">
                  <c:v>0.1</c:v>
                </c:pt>
                <c:pt idx="3877">
                  <c:v>0.1</c:v>
                </c:pt>
                <c:pt idx="3878">
                  <c:v>0.1</c:v>
                </c:pt>
                <c:pt idx="3879">
                  <c:v>0.1</c:v>
                </c:pt>
                <c:pt idx="3880">
                  <c:v>0.1</c:v>
                </c:pt>
                <c:pt idx="3881">
                  <c:v>0.1</c:v>
                </c:pt>
                <c:pt idx="3882">
                  <c:v>0.1</c:v>
                </c:pt>
                <c:pt idx="3883">
                  <c:v>0.1</c:v>
                </c:pt>
                <c:pt idx="3884">
                  <c:v>0.1</c:v>
                </c:pt>
                <c:pt idx="3885">
                  <c:v>0.1</c:v>
                </c:pt>
                <c:pt idx="3886">
                  <c:v>0.1</c:v>
                </c:pt>
                <c:pt idx="3887">
                  <c:v>0.1</c:v>
                </c:pt>
                <c:pt idx="3888">
                  <c:v>0.1</c:v>
                </c:pt>
                <c:pt idx="3889">
                  <c:v>0.1</c:v>
                </c:pt>
                <c:pt idx="3890">
                  <c:v>0.1</c:v>
                </c:pt>
                <c:pt idx="3891">
                  <c:v>0.1</c:v>
                </c:pt>
                <c:pt idx="3892">
                  <c:v>0.1</c:v>
                </c:pt>
                <c:pt idx="3893">
                  <c:v>0.1</c:v>
                </c:pt>
                <c:pt idx="3894">
                  <c:v>0.1</c:v>
                </c:pt>
                <c:pt idx="3895">
                  <c:v>0.1</c:v>
                </c:pt>
                <c:pt idx="3896">
                  <c:v>0.1</c:v>
                </c:pt>
                <c:pt idx="3897">
                  <c:v>0.1</c:v>
                </c:pt>
                <c:pt idx="3898">
                  <c:v>0.1</c:v>
                </c:pt>
                <c:pt idx="3899">
                  <c:v>0.1</c:v>
                </c:pt>
                <c:pt idx="3900">
                  <c:v>0.1</c:v>
                </c:pt>
                <c:pt idx="3901">
                  <c:v>0.1</c:v>
                </c:pt>
                <c:pt idx="3902">
                  <c:v>0.1</c:v>
                </c:pt>
                <c:pt idx="3903">
                  <c:v>0.1</c:v>
                </c:pt>
                <c:pt idx="3904">
                  <c:v>0.1</c:v>
                </c:pt>
                <c:pt idx="3905">
                  <c:v>0.1</c:v>
                </c:pt>
                <c:pt idx="3906">
                  <c:v>0.1</c:v>
                </c:pt>
                <c:pt idx="3907">
                  <c:v>0.1</c:v>
                </c:pt>
                <c:pt idx="3908">
                  <c:v>0.1</c:v>
                </c:pt>
                <c:pt idx="3909">
                  <c:v>0.1</c:v>
                </c:pt>
                <c:pt idx="3910">
                  <c:v>0.1</c:v>
                </c:pt>
                <c:pt idx="3911">
                  <c:v>0.1</c:v>
                </c:pt>
                <c:pt idx="3912">
                  <c:v>0.1</c:v>
                </c:pt>
                <c:pt idx="3913">
                  <c:v>0.1</c:v>
                </c:pt>
                <c:pt idx="3914">
                  <c:v>0.1</c:v>
                </c:pt>
                <c:pt idx="3915">
                  <c:v>0.1</c:v>
                </c:pt>
                <c:pt idx="3916">
                  <c:v>0.1</c:v>
                </c:pt>
                <c:pt idx="3917">
                  <c:v>0.1</c:v>
                </c:pt>
                <c:pt idx="3918">
                  <c:v>0.1</c:v>
                </c:pt>
                <c:pt idx="3919">
                  <c:v>0.1</c:v>
                </c:pt>
                <c:pt idx="3920">
                  <c:v>0.1</c:v>
                </c:pt>
                <c:pt idx="3921">
                  <c:v>0.1</c:v>
                </c:pt>
                <c:pt idx="3922">
                  <c:v>0.1</c:v>
                </c:pt>
                <c:pt idx="3923">
                  <c:v>0.1</c:v>
                </c:pt>
                <c:pt idx="3924">
                  <c:v>0.1</c:v>
                </c:pt>
                <c:pt idx="3925">
                  <c:v>0.1</c:v>
                </c:pt>
                <c:pt idx="3926">
                  <c:v>0.1</c:v>
                </c:pt>
                <c:pt idx="3927">
                  <c:v>0.1</c:v>
                </c:pt>
                <c:pt idx="3928">
                  <c:v>0.1</c:v>
                </c:pt>
                <c:pt idx="3929">
                  <c:v>0.1</c:v>
                </c:pt>
                <c:pt idx="3930">
                  <c:v>0.1</c:v>
                </c:pt>
                <c:pt idx="3931">
                  <c:v>0.1</c:v>
                </c:pt>
                <c:pt idx="3932">
                  <c:v>0.1</c:v>
                </c:pt>
                <c:pt idx="3933">
                  <c:v>0.1</c:v>
                </c:pt>
                <c:pt idx="3934">
                  <c:v>0.1</c:v>
                </c:pt>
                <c:pt idx="3935">
                  <c:v>0.1</c:v>
                </c:pt>
                <c:pt idx="3936">
                  <c:v>0.1</c:v>
                </c:pt>
                <c:pt idx="3937">
                  <c:v>0.1</c:v>
                </c:pt>
                <c:pt idx="3938">
                  <c:v>0.1</c:v>
                </c:pt>
                <c:pt idx="3939">
                  <c:v>0.1</c:v>
                </c:pt>
                <c:pt idx="3940">
                  <c:v>0.1</c:v>
                </c:pt>
                <c:pt idx="3941">
                  <c:v>0.1</c:v>
                </c:pt>
                <c:pt idx="3942">
                  <c:v>0.1</c:v>
                </c:pt>
                <c:pt idx="3943">
                  <c:v>0.1</c:v>
                </c:pt>
                <c:pt idx="3944">
                  <c:v>0.1</c:v>
                </c:pt>
                <c:pt idx="3945">
                  <c:v>0.1</c:v>
                </c:pt>
                <c:pt idx="3946">
                  <c:v>0.1</c:v>
                </c:pt>
                <c:pt idx="3947">
                  <c:v>0.1</c:v>
                </c:pt>
                <c:pt idx="3948">
                  <c:v>0.1</c:v>
                </c:pt>
                <c:pt idx="3949">
                  <c:v>0.1</c:v>
                </c:pt>
                <c:pt idx="3950">
                  <c:v>0.1</c:v>
                </c:pt>
                <c:pt idx="3951">
                  <c:v>0.1</c:v>
                </c:pt>
                <c:pt idx="3952">
                  <c:v>0.1</c:v>
                </c:pt>
                <c:pt idx="3953">
                  <c:v>0.1</c:v>
                </c:pt>
                <c:pt idx="3954">
                  <c:v>0.1</c:v>
                </c:pt>
                <c:pt idx="3955">
                  <c:v>0.1</c:v>
                </c:pt>
                <c:pt idx="3956">
                  <c:v>0.1</c:v>
                </c:pt>
                <c:pt idx="3957">
                  <c:v>0.1</c:v>
                </c:pt>
                <c:pt idx="3958">
                  <c:v>0.1</c:v>
                </c:pt>
                <c:pt idx="3959">
                  <c:v>0.1</c:v>
                </c:pt>
                <c:pt idx="3960">
                  <c:v>0.1</c:v>
                </c:pt>
                <c:pt idx="3961">
                  <c:v>0.1</c:v>
                </c:pt>
                <c:pt idx="3962">
                  <c:v>0.1</c:v>
                </c:pt>
                <c:pt idx="3963">
                  <c:v>0.1</c:v>
                </c:pt>
                <c:pt idx="3964">
                  <c:v>0.1</c:v>
                </c:pt>
                <c:pt idx="3965">
                  <c:v>0.1</c:v>
                </c:pt>
                <c:pt idx="3966">
                  <c:v>0.1</c:v>
                </c:pt>
                <c:pt idx="3967">
                  <c:v>0.1</c:v>
                </c:pt>
                <c:pt idx="3968">
                  <c:v>0.1</c:v>
                </c:pt>
                <c:pt idx="3969">
                  <c:v>0.1</c:v>
                </c:pt>
                <c:pt idx="3970">
                  <c:v>0.1</c:v>
                </c:pt>
                <c:pt idx="3971">
                  <c:v>0.1</c:v>
                </c:pt>
                <c:pt idx="3972">
                  <c:v>0.1</c:v>
                </c:pt>
                <c:pt idx="3973">
                  <c:v>0.1</c:v>
                </c:pt>
                <c:pt idx="3974">
                  <c:v>0.1</c:v>
                </c:pt>
                <c:pt idx="3975">
                  <c:v>0.1</c:v>
                </c:pt>
                <c:pt idx="3976">
                  <c:v>0.1</c:v>
                </c:pt>
                <c:pt idx="3977">
                  <c:v>0.1</c:v>
                </c:pt>
                <c:pt idx="3978">
                  <c:v>0.1</c:v>
                </c:pt>
                <c:pt idx="3979">
                  <c:v>0.1</c:v>
                </c:pt>
                <c:pt idx="3980">
                  <c:v>0.1</c:v>
                </c:pt>
                <c:pt idx="3981">
                  <c:v>0.1</c:v>
                </c:pt>
                <c:pt idx="3982">
                  <c:v>0.1</c:v>
                </c:pt>
                <c:pt idx="3983">
                  <c:v>0.1</c:v>
                </c:pt>
                <c:pt idx="3984">
                  <c:v>0.1</c:v>
                </c:pt>
                <c:pt idx="3985">
                  <c:v>0.1</c:v>
                </c:pt>
                <c:pt idx="3986">
                  <c:v>0.1</c:v>
                </c:pt>
                <c:pt idx="3987">
                  <c:v>0.1</c:v>
                </c:pt>
                <c:pt idx="3988">
                  <c:v>0.1</c:v>
                </c:pt>
                <c:pt idx="3989">
                  <c:v>0.1</c:v>
                </c:pt>
                <c:pt idx="3990">
                  <c:v>0.1</c:v>
                </c:pt>
                <c:pt idx="3991">
                  <c:v>0.1</c:v>
                </c:pt>
                <c:pt idx="3992">
                  <c:v>0.1</c:v>
                </c:pt>
                <c:pt idx="3993">
                  <c:v>0.1</c:v>
                </c:pt>
                <c:pt idx="3994">
                  <c:v>0.1</c:v>
                </c:pt>
                <c:pt idx="3995">
                  <c:v>0.1</c:v>
                </c:pt>
                <c:pt idx="3996">
                  <c:v>0.1</c:v>
                </c:pt>
                <c:pt idx="3997">
                  <c:v>0.1</c:v>
                </c:pt>
                <c:pt idx="3998">
                  <c:v>0.1</c:v>
                </c:pt>
                <c:pt idx="3999">
                  <c:v>0.1</c:v>
                </c:pt>
                <c:pt idx="4000">
                  <c:v>0.1</c:v>
                </c:pt>
                <c:pt idx="4001">
                  <c:v>0.1</c:v>
                </c:pt>
                <c:pt idx="4002">
                  <c:v>0.1</c:v>
                </c:pt>
                <c:pt idx="4003">
                  <c:v>0.1</c:v>
                </c:pt>
                <c:pt idx="4004">
                  <c:v>0.1</c:v>
                </c:pt>
                <c:pt idx="4005">
                  <c:v>0.1</c:v>
                </c:pt>
                <c:pt idx="4006">
                  <c:v>0.1</c:v>
                </c:pt>
                <c:pt idx="4007">
                  <c:v>0.1</c:v>
                </c:pt>
                <c:pt idx="4008">
                  <c:v>0.1</c:v>
                </c:pt>
                <c:pt idx="4009">
                  <c:v>0.1</c:v>
                </c:pt>
                <c:pt idx="4010">
                  <c:v>0.1</c:v>
                </c:pt>
                <c:pt idx="4011">
                  <c:v>0.1</c:v>
                </c:pt>
                <c:pt idx="4012">
                  <c:v>0.1</c:v>
                </c:pt>
                <c:pt idx="4013">
                  <c:v>0.1</c:v>
                </c:pt>
                <c:pt idx="4014">
                  <c:v>0.1</c:v>
                </c:pt>
                <c:pt idx="4015">
                  <c:v>0.1</c:v>
                </c:pt>
                <c:pt idx="4016">
                  <c:v>0.1</c:v>
                </c:pt>
                <c:pt idx="4017">
                  <c:v>0.1</c:v>
                </c:pt>
                <c:pt idx="4018">
                  <c:v>0.1</c:v>
                </c:pt>
                <c:pt idx="4019">
                  <c:v>0.1</c:v>
                </c:pt>
                <c:pt idx="4020">
                  <c:v>0.1</c:v>
                </c:pt>
                <c:pt idx="4021">
                  <c:v>0.1</c:v>
                </c:pt>
                <c:pt idx="4022">
                  <c:v>0.1</c:v>
                </c:pt>
                <c:pt idx="4023">
                  <c:v>0.1</c:v>
                </c:pt>
                <c:pt idx="4024">
                  <c:v>0.1</c:v>
                </c:pt>
                <c:pt idx="4025">
                  <c:v>0.1</c:v>
                </c:pt>
                <c:pt idx="4026">
                  <c:v>0.1</c:v>
                </c:pt>
                <c:pt idx="4027">
                  <c:v>0.1</c:v>
                </c:pt>
                <c:pt idx="4028">
                  <c:v>0.1</c:v>
                </c:pt>
                <c:pt idx="4029">
                  <c:v>0.1</c:v>
                </c:pt>
                <c:pt idx="4030">
                  <c:v>0.1</c:v>
                </c:pt>
                <c:pt idx="4031">
                  <c:v>0.1</c:v>
                </c:pt>
                <c:pt idx="4032">
                  <c:v>0.1</c:v>
                </c:pt>
                <c:pt idx="4033">
                  <c:v>0.1</c:v>
                </c:pt>
                <c:pt idx="4034">
                  <c:v>0.1</c:v>
                </c:pt>
                <c:pt idx="4035">
                  <c:v>0.1</c:v>
                </c:pt>
                <c:pt idx="4036">
                  <c:v>0.1</c:v>
                </c:pt>
                <c:pt idx="4037">
                  <c:v>0.1</c:v>
                </c:pt>
                <c:pt idx="4038">
                  <c:v>0.1</c:v>
                </c:pt>
                <c:pt idx="4039">
                  <c:v>0.1</c:v>
                </c:pt>
                <c:pt idx="4040">
                  <c:v>0.1</c:v>
                </c:pt>
                <c:pt idx="4041">
                  <c:v>0.1</c:v>
                </c:pt>
                <c:pt idx="4042">
                  <c:v>0.1</c:v>
                </c:pt>
                <c:pt idx="4043">
                  <c:v>0.1</c:v>
                </c:pt>
                <c:pt idx="4044">
                  <c:v>0.1</c:v>
                </c:pt>
                <c:pt idx="4045">
                  <c:v>0.1</c:v>
                </c:pt>
                <c:pt idx="4046">
                  <c:v>0.1</c:v>
                </c:pt>
                <c:pt idx="4047">
                  <c:v>0.1</c:v>
                </c:pt>
                <c:pt idx="4048">
                  <c:v>0.1</c:v>
                </c:pt>
                <c:pt idx="4049">
                  <c:v>0.1</c:v>
                </c:pt>
                <c:pt idx="4050">
                  <c:v>0.1</c:v>
                </c:pt>
                <c:pt idx="4051">
                  <c:v>0.1</c:v>
                </c:pt>
                <c:pt idx="4052">
                  <c:v>0.1</c:v>
                </c:pt>
                <c:pt idx="4053">
                  <c:v>0.1</c:v>
                </c:pt>
                <c:pt idx="4054">
                  <c:v>0.1</c:v>
                </c:pt>
                <c:pt idx="4055">
                  <c:v>0.1</c:v>
                </c:pt>
                <c:pt idx="4056">
                  <c:v>0.1</c:v>
                </c:pt>
                <c:pt idx="4057">
                  <c:v>0.1</c:v>
                </c:pt>
                <c:pt idx="4058">
                  <c:v>0.1</c:v>
                </c:pt>
                <c:pt idx="4059">
                  <c:v>0.1</c:v>
                </c:pt>
                <c:pt idx="4060">
                  <c:v>0.1</c:v>
                </c:pt>
                <c:pt idx="4061">
                  <c:v>0.1</c:v>
                </c:pt>
                <c:pt idx="4062">
                  <c:v>0.1</c:v>
                </c:pt>
                <c:pt idx="4063">
                  <c:v>0.1</c:v>
                </c:pt>
                <c:pt idx="4064">
                  <c:v>0.1</c:v>
                </c:pt>
                <c:pt idx="4065">
                  <c:v>0.1</c:v>
                </c:pt>
                <c:pt idx="4066">
                  <c:v>0.1</c:v>
                </c:pt>
                <c:pt idx="4067">
                  <c:v>0.1</c:v>
                </c:pt>
                <c:pt idx="4068">
                  <c:v>0.1</c:v>
                </c:pt>
                <c:pt idx="4069">
                  <c:v>0.1</c:v>
                </c:pt>
                <c:pt idx="4070">
                  <c:v>0.1</c:v>
                </c:pt>
                <c:pt idx="4071">
                  <c:v>0.1</c:v>
                </c:pt>
                <c:pt idx="4072">
                  <c:v>0.1</c:v>
                </c:pt>
                <c:pt idx="4073">
                  <c:v>0.1</c:v>
                </c:pt>
                <c:pt idx="4074">
                  <c:v>0.1</c:v>
                </c:pt>
                <c:pt idx="4075">
                  <c:v>0.1</c:v>
                </c:pt>
                <c:pt idx="4076">
                  <c:v>0.1</c:v>
                </c:pt>
                <c:pt idx="4077">
                  <c:v>0.1</c:v>
                </c:pt>
                <c:pt idx="4078">
                  <c:v>0.1</c:v>
                </c:pt>
                <c:pt idx="4079">
                  <c:v>0.1</c:v>
                </c:pt>
                <c:pt idx="4080">
                  <c:v>0.1</c:v>
                </c:pt>
                <c:pt idx="4081">
                  <c:v>0.1</c:v>
                </c:pt>
                <c:pt idx="4082">
                  <c:v>0.1</c:v>
                </c:pt>
                <c:pt idx="4083">
                  <c:v>0.1</c:v>
                </c:pt>
                <c:pt idx="4084">
                  <c:v>0.1</c:v>
                </c:pt>
                <c:pt idx="4085">
                  <c:v>0.1</c:v>
                </c:pt>
                <c:pt idx="4086">
                  <c:v>0.1</c:v>
                </c:pt>
                <c:pt idx="4087">
                  <c:v>0.1</c:v>
                </c:pt>
                <c:pt idx="4088">
                  <c:v>0.1</c:v>
                </c:pt>
                <c:pt idx="4089">
                  <c:v>0.1</c:v>
                </c:pt>
                <c:pt idx="4090">
                  <c:v>0.1</c:v>
                </c:pt>
                <c:pt idx="4091">
                  <c:v>0.1</c:v>
                </c:pt>
                <c:pt idx="4092">
                  <c:v>0.1</c:v>
                </c:pt>
                <c:pt idx="4093">
                  <c:v>0.1</c:v>
                </c:pt>
                <c:pt idx="4094">
                  <c:v>0.1</c:v>
                </c:pt>
                <c:pt idx="4095">
                  <c:v>0.1</c:v>
                </c:pt>
                <c:pt idx="4096">
                  <c:v>0.1</c:v>
                </c:pt>
                <c:pt idx="4097">
                  <c:v>0.1</c:v>
                </c:pt>
                <c:pt idx="4098">
                  <c:v>0.1</c:v>
                </c:pt>
                <c:pt idx="4099">
                  <c:v>0.1</c:v>
                </c:pt>
                <c:pt idx="4100">
                  <c:v>0.1</c:v>
                </c:pt>
                <c:pt idx="4101">
                  <c:v>0.1</c:v>
                </c:pt>
                <c:pt idx="4102">
                  <c:v>0.1</c:v>
                </c:pt>
                <c:pt idx="4103">
                  <c:v>0.1</c:v>
                </c:pt>
                <c:pt idx="4104">
                  <c:v>0.1</c:v>
                </c:pt>
                <c:pt idx="4105">
                  <c:v>0.1</c:v>
                </c:pt>
                <c:pt idx="4106">
                  <c:v>0.1</c:v>
                </c:pt>
                <c:pt idx="4107">
                  <c:v>0.1</c:v>
                </c:pt>
                <c:pt idx="4108">
                  <c:v>0.1</c:v>
                </c:pt>
                <c:pt idx="4109">
                  <c:v>0.1</c:v>
                </c:pt>
                <c:pt idx="4110">
                  <c:v>0.1</c:v>
                </c:pt>
                <c:pt idx="4111">
                  <c:v>0.1</c:v>
                </c:pt>
                <c:pt idx="4112">
                  <c:v>0.1</c:v>
                </c:pt>
                <c:pt idx="4113">
                  <c:v>0.1</c:v>
                </c:pt>
                <c:pt idx="4114">
                  <c:v>0.1</c:v>
                </c:pt>
                <c:pt idx="4115">
                  <c:v>0.1</c:v>
                </c:pt>
                <c:pt idx="4116">
                  <c:v>0.1</c:v>
                </c:pt>
                <c:pt idx="4117">
                  <c:v>0.1</c:v>
                </c:pt>
                <c:pt idx="4118">
                  <c:v>0.1</c:v>
                </c:pt>
                <c:pt idx="4119">
                  <c:v>0.1</c:v>
                </c:pt>
                <c:pt idx="4120">
                  <c:v>0.1</c:v>
                </c:pt>
                <c:pt idx="4121">
                  <c:v>0.1</c:v>
                </c:pt>
                <c:pt idx="4122">
                  <c:v>0.1</c:v>
                </c:pt>
                <c:pt idx="4123">
                  <c:v>0.1</c:v>
                </c:pt>
                <c:pt idx="4124">
                  <c:v>0.1</c:v>
                </c:pt>
                <c:pt idx="4125">
                  <c:v>0.1</c:v>
                </c:pt>
                <c:pt idx="4126">
                  <c:v>0.1</c:v>
                </c:pt>
                <c:pt idx="4127">
                  <c:v>0.1</c:v>
                </c:pt>
                <c:pt idx="4128">
                  <c:v>0.1</c:v>
                </c:pt>
                <c:pt idx="4129">
                  <c:v>0.1</c:v>
                </c:pt>
                <c:pt idx="4130">
                  <c:v>0.1</c:v>
                </c:pt>
                <c:pt idx="4131">
                  <c:v>0.1</c:v>
                </c:pt>
                <c:pt idx="4132">
                  <c:v>0.1</c:v>
                </c:pt>
                <c:pt idx="4133">
                  <c:v>0.1</c:v>
                </c:pt>
                <c:pt idx="4134">
                  <c:v>0.1</c:v>
                </c:pt>
                <c:pt idx="4135">
                  <c:v>0.1</c:v>
                </c:pt>
                <c:pt idx="4136">
                  <c:v>0.1</c:v>
                </c:pt>
                <c:pt idx="4137">
                  <c:v>0.1</c:v>
                </c:pt>
                <c:pt idx="4138">
                  <c:v>0.1</c:v>
                </c:pt>
                <c:pt idx="4139">
                  <c:v>0.1</c:v>
                </c:pt>
                <c:pt idx="4140">
                  <c:v>0.1</c:v>
                </c:pt>
                <c:pt idx="4141">
                  <c:v>0.1</c:v>
                </c:pt>
                <c:pt idx="4142">
                  <c:v>0.1</c:v>
                </c:pt>
                <c:pt idx="4143">
                  <c:v>0.1</c:v>
                </c:pt>
                <c:pt idx="4144">
                  <c:v>0.1</c:v>
                </c:pt>
                <c:pt idx="4145">
                  <c:v>0.1</c:v>
                </c:pt>
                <c:pt idx="4146">
                  <c:v>0.1</c:v>
                </c:pt>
                <c:pt idx="4147">
                  <c:v>0.1</c:v>
                </c:pt>
                <c:pt idx="4148">
                  <c:v>0.1</c:v>
                </c:pt>
                <c:pt idx="4149">
                  <c:v>0.1</c:v>
                </c:pt>
                <c:pt idx="4150">
                  <c:v>0.1</c:v>
                </c:pt>
                <c:pt idx="4151">
                  <c:v>0.1</c:v>
                </c:pt>
                <c:pt idx="4152">
                  <c:v>0.1</c:v>
                </c:pt>
                <c:pt idx="4153">
                  <c:v>0.1</c:v>
                </c:pt>
                <c:pt idx="4154">
                  <c:v>0.1</c:v>
                </c:pt>
                <c:pt idx="4155">
                  <c:v>0.1</c:v>
                </c:pt>
                <c:pt idx="4156">
                  <c:v>0.1</c:v>
                </c:pt>
                <c:pt idx="4157">
                  <c:v>0.1</c:v>
                </c:pt>
                <c:pt idx="4158">
                  <c:v>0.1</c:v>
                </c:pt>
                <c:pt idx="4159">
                  <c:v>0.1</c:v>
                </c:pt>
                <c:pt idx="4160">
                  <c:v>0.1</c:v>
                </c:pt>
                <c:pt idx="4161">
                  <c:v>0.1</c:v>
                </c:pt>
                <c:pt idx="4162">
                  <c:v>0.1</c:v>
                </c:pt>
                <c:pt idx="4163">
                  <c:v>0.1</c:v>
                </c:pt>
                <c:pt idx="4164">
                  <c:v>0.1</c:v>
                </c:pt>
                <c:pt idx="4165">
                  <c:v>0.1</c:v>
                </c:pt>
                <c:pt idx="4166">
                  <c:v>0.1</c:v>
                </c:pt>
                <c:pt idx="4167">
                  <c:v>0.1</c:v>
                </c:pt>
                <c:pt idx="4168">
                  <c:v>0.1</c:v>
                </c:pt>
                <c:pt idx="4169">
                  <c:v>0.1</c:v>
                </c:pt>
                <c:pt idx="4170">
                  <c:v>0.1</c:v>
                </c:pt>
                <c:pt idx="4171">
                  <c:v>0.1</c:v>
                </c:pt>
                <c:pt idx="4172">
                  <c:v>0.1</c:v>
                </c:pt>
                <c:pt idx="4173">
                  <c:v>0.1</c:v>
                </c:pt>
                <c:pt idx="4174">
                  <c:v>0.1</c:v>
                </c:pt>
                <c:pt idx="4175">
                  <c:v>0.1</c:v>
                </c:pt>
                <c:pt idx="4176">
                  <c:v>0.1</c:v>
                </c:pt>
                <c:pt idx="4177">
                  <c:v>0.1</c:v>
                </c:pt>
                <c:pt idx="4178">
                  <c:v>0.1</c:v>
                </c:pt>
                <c:pt idx="4179">
                  <c:v>0.1</c:v>
                </c:pt>
                <c:pt idx="4180">
                  <c:v>0.1</c:v>
                </c:pt>
                <c:pt idx="4181">
                  <c:v>0.1</c:v>
                </c:pt>
                <c:pt idx="4182">
                  <c:v>0.1</c:v>
                </c:pt>
                <c:pt idx="4183">
                  <c:v>0.1</c:v>
                </c:pt>
                <c:pt idx="4184">
                  <c:v>0.1</c:v>
                </c:pt>
                <c:pt idx="4185">
                  <c:v>0.1</c:v>
                </c:pt>
                <c:pt idx="4186">
                  <c:v>0.1</c:v>
                </c:pt>
                <c:pt idx="4187">
                  <c:v>0.1</c:v>
                </c:pt>
                <c:pt idx="4188">
                  <c:v>0.1</c:v>
                </c:pt>
                <c:pt idx="4189">
                  <c:v>0.1</c:v>
                </c:pt>
                <c:pt idx="4190">
                  <c:v>0.1</c:v>
                </c:pt>
                <c:pt idx="4191">
                  <c:v>0.1</c:v>
                </c:pt>
                <c:pt idx="4192">
                  <c:v>0.1</c:v>
                </c:pt>
                <c:pt idx="4193">
                  <c:v>0.1</c:v>
                </c:pt>
                <c:pt idx="4194">
                  <c:v>0.1</c:v>
                </c:pt>
                <c:pt idx="4195">
                  <c:v>0.1</c:v>
                </c:pt>
                <c:pt idx="4196">
                  <c:v>0.1</c:v>
                </c:pt>
                <c:pt idx="4197">
                  <c:v>0.1</c:v>
                </c:pt>
                <c:pt idx="4198">
                  <c:v>0.1</c:v>
                </c:pt>
                <c:pt idx="4199">
                  <c:v>0.1</c:v>
                </c:pt>
                <c:pt idx="4200">
                  <c:v>0.1</c:v>
                </c:pt>
                <c:pt idx="4201">
                  <c:v>0.1</c:v>
                </c:pt>
                <c:pt idx="4202">
                  <c:v>0.1</c:v>
                </c:pt>
                <c:pt idx="4203">
                  <c:v>0.1</c:v>
                </c:pt>
                <c:pt idx="4204">
                  <c:v>0.1</c:v>
                </c:pt>
                <c:pt idx="4205">
                  <c:v>0.1</c:v>
                </c:pt>
                <c:pt idx="4206">
                  <c:v>0.1</c:v>
                </c:pt>
                <c:pt idx="4207">
                  <c:v>0.1</c:v>
                </c:pt>
                <c:pt idx="4208">
                  <c:v>0.1</c:v>
                </c:pt>
                <c:pt idx="4209">
                  <c:v>0.1</c:v>
                </c:pt>
                <c:pt idx="4210">
                  <c:v>0.1</c:v>
                </c:pt>
                <c:pt idx="4211">
                  <c:v>0.1</c:v>
                </c:pt>
                <c:pt idx="4212">
                  <c:v>0.1</c:v>
                </c:pt>
                <c:pt idx="4213">
                  <c:v>0.1</c:v>
                </c:pt>
                <c:pt idx="4214">
                  <c:v>0.1</c:v>
                </c:pt>
                <c:pt idx="4215">
                  <c:v>0.1</c:v>
                </c:pt>
                <c:pt idx="4216">
                  <c:v>0.1</c:v>
                </c:pt>
                <c:pt idx="4217">
                  <c:v>0.1</c:v>
                </c:pt>
                <c:pt idx="4218">
                  <c:v>0.1</c:v>
                </c:pt>
                <c:pt idx="4219">
                  <c:v>0.1</c:v>
                </c:pt>
                <c:pt idx="4220">
                  <c:v>0.1</c:v>
                </c:pt>
                <c:pt idx="4221">
                  <c:v>0.1</c:v>
                </c:pt>
                <c:pt idx="4222">
                  <c:v>0.1</c:v>
                </c:pt>
                <c:pt idx="4223">
                  <c:v>0.1</c:v>
                </c:pt>
                <c:pt idx="4224">
                  <c:v>0.1</c:v>
                </c:pt>
                <c:pt idx="4225">
                  <c:v>0.1</c:v>
                </c:pt>
                <c:pt idx="4226">
                  <c:v>0.1</c:v>
                </c:pt>
                <c:pt idx="4227">
                  <c:v>0.1</c:v>
                </c:pt>
                <c:pt idx="4228">
                  <c:v>0.1</c:v>
                </c:pt>
                <c:pt idx="4229">
                  <c:v>0.1</c:v>
                </c:pt>
                <c:pt idx="4230">
                  <c:v>0.1</c:v>
                </c:pt>
                <c:pt idx="4231">
                  <c:v>0.1</c:v>
                </c:pt>
                <c:pt idx="4232">
                  <c:v>0.1</c:v>
                </c:pt>
                <c:pt idx="4233">
                  <c:v>0.1</c:v>
                </c:pt>
                <c:pt idx="4234">
                  <c:v>0.1</c:v>
                </c:pt>
                <c:pt idx="4235">
                  <c:v>0.1</c:v>
                </c:pt>
                <c:pt idx="4236">
                  <c:v>0.1</c:v>
                </c:pt>
                <c:pt idx="4237">
                  <c:v>0.1</c:v>
                </c:pt>
                <c:pt idx="4238">
                  <c:v>0.1</c:v>
                </c:pt>
                <c:pt idx="4239">
                  <c:v>0.1</c:v>
                </c:pt>
                <c:pt idx="4240">
                  <c:v>0.1</c:v>
                </c:pt>
                <c:pt idx="4241">
                  <c:v>0.1</c:v>
                </c:pt>
                <c:pt idx="4242">
                  <c:v>0.1</c:v>
                </c:pt>
                <c:pt idx="4243">
                  <c:v>0.1</c:v>
                </c:pt>
                <c:pt idx="4244">
                  <c:v>0.1</c:v>
                </c:pt>
                <c:pt idx="4245">
                  <c:v>0.1</c:v>
                </c:pt>
                <c:pt idx="4246">
                  <c:v>0.1</c:v>
                </c:pt>
                <c:pt idx="4247">
                  <c:v>0.1</c:v>
                </c:pt>
                <c:pt idx="4248">
                  <c:v>0.1</c:v>
                </c:pt>
                <c:pt idx="4249">
                  <c:v>0.1</c:v>
                </c:pt>
                <c:pt idx="4250">
                  <c:v>0.1</c:v>
                </c:pt>
                <c:pt idx="4251">
                  <c:v>0.1</c:v>
                </c:pt>
                <c:pt idx="4252">
                  <c:v>0.1</c:v>
                </c:pt>
                <c:pt idx="4253">
                  <c:v>0.1</c:v>
                </c:pt>
                <c:pt idx="4254">
                  <c:v>0.1</c:v>
                </c:pt>
                <c:pt idx="4255">
                  <c:v>0.1</c:v>
                </c:pt>
                <c:pt idx="4256">
                  <c:v>0.1</c:v>
                </c:pt>
                <c:pt idx="4257">
                  <c:v>0.1</c:v>
                </c:pt>
                <c:pt idx="4258">
                  <c:v>0.1</c:v>
                </c:pt>
                <c:pt idx="4259">
                  <c:v>0.1</c:v>
                </c:pt>
                <c:pt idx="4260">
                  <c:v>0.1</c:v>
                </c:pt>
                <c:pt idx="4261">
                  <c:v>0.35</c:v>
                </c:pt>
                <c:pt idx="4262">
                  <c:v>0.35</c:v>
                </c:pt>
                <c:pt idx="4263">
                  <c:v>0.35</c:v>
                </c:pt>
                <c:pt idx="4264">
                  <c:v>0.35</c:v>
                </c:pt>
                <c:pt idx="4265">
                  <c:v>0.35</c:v>
                </c:pt>
                <c:pt idx="4266">
                  <c:v>0.35</c:v>
                </c:pt>
                <c:pt idx="4267">
                  <c:v>0.35</c:v>
                </c:pt>
                <c:pt idx="4268">
                  <c:v>0.35</c:v>
                </c:pt>
                <c:pt idx="4269">
                  <c:v>0.35</c:v>
                </c:pt>
                <c:pt idx="4270">
                  <c:v>0.35</c:v>
                </c:pt>
                <c:pt idx="4271">
                  <c:v>0.35</c:v>
                </c:pt>
                <c:pt idx="4272">
                  <c:v>0.35</c:v>
                </c:pt>
                <c:pt idx="4273">
                  <c:v>0.35</c:v>
                </c:pt>
                <c:pt idx="4274">
                  <c:v>0.35</c:v>
                </c:pt>
                <c:pt idx="4275">
                  <c:v>0.35</c:v>
                </c:pt>
                <c:pt idx="4276">
                  <c:v>0.35</c:v>
                </c:pt>
                <c:pt idx="4277">
                  <c:v>0.35</c:v>
                </c:pt>
                <c:pt idx="4278">
                  <c:v>0.35</c:v>
                </c:pt>
                <c:pt idx="4279">
                  <c:v>0.35</c:v>
                </c:pt>
                <c:pt idx="4280">
                  <c:v>0.35</c:v>
                </c:pt>
                <c:pt idx="4281">
                  <c:v>0.35</c:v>
                </c:pt>
                <c:pt idx="4282">
                  <c:v>0.35</c:v>
                </c:pt>
                <c:pt idx="4283">
                  <c:v>0.35</c:v>
                </c:pt>
                <c:pt idx="4284">
                  <c:v>0.35</c:v>
                </c:pt>
                <c:pt idx="4285">
                  <c:v>0.35</c:v>
                </c:pt>
                <c:pt idx="4286">
                  <c:v>0.85</c:v>
                </c:pt>
                <c:pt idx="4287">
                  <c:v>0.85</c:v>
                </c:pt>
                <c:pt idx="4288">
                  <c:v>0.85</c:v>
                </c:pt>
                <c:pt idx="4289">
                  <c:v>0.85</c:v>
                </c:pt>
                <c:pt idx="4290">
                  <c:v>0.85</c:v>
                </c:pt>
                <c:pt idx="4291">
                  <c:v>0.85</c:v>
                </c:pt>
                <c:pt idx="4292">
                  <c:v>0.85</c:v>
                </c:pt>
                <c:pt idx="4293">
                  <c:v>0.85</c:v>
                </c:pt>
                <c:pt idx="4294">
                  <c:v>0.85</c:v>
                </c:pt>
                <c:pt idx="4295">
                  <c:v>0.85</c:v>
                </c:pt>
                <c:pt idx="4296">
                  <c:v>0.85</c:v>
                </c:pt>
                <c:pt idx="4297">
                  <c:v>0.85</c:v>
                </c:pt>
                <c:pt idx="4298">
                  <c:v>0.85</c:v>
                </c:pt>
                <c:pt idx="4299">
                  <c:v>0.85</c:v>
                </c:pt>
                <c:pt idx="4300">
                  <c:v>0.85</c:v>
                </c:pt>
                <c:pt idx="4301">
                  <c:v>0.85</c:v>
                </c:pt>
                <c:pt idx="4302">
                  <c:v>0.85</c:v>
                </c:pt>
                <c:pt idx="4303">
                  <c:v>0.85</c:v>
                </c:pt>
                <c:pt idx="4304">
                  <c:v>0.85</c:v>
                </c:pt>
                <c:pt idx="4305">
                  <c:v>0.85</c:v>
                </c:pt>
                <c:pt idx="4306">
                  <c:v>1.35</c:v>
                </c:pt>
                <c:pt idx="4307">
                  <c:v>1.35</c:v>
                </c:pt>
                <c:pt idx="4308">
                  <c:v>1.35</c:v>
                </c:pt>
                <c:pt idx="4309">
                  <c:v>1.35</c:v>
                </c:pt>
                <c:pt idx="4310">
                  <c:v>1.35</c:v>
                </c:pt>
                <c:pt idx="4311">
                  <c:v>1.35</c:v>
                </c:pt>
                <c:pt idx="4312">
                  <c:v>1.35</c:v>
                </c:pt>
                <c:pt idx="4313">
                  <c:v>1.35</c:v>
                </c:pt>
                <c:pt idx="4314">
                  <c:v>1.35</c:v>
                </c:pt>
                <c:pt idx="4315">
                  <c:v>1.35</c:v>
                </c:pt>
                <c:pt idx="4316">
                  <c:v>1.35</c:v>
                </c:pt>
                <c:pt idx="4317">
                  <c:v>1.35</c:v>
                </c:pt>
                <c:pt idx="4318">
                  <c:v>1.35</c:v>
                </c:pt>
                <c:pt idx="4319">
                  <c:v>1.35</c:v>
                </c:pt>
                <c:pt idx="4320">
                  <c:v>1.35</c:v>
                </c:pt>
                <c:pt idx="4321">
                  <c:v>1.35</c:v>
                </c:pt>
                <c:pt idx="4322">
                  <c:v>1.35</c:v>
                </c:pt>
                <c:pt idx="4323">
                  <c:v>1.35</c:v>
                </c:pt>
                <c:pt idx="4324">
                  <c:v>1.35</c:v>
                </c:pt>
                <c:pt idx="4325">
                  <c:v>1.35</c:v>
                </c:pt>
                <c:pt idx="4326">
                  <c:v>1.85</c:v>
                </c:pt>
                <c:pt idx="4327">
                  <c:v>1.85</c:v>
                </c:pt>
                <c:pt idx="4328">
                  <c:v>1.85</c:v>
                </c:pt>
                <c:pt idx="4329">
                  <c:v>1.85</c:v>
                </c:pt>
                <c:pt idx="4330">
                  <c:v>1.85</c:v>
                </c:pt>
                <c:pt idx="4331">
                  <c:v>1.85</c:v>
                </c:pt>
                <c:pt idx="4332">
                  <c:v>1.85</c:v>
                </c:pt>
                <c:pt idx="4333">
                  <c:v>1.85</c:v>
                </c:pt>
                <c:pt idx="4334">
                  <c:v>1.85</c:v>
                </c:pt>
                <c:pt idx="4335">
                  <c:v>1.85</c:v>
                </c:pt>
                <c:pt idx="4336">
                  <c:v>1.85</c:v>
                </c:pt>
                <c:pt idx="4337">
                  <c:v>1.85</c:v>
                </c:pt>
                <c:pt idx="4338">
                  <c:v>1.85</c:v>
                </c:pt>
                <c:pt idx="4339">
                  <c:v>1.85</c:v>
                </c:pt>
                <c:pt idx="4340">
                  <c:v>1.85</c:v>
                </c:pt>
                <c:pt idx="4341">
                  <c:v>1.85</c:v>
                </c:pt>
                <c:pt idx="4342">
                  <c:v>1.85</c:v>
                </c:pt>
                <c:pt idx="4343">
                  <c:v>1.85</c:v>
                </c:pt>
                <c:pt idx="4344">
                  <c:v>1.85</c:v>
                </c:pt>
                <c:pt idx="4345">
                  <c:v>1.85</c:v>
                </c:pt>
                <c:pt idx="4346">
                  <c:v>1.85</c:v>
                </c:pt>
                <c:pt idx="4347">
                  <c:v>1.85</c:v>
                </c:pt>
                <c:pt idx="4348">
                  <c:v>1.85</c:v>
                </c:pt>
                <c:pt idx="4349">
                  <c:v>1.85</c:v>
                </c:pt>
                <c:pt idx="4350">
                  <c:v>1.85</c:v>
                </c:pt>
                <c:pt idx="4351">
                  <c:v>2.35</c:v>
                </c:pt>
                <c:pt idx="4352">
                  <c:v>2.35</c:v>
                </c:pt>
                <c:pt idx="4353">
                  <c:v>2.35</c:v>
                </c:pt>
                <c:pt idx="4354">
                  <c:v>2.35</c:v>
                </c:pt>
                <c:pt idx="4355">
                  <c:v>2.35</c:v>
                </c:pt>
                <c:pt idx="4356">
                  <c:v>2.35</c:v>
                </c:pt>
                <c:pt idx="4357">
                  <c:v>2.35</c:v>
                </c:pt>
                <c:pt idx="4358">
                  <c:v>2.35</c:v>
                </c:pt>
                <c:pt idx="4359">
                  <c:v>2.35</c:v>
                </c:pt>
                <c:pt idx="4360">
                  <c:v>2.35</c:v>
                </c:pt>
                <c:pt idx="4361">
                  <c:v>2.35</c:v>
                </c:pt>
                <c:pt idx="4362">
                  <c:v>2.35</c:v>
                </c:pt>
                <c:pt idx="4363">
                  <c:v>2.35</c:v>
                </c:pt>
                <c:pt idx="4364">
                  <c:v>2.35</c:v>
                </c:pt>
                <c:pt idx="4365">
                  <c:v>2.35</c:v>
                </c:pt>
                <c:pt idx="4366">
                  <c:v>2.35</c:v>
                </c:pt>
                <c:pt idx="4367">
                  <c:v>2.35</c:v>
                </c:pt>
                <c:pt idx="4368">
                  <c:v>2.35</c:v>
                </c:pt>
                <c:pt idx="4369">
                  <c:v>2.35</c:v>
                </c:pt>
                <c:pt idx="4370">
                  <c:v>2.35</c:v>
                </c:pt>
                <c:pt idx="4371">
                  <c:v>2.6</c:v>
                </c:pt>
                <c:pt idx="4372">
                  <c:v>2.6</c:v>
                </c:pt>
                <c:pt idx="4373">
                  <c:v>2.6</c:v>
                </c:pt>
                <c:pt idx="4374">
                  <c:v>2.6</c:v>
                </c:pt>
                <c:pt idx="4375">
                  <c:v>2.6</c:v>
                </c:pt>
                <c:pt idx="4376">
                  <c:v>2.6</c:v>
                </c:pt>
                <c:pt idx="4377">
                  <c:v>2.6</c:v>
                </c:pt>
                <c:pt idx="4378">
                  <c:v>2.6</c:v>
                </c:pt>
                <c:pt idx="4379">
                  <c:v>2.6</c:v>
                </c:pt>
                <c:pt idx="4380">
                  <c:v>2.6</c:v>
                </c:pt>
                <c:pt idx="4381">
                  <c:v>2.6</c:v>
                </c:pt>
                <c:pt idx="4382">
                  <c:v>2.6</c:v>
                </c:pt>
                <c:pt idx="4383">
                  <c:v>2.6</c:v>
                </c:pt>
                <c:pt idx="4384">
                  <c:v>2.6</c:v>
                </c:pt>
                <c:pt idx="4385">
                  <c:v>2.6</c:v>
                </c:pt>
                <c:pt idx="4386">
                  <c:v>2.6</c:v>
                </c:pt>
                <c:pt idx="4387">
                  <c:v>2.6</c:v>
                </c:pt>
                <c:pt idx="4388">
                  <c:v>2.6</c:v>
                </c:pt>
                <c:pt idx="4389">
                  <c:v>2.6</c:v>
                </c:pt>
                <c:pt idx="4390">
                  <c:v>2.6</c:v>
                </c:pt>
                <c:pt idx="4391">
                  <c:v>2.85</c:v>
                </c:pt>
                <c:pt idx="4392">
                  <c:v>2.85</c:v>
                </c:pt>
                <c:pt idx="4393">
                  <c:v>2.85</c:v>
                </c:pt>
                <c:pt idx="4394">
                  <c:v>2.85</c:v>
                </c:pt>
                <c:pt idx="4395">
                  <c:v>2.85</c:v>
                </c:pt>
                <c:pt idx="4396">
                  <c:v>2.85</c:v>
                </c:pt>
                <c:pt idx="4397">
                  <c:v>2.85</c:v>
                </c:pt>
                <c:pt idx="4398">
                  <c:v>2.85</c:v>
                </c:pt>
                <c:pt idx="4399">
                  <c:v>2.85</c:v>
                </c:pt>
                <c:pt idx="4400">
                  <c:v>2.85</c:v>
                </c:pt>
                <c:pt idx="4401">
                  <c:v>2.85</c:v>
                </c:pt>
                <c:pt idx="4402">
                  <c:v>2.85</c:v>
                </c:pt>
                <c:pt idx="4403">
                  <c:v>2.85</c:v>
                </c:pt>
                <c:pt idx="4404">
                  <c:v>2.85</c:v>
                </c:pt>
                <c:pt idx="4405">
                  <c:v>2.85</c:v>
                </c:pt>
                <c:pt idx="4406">
                  <c:v>2.85</c:v>
                </c:pt>
                <c:pt idx="4407">
                  <c:v>2.85</c:v>
                </c:pt>
                <c:pt idx="4408">
                  <c:v>2.85</c:v>
                </c:pt>
                <c:pt idx="4409">
                  <c:v>2.85</c:v>
                </c:pt>
                <c:pt idx="4410">
                  <c:v>2.85</c:v>
                </c:pt>
                <c:pt idx="4411">
                  <c:v>2.85</c:v>
                </c:pt>
                <c:pt idx="4412">
                  <c:v>2.85</c:v>
                </c:pt>
                <c:pt idx="4413">
                  <c:v>2.85</c:v>
                </c:pt>
                <c:pt idx="4414">
                  <c:v>2.85</c:v>
                </c:pt>
                <c:pt idx="4415">
                  <c:v>2.85</c:v>
                </c:pt>
                <c:pt idx="4416">
                  <c:v>3.1</c:v>
                </c:pt>
                <c:pt idx="4417">
                  <c:v>3.1</c:v>
                </c:pt>
                <c:pt idx="4418">
                  <c:v>3.1</c:v>
                </c:pt>
                <c:pt idx="4419">
                  <c:v>3.1</c:v>
                </c:pt>
                <c:pt idx="4420">
                  <c:v>3.1</c:v>
                </c:pt>
                <c:pt idx="4421">
                  <c:v>3.1</c:v>
                </c:pt>
                <c:pt idx="4422">
                  <c:v>3.1</c:v>
                </c:pt>
                <c:pt idx="4423">
                  <c:v>3.1</c:v>
                </c:pt>
                <c:pt idx="4424">
                  <c:v>3.1</c:v>
                </c:pt>
                <c:pt idx="4425">
                  <c:v>3.1</c:v>
                </c:pt>
                <c:pt idx="4426">
                  <c:v>3.1</c:v>
                </c:pt>
                <c:pt idx="4427">
                  <c:v>3.1</c:v>
                </c:pt>
                <c:pt idx="4428">
                  <c:v>3.1</c:v>
                </c:pt>
                <c:pt idx="4429">
                  <c:v>3.1</c:v>
                </c:pt>
                <c:pt idx="4430">
                  <c:v>3.1</c:v>
                </c:pt>
                <c:pt idx="4431">
                  <c:v>3.1</c:v>
                </c:pt>
                <c:pt idx="4432">
                  <c:v>3.1</c:v>
                </c:pt>
                <c:pt idx="4433">
                  <c:v>3.1</c:v>
                </c:pt>
                <c:pt idx="4434">
                  <c:v>3.1</c:v>
                </c:pt>
                <c:pt idx="4435">
                  <c:v>3.1</c:v>
                </c:pt>
                <c:pt idx="4436">
                  <c:v>3.1</c:v>
                </c:pt>
                <c:pt idx="4437">
                  <c:v>3.1</c:v>
                </c:pt>
                <c:pt idx="4438">
                  <c:v>3.1</c:v>
                </c:pt>
                <c:pt idx="4439">
                  <c:v>3.1</c:v>
                </c:pt>
                <c:pt idx="4440">
                  <c:v>3.1</c:v>
                </c:pt>
                <c:pt idx="4441">
                  <c:v>3.1</c:v>
                </c:pt>
                <c:pt idx="4442">
                  <c:v>3.1</c:v>
                </c:pt>
                <c:pt idx="4443">
                  <c:v>3.1</c:v>
                </c:pt>
                <c:pt idx="4444">
                  <c:v>3.1</c:v>
                </c:pt>
                <c:pt idx="4445">
                  <c:v>3.1</c:v>
                </c:pt>
                <c:pt idx="4446">
                  <c:v>3.1</c:v>
                </c:pt>
                <c:pt idx="4447">
                  <c:v>3.1</c:v>
                </c:pt>
                <c:pt idx="4448">
                  <c:v>3.1</c:v>
                </c:pt>
                <c:pt idx="4449">
                  <c:v>3.1</c:v>
                </c:pt>
                <c:pt idx="4450">
                  <c:v>3.1</c:v>
                </c:pt>
                <c:pt idx="4451">
                  <c:v>3.1</c:v>
                </c:pt>
                <c:pt idx="4452">
                  <c:v>3.1</c:v>
                </c:pt>
                <c:pt idx="4453">
                  <c:v>3.1</c:v>
                </c:pt>
                <c:pt idx="4454">
                  <c:v>3.1</c:v>
                </c:pt>
                <c:pt idx="4455">
                  <c:v>3.1</c:v>
                </c:pt>
                <c:pt idx="4456">
                  <c:v>3.1</c:v>
                </c:pt>
                <c:pt idx="4457">
                  <c:v>3.1</c:v>
                </c:pt>
                <c:pt idx="4458">
                  <c:v>3.1</c:v>
                </c:pt>
                <c:pt idx="4459">
                  <c:v>3.1</c:v>
                </c:pt>
                <c:pt idx="4460">
                  <c:v>3.1</c:v>
                </c:pt>
                <c:pt idx="4461">
                  <c:v>3.35</c:v>
                </c:pt>
                <c:pt idx="4462">
                  <c:v>3.35</c:v>
                </c:pt>
                <c:pt idx="4463">
                  <c:v>3.35</c:v>
                </c:pt>
                <c:pt idx="4464">
                  <c:v>3.35</c:v>
                </c:pt>
                <c:pt idx="4465">
                  <c:v>3.35</c:v>
                </c:pt>
                <c:pt idx="4466">
                  <c:v>3.35</c:v>
                </c:pt>
                <c:pt idx="4467">
                  <c:v>3.35</c:v>
                </c:pt>
                <c:pt idx="4468">
                  <c:v>3.35</c:v>
                </c:pt>
                <c:pt idx="4469">
                  <c:v>3.35</c:v>
                </c:pt>
                <c:pt idx="4470">
                  <c:v>3.35</c:v>
                </c:pt>
                <c:pt idx="4471">
                  <c:v>3.35</c:v>
                </c:pt>
                <c:pt idx="4472">
                  <c:v>3.35</c:v>
                </c:pt>
                <c:pt idx="4473">
                  <c:v>3.35</c:v>
                </c:pt>
                <c:pt idx="4474">
                  <c:v>3.35</c:v>
                </c:pt>
                <c:pt idx="4475">
                  <c:v>3.35</c:v>
                </c:pt>
                <c:pt idx="4476">
                  <c:v>3.35</c:v>
                </c:pt>
                <c:pt idx="4477">
                  <c:v>3.35</c:v>
                </c:pt>
                <c:pt idx="4478">
                  <c:v>3.35</c:v>
                </c:pt>
                <c:pt idx="4479">
                  <c:v>3.35</c:v>
                </c:pt>
                <c:pt idx="4480">
                  <c:v>3.35</c:v>
                </c:pt>
                <c:pt idx="4481">
                  <c:v>3.6</c:v>
                </c:pt>
                <c:pt idx="4482">
                  <c:v>3.6</c:v>
                </c:pt>
                <c:pt idx="4483">
                  <c:v>3.6</c:v>
                </c:pt>
                <c:pt idx="4484">
                  <c:v>3.6</c:v>
                </c:pt>
                <c:pt idx="4485">
                  <c:v>3.6</c:v>
                </c:pt>
                <c:pt idx="4486">
                  <c:v>3.6</c:v>
                </c:pt>
                <c:pt idx="4487">
                  <c:v>3.6</c:v>
                </c:pt>
                <c:pt idx="4488">
                  <c:v>3.6</c:v>
                </c:pt>
                <c:pt idx="4489">
                  <c:v>3.6</c:v>
                </c:pt>
                <c:pt idx="4490">
                  <c:v>3.6</c:v>
                </c:pt>
                <c:pt idx="4491">
                  <c:v>3.6</c:v>
                </c:pt>
                <c:pt idx="4492">
                  <c:v>3.6</c:v>
                </c:pt>
                <c:pt idx="4493">
                  <c:v>3.6</c:v>
                </c:pt>
                <c:pt idx="4494">
                  <c:v>3.6</c:v>
                </c:pt>
                <c:pt idx="4495">
                  <c:v>3.6</c:v>
                </c:pt>
                <c:pt idx="4496">
                  <c:v>3.6</c:v>
                </c:pt>
                <c:pt idx="4497">
                  <c:v>3.6</c:v>
                </c:pt>
                <c:pt idx="4498">
                  <c:v>3.6</c:v>
                </c:pt>
                <c:pt idx="4499">
                  <c:v>3.6</c:v>
                </c:pt>
                <c:pt idx="4500">
                  <c:v>3.6</c:v>
                </c:pt>
                <c:pt idx="4501">
                  <c:v>3.6</c:v>
                </c:pt>
                <c:pt idx="4502">
                  <c:v>3.6</c:v>
                </c:pt>
                <c:pt idx="4503">
                  <c:v>3.6</c:v>
                </c:pt>
                <c:pt idx="4504">
                  <c:v>3.6</c:v>
                </c:pt>
                <c:pt idx="4505">
                  <c:v>3.6</c:v>
                </c:pt>
                <c:pt idx="4506">
                  <c:v>3.6</c:v>
                </c:pt>
                <c:pt idx="4507">
                  <c:v>3.6</c:v>
                </c:pt>
                <c:pt idx="4508">
                  <c:v>3.6</c:v>
                </c:pt>
                <c:pt idx="4509">
                  <c:v>3.6</c:v>
                </c:pt>
                <c:pt idx="4510">
                  <c:v>3.6</c:v>
                </c:pt>
                <c:pt idx="4511">
                  <c:v>3.6</c:v>
                </c:pt>
                <c:pt idx="4512">
                  <c:v>3.6</c:v>
                </c:pt>
                <c:pt idx="4513">
                  <c:v>3.6</c:v>
                </c:pt>
                <c:pt idx="4514">
                  <c:v>3.6</c:v>
                </c:pt>
                <c:pt idx="4515">
                  <c:v>3.6</c:v>
                </c:pt>
                <c:pt idx="4516">
                  <c:v>3.6</c:v>
                </c:pt>
                <c:pt idx="4517">
                  <c:v>3.6</c:v>
                </c:pt>
                <c:pt idx="4518">
                  <c:v>3.6</c:v>
                </c:pt>
                <c:pt idx="4519">
                  <c:v>3.6</c:v>
                </c:pt>
                <c:pt idx="4520">
                  <c:v>3.6</c:v>
                </c:pt>
                <c:pt idx="4521">
                  <c:v>3.85</c:v>
                </c:pt>
                <c:pt idx="4522">
                  <c:v>3.85</c:v>
                </c:pt>
                <c:pt idx="4523">
                  <c:v>3.85</c:v>
                </c:pt>
                <c:pt idx="4524">
                  <c:v>3.85</c:v>
                </c:pt>
                <c:pt idx="4525">
                  <c:v>3.85</c:v>
                </c:pt>
                <c:pt idx="4526">
                  <c:v>3.85</c:v>
                </c:pt>
                <c:pt idx="4527">
                  <c:v>3.85</c:v>
                </c:pt>
                <c:pt idx="4528">
                  <c:v>3.85</c:v>
                </c:pt>
                <c:pt idx="4529">
                  <c:v>3.85</c:v>
                </c:pt>
                <c:pt idx="4530">
                  <c:v>3.85</c:v>
                </c:pt>
                <c:pt idx="4531">
                  <c:v>3.85</c:v>
                </c:pt>
                <c:pt idx="4532">
                  <c:v>3.85</c:v>
                </c:pt>
                <c:pt idx="4533">
                  <c:v>3.85</c:v>
                </c:pt>
                <c:pt idx="4534">
                  <c:v>3.85</c:v>
                </c:pt>
                <c:pt idx="4535">
                  <c:v>3.85</c:v>
                </c:pt>
                <c:pt idx="4536">
                  <c:v>3.85</c:v>
                </c:pt>
                <c:pt idx="4537">
                  <c:v>3.85</c:v>
                </c:pt>
                <c:pt idx="4538">
                  <c:v>3.85</c:v>
                </c:pt>
                <c:pt idx="4539">
                  <c:v>3.85</c:v>
                </c:pt>
                <c:pt idx="4540">
                  <c:v>3.85</c:v>
                </c:pt>
                <c:pt idx="4541">
                  <c:v>3.85</c:v>
                </c:pt>
                <c:pt idx="4542">
                  <c:v>3.85</c:v>
                </c:pt>
                <c:pt idx="4543">
                  <c:v>3.85</c:v>
                </c:pt>
                <c:pt idx="4544">
                  <c:v>3.85</c:v>
                </c:pt>
                <c:pt idx="4545">
                  <c:v>3.85</c:v>
                </c:pt>
                <c:pt idx="4546">
                  <c:v>4.0999999999999996</c:v>
                </c:pt>
                <c:pt idx="4547">
                  <c:v>4.0999999999999996</c:v>
                </c:pt>
                <c:pt idx="4548">
                  <c:v>4.0999999999999996</c:v>
                </c:pt>
                <c:pt idx="4549">
                  <c:v>4.0999999999999996</c:v>
                </c:pt>
                <c:pt idx="4550">
                  <c:v>4.0999999999999996</c:v>
                </c:pt>
                <c:pt idx="4551">
                  <c:v>4.0999999999999996</c:v>
                </c:pt>
                <c:pt idx="4552">
                  <c:v>4.0999999999999996</c:v>
                </c:pt>
                <c:pt idx="4553">
                  <c:v>4.0999999999999996</c:v>
                </c:pt>
                <c:pt idx="4554">
                  <c:v>4.0999999999999996</c:v>
                </c:pt>
                <c:pt idx="4555">
                  <c:v>4.0999999999999996</c:v>
                </c:pt>
                <c:pt idx="4556">
                  <c:v>4.0999999999999996</c:v>
                </c:pt>
                <c:pt idx="4557">
                  <c:v>4.0999999999999996</c:v>
                </c:pt>
                <c:pt idx="4558">
                  <c:v>4.0999999999999996</c:v>
                </c:pt>
                <c:pt idx="4559">
                  <c:v>4.0999999999999996</c:v>
                </c:pt>
                <c:pt idx="4560">
                  <c:v>4.0999999999999996</c:v>
                </c:pt>
                <c:pt idx="4561">
                  <c:v>4.0999999999999996</c:v>
                </c:pt>
                <c:pt idx="4562">
                  <c:v>4.0999999999999996</c:v>
                </c:pt>
                <c:pt idx="4563">
                  <c:v>4.0999999999999996</c:v>
                </c:pt>
                <c:pt idx="4564">
                  <c:v>4.0999999999999996</c:v>
                </c:pt>
                <c:pt idx="4565">
                  <c:v>4.0999999999999996</c:v>
                </c:pt>
                <c:pt idx="4566">
                  <c:v>4.0999999999999996</c:v>
                </c:pt>
                <c:pt idx="4567">
                  <c:v>4.0999999999999996</c:v>
                </c:pt>
                <c:pt idx="4568">
                  <c:v>4.0999999999999996</c:v>
                </c:pt>
                <c:pt idx="4569">
                  <c:v>4.0999999999999996</c:v>
                </c:pt>
                <c:pt idx="4570">
                  <c:v>4.0999999999999996</c:v>
                </c:pt>
                <c:pt idx="4571">
                  <c:v>4.0999999999999996</c:v>
                </c:pt>
                <c:pt idx="4572">
                  <c:v>4.0999999999999996</c:v>
                </c:pt>
                <c:pt idx="4573">
                  <c:v>4.0999999999999996</c:v>
                </c:pt>
                <c:pt idx="4574">
                  <c:v>4.0999999999999996</c:v>
                </c:pt>
                <c:pt idx="4575">
                  <c:v>4.0999999999999996</c:v>
                </c:pt>
                <c:pt idx="4576">
                  <c:v>4.0999999999999996</c:v>
                </c:pt>
                <c:pt idx="4577">
                  <c:v>4.0999999999999996</c:v>
                </c:pt>
                <c:pt idx="4578">
                  <c:v>4.0999999999999996</c:v>
                </c:pt>
                <c:pt idx="4579">
                  <c:v>4.0999999999999996</c:v>
                </c:pt>
                <c:pt idx="4580">
                  <c:v>4.0999999999999996</c:v>
                </c:pt>
                <c:pt idx="4581">
                  <c:v>4.0999999999999996</c:v>
                </c:pt>
                <c:pt idx="4582">
                  <c:v>4.0999999999999996</c:v>
                </c:pt>
                <c:pt idx="4583">
                  <c:v>4.0999999999999996</c:v>
                </c:pt>
                <c:pt idx="4584">
                  <c:v>4.0999999999999996</c:v>
                </c:pt>
                <c:pt idx="4585">
                  <c:v>4.0999999999999996</c:v>
                </c:pt>
                <c:pt idx="4586">
                  <c:v>4.0999999999999996</c:v>
                </c:pt>
                <c:pt idx="4587">
                  <c:v>4.0999999999999996</c:v>
                </c:pt>
                <c:pt idx="4588">
                  <c:v>4.0999999999999996</c:v>
                </c:pt>
                <c:pt idx="4589">
                  <c:v>4.0999999999999996</c:v>
                </c:pt>
                <c:pt idx="4590">
                  <c:v>4.0999999999999996</c:v>
                </c:pt>
                <c:pt idx="4591">
                  <c:v>4.0999999999999996</c:v>
                </c:pt>
                <c:pt idx="4592">
                  <c:v>4.0999999999999996</c:v>
                </c:pt>
                <c:pt idx="4593">
                  <c:v>4.0999999999999996</c:v>
                </c:pt>
                <c:pt idx="4594">
                  <c:v>4.0999999999999996</c:v>
                </c:pt>
                <c:pt idx="4595">
                  <c:v>4.0999999999999996</c:v>
                </c:pt>
                <c:pt idx="4596">
                  <c:v>4.0999999999999996</c:v>
                </c:pt>
                <c:pt idx="4597">
                  <c:v>4.0999999999999996</c:v>
                </c:pt>
                <c:pt idx="4598">
                  <c:v>4.0999999999999996</c:v>
                </c:pt>
                <c:pt idx="4599">
                  <c:v>4.0999999999999996</c:v>
                </c:pt>
                <c:pt idx="4600">
                  <c:v>4.0999999999999996</c:v>
                </c:pt>
                <c:pt idx="4601">
                  <c:v>4.0999999999999996</c:v>
                </c:pt>
                <c:pt idx="4602">
                  <c:v>4.0999999999999996</c:v>
                </c:pt>
                <c:pt idx="4603">
                  <c:v>4.0999999999999996</c:v>
                </c:pt>
                <c:pt idx="4604">
                  <c:v>4.0999999999999996</c:v>
                </c:pt>
                <c:pt idx="4605">
                  <c:v>4.0999999999999996</c:v>
                </c:pt>
                <c:pt idx="4606">
                  <c:v>4.0999999999999996</c:v>
                </c:pt>
                <c:pt idx="4607">
                  <c:v>4.0999999999999996</c:v>
                </c:pt>
                <c:pt idx="4608">
                  <c:v>4.0999999999999996</c:v>
                </c:pt>
                <c:pt idx="4609">
                  <c:v>4.0999999999999996</c:v>
                </c:pt>
                <c:pt idx="4610">
                  <c:v>4.0999999999999996</c:v>
                </c:pt>
                <c:pt idx="4611">
                  <c:v>4.0999999999999996</c:v>
                </c:pt>
                <c:pt idx="4612">
                  <c:v>4.0999999999999996</c:v>
                </c:pt>
                <c:pt idx="4613">
                  <c:v>4.0999999999999996</c:v>
                </c:pt>
                <c:pt idx="4614">
                  <c:v>4.0999999999999996</c:v>
                </c:pt>
                <c:pt idx="4615">
                  <c:v>4.0999999999999996</c:v>
                </c:pt>
                <c:pt idx="4616">
                  <c:v>4.0999999999999996</c:v>
                </c:pt>
                <c:pt idx="4617">
                  <c:v>4.0999999999999996</c:v>
                </c:pt>
                <c:pt idx="4618">
                  <c:v>4.0999999999999996</c:v>
                </c:pt>
                <c:pt idx="4619">
                  <c:v>4.0999999999999996</c:v>
                </c:pt>
                <c:pt idx="4620">
                  <c:v>4.0999999999999996</c:v>
                </c:pt>
                <c:pt idx="4621">
                  <c:v>4.0999999999999996</c:v>
                </c:pt>
                <c:pt idx="4622">
                  <c:v>4.0999999999999996</c:v>
                </c:pt>
                <c:pt idx="4623">
                  <c:v>4.0999999999999996</c:v>
                </c:pt>
                <c:pt idx="4624">
                  <c:v>4.0999999999999996</c:v>
                </c:pt>
                <c:pt idx="4625">
                  <c:v>4.0999999999999996</c:v>
                </c:pt>
                <c:pt idx="4626">
                  <c:v>4.0999999999999996</c:v>
                </c:pt>
                <c:pt idx="4627">
                  <c:v>4.0999999999999996</c:v>
                </c:pt>
                <c:pt idx="4628">
                  <c:v>4.0999999999999996</c:v>
                </c:pt>
                <c:pt idx="4629">
                  <c:v>4.0999999999999996</c:v>
                </c:pt>
                <c:pt idx="4630">
                  <c:v>4.0999999999999996</c:v>
                </c:pt>
                <c:pt idx="4631">
                  <c:v>4.0999999999999996</c:v>
                </c:pt>
                <c:pt idx="4632">
                  <c:v>4.0999999999999996</c:v>
                </c:pt>
                <c:pt idx="4633">
                  <c:v>4.0999999999999996</c:v>
                </c:pt>
                <c:pt idx="4634">
                  <c:v>4.0999999999999996</c:v>
                </c:pt>
                <c:pt idx="4635">
                  <c:v>4.0999999999999996</c:v>
                </c:pt>
                <c:pt idx="4636">
                  <c:v>4.0999999999999996</c:v>
                </c:pt>
                <c:pt idx="4637">
                  <c:v>4.0999999999999996</c:v>
                </c:pt>
                <c:pt idx="4638">
                  <c:v>4.0999999999999996</c:v>
                </c:pt>
                <c:pt idx="4639">
                  <c:v>4.0999999999999996</c:v>
                </c:pt>
                <c:pt idx="4640">
                  <c:v>4.0999999999999996</c:v>
                </c:pt>
                <c:pt idx="4641">
                  <c:v>4.0999999999999996</c:v>
                </c:pt>
                <c:pt idx="4642">
                  <c:v>4.0999999999999996</c:v>
                </c:pt>
                <c:pt idx="4643">
                  <c:v>4.0999999999999996</c:v>
                </c:pt>
                <c:pt idx="4644">
                  <c:v>4.0999999999999996</c:v>
                </c:pt>
                <c:pt idx="4645">
                  <c:v>4.0999999999999996</c:v>
                </c:pt>
                <c:pt idx="4646">
                  <c:v>4.0999999999999996</c:v>
                </c:pt>
                <c:pt idx="4647">
                  <c:v>4.0999999999999996</c:v>
                </c:pt>
                <c:pt idx="4648">
                  <c:v>4.0999999999999996</c:v>
                </c:pt>
                <c:pt idx="4649">
                  <c:v>4.0999999999999996</c:v>
                </c:pt>
                <c:pt idx="4650">
                  <c:v>4.0999999999999996</c:v>
                </c:pt>
                <c:pt idx="4651">
                  <c:v>4.0999999999999996</c:v>
                </c:pt>
                <c:pt idx="4652">
                  <c:v>4.0999999999999996</c:v>
                </c:pt>
                <c:pt idx="4653">
                  <c:v>4.0999999999999996</c:v>
                </c:pt>
                <c:pt idx="4654">
                  <c:v>4.0999999999999996</c:v>
                </c:pt>
                <c:pt idx="4655">
                  <c:v>4.0999999999999996</c:v>
                </c:pt>
                <c:pt idx="4656">
                  <c:v>4.3499999999999996</c:v>
                </c:pt>
                <c:pt idx="4657">
                  <c:v>4.3499999999999996</c:v>
                </c:pt>
                <c:pt idx="4658">
                  <c:v>4.3499999999999996</c:v>
                </c:pt>
                <c:pt idx="4659">
                  <c:v>4.3499999999999996</c:v>
                </c:pt>
                <c:pt idx="4660">
                  <c:v>4.3499999999999996</c:v>
                </c:pt>
                <c:pt idx="4661">
                  <c:v>4.3499999999999996</c:v>
                </c:pt>
                <c:pt idx="4662">
                  <c:v>4.3499999999999996</c:v>
                </c:pt>
                <c:pt idx="4663">
                  <c:v>4.3499999999999996</c:v>
                </c:pt>
                <c:pt idx="4664">
                  <c:v>4.3499999999999996</c:v>
                </c:pt>
                <c:pt idx="4665">
                  <c:v>4.3499999999999996</c:v>
                </c:pt>
                <c:pt idx="4666">
                  <c:v>4.3499999999999996</c:v>
                </c:pt>
                <c:pt idx="4667">
                  <c:v>4.3499999999999996</c:v>
                </c:pt>
                <c:pt idx="4668">
                  <c:v>4.3499999999999996</c:v>
                </c:pt>
                <c:pt idx="4669">
                  <c:v>4.3499999999999996</c:v>
                </c:pt>
                <c:pt idx="4670">
                  <c:v>4.3499999999999996</c:v>
                </c:pt>
                <c:pt idx="4671">
                  <c:v>4.3499999999999996</c:v>
                </c:pt>
                <c:pt idx="4672">
                  <c:v>4.3499999999999996</c:v>
                </c:pt>
                <c:pt idx="4673">
                  <c:v>4.3499999999999996</c:v>
                </c:pt>
                <c:pt idx="4674">
                  <c:v>4.3499999999999996</c:v>
                </c:pt>
                <c:pt idx="4675">
                  <c:v>4.3499999999999996</c:v>
                </c:pt>
                <c:pt idx="4676">
                  <c:v>4.3499999999999996</c:v>
                </c:pt>
                <c:pt idx="4677">
                  <c:v>4.3499999999999996</c:v>
                </c:pt>
                <c:pt idx="4678">
                  <c:v>4.3499999999999996</c:v>
                </c:pt>
                <c:pt idx="4679">
                  <c:v>4.3499999999999996</c:v>
                </c:pt>
                <c:pt idx="4680">
                  <c:v>4.3499999999999996</c:v>
                </c:pt>
                <c:pt idx="4681">
                  <c:v>4.3499999999999996</c:v>
                </c:pt>
                <c:pt idx="4682">
                  <c:v>4.3499999999999996</c:v>
                </c:pt>
                <c:pt idx="4683">
                  <c:v>4.3499999999999996</c:v>
                </c:pt>
                <c:pt idx="4684">
                  <c:v>4.3499999999999996</c:v>
                </c:pt>
                <c:pt idx="4685">
                  <c:v>4.3499999999999996</c:v>
                </c:pt>
                <c:pt idx="4686">
                  <c:v>4.3499999999999996</c:v>
                </c:pt>
                <c:pt idx="4687">
                  <c:v>4.3499999999999996</c:v>
                </c:pt>
                <c:pt idx="4688">
                  <c:v>4.3499999999999996</c:v>
                </c:pt>
                <c:pt idx="4689">
                  <c:v>4.3499999999999996</c:v>
                </c:pt>
                <c:pt idx="4690">
                  <c:v>4.3499999999999996</c:v>
                </c:pt>
                <c:pt idx="4691">
                  <c:v>4.3499999999999996</c:v>
                </c:pt>
                <c:pt idx="4692">
                  <c:v>4.3499999999999996</c:v>
                </c:pt>
                <c:pt idx="4693">
                  <c:v>4.3499999999999996</c:v>
                </c:pt>
                <c:pt idx="4694">
                  <c:v>4.3499999999999996</c:v>
                </c:pt>
                <c:pt idx="4695">
                  <c:v>4.3499999999999996</c:v>
                </c:pt>
                <c:pt idx="4696">
                  <c:v>4.3499999999999996</c:v>
                </c:pt>
                <c:pt idx="4697">
                  <c:v>4.3499999999999996</c:v>
                </c:pt>
                <c:pt idx="4698">
                  <c:v>4.3499999999999996</c:v>
                </c:pt>
                <c:pt idx="4699">
                  <c:v>4.3499999999999996</c:v>
                </c:pt>
                <c:pt idx="4700">
                  <c:v>4.3499999999999996</c:v>
                </c:pt>
                <c:pt idx="4701">
                  <c:v>4.3499999999999996</c:v>
                </c:pt>
                <c:pt idx="4702">
                  <c:v>4.3499999999999996</c:v>
                </c:pt>
                <c:pt idx="4703">
                  <c:v>4.3499999999999996</c:v>
                </c:pt>
                <c:pt idx="4704">
                  <c:v>4.3499999999999996</c:v>
                </c:pt>
                <c:pt idx="4705">
                  <c:v>4.3499999999999996</c:v>
                </c:pt>
                <c:pt idx="4706">
                  <c:v>4.3499999999999996</c:v>
                </c:pt>
                <c:pt idx="4707">
                  <c:v>4.3499999999999996</c:v>
                </c:pt>
                <c:pt idx="4708">
                  <c:v>4.3499999999999996</c:v>
                </c:pt>
                <c:pt idx="4709">
                  <c:v>4.3499999999999996</c:v>
                </c:pt>
                <c:pt idx="4710">
                  <c:v>4.3499999999999996</c:v>
                </c:pt>
                <c:pt idx="4711">
                  <c:v>4.3499999999999996</c:v>
                </c:pt>
                <c:pt idx="4712">
                  <c:v>4.3499999999999996</c:v>
                </c:pt>
                <c:pt idx="4713">
                  <c:v>4.3499999999999996</c:v>
                </c:pt>
                <c:pt idx="4714">
                  <c:v>4.3499999999999996</c:v>
                </c:pt>
                <c:pt idx="4715">
                  <c:v>4.3499999999999996</c:v>
                </c:pt>
                <c:pt idx="4716">
                  <c:v>4.3499999999999996</c:v>
                </c:pt>
                <c:pt idx="4717">
                  <c:v>4.3499999999999996</c:v>
                </c:pt>
                <c:pt idx="4718">
                  <c:v>4.3499999999999996</c:v>
                </c:pt>
                <c:pt idx="4719">
                  <c:v>4.3499999999999996</c:v>
                </c:pt>
                <c:pt idx="4720">
                  <c:v>4.3499999999999996</c:v>
                </c:pt>
                <c:pt idx="4721">
                  <c:v>4.3499999999999996</c:v>
                </c:pt>
                <c:pt idx="4722">
                  <c:v>4.3499999999999996</c:v>
                </c:pt>
                <c:pt idx="4723">
                  <c:v>4.3499999999999996</c:v>
                </c:pt>
                <c:pt idx="4724">
                  <c:v>4.3499999999999996</c:v>
                </c:pt>
                <c:pt idx="4725">
                  <c:v>4.3499999999999996</c:v>
                </c:pt>
                <c:pt idx="4726">
                  <c:v>4.3499999999999996</c:v>
                </c:pt>
                <c:pt idx="4727">
                  <c:v>4.3499999999999996</c:v>
                </c:pt>
                <c:pt idx="4728">
                  <c:v>4.3499999999999996</c:v>
                </c:pt>
                <c:pt idx="4729">
                  <c:v>4.3499999999999996</c:v>
                </c:pt>
                <c:pt idx="4730">
                  <c:v>4.3499999999999996</c:v>
                </c:pt>
                <c:pt idx="4731">
                  <c:v>4.3499999999999996</c:v>
                </c:pt>
                <c:pt idx="4732">
                  <c:v>4.3499999999999996</c:v>
                </c:pt>
                <c:pt idx="4733">
                  <c:v>4.3499999999999996</c:v>
                </c:pt>
                <c:pt idx="4734">
                  <c:v>4.3499999999999996</c:v>
                </c:pt>
                <c:pt idx="4735">
                  <c:v>4.3499999999999996</c:v>
                </c:pt>
                <c:pt idx="4736">
                  <c:v>4.3499999999999996</c:v>
                </c:pt>
                <c:pt idx="4737">
                  <c:v>4.3499999999999996</c:v>
                </c:pt>
                <c:pt idx="4738">
                  <c:v>4.3499999999999996</c:v>
                </c:pt>
                <c:pt idx="4739">
                  <c:v>4.3499999999999996</c:v>
                </c:pt>
                <c:pt idx="4740">
                  <c:v>4.3499999999999996</c:v>
                </c:pt>
                <c:pt idx="4741">
                  <c:v>4.3499999999999996</c:v>
                </c:pt>
                <c:pt idx="4742">
                  <c:v>4.3499999999999996</c:v>
                </c:pt>
                <c:pt idx="4743">
                  <c:v>4.3499999999999996</c:v>
                </c:pt>
                <c:pt idx="4744">
                  <c:v>4.3499999999999996</c:v>
                </c:pt>
                <c:pt idx="4745">
                  <c:v>4.3499999999999996</c:v>
                </c:pt>
                <c:pt idx="4746">
                  <c:v>4.3499999999999996</c:v>
                </c:pt>
                <c:pt idx="4747">
                  <c:v>4.3499999999999996</c:v>
                </c:pt>
                <c:pt idx="4748">
                  <c:v>4.3499999999999996</c:v>
                </c:pt>
                <c:pt idx="4749">
                  <c:v>4.3499999999999996</c:v>
                </c:pt>
                <c:pt idx="4750">
                  <c:v>4.3499999999999996</c:v>
                </c:pt>
                <c:pt idx="4751">
                  <c:v>4.3499999999999996</c:v>
                </c:pt>
                <c:pt idx="4752">
                  <c:v>4.3499999999999996</c:v>
                </c:pt>
                <c:pt idx="4753">
                  <c:v>4.3499999999999996</c:v>
                </c:pt>
                <c:pt idx="4754">
                  <c:v>4.3499999999999996</c:v>
                </c:pt>
                <c:pt idx="4755">
                  <c:v>4.3499999999999996</c:v>
                </c:pt>
                <c:pt idx="4756">
                  <c:v>4.3499999999999996</c:v>
                </c:pt>
                <c:pt idx="4757">
                  <c:v>4.3499999999999996</c:v>
                </c:pt>
                <c:pt idx="4758">
                  <c:v>4.3499999999999996</c:v>
                </c:pt>
                <c:pt idx="4759">
                  <c:v>4.3499999999999996</c:v>
                </c:pt>
                <c:pt idx="4760">
                  <c:v>4.3499999999999996</c:v>
                </c:pt>
                <c:pt idx="4761">
                  <c:v>4.3499999999999996</c:v>
                </c:pt>
                <c:pt idx="4762">
                  <c:v>4.3499999999999996</c:v>
                </c:pt>
                <c:pt idx="4763">
                  <c:v>4.3499999999999996</c:v>
                </c:pt>
                <c:pt idx="4764">
                  <c:v>4.3499999999999996</c:v>
                </c:pt>
                <c:pt idx="4765">
                  <c:v>4.3499999999999996</c:v>
                </c:pt>
                <c:pt idx="4766">
                  <c:v>4.3499999999999996</c:v>
                </c:pt>
                <c:pt idx="4767">
                  <c:v>4.3499999999999996</c:v>
                </c:pt>
                <c:pt idx="4768">
                  <c:v>4.3499999999999996</c:v>
                </c:pt>
                <c:pt idx="4769">
                  <c:v>4.3499999999999996</c:v>
                </c:pt>
                <c:pt idx="4770">
                  <c:v>4.3499999999999996</c:v>
                </c:pt>
                <c:pt idx="4771">
                  <c:v>4.3499999999999996</c:v>
                </c:pt>
                <c:pt idx="4772">
                  <c:v>4.3499999999999996</c:v>
                </c:pt>
                <c:pt idx="4773">
                  <c:v>4.3499999999999996</c:v>
                </c:pt>
                <c:pt idx="4774">
                  <c:v>4.3499999999999996</c:v>
                </c:pt>
                <c:pt idx="4775">
                  <c:v>4.3499999999999996</c:v>
                </c:pt>
                <c:pt idx="4776">
                  <c:v>4.3499999999999996</c:v>
                </c:pt>
                <c:pt idx="4777">
                  <c:v>4.3499999999999996</c:v>
                </c:pt>
                <c:pt idx="4778">
                  <c:v>4.3499999999999996</c:v>
                </c:pt>
                <c:pt idx="4779">
                  <c:v>4.3499999999999996</c:v>
                </c:pt>
                <c:pt idx="4780">
                  <c:v>4.3499999999999996</c:v>
                </c:pt>
                <c:pt idx="4781">
                  <c:v>4.3499999999999996</c:v>
                </c:pt>
                <c:pt idx="4782">
                  <c:v>4.3499999999999996</c:v>
                </c:pt>
                <c:pt idx="4783">
                  <c:v>4.3499999999999996</c:v>
                </c:pt>
                <c:pt idx="4784">
                  <c:v>4.3499999999999996</c:v>
                </c:pt>
                <c:pt idx="4785">
                  <c:v>4.3499999999999996</c:v>
                </c:pt>
                <c:pt idx="4786">
                  <c:v>4.3499999999999996</c:v>
                </c:pt>
                <c:pt idx="4787">
                  <c:v>4.3499999999999996</c:v>
                </c:pt>
                <c:pt idx="4788">
                  <c:v>4.3499999999999996</c:v>
                </c:pt>
                <c:pt idx="4789">
                  <c:v>4.3499999999999996</c:v>
                </c:pt>
                <c:pt idx="4790">
                  <c:v>4.3499999999999996</c:v>
                </c:pt>
                <c:pt idx="4791">
                  <c:v>4.3499999999999996</c:v>
                </c:pt>
                <c:pt idx="4792">
                  <c:v>4.3499999999999996</c:v>
                </c:pt>
                <c:pt idx="4793">
                  <c:v>4.3499999999999996</c:v>
                </c:pt>
                <c:pt idx="4794">
                  <c:v>4.3499999999999996</c:v>
                </c:pt>
                <c:pt idx="4795">
                  <c:v>4.3499999999999996</c:v>
                </c:pt>
                <c:pt idx="4796">
                  <c:v>4.3499999999999996</c:v>
                </c:pt>
                <c:pt idx="4797">
                  <c:v>4.3499999999999996</c:v>
                </c:pt>
                <c:pt idx="4798">
                  <c:v>4.3499999999999996</c:v>
                </c:pt>
                <c:pt idx="4799">
                  <c:v>4.3499999999999996</c:v>
                </c:pt>
                <c:pt idx="4800">
                  <c:v>4.3499999999999996</c:v>
                </c:pt>
                <c:pt idx="4801">
                  <c:v>4.3499999999999996</c:v>
                </c:pt>
                <c:pt idx="4802">
                  <c:v>4.3499999999999996</c:v>
                </c:pt>
                <c:pt idx="4803">
                  <c:v>4.3499999999999996</c:v>
                </c:pt>
                <c:pt idx="4804">
                  <c:v>4.3499999999999996</c:v>
                </c:pt>
                <c:pt idx="4805">
                  <c:v>4.3499999999999996</c:v>
                </c:pt>
                <c:pt idx="4806">
                  <c:v>4.3499999999999996</c:v>
                </c:pt>
                <c:pt idx="4807">
                  <c:v>4.3499999999999996</c:v>
                </c:pt>
                <c:pt idx="4808">
                  <c:v>4.3499999999999996</c:v>
                </c:pt>
                <c:pt idx="4809">
                  <c:v>4.3499999999999996</c:v>
                </c:pt>
                <c:pt idx="4810">
                  <c:v>4.3499999999999996</c:v>
                </c:pt>
                <c:pt idx="4811">
                  <c:v>4.3499999999999996</c:v>
                </c:pt>
                <c:pt idx="4812">
                  <c:v>4.3499999999999996</c:v>
                </c:pt>
                <c:pt idx="4813">
                  <c:v>4.3499999999999996</c:v>
                </c:pt>
                <c:pt idx="4814">
                  <c:v>4.3499999999999996</c:v>
                </c:pt>
                <c:pt idx="4815">
                  <c:v>4.3499999999999996</c:v>
                </c:pt>
                <c:pt idx="4816">
                  <c:v>4.3499999999999996</c:v>
                </c:pt>
                <c:pt idx="4817">
                  <c:v>4.3499999999999996</c:v>
                </c:pt>
                <c:pt idx="4818">
                  <c:v>4.3499999999999996</c:v>
                </c:pt>
                <c:pt idx="4819">
                  <c:v>4.3499999999999996</c:v>
                </c:pt>
                <c:pt idx="4820">
                  <c:v>4.3499999999999996</c:v>
                </c:pt>
                <c:pt idx="4821">
                  <c:v>4.3499999999999996</c:v>
                </c:pt>
                <c:pt idx="4822">
                  <c:v>4.3499999999999996</c:v>
                </c:pt>
                <c:pt idx="4823">
                  <c:v>4.3499999999999996</c:v>
                </c:pt>
                <c:pt idx="4824">
                  <c:v>4.3499999999999996</c:v>
                </c:pt>
                <c:pt idx="4825">
                  <c:v>4.3499999999999996</c:v>
                </c:pt>
                <c:pt idx="4826">
                  <c:v>4.3499999999999996</c:v>
                </c:pt>
                <c:pt idx="4827">
                  <c:v>4.3499999999999996</c:v>
                </c:pt>
                <c:pt idx="4828">
                  <c:v>4.3499999999999996</c:v>
                </c:pt>
                <c:pt idx="4829">
                  <c:v>4.3499999999999996</c:v>
                </c:pt>
                <c:pt idx="4830">
                  <c:v>4.3499999999999996</c:v>
                </c:pt>
                <c:pt idx="4831">
                  <c:v>4.3499999999999996</c:v>
                </c:pt>
                <c:pt idx="4832">
                  <c:v>4.3499999999999996</c:v>
                </c:pt>
                <c:pt idx="4833">
                  <c:v>4.3499999999999996</c:v>
                </c:pt>
                <c:pt idx="4834">
                  <c:v>4.3499999999999996</c:v>
                </c:pt>
                <c:pt idx="4835">
                  <c:v>4.3499999999999996</c:v>
                </c:pt>
                <c:pt idx="4836">
                  <c:v>4.3499999999999996</c:v>
                </c:pt>
                <c:pt idx="4837">
                  <c:v>4.3499999999999996</c:v>
                </c:pt>
                <c:pt idx="4838">
                  <c:v>4.3499999999999996</c:v>
                </c:pt>
                <c:pt idx="4839">
                  <c:v>4.3499999999999996</c:v>
                </c:pt>
                <c:pt idx="4840">
                  <c:v>4.3499999999999996</c:v>
                </c:pt>
                <c:pt idx="4841">
                  <c:v>4.3499999999999996</c:v>
                </c:pt>
                <c:pt idx="4842">
                  <c:v>4.3499999999999996</c:v>
                </c:pt>
                <c:pt idx="4843">
                  <c:v>4.3499999999999996</c:v>
                </c:pt>
                <c:pt idx="4844">
                  <c:v>4.3499999999999996</c:v>
                </c:pt>
                <c:pt idx="4845">
                  <c:v>4.3499999999999996</c:v>
                </c:pt>
                <c:pt idx="4846">
                  <c:v>4.3499999999999996</c:v>
                </c:pt>
                <c:pt idx="4847">
                  <c:v>4.3499999999999996</c:v>
                </c:pt>
                <c:pt idx="4848">
                  <c:v>4.3499999999999996</c:v>
                </c:pt>
                <c:pt idx="4849">
                  <c:v>4.3499999999999996</c:v>
                </c:pt>
                <c:pt idx="4850">
                  <c:v>4.3499999999999996</c:v>
                </c:pt>
                <c:pt idx="4851">
                  <c:v>4.3499999999999996</c:v>
                </c:pt>
                <c:pt idx="4852">
                  <c:v>4.3499999999999996</c:v>
                </c:pt>
                <c:pt idx="4853">
                  <c:v>4.3499999999999996</c:v>
                </c:pt>
                <c:pt idx="4854">
                  <c:v>4.3499999999999996</c:v>
                </c:pt>
                <c:pt idx="4855">
                  <c:v>4.3499999999999996</c:v>
                </c:pt>
                <c:pt idx="4856">
                  <c:v>4.3499999999999996</c:v>
                </c:pt>
                <c:pt idx="4857">
                  <c:v>4.3499999999999996</c:v>
                </c:pt>
                <c:pt idx="4858">
                  <c:v>4.3499999999999996</c:v>
                </c:pt>
                <c:pt idx="4859">
                  <c:v>4.3499999999999996</c:v>
                </c:pt>
                <c:pt idx="4860">
                  <c:v>4.3499999999999996</c:v>
                </c:pt>
                <c:pt idx="4861">
                  <c:v>4.3499999999999996</c:v>
                </c:pt>
                <c:pt idx="4862">
                  <c:v>4.3499999999999996</c:v>
                </c:pt>
                <c:pt idx="4863">
                  <c:v>4.3499999999999996</c:v>
                </c:pt>
                <c:pt idx="4864">
                  <c:v>4.3499999999999996</c:v>
                </c:pt>
                <c:pt idx="4865">
                  <c:v>4.3499999999999996</c:v>
                </c:pt>
                <c:pt idx="4866">
                  <c:v>4.3499999999999996</c:v>
                </c:pt>
                <c:pt idx="4867">
                  <c:v>4.3499999999999996</c:v>
                </c:pt>
                <c:pt idx="4868">
                  <c:v>4.3499999999999996</c:v>
                </c:pt>
                <c:pt idx="4869">
                  <c:v>4.3499999999999996</c:v>
                </c:pt>
                <c:pt idx="4870">
                  <c:v>4.3499999999999996</c:v>
                </c:pt>
                <c:pt idx="4871">
                  <c:v>4.3499999999999996</c:v>
                </c:pt>
                <c:pt idx="4872">
                  <c:v>4.3499999999999996</c:v>
                </c:pt>
                <c:pt idx="4873">
                  <c:v>4.3499999999999996</c:v>
                </c:pt>
                <c:pt idx="4874">
                  <c:v>4.3499999999999996</c:v>
                </c:pt>
                <c:pt idx="4875">
                  <c:v>4.3499999999999996</c:v>
                </c:pt>
                <c:pt idx="4876">
                  <c:v>4.3499999999999996</c:v>
                </c:pt>
                <c:pt idx="4877">
                  <c:v>4.3499999999999996</c:v>
                </c:pt>
                <c:pt idx="4878">
                  <c:v>4.3499999999999996</c:v>
                </c:pt>
                <c:pt idx="4879">
                  <c:v>4.3499999999999996</c:v>
                </c:pt>
                <c:pt idx="4880">
                  <c:v>4.3499999999999996</c:v>
                </c:pt>
                <c:pt idx="4881">
                  <c:v>4.3499999999999996</c:v>
                </c:pt>
                <c:pt idx="4882">
                  <c:v>4.3499999999999996</c:v>
                </c:pt>
                <c:pt idx="4883">
                  <c:v>4.3499999999999996</c:v>
                </c:pt>
                <c:pt idx="4884">
                  <c:v>4.3499999999999996</c:v>
                </c:pt>
                <c:pt idx="4885">
                  <c:v>4.3499999999999996</c:v>
                </c:pt>
                <c:pt idx="4886">
                  <c:v>4.3499999999999996</c:v>
                </c:pt>
                <c:pt idx="4887">
                  <c:v>4.3499999999999996</c:v>
                </c:pt>
                <c:pt idx="4888">
                  <c:v>4.3499999999999996</c:v>
                </c:pt>
                <c:pt idx="4889">
                  <c:v>4.3499999999999996</c:v>
                </c:pt>
                <c:pt idx="4890">
                  <c:v>4.3499999999999996</c:v>
                </c:pt>
                <c:pt idx="4891">
                  <c:v>4.3499999999999996</c:v>
                </c:pt>
                <c:pt idx="4892">
                  <c:v>4.3499999999999996</c:v>
                </c:pt>
                <c:pt idx="4893">
                  <c:v>4.3499999999999996</c:v>
                </c:pt>
                <c:pt idx="4894">
                  <c:v>4.3499999999999996</c:v>
                </c:pt>
                <c:pt idx="4895">
                  <c:v>4.3499999999999996</c:v>
                </c:pt>
                <c:pt idx="4896">
                  <c:v>4.3499999999999996</c:v>
                </c:pt>
                <c:pt idx="4897">
                  <c:v>4.3499999999999996</c:v>
                </c:pt>
                <c:pt idx="4898">
                  <c:v>4.3499999999999996</c:v>
                </c:pt>
                <c:pt idx="4899">
                  <c:v>4.3499999999999996</c:v>
                </c:pt>
                <c:pt idx="4900">
                  <c:v>4.3499999999999996</c:v>
                </c:pt>
                <c:pt idx="4901">
                  <c:v>4.3499999999999996</c:v>
                </c:pt>
                <c:pt idx="4902">
                  <c:v>4.3499999999999996</c:v>
                </c:pt>
                <c:pt idx="4903">
                  <c:v>4.3499999999999996</c:v>
                </c:pt>
                <c:pt idx="4904">
                  <c:v>4.3499999999999996</c:v>
                </c:pt>
                <c:pt idx="4905">
                  <c:v>4.3499999999999996</c:v>
                </c:pt>
                <c:pt idx="4906">
                  <c:v>4.3499999999999996</c:v>
                </c:pt>
                <c:pt idx="4907">
                  <c:v>4.3499999999999996</c:v>
                </c:pt>
                <c:pt idx="4908">
                  <c:v>4.3499999999999996</c:v>
                </c:pt>
                <c:pt idx="4909">
                  <c:v>4.3499999999999996</c:v>
                </c:pt>
                <c:pt idx="4910">
                  <c:v>4.3499999999999996</c:v>
                </c:pt>
                <c:pt idx="4911">
                  <c:v>4.3499999999999996</c:v>
                </c:pt>
                <c:pt idx="4912">
                  <c:v>4.3499999999999996</c:v>
                </c:pt>
                <c:pt idx="4913">
                  <c:v>4.3499999999999996</c:v>
                </c:pt>
                <c:pt idx="4914">
                  <c:v>4.3499999999999996</c:v>
                </c:pt>
                <c:pt idx="4915">
                  <c:v>4.3499999999999996</c:v>
                </c:pt>
                <c:pt idx="4916">
                  <c:v>4.3499999999999996</c:v>
                </c:pt>
                <c:pt idx="4917">
                  <c:v>4.3499999999999996</c:v>
                </c:pt>
                <c:pt idx="4918">
                  <c:v>4.3499999999999996</c:v>
                </c:pt>
                <c:pt idx="4919">
                  <c:v>4.3499999999999996</c:v>
                </c:pt>
                <c:pt idx="4920">
                  <c:v>4.3499999999999996</c:v>
                </c:pt>
                <c:pt idx="4921">
                  <c:v>4.3499999999999996</c:v>
                </c:pt>
                <c:pt idx="4922">
                  <c:v>4.3499999999999996</c:v>
                </c:pt>
                <c:pt idx="4923">
                  <c:v>4.3499999999999996</c:v>
                </c:pt>
                <c:pt idx="4924">
                  <c:v>4.3499999999999996</c:v>
                </c:pt>
                <c:pt idx="4925">
                  <c:v>4.3499999999999996</c:v>
                </c:pt>
                <c:pt idx="4926">
                  <c:v>4.3499999999999996</c:v>
                </c:pt>
                <c:pt idx="4927">
                  <c:v>4.3499999999999996</c:v>
                </c:pt>
                <c:pt idx="4928">
                  <c:v>4.3499999999999996</c:v>
                </c:pt>
                <c:pt idx="4929">
                  <c:v>4.3499999999999996</c:v>
                </c:pt>
                <c:pt idx="4930">
                  <c:v>4.3499999999999996</c:v>
                </c:pt>
                <c:pt idx="4931">
                  <c:v>4.3499999999999996</c:v>
                </c:pt>
                <c:pt idx="4932">
                  <c:v>4.3499999999999996</c:v>
                </c:pt>
                <c:pt idx="4933">
                  <c:v>4.3499999999999996</c:v>
                </c:pt>
                <c:pt idx="4934">
                  <c:v>4.3499999999999996</c:v>
                </c:pt>
                <c:pt idx="4935">
                  <c:v>4.3499999999999996</c:v>
                </c:pt>
                <c:pt idx="4936">
                  <c:v>4.3499999999999996</c:v>
                </c:pt>
                <c:pt idx="4937">
                  <c:v>4.3499999999999996</c:v>
                </c:pt>
                <c:pt idx="4938">
                  <c:v>4.3499999999999996</c:v>
                </c:pt>
                <c:pt idx="4939">
                  <c:v>4.3499999999999996</c:v>
                </c:pt>
                <c:pt idx="4940">
                  <c:v>4.3499999999999996</c:v>
                </c:pt>
                <c:pt idx="4941">
                  <c:v>4.3499999999999996</c:v>
                </c:pt>
                <c:pt idx="4942">
                  <c:v>4.3499999999999996</c:v>
                </c:pt>
                <c:pt idx="4943">
                  <c:v>4.3499999999999996</c:v>
                </c:pt>
                <c:pt idx="4944">
                  <c:v>4.3499999999999996</c:v>
                </c:pt>
                <c:pt idx="4945">
                  <c:v>4.3499999999999996</c:v>
                </c:pt>
                <c:pt idx="4946">
                  <c:v>4.3499999999999996</c:v>
                </c:pt>
                <c:pt idx="4947">
                  <c:v>4.3499999999999996</c:v>
                </c:pt>
                <c:pt idx="4948">
                  <c:v>4.3499999999999996</c:v>
                </c:pt>
                <c:pt idx="4949">
                  <c:v>4.3499999999999996</c:v>
                </c:pt>
                <c:pt idx="4950">
                  <c:v>4.3499999999999996</c:v>
                </c:pt>
                <c:pt idx="4951">
                  <c:v>4.3499999999999996</c:v>
                </c:pt>
                <c:pt idx="4952">
                  <c:v>4.3499999999999996</c:v>
                </c:pt>
                <c:pt idx="4953">
                  <c:v>4.3499999999999996</c:v>
                </c:pt>
                <c:pt idx="4954">
                  <c:v>4.3499999999999996</c:v>
                </c:pt>
                <c:pt idx="4955">
                  <c:v>4.3499999999999996</c:v>
                </c:pt>
                <c:pt idx="4956">
                  <c:v>4.3499999999999996</c:v>
                </c:pt>
                <c:pt idx="4957">
                  <c:v>4.3499999999999996</c:v>
                </c:pt>
                <c:pt idx="4958">
                  <c:v>4.3499999999999996</c:v>
                </c:pt>
                <c:pt idx="4959">
                  <c:v>4.3499999999999996</c:v>
                </c:pt>
                <c:pt idx="4960">
                  <c:v>4.3499999999999996</c:v>
                </c:pt>
                <c:pt idx="4961">
                  <c:v>4.3499999999999996</c:v>
                </c:pt>
                <c:pt idx="4962">
                  <c:v>4.3499999999999996</c:v>
                </c:pt>
                <c:pt idx="4963">
                  <c:v>4.3499999999999996</c:v>
                </c:pt>
                <c:pt idx="4964">
                  <c:v>4.3499999999999996</c:v>
                </c:pt>
                <c:pt idx="4965">
                  <c:v>4.3499999999999996</c:v>
                </c:pt>
                <c:pt idx="4966">
                  <c:v>4.3499999999999996</c:v>
                </c:pt>
                <c:pt idx="4967">
                  <c:v>4.3499999999999996</c:v>
                </c:pt>
                <c:pt idx="4968">
                  <c:v>4.3499999999999996</c:v>
                </c:pt>
                <c:pt idx="4969">
                  <c:v>4.3499999999999996</c:v>
                </c:pt>
                <c:pt idx="4970">
                  <c:v>4.3499999999999996</c:v>
                </c:pt>
                <c:pt idx="4971">
                  <c:v>4.3499999999999996</c:v>
                </c:pt>
                <c:pt idx="4972">
                  <c:v>4.3499999999999996</c:v>
                </c:pt>
                <c:pt idx="4973">
                  <c:v>4.3499999999999996</c:v>
                </c:pt>
                <c:pt idx="4974">
                  <c:v>4.3499999999999996</c:v>
                </c:pt>
                <c:pt idx="4975">
                  <c:v>4.3499999999999996</c:v>
                </c:pt>
                <c:pt idx="4976">
                  <c:v>4.3499999999999996</c:v>
                </c:pt>
                <c:pt idx="4977">
                  <c:v>4.3499999999999996</c:v>
                </c:pt>
                <c:pt idx="4978">
                  <c:v>4.3499999999999996</c:v>
                </c:pt>
                <c:pt idx="4979">
                  <c:v>4.3499999999999996</c:v>
                </c:pt>
                <c:pt idx="4980">
                  <c:v>4.3499999999999996</c:v>
                </c:pt>
                <c:pt idx="4981">
                  <c:v>4.3499999999999996</c:v>
                </c:pt>
                <c:pt idx="4982">
                  <c:v>4.3499999999999996</c:v>
                </c:pt>
                <c:pt idx="4983">
                  <c:v>4.3499999999999996</c:v>
                </c:pt>
                <c:pt idx="4984">
                  <c:v>4.3499999999999996</c:v>
                </c:pt>
                <c:pt idx="4985">
                  <c:v>4.3499999999999996</c:v>
                </c:pt>
                <c:pt idx="4986">
                  <c:v>4.3499999999999996</c:v>
                </c:pt>
                <c:pt idx="4987">
                  <c:v>4.3499999999999996</c:v>
                </c:pt>
                <c:pt idx="4988">
                  <c:v>4.3499999999999996</c:v>
                </c:pt>
                <c:pt idx="4989">
                  <c:v>4.3499999999999996</c:v>
                </c:pt>
                <c:pt idx="4990">
                  <c:v>4.3499999999999996</c:v>
                </c:pt>
                <c:pt idx="4991">
                  <c:v>4.0999999999999996</c:v>
                </c:pt>
                <c:pt idx="4992">
                  <c:v>4.0999999999999996</c:v>
                </c:pt>
                <c:pt idx="4993">
                  <c:v>4.0999999999999996</c:v>
                </c:pt>
                <c:pt idx="4994">
                  <c:v>4.0999999999999996</c:v>
                </c:pt>
                <c:pt idx="4995">
                  <c:v>4.0999999999999996</c:v>
                </c:pt>
                <c:pt idx="4996">
                  <c:v>4.0999999999999996</c:v>
                </c:pt>
                <c:pt idx="4997">
                  <c:v>4.0999999999999996</c:v>
                </c:pt>
                <c:pt idx="4998">
                  <c:v>4.0999999999999996</c:v>
                </c:pt>
                <c:pt idx="4999">
                  <c:v>4.0999999999999996</c:v>
                </c:pt>
                <c:pt idx="5000">
                  <c:v>4.0999999999999996</c:v>
                </c:pt>
                <c:pt idx="5001">
                  <c:v>4.0999999999999996</c:v>
                </c:pt>
                <c:pt idx="5002">
                  <c:v>4.0999999999999996</c:v>
                </c:pt>
                <c:pt idx="5003">
                  <c:v>4.0999999999999996</c:v>
                </c:pt>
                <c:pt idx="5004">
                  <c:v>4.0999999999999996</c:v>
                </c:pt>
                <c:pt idx="5005">
                  <c:v>4.0999999999999996</c:v>
                </c:pt>
                <c:pt idx="5006">
                  <c:v>4.0999999999999996</c:v>
                </c:pt>
                <c:pt idx="5007">
                  <c:v>4.0999999999999996</c:v>
                </c:pt>
                <c:pt idx="5008">
                  <c:v>4.0999999999999996</c:v>
                </c:pt>
                <c:pt idx="5009">
                  <c:v>4.0999999999999996</c:v>
                </c:pt>
                <c:pt idx="5010">
                  <c:v>4.0999999999999996</c:v>
                </c:pt>
                <c:pt idx="5011">
                  <c:v>4.0999999999999996</c:v>
                </c:pt>
                <c:pt idx="5012">
                  <c:v>4.0999999999999996</c:v>
                </c:pt>
                <c:pt idx="5013">
                  <c:v>4.0999999999999996</c:v>
                </c:pt>
                <c:pt idx="5014">
                  <c:v>4.0999999999999996</c:v>
                </c:pt>
                <c:pt idx="5015">
                  <c:v>4.0999999999999996</c:v>
                </c:pt>
                <c:pt idx="5016">
                  <c:v>4.0999999999999996</c:v>
                </c:pt>
                <c:pt idx="5017">
                  <c:v>4.0999999999999996</c:v>
                </c:pt>
                <c:pt idx="5018">
                  <c:v>4.0999999999999996</c:v>
                </c:pt>
                <c:pt idx="5019">
                  <c:v>4.0999999999999996</c:v>
                </c:pt>
                <c:pt idx="5020">
                  <c:v>4.0999999999999996</c:v>
                </c:pt>
                <c:pt idx="5021">
                  <c:v>4.0999999999999996</c:v>
                </c:pt>
                <c:pt idx="5022">
                  <c:v>4.0999999999999996</c:v>
                </c:pt>
                <c:pt idx="5023">
                  <c:v>4.0999999999999996</c:v>
                </c:pt>
                <c:pt idx="5024">
                  <c:v>4.0999999999999996</c:v>
                </c:pt>
                <c:pt idx="5025">
                  <c:v>4.0999999999999996</c:v>
                </c:pt>
                <c:pt idx="5026">
                  <c:v>4.0999999999999996</c:v>
                </c:pt>
                <c:pt idx="5027">
                  <c:v>4.0999999999999996</c:v>
                </c:pt>
                <c:pt idx="5028">
                  <c:v>4.0999999999999996</c:v>
                </c:pt>
                <c:pt idx="5029">
                  <c:v>4.0999999999999996</c:v>
                </c:pt>
                <c:pt idx="5030">
                  <c:v>4.0999999999999996</c:v>
                </c:pt>
                <c:pt idx="5031">
                  <c:v>4.0999999999999996</c:v>
                </c:pt>
                <c:pt idx="5032">
                  <c:v>4.0999999999999996</c:v>
                </c:pt>
                <c:pt idx="5033">
                  <c:v>4.0999999999999996</c:v>
                </c:pt>
                <c:pt idx="5034">
                  <c:v>4.0999999999999996</c:v>
                </c:pt>
                <c:pt idx="5035">
                  <c:v>4.0999999999999996</c:v>
                </c:pt>
                <c:pt idx="5036">
                  <c:v>4.0999999999999996</c:v>
                </c:pt>
                <c:pt idx="5037">
                  <c:v>4.0999999999999996</c:v>
                </c:pt>
                <c:pt idx="5038">
                  <c:v>4.0999999999999996</c:v>
                </c:pt>
                <c:pt idx="5039">
                  <c:v>4.0999999999999996</c:v>
                </c:pt>
                <c:pt idx="5040">
                  <c:v>4.0999999999999996</c:v>
                </c:pt>
                <c:pt idx="5041">
                  <c:v>4.0999999999999996</c:v>
                </c:pt>
                <c:pt idx="5042">
                  <c:v>4.0999999999999996</c:v>
                </c:pt>
                <c:pt idx="5043">
                  <c:v>4.0999999999999996</c:v>
                </c:pt>
                <c:pt idx="5044">
                  <c:v>4.0999999999999996</c:v>
                </c:pt>
                <c:pt idx="5045">
                  <c:v>4.0999999999999996</c:v>
                </c:pt>
                <c:pt idx="5046">
                  <c:v>4.0999999999999996</c:v>
                </c:pt>
                <c:pt idx="5047">
                  <c:v>4.0999999999999996</c:v>
                </c:pt>
                <c:pt idx="5048">
                  <c:v>4.0999999999999996</c:v>
                </c:pt>
                <c:pt idx="5049">
                  <c:v>4.0999999999999996</c:v>
                </c:pt>
                <c:pt idx="5050">
                  <c:v>4.0999999999999996</c:v>
                </c:pt>
                <c:pt idx="5051">
                  <c:v>4.0999999999999996</c:v>
                </c:pt>
                <c:pt idx="5052">
                  <c:v>4.0999999999999996</c:v>
                </c:pt>
                <c:pt idx="5053">
                  <c:v>4.0999999999999996</c:v>
                </c:pt>
                <c:pt idx="5054">
                  <c:v>4.0999999999999996</c:v>
                </c:pt>
                <c:pt idx="5055">
                  <c:v>4.0999999999999996</c:v>
                </c:pt>
                <c:pt idx="5056">
                  <c:v>3.85</c:v>
                </c:pt>
                <c:pt idx="5057">
                  <c:v>3.85</c:v>
                </c:pt>
                <c:pt idx="5058">
                  <c:v>3.85</c:v>
                </c:pt>
                <c:pt idx="5059">
                  <c:v>3.85</c:v>
                </c:pt>
                <c:pt idx="5060">
                  <c:v>3.85</c:v>
                </c:pt>
                <c:pt idx="5061">
                  <c:v>3.85</c:v>
                </c:pt>
                <c:pt idx="5062">
                  <c:v>3.85</c:v>
                </c:pt>
                <c:pt idx="5063">
                  <c:v>3.85</c:v>
                </c:pt>
                <c:pt idx="5064">
                  <c:v>3.85</c:v>
                </c:pt>
                <c:pt idx="5065">
                  <c:v>3.85</c:v>
                </c:pt>
                <c:pt idx="5066">
                  <c:v>3.85</c:v>
                </c:pt>
                <c:pt idx="5067">
                  <c:v>3.85</c:v>
                </c:pt>
                <c:pt idx="5068">
                  <c:v>3.85</c:v>
                </c:pt>
                <c:pt idx="5069">
                  <c:v>3.85</c:v>
                </c:pt>
                <c:pt idx="5070">
                  <c:v>3.85</c:v>
                </c:pt>
                <c:pt idx="5071">
                  <c:v>3.85</c:v>
                </c:pt>
                <c:pt idx="5072">
                  <c:v>3.85</c:v>
                </c:pt>
                <c:pt idx="5073">
                  <c:v>3.85</c:v>
                </c:pt>
                <c:pt idx="5074">
                  <c:v>3.85</c:v>
                </c:pt>
                <c:pt idx="5075">
                  <c:v>3.85</c:v>
                </c:pt>
                <c:pt idx="5076">
                  <c:v>3.85</c:v>
                </c:pt>
                <c:pt idx="5077">
                  <c:v>3.85</c:v>
                </c:pt>
                <c:pt idx="5078">
                  <c:v>3.85</c:v>
                </c:pt>
                <c:pt idx="5079">
                  <c:v>3.85</c:v>
                </c:pt>
                <c:pt idx="5080">
                  <c:v>3.85</c:v>
                </c:pt>
                <c:pt idx="5081">
                  <c:v>3.85</c:v>
                </c:pt>
                <c:pt idx="5082">
                  <c:v>3.85</c:v>
                </c:pt>
                <c:pt idx="5083">
                  <c:v>3.85</c:v>
                </c:pt>
                <c:pt idx="5084">
                  <c:v>3.85</c:v>
                </c:pt>
                <c:pt idx="5085">
                  <c:v>3.85</c:v>
                </c:pt>
                <c:pt idx="5086">
                  <c:v>3.85</c:v>
                </c:pt>
                <c:pt idx="5087">
                  <c:v>3.85</c:v>
                </c:pt>
                <c:pt idx="5088">
                  <c:v>3.85</c:v>
                </c:pt>
                <c:pt idx="5089">
                  <c:v>3.85</c:v>
                </c:pt>
                <c:pt idx="5090">
                  <c:v>3.85</c:v>
                </c:pt>
                <c:pt idx="5091">
                  <c:v>3.85</c:v>
                </c:pt>
                <c:pt idx="5092">
                  <c:v>3.85</c:v>
                </c:pt>
                <c:pt idx="5093">
                  <c:v>3.85</c:v>
                </c:pt>
                <c:pt idx="5094">
                  <c:v>3.85</c:v>
                </c:pt>
                <c:pt idx="5095">
                  <c:v>3.85</c:v>
                </c:pt>
                <c:pt idx="5096">
                  <c:v>3.85</c:v>
                </c:pt>
                <c:pt idx="5097">
                  <c:v>3.85</c:v>
                </c:pt>
                <c:pt idx="5098">
                  <c:v>3.85</c:v>
                </c:pt>
                <c:pt idx="5099">
                  <c:v>3.85</c:v>
                </c:pt>
                <c:pt idx="5100">
                  <c:v>3.85</c:v>
                </c:pt>
                <c:pt idx="5101">
                  <c:v>3.85</c:v>
                </c:pt>
                <c:pt idx="5102">
                  <c:v>3.85</c:v>
                </c:pt>
                <c:pt idx="5103">
                  <c:v>3.85</c:v>
                </c:pt>
                <c:pt idx="5104">
                  <c:v>3.85</c:v>
                </c:pt>
                <c:pt idx="5105">
                  <c:v>3.85</c:v>
                </c:pt>
                <c:pt idx="5106">
                  <c:v>3.85</c:v>
                </c:pt>
                <c:pt idx="5107">
                  <c:v>3.85</c:v>
                </c:pt>
                <c:pt idx="5108">
                  <c:v>3.85</c:v>
                </c:pt>
                <c:pt idx="5109">
                  <c:v>3.85</c:v>
                </c:pt>
                <c:pt idx="5110">
                  <c:v>3.85</c:v>
                </c:pt>
                <c:pt idx="5111">
                  <c:v>3.85</c:v>
                </c:pt>
                <c:pt idx="5112">
                  <c:v>3.85</c:v>
                </c:pt>
                <c:pt idx="5113">
                  <c:v>3.85</c:v>
                </c:pt>
                <c:pt idx="5114">
                  <c:v>3.85</c:v>
                </c:pt>
                <c:pt idx="5115">
                  <c:v>3.85</c:v>
                </c:pt>
                <c:pt idx="5116">
                  <c:v>3.6</c:v>
                </c:pt>
                <c:pt idx="5117">
                  <c:v>3.6</c:v>
                </c:pt>
                <c:pt idx="5118">
                  <c:v>3.6</c:v>
                </c:pt>
                <c:pt idx="5119">
                  <c:v>3.6</c:v>
                </c:pt>
                <c:pt idx="5120">
                  <c:v>3.6</c:v>
                </c:pt>
                <c:pt idx="5121">
                  <c:v>3.6</c:v>
                </c:pt>
                <c:pt idx="5122">
                  <c:v>3.6</c:v>
                </c:pt>
                <c:pt idx="5123">
                  <c:v>3.6</c:v>
                </c:pt>
                <c:pt idx="5124">
                  <c:v>3.6</c:v>
                </c:pt>
                <c:pt idx="5125">
                  <c:v>3.6</c:v>
                </c:pt>
                <c:pt idx="5126">
                  <c:v>3.6</c:v>
                </c:pt>
                <c:pt idx="5127">
                  <c:v>3.6</c:v>
                </c:pt>
                <c:pt idx="5128">
                  <c:v>3.6</c:v>
                </c:pt>
                <c:pt idx="5129">
                  <c:v>3.6</c:v>
                </c:pt>
                <c:pt idx="5130">
                  <c:v>3.6</c:v>
                </c:pt>
                <c:pt idx="5131">
                  <c:v>3.6</c:v>
                </c:pt>
                <c:pt idx="5132">
                  <c:v>3.6</c:v>
                </c:pt>
                <c:pt idx="5133">
                  <c:v>3.6</c:v>
                </c:pt>
                <c:pt idx="5134">
                  <c:v>3.6</c:v>
                </c:pt>
                <c:pt idx="5135">
                  <c:v>3.6</c:v>
                </c:pt>
                <c:pt idx="5136">
                  <c:v>3.6</c:v>
                </c:pt>
                <c:pt idx="5137">
                  <c:v>3.6</c:v>
                </c:pt>
                <c:pt idx="5138">
                  <c:v>3.6</c:v>
                </c:pt>
                <c:pt idx="5139">
                  <c:v>3.6</c:v>
                </c:pt>
                <c:pt idx="5140">
                  <c:v>3.6</c:v>
                </c:pt>
                <c:pt idx="5141">
                  <c:v>3.6</c:v>
                </c:pt>
                <c:pt idx="5142">
                  <c:v>3.6</c:v>
                </c:pt>
                <c:pt idx="5143">
                  <c:v>3.6</c:v>
                </c:pt>
                <c:pt idx="5144">
                  <c:v>3.6</c:v>
                </c:pt>
                <c:pt idx="5145">
                  <c:v>3.6</c:v>
                </c:pt>
                <c:pt idx="5146">
                  <c:v>3.6</c:v>
                </c:pt>
                <c:pt idx="5147">
                  <c:v>3.6</c:v>
                </c:pt>
                <c:pt idx="5148">
                  <c:v>3.6</c:v>
                </c:pt>
                <c:pt idx="5149">
                  <c:v>3.6</c:v>
                </c:pt>
                <c:pt idx="5150">
                  <c:v>3.6</c:v>
                </c:pt>
                <c:pt idx="5151">
                  <c:v>3.6</c:v>
                </c:pt>
                <c:pt idx="5152">
                  <c:v>3.6</c:v>
                </c:pt>
                <c:pt idx="5153">
                  <c:v>3.6</c:v>
                </c:pt>
                <c:pt idx="5154">
                  <c:v>3.6</c:v>
                </c:pt>
                <c:pt idx="5155">
                  <c:v>3.6</c:v>
                </c:pt>
                <c:pt idx="5156">
                  <c:v>3.6</c:v>
                </c:pt>
                <c:pt idx="5157">
                  <c:v>3.6</c:v>
                </c:pt>
                <c:pt idx="5158">
                  <c:v>3.6</c:v>
                </c:pt>
                <c:pt idx="5159">
                  <c:v>3.6</c:v>
                </c:pt>
                <c:pt idx="5160">
                  <c:v>3.6</c:v>
                </c:pt>
                <c:pt idx="5161">
                  <c:v>3.6</c:v>
                </c:pt>
                <c:pt idx="5162">
                  <c:v>3.6</c:v>
                </c:pt>
                <c:pt idx="5163">
                  <c:v>3.6</c:v>
                </c:pt>
                <c:pt idx="5164">
                  <c:v>3.6</c:v>
                </c:pt>
                <c:pt idx="5165">
                  <c:v>3.6</c:v>
                </c:pt>
                <c:pt idx="5166">
                  <c:v>3.6</c:v>
                </c:pt>
                <c:pt idx="5167">
                  <c:v>3.6</c:v>
                </c:pt>
                <c:pt idx="5168">
                  <c:v>3.6</c:v>
                </c:pt>
                <c:pt idx="5169">
                  <c:v>3.6</c:v>
                </c:pt>
                <c:pt idx="5170">
                  <c:v>3.6</c:v>
                </c:pt>
                <c:pt idx="5171">
                  <c:v>3.6</c:v>
                </c:pt>
                <c:pt idx="5172">
                  <c:v>3.6</c:v>
                </c:pt>
                <c:pt idx="5173">
                  <c:v>3.6</c:v>
                </c:pt>
                <c:pt idx="5174">
                  <c:v>3.6</c:v>
                </c:pt>
                <c:pt idx="5175">
                  <c:v>3.6</c:v>
                </c:pt>
                <c:pt idx="5176">
                  <c:v>3.6</c:v>
                </c:pt>
                <c:pt idx="5177">
                  <c:v>3.6</c:v>
                </c:pt>
                <c:pt idx="5178">
                  <c:v>3.6</c:v>
                </c:pt>
                <c:pt idx="5179">
                  <c:v>3.6</c:v>
                </c:pt>
                <c:pt idx="5180">
                  <c:v>3.6</c:v>
                </c:pt>
                <c:pt idx="5181">
                  <c:v>3.6</c:v>
                </c:pt>
                <c:pt idx="5182">
                  <c:v>3.6</c:v>
                </c:pt>
                <c:pt idx="5183">
                  <c:v>3.6</c:v>
                </c:pt>
                <c:pt idx="5184">
                  <c:v>3.6</c:v>
                </c:pt>
                <c:pt idx="5185">
                  <c:v>3.6</c:v>
                </c:pt>
                <c:pt idx="5186">
                  <c:v>3.6</c:v>
                </c:pt>
                <c:pt idx="5187">
                  <c:v>3.6</c:v>
                </c:pt>
                <c:pt idx="5188">
                  <c:v>3.6</c:v>
                </c:pt>
                <c:pt idx="5189">
                  <c:v>3.6</c:v>
                </c:pt>
                <c:pt idx="5190">
                  <c:v>3.6</c:v>
                </c:pt>
                <c:pt idx="5191">
                  <c:v>3.6</c:v>
                </c:pt>
                <c:pt idx="5192">
                  <c:v>3.6</c:v>
                </c:pt>
                <c:pt idx="5193">
                  <c:v>3.6</c:v>
                </c:pt>
                <c:pt idx="5194">
                  <c:v>3.6</c:v>
                </c:pt>
                <c:pt idx="5195">
                  <c:v>3.6</c:v>
                </c:pt>
                <c:pt idx="5196">
                  <c:v>3.6</c:v>
                </c:pt>
                <c:pt idx="5197">
                  <c:v>3.6</c:v>
                </c:pt>
                <c:pt idx="5198">
                  <c:v>3.6</c:v>
                </c:pt>
                <c:pt idx="5199">
                  <c:v>3.6</c:v>
                </c:pt>
                <c:pt idx="5200">
                  <c:v>3.6</c:v>
                </c:pt>
                <c:pt idx="5201">
                  <c:v>3.6</c:v>
                </c:pt>
                <c:pt idx="5202">
                  <c:v>3.6</c:v>
                </c:pt>
                <c:pt idx="5203">
                  <c:v>3.6</c:v>
                </c:pt>
                <c:pt idx="5204">
                  <c:v>3.6</c:v>
                </c:pt>
                <c:pt idx="5205">
                  <c:v>3.6</c:v>
                </c:pt>
                <c:pt idx="5206">
                  <c:v>3.6</c:v>
                </c:pt>
                <c:pt idx="5207">
                  <c:v>3.6</c:v>
                </c:pt>
                <c:pt idx="5208">
                  <c:v>3.6</c:v>
                </c:pt>
                <c:pt idx="5209">
                  <c:v>3.6</c:v>
                </c:pt>
                <c:pt idx="5210">
                  <c:v>3.6</c:v>
                </c:pt>
                <c:pt idx="5211">
                  <c:v>3.6</c:v>
                </c:pt>
                <c:pt idx="5212">
                  <c:v>3.6</c:v>
                </c:pt>
                <c:pt idx="5213">
                  <c:v>3.6</c:v>
                </c:pt>
                <c:pt idx="5214">
                  <c:v>3.6</c:v>
                </c:pt>
                <c:pt idx="5215">
                  <c:v>3.6</c:v>
                </c:pt>
                <c:pt idx="5216">
                  <c:v>3.6</c:v>
                </c:pt>
                <c:pt idx="5217">
                  <c:v>3.6</c:v>
                </c:pt>
                <c:pt idx="5218">
                  <c:v>3.6</c:v>
                </c:pt>
                <c:pt idx="5219">
                  <c:v>3.6</c:v>
                </c:pt>
                <c:pt idx="5220">
                  <c:v>3.6</c:v>
                </c:pt>
                <c:pt idx="5221">
                  <c:v>3.6</c:v>
                </c:pt>
                <c:pt idx="5222">
                  <c:v>3.6</c:v>
                </c:pt>
                <c:pt idx="5223">
                  <c:v>3.6</c:v>
                </c:pt>
                <c:pt idx="5224">
                  <c:v>3.6</c:v>
                </c:pt>
                <c:pt idx="5225">
                  <c:v>3.6</c:v>
                </c:pt>
                <c:pt idx="5226">
                  <c:v>3.6</c:v>
                </c:pt>
                <c:pt idx="5227">
                  <c:v>3.6</c:v>
                </c:pt>
                <c:pt idx="5228">
                  <c:v>3.6</c:v>
                </c:pt>
                <c:pt idx="5229">
                  <c:v>3.6</c:v>
                </c:pt>
                <c:pt idx="5230">
                  <c:v>3.6</c:v>
                </c:pt>
                <c:pt idx="5231">
                  <c:v>3.6</c:v>
                </c:pt>
                <c:pt idx="5232">
                  <c:v>3.6</c:v>
                </c:pt>
                <c:pt idx="5233">
                  <c:v>3.6</c:v>
                </c:pt>
                <c:pt idx="5234">
                  <c:v>3.6</c:v>
                </c:pt>
                <c:pt idx="5235">
                  <c:v>3.6</c:v>
                </c:pt>
                <c:pt idx="5236">
                  <c:v>3.6</c:v>
                </c:pt>
                <c:pt idx="5237">
                  <c:v>3.6</c:v>
                </c:pt>
                <c:pt idx="5238">
                  <c:v>3.6</c:v>
                </c:pt>
                <c:pt idx="5239">
                  <c:v>3.6</c:v>
                </c:pt>
                <c:pt idx="5240">
                  <c:v>3.6</c:v>
                </c:pt>
                <c:pt idx="5241">
                  <c:v>3.85</c:v>
                </c:pt>
                <c:pt idx="5242">
                  <c:v>3.85</c:v>
                </c:pt>
                <c:pt idx="5243">
                  <c:v>3.85</c:v>
                </c:pt>
                <c:pt idx="5244">
                  <c:v>3.85</c:v>
                </c:pt>
                <c:pt idx="5245">
                  <c:v>3.85</c:v>
                </c:pt>
                <c:pt idx="5246">
                  <c:v>3.85</c:v>
                </c:pt>
                <c:pt idx="5247">
                  <c:v>3.85</c:v>
                </c:pt>
                <c:pt idx="5248">
                  <c:v>3.85</c:v>
                </c:pt>
                <c:pt idx="5249">
                  <c:v>3.85</c:v>
                </c:pt>
                <c:pt idx="5250">
                  <c:v>3.85</c:v>
                </c:pt>
                <c:pt idx="5251">
                  <c:v>3.85</c:v>
                </c:pt>
                <c:pt idx="5252">
                  <c:v>3.85</c:v>
                </c:pt>
                <c:pt idx="5253">
                  <c:v>3.85</c:v>
                </c:pt>
                <c:pt idx="5254">
                  <c:v>3.85</c:v>
                </c:pt>
                <c:pt idx="5255">
                  <c:v>3.85</c:v>
                </c:pt>
                <c:pt idx="5256">
                  <c:v>3.85</c:v>
                </c:pt>
                <c:pt idx="5257">
                  <c:v>3.85</c:v>
                </c:pt>
                <c:pt idx="5258">
                  <c:v>3.85</c:v>
                </c:pt>
                <c:pt idx="5259">
                  <c:v>3.85</c:v>
                </c:pt>
                <c:pt idx="5260">
                  <c:v>3.85</c:v>
                </c:pt>
                <c:pt idx="5261">
                  <c:v>3.85</c:v>
                </c:pt>
                <c:pt idx="5262">
                  <c:v>3.85</c:v>
                </c:pt>
                <c:pt idx="5263">
                  <c:v>3.85</c:v>
                </c:pt>
                <c:pt idx="5264">
                  <c:v>3.85</c:v>
                </c:pt>
                <c:pt idx="5265">
                  <c:v>3.85</c:v>
                </c:pt>
                <c:pt idx="5266">
                  <c:v>3.85</c:v>
                </c:pt>
                <c:pt idx="5267">
                  <c:v>3.85</c:v>
                </c:pt>
                <c:pt idx="5268">
                  <c:v>3.85</c:v>
                </c:pt>
                <c:pt idx="5269">
                  <c:v>3.85</c:v>
                </c:pt>
                <c:pt idx="5270">
                  <c:v>3.85</c:v>
                </c:pt>
                <c:pt idx="5271">
                  <c:v>4.0999999999999996</c:v>
                </c:pt>
                <c:pt idx="5272">
                  <c:v>4.0999999999999996</c:v>
                </c:pt>
                <c:pt idx="5273">
                  <c:v>4.0999999999999996</c:v>
                </c:pt>
                <c:pt idx="5274">
                  <c:v>4.0999999999999996</c:v>
                </c:pt>
                <c:pt idx="5275">
                  <c:v>4.0999999999999996</c:v>
                </c:pt>
                <c:pt idx="5276">
                  <c:v>4.0999999999999996</c:v>
                </c:pt>
                <c:pt idx="5277">
                  <c:v>4.0999999999999996</c:v>
                </c:pt>
                <c:pt idx="5278">
                  <c:v>4.0999999999999996</c:v>
                </c:pt>
                <c:pt idx="5279">
                  <c:v>4.0999999999999996</c:v>
                </c:pt>
                <c:pt idx="5280">
                  <c:v>4.0999999999999996</c:v>
                </c:pt>
                <c:pt idx="5281">
                  <c:v>4.0999999999999996</c:v>
                </c:pt>
                <c:pt idx="5282">
                  <c:v>4.0999999999999996</c:v>
                </c:pt>
                <c:pt idx="5283">
                  <c:v>4.0999999999999996</c:v>
                </c:pt>
                <c:pt idx="5284">
                  <c:v>4.0999999999999996</c:v>
                </c:pt>
                <c:pt idx="5285">
                  <c:v>4.0999999999999996</c:v>
                </c:pt>
                <c:pt idx="5286">
                  <c:v>4.0999999999999996</c:v>
                </c:pt>
                <c:pt idx="5287">
                  <c:v>4.0999999999999996</c:v>
                </c:pt>
                <c:pt idx="5288">
                  <c:v>4.0999999999999996</c:v>
                </c:pt>
                <c:pt idx="5289">
                  <c:v>4.0999999999999996</c:v>
                </c:pt>
                <c:pt idx="5290">
                  <c:v>4.0999999999999996</c:v>
                </c:pt>
                <c:pt idx="5291">
                  <c:v>4.0999999999999996</c:v>
                </c:pt>
                <c:pt idx="5292">
                  <c:v>4.0999999999999996</c:v>
                </c:pt>
                <c:pt idx="5293">
                  <c:v>4.0999999999999996</c:v>
                </c:pt>
                <c:pt idx="5294">
                  <c:v>4.0999999999999996</c:v>
                </c:pt>
                <c:pt idx="5295">
                  <c:v>4.0999999999999996</c:v>
                </c:pt>
                <c:pt idx="5296">
                  <c:v>4.0999999999999996</c:v>
                </c:pt>
                <c:pt idx="5297">
                  <c:v>4.0999999999999996</c:v>
                </c:pt>
                <c:pt idx="5298">
                  <c:v>4.0999999999999996</c:v>
                </c:pt>
                <c:pt idx="5299">
                  <c:v>4.0999999999999996</c:v>
                </c:pt>
                <c:pt idx="5300">
                  <c:v>4.0999999999999996</c:v>
                </c:pt>
                <c:pt idx="5301">
                  <c:v>4.0999999999999996</c:v>
                </c:pt>
                <c:pt idx="5302">
                  <c:v>4.0999999999999996</c:v>
                </c:pt>
                <c:pt idx="5303">
                  <c:v>4.0999999999999996</c:v>
                </c:pt>
                <c:pt idx="5304">
                  <c:v>4.0999999999999996</c:v>
                </c:pt>
                <c:pt idx="5305">
                  <c:v>4.0999999999999996</c:v>
                </c:pt>
                <c:pt idx="5306">
                  <c:v>4.3499999999999996</c:v>
                </c:pt>
                <c:pt idx="5307">
                  <c:v>4.3499999999999996</c:v>
                </c:pt>
                <c:pt idx="5308">
                  <c:v>4.3499999999999996</c:v>
                </c:pt>
                <c:pt idx="5309">
                  <c:v>4.3499999999999996</c:v>
                </c:pt>
                <c:pt idx="5310">
                  <c:v>4.3499999999999996</c:v>
                </c:pt>
                <c:pt idx="5311">
                  <c:v>4.3499999999999996</c:v>
                </c:pt>
                <c:pt idx="5312">
                  <c:v>4.3499999999999996</c:v>
                </c:pt>
                <c:pt idx="5313">
                  <c:v>4.3499999999999996</c:v>
                </c:pt>
                <c:pt idx="5314">
                  <c:v>4.3499999999999996</c:v>
                </c:pt>
                <c:pt idx="5315">
                  <c:v>4.3499999999999996</c:v>
                </c:pt>
                <c:pt idx="5316">
                  <c:v>4.3499999999999996</c:v>
                </c:pt>
                <c:pt idx="5317">
                  <c:v>4.3499999999999996</c:v>
                </c:pt>
                <c:pt idx="5318">
                  <c:v>4.3499999999999996</c:v>
                </c:pt>
                <c:pt idx="5319">
                  <c:v>4.3499999999999996</c:v>
                </c:pt>
                <c:pt idx="5320">
                  <c:v>4.3499999999999996</c:v>
                </c:pt>
                <c:pt idx="5321">
                  <c:v>4.3499999999999996</c:v>
                </c:pt>
                <c:pt idx="5322">
                  <c:v>4.3499999999999996</c:v>
                </c:pt>
                <c:pt idx="5323">
                  <c:v>4.3499999999999996</c:v>
                </c:pt>
                <c:pt idx="5324">
                  <c:v>4.3499999999999996</c:v>
                </c:pt>
                <c:pt idx="5325">
                  <c:v>4.3499999999999996</c:v>
                </c:pt>
                <c:pt idx="5326">
                  <c:v>4.3499999999999996</c:v>
                </c:pt>
                <c:pt idx="5327">
                  <c:v>4.3499999999999996</c:v>
                </c:pt>
                <c:pt idx="5328">
                  <c:v>4.3499999999999996</c:v>
                </c:pt>
                <c:pt idx="5329">
                  <c:v>4.3499999999999996</c:v>
                </c:pt>
                <c:pt idx="5330">
                  <c:v>4.3499999999999996</c:v>
                </c:pt>
                <c:pt idx="5331">
                  <c:v>4.3499999999999996</c:v>
                </c:pt>
                <c:pt idx="5332">
                  <c:v>4.3499999999999996</c:v>
                </c:pt>
                <c:pt idx="5333">
                  <c:v>4.3499999999999996</c:v>
                </c:pt>
                <c:pt idx="5334">
                  <c:v>4.3499999999999996</c:v>
                </c:pt>
                <c:pt idx="5335">
                  <c:v>4.3499999999999996</c:v>
                </c:pt>
                <c:pt idx="5336">
                  <c:v>4.3499999999999996</c:v>
                </c:pt>
                <c:pt idx="5337">
                  <c:v>4.3499999999999996</c:v>
                </c:pt>
                <c:pt idx="5338">
                  <c:v>4.3499999999999996</c:v>
                </c:pt>
              </c:numCache>
            </c:numRef>
          </c:val>
          <c:smooth val="0"/>
          <c:extLst>
            <c:ext xmlns:c16="http://schemas.microsoft.com/office/drawing/2014/chart" uri="{C3380CC4-5D6E-409C-BE32-E72D297353CC}">
              <c16:uniqueId val="{00000003-F50C-428A-8B6D-6C9BC544911F}"/>
            </c:ext>
          </c:extLst>
        </c:ser>
        <c:ser>
          <c:idx val="4"/>
          <c:order val="4"/>
          <c:tx>
            <c:strRef>
              <c:f>'worldwide policy rate'!$F$1</c:f>
              <c:strCache>
                <c:ptCount val="1"/>
                <c:pt idx="0">
                  <c:v>菲律宾隔夜逆回购利率，%</c:v>
                </c:pt>
              </c:strCache>
            </c:strRef>
          </c:tx>
          <c:spPr>
            <a:ln w="25400" cap="rnd">
              <a:solidFill>
                <a:srgbClr val="808080"/>
              </a:solidFill>
              <a:round/>
            </a:ln>
            <a:effectLst/>
          </c:spPr>
          <c:marker>
            <c:symbol val="none"/>
          </c:marker>
          <c:cat>
            <c:numRef>
              <c:f>'worldwide policy rate'!$A$2612:$A$7950</c:f>
              <c:numCache>
                <c:formatCode>m/d/yyyy</c:formatCode>
                <c:ptCount val="5339"/>
                <c:pt idx="0">
                  <c:v>38719</c:v>
                </c:pt>
                <c:pt idx="1">
                  <c:v>38720</c:v>
                </c:pt>
                <c:pt idx="2">
                  <c:v>38721</c:v>
                </c:pt>
                <c:pt idx="3">
                  <c:v>38722</c:v>
                </c:pt>
                <c:pt idx="4">
                  <c:v>38723</c:v>
                </c:pt>
                <c:pt idx="5">
                  <c:v>38726</c:v>
                </c:pt>
                <c:pt idx="6">
                  <c:v>38727</c:v>
                </c:pt>
                <c:pt idx="7">
                  <c:v>38728</c:v>
                </c:pt>
                <c:pt idx="8">
                  <c:v>38729</c:v>
                </c:pt>
                <c:pt idx="9">
                  <c:v>38730</c:v>
                </c:pt>
                <c:pt idx="10">
                  <c:v>38733</c:v>
                </c:pt>
                <c:pt idx="11">
                  <c:v>38734</c:v>
                </c:pt>
                <c:pt idx="12">
                  <c:v>38735</c:v>
                </c:pt>
                <c:pt idx="13">
                  <c:v>38736</c:v>
                </c:pt>
                <c:pt idx="14">
                  <c:v>38737</c:v>
                </c:pt>
                <c:pt idx="15">
                  <c:v>38740</c:v>
                </c:pt>
                <c:pt idx="16">
                  <c:v>38741</c:v>
                </c:pt>
                <c:pt idx="17">
                  <c:v>38742</c:v>
                </c:pt>
                <c:pt idx="18">
                  <c:v>38743</c:v>
                </c:pt>
                <c:pt idx="19">
                  <c:v>38744</c:v>
                </c:pt>
                <c:pt idx="20">
                  <c:v>38747</c:v>
                </c:pt>
                <c:pt idx="21">
                  <c:v>38748</c:v>
                </c:pt>
                <c:pt idx="22">
                  <c:v>38749</c:v>
                </c:pt>
                <c:pt idx="23">
                  <c:v>38750</c:v>
                </c:pt>
                <c:pt idx="24">
                  <c:v>38751</c:v>
                </c:pt>
                <c:pt idx="25">
                  <c:v>38754</c:v>
                </c:pt>
                <c:pt idx="26">
                  <c:v>38755</c:v>
                </c:pt>
                <c:pt idx="27">
                  <c:v>38756</c:v>
                </c:pt>
                <c:pt idx="28">
                  <c:v>38757</c:v>
                </c:pt>
                <c:pt idx="29">
                  <c:v>38758</c:v>
                </c:pt>
                <c:pt idx="30">
                  <c:v>38761</c:v>
                </c:pt>
                <c:pt idx="31">
                  <c:v>38762</c:v>
                </c:pt>
                <c:pt idx="32">
                  <c:v>38763</c:v>
                </c:pt>
                <c:pt idx="33">
                  <c:v>38764</c:v>
                </c:pt>
                <c:pt idx="34">
                  <c:v>38765</c:v>
                </c:pt>
                <c:pt idx="35">
                  <c:v>38768</c:v>
                </c:pt>
                <c:pt idx="36">
                  <c:v>38769</c:v>
                </c:pt>
                <c:pt idx="37">
                  <c:v>38770</c:v>
                </c:pt>
                <c:pt idx="38">
                  <c:v>38771</c:v>
                </c:pt>
                <c:pt idx="39">
                  <c:v>38772</c:v>
                </c:pt>
                <c:pt idx="40">
                  <c:v>38775</c:v>
                </c:pt>
                <c:pt idx="41">
                  <c:v>38776</c:v>
                </c:pt>
                <c:pt idx="42">
                  <c:v>38777</c:v>
                </c:pt>
                <c:pt idx="43">
                  <c:v>38778</c:v>
                </c:pt>
                <c:pt idx="44">
                  <c:v>38779</c:v>
                </c:pt>
                <c:pt idx="45">
                  <c:v>38782</c:v>
                </c:pt>
                <c:pt idx="46">
                  <c:v>38783</c:v>
                </c:pt>
                <c:pt idx="47">
                  <c:v>38784</c:v>
                </c:pt>
                <c:pt idx="48">
                  <c:v>38785</c:v>
                </c:pt>
                <c:pt idx="49">
                  <c:v>38786</c:v>
                </c:pt>
                <c:pt idx="50">
                  <c:v>38789</c:v>
                </c:pt>
                <c:pt idx="51">
                  <c:v>38790</c:v>
                </c:pt>
                <c:pt idx="52">
                  <c:v>38791</c:v>
                </c:pt>
                <c:pt idx="53">
                  <c:v>38792</c:v>
                </c:pt>
                <c:pt idx="54">
                  <c:v>38793</c:v>
                </c:pt>
                <c:pt idx="55">
                  <c:v>38796</c:v>
                </c:pt>
                <c:pt idx="56">
                  <c:v>38797</c:v>
                </c:pt>
                <c:pt idx="57">
                  <c:v>38798</c:v>
                </c:pt>
                <c:pt idx="58">
                  <c:v>38799</c:v>
                </c:pt>
                <c:pt idx="59">
                  <c:v>38800</c:v>
                </c:pt>
                <c:pt idx="60">
                  <c:v>38803</c:v>
                </c:pt>
                <c:pt idx="61">
                  <c:v>38804</c:v>
                </c:pt>
                <c:pt idx="62">
                  <c:v>38805</c:v>
                </c:pt>
                <c:pt idx="63">
                  <c:v>38806</c:v>
                </c:pt>
                <c:pt idx="64">
                  <c:v>38807</c:v>
                </c:pt>
                <c:pt idx="65">
                  <c:v>38810</c:v>
                </c:pt>
                <c:pt idx="66">
                  <c:v>38811</c:v>
                </c:pt>
                <c:pt idx="67">
                  <c:v>38812</c:v>
                </c:pt>
                <c:pt idx="68">
                  <c:v>38813</c:v>
                </c:pt>
                <c:pt idx="69">
                  <c:v>38814</c:v>
                </c:pt>
                <c:pt idx="70">
                  <c:v>38817</c:v>
                </c:pt>
                <c:pt idx="71">
                  <c:v>38818</c:v>
                </c:pt>
                <c:pt idx="72">
                  <c:v>38819</c:v>
                </c:pt>
                <c:pt idx="73">
                  <c:v>38820</c:v>
                </c:pt>
                <c:pt idx="74">
                  <c:v>38821</c:v>
                </c:pt>
                <c:pt idx="75">
                  <c:v>38824</c:v>
                </c:pt>
                <c:pt idx="76">
                  <c:v>38825</c:v>
                </c:pt>
                <c:pt idx="77">
                  <c:v>38826</c:v>
                </c:pt>
                <c:pt idx="78">
                  <c:v>38827</c:v>
                </c:pt>
                <c:pt idx="79">
                  <c:v>38828</c:v>
                </c:pt>
                <c:pt idx="80">
                  <c:v>38831</c:v>
                </c:pt>
                <c:pt idx="81">
                  <c:v>38832</c:v>
                </c:pt>
                <c:pt idx="82">
                  <c:v>38833</c:v>
                </c:pt>
                <c:pt idx="83">
                  <c:v>38834</c:v>
                </c:pt>
                <c:pt idx="84">
                  <c:v>38835</c:v>
                </c:pt>
                <c:pt idx="85">
                  <c:v>38838</c:v>
                </c:pt>
                <c:pt idx="86">
                  <c:v>38839</c:v>
                </c:pt>
                <c:pt idx="87">
                  <c:v>38840</c:v>
                </c:pt>
                <c:pt idx="88">
                  <c:v>38841</c:v>
                </c:pt>
                <c:pt idx="89">
                  <c:v>38842</c:v>
                </c:pt>
                <c:pt idx="90">
                  <c:v>38845</c:v>
                </c:pt>
                <c:pt idx="91">
                  <c:v>38846</c:v>
                </c:pt>
                <c:pt idx="92">
                  <c:v>38847</c:v>
                </c:pt>
                <c:pt idx="93">
                  <c:v>38848</c:v>
                </c:pt>
                <c:pt idx="94">
                  <c:v>38849</c:v>
                </c:pt>
                <c:pt idx="95">
                  <c:v>38852</c:v>
                </c:pt>
                <c:pt idx="96">
                  <c:v>38853</c:v>
                </c:pt>
                <c:pt idx="97">
                  <c:v>38854</c:v>
                </c:pt>
                <c:pt idx="98">
                  <c:v>38855</c:v>
                </c:pt>
                <c:pt idx="99">
                  <c:v>38856</c:v>
                </c:pt>
                <c:pt idx="100">
                  <c:v>38859</c:v>
                </c:pt>
                <c:pt idx="101">
                  <c:v>38860</c:v>
                </c:pt>
                <c:pt idx="102">
                  <c:v>38861</c:v>
                </c:pt>
                <c:pt idx="103">
                  <c:v>38862</c:v>
                </c:pt>
                <c:pt idx="104">
                  <c:v>38863</c:v>
                </c:pt>
                <c:pt idx="105">
                  <c:v>38866</c:v>
                </c:pt>
                <c:pt idx="106">
                  <c:v>38867</c:v>
                </c:pt>
                <c:pt idx="107">
                  <c:v>38868</c:v>
                </c:pt>
                <c:pt idx="108">
                  <c:v>38869</c:v>
                </c:pt>
                <c:pt idx="109">
                  <c:v>38870</c:v>
                </c:pt>
                <c:pt idx="110">
                  <c:v>38873</c:v>
                </c:pt>
                <c:pt idx="111">
                  <c:v>38874</c:v>
                </c:pt>
                <c:pt idx="112">
                  <c:v>38875</c:v>
                </c:pt>
                <c:pt idx="113">
                  <c:v>38876</c:v>
                </c:pt>
                <c:pt idx="114">
                  <c:v>38877</c:v>
                </c:pt>
                <c:pt idx="115">
                  <c:v>38880</c:v>
                </c:pt>
                <c:pt idx="116">
                  <c:v>38881</c:v>
                </c:pt>
                <c:pt idx="117">
                  <c:v>38882</c:v>
                </c:pt>
                <c:pt idx="118">
                  <c:v>38883</c:v>
                </c:pt>
                <c:pt idx="119">
                  <c:v>38884</c:v>
                </c:pt>
                <c:pt idx="120">
                  <c:v>38887</c:v>
                </c:pt>
                <c:pt idx="121">
                  <c:v>38888</c:v>
                </c:pt>
                <c:pt idx="122">
                  <c:v>38889</c:v>
                </c:pt>
                <c:pt idx="123">
                  <c:v>38890</c:v>
                </c:pt>
                <c:pt idx="124">
                  <c:v>38891</c:v>
                </c:pt>
                <c:pt idx="125">
                  <c:v>38894</c:v>
                </c:pt>
                <c:pt idx="126">
                  <c:v>38895</c:v>
                </c:pt>
                <c:pt idx="127">
                  <c:v>38896</c:v>
                </c:pt>
                <c:pt idx="128">
                  <c:v>38897</c:v>
                </c:pt>
                <c:pt idx="129">
                  <c:v>38898</c:v>
                </c:pt>
                <c:pt idx="130">
                  <c:v>38901</c:v>
                </c:pt>
                <c:pt idx="131">
                  <c:v>38902</c:v>
                </c:pt>
                <c:pt idx="132">
                  <c:v>38903</c:v>
                </c:pt>
                <c:pt idx="133">
                  <c:v>38904</c:v>
                </c:pt>
                <c:pt idx="134">
                  <c:v>38905</c:v>
                </c:pt>
                <c:pt idx="135">
                  <c:v>38908</c:v>
                </c:pt>
                <c:pt idx="136">
                  <c:v>38909</c:v>
                </c:pt>
                <c:pt idx="137">
                  <c:v>38910</c:v>
                </c:pt>
                <c:pt idx="138">
                  <c:v>38911</c:v>
                </c:pt>
                <c:pt idx="139">
                  <c:v>38912</c:v>
                </c:pt>
                <c:pt idx="140">
                  <c:v>38915</c:v>
                </c:pt>
                <c:pt idx="141">
                  <c:v>38916</c:v>
                </c:pt>
                <c:pt idx="142">
                  <c:v>38917</c:v>
                </c:pt>
                <c:pt idx="143">
                  <c:v>38918</c:v>
                </c:pt>
                <c:pt idx="144">
                  <c:v>38919</c:v>
                </c:pt>
                <c:pt idx="145">
                  <c:v>38922</c:v>
                </c:pt>
                <c:pt idx="146">
                  <c:v>38923</c:v>
                </c:pt>
                <c:pt idx="147">
                  <c:v>38924</c:v>
                </c:pt>
                <c:pt idx="148">
                  <c:v>38925</c:v>
                </c:pt>
                <c:pt idx="149">
                  <c:v>38926</c:v>
                </c:pt>
                <c:pt idx="150">
                  <c:v>38929</c:v>
                </c:pt>
                <c:pt idx="151">
                  <c:v>38930</c:v>
                </c:pt>
                <c:pt idx="152">
                  <c:v>38931</c:v>
                </c:pt>
                <c:pt idx="153">
                  <c:v>38932</c:v>
                </c:pt>
                <c:pt idx="154">
                  <c:v>38933</c:v>
                </c:pt>
                <c:pt idx="155">
                  <c:v>38936</c:v>
                </c:pt>
                <c:pt idx="156">
                  <c:v>38937</c:v>
                </c:pt>
                <c:pt idx="157">
                  <c:v>38938</c:v>
                </c:pt>
                <c:pt idx="158">
                  <c:v>38939</c:v>
                </c:pt>
                <c:pt idx="159">
                  <c:v>38940</c:v>
                </c:pt>
                <c:pt idx="160">
                  <c:v>38943</c:v>
                </c:pt>
                <c:pt idx="161">
                  <c:v>38944</c:v>
                </c:pt>
                <c:pt idx="162">
                  <c:v>38945</c:v>
                </c:pt>
                <c:pt idx="163">
                  <c:v>38946</c:v>
                </c:pt>
                <c:pt idx="164">
                  <c:v>38947</c:v>
                </c:pt>
                <c:pt idx="165">
                  <c:v>38950</c:v>
                </c:pt>
                <c:pt idx="166">
                  <c:v>38951</c:v>
                </c:pt>
                <c:pt idx="167">
                  <c:v>38952</c:v>
                </c:pt>
                <c:pt idx="168">
                  <c:v>38953</c:v>
                </c:pt>
                <c:pt idx="169">
                  <c:v>38954</c:v>
                </c:pt>
                <c:pt idx="170">
                  <c:v>38957</c:v>
                </c:pt>
                <c:pt idx="171">
                  <c:v>38958</c:v>
                </c:pt>
                <c:pt idx="172">
                  <c:v>38959</c:v>
                </c:pt>
                <c:pt idx="173">
                  <c:v>38960</c:v>
                </c:pt>
                <c:pt idx="174">
                  <c:v>38961</c:v>
                </c:pt>
                <c:pt idx="175">
                  <c:v>38964</c:v>
                </c:pt>
                <c:pt idx="176">
                  <c:v>38965</c:v>
                </c:pt>
                <c:pt idx="177">
                  <c:v>38966</c:v>
                </c:pt>
                <c:pt idx="178">
                  <c:v>38967</c:v>
                </c:pt>
                <c:pt idx="179">
                  <c:v>38968</c:v>
                </c:pt>
                <c:pt idx="180">
                  <c:v>38971</c:v>
                </c:pt>
                <c:pt idx="181">
                  <c:v>38972</c:v>
                </c:pt>
                <c:pt idx="182">
                  <c:v>38973</c:v>
                </c:pt>
                <c:pt idx="183">
                  <c:v>38974</c:v>
                </c:pt>
                <c:pt idx="184">
                  <c:v>38975</c:v>
                </c:pt>
                <c:pt idx="185">
                  <c:v>38978</c:v>
                </c:pt>
                <c:pt idx="186">
                  <c:v>38979</c:v>
                </c:pt>
                <c:pt idx="187">
                  <c:v>38980</c:v>
                </c:pt>
                <c:pt idx="188">
                  <c:v>38981</c:v>
                </c:pt>
                <c:pt idx="189">
                  <c:v>38982</c:v>
                </c:pt>
                <c:pt idx="190">
                  <c:v>38985</c:v>
                </c:pt>
                <c:pt idx="191">
                  <c:v>38986</c:v>
                </c:pt>
                <c:pt idx="192">
                  <c:v>38987</c:v>
                </c:pt>
                <c:pt idx="193">
                  <c:v>38988</c:v>
                </c:pt>
                <c:pt idx="194">
                  <c:v>38989</c:v>
                </c:pt>
                <c:pt idx="195">
                  <c:v>38992</c:v>
                </c:pt>
                <c:pt idx="196">
                  <c:v>38993</c:v>
                </c:pt>
                <c:pt idx="197">
                  <c:v>38994</c:v>
                </c:pt>
                <c:pt idx="198">
                  <c:v>38995</c:v>
                </c:pt>
                <c:pt idx="199">
                  <c:v>38996</c:v>
                </c:pt>
                <c:pt idx="200">
                  <c:v>38999</c:v>
                </c:pt>
                <c:pt idx="201">
                  <c:v>39000</c:v>
                </c:pt>
                <c:pt idx="202">
                  <c:v>39001</c:v>
                </c:pt>
                <c:pt idx="203">
                  <c:v>39002</c:v>
                </c:pt>
                <c:pt idx="204">
                  <c:v>39003</c:v>
                </c:pt>
                <c:pt idx="205">
                  <c:v>39006</c:v>
                </c:pt>
                <c:pt idx="206">
                  <c:v>39007</c:v>
                </c:pt>
                <c:pt idx="207">
                  <c:v>39008</c:v>
                </c:pt>
                <c:pt idx="208">
                  <c:v>39009</c:v>
                </c:pt>
                <c:pt idx="209">
                  <c:v>39010</c:v>
                </c:pt>
                <c:pt idx="210">
                  <c:v>39013</c:v>
                </c:pt>
                <c:pt idx="211">
                  <c:v>39014</c:v>
                </c:pt>
                <c:pt idx="212">
                  <c:v>39015</c:v>
                </c:pt>
                <c:pt idx="213">
                  <c:v>39016</c:v>
                </c:pt>
                <c:pt idx="214">
                  <c:v>39017</c:v>
                </c:pt>
                <c:pt idx="215">
                  <c:v>39020</c:v>
                </c:pt>
                <c:pt idx="216">
                  <c:v>39021</c:v>
                </c:pt>
                <c:pt idx="217">
                  <c:v>39022</c:v>
                </c:pt>
                <c:pt idx="218">
                  <c:v>39023</c:v>
                </c:pt>
                <c:pt idx="219">
                  <c:v>39024</c:v>
                </c:pt>
                <c:pt idx="220">
                  <c:v>39027</c:v>
                </c:pt>
                <c:pt idx="221">
                  <c:v>39028</c:v>
                </c:pt>
                <c:pt idx="222">
                  <c:v>39029</c:v>
                </c:pt>
                <c:pt idx="223">
                  <c:v>39030</c:v>
                </c:pt>
                <c:pt idx="224">
                  <c:v>39031</c:v>
                </c:pt>
                <c:pt idx="225">
                  <c:v>39034</c:v>
                </c:pt>
                <c:pt idx="226">
                  <c:v>39035</c:v>
                </c:pt>
                <c:pt idx="227">
                  <c:v>39036</c:v>
                </c:pt>
                <c:pt idx="228">
                  <c:v>39037</c:v>
                </c:pt>
                <c:pt idx="229">
                  <c:v>39038</c:v>
                </c:pt>
                <c:pt idx="230">
                  <c:v>39041</c:v>
                </c:pt>
                <c:pt idx="231">
                  <c:v>39042</c:v>
                </c:pt>
                <c:pt idx="232">
                  <c:v>39043</c:v>
                </c:pt>
                <c:pt idx="233">
                  <c:v>39044</c:v>
                </c:pt>
                <c:pt idx="234">
                  <c:v>39045</c:v>
                </c:pt>
                <c:pt idx="235">
                  <c:v>39048</c:v>
                </c:pt>
                <c:pt idx="236">
                  <c:v>39049</c:v>
                </c:pt>
                <c:pt idx="237">
                  <c:v>39050</c:v>
                </c:pt>
                <c:pt idx="238">
                  <c:v>39051</c:v>
                </c:pt>
                <c:pt idx="239">
                  <c:v>39052</c:v>
                </c:pt>
                <c:pt idx="240">
                  <c:v>39055</c:v>
                </c:pt>
                <c:pt idx="241">
                  <c:v>39056</c:v>
                </c:pt>
                <c:pt idx="242">
                  <c:v>39057</c:v>
                </c:pt>
                <c:pt idx="243">
                  <c:v>39058</c:v>
                </c:pt>
                <c:pt idx="244">
                  <c:v>39059</c:v>
                </c:pt>
                <c:pt idx="245">
                  <c:v>39062</c:v>
                </c:pt>
                <c:pt idx="246">
                  <c:v>39063</c:v>
                </c:pt>
                <c:pt idx="247">
                  <c:v>39064</c:v>
                </c:pt>
                <c:pt idx="248">
                  <c:v>39065</c:v>
                </c:pt>
                <c:pt idx="249">
                  <c:v>39066</c:v>
                </c:pt>
                <c:pt idx="250">
                  <c:v>39069</c:v>
                </c:pt>
                <c:pt idx="251">
                  <c:v>39070</c:v>
                </c:pt>
                <c:pt idx="252">
                  <c:v>39071</c:v>
                </c:pt>
                <c:pt idx="253">
                  <c:v>39072</c:v>
                </c:pt>
                <c:pt idx="254">
                  <c:v>39073</c:v>
                </c:pt>
                <c:pt idx="255">
                  <c:v>39076</c:v>
                </c:pt>
                <c:pt idx="256">
                  <c:v>39077</c:v>
                </c:pt>
                <c:pt idx="257">
                  <c:v>39078</c:v>
                </c:pt>
                <c:pt idx="258">
                  <c:v>39079</c:v>
                </c:pt>
                <c:pt idx="259">
                  <c:v>39080</c:v>
                </c:pt>
                <c:pt idx="260">
                  <c:v>39083</c:v>
                </c:pt>
                <c:pt idx="261">
                  <c:v>39084</c:v>
                </c:pt>
                <c:pt idx="262">
                  <c:v>39085</c:v>
                </c:pt>
                <c:pt idx="263">
                  <c:v>39086</c:v>
                </c:pt>
                <c:pt idx="264">
                  <c:v>39087</c:v>
                </c:pt>
                <c:pt idx="265">
                  <c:v>39090</c:v>
                </c:pt>
                <c:pt idx="266">
                  <c:v>39091</c:v>
                </c:pt>
                <c:pt idx="267">
                  <c:v>39092</c:v>
                </c:pt>
                <c:pt idx="268">
                  <c:v>39093</c:v>
                </c:pt>
                <c:pt idx="269">
                  <c:v>39094</c:v>
                </c:pt>
                <c:pt idx="270">
                  <c:v>39097</c:v>
                </c:pt>
                <c:pt idx="271">
                  <c:v>39098</c:v>
                </c:pt>
                <c:pt idx="272">
                  <c:v>39099</c:v>
                </c:pt>
                <c:pt idx="273">
                  <c:v>39100</c:v>
                </c:pt>
                <c:pt idx="274">
                  <c:v>39101</c:v>
                </c:pt>
                <c:pt idx="275">
                  <c:v>39104</c:v>
                </c:pt>
                <c:pt idx="276">
                  <c:v>39105</c:v>
                </c:pt>
                <c:pt idx="277">
                  <c:v>39106</c:v>
                </c:pt>
                <c:pt idx="278">
                  <c:v>39107</c:v>
                </c:pt>
                <c:pt idx="279">
                  <c:v>39108</c:v>
                </c:pt>
                <c:pt idx="280">
                  <c:v>39111</c:v>
                </c:pt>
                <c:pt idx="281">
                  <c:v>39112</c:v>
                </c:pt>
                <c:pt idx="282">
                  <c:v>39113</c:v>
                </c:pt>
                <c:pt idx="283">
                  <c:v>39114</c:v>
                </c:pt>
                <c:pt idx="284">
                  <c:v>39115</c:v>
                </c:pt>
                <c:pt idx="285">
                  <c:v>39118</c:v>
                </c:pt>
                <c:pt idx="286">
                  <c:v>39119</c:v>
                </c:pt>
                <c:pt idx="287">
                  <c:v>39120</c:v>
                </c:pt>
                <c:pt idx="288">
                  <c:v>39121</c:v>
                </c:pt>
                <c:pt idx="289">
                  <c:v>39122</c:v>
                </c:pt>
                <c:pt idx="290">
                  <c:v>39125</c:v>
                </c:pt>
                <c:pt idx="291">
                  <c:v>39126</c:v>
                </c:pt>
                <c:pt idx="292">
                  <c:v>39127</c:v>
                </c:pt>
                <c:pt idx="293">
                  <c:v>39128</c:v>
                </c:pt>
                <c:pt idx="294">
                  <c:v>39129</c:v>
                </c:pt>
                <c:pt idx="295">
                  <c:v>39132</c:v>
                </c:pt>
                <c:pt idx="296">
                  <c:v>39133</c:v>
                </c:pt>
                <c:pt idx="297">
                  <c:v>39134</c:v>
                </c:pt>
                <c:pt idx="298">
                  <c:v>39135</c:v>
                </c:pt>
                <c:pt idx="299">
                  <c:v>39136</c:v>
                </c:pt>
                <c:pt idx="300">
                  <c:v>39139</c:v>
                </c:pt>
                <c:pt idx="301">
                  <c:v>39140</c:v>
                </c:pt>
                <c:pt idx="302">
                  <c:v>39141</c:v>
                </c:pt>
                <c:pt idx="303">
                  <c:v>39142</c:v>
                </c:pt>
                <c:pt idx="304">
                  <c:v>39143</c:v>
                </c:pt>
                <c:pt idx="305">
                  <c:v>39146</c:v>
                </c:pt>
                <c:pt idx="306">
                  <c:v>39147</c:v>
                </c:pt>
                <c:pt idx="307">
                  <c:v>39148</c:v>
                </c:pt>
                <c:pt idx="308">
                  <c:v>39149</c:v>
                </c:pt>
                <c:pt idx="309">
                  <c:v>39150</c:v>
                </c:pt>
                <c:pt idx="310">
                  <c:v>39153</c:v>
                </c:pt>
                <c:pt idx="311">
                  <c:v>39154</c:v>
                </c:pt>
                <c:pt idx="312">
                  <c:v>39155</c:v>
                </c:pt>
                <c:pt idx="313">
                  <c:v>39156</c:v>
                </c:pt>
                <c:pt idx="314">
                  <c:v>39157</c:v>
                </c:pt>
                <c:pt idx="315">
                  <c:v>39160</c:v>
                </c:pt>
                <c:pt idx="316">
                  <c:v>39161</c:v>
                </c:pt>
                <c:pt idx="317">
                  <c:v>39162</c:v>
                </c:pt>
                <c:pt idx="318">
                  <c:v>39163</c:v>
                </c:pt>
                <c:pt idx="319">
                  <c:v>39164</c:v>
                </c:pt>
                <c:pt idx="320">
                  <c:v>39167</c:v>
                </c:pt>
                <c:pt idx="321">
                  <c:v>39168</c:v>
                </c:pt>
                <c:pt idx="322">
                  <c:v>39169</c:v>
                </c:pt>
                <c:pt idx="323">
                  <c:v>39170</c:v>
                </c:pt>
                <c:pt idx="324">
                  <c:v>39171</c:v>
                </c:pt>
                <c:pt idx="325">
                  <c:v>39174</c:v>
                </c:pt>
                <c:pt idx="326">
                  <c:v>39175</c:v>
                </c:pt>
                <c:pt idx="327">
                  <c:v>39176</c:v>
                </c:pt>
                <c:pt idx="328">
                  <c:v>39177</c:v>
                </c:pt>
                <c:pt idx="329">
                  <c:v>39178</c:v>
                </c:pt>
                <c:pt idx="330">
                  <c:v>39181</c:v>
                </c:pt>
                <c:pt idx="331">
                  <c:v>39182</c:v>
                </c:pt>
                <c:pt idx="332">
                  <c:v>39183</c:v>
                </c:pt>
                <c:pt idx="333">
                  <c:v>39184</c:v>
                </c:pt>
                <c:pt idx="334">
                  <c:v>39185</c:v>
                </c:pt>
                <c:pt idx="335">
                  <c:v>39188</c:v>
                </c:pt>
                <c:pt idx="336">
                  <c:v>39189</c:v>
                </c:pt>
                <c:pt idx="337">
                  <c:v>39190</c:v>
                </c:pt>
                <c:pt idx="338">
                  <c:v>39191</c:v>
                </c:pt>
                <c:pt idx="339">
                  <c:v>39192</c:v>
                </c:pt>
                <c:pt idx="340">
                  <c:v>39195</c:v>
                </c:pt>
                <c:pt idx="341">
                  <c:v>39196</c:v>
                </c:pt>
                <c:pt idx="342">
                  <c:v>39197</c:v>
                </c:pt>
                <c:pt idx="343">
                  <c:v>39198</c:v>
                </c:pt>
                <c:pt idx="344">
                  <c:v>39199</c:v>
                </c:pt>
                <c:pt idx="345">
                  <c:v>39202</c:v>
                </c:pt>
                <c:pt idx="346">
                  <c:v>39203</c:v>
                </c:pt>
                <c:pt idx="347">
                  <c:v>39204</c:v>
                </c:pt>
                <c:pt idx="348">
                  <c:v>39205</c:v>
                </c:pt>
                <c:pt idx="349">
                  <c:v>39206</c:v>
                </c:pt>
                <c:pt idx="350">
                  <c:v>39209</c:v>
                </c:pt>
                <c:pt idx="351">
                  <c:v>39210</c:v>
                </c:pt>
                <c:pt idx="352">
                  <c:v>39211</c:v>
                </c:pt>
                <c:pt idx="353">
                  <c:v>39212</c:v>
                </c:pt>
                <c:pt idx="354">
                  <c:v>39213</c:v>
                </c:pt>
                <c:pt idx="355">
                  <c:v>39216</c:v>
                </c:pt>
                <c:pt idx="356">
                  <c:v>39217</c:v>
                </c:pt>
                <c:pt idx="357">
                  <c:v>39218</c:v>
                </c:pt>
                <c:pt idx="358">
                  <c:v>39219</c:v>
                </c:pt>
                <c:pt idx="359">
                  <c:v>39220</c:v>
                </c:pt>
                <c:pt idx="360">
                  <c:v>39223</c:v>
                </c:pt>
                <c:pt idx="361">
                  <c:v>39224</c:v>
                </c:pt>
                <c:pt idx="362">
                  <c:v>39225</c:v>
                </c:pt>
                <c:pt idx="363">
                  <c:v>39226</c:v>
                </c:pt>
                <c:pt idx="364">
                  <c:v>39227</c:v>
                </c:pt>
                <c:pt idx="365">
                  <c:v>39230</c:v>
                </c:pt>
                <c:pt idx="366">
                  <c:v>39231</c:v>
                </c:pt>
                <c:pt idx="367">
                  <c:v>39232</c:v>
                </c:pt>
                <c:pt idx="368">
                  <c:v>39233</c:v>
                </c:pt>
                <c:pt idx="369">
                  <c:v>39234</c:v>
                </c:pt>
                <c:pt idx="370">
                  <c:v>39237</c:v>
                </c:pt>
                <c:pt idx="371">
                  <c:v>39238</c:v>
                </c:pt>
                <c:pt idx="372">
                  <c:v>39239</c:v>
                </c:pt>
                <c:pt idx="373">
                  <c:v>39240</c:v>
                </c:pt>
                <c:pt idx="374">
                  <c:v>39241</c:v>
                </c:pt>
                <c:pt idx="375">
                  <c:v>39244</c:v>
                </c:pt>
                <c:pt idx="376">
                  <c:v>39245</c:v>
                </c:pt>
                <c:pt idx="377">
                  <c:v>39246</c:v>
                </c:pt>
                <c:pt idx="378">
                  <c:v>39247</c:v>
                </c:pt>
                <c:pt idx="379">
                  <c:v>39248</c:v>
                </c:pt>
                <c:pt idx="380">
                  <c:v>39251</c:v>
                </c:pt>
                <c:pt idx="381">
                  <c:v>39252</c:v>
                </c:pt>
                <c:pt idx="382">
                  <c:v>39253</c:v>
                </c:pt>
                <c:pt idx="383">
                  <c:v>39254</c:v>
                </c:pt>
                <c:pt idx="384">
                  <c:v>39255</c:v>
                </c:pt>
                <c:pt idx="385">
                  <c:v>39258</c:v>
                </c:pt>
                <c:pt idx="386">
                  <c:v>39259</c:v>
                </c:pt>
                <c:pt idx="387">
                  <c:v>39260</c:v>
                </c:pt>
                <c:pt idx="388">
                  <c:v>39261</c:v>
                </c:pt>
                <c:pt idx="389">
                  <c:v>39262</c:v>
                </c:pt>
                <c:pt idx="390">
                  <c:v>39265</c:v>
                </c:pt>
                <c:pt idx="391">
                  <c:v>39266</c:v>
                </c:pt>
                <c:pt idx="392">
                  <c:v>39267</c:v>
                </c:pt>
                <c:pt idx="393">
                  <c:v>39268</c:v>
                </c:pt>
                <c:pt idx="394">
                  <c:v>39269</c:v>
                </c:pt>
                <c:pt idx="395">
                  <c:v>39272</c:v>
                </c:pt>
                <c:pt idx="396">
                  <c:v>39273</c:v>
                </c:pt>
                <c:pt idx="397">
                  <c:v>39274</c:v>
                </c:pt>
                <c:pt idx="398">
                  <c:v>39275</c:v>
                </c:pt>
                <c:pt idx="399">
                  <c:v>39276</c:v>
                </c:pt>
                <c:pt idx="400">
                  <c:v>39279</c:v>
                </c:pt>
                <c:pt idx="401">
                  <c:v>39280</c:v>
                </c:pt>
                <c:pt idx="402">
                  <c:v>39281</c:v>
                </c:pt>
                <c:pt idx="403">
                  <c:v>39282</c:v>
                </c:pt>
                <c:pt idx="404">
                  <c:v>39283</c:v>
                </c:pt>
                <c:pt idx="405">
                  <c:v>39286</c:v>
                </c:pt>
                <c:pt idx="406">
                  <c:v>39287</c:v>
                </c:pt>
                <c:pt idx="407">
                  <c:v>39288</c:v>
                </c:pt>
                <c:pt idx="408">
                  <c:v>39289</c:v>
                </c:pt>
                <c:pt idx="409">
                  <c:v>39290</c:v>
                </c:pt>
                <c:pt idx="410">
                  <c:v>39293</c:v>
                </c:pt>
                <c:pt idx="411">
                  <c:v>39294</c:v>
                </c:pt>
                <c:pt idx="412">
                  <c:v>39295</c:v>
                </c:pt>
                <c:pt idx="413">
                  <c:v>39296</c:v>
                </c:pt>
                <c:pt idx="414">
                  <c:v>39297</c:v>
                </c:pt>
                <c:pt idx="415">
                  <c:v>39300</c:v>
                </c:pt>
                <c:pt idx="416">
                  <c:v>39301</c:v>
                </c:pt>
                <c:pt idx="417">
                  <c:v>39302</c:v>
                </c:pt>
                <c:pt idx="418">
                  <c:v>39303</c:v>
                </c:pt>
                <c:pt idx="419">
                  <c:v>39304</c:v>
                </c:pt>
                <c:pt idx="420">
                  <c:v>39307</c:v>
                </c:pt>
                <c:pt idx="421">
                  <c:v>39308</c:v>
                </c:pt>
                <c:pt idx="422">
                  <c:v>39309</c:v>
                </c:pt>
                <c:pt idx="423">
                  <c:v>39310</c:v>
                </c:pt>
                <c:pt idx="424">
                  <c:v>39311</c:v>
                </c:pt>
                <c:pt idx="425">
                  <c:v>39314</c:v>
                </c:pt>
                <c:pt idx="426">
                  <c:v>39315</c:v>
                </c:pt>
                <c:pt idx="427">
                  <c:v>39316</c:v>
                </c:pt>
                <c:pt idx="428">
                  <c:v>39317</c:v>
                </c:pt>
                <c:pt idx="429">
                  <c:v>39318</c:v>
                </c:pt>
                <c:pt idx="430">
                  <c:v>39321</c:v>
                </c:pt>
                <c:pt idx="431">
                  <c:v>39322</c:v>
                </c:pt>
                <c:pt idx="432">
                  <c:v>39323</c:v>
                </c:pt>
                <c:pt idx="433">
                  <c:v>39324</c:v>
                </c:pt>
                <c:pt idx="434">
                  <c:v>39325</c:v>
                </c:pt>
                <c:pt idx="435">
                  <c:v>39328</c:v>
                </c:pt>
                <c:pt idx="436">
                  <c:v>39329</c:v>
                </c:pt>
                <c:pt idx="437">
                  <c:v>39330</c:v>
                </c:pt>
                <c:pt idx="438">
                  <c:v>39331</c:v>
                </c:pt>
                <c:pt idx="439">
                  <c:v>39332</c:v>
                </c:pt>
                <c:pt idx="440">
                  <c:v>39335</c:v>
                </c:pt>
                <c:pt idx="441">
                  <c:v>39336</c:v>
                </c:pt>
                <c:pt idx="442">
                  <c:v>39337</c:v>
                </c:pt>
                <c:pt idx="443">
                  <c:v>39338</c:v>
                </c:pt>
                <c:pt idx="444">
                  <c:v>39339</c:v>
                </c:pt>
                <c:pt idx="445">
                  <c:v>39342</c:v>
                </c:pt>
                <c:pt idx="446">
                  <c:v>39343</c:v>
                </c:pt>
                <c:pt idx="447">
                  <c:v>39344</c:v>
                </c:pt>
                <c:pt idx="448">
                  <c:v>39345</c:v>
                </c:pt>
                <c:pt idx="449">
                  <c:v>39346</c:v>
                </c:pt>
                <c:pt idx="450">
                  <c:v>39349</c:v>
                </c:pt>
                <c:pt idx="451">
                  <c:v>39350</c:v>
                </c:pt>
                <c:pt idx="452">
                  <c:v>39351</c:v>
                </c:pt>
                <c:pt idx="453">
                  <c:v>39352</c:v>
                </c:pt>
                <c:pt idx="454">
                  <c:v>39353</c:v>
                </c:pt>
                <c:pt idx="455">
                  <c:v>39356</c:v>
                </c:pt>
                <c:pt idx="456">
                  <c:v>39357</c:v>
                </c:pt>
                <c:pt idx="457">
                  <c:v>39358</c:v>
                </c:pt>
                <c:pt idx="458">
                  <c:v>39359</c:v>
                </c:pt>
                <c:pt idx="459">
                  <c:v>39360</c:v>
                </c:pt>
                <c:pt idx="460">
                  <c:v>39363</c:v>
                </c:pt>
                <c:pt idx="461">
                  <c:v>39364</c:v>
                </c:pt>
                <c:pt idx="462">
                  <c:v>39365</c:v>
                </c:pt>
                <c:pt idx="463">
                  <c:v>39366</c:v>
                </c:pt>
                <c:pt idx="464">
                  <c:v>39367</c:v>
                </c:pt>
                <c:pt idx="465">
                  <c:v>39370</c:v>
                </c:pt>
                <c:pt idx="466">
                  <c:v>39371</c:v>
                </c:pt>
                <c:pt idx="467">
                  <c:v>39372</c:v>
                </c:pt>
                <c:pt idx="468">
                  <c:v>39373</c:v>
                </c:pt>
                <c:pt idx="469">
                  <c:v>39374</c:v>
                </c:pt>
                <c:pt idx="470">
                  <c:v>39377</c:v>
                </c:pt>
                <c:pt idx="471">
                  <c:v>39378</c:v>
                </c:pt>
                <c:pt idx="472">
                  <c:v>39379</c:v>
                </c:pt>
                <c:pt idx="473">
                  <c:v>39380</c:v>
                </c:pt>
                <c:pt idx="474">
                  <c:v>39381</c:v>
                </c:pt>
                <c:pt idx="475">
                  <c:v>39384</c:v>
                </c:pt>
                <c:pt idx="476">
                  <c:v>39385</c:v>
                </c:pt>
                <c:pt idx="477">
                  <c:v>39386</c:v>
                </c:pt>
                <c:pt idx="478">
                  <c:v>39387</c:v>
                </c:pt>
                <c:pt idx="479">
                  <c:v>39388</c:v>
                </c:pt>
                <c:pt idx="480">
                  <c:v>39391</c:v>
                </c:pt>
                <c:pt idx="481">
                  <c:v>39392</c:v>
                </c:pt>
                <c:pt idx="482">
                  <c:v>39393</c:v>
                </c:pt>
                <c:pt idx="483">
                  <c:v>39394</c:v>
                </c:pt>
                <c:pt idx="484">
                  <c:v>39395</c:v>
                </c:pt>
                <c:pt idx="485">
                  <c:v>39398</c:v>
                </c:pt>
                <c:pt idx="486">
                  <c:v>39399</c:v>
                </c:pt>
                <c:pt idx="487">
                  <c:v>39400</c:v>
                </c:pt>
                <c:pt idx="488">
                  <c:v>39401</c:v>
                </c:pt>
                <c:pt idx="489">
                  <c:v>39402</c:v>
                </c:pt>
                <c:pt idx="490">
                  <c:v>39405</c:v>
                </c:pt>
                <c:pt idx="491">
                  <c:v>39406</c:v>
                </c:pt>
                <c:pt idx="492">
                  <c:v>39407</c:v>
                </c:pt>
                <c:pt idx="493">
                  <c:v>39408</c:v>
                </c:pt>
                <c:pt idx="494">
                  <c:v>39409</c:v>
                </c:pt>
                <c:pt idx="495">
                  <c:v>39412</c:v>
                </c:pt>
                <c:pt idx="496">
                  <c:v>39413</c:v>
                </c:pt>
                <c:pt idx="497">
                  <c:v>39414</c:v>
                </c:pt>
                <c:pt idx="498">
                  <c:v>39415</c:v>
                </c:pt>
                <c:pt idx="499">
                  <c:v>39416</c:v>
                </c:pt>
                <c:pt idx="500">
                  <c:v>39419</c:v>
                </c:pt>
                <c:pt idx="501">
                  <c:v>39420</c:v>
                </c:pt>
                <c:pt idx="502">
                  <c:v>39421</c:v>
                </c:pt>
                <c:pt idx="503">
                  <c:v>39422</c:v>
                </c:pt>
                <c:pt idx="504">
                  <c:v>39423</c:v>
                </c:pt>
                <c:pt idx="505">
                  <c:v>39426</c:v>
                </c:pt>
                <c:pt idx="506">
                  <c:v>39427</c:v>
                </c:pt>
                <c:pt idx="507">
                  <c:v>39428</c:v>
                </c:pt>
                <c:pt idx="508">
                  <c:v>39429</c:v>
                </c:pt>
                <c:pt idx="509">
                  <c:v>39430</c:v>
                </c:pt>
                <c:pt idx="510">
                  <c:v>39433</c:v>
                </c:pt>
                <c:pt idx="511">
                  <c:v>39434</c:v>
                </c:pt>
                <c:pt idx="512">
                  <c:v>39435</c:v>
                </c:pt>
                <c:pt idx="513">
                  <c:v>39436</c:v>
                </c:pt>
                <c:pt idx="514">
                  <c:v>39437</c:v>
                </c:pt>
                <c:pt idx="515">
                  <c:v>39440</c:v>
                </c:pt>
                <c:pt idx="516">
                  <c:v>39441</c:v>
                </c:pt>
                <c:pt idx="517">
                  <c:v>39442</c:v>
                </c:pt>
                <c:pt idx="518">
                  <c:v>39443</c:v>
                </c:pt>
                <c:pt idx="519">
                  <c:v>39444</c:v>
                </c:pt>
                <c:pt idx="520">
                  <c:v>39447</c:v>
                </c:pt>
                <c:pt idx="521">
                  <c:v>39448</c:v>
                </c:pt>
                <c:pt idx="522">
                  <c:v>39449</c:v>
                </c:pt>
                <c:pt idx="523">
                  <c:v>39450</c:v>
                </c:pt>
                <c:pt idx="524">
                  <c:v>39451</c:v>
                </c:pt>
                <c:pt idx="525">
                  <c:v>39454</c:v>
                </c:pt>
                <c:pt idx="526">
                  <c:v>39455</c:v>
                </c:pt>
                <c:pt idx="527">
                  <c:v>39456</c:v>
                </c:pt>
                <c:pt idx="528">
                  <c:v>39457</c:v>
                </c:pt>
                <c:pt idx="529">
                  <c:v>39458</c:v>
                </c:pt>
                <c:pt idx="530">
                  <c:v>39461</c:v>
                </c:pt>
                <c:pt idx="531">
                  <c:v>39462</c:v>
                </c:pt>
                <c:pt idx="532">
                  <c:v>39463</c:v>
                </c:pt>
                <c:pt idx="533">
                  <c:v>39464</c:v>
                </c:pt>
                <c:pt idx="534">
                  <c:v>39465</c:v>
                </c:pt>
                <c:pt idx="535">
                  <c:v>39468</c:v>
                </c:pt>
                <c:pt idx="536">
                  <c:v>39469</c:v>
                </c:pt>
                <c:pt idx="537">
                  <c:v>39470</c:v>
                </c:pt>
                <c:pt idx="538">
                  <c:v>39471</c:v>
                </c:pt>
                <c:pt idx="539">
                  <c:v>39472</c:v>
                </c:pt>
                <c:pt idx="540">
                  <c:v>39475</c:v>
                </c:pt>
                <c:pt idx="541">
                  <c:v>39476</c:v>
                </c:pt>
                <c:pt idx="542">
                  <c:v>39477</c:v>
                </c:pt>
                <c:pt idx="543">
                  <c:v>39478</c:v>
                </c:pt>
                <c:pt idx="544">
                  <c:v>39479</c:v>
                </c:pt>
                <c:pt idx="545">
                  <c:v>39482</c:v>
                </c:pt>
                <c:pt idx="546">
                  <c:v>39483</c:v>
                </c:pt>
                <c:pt idx="547">
                  <c:v>39484</c:v>
                </c:pt>
                <c:pt idx="548">
                  <c:v>39485</c:v>
                </c:pt>
                <c:pt idx="549">
                  <c:v>39486</c:v>
                </c:pt>
                <c:pt idx="550">
                  <c:v>39489</c:v>
                </c:pt>
                <c:pt idx="551">
                  <c:v>39490</c:v>
                </c:pt>
                <c:pt idx="552">
                  <c:v>39491</c:v>
                </c:pt>
                <c:pt idx="553">
                  <c:v>39492</c:v>
                </c:pt>
                <c:pt idx="554">
                  <c:v>39493</c:v>
                </c:pt>
                <c:pt idx="555">
                  <c:v>39496</c:v>
                </c:pt>
                <c:pt idx="556">
                  <c:v>39497</c:v>
                </c:pt>
                <c:pt idx="557">
                  <c:v>39498</c:v>
                </c:pt>
                <c:pt idx="558">
                  <c:v>39499</c:v>
                </c:pt>
                <c:pt idx="559">
                  <c:v>39500</c:v>
                </c:pt>
                <c:pt idx="560">
                  <c:v>39503</c:v>
                </c:pt>
                <c:pt idx="561">
                  <c:v>39504</c:v>
                </c:pt>
                <c:pt idx="562">
                  <c:v>39505</c:v>
                </c:pt>
                <c:pt idx="563">
                  <c:v>39506</c:v>
                </c:pt>
                <c:pt idx="564">
                  <c:v>39507</c:v>
                </c:pt>
                <c:pt idx="565">
                  <c:v>39510</c:v>
                </c:pt>
                <c:pt idx="566">
                  <c:v>39511</c:v>
                </c:pt>
                <c:pt idx="567">
                  <c:v>39512</c:v>
                </c:pt>
                <c:pt idx="568">
                  <c:v>39513</c:v>
                </c:pt>
                <c:pt idx="569">
                  <c:v>39514</c:v>
                </c:pt>
                <c:pt idx="570">
                  <c:v>39517</c:v>
                </c:pt>
                <c:pt idx="571">
                  <c:v>39518</c:v>
                </c:pt>
                <c:pt idx="572">
                  <c:v>39519</c:v>
                </c:pt>
                <c:pt idx="573">
                  <c:v>39520</c:v>
                </c:pt>
                <c:pt idx="574">
                  <c:v>39521</c:v>
                </c:pt>
                <c:pt idx="575">
                  <c:v>39524</c:v>
                </c:pt>
                <c:pt idx="576">
                  <c:v>39525</c:v>
                </c:pt>
                <c:pt idx="577">
                  <c:v>39526</c:v>
                </c:pt>
                <c:pt idx="578">
                  <c:v>39527</c:v>
                </c:pt>
                <c:pt idx="579">
                  <c:v>39528</c:v>
                </c:pt>
                <c:pt idx="580">
                  <c:v>39531</c:v>
                </c:pt>
                <c:pt idx="581">
                  <c:v>39532</c:v>
                </c:pt>
                <c:pt idx="582">
                  <c:v>39533</c:v>
                </c:pt>
                <c:pt idx="583">
                  <c:v>39534</c:v>
                </c:pt>
                <c:pt idx="584">
                  <c:v>39535</c:v>
                </c:pt>
                <c:pt idx="585">
                  <c:v>39538</c:v>
                </c:pt>
                <c:pt idx="586">
                  <c:v>39539</c:v>
                </c:pt>
                <c:pt idx="587">
                  <c:v>39540</c:v>
                </c:pt>
                <c:pt idx="588">
                  <c:v>39541</c:v>
                </c:pt>
                <c:pt idx="589">
                  <c:v>39542</c:v>
                </c:pt>
                <c:pt idx="590">
                  <c:v>39545</c:v>
                </c:pt>
                <c:pt idx="591">
                  <c:v>39546</c:v>
                </c:pt>
                <c:pt idx="592">
                  <c:v>39547</c:v>
                </c:pt>
                <c:pt idx="593">
                  <c:v>39548</c:v>
                </c:pt>
                <c:pt idx="594">
                  <c:v>39549</c:v>
                </c:pt>
                <c:pt idx="595">
                  <c:v>39552</c:v>
                </c:pt>
                <c:pt idx="596">
                  <c:v>39553</c:v>
                </c:pt>
                <c:pt idx="597">
                  <c:v>39554</c:v>
                </c:pt>
                <c:pt idx="598">
                  <c:v>39555</c:v>
                </c:pt>
                <c:pt idx="599">
                  <c:v>39556</c:v>
                </c:pt>
                <c:pt idx="600">
                  <c:v>39559</c:v>
                </c:pt>
                <c:pt idx="601">
                  <c:v>39560</c:v>
                </c:pt>
                <c:pt idx="602">
                  <c:v>39561</c:v>
                </c:pt>
                <c:pt idx="603">
                  <c:v>39562</c:v>
                </c:pt>
                <c:pt idx="604">
                  <c:v>39563</c:v>
                </c:pt>
                <c:pt idx="605">
                  <c:v>39566</c:v>
                </c:pt>
                <c:pt idx="606">
                  <c:v>39567</c:v>
                </c:pt>
                <c:pt idx="607">
                  <c:v>39568</c:v>
                </c:pt>
                <c:pt idx="608">
                  <c:v>39569</c:v>
                </c:pt>
                <c:pt idx="609">
                  <c:v>39570</c:v>
                </c:pt>
                <c:pt idx="610">
                  <c:v>39573</c:v>
                </c:pt>
                <c:pt idx="611">
                  <c:v>39574</c:v>
                </c:pt>
                <c:pt idx="612">
                  <c:v>39575</c:v>
                </c:pt>
                <c:pt idx="613">
                  <c:v>39576</c:v>
                </c:pt>
                <c:pt idx="614">
                  <c:v>39577</c:v>
                </c:pt>
                <c:pt idx="615">
                  <c:v>39580</c:v>
                </c:pt>
                <c:pt idx="616">
                  <c:v>39581</c:v>
                </c:pt>
                <c:pt idx="617">
                  <c:v>39582</c:v>
                </c:pt>
                <c:pt idx="618">
                  <c:v>39583</c:v>
                </c:pt>
                <c:pt idx="619">
                  <c:v>39584</c:v>
                </c:pt>
                <c:pt idx="620">
                  <c:v>39587</c:v>
                </c:pt>
                <c:pt idx="621">
                  <c:v>39588</c:v>
                </c:pt>
                <c:pt idx="622">
                  <c:v>39589</c:v>
                </c:pt>
                <c:pt idx="623">
                  <c:v>39590</c:v>
                </c:pt>
                <c:pt idx="624">
                  <c:v>39591</c:v>
                </c:pt>
                <c:pt idx="625">
                  <c:v>39594</c:v>
                </c:pt>
                <c:pt idx="626">
                  <c:v>39595</c:v>
                </c:pt>
                <c:pt idx="627">
                  <c:v>39596</c:v>
                </c:pt>
                <c:pt idx="628">
                  <c:v>39597</c:v>
                </c:pt>
                <c:pt idx="629">
                  <c:v>39598</c:v>
                </c:pt>
                <c:pt idx="630">
                  <c:v>39601</c:v>
                </c:pt>
                <c:pt idx="631">
                  <c:v>39602</c:v>
                </c:pt>
                <c:pt idx="632">
                  <c:v>39603</c:v>
                </c:pt>
                <c:pt idx="633">
                  <c:v>39604</c:v>
                </c:pt>
                <c:pt idx="634">
                  <c:v>39605</c:v>
                </c:pt>
                <c:pt idx="635">
                  <c:v>39608</c:v>
                </c:pt>
                <c:pt idx="636">
                  <c:v>39609</c:v>
                </c:pt>
                <c:pt idx="637">
                  <c:v>39610</c:v>
                </c:pt>
                <c:pt idx="638">
                  <c:v>39611</c:v>
                </c:pt>
                <c:pt idx="639">
                  <c:v>39612</c:v>
                </c:pt>
                <c:pt idx="640">
                  <c:v>39615</c:v>
                </c:pt>
                <c:pt idx="641">
                  <c:v>39616</c:v>
                </c:pt>
                <c:pt idx="642">
                  <c:v>39617</c:v>
                </c:pt>
                <c:pt idx="643">
                  <c:v>39618</c:v>
                </c:pt>
                <c:pt idx="644">
                  <c:v>39619</c:v>
                </c:pt>
                <c:pt idx="645">
                  <c:v>39622</c:v>
                </c:pt>
                <c:pt idx="646">
                  <c:v>39623</c:v>
                </c:pt>
                <c:pt idx="647">
                  <c:v>39624</c:v>
                </c:pt>
                <c:pt idx="648">
                  <c:v>39625</c:v>
                </c:pt>
                <c:pt idx="649">
                  <c:v>39626</c:v>
                </c:pt>
                <c:pt idx="650">
                  <c:v>39629</c:v>
                </c:pt>
                <c:pt idx="651">
                  <c:v>39630</c:v>
                </c:pt>
                <c:pt idx="652">
                  <c:v>39631</c:v>
                </c:pt>
                <c:pt idx="653">
                  <c:v>39632</c:v>
                </c:pt>
                <c:pt idx="654">
                  <c:v>39633</c:v>
                </c:pt>
                <c:pt idx="655">
                  <c:v>39636</c:v>
                </c:pt>
                <c:pt idx="656">
                  <c:v>39637</c:v>
                </c:pt>
                <c:pt idx="657">
                  <c:v>39638</c:v>
                </c:pt>
                <c:pt idx="658">
                  <c:v>39639</c:v>
                </c:pt>
                <c:pt idx="659">
                  <c:v>39640</c:v>
                </c:pt>
                <c:pt idx="660">
                  <c:v>39643</c:v>
                </c:pt>
                <c:pt idx="661">
                  <c:v>39644</c:v>
                </c:pt>
                <c:pt idx="662">
                  <c:v>39645</c:v>
                </c:pt>
                <c:pt idx="663">
                  <c:v>39646</c:v>
                </c:pt>
                <c:pt idx="664">
                  <c:v>39647</c:v>
                </c:pt>
                <c:pt idx="665">
                  <c:v>39650</c:v>
                </c:pt>
                <c:pt idx="666">
                  <c:v>39651</c:v>
                </c:pt>
                <c:pt idx="667">
                  <c:v>39652</c:v>
                </c:pt>
                <c:pt idx="668">
                  <c:v>39653</c:v>
                </c:pt>
                <c:pt idx="669">
                  <c:v>39654</c:v>
                </c:pt>
                <c:pt idx="670">
                  <c:v>39657</c:v>
                </c:pt>
                <c:pt idx="671">
                  <c:v>39658</c:v>
                </c:pt>
                <c:pt idx="672">
                  <c:v>39659</c:v>
                </c:pt>
                <c:pt idx="673">
                  <c:v>39660</c:v>
                </c:pt>
                <c:pt idx="674">
                  <c:v>39661</c:v>
                </c:pt>
                <c:pt idx="675">
                  <c:v>39664</c:v>
                </c:pt>
                <c:pt idx="676">
                  <c:v>39665</c:v>
                </c:pt>
                <c:pt idx="677">
                  <c:v>39666</c:v>
                </c:pt>
                <c:pt idx="678">
                  <c:v>39667</c:v>
                </c:pt>
                <c:pt idx="679">
                  <c:v>39668</c:v>
                </c:pt>
                <c:pt idx="680">
                  <c:v>39671</c:v>
                </c:pt>
                <c:pt idx="681">
                  <c:v>39672</c:v>
                </c:pt>
                <c:pt idx="682">
                  <c:v>39673</c:v>
                </c:pt>
                <c:pt idx="683">
                  <c:v>39674</c:v>
                </c:pt>
                <c:pt idx="684">
                  <c:v>39675</c:v>
                </c:pt>
                <c:pt idx="685">
                  <c:v>39678</c:v>
                </c:pt>
                <c:pt idx="686">
                  <c:v>39679</c:v>
                </c:pt>
                <c:pt idx="687">
                  <c:v>39680</c:v>
                </c:pt>
                <c:pt idx="688">
                  <c:v>39681</c:v>
                </c:pt>
                <c:pt idx="689">
                  <c:v>39682</c:v>
                </c:pt>
                <c:pt idx="690">
                  <c:v>39685</c:v>
                </c:pt>
                <c:pt idx="691">
                  <c:v>39686</c:v>
                </c:pt>
                <c:pt idx="692">
                  <c:v>39687</c:v>
                </c:pt>
                <c:pt idx="693">
                  <c:v>39688</c:v>
                </c:pt>
                <c:pt idx="694">
                  <c:v>39689</c:v>
                </c:pt>
                <c:pt idx="695">
                  <c:v>39692</c:v>
                </c:pt>
                <c:pt idx="696">
                  <c:v>39693</c:v>
                </c:pt>
                <c:pt idx="697">
                  <c:v>39694</c:v>
                </c:pt>
                <c:pt idx="698">
                  <c:v>39695</c:v>
                </c:pt>
                <c:pt idx="699">
                  <c:v>39696</c:v>
                </c:pt>
                <c:pt idx="700">
                  <c:v>39699</c:v>
                </c:pt>
                <c:pt idx="701">
                  <c:v>39700</c:v>
                </c:pt>
                <c:pt idx="702">
                  <c:v>39701</c:v>
                </c:pt>
                <c:pt idx="703">
                  <c:v>39702</c:v>
                </c:pt>
                <c:pt idx="704">
                  <c:v>39703</c:v>
                </c:pt>
                <c:pt idx="705">
                  <c:v>39706</c:v>
                </c:pt>
                <c:pt idx="706">
                  <c:v>39707</c:v>
                </c:pt>
                <c:pt idx="707">
                  <c:v>39708</c:v>
                </c:pt>
                <c:pt idx="708">
                  <c:v>39709</c:v>
                </c:pt>
                <c:pt idx="709">
                  <c:v>39710</c:v>
                </c:pt>
                <c:pt idx="710">
                  <c:v>39713</c:v>
                </c:pt>
                <c:pt idx="711">
                  <c:v>39714</c:v>
                </c:pt>
                <c:pt idx="712">
                  <c:v>39715</c:v>
                </c:pt>
                <c:pt idx="713">
                  <c:v>39716</c:v>
                </c:pt>
                <c:pt idx="714">
                  <c:v>39717</c:v>
                </c:pt>
                <c:pt idx="715">
                  <c:v>39720</c:v>
                </c:pt>
                <c:pt idx="716">
                  <c:v>39721</c:v>
                </c:pt>
                <c:pt idx="717">
                  <c:v>39722</c:v>
                </c:pt>
                <c:pt idx="718">
                  <c:v>39723</c:v>
                </c:pt>
                <c:pt idx="719">
                  <c:v>39724</c:v>
                </c:pt>
                <c:pt idx="720">
                  <c:v>39727</c:v>
                </c:pt>
                <c:pt idx="721">
                  <c:v>39728</c:v>
                </c:pt>
                <c:pt idx="722">
                  <c:v>39729</c:v>
                </c:pt>
                <c:pt idx="723">
                  <c:v>39730</c:v>
                </c:pt>
                <c:pt idx="724">
                  <c:v>39731</c:v>
                </c:pt>
                <c:pt idx="725">
                  <c:v>39734</c:v>
                </c:pt>
                <c:pt idx="726">
                  <c:v>39735</c:v>
                </c:pt>
                <c:pt idx="727">
                  <c:v>39736</c:v>
                </c:pt>
                <c:pt idx="728">
                  <c:v>39737</c:v>
                </c:pt>
                <c:pt idx="729">
                  <c:v>39738</c:v>
                </c:pt>
                <c:pt idx="730">
                  <c:v>39741</c:v>
                </c:pt>
                <c:pt idx="731">
                  <c:v>39742</c:v>
                </c:pt>
                <c:pt idx="732">
                  <c:v>39743</c:v>
                </c:pt>
                <c:pt idx="733">
                  <c:v>39744</c:v>
                </c:pt>
                <c:pt idx="734">
                  <c:v>39745</c:v>
                </c:pt>
                <c:pt idx="735">
                  <c:v>39748</c:v>
                </c:pt>
                <c:pt idx="736">
                  <c:v>39749</c:v>
                </c:pt>
                <c:pt idx="737">
                  <c:v>39750</c:v>
                </c:pt>
                <c:pt idx="738">
                  <c:v>39751</c:v>
                </c:pt>
                <c:pt idx="739">
                  <c:v>39752</c:v>
                </c:pt>
                <c:pt idx="740">
                  <c:v>39755</c:v>
                </c:pt>
                <c:pt idx="741">
                  <c:v>39756</c:v>
                </c:pt>
                <c:pt idx="742">
                  <c:v>39757</c:v>
                </c:pt>
                <c:pt idx="743">
                  <c:v>39758</c:v>
                </c:pt>
                <c:pt idx="744">
                  <c:v>39759</c:v>
                </c:pt>
                <c:pt idx="745">
                  <c:v>39762</c:v>
                </c:pt>
                <c:pt idx="746">
                  <c:v>39763</c:v>
                </c:pt>
                <c:pt idx="747">
                  <c:v>39764</c:v>
                </c:pt>
                <c:pt idx="748">
                  <c:v>39765</c:v>
                </c:pt>
                <c:pt idx="749">
                  <c:v>39766</c:v>
                </c:pt>
                <c:pt idx="750">
                  <c:v>39769</c:v>
                </c:pt>
                <c:pt idx="751">
                  <c:v>39770</c:v>
                </c:pt>
                <c:pt idx="752">
                  <c:v>39771</c:v>
                </c:pt>
                <c:pt idx="753">
                  <c:v>39772</c:v>
                </c:pt>
                <c:pt idx="754">
                  <c:v>39773</c:v>
                </c:pt>
                <c:pt idx="755">
                  <c:v>39776</c:v>
                </c:pt>
                <c:pt idx="756">
                  <c:v>39777</c:v>
                </c:pt>
                <c:pt idx="757">
                  <c:v>39778</c:v>
                </c:pt>
                <c:pt idx="758">
                  <c:v>39779</c:v>
                </c:pt>
                <c:pt idx="759">
                  <c:v>39780</c:v>
                </c:pt>
                <c:pt idx="760">
                  <c:v>39783</c:v>
                </c:pt>
                <c:pt idx="761">
                  <c:v>39784</c:v>
                </c:pt>
                <c:pt idx="762">
                  <c:v>39785</c:v>
                </c:pt>
                <c:pt idx="763">
                  <c:v>39786</c:v>
                </c:pt>
                <c:pt idx="764">
                  <c:v>39787</c:v>
                </c:pt>
                <c:pt idx="765">
                  <c:v>39790</c:v>
                </c:pt>
                <c:pt idx="766">
                  <c:v>39791</c:v>
                </c:pt>
                <c:pt idx="767">
                  <c:v>39792</c:v>
                </c:pt>
                <c:pt idx="768">
                  <c:v>39793</c:v>
                </c:pt>
                <c:pt idx="769">
                  <c:v>39794</c:v>
                </c:pt>
                <c:pt idx="770">
                  <c:v>39797</c:v>
                </c:pt>
                <c:pt idx="771">
                  <c:v>39798</c:v>
                </c:pt>
                <c:pt idx="772">
                  <c:v>39799</c:v>
                </c:pt>
                <c:pt idx="773">
                  <c:v>39800</c:v>
                </c:pt>
                <c:pt idx="774">
                  <c:v>39801</c:v>
                </c:pt>
                <c:pt idx="775">
                  <c:v>39804</c:v>
                </c:pt>
                <c:pt idx="776">
                  <c:v>39805</c:v>
                </c:pt>
                <c:pt idx="777">
                  <c:v>39806</c:v>
                </c:pt>
                <c:pt idx="778">
                  <c:v>39807</c:v>
                </c:pt>
                <c:pt idx="779">
                  <c:v>39808</c:v>
                </c:pt>
                <c:pt idx="780">
                  <c:v>39811</c:v>
                </c:pt>
                <c:pt idx="781">
                  <c:v>39812</c:v>
                </c:pt>
                <c:pt idx="782">
                  <c:v>39813</c:v>
                </c:pt>
                <c:pt idx="783">
                  <c:v>39814</c:v>
                </c:pt>
                <c:pt idx="784">
                  <c:v>39815</c:v>
                </c:pt>
                <c:pt idx="785">
                  <c:v>39818</c:v>
                </c:pt>
                <c:pt idx="786">
                  <c:v>39819</c:v>
                </c:pt>
                <c:pt idx="787">
                  <c:v>39820</c:v>
                </c:pt>
                <c:pt idx="788">
                  <c:v>39821</c:v>
                </c:pt>
                <c:pt idx="789">
                  <c:v>39822</c:v>
                </c:pt>
                <c:pt idx="790">
                  <c:v>39825</c:v>
                </c:pt>
                <c:pt idx="791">
                  <c:v>39826</c:v>
                </c:pt>
                <c:pt idx="792">
                  <c:v>39827</c:v>
                </c:pt>
                <c:pt idx="793">
                  <c:v>39828</c:v>
                </c:pt>
                <c:pt idx="794">
                  <c:v>39829</c:v>
                </c:pt>
                <c:pt idx="795">
                  <c:v>39832</c:v>
                </c:pt>
                <c:pt idx="796">
                  <c:v>39833</c:v>
                </c:pt>
                <c:pt idx="797">
                  <c:v>39834</c:v>
                </c:pt>
                <c:pt idx="798">
                  <c:v>39835</c:v>
                </c:pt>
                <c:pt idx="799">
                  <c:v>39836</c:v>
                </c:pt>
                <c:pt idx="800">
                  <c:v>39839</c:v>
                </c:pt>
                <c:pt idx="801">
                  <c:v>39840</c:v>
                </c:pt>
                <c:pt idx="802">
                  <c:v>39841</c:v>
                </c:pt>
                <c:pt idx="803">
                  <c:v>39842</c:v>
                </c:pt>
                <c:pt idx="804">
                  <c:v>39843</c:v>
                </c:pt>
                <c:pt idx="805">
                  <c:v>39846</c:v>
                </c:pt>
                <c:pt idx="806">
                  <c:v>39847</c:v>
                </c:pt>
                <c:pt idx="807">
                  <c:v>39848</c:v>
                </c:pt>
                <c:pt idx="808">
                  <c:v>39849</c:v>
                </c:pt>
                <c:pt idx="809">
                  <c:v>39850</c:v>
                </c:pt>
                <c:pt idx="810">
                  <c:v>39853</c:v>
                </c:pt>
                <c:pt idx="811">
                  <c:v>39854</c:v>
                </c:pt>
                <c:pt idx="812">
                  <c:v>39855</c:v>
                </c:pt>
                <c:pt idx="813">
                  <c:v>39856</c:v>
                </c:pt>
                <c:pt idx="814">
                  <c:v>39857</c:v>
                </c:pt>
                <c:pt idx="815">
                  <c:v>39860</c:v>
                </c:pt>
                <c:pt idx="816">
                  <c:v>39861</c:v>
                </c:pt>
                <c:pt idx="817">
                  <c:v>39862</c:v>
                </c:pt>
                <c:pt idx="818">
                  <c:v>39863</c:v>
                </c:pt>
                <c:pt idx="819">
                  <c:v>39864</c:v>
                </c:pt>
                <c:pt idx="820">
                  <c:v>39867</c:v>
                </c:pt>
                <c:pt idx="821">
                  <c:v>39868</c:v>
                </c:pt>
                <c:pt idx="822">
                  <c:v>39869</c:v>
                </c:pt>
                <c:pt idx="823">
                  <c:v>39870</c:v>
                </c:pt>
                <c:pt idx="824">
                  <c:v>39871</c:v>
                </c:pt>
                <c:pt idx="825">
                  <c:v>39874</c:v>
                </c:pt>
                <c:pt idx="826">
                  <c:v>39875</c:v>
                </c:pt>
                <c:pt idx="827">
                  <c:v>39876</c:v>
                </c:pt>
                <c:pt idx="828">
                  <c:v>39877</c:v>
                </c:pt>
                <c:pt idx="829">
                  <c:v>39878</c:v>
                </c:pt>
                <c:pt idx="830">
                  <c:v>39881</c:v>
                </c:pt>
                <c:pt idx="831">
                  <c:v>39882</c:v>
                </c:pt>
                <c:pt idx="832">
                  <c:v>39883</c:v>
                </c:pt>
                <c:pt idx="833">
                  <c:v>39884</c:v>
                </c:pt>
                <c:pt idx="834">
                  <c:v>39885</c:v>
                </c:pt>
                <c:pt idx="835">
                  <c:v>39888</c:v>
                </c:pt>
                <c:pt idx="836">
                  <c:v>39889</c:v>
                </c:pt>
                <c:pt idx="837">
                  <c:v>39890</c:v>
                </c:pt>
                <c:pt idx="838">
                  <c:v>39891</c:v>
                </c:pt>
                <c:pt idx="839">
                  <c:v>39892</c:v>
                </c:pt>
                <c:pt idx="840">
                  <c:v>39895</c:v>
                </c:pt>
                <c:pt idx="841">
                  <c:v>39896</c:v>
                </c:pt>
                <c:pt idx="842">
                  <c:v>39897</c:v>
                </c:pt>
                <c:pt idx="843">
                  <c:v>39898</c:v>
                </c:pt>
                <c:pt idx="844">
                  <c:v>39899</c:v>
                </c:pt>
                <c:pt idx="845">
                  <c:v>39902</c:v>
                </c:pt>
                <c:pt idx="846">
                  <c:v>39903</c:v>
                </c:pt>
                <c:pt idx="847">
                  <c:v>39904</c:v>
                </c:pt>
                <c:pt idx="848">
                  <c:v>39905</c:v>
                </c:pt>
                <c:pt idx="849">
                  <c:v>39906</c:v>
                </c:pt>
                <c:pt idx="850">
                  <c:v>39909</c:v>
                </c:pt>
                <c:pt idx="851">
                  <c:v>39910</c:v>
                </c:pt>
                <c:pt idx="852">
                  <c:v>39911</c:v>
                </c:pt>
                <c:pt idx="853">
                  <c:v>39912</c:v>
                </c:pt>
                <c:pt idx="854">
                  <c:v>39913</c:v>
                </c:pt>
                <c:pt idx="855">
                  <c:v>39916</c:v>
                </c:pt>
                <c:pt idx="856">
                  <c:v>39917</c:v>
                </c:pt>
                <c:pt idx="857">
                  <c:v>39918</c:v>
                </c:pt>
                <c:pt idx="858">
                  <c:v>39919</c:v>
                </c:pt>
                <c:pt idx="859">
                  <c:v>39920</c:v>
                </c:pt>
                <c:pt idx="860">
                  <c:v>39923</c:v>
                </c:pt>
                <c:pt idx="861">
                  <c:v>39924</c:v>
                </c:pt>
                <c:pt idx="862">
                  <c:v>39925</c:v>
                </c:pt>
                <c:pt idx="863">
                  <c:v>39926</c:v>
                </c:pt>
                <c:pt idx="864">
                  <c:v>39927</c:v>
                </c:pt>
                <c:pt idx="865">
                  <c:v>39930</c:v>
                </c:pt>
                <c:pt idx="866">
                  <c:v>39931</c:v>
                </c:pt>
                <c:pt idx="867">
                  <c:v>39932</c:v>
                </c:pt>
                <c:pt idx="868">
                  <c:v>39933</c:v>
                </c:pt>
                <c:pt idx="869">
                  <c:v>39934</c:v>
                </c:pt>
                <c:pt idx="870">
                  <c:v>39937</c:v>
                </c:pt>
                <c:pt idx="871">
                  <c:v>39938</c:v>
                </c:pt>
                <c:pt idx="872">
                  <c:v>39939</c:v>
                </c:pt>
                <c:pt idx="873">
                  <c:v>39940</c:v>
                </c:pt>
                <c:pt idx="874">
                  <c:v>39941</c:v>
                </c:pt>
                <c:pt idx="875">
                  <c:v>39944</c:v>
                </c:pt>
                <c:pt idx="876">
                  <c:v>39945</c:v>
                </c:pt>
                <c:pt idx="877">
                  <c:v>39946</c:v>
                </c:pt>
                <c:pt idx="878">
                  <c:v>39947</c:v>
                </c:pt>
                <c:pt idx="879">
                  <c:v>39948</c:v>
                </c:pt>
                <c:pt idx="880">
                  <c:v>39951</c:v>
                </c:pt>
                <c:pt idx="881">
                  <c:v>39952</c:v>
                </c:pt>
                <c:pt idx="882">
                  <c:v>39953</c:v>
                </c:pt>
                <c:pt idx="883">
                  <c:v>39954</c:v>
                </c:pt>
                <c:pt idx="884">
                  <c:v>39955</c:v>
                </c:pt>
                <c:pt idx="885">
                  <c:v>39958</c:v>
                </c:pt>
                <c:pt idx="886">
                  <c:v>39959</c:v>
                </c:pt>
                <c:pt idx="887">
                  <c:v>39960</c:v>
                </c:pt>
                <c:pt idx="888">
                  <c:v>39961</c:v>
                </c:pt>
                <c:pt idx="889">
                  <c:v>39962</c:v>
                </c:pt>
                <c:pt idx="890">
                  <c:v>39965</c:v>
                </c:pt>
                <c:pt idx="891">
                  <c:v>39966</c:v>
                </c:pt>
                <c:pt idx="892">
                  <c:v>39967</c:v>
                </c:pt>
                <c:pt idx="893">
                  <c:v>39968</c:v>
                </c:pt>
                <c:pt idx="894">
                  <c:v>39969</c:v>
                </c:pt>
                <c:pt idx="895">
                  <c:v>39972</c:v>
                </c:pt>
                <c:pt idx="896">
                  <c:v>39973</c:v>
                </c:pt>
                <c:pt idx="897">
                  <c:v>39974</c:v>
                </c:pt>
                <c:pt idx="898">
                  <c:v>39975</c:v>
                </c:pt>
                <c:pt idx="899">
                  <c:v>39976</c:v>
                </c:pt>
                <c:pt idx="900">
                  <c:v>39979</c:v>
                </c:pt>
                <c:pt idx="901">
                  <c:v>39980</c:v>
                </c:pt>
                <c:pt idx="902">
                  <c:v>39981</c:v>
                </c:pt>
                <c:pt idx="903">
                  <c:v>39982</c:v>
                </c:pt>
                <c:pt idx="904">
                  <c:v>39983</c:v>
                </c:pt>
                <c:pt idx="905">
                  <c:v>39986</c:v>
                </c:pt>
                <c:pt idx="906">
                  <c:v>39987</c:v>
                </c:pt>
                <c:pt idx="907">
                  <c:v>39988</c:v>
                </c:pt>
                <c:pt idx="908">
                  <c:v>39989</c:v>
                </c:pt>
                <c:pt idx="909">
                  <c:v>39990</c:v>
                </c:pt>
                <c:pt idx="910">
                  <c:v>39993</c:v>
                </c:pt>
                <c:pt idx="911">
                  <c:v>39994</c:v>
                </c:pt>
                <c:pt idx="912">
                  <c:v>39995</c:v>
                </c:pt>
                <c:pt idx="913">
                  <c:v>39996</c:v>
                </c:pt>
                <c:pt idx="914">
                  <c:v>39997</c:v>
                </c:pt>
                <c:pt idx="915">
                  <c:v>40000</c:v>
                </c:pt>
                <c:pt idx="916">
                  <c:v>40001</c:v>
                </c:pt>
                <c:pt idx="917">
                  <c:v>40002</c:v>
                </c:pt>
                <c:pt idx="918">
                  <c:v>40003</c:v>
                </c:pt>
                <c:pt idx="919">
                  <c:v>40004</c:v>
                </c:pt>
                <c:pt idx="920">
                  <c:v>40007</c:v>
                </c:pt>
                <c:pt idx="921">
                  <c:v>40008</c:v>
                </c:pt>
                <c:pt idx="922">
                  <c:v>40009</c:v>
                </c:pt>
                <c:pt idx="923">
                  <c:v>40010</c:v>
                </c:pt>
                <c:pt idx="924">
                  <c:v>40011</c:v>
                </c:pt>
                <c:pt idx="925">
                  <c:v>40014</c:v>
                </c:pt>
                <c:pt idx="926">
                  <c:v>40015</c:v>
                </c:pt>
                <c:pt idx="927">
                  <c:v>40016</c:v>
                </c:pt>
                <c:pt idx="928">
                  <c:v>40017</c:v>
                </c:pt>
                <c:pt idx="929">
                  <c:v>40018</c:v>
                </c:pt>
                <c:pt idx="930">
                  <c:v>40021</c:v>
                </c:pt>
                <c:pt idx="931">
                  <c:v>40022</c:v>
                </c:pt>
                <c:pt idx="932">
                  <c:v>40023</c:v>
                </c:pt>
                <c:pt idx="933">
                  <c:v>40024</c:v>
                </c:pt>
                <c:pt idx="934">
                  <c:v>40025</c:v>
                </c:pt>
                <c:pt idx="935">
                  <c:v>40028</c:v>
                </c:pt>
                <c:pt idx="936">
                  <c:v>40029</c:v>
                </c:pt>
                <c:pt idx="937">
                  <c:v>40030</c:v>
                </c:pt>
                <c:pt idx="938">
                  <c:v>40031</c:v>
                </c:pt>
                <c:pt idx="939">
                  <c:v>40032</c:v>
                </c:pt>
                <c:pt idx="940">
                  <c:v>40035</c:v>
                </c:pt>
                <c:pt idx="941">
                  <c:v>40036</c:v>
                </c:pt>
                <c:pt idx="942">
                  <c:v>40037</c:v>
                </c:pt>
                <c:pt idx="943">
                  <c:v>40038</c:v>
                </c:pt>
                <c:pt idx="944">
                  <c:v>40039</c:v>
                </c:pt>
                <c:pt idx="945">
                  <c:v>40042</c:v>
                </c:pt>
                <c:pt idx="946">
                  <c:v>40043</c:v>
                </c:pt>
                <c:pt idx="947">
                  <c:v>40044</c:v>
                </c:pt>
                <c:pt idx="948">
                  <c:v>40045</c:v>
                </c:pt>
                <c:pt idx="949">
                  <c:v>40046</c:v>
                </c:pt>
                <c:pt idx="950">
                  <c:v>40049</c:v>
                </c:pt>
                <c:pt idx="951">
                  <c:v>40050</c:v>
                </c:pt>
                <c:pt idx="952">
                  <c:v>40051</c:v>
                </c:pt>
                <c:pt idx="953">
                  <c:v>40052</c:v>
                </c:pt>
                <c:pt idx="954">
                  <c:v>40053</c:v>
                </c:pt>
                <c:pt idx="955">
                  <c:v>40056</c:v>
                </c:pt>
                <c:pt idx="956">
                  <c:v>40057</c:v>
                </c:pt>
                <c:pt idx="957">
                  <c:v>40058</c:v>
                </c:pt>
                <c:pt idx="958">
                  <c:v>40059</c:v>
                </c:pt>
                <c:pt idx="959">
                  <c:v>40060</c:v>
                </c:pt>
                <c:pt idx="960">
                  <c:v>40063</c:v>
                </c:pt>
                <c:pt idx="961">
                  <c:v>40064</c:v>
                </c:pt>
                <c:pt idx="962">
                  <c:v>40065</c:v>
                </c:pt>
                <c:pt idx="963">
                  <c:v>40066</c:v>
                </c:pt>
                <c:pt idx="964">
                  <c:v>40067</c:v>
                </c:pt>
                <c:pt idx="965">
                  <c:v>40070</c:v>
                </c:pt>
                <c:pt idx="966">
                  <c:v>40071</c:v>
                </c:pt>
                <c:pt idx="967">
                  <c:v>40072</c:v>
                </c:pt>
                <c:pt idx="968">
                  <c:v>40073</c:v>
                </c:pt>
                <c:pt idx="969">
                  <c:v>40074</c:v>
                </c:pt>
                <c:pt idx="970">
                  <c:v>40077</c:v>
                </c:pt>
                <c:pt idx="971">
                  <c:v>40078</c:v>
                </c:pt>
                <c:pt idx="972">
                  <c:v>40079</c:v>
                </c:pt>
                <c:pt idx="973">
                  <c:v>40080</c:v>
                </c:pt>
                <c:pt idx="974">
                  <c:v>40081</c:v>
                </c:pt>
                <c:pt idx="975">
                  <c:v>40084</c:v>
                </c:pt>
                <c:pt idx="976">
                  <c:v>40085</c:v>
                </c:pt>
                <c:pt idx="977">
                  <c:v>40086</c:v>
                </c:pt>
                <c:pt idx="978">
                  <c:v>40087</c:v>
                </c:pt>
                <c:pt idx="979">
                  <c:v>40088</c:v>
                </c:pt>
                <c:pt idx="980">
                  <c:v>40091</c:v>
                </c:pt>
                <c:pt idx="981">
                  <c:v>40092</c:v>
                </c:pt>
                <c:pt idx="982">
                  <c:v>40093</c:v>
                </c:pt>
                <c:pt idx="983">
                  <c:v>40094</c:v>
                </c:pt>
                <c:pt idx="984">
                  <c:v>40095</c:v>
                </c:pt>
                <c:pt idx="985">
                  <c:v>40098</c:v>
                </c:pt>
                <c:pt idx="986">
                  <c:v>40099</c:v>
                </c:pt>
                <c:pt idx="987">
                  <c:v>40100</c:v>
                </c:pt>
                <c:pt idx="988">
                  <c:v>40101</c:v>
                </c:pt>
                <c:pt idx="989">
                  <c:v>40102</c:v>
                </c:pt>
                <c:pt idx="990">
                  <c:v>40105</c:v>
                </c:pt>
                <c:pt idx="991">
                  <c:v>40106</c:v>
                </c:pt>
                <c:pt idx="992">
                  <c:v>40107</c:v>
                </c:pt>
                <c:pt idx="993">
                  <c:v>40108</c:v>
                </c:pt>
                <c:pt idx="994">
                  <c:v>40109</c:v>
                </c:pt>
                <c:pt idx="995">
                  <c:v>40112</c:v>
                </c:pt>
                <c:pt idx="996">
                  <c:v>40113</c:v>
                </c:pt>
                <c:pt idx="997">
                  <c:v>40114</c:v>
                </c:pt>
                <c:pt idx="998">
                  <c:v>40115</c:v>
                </c:pt>
                <c:pt idx="999">
                  <c:v>40116</c:v>
                </c:pt>
                <c:pt idx="1000">
                  <c:v>40119</c:v>
                </c:pt>
                <c:pt idx="1001">
                  <c:v>40120</c:v>
                </c:pt>
                <c:pt idx="1002">
                  <c:v>40121</c:v>
                </c:pt>
                <c:pt idx="1003">
                  <c:v>40122</c:v>
                </c:pt>
                <c:pt idx="1004">
                  <c:v>40123</c:v>
                </c:pt>
                <c:pt idx="1005">
                  <c:v>40126</c:v>
                </c:pt>
                <c:pt idx="1006">
                  <c:v>40127</c:v>
                </c:pt>
                <c:pt idx="1007">
                  <c:v>40128</c:v>
                </c:pt>
                <c:pt idx="1008">
                  <c:v>40129</c:v>
                </c:pt>
                <c:pt idx="1009">
                  <c:v>40130</c:v>
                </c:pt>
                <c:pt idx="1010">
                  <c:v>40133</c:v>
                </c:pt>
                <c:pt idx="1011">
                  <c:v>40134</c:v>
                </c:pt>
                <c:pt idx="1012">
                  <c:v>40135</c:v>
                </c:pt>
                <c:pt idx="1013">
                  <c:v>40136</c:v>
                </c:pt>
                <c:pt idx="1014">
                  <c:v>40137</c:v>
                </c:pt>
                <c:pt idx="1015">
                  <c:v>40140</c:v>
                </c:pt>
                <c:pt idx="1016">
                  <c:v>40141</c:v>
                </c:pt>
                <c:pt idx="1017">
                  <c:v>40142</c:v>
                </c:pt>
                <c:pt idx="1018">
                  <c:v>40143</c:v>
                </c:pt>
                <c:pt idx="1019">
                  <c:v>40144</c:v>
                </c:pt>
                <c:pt idx="1020">
                  <c:v>40147</c:v>
                </c:pt>
                <c:pt idx="1021">
                  <c:v>40148</c:v>
                </c:pt>
                <c:pt idx="1022">
                  <c:v>40149</c:v>
                </c:pt>
                <c:pt idx="1023">
                  <c:v>40150</c:v>
                </c:pt>
                <c:pt idx="1024">
                  <c:v>40151</c:v>
                </c:pt>
                <c:pt idx="1025">
                  <c:v>40154</c:v>
                </c:pt>
                <c:pt idx="1026">
                  <c:v>40155</c:v>
                </c:pt>
                <c:pt idx="1027">
                  <c:v>40156</c:v>
                </c:pt>
                <c:pt idx="1028">
                  <c:v>40157</c:v>
                </c:pt>
                <c:pt idx="1029">
                  <c:v>40158</c:v>
                </c:pt>
                <c:pt idx="1030">
                  <c:v>40161</c:v>
                </c:pt>
                <c:pt idx="1031">
                  <c:v>40162</c:v>
                </c:pt>
                <c:pt idx="1032">
                  <c:v>40163</c:v>
                </c:pt>
                <c:pt idx="1033">
                  <c:v>40164</c:v>
                </c:pt>
                <c:pt idx="1034">
                  <c:v>40165</c:v>
                </c:pt>
                <c:pt idx="1035">
                  <c:v>40168</c:v>
                </c:pt>
                <c:pt idx="1036">
                  <c:v>40169</c:v>
                </c:pt>
                <c:pt idx="1037">
                  <c:v>40170</c:v>
                </c:pt>
                <c:pt idx="1038">
                  <c:v>40171</c:v>
                </c:pt>
                <c:pt idx="1039">
                  <c:v>40172</c:v>
                </c:pt>
                <c:pt idx="1040">
                  <c:v>40175</c:v>
                </c:pt>
                <c:pt idx="1041">
                  <c:v>40176</c:v>
                </c:pt>
                <c:pt idx="1042">
                  <c:v>40177</c:v>
                </c:pt>
                <c:pt idx="1043">
                  <c:v>40178</c:v>
                </c:pt>
                <c:pt idx="1044">
                  <c:v>40179</c:v>
                </c:pt>
                <c:pt idx="1045">
                  <c:v>40182</c:v>
                </c:pt>
                <c:pt idx="1046">
                  <c:v>40183</c:v>
                </c:pt>
                <c:pt idx="1047">
                  <c:v>40184</c:v>
                </c:pt>
                <c:pt idx="1048">
                  <c:v>40185</c:v>
                </c:pt>
                <c:pt idx="1049">
                  <c:v>40186</c:v>
                </c:pt>
                <c:pt idx="1050">
                  <c:v>40189</c:v>
                </c:pt>
                <c:pt idx="1051">
                  <c:v>40190</c:v>
                </c:pt>
                <c:pt idx="1052">
                  <c:v>40191</c:v>
                </c:pt>
                <c:pt idx="1053">
                  <c:v>40192</c:v>
                </c:pt>
                <c:pt idx="1054">
                  <c:v>40193</c:v>
                </c:pt>
                <c:pt idx="1055">
                  <c:v>40196</c:v>
                </c:pt>
                <c:pt idx="1056">
                  <c:v>40197</c:v>
                </c:pt>
                <c:pt idx="1057">
                  <c:v>40198</c:v>
                </c:pt>
                <c:pt idx="1058">
                  <c:v>40199</c:v>
                </c:pt>
                <c:pt idx="1059">
                  <c:v>40200</c:v>
                </c:pt>
                <c:pt idx="1060">
                  <c:v>40203</c:v>
                </c:pt>
                <c:pt idx="1061">
                  <c:v>40204</c:v>
                </c:pt>
                <c:pt idx="1062">
                  <c:v>40205</c:v>
                </c:pt>
                <c:pt idx="1063">
                  <c:v>40206</c:v>
                </c:pt>
                <c:pt idx="1064">
                  <c:v>40207</c:v>
                </c:pt>
                <c:pt idx="1065">
                  <c:v>40210</c:v>
                </c:pt>
                <c:pt idx="1066">
                  <c:v>40211</c:v>
                </c:pt>
                <c:pt idx="1067">
                  <c:v>40212</c:v>
                </c:pt>
                <c:pt idx="1068">
                  <c:v>40213</c:v>
                </c:pt>
                <c:pt idx="1069">
                  <c:v>40214</c:v>
                </c:pt>
                <c:pt idx="1070">
                  <c:v>40217</c:v>
                </c:pt>
                <c:pt idx="1071">
                  <c:v>40218</c:v>
                </c:pt>
                <c:pt idx="1072">
                  <c:v>40219</c:v>
                </c:pt>
                <c:pt idx="1073">
                  <c:v>40220</c:v>
                </c:pt>
                <c:pt idx="1074">
                  <c:v>40221</c:v>
                </c:pt>
                <c:pt idx="1075">
                  <c:v>40224</c:v>
                </c:pt>
                <c:pt idx="1076">
                  <c:v>40225</c:v>
                </c:pt>
                <c:pt idx="1077">
                  <c:v>40226</c:v>
                </c:pt>
                <c:pt idx="1078">
                  <c:v>40227</c:v>
                </c:pt>
                <c:pt idx="1079">
                  <c:v>40228</c:v>
                </c:pt>
                <c:pt idx="1080">
                  <c:v>40231</c:v>
                </c:pt>
                <c:pt idx="1081">
                  <c:v>40232</c:v>
                </c:pt>
                <c:pt idx="1082">
                  <c:v>40233</c:v>
                </c:pt>
                <c:pt idx="1083">
                  <c:v>40234</c:v>
                </c:pt>
                <c:pt idx="1084">
                  <c:v>40235</c:v>
                </c:pt>
                <c:pt idx="1085">
                  <c:v>40238</c:v>
                </c:pt>
                <c:pt idx="1086">
                  <c:v>40239</c:v>
                </c:pt>
                <c:pt idx="1087">
                  <c:v>40240</c:v>
                </c:pt>
                <c:pt idx="1088">
                  <c:v>40241</c:v>
                </c:pt>
                <c:pt idx="1089">
                  <c:v>40242</c:v>
                </c:pt>
                <c:pt idx="1090">
                  <c:v>40245</c:v>
                </c:pt>
                <c:pt idx="1091">
                  <c:v>40246</c:v>
                </c:pt>
                <c:pt idx="1092">
                  <c:v>40247</c:v>
                </c:pt>
                <c:pt idx="1093">
                  <c:v>40248</c:v>
                </c:pt>
                <c:pt idx="1094">
                  <c:v>40249</c:v>
                </c:pt>
                <c:pt idx="1095">
                  <c:v>40252</c:v>
                </c:pt>
                <c:pt idx="1096">
                  <c:v>40253</c:v>
                </c:pt>
                <c:pt idx="1097">
                  <c:v>40254</c:v>
                </c:pt>
                <c:pt idx="1098">
                  <c:v>40255</c:v>
                </c:pt>
                <c:pt idx="1099">
                  <c:v>40256</c:v>
                </c:pt>
                <c:pt idx="1100">
                  <c:v>40259</c:v>
                </c:pt>
                <c:pt idx="1101">
                  <c:v>40260</c:v>
                </c:pt>
                <c:pt idx="1102">
                  <c:v>40261</c:v>
                </c:pt>
                <c:pt idx="1103">
                  <c:v>40262</c:v>
                </c:pt>
                <c:pt idx="1104">
                  <c:v>40263</c:v>
                </c:pt>
                <c:pt idx="1105">
                  <c:v>40266</c:v>
                </c:pt>
                <c:pt idx="1106">
                  <c:v>40267</c:v>
                </c:pt>
                <c:pt idx="1107">
                  <c:v>40268</c:v>
                </c:pt>
                <c:pt idx="1108">
                  <c:v>40269</c:v>
                </c:pt>
                <c:pt idx="1109">
                  <c:v>40270</c:v>
                </c:pt>
                <c:pt idx="1110">
                  <c:v>40273</c:v>
                </c:pt>
                <c:pt idx="1111">
                  <c:v>40274</c:v>
                </c:pt>
                <c:pt idx="1112">
                  <c:v>40275</c:v>
                </c:pt>
                <c:pt idx="1113">
                  <c:v>40276</c:v>
                </c:pt>
                <c:pt idx="1114">
                  <c:v>40277</c:v>
                </c:pt>
                <c:pt idx="1115">
                  <c:v>40280</c:v>
                </c:pt>
                <c:pt idx="1116">
                  <c:v>40281</c:v>
                </c:pt>
                <c:pt idx="1117">
                  <c:v>40282</c:v>
                </c:pt>
                <c:pt idx="1118">
                  <c:v>40283</c:v>
                </c:pt>
                <c:pt idx="1119">
                  <c:v>40284</c:v>
                </c:pt>
                <c:pt idx="1120">
                  <c:v>40287</c:v>
                </c:pt>
                <c:pt idx="1121">
                  <c:v>40288</c:v>
                </c:pt>
                <c:pt idx="1122">
                  <c:v>40289</c:v>
                </c:pt>
                <c:pt idx="1123">
                  <c:v>40290</c:v>
                </c:pt>
                <c:pt idx="1124">
                  <c:v>40291</c:v>
                </c:pt>
                <c:pt idx="1125">
                  <c:v>40294</c:v>
                </c:pt>
                <c:pt idx="1126">
                  <c:v>40295</c:v>
                </c:pt>
                <c:pt idx="1127">
                  <c:v>40296</c:v>
                </c:pt>
                <c:pt idx="1128">
                  <c:v>40297</c:v>
                </c:pt>
                <c:pt idx="1129">
                  <c:v>40298</c:v>
                </c:pt>
                <c:pt idx="1130">
                  <c:v>40301</c:v>
                </c:pt>
                <c:pt idx="1131">
                  <c:v>40302</c:v>
                </c:pt>
                <c:pt idx="1132">
                  <c:v>40303</c:v>
                </c:pt>
                <c:pt idx="1133">
                  <c:v>40304</c:v>
                </c:pt>
                <c:pt idx="1134">
                  <c:v>40305</c:v>
                </c:pt>
                <c:pt idx="1135">
                  <c:v>40308</c:v>
                </c:pt>
                <c:pt idx="1136">
                  <c:v>40309</c:v>
                </c:pt>
                <c:pt idx="1137">
                  <c:v>40310</c:v>
                </c:pt>
                <c:pt idx="1138">
                  <c:v>40311</c:v>
                </c:pt>
                <c:pt idx="1139">
                  <c:v>40312</c:v>
                </c:pt>
                <c:pt idx="1140">
                  <c:v>40315</c:v>
                </c:pt>
                <c:pt idx="1141">
                  <c:v>40316</c:v>
                </c:pt>
                <c:pt idx="1142">
                  <c:v>40317</c:v>
                </c:pt>
                <c:pt idx="1143">
                  <c:v>40318</c:v>
                </c:pt>
                <c:pt idx="1144">
                  <c:v>40319</c:v>
                </c:pt>
                <c:pt idx="1145">
                  <c:v>40322</c:v>
                </c:pt>
                <c:pt idx="1146">
                  <c:v>40323</c:v>
                </c:pt>
                <c:pt idx="1147">
                  <c:v>40324</c:v>
                </c:pt>
                <c:pt idx="1148">
                  <c:v>40325</c:v>
                </c:pt>
                <c:pt idx="1149">
                  <c:v>40326</c:v>
                </c:pt>
                <c:pt idx="1150">
                  <c:v>40329</c:v>
                </c:pt>
                <c:pt idx="1151">
                  <c:v>40330</c:v>
                </c:pt>
                <c:pt idx="1152">
                  <c:v>40331</c:v>
                </c:pt>
                <c:pt idx="1153">
                  <c:v>40332</c:v>
                </c:pt>
                <c:pt idx="1154">
                  <c:v>40333</c:v>
                </c:pt>
                <c:pt idx="1155">
                  <c:v>40336</c:v>
                </c:pt>
                <c:pt idx="1156">
                  <c:v>40337</c:v>
                </c:pt>
                <c:pt idx="1157">
                  <c:v>40338</c:v>
                </c:pt>
                <c:pt idx="1158">
                  <c:v>40339</c:v>
                </c:pt>
                <c:pt idx="1159">
                  <c:v>40340</c:v>
                </c:pt>
                <c:pt idx="1160">
                  <c:v>40343</c:v>
                </c:pt>
                <c:pt idx="1161">
                  <c:v>40344</c:v>
                </c:pt>
                <c:pt idx="1162">
                  <c:v>40345</c:v>
                </c:pt>
                <c:pt idx="1163">
                  <c:v>40346</c:v>
                </c:pt>
                <c:pt idx="1164">
                  <c:v>40347</c:v>
                </c:pt>
                <c:pt idx="1165">
                  <c:v>40350</c:v>
                </c:pt>
                <c:pt idx="1166">
                  <c:v>40351</c:v>
                </c:pt>
                <c:pt idx="1167">
                  <c:v>40352</c:v>
                </c:pt>
                <c:pt idx="1168">
                  <c:v>40353</c:v>
                </c:pt>
                <c:pt idx="1169">
                  <c:v>40354</c:v>
                </c:pt>
                <c:pt idx="1170">
                  <c:v>40357</c:v>
                </c:pt>
                <c:pt idx="1171">
                  <c:v>40358</c:v>
                </c:pt>
                <c:pt idx="1172">
                  <c:v>40359</c:v>
                </c:pt>
                <c:pt idx="1173">
                  <c:v>40360</c:v>
                </c:pt>
                <c:pt idx="1174">
                  <c:v>40361</c:v>
                </c:pt>
                <c:pt idx="1175">
                  <c:v>40364</c:v>
                </c:pt>
                <c:pt idx="1176">
                  <c:v>40365</c:v>
                </c:pt>
                <c:pt idx="1177">
                  <c:v>40366</c:v>
                </c:pt>
                <c:pt idx="1178">
                  <c:v>40367</c:v>
                </c:pt>
                <c:pt idx="1179">
                  <c:v>40368</c:v>
                </c:pt>
                <c:pt idx="1180">
                  <c:v>40371</c:v>
                </c:pt>
                <c:pt idx="1181">
                  <c:v>40372</c:v>
                </c:pt>
                <c:pt idx="1182">
                  <c:v>40373</c:v>
                </c:pt>
                <c:pt idx="1183">
                  <c:v>40374</c:v>
                </c:pt>
                <c:pt idx="1184">
                  <c:v>40375</c:v>
                </c:pt>
                <c:pt idx="1185">
                  <c:v>40378</c:v>
                </c:pt>
                <c:pt idx="1186">
                  <c:v>40379</c:v>
                </c:pt>
                <c:pt idx="1187">
                  <c:v>40380</c:v>
                </c:pt>
                <c:pt idx="1188">
                  <c:v>40381</c:v>
                </c:pt>
                <c:pt idx="1189">
                  <c:v>40382</c:v>
                </c:pt>
                <c:pt idx="1190">
                  <c:v>40385</c:v>
                </c:pt>
                <c:pt idx="1191">
                  <c:v>40386</c:v>
                </c:pt>
                <c:pt idx="1192">
                  <c:v>40387</c:v>
                </c:pt>
                <c:pt idx="1193">
                  <c:v>40388</c:v>
                </c:pt>
                <c:pt idx="1194">
                  <c:v>40389</c:v>
                </c:pt>
                <c:pt idx="1195">
                  <c:v>40392</c:v>
                </c:pt>
                <c:pt idx="1196">
                  <c:v>40393</c:v>
                </c:pt>
                <c:pt idx="1197">
                  <c:v>40394</c:v>
                </c:pt>
                <c:pt idx="1198">
                  <c:v>40395</c:v>
                </c:pt>
                <c:pt idx="1199">
                  <c:v>40396</c:v>
                </c:pt>
                <c:pt idx="1200">
                  <c:v>40399</c:v>
                </c:pt>
                <c:pt idx="1201">
                  <c:v>40400</c:v>
                </c:pt>
                <c:pt idx="1202">
                  <c:v>40401</c:v>
                </c:pt>
                <c:pt idx="1203">
                  <c:v>40402</c:v>
                </c:pt>
                <c:pt idx="1204">
                  <c:v>40403</c:v>
                </c:pt>
                <c:pt idx="1205">
                  <c:v>40406</c:v>
                </c:pt>
                <c:pt idx="1206">
                  <c:v>40407</c:v>
                </c:pt>
                <c:pt idx="1207">
                  <c:v>40408</c:v>
                </c:pt>
                <c:pt idx="1208">
                  <c:v>40409</c:v>
                </c:pt>
                <c:pt idx="1209">
                  <c:v>40410</c:v>
                </c:pt>
                <c:pt idx="1210">
                  <c:v>40413</c:v>
                </c:pt>
                <c:pt idx="1211">
                  <c:v>40414</c:v>
                </c:pt>
                <c:pt idx="1212">
                  <c:v>40415</c:v>
                </c:pt>
                <c:pt idx="1213">
                  <c:v>40416</c:v>
                </c:pt>
                <c:pt idx="1214">
                  <c:v>40417</c:v>
                </c:pt>
                <c:pt idx="1215">
                  <c:v>40420</c:v>
                </c:pt>
                <c:pt idx="1216">
                  <c:v>40421</c:v>
                </c:pt>
                <c:pt idx="1217">
                  <c:v>40422</c:v>
                </c:pt>
                <c:pt idx="1218">
                  <c:v>40423</c:v>
                </c:pt>
                <c:pt idx="1219">
                  <c:v>40424</c:v>
                </c:pt>
                <c:pt idx="1220">
                  <c:v>40427</c:v>
                </c:pt>
                <c:pt idx="1221">
                  <c:v>40428</c:v>
                </c:pt>
                <c:pt idx="1222">
                  <c:v>40429</c:v>
                </c:pt>
                <c:pt idx="1223">
                  <c:v>40430</c:v>
                </c:pt>
                <c:pt idx="1224">
                  <c:v>40431</c:v>
                </c:pt>
                <c:pt idx="1225">
                  <c:v>40434</c:v>
                </c:pt>
                <c:pt idx="1226">
                  <c:v>40435</c:v>
                </c:pt>
                <c:pt idx="1227">
                  <c:v>40436</c:v>
                </c:pt>
                <c:pt idx="1228">
                  <c:v>40437</c:v>
                </c:pt>
                <c:pt idx="1229">
                  <c:v>40438</c:v>
                </c:pt>
                <c:pt idx="1230">
                  <c:v>40441</c:v>
                </c:pt>
                <c:pt idx="1231">
                  <c:v>40442</c:v>
                </c:pt>
                <c:pt idx="1232">
                  <c:v>40443</c:v>
                </c:pt>
                <c:pt idx="1233">
                  <c:v>40444</c:v>
                </c:pt>
                <c:pt idx="1234">
                  <c:v>40445</c:v>
                </c:pt>
                <c:pt idx="1235">
                  <c:v>40448</c:v>
                </c:pt>
                <c:pt idx="1236">
                  <c:v>40449</c:v>
                </c:pt>
                <c:pt idx="1237">
                  <c:v>40450</c:v>
                </c:pt>
                <c:pt idx="1238">
                  <c:v>40451</c:v>
                </c:pt>
                <c:pt idx="1239">
                  <c:v>40452</c:v>
                </c:pt>
                <c:pt idx="1240">
                  <c:v>40455</c:v>
                </c:pt>
                <c:pt idx="1241">
                  <c:v>40456</c:v>
                </c:pt>
                <c:pt idx="1242">
                  <c:v>40457</c:v>
                </c:pt>
                <c:pt idx="1243">
                  <c:v>40458</c:v>
                </c:pt>
                <c:pt idx="1244">
                  <c:v>40459</c:v>
                </c:pt>
                <c:pt idx="1245">
                  <c:v>40462</c:v>
                </c:pt>
                <c:pt idx="1246">
                  <c:v>40463</c:v>
                </c:pt>
                <c:pt idx="1247">
                  <c:v>40464</c:v>
                </c:pt>
                <c:pt idx="1248">
                  <c:v>40465</c:v>
                </c:pt>
                <c:pt idx="1249">
                  <c:v>40466</c:v>
                </c:pt>
                <c:pt idx="1250">
                  <c:v>40469</c:v>
                </c:pt>
                <c:pt idx="1251">
                  <c:v>40470</c:v>
                </c:pt>
                <c:pt idx="1252">
                  <c:v>40471</c:v>
                </c:pt>
                <c:pt idx="1253">
                  <c:v>40472</c:v>
                </c:pt>
                <c:pt idx="1254">
                  <c:v>40473</c:v>
                </c:pt>
                <c:pt idx="1255">
                  <c:v>40476</c:v>
                </c:pt>
                <c:pt idx="1256">
                  <c:v>40477</c:v>
                </c:pt>
                <c:pt idx="1257">
                  <c:v>40478</c:v>
                </c:pt>
                <c:pt idx="1258">
                  <c:v>40479</c:v>
                </c:pt>
                <c:pt idx="1259">
                  <c:v>40480</c:v>
                </c:pt>
                <c:pt idx="1260">
                  <c:v>40483</c:v>
                </c:pt>
                <c:pt idx="1261">
                  <c:v>40484</c:v>
                </c:pt>
                <c:pt idx="1262">
                  <c:v>40485</c:v>
                </c:pt>
                <c:pt idx="1263">
                  <c:v>40486</c:v>
                </c:pt>
                <c:pt idx="1264">
                  <c:v>40487</c:v>
                </c:pt>
                <c:pt idx="1265">
                  <c:v>40490</c:v>
                </c:pt>
                <c:pt idx="1266">
                  <c:v>40491</c:v>
                </c:pt>
                <c:pt idx="1267">
                  <c:v>40492</c:v>
                </c:pt>
                <c:pt idx="1268">
                  <c:v>40493</c:v>
                </c:pt>
                <c:pt idx="1269">
                  <c:v>40494</c:v>
                </c:pt>
                <c:pt idx="1270">
                  <c:v>40497</c:v>
                </c:pt>
                <c:pt idx="1271">
                  <c:v>40498</c:v>
                </c:pt>
                <c:pt idx="1272">
                  <c:v>40499</c:v>
                </c:pt>
                <c:pt idx="1273">
                  <c:v>40500</c:v>
                </c:pt>
                <c:pt idx="1274">
                  <c:v>40501</c:v>
                </c:pt>
                <c:pt idx="1275">
                  <c:v>40504</c:v>
                </c:pt>
                <c:pt idx="1276">
                  <c:v>40505</c:v>
                </c:pt>
                <c:pt idx="1277">
                  <c:v>40506</c:v>
                </c:pt>
                <c:pt idx="1278">
                  <c:v>40507</c:v>
                </c:pt>
                <c:pt idx="1279">
                  <c:v>40508</c:v>
                </c:pt>
                <c:pt idx="1280">
                  <c:v>40511</c:v>
                </c:pt>
                <c:pt idx="1281">
                  <c:v>40512</c:v>
                </c:pt>
                <c:pt idx="1282">
                  <c:v>40513</c:v>
                </c:pt>
                <c:pt idx="1283">
                  <c:v>40514</c:v>
                </c:pt>
                <c:pt idx="1284">
                  <c:v>40515</c:v>
                </c:pt>
                <c:pt idx="1285">
                  <c:v>40518</c:v>
                </c:pt>
                <c:pt idx="1286">
                  <c:v>40519</c:v>
                </c:pt>
                <c:pt idx="1287">
                  <c:v>40520</c:v>
                </c:pt>
                <c:pt idx="1288">
                  <c:v>40521</c:v>
                </c:pt>
                <c:pt idx="1289">
                  <c:v>40522</c:v>
                </c:pt>
                <c:pt idx="1290">
                  <c:v>40525</c:v>
                </c:pt>
                <c:pt idx="1291">
                  <c:v>40526</c:v>
                </c:pt>
                <c:pt idx="1292">
                  <c:v>40527</c:v>
                </c:pt>
                <c:pt idx="1293">
                  <c:v>40528</c:v>
                </c:pt>
                <c:pt idx="1294">
                  <c:v>40529</c:v>
                </c:pt>
                <c:pt idx="1295">
                  <c:v>40532</c:v>
                </c:pt>
                <c:pt idx="1296">
                  <c:v>40533</c:v>
                </c:pt>
                <c:pt idx="1297">
                  <c:v>40534</c:v>
                </c:pt>
                <c:pt idx="1298">
                  <c:v>40535</c:v>
                </c:pt>
                <c:pt idx="1299">
                  <c:v>40536</c:v>
                </c:pt>
                <c:pt idx="1300">
                  <c:v>40539</c:v>
                </c:pt>
                <c:pt idx="1301">
                  <c:v>40540</c:v>
                </c:pt>
                <c:pt idx="1302">
                  <c:v>40541</c:v>
                </c:pt>
                <c:pt idx="1303">
                  <c:v>40542</c:v>
                </c:pt>
                <c:pt idx="1304">
                  <c:v>40543</c:v>
                </c:pt>
                <c:pt idx="1305">
                  <c:v>40546</c:v>
                </c:pt>
                <c:pt idx="1306">
                  <c:v>40547</c:v>
                </c:pt>
                <c:pt idx="1307">
                  <c:v>40548</c:v>
                </c:pt>
                <c:pt idx="1308">
                  <c:v>40549</c:v>
                </c:pt>
                <c:pt idx="1309">
                  <c:v>40550</c:v>
                </c:pt>
                <c:pt idx="1310">
                  <c:v>40553</c:v>
                </c:pt>
                <c:pt idx="1311">
                  <c:v>40554</c:v>
                </c:pt>
                <c:pt idx="1312">
                  <c:v>40555</c:v>
                </c:pt>
                <c:pt idx="1313">
                  <c:v>40556</c:v>
                </c:pt>
                <c:pt idx="1314">
                  <c:v>40557</c:v>
                </c:pt>
                <c:pt idx="1315">
                  <c:v>40560</c:v>
                </c:pt>
                <c:pt idx="1316">
                  <c:v>40561</c:v>
                </c:pt>
                <c:pt idx="1317">
                  <c:v>40562</c:v>
                </c:pt>
                <c:pt idx="1318">
                  <c:v>40563</c:v>
                </c:pt>
                <c:pt idx="1319">
                  <c:v>40564</c:v>
                </c:pt>
                <c:pt idx="1320">
                  <c:v>40567</c:v>
                </c:pt>
                <c:pt idx="1321">
                  <c:v>40568</c:v>
                </c:pt>
                <c:pt idx="1322">
                  <c:v>40569</c:v>
                </c:pt>
                <c:pt idx="1323">
                  <c:v>40570</c:v>
                </c:pt>
                <c:pt idx="1324">
                  <c:v>40571</c:v>
                </c:pt>
                <c:pt idx="1325">
                  <c:v>40574</c:v>
                </c:pt>
                <c:pt idx="1326">
                  <c:v>40575</c:v>
                </c:pt>
                <c:pt idx="1327">
                  <c:v>40576</c:v>
                </c:pt>
                <c:pt idx="1328">
                  <c:v>40577</c:v>
                </c:pt>
                <c:pt idx="1329">
                  <c:v>40578</c:v>
                </c:pt>
                <c:pt idx="1330">
                  <c:v>40581</c:v>
                </c:pt>
                <c:pt idx="1331">
                  <c:v>40582</c:v>
                </c:pt>
                <c:pt idx="1332">
                  <c:v>40583</c:v>
                </c:pt>
                <c:pt idx="1333">
                  <c:v>40584</c:v>
                </c:pt>
                <c:pt idx="1334">
                  <c:v>40585</c:v>
                </c:pt>
                <c:pt idx="1335">
                  <c:v>40588</c:v>
                </c:pt>
                <c:pt idx="1336">
                  <c:v>40589</c:v>
                </c:pt>
                <c:pt idx="1337">
                  <c:v>40590</c:v>
                </c:pt>
                <c:pt idx="1338">
                  <c:v>40591</c:v>
                </c:pt>
                <c:pt idx="1339">
                  <c:v>40592</c:v>
                </c:pt>
                <c:pt idx="1340">
                  <c:v>40595</c:v>
                </c:pt>
                <c:pt idx="1341">
                  <c:v>40596</c:v>
                </c:pt>
                <c:pt idx="1342">
                  <c:v>40597</c:v>
                </c:pt>
                <c:pt idx="1343">
                  <c:v>40598</c:v>
                </c:pt>
                <c:pt idx="1344">
                  <c:v>40599</c:v>
                </c:pt>
                <c:pt idx="1345">
                  <c:v>40602</c:v>
                </c:pt>
                <c:pt idx="1346">
                  <c:v>40603</c:v>
                </c:pt>
                <c:pt idx="1347">
                  <c:v>40604</c:v>
                </c:pt>
                <c:pt idx="1348">
                  <c:v>40605</c:v>
                </c:pt>
                <c:pt idx="1349">
                  <c:v>40606</c:v>
                </c:pt>
                <c:pt idx="1350">
                  <c:v>40609</c:v>
                </c:pt>
                <c:pt idx="1351">
                  <c:v>40610</c:v>
                </c:pt>
                <c:pt idx="1352">
                  <c:v>40611</c:v>
                </c:pt>
                <c:pt idx="1353">
                  <c:v>40612</c:v>
                </c:pt>
                <c:pt idx="1354">
                  <c:v>40613</c:v>
                </c:pt>
                <c:pt idx="1355">
                  <c:v>40616</c:v>
                </c:pt>
                <c:pt idx="1356">
                  <c:v>40617</c:v>
                </c:pt>
                <c:pt idx="1357">
                  <c:v>40618</c:v>
                </c:pt>
                <c:pt idx="1358">
                  <c:v>40619</c:v>
                </c:pt>
                <c:pt idx="1359">
                  <c:v>40620</c:v>
                </c:pt>
                <c:pt idx="1360">
                  <c:v>40623</c:v>
                </c:pt>
                <c:pt idx="1361">
                  <c:v>40624</c:v>
                </c:pt>
                <c:pt idx="1362">
                  <c:v>40625</c:v>
                </c:pt>
                <c:pt idx="1363">
                  <c:v>40626</c:v>
                </c:pt>
                <c:pt idx="1364">
                  <c:v>40627</c:v>
                </c:pt>
                <c:pt idx="1365">
                  <c:v>40630</c:v>
                </c:pt>
                <c:pt idx="1366">
                  <c:v>40631</c:v>
                </c:pt>
                <c:pt idx="1367">
                  <c:v>40632</c:v>
                </c:pt>
                <c:pt idx="1368">
                  <c:v>40633</c:v>
                </c:pt>
                <c:pt idx="1369">
                  <c:v>40634</c:v>
                </c:pt>
                <c:pt idx="1370">
                  <c:v>40637</c:v>
                </c:pt>
                <c:pt idx="1371">
                  <c:v>40638</c:v>
                </c:pt>
                <c:pt idx="1372">
                  <c:v>40639</c:v>
                </c:pt>
                <c:pt idx="1373">
                  <c:v>40640</c:v>
                </c:pt>
                <c:pt idx="1374">
                  <c:v>40641</c:v>
                </c:pt>
                <c:pt idx="1375">
                  <c:v>40644</c:v>
                </c:pt>
                <c:pt idx="1376">
                  <c:v>40645</c:v>
                </c:pt>
                <c:pt idx="1377">
                  <c:v>40646</c:v>
                </c:pt>
                <c:pt idx="1378">
                  <c:v>40647</c:v>
                </c:pt>
                <c:pt idx="1379">
                  <c:v>40648</c:v>
                </c:pt>
                <c:pt idx="1380">
                  <c:v>40651</c:v>
                </c:pt>
                <c:pt idx="1381">
                  <c:v>40652</c:v>
                </c:pt>
                <c:pt idx="1382">
                  <c:v>40653</c:v>
                </c:pt>
                <c:pt idx="1383">
                  <c:v>40654</c:v>
                </c:pt>
                <c:pt idx="1384">
                  <c:v>40655</c:v>
                </c:pt>
                <c:pt idx="1385">
                  <c:v>40658</c:v>
                </c:pt>
                <c:pt idx="1386">
                  <c:v>40659</c:v>
                </c:pt>
                <c:pt idx="1387">
                  <c:v>40660</c:v>
                </c:pt>
                <c:pt idx="1388">
                  <c:v>40661</c:v>
                </c:pt>
                <c:pt idx="1389">
                  <c:v>40662</c:v>
                </c:pt>
                <c:pt idx="1390">
                  <c:v>40665</c:v>
                </c:pt>
                <c:pt idx="1391">
                  <c:v>40666</c:v>
                </c:pt>
                <c:pt idx="1392">
                  <c:v>40667</c:v>
                </c:pt>
                <c:pt idx="1393">
                  <c:v>40668</c:v>
                </c:pt>
                <c:pt idx="1394">
                  <c:v>40669</c:v>
                </c:pt>
                <c:pt idx="1395">
                  <c:v>40672</c:v>
                </c:pt>
                <c:pt idx="1396">
                  <c:v>40673</c:v>
                </c:pt>
                <c:pt idx="1397">
                  <c:v>40674</c:v>
                </c:pt>
                <c:pt idx="1398">
                  <c:v>40675</c:v>
                </c:pt>
                <c:pt idx="1399">
                  <c:v>40676</c:v>
                </c:pt>
                <c:pt idx="1400">
                  <c:v>40679</c:v>
                </c:pt>
                <c:pt idx="1401">
                  <c:v>40680</c:v>
                </c:pt>
                <c:pt idx="1402">
                  <c:v>40681</c:v>
                </c:pt>
                <c:pt idx="1403">
                  <c:v>40682</c:v>
                </c:pt>
                <c:pt idx="1404">
                  <c:v>40683</c:v>
                </c:pt>
                <c:pt idx="1405">
                  <c:v>40686</c:v>
                </c:pt>
                <c:pt idx="1406">
                  <c:v>40687</c:v>
                </c:pt>
                <c:pt idx="1407">
                  <c:v>40688</c:v>
                </c:pt>
                <c:pt idx="1408">
                  <c:v>40689</c:v>
                </c:pt>
                <c:pt idx="1409">
                  <c:v>40690</c:v>
                </c:pt>
                <c:pt idx="1410">
                  <c:v>40693</c:v>
                </c:pt>
                <c:pt idx="1411">
                  <c:v>40694</c:v>
                </c:pt>
                <c:pt idx="1412">
                  <c:v>40695</c:v>
                </c:pt>
                <c:pt idx="1413">
                  <c:v>40696</c:v>
                </c:pt>
                <c:pt idx="1414">
                  <c:v>40697</c:v>
                </c:pt>
                <c:pt idx="1415">
                  <c:v>40700</c:v>
                </c:pt>
                <c:pt idx="1416">
                  <c:v>40701</c:v>
                </c:pt>
                <c:pt idx="1417">
                  <c:v>40702</c:v>
                </c:pt>
                <c:pt idx="1418">
                  <c:v>40703</c:v>
                </c:pt>
                <c:pt idx="1419">
                  <c:v>40704</c:v>
                </c:pt>
                <c:pt idx="1420">
                  <c:v>40707</c:v>
                </c:pt>
                <c:pt idx="1421">
                  <c:v>40708</c:v>
                </c:pt>
                <c:pt idx="1422">
                  <c:v>40709</c:v>
                </c:pt>
                <c:pt idx="1423">
                  <c:v>40710</c:v>
                </c:pt>
                <c:pt idx="1424">
                  <c:v>40711</c:v>
                </c:pt>
                <c:pt idx="1425">
                  <c:v>40714</c:v>
                </c:pt>
                <c:pt idx="1426">
                  <c:v>40715</c:v>
                </c:pt>
                <c:pt idx="1427">
                  <c:v>40716</c:v>
                </c:pt>
                <c:pt idx="1428">
                  <c:v>40717</c:v>
                </c:pt>
                <c:pt idx="1429">
                  <c:v>40718</c:v>
                </c:pt>
                <c:pt idx="1430">
                  <c:v>40721</c:v>
                </c:pt>
                <c:pt idx="1431">
                  <c:v>40722</c:v>
                </c:pt>
                <c:pt idx="1432">
                  <c:v>40723</c:v>
                </c:pt>
                <c:pt idx="1433">
                  <c:v>40724</c:v>
                </c:pt>
                <c:pt idx="1434">
                  <c:v>40725</c:v>
                </c:pt>
                <c:pt idx="1435">
                  <c:v>40728</c:v>
                </c:pt>
                <c:pt idx="1436">
                  <c:v>40729</c:v>
                </c:pt>
                <c:pt idx="1437">
                  <c:v>40730</c:v>
                </c:pt>
                <c:pt idx="1438">
                  <c:v>40731</c:v>
                </c:pt>
                <c:pt idx="1439">
                  <c:v>40732</c:v>
                </c:pt>
                <c:pt idx="1440">
                  <c:v>40735</c:v>
                </c:pt>
                <c:pt idx="1441">
                  <c:v>40736</c:v>
                </c:pt>
                <c:pt idx="1442">
                  <c:v>40737</c:v>
                </c:pt>
                <c:pt idx="1443">
                  <c:v>40738</c:v>
                </c:pt>
                <c:pt idx="1444">
                  <c:v>40739</c:v>
                </c:pt>
                <c:pt idx="1445">
                  <c:v>40742</c:v>
                </c:pt>
                <c:pt idx="1446">
                  <c:v>40743</c:v>
                </c:pt>
                <c:pt idx="1447">
                  <c:v>40744</c:v>
                </c:pt>
                <c:pt idx="1448">
                  <c:v>40745</c:v>
                </c:pt>
                <c:pt idx="1449">
                  <c:v>40746</c:v>
                </c:pt>
                <c:pt idx="1450">
                  <c:v>40749</c:v>
                </c:pt>
                <c:pt idx="1451">
                  <c:v>40750</c:v>
                </c:pt>
                <c:pt idx="1452">
                  <c:v>40751</c:v>
                </c:pt>
                <c:pt idx="1453">
                  <c:v>40752</c:v>
                </c:pt>
                <c:pt idx="1454">
                  <c:v>40753</c:v>
                </c:pt>
                <c:pt idx="1455">
                  <c:v>40756</c:v>
                </c:pt>
                <c:pt idx="1456">
                  <c:v>40757</c:v>
                </c:pt>
                <c:pt idx="1457">
                  <c:v>40758</c:v>
                </c:pt>
                <c:pt idx="1458">
                  <c:v>40759</c:v>
                </c:pt>
                <c:pt idx="1459">
                  <c:v>40760</c:v>
                </c:pt>
                <c:pt idx="1460">
                  <c:v>40763</c:v>
                </c:pt>
                <c:pt idx="1461">
                  <c:v>40764</c:v>
                </c:pt>
                <c:pt idx="1462">
                  <c:v>40765</c:v>
                </c:pt>
                <c:pt idx="1463">
                  <c:v>40766</c:v>
                </c:pt>
                <c:pt idx="1464">
                  <c:v>40767</c:v>
                </c:pt>
                <c:pt idx="1465">
                  <c:v>40770</c:v>
                </c:pt>
                <c:pt idx="1466">
                  <c:v>40771</c:v>
                </c:pt>
                <c:pt idx="1467">
                  <c:v>40772</c:v>
                </c:pt>
                <c:pt idx="1468">
                  <c:v>40773</c:v>
                </c:pt>
                <c:pt idx="1469">
                  <c:v>40774</c:v>
                </c:pt>
                <c:pt idx="1470">
                  <c:v>40777</c:v>
                </c:pt>
                <c:pt idx="1471">
                  <c:v>40778</c:v>
                </c:pt>
                <c:pt idx="1472">
                  <c:v>40779</c:v>
                </c:pt>
                <c:pt idx="1473">
                  <c:v>40780</c:v>
                </c:pt>
                <c:pt idx="1474">
                  <c:v>40781</c:v>
                </c:pt>
                <c:pt idx="1475">
                  <c:v>40784</c:v>
                </c:pt>
                <c:pt idx="1476">
                  <c:v>40785</c:v>
                </c:pt>
                <c:pt idx="1477">
                  <c:v>40786</c:v>
                </c:pt>
                <c:pt idx="1478">
                  <c:v>40787</c:v>
                </c:pt>
                <c:pt idx="1479">
                  <c:v>40788</c:v>
                </c:pt>
                <c:pt idx="1480">
                  <c:v>40791</c:v>
                </c:pt>
                <c:pt idx="1481">
                  <c:v>40792</c:v>
                </c:pt>
                <c:pt idx="1482">
                  <c:v>40793</c:v>
                </c:pt>
                <c:pt idx="1483">
                  <c:v>40794</c:v>
                </c:pt>
                <c:pt idx="1484">
                  <c:v>40795</c:v>
                </c:pt>
                <c:pt idx="1485">
                  <c:v>40798</c:v>
                </c:pt>
                <c:pt idx="1486">
                  <c:v>40799</c:v>
                </c:pt>
                <c:pt idx="1487">
                  <c:v>40800</c:v>
                </c:pt>
                <c:pt idx="1488">
                  <c:v>40801</c:v>
                </c:pt>
                <c:pt idx="1489">
                  <c:v>40802</c:v>
                </c:pt>
                <c:pt idx="1490">
                  <c:v>40805</c:v>
                </c:pt>
                <c:pt idx="1491">
                  <c:v>40806</c:v>
                </c:pt>
                <c:pt idx="1492">
                  <c:v>40807</c:v>
                </c:pt>
                <c:pt idx="1493">
                  <c:v>40808</c:v>
                </c:pt>
                <c:pt idx="1494">
                  <c:v>40809</c:v>
                </c:pt>
                <c:pt idx="1495">
                  <c:v>40812</c:v>
                </c:pt>
                <c:pt idx="1496">
                  <c:v>40813</c:v>
                </c:pt>
                <c:pt idx="1497">
                  <c:v>40814</c:v>
                </c:pt>
                <c:pt idx="1498">
                  <c:v>40815</c:v>
                </c:pt>
                <c:pt idx="1499">
                  <c:v>40816</c:v>
                </c:pt>
                <c:pt idx="1500">
                  <c:v>40819</c:v>
                </c:pt>
                <c:pt idx="1501">
                  <c:v>40820</c:v>
                </c:pt>
                <c:pt idx="1502">
                  <c:v>40821</c:v>
                </c:pt>
                <c:pt idx="1503">
                  <c:v>40822</c:v>
                </c:pt>
                <c:pt idx="1504">
                  <c:v>40823</c:v>
                </c:pt>
                <c:pt idx="1505">
                  <c:v>40826</c:v>
                </c:pt>
                <c:pt idx="1506">
                  <c:v>40827</c:v>
                </c:pt>
                <c:pt idx="1507">
                  <c:v>40828</c:v>
                </c:pt>
                <c:pt idx="1508">
                  <c:v>40829</c:v>
                </c:pt>
                <c:pt idx="1509">
                  <c:v>40830</c:v>
                </c:pt>
                <c:pt idx="1510">
                  <c:v>40833</c:v>
                </c:pt>
                <c:pt idx="1511">
                  <c:v>40834</c:v>
                </c:pt>
                <c:pt idx="1512">
                  <c:v>40835</c:v>
                </c:pt>
                <c:pt idx="1513">
                  <c:v>40836</c:v>
                </c:pt>
                <c:pt idx="1514">
                  <c:v>40837</c:v>
                </c:pt>
                <c:pt idx="1515">
                  <c:v>40840</c:v>
                </c:pt>
                <c:pt idx="1516">
                  <c:v>40841</c:v>
                </c:pt>
                <c:pt idx="1517">
                  <c:v>40842</c:v>
                </c:pt>
                <c:pt idx="1518">
                  <c:v>40843</c:v>
                </c:pt>
                <c:pt idx="1519">
                  <c:v>40844</c:v>
                </c:pt>
                <c:pt idx="1520">
                  <c:v>40847</c:v>
                </c:pt>
                <c:pt idx="1521">
                  <c:v>40848</c:v>
                </c:pt>
                <c:pt idx="1522">
                  <c:v>40849</c:v>
                </c:pt>
                <c:pt idx="1523">
                  <c:v>40850</c:v>
                </c:pt>
                <c:pt idx="1524">
                  <c:v>40851</c:v>
                </c:pt>
                <c:pt idx="1525">
                  <c:v>40854</c:v>
                </c:pt>
                <c:pt idx="1526">
                  <c:v>40855</c:v>
                </c:pt>
                <c:pt idx="1527">
                  <c:v>40856</c:v>
                </c:pt>
                <c:pt idx="1528">
                  <c:v>40857</c:v>
                </c:pt>
                <c:pt idx="1529">
                  <c:v>40858</c:v>
                </c:pt>
                <c:pt idx="1530">
                  <c:v>40861</c:v>
                </c:pt>
                <c:pt idx="1531">
                  <c:v>40862</c:v>
                </c:pt>
                <c:pt idx="1532">
                  <c:v>40863</c:v>
                </c:pt>
                <c:pt idx="1533">
                  <c:v>40864</c:v>
                </c:pt>
                <c:pt idx="1534">
                  <c:v>40865</c:v>
                </c:pt>
                <c:pt idx="1535">
                  <c:v>40868</c:v>
                </c:pt>
                <c:pt idx="1536">
                  <c:v>40869</c:v>
                </c:pt>
                <c:pt idx="1537">
                  <c:v>40870</c:v>
                </c:pt>
                <c:pt idx="1538">
                  <c:v>40871</c:v>
                </c:pt>
                <c:pt idx="1539">
                  <c:v>40872</c:v>
                </c:pt>
                <c:pt idx="1540">
                  <c:v>40875</c:v>
                </c:pt>
                <c:pt idx="1541">
                  <c:v>40876</c:v>
                </c:pt>
                <c:pt idx="1542">
                  <c:v>40877</c:v>
                </c:pt>
                <c:pt idx="1543">
                  <c:v>40878</c:v>
                </c:pt>
                <c:pt idx="1544">
                  <c:v>40879</c:v>
                </c:pt>
                <c:pt idx="1545">
                  <c:v>40882</c:v>
                </c:pt>
                <c:pt idx="1546">
                  <c:v>40883</c:v>
                </c:pt>
                <c:pt idx="1547">
                  <c:v>40884</c:v>
                </c:pt>
                <c:pt idx="1548">
                  <c:v>40885</c:v>
                </c:pt>
                <c:pt idx="1549">
                  <c:v>40886</c:v>
                </c:pt>
                <c:pt idx="1550">
                  <c:v>40889</c:v>
                </c:pt>
                <c:pt idx="1551">
                  <c:v>40890</c:v>
                </c:pt>
                <c:pt idx="1552">
                  <c:v>40891</c:v>
                </c:pt>
                <c:pt idx="1553">
                  <c:v>40892</c:v>
                </c:pt>
                <c:pt idx="1554">
                  <c:v>40893</c:v>
                </c:pt>
                <c:pt idx="1555">
                  <c:v>40896</c:v>
                </c:pt>
                <c:pt idx="1556">
                  <c:v>40897</c:v>
                </c:pt>
                <c:pt idx="1557">
                  <c:v>40898</c:v>
                </c:pt>
                <c:pt idx="1558">
                  <c:v>40899</c:v>
                </c:pt>
                <c:pt idx="1559">
                  <c:v>40900</c:v>
                </c:pt>
                <c:pt idx="1560">
                  <c:v>40903</c:v>
                </c:pt>
                <c:pt idx="1561">
                  <c:v>40904</c:v>
                </c:pt>
                <c:pt idx="1562">
                  <c:v>40905</c:v>
                </c:pt>
                <c:pt idx="1563">
                  <c:v>40906</c:v>
                </c:pt>
                <c:pt idx="1564">
                  <c:v>40907</c:v>
                </c:pt>
                <c:pt idx="1565">
                  <c:v>40910</c:v>
                </c:pt>
                <c:pt idx="1566">
                  <c:v>40911</c:v>
                </c:pt>
                <c:pt idx="1567">
                  <c:v>40912</c:v>
                </c:pt>
                <c:pt idx="1568">
                  <c:v>40913</c:v>
                </c:pt>
                <c:pt idx="1569">
                  <c:v>40914</c:v>
                </c:pt>
                <c:pt idx="1570">
                  <c:v>40917</c:v>
                </c:pt>
                <c:pt idx="1571">
                  <c:v>40918</c:v>
                </c:pt>
                <c:pt idx="1572">
                  <c:v>40919</c:v>
                </c:pt>
                <c:pt idx="1573">
                  <c:v>40920</c:v>
                </c:pt>
                <c:pt idx="1574">
                  <c:v>40921</c:v>
                </c:pt>
                <c:pt idx="1575">
                  <c:v>40924</c:v>
                </c:pt>
                <c:pt idx="1576">
                  <c:v>40925</c:v>
                </c:pt>
                <c:pt idx="1577">
                  <c:v>40926</c:v>
                </c:pt>
                <c:pt idx="1578">
                  <c:v>40927</c:v>
                </c:pt>
                <c:pt idx="1579">
                  <c:v>40928</c:v>
                </c:pt>
                <c:pt idx="1580">
                  <c:v>40931</c:v>
                </c:pt>
                <c:pt idx="1581">
                  <c:v>40932</c:v>
                </c:pt>
                <c:pt idx="1582">
                  <c:v>40933</c:v>
                </c:pt>
                <c:pt idx="1583">
                  <c:v>40934</c:v>
                </c:pt>
                <c:pt idx="1584">
                  <c:v>40935</c:v>
                </c:pt>
                <c:pt idx="1585">
                  <c:v>40938</c:v>
                </c:pt>
                <c:pt idx="1586">
                  <c:v>40939</c:v>
                </c:pt>
                <c:pt idx="1587">
                  <c:v>40940</c:v>
                </c:pt>
                <c:pt idx="1588">
                  <c:v>40941</c:v>
                </c:pt>
                <c:pt idx="1589">
                  <c:v>40942</c:v>
                </c:pt>
                <c:pt idx="1590">
                  <c:v>40945</c:v>
                </c:pt>
                <c:pt idx="1591">
                  <c:v>40946</c:v>
                </c:pt>
                <c:pt idx="1592">
                  <c:v>40947</c:v>
                </c:pt>
                <c:pt idx="1593">
                  <c:v>40948</c:v>
                </c:pt>
                <c:pt idx="1594">
                  <c:v>40949</c:v>
                </c:pt>
                <c:pt idx="1595">
                  <c:v>40952</c:v>
                </c:pt>
                <c:pt idx="1596">
                  <c:v>40953</c:v>
                </c:pt>
                <c:pt idx="1597">
                  <c:v>40954</c:v>
                </c:pt>
                <c:pt idx="1598">
                  <c:v>40955</c:v>
                </c:pt>
                <c:pt idx="1599">
                  <c:v>40956</c:v>
                </c:pt>
                <c:pt idx="1600">
                  <c:v>40959</c:v>
                </c:pt>
                <c:pt idx="1601">
                  <c:v>40960</c:v>
                </c:pt>
                <c:pt idx="1602">
                  <c:v>40961</c:v>
                </c:pt>
                <c:pt idx="1603">
                  <c:v>40962</c:v>
                </c:pt>
                <c:pt idx="1604">
                  <c:v>40963</c:v>
                </c:pt>
                <c:pt idx="1605">
                  <c:v>40966</c:v>
                </c:pt>
                <c:pt idx="1606">
                  <c:v>40967</c:v>
                </c:pt>
                <c:pt idx="1607">
                  <c:v>40968</c:v>
                </c:pt>
                <c:pt idx="1608">
                  <c:v>40969</c:v>
                </c:pt>
                <c:pt idx="1609">
                  <c:v>40970</c:v>
                </c:pt>
                <c:pt idx="1610">
                  <c:v>40973</c:v>
                </c:pt>
                <c:pt idx="1611">
                  <c:v>40974</c:v>
                </c:pt>
                <c:pt idx="1612">
                  <c:v>40975</c:v>
                </c:pt>
                <c:pt idx="1613">
                  <c:v>40976</c:v>
                </c:pt>
                <c:pt idx="1614">
                  <c:v>40977</c:v>
                </c:pt>
                <c:pt idx="1615">
                  <c:v>40980</c:v>
                </c:pt>
                <c:pt idx="1616">
                  <c:v>40981</c:v>
                </c:pt>
                <c:pt idx="1617">
                  <c:v>40982</c:v>
                </c:pt>
                <c:pt idx="1618">
                  <c:v>40983</c:v>
                </c:pt>
                <c:pt idx="1619">
                  <c:v>40984</c:v>
                </c:pt>
                <c:pt idx="1620">
                  <c:v>40987</c:v>
                </c:pt>
                <c:pt idx="1621">
                  <c:v>40988</c:v>
                </c:pt>
                <c:pt idx="1622">
                  <c:v>40989</c:v>
                </c:pt>
                <c:pt idx="1623">
                  <c:v>40990</c:v>
                </c:pt>
                <c:pt idx="1624">
                  <c:v>40991</c:v>
                </c:pt>
                <c:pt idx="1625">
                  <c:v>40994</c:v>
                </c:pt>
                <c:pt idx="1626">
                  <c:v>40995</c:v>
                </c:pt>
                <c:pt idx="1627">
                  <c:v>40996</c:v>
                </c:pt>
                <c:pt idx="1628">
                  <c:v>40997</c:v>
                </c:pt>
                <c:pt idx="1629">
                  <c:v>40998</c:v>
                </c:pt>
                <c:pt idx="1630">
                  <c:v>41001</c:v>
                </c:pt>
                <c:pt idx="1631">
                  <c:v>41002</c:v>
                </c:pt>
                <c:pt idx="1632">
                  <c:v>41003</c:v>
                </c:pt>
                <c:pt idx="1633">
                  <c:v>41004</c:v>
                </c:pt>
                <c:pt idx="1634">
                  <c:v>41005</c:v>
                </c:pt>
                <c:pt idx="1635">
                  <c:v>41008</c:v>
                </c:pt>
                <c:pt idx="1636">
                  <c:v>41009</c:v>
                </c:pt>
                <c:pt idx="1637">
                  <c:v>41010</c:v>
                </c:pt>
                <c:pt idx="1638">
                  <c:v>41011</c:v>
                </c:pt>
                <c:pt idx="1639">
                  <c:v>41012</c:v>
                </c:pt>
                <c:pt idx="1640">
                  <c:v>41015</c:v>
                </c:pt>
                <c:pt idx="1641">
                  <c:v>41016</c:v>
                </c:pt>
                <c:pt idx="1642">
                  <c:v>41017</c:v>
                </c:pt>
                <c:pt idx="1643">
                  <c:v>41018</c:v>
                </c:pt>
                <c:pt idx="1644">
                  <c:v>41019</c:v>
                </c:pt>
                <c:pt idx="1645">
                  <c:v>41022</c:v>
                </c:pt>
                <c:pt idx="1646">
                  <c:v>41023</c:v>
                </c:pt>
                <c:pt idx="1647">
                  <c:v>41024</c:v>
                </c:pt>
                <c:pt idx="1648">
                  <c:v>41025</c:v>
                </c:pt>
                <c:pt idx="1649">
                  <c:v>41026</c:v>
                </c:pt>
                <c:pt idx="1650">
                  <c:v>41029</c:v>
                </c:pt>
                <c:pt idx="1651">
                  <c:v>41030</c:v>
                </c:pt>
                <c:pt idx="1652">
                  <c:v>41031</c:v>
                </c:pt>
                <c:pt idx="1653">
                  <c:v>41032</c:v>
                </c:pt>
                <c:pt idx="1654">
                  <c:v>41033</c:v>
                </c:pt>
                <c:pt idx="1655">
                  <c:v>41036</c:v>
                </c:pt>
                <c:pt idx="1656">
                  <c:v>41037</c:v>
                </c:pt>
                <c:pt idx="1657">
                  <c:v>41038</c:v>
                </c:pt>
                <c:pt idx="1658">
                  <c:v>41039</c:v>
                </c:pt>
                <c:pt idx="1659">
                  <c:v>41040</c:v>
                </c:pt>
                <c:pt idx="1660">
                  <c:v>41043</c:v>
                </c:pt>
                <c:pt idx="1661">
                  <c:v>41044</c:v>
                </c:pt>
                <c:pt idx="1662">
                  <c:v>41045</c:v>
                </c:pt>
                <c:pt idx="1663">
                  <c:v>41046</c:v>
                </c:pt>
                <c:pt idx="1664">
                  <c:v>41047</c:v>
                </c:pt>
                <c:pt idx="1665">
                  <c:v>41050</c:v>
                </c:pt>
                <c:pt idx="1666">
                  <c:v>41051</c:v>
                </c:pt>
                <c:pt idx="1667">
                  <c:v>41052</c:v>
                </c:pt>
                <c:pt idx="1668">
                  <c:v>41053</c:v>
                </c:pt>
                <c:pt idx="1669">
                  <c:v>41054</c:v>
                </c:pt>
                <c:pt idx="1670">
                  <c:v>41057</c:v>
                </c:pt>
                <c:pt idx="1671">
                  <c:v>41058</c:v>
                </c:pt>
                <c:pt idx="1672">
                  <c:v>41059</c:v>
                </c:pt>
                <c:pt idx="1673">
                  <c:v>41060</c:v>
                </c:pt>
                <c:pt idx="1674">
                  <c:v>41061</c:v>
                </c:pt>
                <c:pt idx="1675">
                  <c:v>41064</c:v>
                </c:pt>
                <c:pt idx="1676">
                  <c:v>41065</c:v>
                </c:pt>
                <c:pt idx="1677">
                  <c:v>41066</c:v>
                </c:pt>
                <c:pt idx="1678">
                  <c:v>41067</c:v>
                </c:pt>
                <c:pt idx="1679">
                  <c:v>41068</c:v>
                </c:pt>
                <c:pt idx="1680">
                  <c:v>41071</c:v>
                </c:pt>
                <c:pt idx="1681">
                  <c:v>41072</c:v>
                </c:pt>
                <c:pt idx="1682">
                  <c:v>41073</c:v>
                </c:pt>
                <c:pt idx="1683">
                  <c:v>41074</c:v>
                </c:pt>
                <c:pt idx="1684">
                  <c:v>41075</c:v>
                </c:pt>
                <c:pt idx="1685">
                  <c:v>41078</c:v>
                </c:pt>
                <c:pt idx="1686">
                  <c:v>41079</c:v>
                </c:pt>
                <c:pt idx="1687">
                  <c:v>41080</c:v>
                </c:pt>
                <c:pt idx="1688">
                  <c:v>41081</c:v>
                </c:pt>
                <c:pt idx="1689">
                  <c:v>41082</c:v>
                </c:pt>
                <c:pt idx="1690">
                  <c:v>41085</c:v>
                </c:pt>
                <c:pt idx="1691">
                  <c:v>41086</c:v>
                </c:pt>
                <c:pt idx="1692">
                  <c:v>41087</c:v>
                </c:pt>
                <c:pt idx="1693">
                  <c:v>41088</c:v>
                </c:pt>
                <c:pt idx="1694">
                  <c:v>41089</c:v>
                </c:pt>
                <c:pt idx="1695">
                  <c:v>41092</c:v>
                </c:pt>
                <c:pt idx="1696">
                  <c:v>41093</c:v>
                </c:pt>
                <c:pt idx="1697">
                  <c:v>41094</c:v>
                </c:pt>
                <c:pt idx="1698">
                  <c:v>41095</c:v>
                </c:pt>
                <c:pt idx="1699">
                  <c:v>41096</c:v>
                </c:pt>
                <c:pt idx="1700">
                  <c:v>41099</c:v>
                </c:pt>
                <c:pt idx="1701">
                  <c:v>41100</c:v>
                </c:pt>
                <c:pt idx="1702">
                  <c:v>41101</c:v>
                </c:pt>
                <c:pt idx="1703">
                  <c:v>41102</c:v>
                </c:pt>
                <c:pt idx="1704">
                  <c:v>41103</c:v>
                </c:pt>
                <c:pt idx="1705">
                  <c:v>41106</c:v>
                </c:pt>
                <c:pt idx="1706">
                  <c:v>41107</c:v>
                </c:pt>
                <c:pt idx="1707">
                  <c:v>41108</c:v>
                </c:pt>
                <c:pt idx="1708">
                  <c:v>41109</c:v>
                </c:pt>
                <c:pt idx="1709">
                  <c:v>41110</c:v>
                </c:pt>
                <c:pt idx="1710">
                  <c:v>41113</c:v>
                </c:pt>
                <c:pt idx="1711">
                  <c:v>41114</c:v>
                </c:pt>
                <c:pt idx="1712">
                  <c:v>41115</c:v>
                </c:pt>
                <c:pt idx="1713">
                  <c:v>41116</c:v>
                </c:pt>
                <c:pt idx="1714">
                  <c:v>41117</c:v>
                </c:pt>
                <c:pt idx="1715">
                  <c:v>41120</c:v>
                </c:pt>
                <c:pt idx="1716">
                  <c:v>41121</c:v>
                </c:pt>
                <c:pt idx="1717">
                  <c:v>41122</c:v>
                </c:pt>
                <c:pt idx="1718">
                  <c:v>41123</c:v>
                </c:pt>
                <c:pt idx="1719">
                  <c:v>41124</c:v>
                </c:pt>
                <c:pt idx="1720">
                  <c:v>41127</c:v>
                </c:pt>
                <c:pt idx="1721">
                  <c:v>41128</c:v>
                </c:pt>
                <c:pt idx="1722">
                  <c:v>41129</c:v>
                </c:pt>
                <c:pt idx="1723">
                  <c:v>41130</c:v>
                </c:pt>
                <c:pt idx="1724">
                  <c:v>41131</c:v>
                </c:pt>
                <c:pt idx="1725">
                  <c:v>41134</c:v>
                </c:pt>
                <c:pt idx="1726">
                  <c:v>41135</c:v>
                </c:pt>
                <c:pt idx="1727">
                  <c:v>41136</c:v>
                </c:pt>
                <c:pt idx="1728">
                  <c:v>41137</c:v>
                </c:pt>
                <c:pt idx="1729">
                  <c:v>41138</c:v>
                </c:pt>
                <c:pt idx="1730">
                  <c:v>41141</c:v>
                </c:pt>
                <c:pt idx="1731">
                  <c:v>41142</c:v>
                </c:pt>
                <c:pt idx="1732">
                  <c:v>41143</c:v>
                </c:pt>
                <c:pt idx="1733">
                  <c:v>41144</c:v>
                </c:pt>
                <c:pt idx="1734">
                  <c:v>41145</c:v>
                </c:pt>
                <c:pt idx="1735">
                  <c:v>41148</c:v>
                </c:pt>
                <c:pt idx="1736">
                  <c:v>41149</c:v>
                </c:pt>
                <c:pt idx="1737">
                  <c:v>41150</c:v>
                </c:pt>
                <c:pt idx="1738">
                  <c:v>41151</c:v>
                </c:pt>
                <c:pt idx="1739">
                  <c:v>41152</c:v>
                </c:pt>
                <c:pt idx="1740">
                  <c:v>41155</c:v>
                </c:pt>
                <c:pt idx="1741">
                  <c:v>41156</c:v>
                </c:pt>
                <c:pt idx="1742">
                  <c:v>41157</c:v>
                </c:pt>
                <c:pt idx="1743">
                  <c:v>41158</c:v>
                </c:pt>
                <c:pt idx="1744">
                  <c:v>41159</c:v>
                </c:pt>
                <c:pt idx="1745">
                  <c:v>41162</c:v>
                </c:pt>
                <c:pt idx="1746">
                  <c:v>41163</c:v>
                </c:pt>
                <c:pt idx="1747">
                  <c:v>41164</c:v>
                </c:pt>
                <c:pt idx="1748">
                  <c:v>41165</c:v>
                </c:pt>
                <c:pt idx="1749">
                  <c:v>41166</c:v>
                </c:pt>
                <c:pt idx="1750">
                  <c:v>41169</c:v>
                </c:pt>
                <c:pt idx="1751">
                  <c:v>41170</c:v>
                </c:pt>
                <c:pt idx="1752">
                  <c:v>41171</c:v>
                </c:pt>
                <c:pt idx="1753">
                  <c:v>41172</c:v>
                </c:pt>
                <c:pt idx="1754">
                  <c:v>41173</c:v>
                </c:pt>
                <c:pt idx="1755">
                  <c:v>41176</c:v>
                </c:pt>
                <c:pt idx="1756">
                  <c:v>41177</c:v>
                </c:pt>
                <c:pt idx="1757">
                  <c:v>41178</c:v>
                </c:pt>
                <c:pt idx="1758">
                  <c:v>41179</c:v>
                </c:pt>
                <c:pt idx="1759">
                  <c:v>41180</c:v>
                </c:pt>
                <c:pt idx="1760">
                  <c:v>41183</c:v>
                </c:pt>
                <c:pt idx="1761">
                  <c:v>41184</c:v>
                </c:pt>
                <c:pt idx="1762">
                  <c:v>41185</c:v>
                </c:pt>
                <c:pt idx="1763">
                  <c:v>41186</c:v>
                </c:pt>
                <c:pt idx="1764">
                  <c:v>41187</c:v>
                </c:pt>
                <c:pt idx="1765">
                  <c:v>41190</c:v>
                </c:pt>
                <c:pt idx="1766">
                  <c:v>41191</c:v>
                </c:pt>
                <c:pt idx="1767">
                  <c:v>41192</c:v>
                </c:pt>
                <c:pt idx="1768">
                  <c:v>41193</c:v>
                </c:pt>
                <c:pt idx="1769">
                  <c:v>41194</c:v>
                </c:pt>
                <c:pt idx="1770">
                  <c:v>41197</c:v>
                </c:pt>
                <c:pt idx="1771">
                  <c:v>41198</c:v>
                </c:pt>
                <c:pt idx="1772">
                  <c:v>41199</c:v>
                </c:pt>
                <c:pt idx="1773">
                  <c:v>41200</c:v>
                </c:pt>
                <c:pt idx="1774">
                  <c:v>41201</c:v>
                </c:pt>
                <c:pt idx="1775">
                  <c:v>41204</c:v>
                </c:pt>
                <c:pt idx="1776">
                  <c:v>41205</c:v>
                </c:pt>
                <c:pt idx="1777">
                  <c:v>41206</c:v>
                </c:pt>
                <c:pt idx="1778">
                  <c:v>41207</c:v>
                </c:pt>
                <c:pt idx="1779">
                  <c:v>41208</c:v>
                </c:pt>
                <c:pt idx="1780">
                  <c:v>41211</c:v>
                </c:pt>
                <c:pt idx="1781">
                  <c:v>41212</c:v>
                </c:pt>
                <c:pt idx="1782">
                  <c:v>41213</c:v>
                </c:pt>
                <c:pt idx="1783">
                  <c:v>41214</c:v>
                </c:pt>
                <c:pt idx="1784">
                  <c:v>41215</c:v>
                </c:pt>
                <c:pt idx="1785">
                  <c:v>41218</c:v>
                </c:pt>
                <c:pt idx="1786">
                  <c:v>41219</c:v>
                </c:pt>
                <c:pt idx="1787">
                  <c:v>41220</c:v>
                </c:pt>
                <c:pt idx="1788">
                  <c:v>41221</c:v>
                </c:pt>
                <c:pt idx="1789">
                  <c:v>41222</c:v>
                </c:pt>
                <c:pt idx="1790">
                  <c:v>41225</c:v>
                </c:pt>
                <c:pt idx="1791">
                  <c:v>41226</c:v>
                </c:pt>
                <c:pt idx="1792">
                  <c:v>41227</c:v>
                </c:pt>
                <c:pt idx="1793">
                  <c:v>41228</c:v>
                </c:pt>
                <c:pt idx="1794">
                  <c:v>41229</c:v>
                </c:pt>
                <c:pt idx="1795">
                  <c:v>41232</c:v>
                </c:pt>
                <c:pt idx="1796">
                  <c:v>41233</c:v>
                </c:pt>
                <c:pt idx="1797">
                  <c:v>41234</c:v>
                </c:pt>
                <c:pt idx="1798">
                  <c:v>41235</c:v>
                </c:pt>
                <c:pt idx="1799">
                  <c:v>41236</c:v>
                </c:pt>
                <c:pt idx="1800">
                  <c:v>41239</c:v>
                </c:pt>
                <c:pt idx="1801">
                  <c:v>41240</c:v>
                </c:pt>
                <c:pt idx="1802">
                  <c:v>41241</c:v>
                </c:pt>
                <c:pt idx="1803">
                  <c:v>41242</c:v>
                </c:pt>
                <c:pt idx="1804">
                  <c:v>41243</c:v>
                </c:pt>
                <c:pt idx="1805">
                  <c:v>41246</c:v>
                </c:pt>
                <c:pt idx="1806">
                  <c:v>41247</c:v>
                </c:pt>
                <c:pt idx="1807">
                  <c:v>41248</c:v>
                </c:pt>
                <c:pt idx="1808">
                  <c:v>41249</c:v>
                </c:pt>
                <c:pt idx="1809">
                  <c:v>41250</c:v>
                </c:pt>
                <c:pt idx="1810">
                  <c:v>41253</c:v>
                </c:pt>
                <c:pt idx="1811">
                  <c:v>41254</c:v>
                </c:pt>
                <c:pt idx="1812">
                  <c:v>41255</c:v>
                </c:pt>
                <c:pt idx="1813">
                  <c:v>41256</c:v>
                </c:pt>
                <c:pt idx="1814">
                  <c:v>41257</c:v>
                </c:pt>
                <c:pt idx="1815">
                  <c:v>41260</c:v>
                </c:pt>
                <c:pt idx="1816">
                  <c:v>41261</c:v>
                </c:pt>
                <c:pt idx="1817">
                  <c:v>41262</c:v>
                </c:pt>
                <c:pt idx="1818">
                  <c:v>41263</c:v>
                </c:pt>
                <c:pt idx="1819">
                  <c:v>41264</c:v>
                </c:pt>
                <c:pt idx="1820">
                  <c:v>41267</c:v>
                </c:pt>
                <c:pt idx="1821">
                  <c:v>41268</c:v>
                </c:pt>
                <c:pt idx="1822">
                  <c:v>41269</c:v>
                </c:pt>
                <c:pt idx="1823">
                  <c:v>41270</c:v>
                </c:pt>
                <c:pt idx="1824">
                  <c:v>41271</c:v>
                </c:pt>
                <c:pt idx="1825">
                  <c:v>41274</c:v>
                </c:pt>
                <c:pt idx="1826">
                  <c:v>41275</c:v>
                </c:pt>
                <c:pt idx="1827">
                  <c:v>41276</c:v>
                </c:pt>
                <c:pt idx="1828">
                  <c:v>41277</c:v>
                </c:pt>
                <c:pt idx="1829">
                  <c:v>41278</c:v>
                </c:pt>
                <c:pt idx="1830">
                  <c:v>41281</c:v>
                </c:pt>
                <c:pt idx="1831">
                  <c:v>41282</c:v>
                </c:pt>
                <c:pt idx="1832">
                  <c:v>41283</c:v>
                </c:pt>
                <c:pt idx="1833">
                  <c:v>41284</c:v>
                </c:pt>
                <c:pt idx="1834">
                  <c:v>41285</c:v>
                </c:pt>
                <c:pt idx="1835">
                  <c:v>41288</c:v>
                </c:pt>
                <c:pt idx="1836">
                  <c:v>41289</c:v>
                </c:pt>
                <c:pt idx="1837">
                  <c:v>41290</c:v>
                </c:pt>
                <c:pt idx="1838">
                  <c:v>41291</c:v>
                </c:pt>
                <c:pt idx="1839">
                  <c:v>41292</c:v>
                </c:pt>
                <c:pt idx="1840">
                  <c:v>41295</c:v>
                </c:pt>
                <c:pt idx="1841">
                  <c:v>41296</c:v>
                </c:pt>
                <c:pt idx="1842">
                  <c:v>41297</c:v>
                </c:pt>
                <c:pt idx="1843">
                  <c:v>41298</c:v>
                </c:pt>
                <c:pt idx="1844">
                  <c:v>41299</c:v>
                </c:pt>
                <c:pt idx="1845">
                  <c:v>41302</c:v>
                </c:pt>
                <c:pt idx="1846">
                  <c:v>41303</c:v>
                </c:pt>
                <c:pt idx="1847">
                  <c:v>41304</c:v>
                </c:pt>
                <c:pt idx="1848">
                  <c:v>41305</c:v>
                </c:pt>
                <c:pt idx="1849">
                  <c:v>41306</c:v>
                </c:pt>
                <c:pt idx="1850">
                  <c:v>41309</c:v>
                </c:pt>
                <c:pt idx="1851">
                  <c:v>41310</c:v>
                </c:pt>
                <c:pt idx="1852">
                  <c:v>41311</c:v>
                </c:pt>
                <c:pt idx="1853">
                  <c:v>41312</c:v>
                </c:pt>
                <c:pt idx="1854">
                  <c:v>41313</c:v>
                </c:pt>
                <c:pt idx="1855">
                  <c:v>41316</c:v>
                </c:pt>
                <c:pt idx="1856">
                  <c:v>41317</c:v>
                </c:pt>
                <c:pt idx="1857">
                  <c:v>41318</c:v>
                </c:pt>
                <c:pt idx="1858">
                  <c:v>41319</c:v>
                </c:pt>
                <c:pt idx="1859">
                  <c:v>41320</c:v>
                </c:pt>
                <c:pt idx="1860">
                  <c:v>41323</c:v>
                </c:pt>
                <c:pt idx="1861">
                  <c:v>41324</c:v>
                </c:pt>
                <c:pt idx="1862">
                  <c:v>41325</c:v>
                </c:pt>
                <c:pt idx="1863">
                  <c:v>41326</c:v>
                </c:pt>
                <c:pt idx="1864">
                  <c:v>41327</c:v>
                </c:pt>
                <c:pt idx="1865">
                  <c:v>41330</c:v>
                </c:pt>
                <c:pt idx="1866">
                  <c:v>41331</c:v>
                </c:pt>
                <c:pt idx="1867">
                  <c:v>41332</c:v>
                </c:pt>
                <c:pt idx="1868">
                  <c:v>41333</c:v>
                </c:pt>
                <c:pt idx="1869">
                  <c:v>41334</c:v>
                </c:pt>
                <c:pt idx="1870">
                  <c:v>41337</c:v>
                </c:pt>
                <c:pt idx="1871">
                  <c:v>41338</c:v>
                </c:pt>
                <c:pt idx="1872">
                  <c:v>41339</c:v>
                </c:pt>
                <c:pt idx="1873">
                  <c:v>41340</c:v>
                </c:pt>
                <c:pt idx="1874">
                  <c:v>41341</c:v>
                </c:pt>
                <c:pt idx="1875">
                  <c:v>41344</c:v>
                </c:pt>
                <c:pt idx="1876">
                  <c:v>41345</c:v>
                </c:pt>
                <c:pt idx="1877">
                  <c:v>41346</c:v>
                </c:pt>
                <c:pt idx="1878">
                  <c:v>41347</c:v>
                </c:pt>
                <c:pt idx="1879">
                  <c:v>41348</c:v>
                </c:pt>
                <c:pt idx="1880">
                  <c:v>41351</c:v>
                </c:pt>
                <c:pt idx="1881">
                  <c:v>41352</c:v>
                </c:pt>
                <c:pt idx="1882">
                  <c:v>41353</c:v>
                </c:pt>
                <c:pt idx="1883">
                  <c:v>41354</c:v>
                </c:pt>
                <c:pt idx="1884">
                  <c:v>41355</c:v>
                </c:pt>
                <c:pt idx="1885">
                  <c:v>41358</c:v>
                </c:pt>
                <c:pt idx="1886">
                  <c:v>41359</c:v>
                </c:pt>
                <c:pt idx="1887">
                  <c:v>41360</c:v>
                </c:pt>
                <c:pt idx="1888">
                  <c:v>41361</c:v>
                </c:pt>
                <c:pt idx="1889">
                  <c:v>41362</c:v>
                </c:pt>
                <c:pt idx="1890">
                  <c:v>41365</c:v>
                </c:pt>
                <c:pt idx="1891">
                  <c:v>41366</c:v>
                </c:pt>
                <c:pt idx="1892">
                  <c:v>41367</c:v>
                </c:pt>
                <c:pt idx="1893">
                  <c:v>41368</c:v>
                </c:pt>
                <c:pt idx="1894">
                  <c:v>41369</c:v>
                </c:pt>
                <c:pt idx="1895">
                  <c:v>41372</c:v>
                </c:pt>
                <c:pt idx="1896">
                  <c:v>41373</c:v>
                </c:pt>
                <c:pt idx="1897">
                  <c:v>41374</c:v>
                </c:pt>
                <c:pt idx="1898">
                  <c:v>41375</c:v>
                </c:pt>
                <c:pt idx="1899">
                  <c:v>41376</c:v>
                </c:pt>
                <c:pt idx="1900">
                  <c:v>41379</c:v>
                </c:pt>
                <c:pt idx="1901">
                  <c:v>41380</c:v>
                </c:pt>
                <c:pt idx="1902">
                  <c:v>41381</c:v>
                </c:pt>
                <c:pt idx="1903">
                  <c:v>41382</c:v>
                </c:pt>
                <c:pt idx="1904">
                  <c:v>41383</c:v>
                </c:pt>
                <c:pt idx="1905">
                  <c:v>41386</c:v>
                </c:pt>
                <c:pt idx="1906">
                  <c:v>41387</c:v>
                </c:pt>
                <c:pt idx="1907">
                  <c:v>41388</c:v>
                </c:pt>
                <c:pt idx="1908">
                  <c:v>41389</c:v>
                </c:pt>
                <c:pt idx="1909">
                  <c:v>41390</c:v>
                </c:pt>
                <c:pt idx="1910">
                  <c:v>41393</c:v>
                </c:pt>
                <c:pt idx="1911">
                  <c:v>41394</c:v>
                </c:pt>
                <c:pt idx="1912">
                  <c:v>41395</c:v>
                </c:pt>
                <c:pt idx="1913">
                  <c:v>41396</c:v>
                </c:pt>
                <c:pt idx="1914">
                  <c:v>41397</c:v>
                </c:pt>
                <c:pt idx="1915">
                  <c:v>41400</c:v>
                </c:pt>
                <c:pt idx="1916">
                  <c:v>41401</c:v>
                </c:pt>
                <c:pt idx="1917">
                  <c:v>41402</c:v>
                </c:pt>
                <c:pt idx="1918">
                  <c:v>41403</c:v>
                </c:pt>
                <c:pt idx="1919">
                  <c:v>41404</c:v>
                </c:pt>
                <c:pt idx="1920">
                  <c:v>41407</c:v>
                </c:pt>
                <c:pt idx="1921">
                  <c:v>41408</c:v>
                </c:pt>
                <c:pt idx="1922">
                  <c:v>41409</c:v>
                </c:pt>
                <c:pt idx="1923">
                  <c:v>41410</c:v>
                </c:pt>
                <c:pt idx="1924">
                  <c:v>41411</c:v>
                </c:pt>
                <c:pt idx="1925">
                  <c:v>41414</c:v>
                </c:pt>
                <c:pt idx="1926">
                  <c:v>41415</c:v>
                </c:pt>
                <c:pt idx="1927">
                  <c:v>41416</c:v>
                </c:pt>
                <c:pt idx="1928">
                  <c:v>41417</c:v>
                </c:pt>
                <c:pt idx="1929">
                  <c:v>41418</c:v>
                </c:pt>
                <c:pt idx="1930">
                  <c:v>41421</c:v>
                </c:pt>
                <c:pt idx="1931">
                  <c:v>41422</c:v>
                </c:pt>
                <c:pt idx="1932">
                  <c:v>41423</c:v>
                </c:pt>
                <c:pt idx="1933">
                  <c:v>41424</c:v>
                </c:pt>
                <c:pt idx="1934">
                  <c:v>41425</c:v>
                </c:pt>
                <c:pt idx="1935">
                  <c:v>41428</c:v>
                </c:pt>
                <c:pt idx="1936">
                  <c:v>41429</c:v>
                </c:pt>
                <c:pt idx="1937">
                  <c:v>41430</c:v>
                </c:pt>
                <c:pt idx="1938">
                  <c:v>41431</c:v>
                </c:pt>
                <c:pt idx="1939">
                  <c:v>41432</c:v>
                </c:pt>
                <c:pt idx="1940">
                  <c:v>41435</c:v>
                </c:pt>
                <c:pt idx="1941">
                  <c:v>41436</c:v>
                </c:pt>
                <c:pt idx="1942">
                  <c:v>41437</c:v>
                </c:pt>
                <c:pt idx="1943">
                  <c:v>41438</c:v>
                </c:pt>
                <c:pt idx="1944">
                  <c:v>41439</c:v>
                </c:pt>
                <c:pt idx="1945">
                  <c:v>41442</c:v>
                </c:pt>
                <c:pt idx="1946">
                  <c:v>41443</c:v>
                </c:pt>
                <c:pt idx="1947">
                  <c:v>41444</c:v>
                </c:pt>
                <c:pt idx="1948">
                  <c:v>41445</c:v>
                </c:pt>
                <c:pt idx="1949">
                  <c:v>41446</c:v>
                </c:pt>
                <c:pt idx="1950">
                  <c:v>41449</c:v>
                </c:pt>
                <c:pt idx="1951">
                  <c:v>41450</c:v>
                </c:pt>
                <c:pt idx="1952">
                  <c:v>41451</c:v>
                </c:pt>
                <c:pt idx="1953">
                  <c:v>41452</c:v>
                </c:pt>
                <c:pt idx="1954">
                  <c:v>41453</c:v>
                </c:pt>
                <c:pt idx="1955">
                  <c:v>41456</c:v>
                </c:pt>
                <c:pt idx="1956">
                  <c:v>41457</c:v>
                </c:pt>
                <c:pt idx="1957">
                  <c:v>41458</c:v>
                </c:pt>
                <c:pt idx="1958">
                  <c:v>41459</c:v>
                </c:pt>
                <c:pt idx="1959">
                  <c:v>41460</c:v>
                </c:pt>
                <c:pt idx="1960">
                  <c:v>41463</c:v>
                </c:pt>
                <c:pt idx="1961">
                  <c:v>41464</c:v>
                </c:pt>
                <c:pt idx="1962">
                  <c:v>41465</c:v>
                </c:pt>
                <c:pt idx="1963">
                  <c:v>41466</c:v>
                </c:pt>
                <c:pt idx="1964">
                  <c:v>41467</c:v>
                </c:pt>
                <c:pt idx="1965">
                  <c:v>41470</c:v>
                </c:pt>
                <c:pt idx="1966">
                  <c:v>41471</c:v>
                </c:pt>
                <c:pt idx="1967">
                  <c:v>41472</c:v>
                </c:pt>
                <c:pt idx="1968">
                  <c:v>41473</c:v>
                </c:pt>
                <c:pt idx="1969">
                  <c:v>41474</c:v>
                </c:pt>
                <c:pt idx="1970">
                  <c:v>41477</c:v>
                </c:pt>
                <c:pt idx="1971">
                  <c:v>41478</c:v>
                </c:pt>
                <c:pt idx="1972">
                  <c:v>41479</c:v>
                </c:pt>
                <c:pt idx="1973">
                  <c:v>41480</c:v>
                </c:pt>
                <c:pt idx="1974">
                  <c:v>41481</c:v>
                </c:pt>
                <c:pt idx="1975">
                  <c:v>41484</c:v>
                </c:pt>
                <c:pt idx="1976">
                  <c:v>41485</c:v>
                </c:pt>
                <c:pt idx="1977">
                  <c:v>41486</c:v>
                </c:pt>
                <c:pt idx="1978">
                  <c:v>41487</c:v>
                </c:pt>
                <c:pt idx="1979">
                  <c:v>41488</c:v>
                </c:pt>
                <c:pt idx="1980">
                  <c:v>41491</c:v>
                </c:pt>
                <c:pt idx="1981">
                  <c:v>41492</c:v>
                </c:pt>
                <c:pt idx="1982">
                  <c:v>41493</c:v>
                </c:pt>
                <c:pt idx="1983">
                  <c:v>41494</c:v>
                </c:pt>
                <c:pt idx="1984">
                  <c:v>41495</c:v>
                </c:pt>
                <c:pt idx="1985">
                  <c:v>41498</c:v>
                </c:pt>
                <c:pt idx="1986">
                  <c:v>41499</c:v>
                </c:pt>
                <c:pt idx="1987">
                  <c:v>41500</c:v>
                </c:pt>
                <c:pt idx="1988">
                  <c:v>41501</c:v>
                </c:pt>
                <c:pt idx="1989">
                  <c:v>41502</c:v>
                </c:pt>
                <c:pt idx="1990">
                  <c:v>41505</c:v>
                </c:pt>
                <c:pt idx="1991">
                  <c:v>41506</c:v>
                </c:pt>
                <c:pt idx="1992">
                  <c:v>41507</c:v>
                </c:pt>
                <c:pt idx="1993">
                  <c:v>41508</c:v>
                </c:pt>
                <c:pt idx="1994">
                  <c:v>41509</c:v>
                </c:pt>
                <c:pt idx="1995">
                  <c:v>41512</c:v>
                </c:pt>
                <c:pt idx="1996">
                  <c:v>41513</c:v>
                </c:pt>
                <c:pt idx="1997">
                  <c:v>41514</c:v>
                </c:pt>
                <c:pt idx="1998">
                  <c:v>41515</c:v>
                </c:pt>
                <c:pt idx="1999">
                  <c:v>41516</c:v>
                </c:pt>
                <c:pt idx="2000">
                  <c:v>41519</c:v>
                </c:pt>
                <c:pt idx="2001">
                  <c:v>41520</c:v>
                </c:pt>
                <c:pt idx="2002">
                  <c:v>41521</c:v>
                </c:pt>
                <c:pt idx="2003">
                  <c:v>41522</c:v>
                </c:pt>
                <c:pt idx="2004">
                  <c:v>41523</c:v>
                </c:pt>
                <c:pt idx="2005">
                  <c:v>41526</c:v>
                </c:pt>
                <c:pt idx="2006">
                  <c:v>41527</c:v>
                </c:pt>
                <c:pt idx="2007">
                  <c:v>41528</c:v>
                </c:pt>
                <c:pt idx="2008">
                  <c:v>41529</c:v>
                </c:pt>
                <c:pt idx="2009">
                  <c:v>41530</c:v>
                </c:pt>
                <c:pt idx="2010">
                  <c:v>41533</c:v>
                </c:pt>
                <c:pt idx="2011">
                  <c:v>41534</c:v>
                </c:pt>
                <c:pt idx="2012">
                  <c:v>41535</c:v>
                </c:pt>
                <c:pt idx="2013">
                  <c:v>41536</c:v>
                </c:pt>
                <c:pt idx="2014">
                  <c:v>41537</c:v>
                </c:pt>
                <c:pt idx="2015">
                  <c:v>41540</c:v>
                </c:pt>
                <c:pt idx="2016">
                  <c:v>41541</c:v>
                </c:pt>
                <c:pt idx="2017">
                  <c:v>41542</c:v>
                </c:pt>
                <c:pt idx="2018">
                  <c:v>41543</c:v>
                </c:pt>
                <c:pt idx="2019">
                  <c:v>41544</c:v>
                </c:pt>
                <c:pt idx="2020">
                  <c:v>41547</c:v>
                </c:pt>
                <c:pt idx="2021">
                  <c:v>41548</c:v>
                </c:pt>
                <c:pt idx="2022">
                  <c:v>41549</c:v>
                </c:pt>
                <c:pt idx="2023">
                  <c:v>41550</c:v>
                </c:pt>
                <c:pt idx="2024">
                  <c:v>41551</c:v>
                </c:pt>
                <c:pt idx="2025">
                  <c:v>41554</c:v>
                </c:pt>
                <c:pt idx="2026">
                  <c:v>41555</c:v>
                </c:pt>
                <c:pt idx="2027">
                  <c:v>41556</c:v>
                </c:pt>
                <c:pt idx="2028">
                  <c:v>41557</c:v>
                </c:pt>
                <c:pt idx="2029">
                  <c:v>41558</c:v>
                </c:pt>
                <c:pt idx="2030">
                  <c:v>41561</c:v>
                </c:pt>
                <c:pt idx="2031">
                  <c:v>41562</c:v>
                </c:pt>
                <c:pt idx="2032">
                  <c:v>41563</c:v>
                </c:pt>
                <c:pt idx="2033">
                  <c:v>41564</c:v>
                </c:pt>
                <c:pt idx="2034">
                  <c:v>41565</c:v>
                </c:pt>
                <c:pt idx="2035">
                  <c:v>41568</c:v>
                </c:pt>
                <c:pt idx="2036">
                  <c:v>41569</c:v>
                </c:pt>
                <c:pt idx="2037">
                  <c:v>41570</c:v>
                </c:pt>
                <c:pt idx="2038">
                  <c:v>41571</c:v>
                </c:pt>
                <c:pt idx="2039">
                  <c:v>41572</c:v>
                </c:pt>
                <c:pt idx="2040">
                  <c:v>41575</c:v>
                </c:pt>
                <c:pt idx="2041">
                  <c:v>41576</c:v>
                </c:pt>
                <c:pt idx="2042">
                  <c:v>41577</c:v>
                </c:pt>
                <c:pt idx="2043">
                  <c:v>41578</c:v>
                </c:pt>
                <c:pt idx="2044">
                  <c:v>41579</c:v>
                </c:pt>
                <c:pt idx="2045">
                  <c:v>41582</c:v>
                </c:pt>
                <c:pt idx="2046">
                  <c:v>41583</c:v>
                </c:pt>
                <c:pt idx="2047">
                  <c:v>41584</c:v>
                </c:pt>
                <c:pt idx="2048">
                  <c:v>41585</c:v>
                </c:pt>
                <c:pt idx="2049">
                  <c:v>41586</c:v>
                </c:pt>
                <c:pt idx="2050">
                  <c:v>41589</c:v>
                </c:pt>
                <c:pt idx="2051">
                  <c:v>41590</c:v>
                </c:pt>
                <c:pt idx="2052">
                  <c:v>41591</c:v>
                </c:pt>
                <c:pt idx="2053">
                  <c:v>41592</c:v>
                </c:pt>
                <c:pt idx="2054">
                  <c:v>41593</c:v>
                </c:pt>
                <c:pt idx="2055">
                  <c:v>41596</c:v>
                </c:pt>
                <c:pt idx="2056">
                  <c:v>41597</c:v>
                </c:pt>
                <c:pt idx="2057">
                  <c:v>41598</c:v>
                </c:pt>
                <c:pt idx="2058">
                  <c:v>41599</c:v>
                </c:pt>
                <c:pt idx="2059">
                  <c:v>41600</c:v>
                </c:pt>
                <c:pt idx="2060">
                  <c:v>41603</c:v>
                </c:pt>
                <c:pt idx="2061">
                  <c:v>41604</c:v>
                </c:pt>
                <c:pt idx="2062">
                  <c:v>41605</c:v>
                </c:pt>
                <c:pt idx="2063">
                  <c:v>41606</c:v>
                </c:pt>
                <c:pt idx="2064">
                  <c:v>41607</c:v>
                </c:pt>
                <c:pt idx="2065">
                  <c:v>41610</c:v>
                </c:pt>
                <c:pt idx="2066">
                  <c:v>41611</c:v>
                </c:pt>
                <c:pt idx="2067">
                  <c:v>41612</c:v>
                </c:pt>
                <c:pt idx="2068">
                  <c:v>41613</c:v>
                </c:pt>
                <c:pt idx="2069">
                  <c:v>41614</c:v>
                </c:pt>
                <c:pt idx="2070">
                  <c:v>41617</c:v>
                </c:pt>
                <c:pt idx="2071">
                  <c:v>41618</c:v>
                </c:pt>
                <c:pt idx="2072">
                  <c:v>41619</c:v>
                </c:pt>
                <c:pt idx="2073">
                  <c:v>41620</c:v>
                </c:pt>
                <c:pt idx="2074">
                  <c:v>41621</c:v>
                </c:pt>
                <c:pt idx="2075">
                  <c:v>41624</c:v>
                </c:pt>
                <c:pt idx="2076">
                  <c:v>41625</c:v>
                </c:pt>
                <c:pt idx="2077">
                  <c:v>41626</c:v>
                </c:pt>
                <c:pt idx="2078">
                  <c:v>41627</c:v>
                </c:pt>
                <c:pt idx="2079">
                  <c:v>41628</c:v>
                </c:pt>
                <c:pt idx="2080">
                  <c:v>41631</c:v>
                </c:pt>
                <c:pt idx="2081">
                  <c:v>41632</c:v>
                </c:pt>
                <c:pt idx="2082">
                  <c:v>41633</c:v>
                </c:pt>
                <c:pt idx="2083">
                  <c:v>41634</c:v>
                </c:pt>
                <c:pt idx="2084">
                  <c:v>41635</c:v>
                </c:pt>
                <c:pt idx="2085">
                  <c:v>41638</c:v>
                </c:pt>
                <c:pt idx="2086">
                  <c:v>41639</c:v>
                </c:pt>
                <c:pt idx="2087">
                  <c:v>41640</c:v>
                </c:pt>
                <c:pt idx="2088">
                  <c:v>41641</c:v>
                </c:pt>
                <c:pt idx="2089">
                  <c:v>41642</c:v>
                </c:pt>
                <c:pt idx="2090">
                  <c:v>41645</c:v>
                </c:pt>
                <c:pt idx="2091">
                  <c:v>41646</c:v>
                </c:pt>
                <c:pt idx="2092">
                  <c:v>41647</c:v>
                </c:pt>
                <c:pt idx="2093">
                  <c:v>41648</c:v>
                </c:pt>
                <c:pt idx="2094">
                  <c:v>41649</c:v>
                </c:pt>
                <c:pt idx="2095">
                  <c:v>41652</c:v>
                </c:pt>
                <c:pt idx="2096">
                  <c:v>41653</c:v>
                </c:pt>
                <c:pt idx="2097">
                  <c:v>41654</c:v>
                </c:pt>
                <c:pt idx="2098">
                  <c:v>41655</c:v>
                </c:pt>
                <c:pt idx="2099">
                  <c:v>41656</c:v>
                </c:pt>
                <c:pt idx="2100">
                  <c:v>41659</c:v>
                </c:pt>
                <c:pt idx="2101">
                  <c:v>41660</c:v>
                </c:pt>
                <c:pt idx="2102">
                  <c:v>41661</c:v>
                </c:pt>
                <c:pt idx="2103">
                  <c:v>41662</c:v>
                </c:pt>
                <c:pt idx="2104">
                  <c:v>41663</c:v>
                </c:pt>
                <c:pt idx="2105">
                  <c:v>41666</c:v>
                </c:pt>
                <c:pt idx="2106">
                  <c:v>41667</c:v>
                </c:pt>
                <c:pt idx="2107">
                  <c:v>41668</c:v>
                </c:pt>
                <c:pt idx="2108">
                  <c:v>41669</c:v>
                </c:pt>
                <c:pt idx="2109">
                  <c:v>41670</c:v>
                </c:pt>
                <c:pt idx="2110">
                  <c:v>41673</c:v>
                </c:pt>
                <c:pt idx="2111">
                  <c:v>41674</c:v>
                </c:pt>
                <c:pt idx="2112">
                  <c:v>41675</c:v>
                </c:pt>
                <c:pt idx="2113">
                  <c:v>41676</c:v>
                </c:pt>
                <c:pt idx="2114">
                  <c:v>41677</c:v>
                </c:pt>
                <c:pt idx="2115">
                  <c:v>41680</c:v>
                </c:pt>
                <c:pt idx="2116">
                  <c:v>41681</c:v>
                </c:pt>
                <c:pt idx="2117">
                  <c:v>41682</c:v>
                </c:pt>
                <c:pt idx="2118">
                  <c:v>41683</c:v>
                </c:pt>
                <c:pt idx="2119">
                  <c:v>41684</c:v>
                </c:pt>
                <c:pt idx="2120">
                  <c:v>41687</c:v>
                </c:pt>
                <c:pt idx="2121">
                  <c:v>41688</c:v>
                </c:pt>
                <c:pt idx="2122">
                  <c:v>41689</c:v>
                </c:pt>
                <c:pt idx="2123">
                  <c:v>41690</c:v>
                </c:pt>
                <c:pt idx="2124">
                  <c:v>41691</c:v>
                </c:pt>
                <c:pt idx="2125">
                  <c:v>41694</c:v>
                </c:pt>
                <c:pt idx="2126">
                  <c:v>41695</c:v>
                </c:pt>
                <c:pt idx="2127">
                  <c:v>41696</c:v>
                </c:pt>
                <c:pt idx="2128">
                  <c:v>41697</c:v>
                </c:pt>
                <c:pt idx="2129">
                  <c:v>41698</c:v>
                </c:pt>
                <c:pt idx="2130">
                  <c:v>41701</c:v>
                </c:pt>
                <c:pt idx="2131">
                  <c:v>41702</c:v>
                </c:pt>
                <c:pt idx="2132">
                  <c:v>41703</c:v>
                </c:pt>
                <c:pt idx="2133">
                  <c:v>41704</c:v>
                </c:pt>
                <c:pt idx="2134">
                  <c:v>41705</c:v>
                </c:pt>
                <c:pt idx="2135">
                  <c:v>41708</c:v>
                </c:pt>
                <c:pt idx="2136">
                  <c:v>41709</c:v>
                </c:pt>
                <c:pt idx="2137">
                  <c:v>41710</c:v>
                </c:pt>
                <c:pt idx="2138">
                  <c:v>41711</c:v>
                </c:pt>
                <c:pt idx="2139">
                  <c:v>41712</c:v>
                </c:pt>
                <c:pt idx="2140">
                  <c:v>41715</c:v>
                </c:pt>
                <c:pt idx="2141">
                  <c:v>41716</c:v>
                </c:pt>
                <c:pt idx="2142">
                  <c:v>41717</c:v>
                </c:pt>
                <c:pt idx="2143">
                  <c:v>41718</c:v>
                </c:pt>
                <c:pt idx="2144">
                  <c:v>41719</c:v>
                </c:pt>
                <c:pt idx="2145">
                  <c:v>41722</c:v>
                </c:pt>
                <c:pt idx="2146">
                  <c:v>41723</c:v>
                </c:pt>
                <c:pt idx="2147">
                  <c:v>41724</c:v>
                </c:pt>
                <c:pt idx="2148">
                  <c:v>41725</c:v>
                </c:pt>
                <c:pt idx="2149">
                  <c:v>41726</c:v>
                </c:pt>
                <c:pt idx="2150">
                  <c:v>41729</c:v>
                </c:pt>
                <c:pt idx="2151">
                  <c:v>41730</c:v>
                </c:pt>
                <c:pt idx="2152">
                  <c:v>41731</c:v>
                </c:pt>
                <c:pt idx="2153">
                  <c:v>41732</c:v>
                </c:pt>
                <c:pt idx="2154">
                  <c:v>41733</c:v>
                </c:pt>
                <c:pt idx="2155">
                  <c:v>41736</c:v>
                </c:pt>
                <c:pt idx="2156">
                  <c:v>41737</c:v>
                </c:pt>
                <c:pt idx="2157">
                  <c:v>41738</c:v>
                </c:pt>
                <c:pt idx="2158">
                  <c:v>41739</c:v>
                </c:pt>
                <c:pt idx="2159">
                  <c:v>41740</c:v>
                </c:pt>
                <c:pt idx="2160">
                  <c:v>41743</c:v>
                </c:pt>
                <c:pt idx="2161">
                  <c:v>41744</c:v>
                </c:pt>
                <c:pt idx="2162">
                  <c:v>41745</c:v>
                </c:pt>
                <c:pt idx="2163">
                  <c:v>41746</c:v>
                </c:pt>
                <c:pt idx="2164">
                  <c:v>41747</c:v>
                </c:pt>
                <c:pt idx="2165">
                  <c:v>41750</c:v>
                </c:pt>
                <c:pt idx="2166">
                  <c:v>41751</c:v>
                </c:pt>
                <c:pt idx="2167">
                  <c:v>41752</c:v>
                </c:pt>
                <c:pt idx="2168">
                  <c:v>41753</c:v>
                </c:pt>
                <c:pt idx="2169">
                  <c:v>41754</c:v>
                </c:pt>
                <c:pt idx="2170">
                  <c:v>41757</c:v>
                </c:pt>
                <c:pt idx="2171">
                  <c:v>41758</c:v>
                </c:pt>
                <c:pt idx="2172">
                  <c:v>41759</c:v>
                </c:pt>
                <c:pt idx="2173">
                  <c:v>41760</c:v>
                </c:pt>
                <c:pt idx="2174">
                  <c:v>41761</c:v>
                </c:pt>
                <c:pt idx="2175">
                  <c:v>41764</c:v>
                </c:pt>
                <c:pt idx="2176">
                  <c:v>41765</c:v>
                </c:pt>
                <c:pt idx="2177">
                  <c:v>41766</c:v>
                </c:pt>
                <c:pt idx="2178">
                  <c:v>41767</c:v>
                </c:pt>
                <c:pt idx="2179">
                  <c:v>41768</c:v>
                </c:pt>
                <c:pt idx="2180">
                  <c:v>41771</c:v>
                </c:pt>
                <c:pt idx="2181">
                  <c:v>41772</c:v>
                </c:pt>
                <c:pt idx="2182">
                  <c:v>41773</c:v>
                </c:pt>
                <c:pt idx="2183">
                  <c:v>41774</c:v>
                </c:pt>
                <c:pt idx="2184">
                  <c:v>41775</c:v>
                </c:pt>
                <c:pt idx="2185">
                  <c:v>41778</c:v>
                </c:pt>
                <c:pt idx="2186">
                  <c:v>41779</c:v>
                </c:pt>
                <c:pt idx="2187">
                  <c:v>41780</c:v>
                </c:pt>
                <c:pt idx="2188">
                  <c:v>41781</c:v>
                </c:pt>
                <c:pt idx="2189">
                  <c:v>41782</c:v>
                </c:pt>
                <c:pt idx="2190">
                  <c:v>41785</c:v>
                </c:pt>
                <c:pt idx="2191">
                  <c:v>41786</c:v>
                </c:pt>
                <c:pt idx="2192">
                  <c:v>41787</c:v>
                </c:pt>
                <c:pt idx="2193">
                  <c:v>41788</c:v>
                </c:pt>
                <c:pt idx="2194">
                  <c:v>41789</c:v>
                </c:pt>
                <c:pt idx="2195">
                  <c:v>41792</c:v>
                </c:pt>
                <c:pt idx="2196">
                  <c:v>41793</c:v>
                </c:pt>
                <c:pt idx="2197">
                  <c:v>41794</c:v>
                </c:pt>
                <c:pt idx="2198">
                  <c:v>41795</c:v>
                </c:pt>
                <c:pt idx="2199">
                  <c:v>41796</c:v>
                </c:pt>
                <c:pt idx="2200">
                  <c:v>41799</c:v>
                </c:pt>
                <c:pt idx="2201">
                  <c:v>41800</c:v>
                </c:pt>
                <c:pt idx="2202">
                  <c:v>41801</c:v>
                </c:pt>
                <c:pt idx="2203">
                  <c:v>41802</c:v>
                </c:pt>
                <c:pt idx="2204">
                  <c:v>41803</c:v>
                </c:pt>
                <c:pt idx="2205">
                  <c:v>41806</c:v>
                </c:pt>
                <c:pt idx="2206">
                  <c:v>41807</c:v>
                </c:pt>
                <c:pt idx="2207">
                  <c:v>41808</c:v>
                </c:pt>
                <c:pt idx="2208">
                  <c:v>41809</c:v>
                </c:pt>
                <c:pt idx="2209">
                  <c:v>41810</c:v>
                </c:pt>
                <c:pt idx="2210">
                  <c:v>41813</c:v>
                </c:pt>
                <c:pt idx="2211">
                  <c:v>41814</c:v>
                </c:pt>
                <c:pt idx="2212">
                  <c:v>41815</c:v>
                </c:pt>
                <c:pt idx="2213">
                  <c:v>41816</c:v>
                </c:pt>
                <c:pt idx="2214">
                  <c:v>41817</c:v>
                </c:pt>
                <c:pt idx="2215">
                  <c:v>41820</c:v>
                </c:pt>
                <c:pt idx="2216">
                  <c:v>41821</c:v>
                </c:pt>
                <c:pt idx="2217">
                  <c:v>41822</c:v>
                </c:pt>
                <c:pt idx="2218">
                  <c:v>41823</c:v>
                </c:pt>
                <c:pt idx="2219">
                  <c:v>41824</c:v>
                </c:pt>
                <c:pt idx="2220">
                  <c:v>41827</c:v>
                </c:pt>
                <c:pt idx="2221">
                  <c:v>41828</c:v>
                </c:pt>
                <c:pt idx="2222">
                  <c:v>41829</c:v>
                </c:pt>
                <c:pt idx="2223">
                  <c:v>41830</c:v>
                </c:pt>
                <c:pt idx="2224">
                  <c:v>41831</c:v>
                </c:pt>
                <c:pt idx="2225">
                  <c:v>41834</c:v>
                </c:pt>
                <c:pt idx="2226">
                  <c:v>41835</c:v>
                </c:pt>
                <c:pt idx="2227">
                  <c:v>41836</c:v>
                </c:pt>
                <c:pt idx="2228">
                  <c:v>41837</c:v>
                </c:pt>
                <c:pt idx="2229">
                  <c:v>41838</c:v>
                </c:pt>
                <c:pt idx="2230">
                  <c:v>41841</c:v>
                </c:pt>
                <c:pt idx="2231">
                  <c:v>41842</c:v>
                </c:pt>
                <c:pt idx="2232">
                  <c:v>41843</c:v>
                </c:pt>
                <c:pt idx="2233">
                  <c:v>41844</c:v>
                </c:pt>
                <c:pt idx="2234">
                  <c:v>41845</c:v>
                </c:pt>
                <c:pt idx="2235">
                  <c:v>41848</c:v>
                </c:pt>
                <c:pt idx="2236">
                  <c:v>41849</c:v>
                </c:pt>
                <c:pt idx="2237">
                  <c:v>41850</c:v>
                </c:pt>
                <c:pt idx="2238">
                  <c:v>41851</c:v>
                </c:pt>
                <c:pt idx="2239">
                  <c:v>41852</c:v>
                </c:pt>
                <c:pt idx="2240">
                  <c:v>41855</c:v>
                </c:pt>
                <c:pt idx="2241">
                  <c:v>41856</c:v>
                </c:pt>
                <c:pt idx="2242">
                  <c:v>41857</c:v>
                </c:pt>
                <c:pt idx="2243">
                  <c:v>41858</c:v>
                </c:pt>
                <c:pt idx="2244">
                  <c:v>41859</c:v>
                </c:pt>
                <c:pt idx="2245">
                  <c:v>41862</c:v>
                </c:pt>
                <c:pt idx="2246">
                  <c:v>41863</c:v>
                </c:pt>
                <c:pt idx="2247">
                  <c:v>41864</c:v>
                </c:pt>
                <c:pt idx="2248">
                  <c:v>41865</c:v>
                </c:pt>
                <c:pt idx="2249">
                  <c:v>41866</c:v>
                </c:pt>
                <c:pt idx="2250">
                  <c:v>41869</c:v>
                </c:pt>
                <c:pt idx="2251">
                  <c:v>41870</c:v>
                </c:pt>
                <c:pt idx="2252">
                  <c:v>41871</c:v>
                </c:pt>
                <c:pt idx="2253">
                  <c:v>41872</c:v>
                </c:pt>
                <c:pt idx="2254">
                  <c:v>41873</c:v>
                </c:pt>
                <c:pt idx="2255">
                  <c:v>41876</c:v>
                </c:pt>
                <c:pt idx="2256">
                  <c:v>41877</c:v>
                </c:pt>
                <c:pt idx="2257">
                  <c:v>41878</c:v>
                </c:pt>
                <c:pt idx="2258">
                  <c:v>41879</c:v>
                </c:pt>
                <c:pt idx="2259">
                  <c:v>41880</c:v>
                </c:pt>
                <c:pt idx="2260">
                  <c:v>41883</c:v>
                </c:pt>
                <c:pt idx="2261">
                  <c:v>41884</c:v>
                </c:pt>
                <c:pt idx="2262">
                  <c:v>41885</c:v>
                </c:pt>
                <c:pt idx="2263">
                  <c:v>41886</c:v>
                </c:pt>
                <c:pt idx="2264">
                  <c:v>41887</c:v>
                </c:pt>
                <c:pt idx="2265">
                  <c:v>41890</c:v>
                </c:pt>
                <c:pt idx="2266">
                  <c:v>41891</c:v>
                </c:pt>
                <c:pt idx="2267">
                  <c:v>41892</c:v>
                </c:pt>
                <c:pt idx="2268">
                  <c:v>41893</c:v>
                </c:pt>
                <c:pt idx="2269">
                  <c:v>41894</c:v>
                </c:pt>
                <c:pt idx="2270">
                  <c:v>41897</c:v>
                </c:pt>
                <c:pt idx="2271">
                  <c:v>41898</c:v>
                </c:pt>
                <c:pt idx="2272">
                  <c:v>41899</c:v>
                </c:pt>
                <c:pt idx="2273">
                  <c:v>41900</c:v>
                </c:pt>
                <c:pt idx="2274">
                  <c:v>41901</c:v>
                </c:pt>
                <c:pt idx="2275">
                  <c:v>41904</c:v>
                </c:pt>
                <c:pt idx="2276">
                  <c:v>41905</c:v>
                </c:pt>
                <c:pt idx="2277">
                  <c:v>41906</c:v>
                </c:pt>
                <c:pt idx="2278">
                  <c:v>41907</c:v>
                </c:pt>
                <c:pt idx="2279">
                  <c:v>41908</c:v>
                </c:pt>
                <c:pt idx="2280">
                  <c:v>41911</c:v>
                </c:pt>
                <c:pt idx="2281">
                  <c:v>41912</c:v>
                </c:pt>
                <c:pt idx="2282">
                  <c:v>41913</c:v>
                </c:pt>
                <c:pt idx="2283">
                  <c:v>41914</c:v>
                </c:pt>
                <c:pt idx="2284">
                  <c:v>41915</c:v>
                </c:pt>
                <c:pt idx="2285">
                  <c:v>41918</c:v>
                </c:pt>
                <c:pt idx="2286">
                  <c:v>41919</c:v>
                </c:pt>
                <c:pt idx="2287">
                  <c:v>41920</c:v>
                </c:pt>
                <c:pt idx="2288">
                  <c:v>41921</c:v>
                </c:pt>
                <c:pt idx="2289">
                  <c:v>41922</c:v>
                </c:pt>
                <c:pt idx="2290">
                  <c:v>41925</c:v>
                </c:pt>
                <c:pt idx="2291">
                  <c:v>41926</c:v>
                </c:pt>
                <c:pt idx="2292">
                  <c:v>41927</c:v>
                </c:pt>
                <c:pt idx="2293">
                  <c:v>41928</c:v>
                </c:pt>
                <c:pt idx="2294">
                  <c:v>41929</c:v>
                </c:pt>
                <c:pt idx="2295">
                  <c:v>41932</c:v>
                </c:pt>
                <c:pt idx="2296">
                  <c:v>41933</c:v>
                </c:pt>
                <c:pt idx="2297">
                  <c:v>41934</c:v>
                </c:pt>
                <c:pt idx="2298">
                  <c:v>41935</c:v>
                </c:pt>
                <c:pt idx="2299">
                  <c:v>41936</c:v>
                </c:pt>
                <c:pt idx="2300">
                  <c:v>41939</c:v>
                </c:pt>
                <c:pt idx="2301">
                  <c:v>41940</c:v>
                </c:pt>
                <c:pt idx="2302">
                  <c:v>41941</c:v>
                </c:pt>
                <c:pt idx="2303">
                  <c:v>41942</c:v>
                </c:pt>
                <c:pt idx="2304">
                  <c:v>41943</c:v>
                </c:pt>
                <c:pt idx="2305">
                  <c:v>41946</c:v>
                </c:pt>
                <c:pt idx="2306">
                  <c:v>41947</c:v>
                </c:pt>
                <c:pt idx="2307">
                  <c:v>41948</c:v>
                </c:pt>
                <c:pt idx="2308">
                  <c:v>41949</c:v>
                </c:pt>
                <c:pt idx="2309">
                  <c:v>41950</c:v>
                </c:pt>
                <c:pt idx="2310">
                  <c:v>41953</c:v>
                </c:pt>
                <c:pt idx="2311">
                  <c:v>41954</c:v>
                </c:pt>
                <c:pt idx="2312">
                  <c:v>41955</c:v>
                </c:pt>
                <c:pt idx="2313">
                  <c:v>41956</c:v>
                </c:pt>
                <c:pt idx="2314">
                  <c:v>41957</c:v>
                </c:pt>
                <c:pt idx="2315">
                  <c:v>41960</c:v>
                </c:pt>
                <c:pt idx="2316">
                  <c:v>41961</c:v>
                </c:pt>
                <c:pt idx="2317">
                  <c:v>41962</c:v>
                </c:pt>
                <c:pt idx="2318">
                  <c:v>41963</c:v>
                </c:pt>
                <c:pt idx="2319">
                  <c:v>41964</c:v>
                </c:pt>
                <c:pt idx="2320">
                  <c:v>41967</c:v>
                </c:pt>
                <c:pt idx="2321">
                  <c:v>41968</c:v>
                </c:pt>
                <c:pt idx="2322">
                  <c:v>41969</c:v>
                </c:pt>
                <c:pt idx="2323">
                  <c:v>41970</c:v>
                </c:pt>
                <c:pt idx="2324">
                  <c:v>41971</c:v>
                </c:pt>
                <c:pt idx="2325">
                  <c:v>41974</c:v>
                </c:pt>
                <c:pt idx="2326">
                  <c:v>41975</c:v>
                </c:pt>
                <c:pt idx="2327">
                  <c:v>41976</c:v>
                </c:pt>
                <c:pt idx="2328">
                  <c:v>41977</c:v>
                </c:pt>
                <c:pt idx="2329">
                  <c:v>41978</c:v>
                </c:pt>
                <c:pt idx="2330">
                  <c:v>41981</c:v>
                </c:pt>
                <c:pt idx="2331">
                  <c:v>41982</c:v>
                </c:pt>
                <c:pt idx="2332">
                  <c:v>41983</c:v>
                </c:pt>
                <c:pt idx="2333">
                  <c:v>41984</c:v>
                </c:pt>
                <c:pt idx="2334">
                  <c:v>41985</c:v>
                </c:pt>
                <c:pt idx="2335">
                  <c:v>41988</c:v>
                </c:pt>
                <c:pt idx="2336">
                  <c:v>41989</c:v>
                </c:pt>
                <c:pt idx="2337">
                  <c:v>41990</c:v>
                </c:pt>
                <c:pt idx="2338">
                  <c:v>41991</c:v>
                </c:pt>
                <c:pt idx="2339">
                  <c:v>41992</c:v>
                </c:pt>
                <c:pt idx="2340">
                  <c:v>41995</c:v>
                </c:pt>
                <c:pt idx="2341">
                  <c:v>41996</c:v>
                </c:pt>
                <c:pt idx="2342">
                  <c:v>41997</c:v>
                </c:pt>
                <c:pt idx="2343">
                  <c:v>41998</c:v>
                </c:pt>
                <c:pt idx="2344">
                  <c:v>41999</c:v>
                </c:pt>
                <c:pt idx="2345">
                  <c:v>42002</c:v>
                </c:pt>
                <c:pt idx="2346">
                  <c:v>42003</c:v>
                </c:pt>
                <c:pt idx="2347">
                  <c:v>42004</c:v>
                </c:pt>
                <c:pt idx="2348">
                  <c:v>42005</c:v>
                </c:pt>
                <c:pt idx="2349">
                  <c:v>42006</c:v>
                </c:pt>
                <c:pt idx="2350">
                  <c:v>42009</c:v>
                </c:pt>
                <c:pt idx="2351">
                  <c:v>42010</c:v>
                </c:pt>
                <c:pt idx="2352">
                  <c:v>42011</c:v>
                </c:pt>
                <c:pt idx="2353">
                  <c:v>42012</c:v>
                </c:pt>
                <c:pt idx="2354">
                  <c:v>42013</c:v>
                </c:pt>
                <c:pt idx="2355">
                  <c:v>42016</c:v>
                </c:pt>
                <c:pt idx="2356">
                  <c:v>42017</c:v>
                </c:pt>
                <c:pt idx="2357">
                  <c:v>42018</c:v>
                </c:pt>
                <c:pt idx="2358">
                  <c:v>42019</c:v>
                </c:pt>
                <c:pt idx="2359">
                  <c:v>42020</c:v>
                </c:pt>
                <c:pt idx="2360">
                  <c:v>42023</c:v>
                </c:pt>
                <c:pt idx="2361">
                  <c:v>42024</c:v>
                </c:pt>
                <c:pt idx="2362">
                  <c:v>42025</c:v>
                </c:pt>
                <c:pt idx="2363">
                  <c:v>42026</c:v>
                </c:pt>
                <c:pt idx="2364">
                  <c:v>42027</c:v>
                </c:pt>
                <c:pt idx="2365">
                  <c:v>42030</c:v>
                </c:pt>
                <c:pt idx="2366">
                  <c:v>42031</c:v>
                </c:pt>
                <c:pt idx="2367">
                  <c:v>42032</c:v>
                </c:pt>
                <c:pt idx="2368">
                  <c:v>42033</c:v>
                </c:pt>
                <c:pt idx="2369">
                  <c:v>42034</c:v>
                </c:pt>
                <c:pt idx="2370">
                  <c:v>42037</c:v>
                </c:pt>
                <c:pt idx="2371">
                  <c:v>42038</c:v>
                </c:pt>
                <c:pt idx="2372">
                  <c:v>42039</c:v>
                </c:pt>
                <c:pt idx="2373">
                  <c:v>42040</c:v>
                </c:pt>
                <c:pt idx="2374">
                  <c:v>42041</c:v>
                </c:pt>
                <c:pt idx="2375">
                  <c:v>42044</c:v>
                </c:pt>
                <c:pt idx="2376">
                  <c:v>42045</c:v>
                </c:pt>
                <c:pt idx="2377">
                  <c:v>42046</c:v>
                </c:pt>
                <c:pt idx="2378">
                  <c:v>42047</c:v>
                </c:pt>
                <c:pt idx="2379">
                  <c:v>42048</c:v>
                </c:pt>
                <c:pt idx="2380">
                  <c:v>42051</c:v>
                </c:pt>
                <c:pt idx="2381">
                  <c:v>42052</c:v>
                </c:pt>
                <c:pt idx="2382">
                  <c:v>42053</c:v>
                </c:pt>
                <c:pt idx="2383">
                  <c:v>42054</c:v>
                </c:pt>
                <c:pt idx="2384">
                  <c:v>42055</c:v>
                </c:pt>
                <c:pt idx="2385">
                  <c:v>42058</c:v>
                </c:pt>
                <c:pt idx="2386">
                  <c:v>42059</c:v>
                </c:pt>
                <c:pt idx="2387">
                  <c:v>42060</c:v>
                </c:pt>
                <c:pt idx="2388">
                  <c:v>42061</c:v>
                </c:pt>
                <c:pt idx="2389">
                  <c:v>42062</c:v>
                </c:pt>
                <c:pt idx="2390">
                  <c:v>42065</c:v>
                </c:pt>
                <c:pt idx="2391">
                  <c:v>42066</c:v>
                </c:pt>
                <c:pt idx="2392">
                  <c:v>42067</c:v>
                </c:pt>
                <c:pt idx="2393">
                  <c:v>42068</c:v>
                </c:pt>
                <c:pt idx="2394">
                  <c:v>42069</c:v>
                </c:pt>
                <c:pt idx="2395">
                  <c:v>42072</c:v>
                </c:pt>
                <c:pt idx="2396">
                  <c:v>42073</c:v>
                </c:pt>
                <c:pt idx="2397">
                  <c:v>42074</c:v>
                </c:pt>
                <c:pt idx="2398">
                  <c:v>42075</c:v>
                </c:pt>
                <c:pt idx="2399">
                  <c:v>42076</c:v>
                </c:pt>
                <c:pt idx="2400">
                  <c:v>42079</c:v>
                </c:pt>
                <c:pt idx="2401">
                  <c:v>42080</c:v>
                </c:pt>
                <c:pt idx="2402">
                  <c:v>42081</c:v>
                </c:pt>
                <c:pt idx="2403">
                  <c:v>42082</c:v>
                </c:pt>
                <c:pt idx="2404">
                  <c:v>42083</c:v>
                </c:pt>
                <c:pt idx="2405">
                  <c:v>42086</c:v>
                </c:pt>
                <c:pt idx="2406">
                  <c:v>42087</c:v>
                </c:pt>
                <c:pt idx="2407">
                  <c:v>42088</c:v>
                </c:pt>
                <c:pt idx="2408">
                  <c:v>42089</c:v>
                </c:pt>
                <c:pt idx="2409">
                  <c:v>42090</c:v>
                </c:pt>
                <c:pt idx="2410">
                  <c:v>42093</c:v>
                </c:pt>
                <c:pt idx="2411">
                  <c:v>42094</c:v>
                </c:pt>
                <c:pt idx="2412">
                  <c:v>42095</c:v>
                </c:pt>
                <c:pt idx="2413">
                  <c:v>42096</c:v>
                </c:pt>
                <c:pt idx="2414">
                  <c:v>42097</c:v>
                </c:pt>
                <c:pt idx="2415">
                  <c:v>42100</c:v>
                </c:pt>
                <c:pt idx="2416">
                  <c:v>42101</c:v>
                </c:pt>
                <c:pt idx="2417">
                  <c:v>42102</c:v>
                </c:pt>
                <c:pt idx="2418">
                  <c:v>42103</c:v>
                </c:pt>
                <c:pt idx="2419">
                  <c:v>42104</c:v>
                </c:pt>
                <c:pt idx="2420">
                  <c:v>42107</c:v>
                </c:pt>
                <c:pt idx="2421">
                  <c:v>42108</c:v>
                </c:pt>
                <c:pt idx="2422">
                  <c:v>42109</c:v>
                </c:pt>
                <c:pt idx="2423">
                  <c:v>42110</c:v>
                </c:pt>
                <c:pt idx="2424">
                  <c:v>42111</c:v>
                </c:pt>
                <c:pt idx="2425">
                  <c:v>42114</c:v>
                </c:pt>
                <c:pt idx="2426">
                  <c:v>42115</c:v>
                </c:pt>
                <c:pt idx="2427">
                  <c:v>42116</c:v>
                </c:pt>
                <c:pt idx="2428">
                  <c:v>42117</c:v>
                </c:pt>
                <c:pt idx="2429">
                  <c:v>42118</c:v>
                </c:pt>
                <c:pt idx="2430">
                  <c:v>42121</c:v>
                </c:pt>
                <c:pt idx="2431">
                  <c:v>42122</c:v>
                </c:pt>
                <c:pt idx="2432">
                  <c:v>42123</c:v>
                </c:pt>
                <c:pt idx="2433">
                  <c:v>42124</c:v>
                </c:pt>
                <c:pt idx="2434">
                  <c:v>42125</c:v>
                </c:pt>
                <c:pt idx="2435">
                  <c:v>42128</c:v>
                </c:pt>
                <c:pt idx="2436">
                  <c:v>42129</c:v>
                </c:pt>
                <c:pt idx="2437">
                  <c:v>42130</c:v>
                </c:pt>
                <c:pt idx="2438">
                  <c:v>42131</c:v>
                </c:pt>
                <c:pt idx="2439">
                  <c:v>42132</c:v>
                </c:pt>
                <c:pt idx="2440">
                  <c:v>42135</c:v>
                </c:pt>
                <c:pt idx="2441">
                  <c:v>42136</c:v>
                </c:pt>
                <c:pt idx="2442">
                  <c:v>42137</c:v>
                </c:pt>
                <c:pt idx="2443">
                  <c:v>42138</c:v>
                </c:pt>
                <c:pt idx="2444">
                  <c:v>42139</c:v>
                </c:pt>
                <c:pt idx="2445">
                  <c:v>42142</c:v>
                </c:pt>
                <c:pt idx="2446">
                  <c:v>42143</c:v>
                </c:pt>
                <c:pt idx="2447">
                  <c:v>42144</c:v>
                </c:pt>
                <c:pt idx="2448">
                  <c:v>42145</c:v>
                </c:pt>
                <c:pt idx="2449">
                  <c:v>42146</c:v>
                </c:pt>
                <c:pt idx="2450">
                  <c:v>42149</c:v>
                </c:pt>
                <c:pt idx="2451">
                  <c:v>42150</c:v>
                </c:pt>
                <c:pt idx="2452">
                  <c:v>42151</c:v>
                </c:pt>
                <c:pt idx="2453">
                  <c:v>42152</c:v>
                </c:pt>
                <c:pt idx="2454">
                  <c:v>42153</c:v>
                </c:pt>
                <c:pt idx="2455">
                  <c:v>42156</c:v>
                </c:pt>
                <c:pt idx="2456">
                  <c:v>42157</c:v>
                </c:pt>
                <c:pt idx="2457">
                  <c:v>42158</c:v>
                </c:pt>
                <c:pt idx="2458">
                  <c:v>42159</c:v>
                </c:pt>
                <c:pt idx="2459">
                  <c:v>42160</c:v>
                </c:pt>
                <c:pt idx="2460">
                  <c:v>42163</c:v>
                </c:pt>
                <c:pt idx="2461">
                  <c:v>42164</c:v>
                </c:pt>
                <c:pt idx="2462">
                  <c:v>42165</c:v>
                </c:pt>
                <c:pt idx="2463">
                  <c:v>42166</c:v>
                </c:pt>
                <c:pt idx="2464">
                  <c:v>42167</c:v>
                </c:pt>
                <c:pt idx="2465">
                  <c:v>42170</c:v>
                </c:pt>
                <c:pt idx="2466">
                  <c:v>42171</c:v>
                </c:pt>
                <c:pt idx="2467">
                  <c:v>42172</c:v>
                </c:pt>
                <c:pt idx="2468">
                  <c:v>42173</c:v>
                </c:pt>
                <c:pt idx="2469">
                  <c:v>42174</c:v>
                </c:pt>
                <c:pt idx="2470">
                  <c:v>42177</c:v>
                </c:pt>
                <c:pt idx="2471">
                  <c:v>42178</c:v>
                </c:pt>
                <c:pt idx="2472">
                  <c:v>42179</c:v>
                </c:pt>
                <c:pt idx="2473">
                  <c:v>42180</c:v>
                </c:pt>
                <c:pt idx="2474">
                  <c:v>42181</c:v>
                </c:pt>
                <c:pt idx="2475">
                  <c:v>42184</c:v>
                </c:pt>
                <c:pt idx="2476">
                  <c:v>42185</c:v>
                </c:pt>
                <c:pt idx="2477">
                  <c:v>42186</c:v>
                </c:pt>
                <c:pt idx="2478">
                  <c:v>42187</c:v>
                </c:pt>
                <c:pt idx="2479">
                  <c:v>42188</c:v>
                </c:pt>
                <c:pt idx="2480">
                  <c:v>42191</c:v>
                </c:pt>
                <c:pt idx="2481">
                  <c:v>42192</c:v>
                </c:pt>
                <c:pt idx="2482">
                  <c:v>42193</c:v>
                </c:pt>
                <c:pt idx="2483">
                  <c:v>42194</c:v>
                </c:pt>
                <c:pt idx="2484">
                  <c:v>42195</c:v>
                </c:pt>
                <c:pt idx="2485">
                  <c:v>42198</c:v>
                </c:pt>
                <c:pt idx="2486">
                  <c:v>42199</c:v>
                </c:pt>
                <c:pt idx="2487">
                  <c:v>42200</c:v>
                </c:pt>
                <c:pt idx="2488">
                  <c:v>42201</c:v>
                </c:pt>
                <c:pt idx="2489">
                  <c:v>42202</c:v>
                </c:pt>
                <c:pt idx="2490">
                  <c:v>42205</c:v>
                </c:pt>
                <c:pt idx="2491">
                  <c:v>42206</c:v>
                </c:pt>
                <c:pt idx="2492">
                  <c:v>42207</c:v>
                </c:pt>
                <c:pt idx="2493">
                  <c:v>42208</c:v>
                </c:pt>
                <c:pt idx="2494">
                  <c:v>42209</c:v>
                </c:pt>
                <c:pt idx="2495">
                  <c:v>42212</c:v>
                </c:pt>
                <c:pt idx="2496">
                  <c:v>42213</c:v>
                </c:pt>
                <c:pt idx="2497">
                  <c:v>42214</c:v>
                </c:pt>
                <c:pt idx="2498">
                  <c:v>42215</c:v>
                </c:pt>
                <c:pt idx="2499">
                  <c:v>42216</c:v>
                </c:pt>
                <c:pt idx="2500">
                  <c:v>42219</c:v>
                </c:pt>
                <c:pt idx="2501">
                  <c:v>42220</c:v>
                </c:pt>
                <c:pt idx="2502">
                  <c:v>42221</c:v>
                </c:pt>
                <c:pt idx="2503">
                  <c:v>42222</c:v>
                </c:pt>
                <c:pt idx="2504">
                  <c:v>42223</c:v>
                </c:pt>
                <c:pt idx="2505">
                  <c:v>42226</c:v>
                </c:pt>
                <c:pt idx="2506">
                  <c:v>42227</c:v>
                </c:pt>
                <c:pt idx="2507">
                  <c:v>42228</c:v>
                </c:pt>
                <c:pt idx="2508">
                  <c:v>42229</c:v>
                </c:pt>
                <c:pt idx="2509">
                  <c:v>42230</c:v>
                </c:pt>
                <c:pt idx="2510">
                  <c:v>42233</c:v>
                </c:pt>
                <c:pt idx="2511">
                  <c:v>42234</c:v>
                </c:pt>
                <c:pt idx="2512">
                  <c:v>42235</c:v>
                </c:pt>
                <c:pt idx="2513">
                  <c:v>42236</c:v>
                </c:pt>
                <c:pt idx="2514">
                  <c:v>42237</c:v>
                </c:pt>
                <c:pt idx="2515">
                  <c:v>42240</c:v>
                </c:pt>
                <c:pt idx="2516">
                  <c:v>42241</c:v>
                </c:pt>
                <c:pt idx="2517">
                  <c:v>42242</c:v>
                </c:pt>
                <c:pt idx="2518">
                  <c:v>42243</c:v>
                </c:pt>
                <c:pt idx="2519">
                  <c:v>42244</c:v>
                </c:pt>
                <c:pt idx="2520">
                  <c:v>42247</c:v>
                </c:pt>
                <c:pt idx="2521">
                  <c:v>42248</c:v>
                </c:pt>
                <c:pt idx="2522">
                  <c:v>42249</c:v>
                </c:pt>
                <c:pt idx="2523">
                  <c:v>42250</c:v>
                </c:pt>
                <c:pt idx="2524">
                  <c:v>42251</c:v>
                </c:pt>
                <c:pt idx="2525">
                  <c:v>42254</c:v>
                </c:pt>
                <c:pt idx="2526">
                  <c:v>42255</c:v>
                </c:pt>
                <c:pt idx="2527">
                  <c:v>42256</c:v>
                </c:pt>
                <c:pt idx="2528">
                  <c:v>42257</c:v>
                </c:pt>
                <c:pt idx="2529">
                  <c:v>42258</c:v>
                </c:pt>
                <c:pt idx="2530">
                  <c:v>42261</c:v>
                </c:pt>
                <c:pt idx="2531">
                  <c:v>42262</c:v>
                </c:pt>
                <c:pt idx="2532">
                  <c:v>42263</c:v>
                </c:pt>
                <c:pt idx="2533">
                  <c:v>42264</c:v>
                </c:pt>
                <c:pt idx="2534">
                  <c:v>42265</c:v>
                </c:pt>
                <c:pt idx="2535">
                  <c:v>42268</c:v>
                </c:pt>
                <c:pt idx="2536">
                  <c:v>42269</c:v>
                </c:pt>
                <c:pt idx="2537">
                  <c:v>42270</c:v>
                </c:pt>
                <c:pt idx="2538">
                  <c:v>42271</c:v>
                </c:pt>
                <c:pt idx="2539">
                  <c:v>42272</c:v>
                </c:pt>
                <c:pt idx="2540">
                  <c:v>42275</c:v>
                </c:pt>
                <c:pt idx="2541">
                  <c:v>42276</c:v>
                </c:pt>
                <c:pt idx="2542">
                  <c:v>42277</c:v>
                </c:pt>
                <c:pt idx="2543">
                  <c:v>42278</c:v>
                </c:pt>
                <c:pt idx="2544">
                  <c:v>42279</c:v>
                </c:pt>
                <c:pt idx="2545">
                  <c:v>42282</c:v>
                </c:pt>
                <c:pt idx="2546">
                  <c:v>42283</c:v>
                </c:pt>
                <c:pt idx="2547">
                  <c:v>42284</c:v>
                </c:pt>
                <c:pt idx="2548">
                  <c:v>42285</c:v>
                </c:pt>
                <c:pt idx="2549">
                  <c:v>42286</c:v>
                </c:pt>
                <c:pt idx="2550">
                  <c:v>42289</c:v>
                </c:pt>
                <c:pt idx="2551">
                  <c:v>42290</c:v>
                </c:pt>
                <c:pt idx="2552">
                  <c:v>42291</c:v>
                </c:pt>
                <c:pt idx="2553">
                  <c:v>42292</c:v>
                </c:pt>
                <c:pt idx="2554">
                  <c:v>42293</c:v>
                </c:pt>
                <c:pt idx="2555">
                  <c:v>42296</c:v>
                </c:pt>
                <c:pt idx="2556">
                  <c:v>42297</c:v>
                </c:pt>
                <c:pt idx="2557">
                  <c:v>42298</c:v>
                </c:pt>
                <c:pt idx="2558">
                  <c:v>42299</c:v>
                </c:pt>
                <c:pt idx="2559">
                  <c:v>42300</c:v>
                </c:pt>
                <c:pt idx="2560">
                  <c:v>42303</c:v>
                </c:pt>
                <c:pt idx="2561">
                  <c:v>42304</c:v>
                </c:pt>
                <c:pt idx="2562">
                  <c:v>42305</c:v>
                </c:pt>
                <c:pt idx="2563">
                  <c:v>42306</c:v>
                </c:pt>
                <c:pt idx="2564">
                  <c:v>42307</c:v>
                </c:pt>
                <c:pt idx="2565">
                  <c:v>42310</c:v>
                </c:pt>
                <c:pt idx="2566">
                  <c:v>42311</c:v>
                </c:pt>
                <c:pt idx="2567">
                  <c:v>42312</c:v>
                </c:pt>
                <c:pt idx="2568">
                  <c:v>42313</c:v>
                </c:pt>
                <c:pt idx="2569">
                  <c:v>42314</c:v>
                </c:pt>
                <c:pt idx="2570">
                  <c:v>42317</c:v>
                </c:pt>
                <c:pt idx="2571">
                  <c:v>42318</c:v>
                </c:pt>
                <c:pt idx="2572">
                  <c:v>42319</c:v>
                </c:pt>
                <c:pt idx="2573">
                  <c:v>42320</c:v>
                </c:pt>
                <c:pt idx="2574">
                  <c:v>42321</c:v>
                </c:pt>
                <c:pt idx="2575">
                  <c:v>42324</c:v>
                </c:pt>
                <c:pt idx="2576">
                  <c:v>42325</c:v>
                </c:pt>
                <c:pt idx="2577">
                  <c:v>42326</c:v>
                </c:pt>
                <c:pt idx="2578">
                  <c:v>42327</c:v>
                </c:pt>
                <c:pt idx="2579">
                  <c:v>42328</c:v>
                </c:pt>
                <c:pt idx="2580">
                  <c:v>42331</c:v>
                </c:pt>
                <c:pt idx="2581">
                  <c:v>42332</c:v>
                </c:pt>
                <c:pt idx="2582">
                  <c:v>42333</c:v>
                </c:pt>
                <c:pt idx="2583">
                  <c:v>42334</c:v>
                </c:pt>
                <c:pt idx="2584">
                  <c:v>42335</c:v>
                </c:pt>
                <c:pt idx="2585">
                  <c:v>42338</c:v>
                </c:pt>
                <c:pt idx="2586">
                  <c:v>42339</c:v>
                </c:pt>
                <c:pt idx="2587">
                  <c:v>42340</c:v>
                </c:pt>
                <c:pt idx="2588">
                  <c:v>42341</c:v>
                </c:pt>
                <c:pt idx="2589">
                  <c:v>42342</c:v>
                </c:pt>
                <c:pt idx="2590">
                  <c:v>42345</c:v>
                </c:pt>
                <c:pt idx="2591">
                  <c:v>42346</c:v>
                </c:pt>
                <c:pt idx="2592">
                  <c:v>42347</c:v>
                </c:pt>
                <c:pt idx="2593">
                  <c:v>42348</c:v>
                </c:pt>
                <c:pt idx="2594">
                  <c:v>42349</c:v>
                </c:pt>
                <c:pt idx="2595">
                  <c:v>42352</c:v>
                </c:pt>
                <c:pt idx="2596">
                  <c:v>42353</c:v>
                </c:pt>
                <c:pt idx="2597">
                  <c:v>42354</c:v>
                </c:pt>
                <c:pt idx="2598">
                  <c:v>42355</c:v>
                </c:pt>
                <c:pt idx="2599">
                  <c:v>42356</c:v>
                </c:pt>
                <c:pt idx="2600">
                  <c:v>42359</c:v>
                </c:pt>
                <c:pt idx="2601">
                  <c:v>42360</c:v>
                </c:pt>
                <c:pt idx="2602">
                  <c:v>42361</c:v>
                </c:pt>
                <c:pt idx="2603">
                  <c:v>42362</c:v>
                </c:pt>
                <c:pt idx="2604">
                  <c:v>42363</c:v>
                </c:pt>
                <c:pt idx="2605">
                  <c:v>42366</c:v>
                </c:pt>
                <c:pt idx="2606">
                  <c:v>42367</c:v>
                </c:pt>
                <c:pt idx="2607">
                  <c:v>42368</c:v>
                </c:pt>
                <c:pt idx="2608">
                  <c:v>42369</c:v>
                </c:pt>
                <c:pt idx="2609">
                  <c:v>42370</c:v>
                </c:pt>
                <c:pt idx="2610">
                  <c:v>42373</c:v>
                </c:pt>
                <c:pt idx="2611">
                  <c:v>42374</c:v>
                </c:pt>
                <c:pt idx="2612">
                  <c:v>42375</c:v>
                </c:pt>
                <c:pt idx="2613">
                  <c:v>42376</c:v>
                </c:pt>
                <c:pt idx="2614">
                  <c:v>42377</c:v>
                </c:pt>
                <c:pt idx="2615">
                  <c:v>42380</c:v>
                </c:pt>
                <c:pt idx="2616">
                  <c:v>42381</c:v>
                </c:pt>
                <c:pt idx="2617">
                  <c:v>42382</c:v>
                </c:pt>
                <c:pt idx="2618">
                  <c:v>42383</c:v>
                </c:pt>
                <c:pt idx="2619">
                  <c:v>42384</c:v>
                </c:pt>
                <c:pt idx="2620">
                  <c:v>42387</c:v>
                </c:pt>
                <c:pt idx="2621">
                  <c:v>42388</c:v>
                </c:pt>
                <c:pt idx="2622">
                  <c:v>42389</c:v>
                </c:pt>
                <c:pt idx="2623">
                  <c:v>42390</c:v>
                </c:pt>
                <c:pt idx="2624">
                  <c:v>42391</c:v>
                </c:pt>
                <c:pt idx="2625">
                  <c:v>42394</c:v>
                </c:pt>
                <c:pt idx="2626">
                  <c:v>42395</c:v>
                </c:pt>
                <c:pt idx="2627">
                  <c:v>42396</c:v>
                </c:pt>
                <c:pt idx="2628">
                  <c:v>42397</c:v>
                </c:pt>
                <c:pt idx="2629">
                  <c:v>42398</c:v>
                </c:pt>
                <c:pt idx="2630">
                  <c:v>42401</c:v>
                </c:pt>
                <c:pt idx="2631">
                  <c:v>42402</c:v>
                </c:pt>
                <c:pt idx="2632">
                  <c:v>42403</c:v>
                </c:pt>
                <c:pt idx="2633">
                  <c:v>42404</c:v>
                </c:pt>
                <c:pt idx="2634">
                  <c:v>42405</c:v>
                </c:pt>
                <c:pt idx="2635">
                  <c:v>42408</c:v>
                </c:pt>
                <c:pt idx="2636">
                  <c:v>42409</c:v>
                </c:pt>
                <c:pt idx="2637">
                  <c:v>42410</c:v>
                </c:pt>
                <c:pt idx="2638">
                  <c:v>42411</c:v>
                </c:pt>
                <c:pt idx="2639">
                  <c:v>42412</c:v>
                </c:pt>
                <c:pt idx="2640">
                  <c:v>42415</c:v>
                </c:pt>
                <c:pt idx="2641">
                  <c:v>42416</c:v>
                </c:pt>
                <c:pt idx="2642">
                  <c:v>42417</c:v>
                </c:pt>
                <c:pt idx="2643">
                  <c:v>42418</c:v>
                </c:pt>
                <c:pt idx="2644">
                  <c:v>42419</c:v>
                </c:pt>
                <c:pt idx="2645">
                  <c:v>42422</c:v>
                </c:pt>
                <c:pt idx="2646">
                  <c:v>42423</c:v>
                </c:pt>
                <c:pt idx="2647">
                  <c:v>42424</c:v>
                </c:pt>
                <c:pt idx="2648">
                  <c:v>42425</c:v>
                </c:pt>
                <c:pt idx="2649">
                  <c:v>42426</c:v>
                </c:pt>
                <c:pt idx="2650">
                  <c:v>42429</c:v>
                </c:pt>
                <c:pt idx="2651">
                  <c:v>42430</c:v>
                </c:pt>
                <c:pt idx="2652">
                  <c:v>42431</c:v>
                </c:pt>
                <c:pt idx="2653">
                  <c:v>42432</c:v>
                </c:pt>
                <c:pt idx="2654">
                  <c:v>42433</c:v>
                </c:pt>
                <c:pt idx="2655">
                  <c:v>42436</c:v>
                </c:pt>
                <c:pt idx="2656">
                  <c:v>42437</c:v>
                </c:pt>
                <c:pt idx="2657">
                  <c:v>42438</c:v>
                </c:pt>
                <c:pt idx="2658">
                  <c:v>42439</c:v>
                </c:pt>
                <c:pt idx="2659">
                  <c:v>42440</c:v>
                </c:pt>
                <c:pt idx="2660">
                  <c:v>42443</c:v>
                </c:pt>
                <c:pt idx="2661">
                  <c:v>42444</c:v>
                </c:pt>
                <c:pt idx="2662">
                  <c:v>42445</c:v>
                </c:pt>
                <c:pt idx="2663">
                  <c:v>42446</c:v>
                </c:pt>
                <c:pt idx="2664">
                  <c:v>42447</c:v>
                </c:pt>
                <c:pt idx="2665">
                  <c:v>42450</c:v>
                </c:pt>
                <c:pt idx="2666">
                  <c:v>42451</c:v>
                </c:pt>
                <c:pt idx="2667">
                  <c:v>42452</c:v>
                </c:pt>
                <c:pt idx="2668">
                  <c:v>42453</c:v>
                </c:pt>
                <c:pt idx="2669">
                  <c:v>42454</c:v>
                </c:pt>
                <c:pt idx="2670">
                  <c:v>42457</c:v>
                </c:pt>
                <c:pt idx="2671">
                  <c:v>42458</c:v>
                </c:pt>
                <c:pt idx="2672">
                  <c:v>42459</c:v>
                </c:pt>
                <c:pt idx="2673">
                  <c:v>42460</c:v>
                </c:pt>
                <c:pt idx="2674">
                  <c:v>42461</c:v>
                </c:pt>
                <c:pt idx="2675">
                  <c:v>42464</c:v>
                </c:pt>
                <c:pt idx="2676">
                  <c:v>42465</c:v>
                </c:pt>
                <c:pt idx="2677">
                  <c:v>42466</c:v>
                </c:pt>
                <c:pt idx="2678">
                  <c:v>42467</c:v>
                </c:pt>
                <c:pt idx="2679">
                  <c:v>42468</c:v>
                </c:pt>
                <c:pt idx="2680">
                  <c:v>42471</c:v>
                </c:pt>
                <c:pt idx="2681">
                  <c:v>42472</c:v>
                </c:pt>
                <c:pt idx="2682">
                  <c:v>42473</c:v>
                </c:pt>
                <c:pt idx="2683">
                  <c:v>42474</c:v>
                </c:pt>
                <c:pt idx="2684">
                  <c:v>42475</c:v>
                </c:pt>
                <c:pt idx="2685">
                  <c:v>42478</c:v>
                </c:pt>
                <c:pt idx="2686">
                  <c:v>42479</c:v>
                </c:pt>
                <c:pt idx="2687">
                  <c:v>42480</c:v>
                </c:pt>
                <c:pt idx="2688">
                  <c:v>42481</c:v>
                </c:pt>
                <c:pt idx="2689">
                  <c:v>42482</c:v>
                </c:pt>
                <c:pt idx="2690">
                  <c:v>42485</c:v>
                </c:pt>
                <c:pt idx="2691">
                  <c:v>42486</c:v>
                </c:pt>
                <c:pt idx="2692">
                  <c:v>42487</c:v>
                </c:pt>
                <c:pt idx="2693">
                  <c:v>42488</c:v>
                </c:pt>
                <c:pt idx="2694">
                  <c:v>42489</c:v>
                </c:pt>
                <c:pt idx="2695">
                  <c:v>42492</c:v>
                </c:pt>
                <c:pt idx="2696">
                  <c:v>42493</c:v>
                </c:pt>
                <c:pt idx="2697">
                  <c:v>42494</c:v>
                </c:pt>
                <c:pt idx="2698">
                  <c:v>42495</c:v>
                </c:pt>
                <c:pt idx="2699">
                  <c:v>42496</c:v>
                </c:pt>
                <c:pt idx="2700">
                  <c:v>42499</c:v>
                </c:pt>
                <c:pt idx="2701">
                  <c:v>42500</c:v>
                </c:pt>
                <c:pt idx="2702">
                  <c:v>42501</c:v>
                </c:pt>
                <c:pt idx="2703">
                  <c:v>42502</c:v>
                </c:pt>
                <c:pt idx="2704">
                  <c:v>42503</c:v>
                </c:pt>
                <c:pt idx="2705">
                  <c:v>42506</c:v>
                </c:pt>
                <c:pt idx="2706">
                  <c:v>42507</c:v>
                </c:pt>
                <c:pt idx="2707">
                  <c:v>42508</c:v>
                </c:pt>
                <c:pt idx="2708">
                  <c:v>42509</c:v>
                </c:pt>
                <c:pt idx="2709">
                  <c:v>42510</c:v>
                </c:pt>
                <c:pt idx="2710">
                  <c:v>42513</c:v>
                </c:pt>
                <c:pt idx="2711">
                  <c:v>42514</c:v>
                </c:pt>
                <c:pt idx="2712">
                  <c:v>42515</c:v>
                </c:pt>
                <c:pt idx="2713">
                  <c:v>42516</c:v>
                </c:pt>
                <c:pt idx="2714">
                  <c:v>42517</c:v>
                </c:pt>
                <c:pt idx="2715">
                  <c:v>42520</c:v>
                </c:pt>
                <c:pt idx="2716">
                  <c:v>42521</c:v>
                </c:pt>
                <c:pt idx="2717">
                  <c:v>42522</c:v>
                </c:pt>
                <c:pt idx="2718">
                  <c:v>42523</c:v>
                </c:pt>
                <c:pt idx="2719">
                  <c:v>42524</c:v>
                </c:pt>
                <c:pt idx="2720">
                  <c:v>42527</c:v>
                </c:pt>
                <c:pt idx="2721">
                  <c:v>42528</c:v>
                </c:pt>
                <c:pt idx="2722">
                  <c:v>42529</c:v>
                </c:pt>
                <c:pt idx="2723">
                  <c:v>42530</c:v>
                </c:pt>
                <c:pt idx="2724">
                  <c:v>42531</c:v>
                </c:pt>
                <c:pt idx="2725">
                  <c:v>42534</c:v>
                </c:pt>
                <c:pt idx="2726">
                  <c:v>42535</c:v>
                </c:pt>
                <c:pt idx="2727">
                  <c:v>42536</c:v>
                </c:pt>
                <c:pt idx="2728">
                  <c:v>42537</c:v>
                </c:pt>
                <c:pt idx="2729">
                  <c:v>42538</c:v>
                </c:pt>
                <c:pt idx="2730">
                  <c:v>42541</c:v>
                </c:pt>
                <c:pt idx="2731">
                  <c:v>42542</c:v>
                </c:pt>
                <c:pt idx="2732">
                  <c:v>42543</c:v>
                </c:pt>
                <c:pt idx="2733">
                  <c:v>42544</c:v>
                </c:pt>
                <c:pt idx="2734">
                  <c:v>42545</c:v>
                </c:pt>
                <c:pt idx="2735">
                  <c:v>42548</c:v>
                </c:pt>
                <c:pt idx="2736">
                  <c:v>42549</c:v>
                </c:pt>
                <c:pt idx="2737">
                  <c:v>42550</c:v>
                </c:pt>
                <c:pt idx="2738">
                  <c:v>42551</c:v>
                </c:pt>
                <c:pt idx="2739">
                  <c:v>42552</c:v>
                </c:pt>
                <c:pt idx="2740">
                  <c:v>42555</c:v>
                </c:pt>
                <c:pt idx="2741">
                  <c:v>42556</c:v>
                </c:pt>
                <c:pt idx="2742">
                  <c:v>42557</c:v>
                </c:pt>
                <c:pt idx="2743">
                  <c:v>42558</c:v>
                </c:pt>
                <c:pt idx="2744">
                  <c:v>42559</c:v>
                </c:pt>
                <c:pt idx="2745">
                  <c:v>42562</c:v>
                </c:pt>
                <c:pt idx="2746">
                  <c:v>42563</c:v>
                </c:pt>
                <c:pt idx="2747">
                  <c:v>42564</c:v>
                </c:pt>
                <c:pt idx="2748">
                  <c:v>42565</c:v>
                </c:pt>
                <c:pt idx="2749">
                  <c:v>42566</c:v>
                </c:pt>
                <c:pt idx="2750">
                  <c:v>42569</c:v>
                </c:pt>
                <c:pt idx="2751">
                  <c:v>42570</c:v>
                </c:pt>
                <c:pt idx="2752">
                  <c:v>42571</c:v>
                </c:pt>
                <c:pt idx="2753">
                  <c:v>42572</c:v>
                </c:pt>
                <c:pt idx="2754">
                  <c:v>42573</c:v>
                </c:pt>
                <c:pt idx="2755">
                  <c:v>42576</c:v>
                </c:pt>
                <c:pt idx="2756">
                  <c:v>42577</c:v>
                </c:pt>
                <c:pt idx="2757">
                  <c:v>42578</c:v>
                </c:pt>
                <c:pt idx="2758">
                  <c:v>42579</c:v>
                </c:pt>
                <c:pt idx="2759">
                  <c:v>42580</c:v>
                </c:pt>
                <c:pt idx="2760">
                  <c:v>42583</c:v>
                </c:pt>
                <c:pt idx="2761">
                  <c:v>42584</c:v>
                </c:pt>
                <c:pt idx="2762">
                  <c:v>42585</c:v>
                </c:pt>
                <c:pt idx="2763">
                  <c:v>42586</c:v>
                </c:pt>
                <c:pt idx="2764">
                  <c:v>42587</c:v>
                </c:pt>
                <c:pt idx="2765">
                  <c:v>42590</c:v>
                </c:pt>
                <c:pt idx="2766">
                  <c:v>42591</c:v>
                </c:pt>
                <c:pt idx="2767">
                  <c:v>42592</c:v>
                </c:pt>
                <c:pt idx="2768">
                  <c:v>42593</c:v>
                </c:pt>
                <c:pt idx="2769">
                  <c:v>42594</c:v>
                </c:pt>
                <c:pt idx="2770">
                  <c:v>42597</c:v>
                </c:pt>
                <c:pt idx="2771">
                  <c:v>42598</c:v>
                </c:pt>
                <c:pt idx="2772">
                  <c:v>42599</c:v>
                </c:pt>
                <c:pt idx="2773">
                  <c:v>42600</c:v>
                </c:pt>
                <c:pt idx="2774">
                  <c:v>42601</c:v>
                </c:pt>
                <c:pt idx="2775">
                  <c:v>42604</c:v>
                </c:pt>
                <c:pt idx="2776">
                  <c:v>42605</c:v>
                </c:pt>
                <c:pt idx="2777">
                  <c:v>42606</c:v>
                </c:pt>
                <c:pt idx="2778">
                  <c:v>42607</c:v>
                </c:pt>
                <c:pt idx="2779">
                  <c:v>42608</c:v>
                </c:pt>
                <c:pt idx="2780">
                  <c:v>42611</c:v>
                </c:pt>
                <c:pt idx="2781">
                  <c:v>42612</c:v>
                </c:pt>
                <c:pt idx="2782">
                  <c:v>42613</c:v>
                </c:pt>
                <c:pt idx="2783">
                  <c:v>42614</c:v>
                </c:pt>
                <c:pt idx="2784">
                  <c:v>42615</c:v>
                </c:pt>
                <c:pt idx="2785">
                  <c:v>42618</c:v>
                </c:pt>
                <c:pt idx="2786">
                  <c:v>42619</c:v>
                </c:pt>
                <c:pt idx="2787">
                  <c:v>42620</c:v>
                </c:pt>
                <c:pt idx="2788">
                  <c:v>42621</c:v>
                </c:pt>
                <c:pt idx="2789">
                  <c:v>42622</c:v>
                </c:pt>
                <c:pt idx="2790">
                  <c:v>42625</c:v>
                </c:pt>
                <c:pt idx="2791">
                  <c:v>42626</c:v>
                </c:pt>
                <c:pt idx="2792">
                  <c:v>42627</c:v>
                </c:pt>
                <c:pt idx="2793">
                  <c:v>42628</c:v>
                </c:pt>
                <c:pt idx="2794">
                  <c:v>42629</c:v>
                </c:pt>
                <c:pt idx="2795">
                  <c:v>42632</c:v>
                </c:pt>
                <c:pt idx="2796">
                  <c:v>42633</c:v>
                </c:pt>
                <c:pt idx="2797">
                  <c:v>42634</c:v>
                </c:pt>
                <c:pt idx="2798">
                  <c:v>42635</c:v>
                </c:pt>
                <c:pt idx="2799">
                  <c:v>42636</c:v>
                </c:pt>
                <c:pt idx="2800">
                  <c:v>42639</c:v>
                </c:pt>
                <c:pt idx="2801">
                  <c:v>42640</c:v>
                </c:pt>
                <c:pt idx="2802">
                  <c:v>42641</c:v>
                </c:pt>
                <c:pt idx="2803">
                  <c:v>42642</c:v>
                </c:pt>
                <c:pt idx="2804">
                  <c:v>42643</c:v>
                </c:pt>
                <c:pt idx="2805">
                  <c:v>42646</c:v>
                </c:pt>
                <c:pt idx="2806">
                  <c:v>42647</c:v>
                </c:pt>
                <c:pt idx="2807">
                  <c:v>42648</c:v>
                </c:pt>
                <c:pt idx="2808">
                  <c:v>42649</c:v>
                </c:pt>
                <c:pt idx="2809">
                  <c:v>42650</c:v>
                </c:pt>
                <c:pt idx="2810">
                  <c:v>42653</c:v>
                </c:pt>
                <c:pt idx="2811">
                  <c:v>42654</c:v>
                </c:pt>
                <c:pt idx="2812">
                  <c:v>42655</c:v>
                </c:pt>
                <c:pt idx="2813">
                  <c:v>42656</c:v>
                </c:pt>
                <c:pt idx="2814">
                  <c:v>42657</c:v>
                </c:pt>
                <c:pt idx="2815">
                  <c:v>42660</c:v>
                </c:pt>
                <c:pt idx="2816">
                  <c:v>42661</c:v>
                </c:pt>
                <c:pt idx="2817">
                  <c:v>42662</c:v>
                </c:pt>
                <c:pt idx="2818">
                  <c:v>42663</c:v>
                </c:pt>
                <c:pt idx="2819">
                  <c:v>42664</c:v>
                </c:pt>
                <c:pt idx="2820">
                  <c:v>42667</c:v>
                </c:pt>
                <c:pt idx="2821">
                  <c:v>42668</c:v>
                </c:pt>
                <c:pt idx="2822">
                  <c:v>42669</c:v>
                </c:pt>
                <c:pt idx="2823">
                  <c:v>42670</c:v>
                </c:pt>
                <c:pt idx="2824">
                  <c:v>42671</c:v>
                </c:pt>
                <c:pt idx="2825">
                  <c:v>42674</c:v>
                </c:pt>
                <c:pt idx="2826">
                  <c:v>42675</c:v>
                </c:pt>
                <c:pt idx="2827">
                  <c:v>42676</c:v>
                </c:pt>
                <c:pt idx="2828">
                  <c:v>42677</c:v>
                </c:pt>
                <c:pt idx="2829">
                  <c:v>42678</c:v>
                </c:pt>
                <c:pt idx="2830">
                  <c:v>42681</c:v>
                </c:pt>
                <c:pt idx="2831">
                  <c:v>42682</c:v>
                </c:pt>
                <c:pt idx="2832">
                  <c:v>42683</c:v>
                </c:pt>
                <c:pt idx="2833">
                  <c:v>42684</c:v>
                </c:pt>
                <c:pt idx="2834">
                  <c:v>42685</c:v>
                </c:pt>
                <c:pt idx="2835">
                  <c:v>42688</c:v>
                </c:pt>
                <c:pt idx="2836">
                  <c:v>42689</c:v>
                </c:pt>
                <c:pt idx="2837">
                  <c:v>42690</c:v>
                </c:pt>
                <c:pt idx="2838">
                  <c:v>42691</c:v>
                </c:pt>
                <c:pt idx="2839">
                  <c:v>42692</c:v>
                </c:pt>
                <c:pt idx="2840">
                  <c:v>42695</c:v>
                </c:pt>
                <c:pt idx="2841">
                  <c:v>42696</c:v>
                </c:pt>
                <c:pt idx="2842">
                  <c:v>42697</c:v>
                </c:pt>
                <c:pt idx="2843">
                  <c:v>42698</c:v>
                </c:pt>
                <c:pt idx="2844">
                  <c:v>42699</c:v>
                </c:pt>
                <c:pt idx="2845">
                  <c:v>42702</c:v>
                </c:pt>
                <c:pt idx="2846">
                  <c:v>42703</c:v>
                </c:pt>
                <c:pt idx="2847">
                  <c:v>42704</c:v>
                </c:pt>
                <c:pt idx="2848">
                  <c:v>42705</c:v>
                </c:pt>
                <c:pt idx="2849">
                  <c:v>42706</c:v>
                </c:pt>
                <c:pt idx="2850">
                  <c:v>42709</c:v>
                </c:pt>
                <c:pt idx="2851">
                  <c:v>42710</c:v>
                </c:pt>
                <c:pt idx="2852">
                  <c:v>42711</c:v>
                </c:pt>
                <c:pt idx="2853">
                  <c:v>42712</c:v>
                </c:pt>
                <c:pt idx="2854">
                  <c:v>42713</c:v>
                </c:pt>
                <c:pt idx="2855">
                  <c:v>42716</c:v>
                </c:pt>
                <c:pt idx="2856">
                  <c:v>42717</c:v>
                </c:pt>
                <c:pt idx="2857">
                  <c:v>42718</c:v>
                </c:pt>
                <c:pt idx="2858">
                  <c:v>42719</c:v>
                </c:pt>
                <c:pt idx="2859">
                  <c:v>42720</c:v>
                </c:pt>
                <c:pt idx="2860">
                  <c:v>42723</c:v>
                </c:pt>
                <c:pt idx="2861">
                  <c:v>42724</c:v>
                </c:pt>
                <c:pt idx="2862">
                  <c:v>42725</c:v>
                </c:pt>
                <c:pt idx="2863">
                  <c:v>42726</c:v>
                </c:pt>
                <c:pt idx="2864">
                  <c:v>42727</c:v>
                </c:pt>
                <c:pt idx="2865">
                  <c:v>42730</c:v>
                </c:pt>
                <c:pt idx="2866">
                  <c:v>42731</c:v>
                </c:pt>
                <c:pt idx="2867">
                  <c:v>42732</c:v>
                </c:pt>
                <c:pt idx="2868">
                  <c:v>42733</c:v>
                </c:pt>
                <c:pt idx="2869">
                  <c:v>42734</c:v>
                </c:pt>
                <c:pt idx="2870">
                  <c:v>42737</c:v>
                </c:pt>
                <c:pt idx="2871">
                  <c:v>42738</c:v>
                </c:pt>
                <c:pt idx="2872">
                  <c:v>42739</c:v>
                </c:pt>
                <c:pt idx="2873">
                  <c:v>42740</c:v>
                </c:pt>
                <c:pt idx="2874">
                  <c:v>42741</c:v>
                </c:pt>
                <c:pt idx="2875">
                  <c:v>42744</c:v>
                </c:pt>
                <c:pt idx="2876">
                  <c:v>42745</c:v>
                </c:pt>
                <c:pt idx="2877">
                  <c:v>42746</c:v>
                </c:pt>
                <c:pt idx="2878">
                  <c:v>42747</c:v>
                </c:pt>
                <c:pt idx="2879">
                  <c:v>42748</c:v>
                </c:pt>
                <c:pt idx="2880">
                  <c:v>42751</c:v>
                </c:pt>
                <c:pt idx="2881">
                  <c:v>42752</c:v>
                </c:pt>
                <c:pt idx="2882">
                  <c:v>42753</c:v>
                </c:pt>
                <c:pt idx="2883">
                  <c:v>42754</c:v>
                </c:pt>
                <c:pt idx="2884">
                  <c:v>42755</c:v>
                </c:pt>
                <c:pt idx="2885">
                  <c:v>42758</c:v>
                </c:pt>
                <c:pt idx="2886">
                  <c:v>42759</c:v>
                </c:pt>
                <c:pt idx="2887">
                  <c:v>42760</c:v>
                </c:pt>
                <c:pt idx="2888">
                  <c:v>42761</c:v>
                </c:pt>
                <c:pt idx="2889">
                  <c:v>42762</c:v>
                </c:pt>
                <c:pt idx="2890">
                  <c:v>42765</c:v>
                </c:pt>
                <c:pt idx="2891">
                  <c:v>42766</c:v>
                </c:pt>
                <c:pt idx="2892">
                  <c:v>42767</c:v>
                </c:pt>
                <c:pt idx="2893">
                  <c:v>42768</c:v>
                </c:pt>
                <c:pt idx="2894">
                  <c:v>42769</c:v>
                </c:pt>
                <c:pt idx="2895">
                  <c:v>42772</c:v>
                </c:pt>
                <c:pt idx="2896">
                  <c:v>42773</c:v>
                </c:pt>
                <c:pt idx="2897">
                  <c:v>42774</c:v>
                </c:pt>
                <c:pt idx="2898">
                  <c:v>42775</c:v>
                </c:pt>
                <c:pt idx="2899">
                  <c:v>42776</c:v>
                </c:pt>
                <c:pt idx="2900">
                  <c:v>42779</c:v>
                </c:pt>
                <c:pt idx="2901">
                  <c:v>42780</c:v>
                </c:pt>
                <c:pt idx="2902">
                  <c:v>42781</c:v>
                </c:pt>
                <c:pt idx="2903">
                  <c:v>42782</c:v>
                </c:pt>
                <c:pt idx="2904">
                  <c:v>42783</c:v>
                </c:pt>
                <c:pt idx="2905">
                  <c:v>42786</c:v>
                </c:pt>
                <c:pt idx="2906">
                  <c:v>42787</c:v>
                </c:pt>
                <c:pt idx="2907">
                  <c:v>42788</c:v>
                </c:pt>
                <c:pt idx="2908">
                  <c:v>42789</c:v>
                </c:pt>
                <c:pt idx="2909">
                  <c:v>42790</c:v>
                </c:pt>
                <c:pt idx="2910">
                  <c:v>42793</c:v>
                </c:pt>
                <c:pt idx="2911">
                  <c:v>42794</c:v>
                </c:pt>
                <c:pt idx="2912">
                  <c:v>42795</c:v>
                </c:pt>
                <c:pt idx="2913">
                  <c:v>42796</c:v>
                </c:pt>
                <c:pt idx="2914">
                  <c:v>42797</c:v>
                </c:pt>
                <c:pt idx="2915">
                  <c:v>42800</c:v>
                </c:pt>
                <c:pt idx="2916">
                  <c:v>42801</c:v>
                </c:pt>
                <c:pt idx="2917">
                  <c:v>42802</c:v>
                </c:pt>
                <c:pt idx="2918">
                  <c:v>42803</c:v>
                </c:pt>
                <c:pt idx="2919">
                  <c:v>42804</c:v>
                </c:pt>
                <c:pt idx="2920">
                  <c:v>42807</c:v>
                </c:pt>
                <c:pt idx="2921">
                  <c:v>42808</c:v>
                </c:pt>
                <c:pt idx="2922">
                  <c:v>42809</c:v>
                </c:pt>
                <c:pt idx="2923">
                  <c:v>42810</c:v>
                </c:pt>
                <c:pt idx="2924">
                  <c:v>42811</c:v>
                </c:pt>
                <c:pt idx="2925">
                  <c:v>42814</c:v>
                </c:pt>
                <c:pt idx="2926">
                  <c:v>42815</c:v>
                </c:pt>
                <c:pt idx="2927">
                  <c:v>42816</c:v>
                </c:pt>
                <c:pt idx="2928">
                  <c:v>42817</c:v>
                </c:pt>
                <c:pt idx="2929">
                  <c:v>42818</c:v>
                </c:pt>
                <c:pt idx="2930">
                  <c:v>42821</c:v>
                </c:pt>
                <c:pt idx="2931">
                  <c:v>42822</c:v>
                </c:pt>
                <c:pt idx="2932">
                  <c:v>42823</c:v>
                </c:pt>
                <c:pt idx="2933">
                  <c:v>42824</c:v>
                </c:pt>
                <c:pt idx="2934">
                  <c:v>42825</c:v>
                </c:pt>
                <c:pt idx="2935">
                  <c:v>42828</c:v>
                </c:pt>
                <c:pt idx="2936">
                  <c:v>42829</c:v>
                </c:pt>
                <c:pt idx="2937">
                  <c:v>42830</c:v>
                </c:pt>
                <c:pt idx="2938">
                  <c:v>42831</c:v>
                </c:pt>
                <c:pt idx="2939">
                  <c:v>42832</c:v>
                </c:pt>
                <c:pt idx="2940">
                  <c:v>42835</c:v>
                </c:pt>
                <c:pt idx="2941">
                  <c:v>42836</c:v>
                </c:pt>
                <c:pt idx="2942">
                  <c:v>42837</c:v>
                </c:pt>
                <c:pt idx="2943">
                  <c:v>42838</c:v>
                </c:pt>
                <c:pt idx="2944">
                  <c:v>42839</c:v>
                </c:pt>
                <c:pt idx="2945">
                  <c:v>42842</c:v>
                </c:pt>
                <c:pt idx="2946">
                  <c:v>42843</c:v>
                </c:pt>
                <c:pt idx="2947">
                  <c:v>42844</c:v>
                </c:pt>
                <c:pt idx="2948">
                  <c:v>42845</c:v>
                </c:pt>
                <c:pt idx="2949">
                  <c:v>42846</c:v>
                </c:pt>
                <c:pt idx="2950">
                  <c:v>42849</c:v>
                </c:pt>
                <c:pt idx="2951">
                  <c:v>42850</c:v>
                </c:pt>
                <c:pt idx="2952">
                  <c:v>42851</c:v>
                </c:pt>
                <c:pt idx="2953">
                  <c:v>42852</c:v>
                </c:pt>
                <c:pt idx="2954">
                  <c:v>42853</c:v>
                </c:pt>
                <c:pt idx="2955">
                  <c:v>42856</c:v>
                </c:pt>
                <c:pt idx="2956">
                  <c:v>42857</c:v>
                </c:pt>
                <c:pt idx="2957">
                  <c:v>42858</c:v>
                </c:pt>
                <c:pt idx="2958">
                  <c:v>42859</c:v>
                </c:pt>
                <c:pt idx="2959">
                  <c:v>42860</c:v>
                </c:pt>
                <c:pt idx="2960">
                  <c:v>42863</c:v>
                </c:pt>
                <c:pt idx="2961">
                  <c:v>42864</c:v>
                </c:pt>
                <c:pt idx="2962">
                  <c:v>42865</c:v>
                </c:pt>
                <c:pt idx="2963">
                  <c:v>42866</c:v>
                </c:pt>
                <c:pt idx="2964">
                  <c:v>42867</c:v>
                </c:pt>
                <c:pt idx="2965">
                  <c:v>42870</c:v>
                </c:pt>
                <c:pt idx="2966">
                  <c:v>42871</c:v>
                </c:pt>
                <c:pt idx="2967">
                  <c:v>42872</c:v>
                </c:pt>
                <c:pt idx="2968">
                  <c:v>42873</c:v>
                </c:pt>
                <c:pt idx="2969">
                  <c:v>42874</c:v>
                </c:pt>
                <c:pt idx="2970">
                  <c:v>42877</c:v>
                </c:pt>
                <c:pt idx="2971">
                  <c:v>42878</c:v>
                </c:pt>
                <c:pt idx="2972">
                  <c:v>42879</c:v>
                </c:pt>
                <c:pt idx="2973">
                  <c:v>42880</c:v>
                </c:pt>
                <c:pt idx="2974">
                  <c:v>42881</c:v>
                </c:pt>
                <c:pt idx="2975">
                  <c:v>42884</c:v>
                </c:pt>
                <c:pt idx="2976">
                  <c:v>42885</c:v>
                </c:pt>
                <c:pt idx="2977">
                  <c:v>42886</c:v>
                </c:pt>
                <c:pt idx="2978">
                  <c:v>42887</c:v>
                </c:pt>
                <c:pt idx="2979">
                  <c:v>42888</c:v>
                </c:pt>
                <c:pt idx="2980">
                  <c:v>42891</c:v>
                </c:pt>
                <c:pt idx="2981">
                  <c:v>42892</c:v>
                </c:pt>
                <c:pt idx="2982">
                  <c:v>42893</c:v>
                </c:pt>
                <c:pt idx="2983">
                  <c:v>42894</c:v>
                </c:pt>
                <c:pt idx="2984">
                  <c:v>42895</c:v>
                </c:pt>
                <c:pt idx="2985">
                  <c:v>42898</c:v>
                </c:pt>
                <c:pt idx="2986">
                  <c:v>42899</c:v>
                </c:pt>
                <c:pt idx="2987">
                  <c:v>42900</c:v>
                </c:pt>
                <c:pt idx="2988">
                  <c:v>42901</c:v>
                </c:pt>
                <c:pt idx="2989">
                  <c:v>42902</c:v>
                </c:pt>
                <c:pt idx="2990">
                  <c:v>42905</c:v>
                </c:pt>
                <c:pt idx="2991">
                  <c:v>42906</c:v>
                </c:pt>
                <c:pt idx="2992">
                  <c:v>42907</c:v>
                </c:pt>
                <c:pt idx="2993">
                  <c:v>42908</c:v>
                </c:pt>
                <c:pt idx="2994">
                  <c:v>42909</c:v>
                </c:pt>
                <c:pt idx="2995">
                  <c:v>42912</c:v>
                </c:pt>
                <c:pt idx="2996">
                  <c:v>42913</c:v>
                </c:pt>
                <c:pt idx="2997">
                  <c:v>42914</c:v>
                </c:pt>
                <c:pt idx="2998">
                  <c:v>42915</c:v>
                </c:pt>
                <c:pt idx="2999">
                  <c:v>42916</c:v>
                </c:pt>
                <c:pt idx="3000">
                  <c:v>42919</c:v>
                </c:pt>
                <c:pt idx="3001">
                  <c:v>42920</c:v>
                </c:pt>
                <c:pt idx="3002">
                  <c:v>42921</c:v>
                </c:pt>
                <c:pt idx="3003">
                  <c:v>42922</c:v>
                </c:pt>
                <c:pt idx="3004">
                  <c:v>42923</c:v>
                </c:pt>
                <c:pt idx="3005">
                  <c:v>42926</c:v>
                </c:pt>
                <c:pt idx="3006">
                  <c:v>42927</c:v>
                </c:pt>
                <c:pt idx="3007">
                  <c:v>42928</c:v>
                </c:pt>
                <c:pt idx="3008">
                  <c:v>42929</c:v>
                </c:pt>
                <c:pt idx="3009">
                  <c:v>42930</c:v>
                </c:pt>
                <c:pt idx="3010">
                  <c:v>42933</c:v>
                </c:pt>
                <c:pt idx="3011">
                  <c:v>42934</c:v>
                </c:pt>
                <c:pt idx="3012">
                  <c:v>42935</c:v>
                </c:pt>
                <c:pt idx="3013">
                  <c:v>42936</c:v>
                </c:pt>
                <c:pt idx="3014">
                  <c:v>42937</c:v>
                </c:pt>
                <c:pt idx="3015">
                  <c:v>42940</c:v>
                </c:pt>
                <c:pt idx="3016">
                  <c:v>42941</c:v>
                </c:pt>
                <c:pt idx="3017">
                  <c:v>42942</c:v>
                </c:pt>
                <c:pt idx="3018">
                  <c:v>42943</c:v>
                </c:pt>
                <c:pt idx="3019">
                  <c:v>42944</c:v>
                </c:pt>
                <c:pt idx="3020">
                  <c:v>42947</c:v>
                </c:pt>
                <c:pt idx="3021">
                  <c:v>42948</c:v>
                </c:pt>
                <c:pt idx="3022">
                  <c:v>42949</c:v>
                </c:pt>
                <c:pt idx="3023">
                  <c:v>42950</c:v>
                </c:pt>
                <c:pt idx="3024">
                  <c:v>42951</c:v>
                </c:pt>
                <c:pt idx="3025">
                  <c:v>42954</c:v>
                </c:pt>
                <c:pt idx="3026">
                  <c:v>42955</c:v>
                </c:pt>
                <c:pt idx="3027">
                  <c:v>42956</c:v>
                </c:pt>
                <c:pt idx="3028">
                  <c:v>42957</c:v>
                </c:pt>
                <c:pt idx="3029">
                  <c:v>42958</c:v>
                </c:pt>
                <c:pt idx="3030">
                  <c:v>42961</c:v>
                </c:pt>
                <c:pt idx="3031">
                  <c:v>42962</c:v>
                </c:pt>
                <c:pt idx="3032">
                  <c:v>42963</c:v>
                </c:pt>
                <c:pt idx="3033">
                  <c:v>42964</c:v>
                </c:pt>
                <c:pt idx="3034">
                  <c:v>42965</c:v>
                </c:pt>
                <c:pt idx="3035">
                  <c:v>42968</c:v>
                </c:pt>
                <c:pt idx="3036">
                  <c:v>42969</c:v>
                </c:pt>
                <c:pt idx="3037">
                  <c:v>42970</c:v>
                </c:pt>
                <c:pt idx="3038">
                  <c:v>42971</c:v>
                </c:pt>
                <c:pt idx="3039">
                  <c:v>42972</c:v>
                </c:pt>
                <c:pt idx="3040">
                  <c:v>42975</c:v>
                </c:pt>
                <c:pt idx="3041">
                  <c:v>42976</c:v>
                </c:pt>
                <c:pt idx="3042">
                  <c:v>42977</c:v>
                </c:pt>
                <c:pt idx="3043">
                  <c:v>42978</c:v>
                </c:pt>
                <c:pt idx="3044">
                  <c:v>42979</c:v>
                </c:pt>
                <c:pt idx="3045">
                  <c:v>42982</c:v>
                </c:pt>
                <c:pt idx="3046">
                  <c:v>42983</c:v>
                </c:pt>
                <c:pt idx="3047">
                  <c:v>42984</c:v>
                </c:pt>
                <c:pt idx="3048">
                  <c:v>42985</c:v>
                </c:pt>
                <c:pt idx="3049">
                  <c:v>42986</c:v>
                </c:pt>
                <c:pt idx="3050">
                  <c:v>42989</c:v>
                </c:pt>
                <c:pt idx="3051">
                  <c:v>42990</c:v>
                </c:pt>
                <c:pt idx="3052">
                  <c:v>42991</c:v>
                </c:pt>
                <c:pt idx="3053">
                  <c:v>42992</c:v>
                </c:pt>
                <c:pt idx="3054">
                  <c:v>42993</c:v>
                </c:pt>
                <c:pt idx="3055">
                  <c:v>42996</c:v>
                </c:pt>
                <c:pt idx="3056">
                  <c:v>42997</c:v>
                </c:pt>
                <c:pt idx="3057">
                  <c:v>42998</c:v>
                </c:pt>
                <c:pt idx="3058">
                  <c:v>42999</c:v>
                </c:pt>
                <c:pt idx="3059">
                  <c:v>43000</c:v>
                </c:pt>
                <c:pt idx="3060">
                  <c:v>43003</c:v>
                </c:pt>
                <c:pt idx="3061">
                  <c:v>43004</c:v>
                </c:pt>
                <c:pt idx="3062">
                  <c:v>43005</c:v>
                </c:pt>
                <c:pt idx="3063">
                  <c:v>43006</c:v>
                </c:pt>
                <c:pt idx="3064">
                  <c:v>43007</c:v>
                </c:pt>
                <c:pt idx="3065">
                  <c:v>43010</c:v>
                </c:pt>
                <c:pt idx="3066">
                  <c:v>43011</c:v>
                </c:pt>
                <c:pt idx="3067">
                  <c:v>43012</c:v>
                </c:pt>
                <c:pt idx="3068">
                  <c:v>43013</c:v>
                </c:pt>
                <c:pt idx="3069">
                  <c:v>43014</c:v>
                </c:pt>
                <c:pt idx="3070">
                  <c:v>43017</c:v>
                </c:pt>
                <c:pt idx="3071">
                  <c:v>43018</c:v>
                </c:pt>
                <c:pt idx="3072">
                  <c:v>43019</c:v>
                </c:pt>
                <c:pt idx="3073">
                  <c:v>43020</c:v>
                </c:pt>
                <c:pt idx="3074">
                  <c:v>43021</c:v>
                </c:pt>
                <c:pt idx="3075">
                  <c:v>43024</c:v>
                </c:pt>
                <c:pt idx="3076">
                  <c:v>43025</c:v>
                </c:pt>
                <c:pt idx="3077">
                  <c:v>43026</c:v>
                </c:pt>
                <c:pt idx="3078">
                  <c:v>43027</c:v>
                </c:pt>
                <c:pt idx="3079">
                  <c:v>43028</c:v>
                </c:pt>
                <c:pt idx="3080">
                  <c:v>43031</c:v>
                </c:pt>
                <c:pt idx="3081">
                  <c:v>43032</c:v>
                </c:pt>
                <c:pt idx="3082">
                  <c:v>43033</c:v>
                </c:pt>
                <c:pt idx="3083">
                  <c:v>43034</c:v>
                </c:pt>
                <c:pt idx="3084">
                  <c:v>43035</c:v>
                </c:pt>
                <c:pt idx="3085">
                  <c:v>43038</c:v>
                </c:pt>
                <c:pt idx="3086">
                  <c:v>43039</c:v>
                </c:pt>
                <c:pt idx="3087">
                  <c:v>43040</c:v>
                </c:pt>
                <c:pt idx="3088">
                  <c:v>43041</c:v>
                </c:pt>
                <c:pt idx="3089">
                  <c:v>43042</c:v>
                </c:pt>
                <c:pt idx="3090">
                  <c:v>43045</c:v>
                </c:pt>
                <c:pt idx="3091">
                  <c:v>43046</c:v>
                </c:pt>
                <c:pt idx="3092">
                  <c:v>43047</c:v>
                </c:pt>
                <c:pt idx="3093">
                  <c:v>43048</c:v>
                </c:pt>
                <c:pt idx="3094">
                  <c:v>43049</c:v>
                </c:pt>
                <c:pt idx="3095">
                  <c:v>43052</c:v>
                </c:pt>
                <c:pt idx="3096">
                  <c:v>43053</c:v>
                </c:pt>
                <c:pt idx="3097">
                  <c:v>43054</c:v>
                </c:pt>
                <c:pt idx="3098">
                  <c:v>43055</c:v>
                </c:pt>
                <c:pt idx="3099">
                  <c:v>43056</c:v>
                </c:pt>
                <c:pt idx="3100">
                  <c:v>43059</c:v>
                </c:pt>
                <c:pt idx="3101">
                  <c:v>43060</c:v>
                </c:pt>
                <c:pt idx="3102">
                  <c:v>43061</c:v>
                </c:pt>
                <c:pt idx="3103">
                  <c:v>43062</c:v>
                </c:pt>
                <c:pt idx="3104">
                  <c:v>43063</c:v>
                </c:pt>
                <c:pt idx="3105">
                  <c:v>43066</c:v>
                </c:pt>
                <c:pt idx="3106">
                  <c:v>43067</c:v>
                </c:pt>
                <c:pt idx="3107">
                  <c:v>43068</c:v>
                </c:pt>
                <c:pt idx="3108">
                  <c:v>43069</c:v>
                </c:pt>
                <c:pt idx="3109">
                  <c:v>43070</c:v>
                </c:pt>
                <c:pt idx="3110">
                  <c:v>43073</c:v>
                </c:pt>
                <c:pt idx="3111">
                  <c:v>43074</c:v>
                </c:pt>
                <c:pt idx="3112">
                  <c:v>43075</c:v>
                </c:pt>
                <c:pt idx="3113">
                  <c:v>43076</c:v>
                </c:pt>
                <c:pt idx="3114">
                  <c:v>43077</c:v>
                </c:pt>
                <c:pt idx="3115">
                  <c:v>43080</c:v>
                </c:pt>
                <c:pt idx="3116">
                  <c:v>43081</c:v>
                </c:pt>
                <c:pt idx="3117">
                  <c:v>43082</c:v>
                </c:pt>
                <c:pt idx="3118">
                  <c:v>43083</c:v>
                </c:pt>
                <c:pt idx="3119">
                  <c:v>43084</c:v>
                </c:pt>
                <c:pt idx="3120">
                  <c:v>43087</c:v>
                </c:pt>
                <c:pt idx="3121">
                  <c:v>43088</c:v>
                </c:pt>
                <c:pt idx="3122">
                  <c:v>43089</c:v>
                </c:pt>
                <c:pt idx="3123">
                  <c:v>43090</c:v>
                </c:pt>
                <c:pt idx="3124">
                  <c:v>43091</c:v>
                </c:pt>
                <c:pt idx="3125">
                  <c:v>43094</c:v>
                </c:pt>
                <c:pt idx="3126">
                  <c:v>43095</c:v>
                </c:pt>
                <c:pt idx="3127">
                  <c:v>43096</c:v>
                </c:pt>
                <c:pt idx="3128">
                  <c:v>43097</c:v>
                </c:pt>
                <c:pt idx="3129">
                  <c:v>43098</c:v>
                </c:pt>
                <c:pt idx="3130">
                  <c:v>43101</c:v>
                </c:pt>
                <c:pt idx="3131">
                  <c:v>43102</c:v>
                </c:pt>
                <c:pt idx="3132">
                  <c:v>43103</c:v>
                </c:pt>
                <c:pt idx="3133">
                  <c:v>43104</c:v>
                </c:pt>
                <c:pt idx="3134">
                  <c:v>43105</c:v>
                </c:pt>
                <c:pt idx="3135">
                  <c:v>43108</c:v>
                </c:pt>
                <c:pt idx="3136">
                  <c:v>43109</c:v>
                </c:pt>
                <c:pt idx="3137">
                  <c:v>43110</c:v>
                </c:pt>
                <c:pt idx="3138">
                  <c:v>43111</c:v>
                </c:pt>
                <c:pt idx="3139">
                  <c:v>43112</c:v>
                </c:pt>
                <c:pt idx="3140">
                  <c:v>43115</c:v>
                </c:pt>
                <c:pt idx="3141">
                  <c:v>43116</c:v>
                </c:pt>
                <c:pt idx="3142">
                  <c:v>43117</c:v>
                </c:pt>
                <c:pt idx="3143">
                  <c:v>43118</c:v>
                </c:pt>
                <c:pt idx="3144">
                  <c:v>43119</c:v>
                </c:pt>
                <c:pt idx="3145">
                  <c:v>43122</c:v>
                </c:pt>
                <c:pt idx="3146">
                  <c:v>43123</c:v>
                </c:pt>
                <c:pt idx="3147">
                  <c:v>43124</c:v>
                </c:pt>
                <c:pt idx="3148">
                  <c:v>43125</c:v>
                </c:pt>
                <c:pt idx="3149">
                  <c:v>43126</c:v>
                </c:pt>
                <c:pt idx="3150">
                  <c:v>43129</c:v>
                </c:pt>
                <c:pt idx="3151">
                  <c:v>43130</c:v>
                </c:pt>
                <c:pt idx="3152">
                  <c:v>43131</c:v>
                </c:pt>
                <c:pt idx="3153">
                  <c:v>43132</c:v>
                </c:pt>
                <c:pt idx="3154">
                  <c:v>43133</c:v>
                </c:pt>
                <c:pt idx="3155">
                  <c:v>43136</c:v>
                </c:pt>
                <c:pt idx="3156">
                  <c:v>43137</c:v>
                </c:pt>
                <c:pt idx="3157">
                  <c:v>43138</c:v>
                </c:pt>
                <c:pt idx="3158">
                  <c:v>43139</c:v>
                </c:pt>
                <c:pt idx="3159">
                  <c:v>43140</c:v>
                </c:pt>
                <c:pt idx="3160">
                  <c:v>43143</c:v>
                </c:pt>
                <c:pt idx="3161">
                  <c:v>43144</c:v>
                </c:pt>
                <c:pt idx="3162">
                  <c:v>43145</c:v>
                </c:pt>
                <c:pt idx="3163">
                  <c:v>43146</c:v>
                </c:pt>
                <c:pt idx="3164">
                  <c:v>43147</c:v>
                </c:pt>
                <c:pt idx="3165">
                  <c:v>43150</c:v>
                </c:pt>
                <c:pt idx="3166">
                  <c:v>43151</c:v>
                </c:pt>
                <c:pt idx="3167">
                  <c:v>43152</c:v>
                </c:pt>
                <c:pt idx="3168">
                  <c:v>43153</c:v>
                </c:pt>
                <c:pt idx="3169">
                  <c:v>43154</c:v>
                </c:pt>
                <c:pt idx="3170">
                  <c:v>43157</c:v>
                </c:pt>
                <c:pt idx="3171">
                  <c:v>43158</c:v>
                </c:pt>
                <c:pt idx="3172">
                  <c:v>43159</c:v>
                </c:pt>
                <c:pt idx="3173">
                  <c:v>43160</c:v>
                </c:pt>
                <c:pt idx="3174">
                  <c:v>43161</c:v>
                </c:pt>
                <c:pt idx="3175">
                  <c:v>43164</c:v>
                </c:pt>
                <c:pt idx="3176">
                  <c:v>43165</c:v>
                </c:pt>
                <c:pt idx="3177">
                  <c:v>43166</c:v>
                </c:pt>
                <c:pt idx="3178">
                  <c:v>43167</c:v>
                </c:pt>
                <c:pt idx="3179">
                  <c:v>43168</c:v>
                </c:pt>
                <c:pt idx="3180">
                  <c:v>43171</c:v>
                </c:pt>
                <c:pt idx="3181">
                  <c:v>43172</c:v>
                </c:pt>
                <c:pt idx="3182">
                  <c:v>43173</c:v>
                </c:pt>
                <c:pt idx="3183">
                  <c:v>43174</c:v>
                </c:pt>
                <c:pt idx="3184">
                  <c:v>43175</c:v>
                </c:pt>
                <c:pt idx="3185">
                  <c:v>43178</c:v>
                </c:pt>
                <c:pt idx="3186">
                  <c:v>43179</c:v>
                </c:pt>
                <c:pt idx="3187">
                  <c:v>43180</c:v>
                </c:pt>
                <c:pt idx="3188">
                  <c:v>43181</c:v>
                </c:pt>
                <c:pt idx="3189">
                  <c:v>43182</c:v>
                </c:pt>
                <c:pt idx="3190">
                  <c:v>43185</c:v>
                </c:pt>
                <c:pt idx="3191">
                  <c:v>43186</c:v>
                </c:pt>
                <c:pt idx="3192">
                  <c:v>43187</c:v>
                </c:pt>
                <c:pt idx="3193">
                  <c:v>43188</c:v>
                </c:pt>
                <c:pt idx="3194">
                  <c:v>43189</c:v>
                </c:pt>
                <c:pt idx="3195">
                  <c:v>43192</c:v>
                </c:pt>
                <c:pt idx="3196">
                  <c:v>43193</c:v>
                </c:pt>
                <c:pt idx="3197">
                  <c:v>43194</c:v>
                </c:pt>
                <c:pt idx="3198">
                  <c:v>43195</c:v>
                </c:pt>
                <c:pt idx="3199">
                  <c:v>43196</c:v>
                </c:pt>
                <c:pt idx="3200">
                  <c:v>43199</c:v>
                </c:pt>
                <c:pt idx="3201">
                  <c:v>43200</c:v>
                </c:pt>
                <c:pt idx="3202">
                  <c:v>43201</c:v>
                </c:pt>
                <c:pt idx="3203">
                  <c:v>43202</c:v>
                </c:pt>
                <c:pt idx="3204">
                  <c:v>43203</c:v>
                </c:pt>
                <c:pt idx="3205">
                  <c:v>43206</c:v>
                </c:pt>
                <c:pt idx="3206">
                  <c:v>43207</c:v>
                </c:pt>
                <c:pt idx="3207">
                  <c:v>43208</c:v>
                </c:pt>
                <c:pt idx="3208">
                  <c:v>43209</c:v>
                </c:pt>
                <c:pt idx="3209">
                  <c:v>43210</c:v>
                </c:pt>
                <c:pt idx="3210">
                  <c:v>43213</c:v>
                </c:pt>
                <c:pt idx="3211">
                  <c:v>43214</c:v>
                </c:pt>
                <c:pt idx="3212">
                  <c:v>43215</c:v>
                </c:pt>
                <c:pt idx="3213">
                  <c:v>43216</c:v>
                </c:pt>
                <c:pt idx="3214">
                  <c:v>43217</c:v>
                </c:pt>
                <c:pt idx="3215">
                  <c:v>43220</c:v>
                </c:pt>
                <c:pt idx="3216">
                  <c:v>43221</c:v>
                </c:pt>
                <c:pt idx="3217">
                  <c:v>43222</c:v>
                </c:pt>
                <c:pt idx="3218">
                  <c:v>43223</c:v>
                </c:pt>
                <c:pt idx="3219">
                  <c:v>43224</c:v>
                </c:pt>
                <c:pt idx="3220">
                  <c:v>43227</c:v>
                </c:pt>
                <c:pt idx="3221">
                  <c:v>43228</c:v>
                </c:pt>
                <c:pt idx="3222">
                  <c:v>43229</c:v>
                </c:pt>
                <c:pt idx="3223">
                  <c:v>43230</c:v>
                </c:pt>
                <c:pt idx="3224">
                  <c:v>43231</c:v>
                </c:pt>
                <c:pt idx="3225">
                  <c:v>43234</c:v>
                </c:pt>
                <c:pt idx="3226">
                  <c:v>43235</c:v>
                </c:pt>
                <c:pt idx="3227">
                  <c:v>43236</c:v>
                </c:pt>
                <c:pt idx="3228">
                  <c:v>43237</c:v>
                </c:pt>
                <c:pt idx="3229">
                  <c:v>43238</c:v>
                </c:pt>
                <c:pt idx="3230">
                  <c:v>43241</c:v>
                </c:pt>
                <c:pt idx="3231">
                  <c:v>43242</c:v>
                </c:pt>
                <c:pt idx="3232">
                  <c:v>43243</c:v>
                </c:pt>
                <c:pt idx="3233">
                  <c:v>43244</c:v>
                </c:pt>
                <c:pt idx="3234">
                  <c:v>43245</c:v>
                </c:pt>
                <c:pt idx="3235">
                  <c:v>43248</c:v>
                </c:pt>
                <c:pt idx="3236">
                  <c:v>43249</c:v>
                </c:pt>
                <c:pt idx="3237">
                  <c:v>43250</c:v>
                </c:pt>
                <c:pt idx="3238">
                  <c:v>43251</c:v>
                </c:pt>
                <c:pt idx="3239">
                  <c:v>43252</c:v>
                </c:pt>
                <c:pt idx="3240">
                  <c:v>43255</c:v>
                </c:pt>
                <c:pt idx="3241">
                  <c:v>43256</c:v>
                </c:pt>
                <c:pt idx="3242">
                  <c:v>43257</c:v>
                </c:pt>
                <c:pt idx="3243">
                  <c:v>43258</c:v>
                </c:pt>
                <c:pt idx="3244">
                  <c:v>43259</c:v>
                </c:pt>
                <c:pt idx="3245">
                  <c:v>43262</c:v>
                </c:pt>
                <c:pt idx="3246">
                  <c:v>43263</c:v>
                </c:pt>
                <c:pt idx="3247">
                  <c:v>43264</c:v>
                </c:pt>
                <c:pt idx="3248">
                  <c:v>43265</c:v>
                </c:pt>
                <c:pt idx="3249">
                  <c:v>43266</c:v>
                </c:pt>
                <c:pt idx="3250">
                  <c:v>43269</c:v>
                </c:pt>
                <c:pt idx="3251">
                  <c:v>43270</c:v>
                </c:pt>
                <c:pt idx="3252">
                  <c:v>43271</c:v>
                </c:pt>
                <c:pt idx="3253">
                  <c:v>43272</c:v>
                </c:pt>
                <c:pt idx="3254">
                  <c:v>43273</c:v>
                </c:pt>
                <c:pt idx="3255">
                  <c:v>43276</c:v>
                </c:pt>
                <c:pt idx="3256">
                  <c:v>43277</c:v>
                </c:pt>
                <c:pt idx="3257">
                  <c:v>43278</c:v>
                </c:pt>
                <c:pt idx="3258">
                  <c:v>43279</c:v>
                </c:pt>
                <c:pt idx="3259">
                  <c:v>43280</c:v>
                </c:pt>
                <c:pt idx="3260">
                  <c:v>43283</c:v>
                </c:pt>
                <c:pt idx="3261">
                  <c:v>43284</c:v>
                </c:pt>
                <c:pt idx="3262">
                  <c:v>43285</c:v>
                </c:pt>
                <c:pt idx="3263">
                  <c:v>43286</c:v>
                </c:pt>
                <c:pt idx="3264">
                  <c:v>43287</c:v>
                </c:pt>
                <c:pt idx="3265">
                  <c:v>43290</c:v>
                </c:pt>
                <c:pt idx="3266">
                  <c:v>43291</c:v>
                </c:pt>
                <c:pt idx="3267">
                  <c:v>43292</c:v>
                </c:pt>
                <c:pt idx="3268">
                  <c:v>43293</c:v>
                </c:pt>
                <c:pt idx="3269">
                  <c:v>43294</c:v>
                </c:pt>
                <c:pt idx="3270">
                  <c:v>43297</c:v>
                </c:pt>
                <c:pt idx="3271">
                  <c:v>43298</c:v>
                </c:pt>
                <c:pt idx="3272">
                  <c:v>43299</c:v>
                </c:pt>
                <c:pt idx="3273">
                  <c:v>43300</c:v>
                </c:pt>
                <c:pt idx="3274">
                  <c:v>43301</c:v>
                </c:pt>
                <c:pt idx="3275">
                  <c:v>43304</c:v>
                </c:pt>
                <c:pt idx="3276">
                  <c:v>43305</c:v>
                </c:pt>
                <c:pt idx="3277">
                  <c:v>43306</c:v>
                </c:pt>
                <c:pt idx="3278">
                  <c:v>43307</c:v>
                </c:pt>
                <c:pt idx="3279">
                  <c:v>43308</c:v>
                </c:pt>
                <c:pt idx="3280">
                  <c:v>43311</c:v>
                </c:pt>
                <c:pt idx="3281">
                  <c:v>43312</c:v>
                </c:pt>
                <c:pt idx="3282">
                  <c:v>43313</c:v>
                </c:pt>
                <c:pt idx="3283">
                  <c:v>43314</c:v>
                </c:pt>
                <c:pt idx="3284">
                  <c:v>43315</c:v>
                </c:pt>
                <c:pt idx="3285">
                  <c:v>43318</c:v>
                </c:pt>
                <c:pt idx="3286">
                  <c:v>43319</c:v>
                </c:pt>
                <c:pt idx="3287">
                  <c:v>43320</c:v>
                </c:pt>
                <c:pt idx="3288">
                  <c:v>43321</c:v>
                </c:pt>
                <c:pt idx="3289">
                  <c:v>43322</c:v>
                </c:pt>
                <c:pt idx="3290">
                  <c:v>43325</c:v>
                </c:pt>
                <c:pt idx="3291">
                  <c:v>43326</c:v>
                </c:pt>
                <c:pt idx="3292">
                  <c:v>43327</c:v>
                </c:pt>
                <c:pt idx="3293">
                  <c:v>43328</c:v>
                </c:pt>
                <c:pt idx="3294">
                  <c:v>43329</c:v>
                </c:pt>
                <c:pt idx="3295">
                  <c:v>43332</c:v>
                </c:pt>
                <c:pt idx="3296">
                  <c:v>43333</c:v>
                </c:pt>
                <c:pt idx="3297">
                  <c:v>43334</c:v>
                </c:pt>
                <c:pt idx="3298">
                  <c:v>43335</c:v>
                </c:pt>
                <c:pt idx="3299">
                  <c:v>43336</c:v>
                </c:pt>
                <c:pt idx="3300">
                  <c:v>43339</c:v>
                </c:pt>
                <c:pt idx="3301">
                  <c:v>43340</c:v>
                </c:pt>
                <c:pt idx="3302">
                  <c:v>43341</c:v>
                </c:pt>
                <c:pt idx="3303">
                  <c:v>43342</c:v>
                </c:pt>
                <c:pt idx="3304">
                  <c:v>43343</c:v>
                </c:pt>
                <c:pt idx="3305">
                  <c:v>43346</c:v>
                </c:pt>
                <c:pt idx="3306">
                  <c:v>43347</c:v>
                </c:pt>
                <c:pt idx="3307">
                  <c:v>43348</c:v>
                </c:pt>
                <c:pt idx="3308">
                  <c:v>43349</c:v>
                </c:pt>
                <c:pt idx="3309">
                  <c:v>43350</c:v>
                </c:pt>
                <c:pt idx="3310">
                  <c:v>43353</c:v>
                </c:pt>
                <c:pt idx="3311">
                  <c:v>43354</c:v>
                </c:pt>
                <c:pt idx="3312">
                  <c:v>43355</c:v>
                </c:pt>
                <c:pt idx="3313">
                  <c:v>43356</c:v>
                </c:pt>
                <c:pt idx="3314">
                  <c:v>43357</c:v>
                </c:pt>
                <c:pt idx="3315">
                  <c:v>43360</c:v>
                </c:pt>
                <c:pt idx="3316">
                  <c:v>43361</c:v>
                </c:pt>
                <c:pt idx="3317">
                  <c:v>43362</c:v>
                </c:pt>
                <c:pt idx="3318">
                  <c:v>43363</c:v>
                </c:pt>
                <c:pt idx="3319">
                  <c:v>43364</c:v>
                </c:pt>
                <c:pt idx="3320">
                  <c:v>43367</c:v>
                </c:pt>
                <c:pt idx="3321">
                  <c:v>43368</c:v>
                </c:pt>
                <c:pt idx="3322">
                  <c:v>43369</c:v>
                </c:pt>
                <c:pt idx="3323">
                  <c:v>43370</c:v>
                </c:pt>
                <c:pt idx="3324">
                  <c:v>43371</c:v>
                </c:pt>
                <c:pt idx="3325">
                  <c:v>43374</c:v>
                </c:pt>
                <c:pt idx="3326">
                  <c:v>43375</c:v>
                </c:pt>
                <c:pt idx="3327">
                  <c:v>43376</c:v>
                </c:pt>
                <c:pt idx="3328">
                  <c:v>43377</c:v>
                </c:pt>
                <c:pt idx="3329">
                  <c:v>43378</c:v>
                </c:pt>
                <c:pt idx="3330">
                  <c:v>43381</c:v>
                </c:pt>
                <c:pt idx="3331">
                  <c:v>43382</c:v>
                </c:pt>
                <c:pt idx="3332">
                  <c:v>43383</c:v>
                </c:pt>
                <c:pt idx="3333">
                  <c:v>43384</c:v>
                </c:pt>
                <c:pt idx="3334">
                  <c:v>43385</c:v>
                </c:pt>
                <c:pt idx="3335">
                  <c:v>43388</c:v>
                </c:pt>
                <c:pt idx="3336">
                  <c:v>43389</c:v>
                </c:pt>
                <c:pt idx="3337">
                  <c:v>43390</c:v>
                </c:pt>
                <c:pt idx="3338">
                  <c:v>43391</c:v>
                </c:pt>
                <c:pt idx="3339">
                  <c:v>43392</c:v>
                </c:pt>
                <c:pt idx="3340">
                  <c:v>43395</c:v>
                </c:pt>
                <c:pt idx="3341">
                  <c:v>43396</c:v>
                </c:pt>
                <c:pt idx="3342">
                  <c:v>43397</c:v>
                </c:pt>
                <c:pt idx="3343">
                  <c:v>43398</c:v>
                </c:pt>
                <c:pt idx="3344">
                  <c:v>43399</c:v>
                </c:pt>
                <c:pt idx="3345">
                  <c:v>43402</c:v>
                </c:pt>
                <c:pt idx="3346">
                  <c:v>43403</c:v>
                </c:pt>
                <c:pt idx="3347">
                  <c:v>43404</c:v>
                </c:pt>
                <c:pt idx="3348">
                  <c:v>43405</c:v>
                </c:pt>
                <c:pt idx="3349">
                  <c:v>43406</c:v>
                </c:pt>
                <c:pt idx="3350">
                  <c:v>43409</c:v>
                </c:pt>
                <c:pt idx="3351">
                  <c:v>43410</c:v>
                </c:pt>
                <c:pt idx="3352">
                  <c:v>43411</c:v>
                </c:pt>
                <c:pt idx="3353">
                  <c:v>43412</c:v>
                </c:pt>
                <c:pt idx="3354">
                  <c:v>43413</c:v>
                </c:pt>
                <c:pt idx="3355">
                  <c:v>43416</c:v>
                </c:pt>
                <c:pt idx="3356">
                  <c:v>43417</c:v>
                </c:pt>
                <c:pt idx="3357">
                  <c:v>43418</c:v>
                </c:pt>
                <c:pt idx="3358">
                  <c:v>43419</c:v>
                </c:pt>
                <c:pt idx="3359">
                  <c:v>43420</c:v>
                </c:pt>
                <c:pt idx="3360">
                  <c:v>43423</c:v>
                </c:pt>
                <c:pt idx="3361">
                  <c:v>43424</c:v>
                </c:pt>
                <c:pt idx="3362">
                  <c:v>43425</c:v>
                </c:pt>
                <c:pt idx="3363">
                  <c:v>43426</c:v>
                </c:pt>
                <c:pt idx="3364">
                  <c:v>43427</c:v>
                </c:pt>
                <c:pt idx="3365">
                  <c:v>43430</c:v>
                </c:pt>
                <c:pt idx="3366">
                  <c:v>43431</c:v>
                </c:pt>
                <c:pt idx="3367">
                  <c:v>43432</c:v>
                </c:pt>
                <c:pt idx="3368">
                  <c:v>43433</c:v>
                </c:pt>
                <c:pt idx="3369">
                  <c:v>43434</c:v>
                </c:pt>
                <c:pt idx="3370">
                  <c:v>43437</c:v>
                </c:pt>
                <c:pt idx="3371">
                  <c:v>43438</c:v>
                </c:pt>
                <c:pt idx="3372">
                  <c:v>43439</c:v>
                </c:pt>
                <c:pt idx="3373">
                  <c:v>43440</c:v>
                </c:pt>
                <c:pt idx="3374">
                  <c:v>43441</c:v>
                </c:pt>
                <c:pt idx="3375">
                  <c:v>43444</c:v>
                </c:pt>
                <c:pt idx="3376">
                  <c:v>43445</c:v>
                </c:pt>
                <c:pt idx="3377">
                  <c:v>43446</c:v>
                </c:pt>
                <c:pt idx="3378">
                  <c:v>43447</c:v>
                </c:pt>
                <c:pt idx="3379">
                  <c:v>43448</c:v>
                </c:pt>
                <c:pt idx="3380">
                  <c:v>43451</c:v>
                </c:pt>
                <c:pt idx="3381">
                  <c:v>43452</c:v>
                </c:pt>
                <c:pt idx="3382">
                  <c:v>43453</c:v>
                </c:pt>
                <c:pt idx="3383">
                  <c:v>43454</c:v>
                </c:pt>
                <c:pt idx="3384">
                  <c:v>43455</c:v>
                </c:pt>
                <c:pt idx="3385">
                  <c:v>43458</c:v>
                </c:pt>
                <c:pt idx="3386">
                  <c:v>43459</c:v>
                </c:pt>
                <c:pt idx="3387">
                  <c:v>43460</c:v>
                </c:pt>
                <c:pt idx="3388">
                  <c:v>43461</c:v>
                </c:pt>
                <c:pt idx="3389">
                  <c:v>43462</c:v>
                </c:pt>
                <c:pt idx="3390">
                  <c:v>43465</c:v>
                </c:pt>
                <c:pt idx="3391">
                  <c:v>43466</c:v>
                </c:pt>
                <c:pt idx="3392">
                  <c:v>43467</c:v>
                </c:pt>
                <c:pt idx="3393">
                  <c:v>43468</c:v>
                </c:pt>
                <c:pt idx="3394">
                  <c:v>43469</c:v>
                </c:pt>
                <c:pt idx="3395">
                  <c:v>43472</c:v>
                </c:pt>
                <c:pt idx="3396">
                  <c:v>43473</c:v>
                </c:pt>
                <c:pt idx="3397">
                  <c:v>43474</c:v>
                </c:pt>
                <c:pt idx="3398">
                  <c:v>43475</c:v>
                </c:pt>
                <c:pt idx="3399">
                  <c:v>43476</c:v>
                </c:pt>
                <c:pt idx="3400">
                  <c:v>43479</c:v>
                </c:pt>
                <c:pt idx="3401">
                  <c:v>43480</c:v>
                </c:pt>
                <c:pt idx="3402">
                  <c:v>43481</c:v>
                </c:pt>
                <c:pt idx="3403">
                  <c:v>43482</c:v>
                </c:pt>
                <c:pt idx="3404">
                  <c:v>43483</c:v>
                </c:pt>
                <c:pt idx="3405">
                  <c:v>43486</c:v>
                </c:pt>
                <c:pt idx="3406">
                  <c:v>43487</c:v>
                </c:pt>
                <c:pt idx="3407">
                  <c:v>43488</c:v>
                </c:pt>
                <c:pt idx="3408">
                  <c:v>43489</c:v>
                </c:pt>
                <c:pt idx="3409">
                  <c:v>43490</c:v>
                </c:pt>
                <c:pt idx="3410">
                  <c:v>43493</c:v>
                </c:pt>
                <c:pt idx="3411">
                  <c:v>43494</c:v>
                </c:pt>
                <c:pt idx="3412">
                  <c:v>43495</c:v>
                </c:pt>
                <c:pt idx="3413">
                  <c:v>43496</c:v>
                </c:pt>
                <c:pt idx="3414">
                  <c:v>43497</c:v>
                </c:pt>
                <c:pt idx="3415">
                  <c:v>43500</c:v>
                </c:pt>
                <c:pt idx="3416">
                  <c:v>43501</c:v>
                </c:pt>
                <c:pt idx="3417">
                  <c:v>43502</c:v>
                </c:pt>
                <c:pt idx="3418">
                  <c:v>43503</c:v>
                </c:pt>
                <c:pt idx="3419">
                  <c:v>43504</c:v>
                </c:pt>
                <c:pt idx="3420">
                  <c:v>43507</c:v>
                </c:pt>
                <c:pt idx="3421">
                  <c:v>43508</c:v>
                </c:pt>
                <c:pt idx="3422">
                  <c:v>43509</c:v>
                </c:pt>
                <c:pt idx="3423">
                  <c:v>43510</c:v>
                </c:pt>
                <c:pt idx="3424">
                  <c:v>43511</c:v>
                </c:pt>
                <c:pt idx="3425">
                  <c:v>43514</c:v>
                </c:pt>
                <c:pt idx="3426">
                  <c:v>43515</c:v>
                </c:pt>
                <c:pt idx="3427">
                  <c:v>43516</c:v>
                </c:pt>
                <c:pt idx="3428">
                  <c:v>43517</c:v>
                </c:pt>
                <c:pt idx="3429">
                  <c:v>43518</c:v>
                </c:pt>
                <c:pt idx="3430">
                  <c:v>43521</c:v>
                </c:pt>
                <c:pt idx="3431">
                  <c:v>43522</c:v>
                </c:pt>
                <c:pt idx="3432">
                  <c:v>43523</c:v>
                </c:pt>
                <c:pt idx="3433">
                  <c:v>43524</c:v>
                </c:pt>
                <c:pt idx="3434">
                  <c:v>43525</c:v>
                </c:pt>
                <c:pt idx="3435">
                  <c:v>43528</c:v>
                </c:pt>
                <c:pt idx="3436">
                  <c:v>43529</c:v>
                </c:pt>
                <c:pt idx="3437">
                  <c:v>43530</c:v>
                </c:pt>
                <c:pt idx="3438">
                  <c:v>43531</c:v>
                </c:pt>
                <c:pt idx="3439">
                  <c:v>43532</c:v>
                </c:pt>
                <c:pt idx="3440">
                  <c:v>43535</c:v>
                </c:pt>
                <c:pt idx="3441">
                  <c:v>43536</c:v>
                </c:pt>
                <c:pt idx="3442">
                  <c:v>43537</c:v>
                </c:pt>
                <c:pt idx="3443">
                  <c:v>43538</c:v>
                </c:pt>
                <c:pt idx="3444">
                  <c:v>43539</c:v>
                </c:pt>
                <c:pt idx="3445">
                  <c:v>43542</c:v>
                </c:pt>
                <c:pt idx="3446">
                  <c:v>43543</c:v>
                </c:pt>
                <c:pt idx="3447">
                  <c:v>43544</c:v>
                </c:pt>
                <c:pt idx="3448">
                  <c:v>43545</c:v>
                </c:pt>
                <c:pt idx="3449">
                  <c:v>43546</c:v>
                </c:pt>
                <c:pt idx="3450">
                  <c:v>43549</c:v>
                </c:pt>
                <c:pt idx="3451">
                  <c:v>43550</c:v>
                </c:pt>
                <c:pt idx="3452">
                  <c:v>43551</c:v>
                </c:pt>
                <c:pt idx="3453">
                  <c:v>43552</c:v>
                </c:pt>
                <c:pt idx="3454">
                  <c:v>43553</c:v>
                </c:pt>
                <c:pt idx="3455">
                  <c:v>43556</c:v>
                </c:pt>
                <c:pt idx="3456">
                  <c:v>43557</c:v>
                </c:pt>
                <c:pt idx="3457">
                  <c:v>43558</c:v>
                </c:pt>
                <c:pt idx="3458">
                  <c:v>43559</c:v>
                </c:pt>
                <c:pt idx="3459">
                  <c:v>43560</c:v>
                </c:pt>
                <c:pt idx="3460">
                  <c:v>43563</c:v>
                </c:pt>
                <c:pt idx="3461">
                  <c:v>43564</c:v>
                </c:pt>
                <c:pt idx="3462">
                  <c:v>43565</c:v>
                </c:pt>
                <c:pt idx="3463">
                  <c:v>43566</c:v>
                </c:pt>
                <c:pt idx="3464">
                  <c:v>43567</c:v>
                </c:pt>
                <c:pt idx="3465">
                  <c:v>43570</c:v>
                </c:pt>
                <c:pt idx="3466">
                  <c:v>43571</c:v>
                </c:pt>
                <c:pt idx="3467">
                  <c:v>43572</c:v>
                </c:pt>
                <c:pt idx="3468">
                  <c:v>43573</c:v>
                </c:pt>
                <c:pt idx="3469">
                  <c:v>43574</c:v>
                </c:pt>
                <c:pt idx="3470">
                  <c:v>43577</c:v>
                </c:pt>
                <c:pt idx="3471">
                  <c:v>43578</c:v>
                </c:pt>
                <c:pt idx="3472">
                  <c:v>43579</c:v>
                </c:pt>
                <c:pt idx="3473">
                  <c:v>43580</c:v>
                </c:pt>
                <c:pt idx="3474">
                  <c:v>43581</c:v>
                </c:pt>
                <c:pt idx="3475">
                  <c:v>43584</c:v>
                </c:pt>
                <c:pt idx="3476">
                  <c:v>43585</c:v>
                </c:pt>
                <c:pt idx="3477">
                  <c:v>43586</c:v>
                </c:pt>
                <c:pt idx="3478">
                  <c:v>43587</c:v>
                </c:pt>
                <c:pt idx="3479">
                  <c:v>43588</c:v>
                </c:pt>
                <c:pt idx="3480">
                  <c:v>43591</c:v>
                </c:pt>
                <c:pt idx="3481">
                  <c:v>43592</c:v>
                </c:pt>
                <c:pt idx="3482">
                  <c:v>43593</c:v>
                </c:pt>
                <c:pt idx="3483">
                  <c:v>43594</c:v>
                </c:pt>
                <c:pt idx="3484">
                  <c:v>43595</c:v>
                </c:pt>
                <c:pt idx="3485">
                  <c:v>43598</c:v>
                </c:pt>
                <c:pt idx="3486">
                  <c:v>43599</c:v>
                </c:pt>
                <c:pt idx="3487">
                  <c:v>43600</c:v>
                </c:pt>
                <c:pt idx="3488">
                  <c:v>43601</c:v>
                </c:pt>
                <c:pt idx="3489">
                  <c:v>43602</c:v>
                </c:pt>
                <c:pt idx="3490">
                  <c:v>43605</c:v>
                </c:pt>
                <c:pt idx="3491">
                  <c:v>43606</c:v>
                </c:pt>
                <c:pt idx="3492">
                  <c:v>43607</c:v>
                </c:pt>
                <c:pt idx="3493">
                  <c:v>43608</c:v>
                </c:pt>
                <c:pt idx="3494">
                  <c:v>43609</c:v>
                </c:pt>
                <c:pt idx="3495">
                  <c:v>43612</c:v>
                </c:pt>
                <c:pt idx="3496">
                  <c:v>43613</c:v>
                </c:pt>
                <c:pt idx="3497">
                  <c:v>43614</c:v>
                </c:pt>
                <c:pt idx="3498">
                  <c:v>43615</c:v>
                </c:pt>
                <c:pt idx="3499">
                  <c:v>43616</c:v>
                </c:pt>
                <c:pt idx="3500">
                  <c:v>43619</c:v>
                </c:pt>
                <c:pt idx="3501">
                  <c:v>43620</c:v>
                </c:pt>
                <c:pt idx="3502">
                  <c:v>43621</c:v>
                </c:pt>
                <c:pt idx="3503">
                  <c:v>43622</c:v>
                </c:pt>
                <c:pt idx="3504">
                  <c:v>43623</c:v>
                </c:pt>
                <c:pt idx="3505">
                  <c:v>43626</c:v>
                </c:pt>
                <c:pt idx="3506">
                  <c:v>43627</c:v>
                </c:pt>
                <c:pt idx="3507">
                  <c:v>43628</c:v>
                </c:pt>
                <c:pt idx="3508">
                  <c:v>43629</c:v>
                </c:pt>
                <c:pt idx="3509">
                  <c:v>43630</c:v>
                </c:pt>
                <c:pt idx="3510">
                  <c:v>43633</c:v>
                </c:pt>
                <c:pt idx="3511">
                  <c:v>43634</c:v>
                </c:pt>
                <c:pt idx="3512">
                  <c:v>43635</c:v>
                </c:pt>
                <c:pt idx="3513">
                  <c:v>43636</c:v>
                </c:pt>
                <c:pt idx="3514">
                  <c:v>43637</c:v>
                </c:pt>
                <c:pt idx="3515">
                  <c:v>43640</c:v>
                </c:pt>
                <c:pt idx="3516">
                  <c:v>43641</c:v>
                </c:pt>
                <c:pt idx="3517">
                  <c:v>43642</c:v>
                </c:pt>
                <c:pt idx="3518">
                  <c:v>43643</c:v>
                </c:pt>
                <c:pt idx="3519">
                  <c:v>43644</c:v>
                </c:pt>
                <c:pt idx="3520">
                  <c:v>43647</c:v>
                </c:pt>
                <c:pt idx="3521">
                  <c:v>43648</c:v>
                </c:pt>
                <c:pt idx="3522">
                  <c:v>43649</c:v>
                </c:pt>
                <c:pt idx="3523">
                  <c:v>43650</c:v>
                </c:pt>
                <c:pt idx="3524">
                  <c:v>43651</c:v>
                </c:pt>
                <c:pt idx="3525">
                  <c:v>43654</c:v>
                </c:pt>
                <c:pt idx="3526">
                  <c:v>43655</c:v>
                </c:pt>
                <c:pt idx="3527">
                  <c:v>43656</c:v>
                </c:pt>
                <c:pt idx="3528">
                  <c:v>43657</c:v>
                </c:pt>
                <c:pt idx="3529">
                  <c:v>43658</c:v>
                </c:pt>
                <c:pt idx="3530">
                  <c:v>43661</c:v>
                </c:pt>
                <c:pt idx="3531">
                  <c:v>43662</c:v>
                </c:pt>
                <c:pt idx="3532">
                  <c:v>43663</c:v>
                </c:pt>
                <c:pt idx="3533">
                  <c:v>43664</c:v>
                </c:pt>
                <c:pt idx="3534">
                  <c:v>43665</c:v>
                </c:pt>
                <c:pt idx="3535">
                  <c:v>43668</c:v>
                </c:pt>
                <c:pt idx="3536">
                  <c:v>43669</c:v>
                </c:pt>
                <c:pt idx="3537">
                  <c:v>43670</c:v>
                </c:pt>
                <c:pt idx="3538">
                  <c:v>43671</c:v>
                </c:pt>
                <c:pt idx="3539">
                  <c:v>43672</c:v>
                </c:pt>
                <c:pt idx="3540">
                  <c:v>43675</c:v>
                </c:pt>
                <c:pt idx="3541">
                  <c:v>43676</c:v>
                </c:pt>
                <c:pt idx="3542">
                  <c:v>43677</c:v>
                </c:pt>
                <c:pt idx="3543">
                  <c:v>43678</c:v>
                </c:pt>
                <c:pt idx="3544">
                  <c:v>43679</c:v>
                </c:pt>
                <c:pt idx="3545">
                  <c:v>43682</c:v>
                </c:pt>
                <c:pt idx="3546">
                  <c:v>43683</c:v>
                </c:pt>
                <c:pt idx="3547">
                  <c:v>43684</c:v>
                </c:pt>
                <c:pt idx="3548">
                  <c:v>43685</c:v>
                </c:pt>
                <c:pt idx="3549">
                  <c:v>43686</c:v>
                </c:pt>
                <c:pt idx="3550">
                  <c:v>43689</c:v>
                </c:pt>
                <c:pt idx="3551">
                  <c:v>43690</c:v>
                </c:pt>
                <c:pt idx="3552">
                  <c:v>43691</c:v>
                </c:pt>
                <c:pt idx="3553">
                  <c:v>43692</c:v>
                </c:pt>
                <c:pt idx="3554">
                  <c:v>43693</c:v>
                </c:pt>
                <c:pt idx="3555">
                  <c:v>43696</c:v>
                </c:pt>
                <c:pt idx="3556">
                  <c:v>43697</c:v>
                </c:pt>
                <c:pt idx="3557">
                  <c:v>43698</c:v>
                </c:pt>
                <c:pt idx="3558">
                  <c:v>43699</c:v>
                </c:pt>
                <c:pt idx="3559">
                  <c:v>43700</c:v>
                </c:pt>
                <c:pt idx="3560">
                  <c:v>43703</c:v>
                </c:pt>
                <c:pt idx="3561">
                  <c:v>43704</c:v>
                </c:pt>
                <c:pt idx="3562">
                  <c:v>43705</c:v>
                </c:pt>
                <c:pt idx="3563">
                  <c:v>43706</c:v>
                </c:pt>
                <c:pt idx="3564">
                  <c:v>43707</c:v>
                </c:pt>
                <c:pt idx="3565">
                  <c:v>43710</c:v>
                </c:pt>
                <c:pt idx="3566">
                  <c:v>43711</c:v>
                </c:pt>
                <c:pt idx="3567">
                  <c:v>43712</c:v>
                </c:pt>
                <c:pt idx="3568">
                  <c:v>43713</c:v>
                </c:pt>
                <c:pt idx="3569">
                  <c:v>43714</c:v>
                </c:pt>
                <c:pt idx="3570">
                  <c:v>43717</c:v>
                </c:pt>
                <c:pt idx="3571">
                  <c:v>43718</c:v>
                </c:pt>
                <c:pt idx="3572">
                  <c:v>43719</c:v>
                </c:pt>
                <c:pt idx="3573">
                  <c:v>43720</c:v>
                </c:pt>
                <c:pt idx="3574">
                  <c:v>43721</c:v>
                </c:pt>
                <c:pt idx="3575">
                  <c:v>43724</c:v>
                </c:pt>
                <c:pt idx="3576">
                  <c:v>43725</c:v>
                </c:pt>
                <c:pt idx="3577">
                  <c:v>43726</c:v>
                </c:pt>
                <c:pt idx="3578">
                  <c:v>43727</c:v>
                </c:pt>
                <c:pt idx="3579">
                  <c:v>43728</c:v>
                </c:pt>
                <c:pt idx="3580">
                  <c:v>43731</c:v>
                </c:pt>
                <c:pt idx="3581">
                  <c:v>43732</c:v>
                </c:pt>
                <c:pt idx="3582">
                  <c:v>43733</c:v>
                </c:pt>
                <c:pt idx="3583">
                  <c:v>43734</c:v>
                </c:pt>
                <c:pt idx="3584">
                  <c:v>43735</c:v>
                </c:pt>
                <c:pt idx="3585">
                  <c:v>43738</c:v>
                </c:pt>
                <c:pt idx="3586">
                  <c:v>43739</c:v>
                </c:pt>
                <c:pt idx="3587">
                  <c:v>43740</c:v>
                </c:pt>
                <c:pt idx="3588">
                  <c:v>43741</c:v>
                </c:pt>
                <c:pt idx="3589">
                  <c:v>43742</c:v>
                </c:pt>
                <c:pt idx="3590">
                  <c:v>43745</c:v>
                </c:pt>
                <c:pt idx="3591">
                  <c:v>43746</c:v>
                </c:pt>
                <c:pt idx="3592">
                  <c:v>43747</c:v>
                </c:pt>
                <c:pt idx="3593">
                  <c:v>43748</c:v>
                </c:pt>
                <c:pt idx="3594">
                  <c:v>43749</c:v>
                </c:pt>
                <c:pt idx="3595">
                  <c:v>43752</c:v>
                </c:pt>
                <c:pt idx="3596">
                  <c:v>43753</c:v>
                </c:pt>
                <c:pt idx="3597">
                  <c:v>43754</c:v>
                </c:pt>
                <c:pt idx="3598">
                  <c:v>43755</c:v>
                </c:pt>
                <c:pt idx="3599">
                  <c:v>43756</c:v>
                </c:pt>
                <c:pt idx="3600">
                  <c:v>43759</c:v>
                </c:pt>
                <c:pt idx="3601">
                  <c:v>43760</c:v>
                </c:pt>
                <c:pt idx="3602">
                  <c:v>43761</c:v>
                </c:pt>
                <c:pt idx="3603">
                  <c:v>43762</c:v>
                </c:pt>
                <c:pt idx="3604">
                  <c:v>43763</c:v>
                </c:pt>
                <c:pt idx="3605">
                  <c:v>43766</c:v>
                </c:pt>
                <c:pt idx="3606">
                  <c:v>43767</c:v>
                </c:pt>
                <c:pt idx="3607">
                  <c:v>43768</c:v>
                </c:pt>
                <c:pt idx="3608">
                  <c:v>43769</c:v>
                </c:pt>
                <c:pt idx="3609">
                  <c:v>43770</c:v>
                </c:pt>
                <c:pt idx="3610">
                  <c:v>43773</c:v>
                </c:pt>
                <c:pt idx="3611">
                  <c:v>43774</c:v>
                </c:pt>
                <c:pt idx="3612">
                  <c:v>43775</c:v>
                </c:pt>
                <c:pt idx="3613">
                  <c:v>43776</c:v>
                </c:pt>
                <c:pt idx="3614">
                  <c:v>43777</c:v>
                </c:pt>
                <c:pt idx="3615">
                  <c:v>43780</c:v>
                </c:pt>
                <c:pt idx="3616">
                  <c:v>43781</c:v>
                </c:pt>
                <c:pt idx="3617">
                  <c:v>43782</c:v>
                </c:pt>
                <c:pt idx="3618">
                  <c:v>43783</c:v>
                </c:pt>
                <c:pt idx="3619">
                  <c:v>43784</c:v>
                </c:pt>
                <c:pt idx="3620">
                  <c:v>43787</c:v>
                </c:pt>
                <c:pt idx="3621">
                  <c:v>43788</c:v>
                </c:pt>
                <c:pt idx="3622">
                  <c:v>43789</c:v>
                </c:pt>
                <c:pt idx="3623">
                  <c:v>43790</c:v>
                </c:pt>
                <c:pt idx="3624">
                  <c:v>43791</c:v>
                </c:pt>
                <c:pt idx="3625">
                  <c:v>43794</c:v>
                </c:pt>
                <c:pt idx="3626">
                  <c:v>43795</c:v>
                </c:pt>
                <c:pt idx="3627">
                  <c:v>43796</c:v>
                </c:pt>
                <c:pt idx="3628">
                  <c:v>43797</c:v>
                </c:pt>
                <c:pt idx="3629">
                  <c:v>43798</c:v>
                </c:pt>
                <c:pt idx="3630">
                  <c:v>43801</c:v>
                </c:pt>
                <c:pt idx="3631">
                  <c:v>43802</c:v>
                </c:pt>
                <c:pt idx="3632">
                  <c:v>43803</c:v>
                </c:pt>
                <c:pt idx="3633">
                  <c:v>43804</c:v>
                </c:pt>
                <c:pt idx="3634">
                  <c:v>43805</c:v>
                </c:pt>
                <c:pt idx="3635">
                  <c:v>43808</c:v>
                </c:pt>
                <c:pt idx="3636">
                  <c:v>43809</c:v>
                </c:pt>
                <c:pt idx="3637">
                  <c:v>43810</c:v>
                </c:pt>
                <c:pt idx="3638">
                  <c:v>43811</c:v>
                </c:pt>
                <c:pt idx="3639">
                  <c:v>43812</c:v>
                </c:pt>
                <c:pt idx="3640">
                  <c:v>43815</c:v>
                </c:pt>
                <c:pt idx="3641">
                  <c:v>43816</c:v>
                </c:pt>
                <c:pt idx="3642">
                  <c:v>43817</c:v>
                </c:pt>
                <c:pt idx="3643">
                  <c:v>43818</c:v>
                </c:pt>
                <c:pt idx="3644">
                  <c:v>43819</c:v>
                </c:pt>
                <c:pt idx="3645">
                  <c:v>43822</c:v>
                </c:pt>
                <c:pt idx="3646">
                  <c:v>43823</c:v>
                </c:pt>
                <c:pt idx="3647">
                  <c:v>43824</c:v>
                </c:pt>
                <c:pt idx="3648">
                  <c:v>43825</c:v>
                </c:pt>
                <c:pt idx="3649">
                  <c:v>43826</c:v>
                </c:pt>
                <c:pt idx="3650">
                  <c:v>43829</c:v>
                </c:pt>
                <c:pt idx="3651">
                  <c:v>43830</c:v>
                </c:pt>
                <c:pt idx="3652">
                  <c:v>43831</c:v>
                </c:pt>
                <c:pt idx="3653">
                  <c:v>43832</c:v>
                </c:pt>
                <c:pt idx="3654">
                  <c:v>43833</c:v>
                </c:pt>
                <c:pt idx="3655">
                  <c:v>43836</c:v>
                </c:pt>
                <c:pt idx="3656">
                  <c:v>43837</c:v>
                </c:pt>
                <c:pt idx="3657">
                  <c:v>43838</c:v>
                </c:pt>
                <c:pt idx="3658">
                  <c:v>43839</c:v>
                </c:pt>
                <c:pt idx="3659">
                  <c:v>43840</c:v>
                </c:pt>
                <c:pt idx="3660">
                  <c:v>43843</c:v>
                </c:pt>
                <c:pt idx="3661">
                  <c:v>43844</c:v>
                </c:pt>
                <c:pt idx="3662">
                  <c:v>43845</c:v>
                </c:pt>
                <c:pt idx="3663">
                  <c:v>43846</c:v>
                </c:pt>
                <c:pt idx="3664">
                  <c:v>43847</c:v>
                </c:pt>
                <c:pt idx="3665">
                  <c:v>43850</c:v>
                </c:pt>
                <c:pt idx="3666">
                  <c:v>43851</c:v>
                </c:pt>
                <c:pt idx="3667">
                  <c:v>43852</c:v>
                </c:pt>
                <c:pt idx="3668">
                  <c:v>43853</c:v>
                </c:pt>
                <c:pt idx="3669">
                  <c:v>43854</c:v>
                </c:pt>
                <c:pt idx="3670">
                  <c:v>43857</c:v>
                </c:pt>
                <c:pt idx="3671">
                  <c:v>43858</c:v>
                </c:pt>
                <c:pt idx="3672">
                  <c:v>43859</c:v>
                </c:pt>
                <c:pt idx="3673">
                  <c:v>43860</c:v>
                </c:pt>
                <c:pt idx="3674">
                  <c:v>43861</c:v>
                </c:pt>
                <c:pt idx="3675">
                  <c:v>43864</c:v>
                </c:pt>
                <c:pt idx="3676">
                  <c:v>43865</c:v>
                </c:pt>
                <c:pt idx="3677">
                  <c:v>43866</c:v>
                </c:pt>
                <c:pt idx="3678">
                  <c:v>43867</c:v>
                </c:pt>
                <c:pt idx="3679">
                  <c:v>43868</c:v>
                </c:pt>
                <c:pt idx="3680">
                  <c:v>43871</c:v>
                </c:pt>
                <c:pt idx="3681">
                  <c:v>43872</c:v>
                </c:pt>
                <c:pt idx="3682">
                  <c:v>43873</c:v>
                </c:pt>
                <c:pt idx="3683">
                  <c:v>43874</c:v>
                </c:pt>
                <c:pt idx="3684">
                  <c:v>43875</c:v>
                </c:pt>
                <c:pt idx="3685">
                  <c:v>43878</c:v>
                </c:pt>
                <c:pt idx="3686">
                  <c:v>43879</c:v>
                </c:pt>
                <c:pt idx="3687">
                  <c:v>43880</c:v>
                </c:pt>
                <c:pt idx="3688">
                  <c:v>43881</c:v>
                </c:pt>
                <c:pt idx="3689">
                  <c:v>43882</c:v>
                </c:pt>
                <c:pt idx="3690">
                  <c:v>43885</c:v>
                </c:pt>
                <c:pt idx="3691">
                  <c:v>43886</c:v>
                </c:pt>
                <c:pt idx="3692">
                  <c:v>43887</c:v>
                </c:pt>
                <c:pt idx="3693">
                  <c:v>43888</c:v>
                </c:pt>
                <c:pt idx="3694">
                  <c:v>43889</c:v>
                </c:pt>
                <c:pt idx="3695">
                  <c:v>43892</c:v>
                </c:pt>
                <c:pt idx="3696">
                  <c:v>43893</c:v>
                </c:pt>
                <c:pt idx="3697">
                  <c:v>43894</c:v>
                </c:pt>
                <c:pt idx="3698">
                  <c:v>43895</c:v>
                </c:pt>
                <c:pt idx="3699">
                  <c:v>43896</c:v>
                </c:pt>
                <c:pt idx="3700">
                  <c:v>43899</c:v>
                </c:pt>
                <c:pt idx="3701">
                  <c:v>43900</c:v>
                </c:pt>
                <c:pt idx="3702">
                  <c:v>43901</c:v>
                </c:pt>
                <c:pt idx="3703">
                  <c:v>43902</c:v>
                </c:pt>
                <c:pt idx="3704">
                  <c:v>43903</c:v>
                </c:pt>
                <c:pt idx="3705">
                  <c:v>43906</c:v>
                </c:pt>
                <c:pt idx="3706">
                  <c:v>43907</c:v>
                </c:pt>
                <c:pt idx="3707">
                  <c:v>43908</c:v>
                </c:pt>
                <c:pt idx="3708">
                  <c:v>43909</c:v>
                </c:pt>
                <c:pt idx="3709">
                  <c:v>43910</c:v>
                </c:pt>
                <c:pt idx="3710">
                  <c:v>43913</c:v>
                </c:pt>
                <c:pt idx="3711">
                  <c:v>43914</c:v>
                </c:pt>
                <c:pt idx="3712">
                  <c:v>43915</c:v>
                </c:pt>
                <c:pt idx="3713">
                  <c:v>43916</c:v>
                </c:pt>
                <c:pt idx="3714">
                  <c:v>43917</c:v>
                </c:pt>
                <c:pt idx="3715">
                  <c:v>43920</c:v>
                </c:pt>
                <c:pt idx="3716">
                  <c:v>43921</c:v>
                </c:pt>
                <c:pt idx="3717">
                  <c:v>43922</c:v>
                </c:pt>
                <c:pt idx="3718">
                  <c:v>43923</c:v>
                </c:pt>
                <c:pt idx="3719">
                  <c:v>43924</c:v>
                </c:pt>
                <c:pt idx="3720">
                  <c:v>43927</c:v>
                </c:pt>
                <c:pt idx="3721">
                  <c:v>43928</c:v>
                </c:pt>
                <c:pt idx="3722">
                  <c:v>43929</c:v>
                </c:pt>
                <c:pt idx="3723">
                  <c:v>43930</c:v>
                </c:pt>
                <c:pt idx="3724">
                  <c:v>43931</c:v>
                </c:pt>
                <c:pt idx="3725">
                  <c:v>43934</c:v>
                </c:pt>
                <c:pt idx="3726">
                  <c:v>43935</c:v>
                </c:pt>
                <c:pt idx="3727">
                  <c:v>43936</c:v>
                </c:pt>
                <c:pt idx="3728">
                  <c:v>43937</c:v>
                </c:pt>
                <c:pt idx="3729">
                  <c:v>43938</c:v>
                </c:pt>
                <c:pt idx="3730">
                  <c:v>43941</c:v>
                </c:pt>
                <c:pt idx="3731">
                  <c:v>43942</c:v>
                </c:pt>
                <c:pt idx="3732">
                  <c:v>43943</c:v>
                </c:pt>
                <c:pt idx="3733">
                  <c:v>43944</c:v>
                </c:pt>
                <c:pt idx="3734">
                  <c:v>43945</c:v>
                </c:pt>
                <c:pt idx="3735">
                  <c:v>43948</c:v>
                </c:pt>
                <c:pt idx="3736">
                  <c:v>43949</c:v>
                </c:pt>
                <c:pt idx="3737">
                  <c:v>43950</c:v>
                </c:pt>
                <c:pt idx="3738">
                  <c:v>43951</c:v>
                </c:pt>
                <c:pt idx="3739">
                  <c:v>43952</c:v>
                </c:pt>
                <c:pt idx="3740">
                  <c:v>43955</c:v>
                </c:pt>
                <c:pt idx="3741">
                  <c:v>43956</c:v>
                </c:pt>
                <c:pt idx="3742">
                  <c:v>43957</c:v>
                </c:pt>
                <c:pt idx="3743">
                  <c:v>43958</c:v>
                </c:pt>
                <c:pt idx="3744">
                  <c:v>43959</c:v>
                </c:pt>
                <c:pt idx="3745">
                  <c:v>43962</c:v>
                </c:pt>
                <c:pt idx="3746">
                  <c:v>43963</c:v>
                </c:pt>
                <c:pt idx="3747">
                  <c:v>43964</c:v>
                </c:pt>
                <c:pt idx="3748">
                  <c:v>43965</c:v>
                </c:pt>
                <c:pt idx="3749">
                  <c:v>43966</c:v>
                </c:pt>
                <c:pt idx="3750">
                  <c:v>43969</c:v>
                </c:pt>
                <c:pt idx="3751">
                  <c:v>43970</c:v>
                </c:pt>
                <c:pt idx="3752">
                  <c:v>43971</c:v>
                </c:pt>
                <c:pt idx="3753">
                  <c:v>43972</c:v>
                </c:pt>
                <c:pt idx="3754">
                  <c:v>43973</c:v>
                </c:pt>
                <c:pt idx="3755">
                  <c:v>43976</c:v>
                </c:pt>
                <c:pt idx="3756">
                  <c:v>43977</c:v>
                </c:pt>
                <c:pt idx="3757">
                  <c:v>43978</c:v>
                </c:pt>
                <c:pt idx="3758">
                  <c:v>43979</c:v>
                </c:pt>
                <c:pt idx="3759">
                  <c:v>43980</c:v>
                </c:pt>
                <c:pt idx="3760">
                  <c:v>43983</c:v>
                </c:pt>
                <c:pt idx="3761">
                  <c:v>43984</c:v>
                </c:pt>
                <c:pt idx="3762">
                  <c:v>43985</c:v>
                </c:pt>
                <c:pt idx="3763">
                  <c:v>43986</c:v>
                </c:pt>
                <c:pt idx="3764">
                  <c:v>43987</c:v>
                </c:pt>
                <c:pt idx="3765">
                  <c:v>43990</c:v>
                </c:pt>
                <c:pt idx="3766">
                  <c:v>43991</c:v>
                </c:pt>
                <c:pt idx="3767">
                  <c:v>43992</c:v>
                </c:pt>
                <c:pt idx="3768">
                  <c:v>43993</c:v>
                </c:pt>
                <c:pt idx="3769">
                  <c:v>43994</c:v>
                </c:pt>
                <c:pt idx="3770">
                  <c:v>43997</c:v>
                </c:pt>
                <c:pt idx="3771">
                  <c:v>43998</c:v>
                </c:pt>
                <c:pt idx="3772">
                  <c:v>43999</c:v>
                </c:pt>
                <c:pt idx="3773">
                  <c:v>44000</c:v>
                </c:pt>
                <c:pt idx="3774">
                  <c:v>44001</c:v>
                </c:pt>
                <c:pt idx="3775">
                  <c:v>44004</c:v>
                </c:pt>
                <c:pt idx="3776">
                  <c:v>44005</c:v>
                </c:pt>
                <c:pt idx="3777">
                  <c:v>44006</c:v>
                </c:pt>
                <c:pt idx="3778">
                  <c:v>44007</c:v>
                </c:pt>
                <c:pt idx="3779">
                  <c:v>44008</c:v>
                </c:pt>
                <c:pt idx="3780">
                  <c:v>44011</c:v>
                </c:pt>
                <c:pt idx="3781">
                  <c:v>44012</c:v>
                </c:pt>
                <c:pt idx="3782">
                  <c:v>44013</c:v>
                </c:pt>
                <c:pt idx="3783">
                  <c:v>44014</c:v>
                </c:pt>
                <c:pt idx="3784">
                  <c:v>44015</c:v>
                </c:pt>
                <c:pt idx="3785">
                  <c:v>44018</c:v>
                </c:pt>
                <c:pt idx="3786">
                  <c:v>44019</c:v>
                </c:pt>
                <c:pt idx="3787">
                  <c:v>44020</c:v>
                </c:pt>
                <c:pt idx="3788">
                  <c:v>44021</c:v>
                </c:pt>
                <c:pt idx="3789">
                  <c:v>44022</c:v>
                </c:pt>
                <c:pt idx="3790">
                  <c:v>44025</c:v>
                </c:pt>
                <c:pt idx="3791">
                  <c:v>44026</c:v>
                </c:pt>
                <c:pt idx="3792">
                  <c:v>44027</c:v>
                </c:pt>
                <c:pt idx="3793">
                  <c:v>44028</c:v>
                </c:pt>
                <c:pt idx="3794">
                  <c:v>44029</c:v>
                </c:pt>
                <c:pt idx="3795">
                  <c:v>44032</c:v>
                </c:pt>
                <c:pt idx="3796">
                  <c:v>44033</c:v>
                </c:pt>
                <c:pt idx="3797">
                  <c:v>44034</c:v>
                </c:pt>
                <c:pt idx="3798">
                  <c:v>44035</c:v>
                </c:pt>
                <c:pt idx="3799">
                  <c:v>44036</c:v>
                </c:pt>
                <c:pt idx="3800">
                  <c:v>44039</c:v>
                </c:pt>
                <c:pt idx="3801">
                  <c:v>44040</c:v>
                </c:pt>
                <c:pt idx="3802">
                  <c:v>44041</c:v>
                </c:pt>
                <c:pt idx="3803">
                  <c:v>44042</c:v>
                </c:pt>
                <c:pt idx="3804">
                  <c:v>44043</c:v>
                </c:pt>
                <c:pt idx="3805">
                  <c:v>44046</c:v>
                </c:pt>
                <c:pt idx="3806">
                  <c:v>44047</c:v>
                </c:pt>
                <c:pt idx="3807">
                  <c:v>44048</c:v>
                </c:pt>
                <c:pt idx="3808">
                  <c:v>44049</c:v>
                </c:pt>
                <c:pt idx="3809">
                  <c:v>44050</c:v>
                </c:pt>
                <c:pt idx="3810">
                  <c:v>44053</c:v>
                </c:pt>
                <c:pt idx="3811">
                  <c:v>44054</c:v>
                </c:pt>
                <c:pt idx="3812">
                  <c:v>44055</c:v>
                </c:pt>
                <c:pt idx="3813">
                  <c:v>44056</c:v>
                </c:pt>
                <c:pt idx="3814">
                  <c:v>44057</c:v>
                </c:pt>
                <c:pt idx="3815">
                  <c:v>44060</c:v>
                </c:pt>
                <c:pt idx="3816">
                  <c:v>44061</c:v>
                </c:pt>
                <c:pt idx="3817">
                  <c:v>44062</c:v>
                </c:pt>
                <c:pt idx="3818">
                  <c:v>44063</c:v>
                </c:pt>
                <c:pt idx="3819">
                  <c:v>44064</c:v>
                </c:pt>
                <c:pt idx="3820">
                  <c:v>44067</c:v>
                </c:pt>
                <c:pt idx="3821">
                  <c:v>44068</c:v>
                </c:pt>
                <c:pt idx="3822">
                  <c:v>44069</c:v>
                </c:pt>
                <c:pt idx="3823">
                  <c:v>44070</c:v>
                </c:pt>
                <c:pt idx="3824">
                  <c:v>44071</c:v>
                </c:pt>
                <c:pt idx="3825">
                  <c:v>44074</c:v>
                </c:pt>
                <c:pt idx="3826">
                  <c:v>44075</c:v>
                </c:pt>
                <c:pt idx="3827">
                  <c:v>44076</c:v>
                </c:pt>
                <c:pt idx="3828">
                  <c:v>44077</c:v>
                </c:pt>
                <c:pt idx="3829">
                  <c:v>44078</c:v>
                </c:pt>
                <c:pt idx="3830">
                  <c:v>44081</c:v>
                </c:pt>
                <c:pt idx="3831">
                  <c:v>44082</c:v>
                </c:pt>
                <c:pt idx="3832">
                  <c:v>44083</c:v>
                </c:pt>
                <c:pt idx="3833">
                  <c:v>44084</c:v>
                </c:pt>
                <c:pt idx="3834">
                  <c:v>44085</c:v>
                </c:pt>
                <c:pt idx="3835">
                  <c:v>44088</c:v>
                </c:pt>
                <c:pt idx="3836">
                  <c:v>44089</c:v>
                </c:pt>
                <c:pt idx="3837">
                  <c:v>44090</c:v>
                </c:pt>
                <c:pt idx="3838">
                  <c:v>44091</c:v>
                </c:pt>
                <c:pt idx="3839">
                  <c:v>44092</c:v>
                </c:pt>
                <c:pt idx="3840">
                  <c:v>44095</c:v>
                </c:pt>
                <c:pt idx="3841">
                  <c:v>44096</c:v>
                </c:pt>
                <c:pt idx="3842">
                  <c:v>44097</c:v>
                </c:pt>
                <c:pt idx="3843">
                  <c:v>44098</c:v>
                </c:pt>
                <c:pt idx="3844">
                  <c:v>44099</c:v>
                </c:pt>
                <c:pt idx="3845">
                  <c:v>44102</c:v>
                </c:pt>
                <c:pt idx="3846">
                  <c:v>44103</c:v>
                </c:pt>
                <c:pt idx="3847">
                  <c:v>44104</c:v>
                </c:pt>
                <c:pt idx="3848">
                  <c:v>44105</c:v>
                </c:pt>
                <c:pt idx="3849">
                  <c:v>44106</c:v>
                </c:pt>
                <c:pt idx="3850">
                  <c:v>44109</c:v>
                </c:pt>
                <c:pt idx="3851">
                  <c:v>44110</c:v>
                </c:pt>
                <c:pt idx="3852">
                  <c:v>44111</c:v>
                </c:pt>
                <c:pt idx="3853">
                  <c:v>44112</c:v>
                </c:pt>
                <c:pt idx="3854">
                  <c:v>44113</c:v>
                </c:pt>
                <c:pt idx="3855">
                  <c:v>44116</c:v>
                </c:pt>
                <c:pt idx="3856">
                  <c:v>44117</c:v>
                </c:pt>
                <c:pt idx="3857">
                  <c:v>44118</c:v>
                </c:pt>
                <c:pt idx="3858">
                  <c:v>44119</c:v>
                </c:pt>
                <c:pt idx="3859">
                  <c:v>44120</c:v>
                </c:pt>
                <c:pt idx="3860">
                  <c:v>44123</c:v>
                </c:pt>
                <c:pt idx="3861">
                  <c:v>44124</c:v>
                </c:pt>
                <c:pt idx="3862">
                  <c:v>44125</c:v>
                </c:pt>
                <c:pt idx="3863">
                  <c:v>44126</c:v>
                </c:pt>
                <c:pt idx="3864">
                  <c:v>44127</c:v>
                </c:pt>
                <c:pt idx="3865">
                  <c:v>44130</c:v>
                </c:pt>
                <c:pt idx="3866">
                  <c:v>44131</c:v>
                </c:pt>
                <c:pt idx="3867">
                  <c:v>44132</c:v>
                </c:pt>
                <c:pt idx="3868">
                  <c:v>44133</c:v>
                </c:pt>
                <c:pt idx="3869">
                  <c:v>44134</c:v>
                </c:pt>
                <c:pt idx="3870">
                  <c:v>44137</c:v>
                </c:pt>
                <c:pt idx="3871">
                  <c:v>44138</c:v>
                </c:pt>
                <c:pt idx="3872">
                  <c:v>44139</c:v>
                </c:pt>
                <c:pt idx="3873">
                  <c:v>44140</c:v>
                </c:pt>
                <c:pt idx="3874">
                  <c:v>44141</c:v>
                </c:pt>
                <c:pt idx="3875">
                  <c:v>44144</c:v>
                </c:pt>
                <c:pt idx="3876">
                  <c:v>44145</c:v>
                </c:pt>
                <c:pt idx="3877">
                  <c:v>44146</c:v>
                </c:pt>
                <c:pt idx="3878">
                  <c:v>44147</c:v>
                </c:pt>
                <c:pt idx="3879">
                  <c:v>44148</c:v>
                </c:pt>
                <c:pt idx="3880">
                  <c:v>44151</c:v>
                </c:pt>
                <c:pt idx="3881">
                  <c:v>44152</c:v>
                </c:pt>
                <c:pt idx="3882">
                  <c:v>44153</c:v>
                </c:pt>
                <c:pt idx="3883">
                  <c:v>44154</c:v>
                </c:pt>
                <c:pt idx="3884">
                  <c:v>44155</c:v>
                </c:pt>
                <c:pt idx="3885">
                  <c:v>44158</c:v>
                </c:pt>
                <c:pt idx="3886">
                  <c:v>44159</c:v>
                </c:pt>
                <c:pt idx="3887">
                  <c:v>44160</c:v>
                </c:pt>
                <c:pt idx="3888">
                  <c:v>44161</c:v>
                </c:pt>
                <c:pt idx="3889">
                  <c:v>44162</c:v>
                </c:pt>
                <c:pt idx="3890">
                  <c:v>44165</c:v>
                </c:pt>
                <c:pt idx="3891">
                  <c:v>44166</c:v>
                </c:pt>
                <c:pt idx="3892">
                  <c:v>44167</c:v>
                </c:pt>
                <c:pt idx="3893">
                  <c:v>44168</c:v>
                </c:pt>
                <c:pt idx="3894">
                  <c:v>44169</c:v>
                </c:pt>
                <c:pt idx="3895">
                  <c:v>44172</c:v>
                </c:pt>
                <c:pt idx="3896">
                  <c:v>44173</c:v>
                </c:pt>
                <c:pt idx="3897">
                  <c:v>44174</c:v>
                </c:pt>
                <c:pt idx="3898">
                  <c:v>44175</c:v>
                </c:pt>
                <c:pt idx="3899">
                  <c:v>44176</c:v>
                </c:pt>
                <c:pt idx="3900">
                  <c:v>44179</c:v>
                </c:pt>
                <c:pt idx="3901">
                  <c:v>44180</c:v>
                </c:pt>
                <c:pt idx="3902">
                  <c:v>44181</c:v>
                </c:pt>
                <c:pt idx="3903">
                  <c:v>44182</c:v>
                </c:pt>
                <c:pt idx="3904">
                  <c:v>44183</c:v>
                </c:pt>
                <c:pt idx="3905">
                  <c:v>44186</c:v>
                </c:pt>
                <c:pt idx="3906">
                  <c:v>44187</c:v>
                </c:pt>
                <c:pt idx="3907">
                  <c:v>44188</c:v>
                </c:pt>
                <c:pt idx="3908">
                  <c:v>44189</c:v>
                </c:pt>
                <c:pt idx="3909">
                  <c:v>44190</c:v>
                </c:pt>
                <c:pt idx="3910">
                  <c:v>44193</c:v>
                </c:pt>
                <c:pt idx="3911">
                  <c:v>44194</c:v>
                </c:pt>
                <c:pt idx="3912">
                  <c:v>44195</c:v>
                </c:pt>
                <c:pt idx="3913">
                  <c:v>44196</c:v>
                </c:pt>
                <c:pt idx="3914">
                  <c:v>44197</c:v>
                </c:pt>
                <c:pt idx="3915">
                  <c:v>44200</c:v>
                </c:pt>
                <c:pt idx="3916">
                  <c:v>44201</c:v>
                </c:pt>
                <c:pt idx="3917">
                  <c:v>44202</c:v>
                </c:pt>
                <c:pt idx="3918">
                  <c:v>44203</c:v>
                </c:pt>
                <c:pt idx="3919">
                  <c:v>44204</c:v>
                </c:pt>
                <c:pt idx="3920">
                  <c:v>44207</c:v>
                </c:pt>
                <c:pt idx="3921">
                  <c:v>44208</c:v>
                </c:pt>
                <c:pt idx="3922">
                  <c:v>44209</c:v>
                </c:pt>
                <c:pt idx="3923">
                  <c:v>44210</c:v>
                </c:pt>
                <c:pt idx="3924">
                  <c:v>44211</c:v>
                </c:pt>
                <c:pt idx="3925">
                  <c:v>44214</c:v>
                </c:pt>
                <c:pt idx="3926">
                  <c:v>44215</c:v>
                </c:pt>
                <c:pt idx="3927">
                  <c:v>44216</c:v>
                </c:pt>
                <c:pt idx="3928">
                  <c:v>44217</c:v>
                </c:pt>
                <c:pt idx="3929">
                  <c:v>44218</c:v>
                </c:pt>
                <c:pt idx="3930">
                  <c:v>44221</c:v>
                </c:pt>
                <c:pt idx="3931">
                  <c:v>44222</c:v>
                </c:pt>
                <c:pt idx="3932">
                  <c:v>44223</c:v>
                </c:pt>
                <c:pt idx="3933">
                  <c:v>44224</c:v>
                </c:pt>
                <c:pt idx="3934">
                  <c:v>44225</c:v>
                </c:pt>
                <c:pt idx="3935">
                  <c:v>44228</c:v>
                </c:pt>
                <c:pt idx="3936">
                  <c:v>44229</c:v>
                </c:pt>
                <c:pt idx="3937">
                  <c:v>44230</c:v>
                </c:pt>
                <c:pt idx="3938">
                  <c:v>44231</c:v>
                </c:pt>
                <c:pt idx="3939">
                  <c:v>44232</c:v>
                </c:pt>
                <c:pt idx="3940">
                  <c:v>44235</c:v>
                </c:pt>
                <c:pt idx="3941">
                  <c:v>44236</c:v>
                </c:pt>
                <c:pt idx="3942">
                  <c:v>44237</c:v>
                </c:pt>
                <c:pt idx="3943">
                  <c:v>44238</c:v>
                </c:pt>
                <c:pt idx="3944">
                  <c:v>44239</c:v>
                </c:pt>
                <c:pt idx="3945">
                  <c:v>44242</c:v>
                </c:pt>
                <c:pt idx="3946">
                  <c:v>44243</c:v>
                </c:pt>
                <c:pt idx="3947">
                  <c:v>44244</c:v>
                </c:pt>
                <c:pt idx="3948">
                  <c:v>44245</c:v>
                </c:pt>
                <c:pt idx="3949">
                  <c:v>44246</c:v>
                </c:pt>
                <c:pt idx="3950">
                  <c:v>44249</c:v>
                </c:pt>
                <c:pt idx="3951">
                  <c:v>44250</c:v>
                </c:pt>
                <c:pt idx="3952">
                  <c:v>44251</c:v>
                </c:pt>
                <c:pt idx="3953">
                  <c:v>44252</c:v>
                </c:pt>
                <c:pt idx="3954">
                  <c:v>44253</c:v>
                </c:pt>
                <c:pt idx="3955">
                  <c:v>44256</c:v>
                </c:pt>
                <c:pt idx="3956">
                  <c:v>44257</c:v>
                </c:pt>
                <c:pt idx="3957">
                  <c:v>44258</c:v>
                </c:pt>
                <c:pt idx="3958">
                  <c:v>44259</c:v>
                </c:pt>
                <c:pt idx="3959">
                  <c:v>44260</c:v>
                </c:pt>
                <c:pt idx="3960">
                  <c:v>44263</c:v>
                </c:pt>
                <c:pt idx="3961">
                  <c:v>44264</c:v>
                </c:pt>
                <c:pt idx="3962">
                  <c:v>44265</c:v>
                </c:pt>
                <c:pt idx="3963">
                  <c:v>44266</c:v>
                </c:pt>
                <c:pt idx="3964">
                  <c:v>44267</c:v>
                </c:pt>
                <c:pt idx="3965">
                  <c:v>44270</c:v>
                </c:pt>
                <c:pt idx="3966">
                  <c:v>44271</c:v>
                </c:pt>
                <c:pt idx="3967">
                  <c:v>44272</c:v>
                </c:pt>
                <c:pt idx="3968">
                  <c:v>44273</c:v>
                </c:pt>
                <c:pt idx="3969">
                  <c:v>44274</c:v>
                </c:pt>
                <c:pt idx="3970">
                  <c:v>44277</c:v>
                </c:pt>
                <c:pt idx="3971">
                  <c:v>44278</c:v>
                </c:pt>
                <c:pt idx="3972">
                  <c:v>44279</c:v>
                </c:pt>
                <c:pt idx="3973">
                  <c:v>44280</c:v>
                </c:pt>
                <c:pt idx="3974">
                  <c:v>44281</c:v>
                </c:pt>
                <c:pt idx="3975">
                  <c:v>44284</c:v>
                </c:pt>
                <c:pt idx="3976">
                  <c:v>44285</c:v>
                </c:pt>
                <c:pt idx="3977">
                  <c:v>44286</c:v>
                </c:pt>
                <c:pt idx="3978">
                  <c:v>44287</c:v>
                </c:pt>
                <c:pt idx="3979">
                  <c:v>44288</c:v>
                </c:pt>
                <c:pt idx="3980">
                  <c:v>44291</c:v>
                </c:pt>
                <c:pt idx="3981">
                  <c:v>44292</c:v>
                </c:pt>
                <c:pt idx="3982">
                  <c:v>44293</c:v>
                </c:pt>
                <c:pt idx="3983">
                  <c:v>44294</c:v>
                </c:pt>
                <c:pt idx="3984">
                  <c:v>44295</c:v>
                </c:pt>
                <c:pt idx="3985">
                  <c:v>44298</c:v>
                </c:pt>
                <c:pt idx="3986">
                  <c:v>44299</c:v>
                </c:pt>
                <c:pt idx="3987">
                  <c:v>44300</c:v>
                </c:pt>
                <c:pt idx="3988">
                  <c:v>44301</c:v>
                </c:pt>
                <c:pt idx="3989">
                  <c:v>44302</c:v>
                </c:pt>
                <c:pt idx="3990">
                  <c:v>44305</c:v>
                </c:pt>
                <c:pt idx="3991">
                  <c:v>44306</c:v>
                </c:pt>
                <c:pt idx="3992">
                  <c:v>44307</c:v>
                </c:pt>
                <c:pt idx="3993">
                  <c:v>44308</c:v>
                </c:pt>
                <c:pt idx="3994">
                  <c:v>44309</c:v>
                </c:pt>
                <c:pt idx="3995">
                  <c:v>44312</c:v>
                </c:pt>
                <c:pt idx="3996">
                  <c:v>44313</c:v>
                </c:pt>
                <c:pt idx="3997">
                  <c:v>44314</c:v>
                </c:pt>
                <c:pt idx="3998">
                  <c:v>44315</c:v>
                </c:pt>
                <c:pt idx="3999">
                  <c:v>44316</c:v>
                </c:pt>
                <c:pt idx="4000">
                  <c:v>44319</c:v>
                </c:pt>
                <c:pt idx="4001">
                  <c:v>44320</c:v>
                </c:pt>
                <c:pt idx="4002">
                  <c:v>44321</c:v>
                </c:pt>
                <c:pt idx="4003">
                  <c:v>44322</c:v>
                </c:pt>
                <c:pt idx="4004">
                  <c:v>44323</c:v>
                </c:pt>
                <c:pt idx="4005">
                  <c:v>44326</c:v>
                </c:pt>
                <c:pt idx="4006">
                  <c:v>44327</c:v>
                </c:pt>
                <c:pt idx="4007">
                  <c:v>44328</c:v>
                </c:pt>
                <c:pt idx="4008">
                  <c:v>44329</c:v>
                </c:pt>
                <c:pt idx="4009">
                  <c:v>44330</c:v>
                </c:pt>
                <c:pt idx="4010">
                  <c:v>44333</c:v>
                </c:pt>
                <c:pt idx="4011">
                  <c:v>44334</c:v>
                </c:pt>
                <c:pt idx="4012">
                  <c:v>44335</c:v>
                </c:pt>
                <c:pt idx="4013">
                  <c:v>44336</c:v>
                </c:pt>
                <c:pt idx="4014">
                  <c:v>44337</c:v>
                </c:pt>
                <c:pt idx="4015">
                  <c:v>44340</c:v>
                </c:pt>
                <c:pt idx="4016">
                  <c:v>44341</c:v>
                </c:pt>
                <c:pt idx="4017">
                  <c:v>44342</c:v>
                </c:pt>
                <c:pt idx="4018">
                  <c:v>44343</c:v>
                </c:pt>
                <c:pt idx="4019">
                  <c:v>44344</c:v>
                </c:pt>
                <c:pt idx="4020">
                  <c:v>44347</c:v>
                </c:pt>
                <c:pt idx="4021">
                  <c:v>44348</c:v>
                </c:pt>
                <c:pt idx="4022">
                  <c:v>44349</c:v>
                </c:pt>
                <c:pt idx="4023">
                  <c:v>44350</c:v>
                </c:pt>
                <c:pt idx="4024">
                  <c:v>44351</c:v>
                </c:pt>
                <c:pt idx="4025">
                  <c:v>44354</c:v>
                </c:pt>
                <c:pt idx="4026">
                  <c:v>44355</c:v>
                </c:pt>
                <c:pt idx="4027">
                  <c:v>44356</c:v>
                </c:pt>
                <c:pt idx="4028">
                  <c:v>44357</c:v>
                </c:pt>
                <c:pt idx="4029">
                  <c:v>44358</c:v>
                </c:pt>
                <c:pt idx="4030">
                  <c:v>44361</c:v>
                </c:pt>
                <c:pt idx="4031">
                  <c:v>44362</c:v>
                </c:pt>
                <c:pt idx="4032">
                  <c:v>44363</c:v>
                </c:pt>
                <c:pt idx="4033">
                  <c:v>44364</c:v>
                </c:pt>
                <c:pt idx="4034">
                  <c:v>44365</c:v>
                </c:pt>
                <c:pt idx="4035">
                  <c:v>44368</c:v>
                </c:pt>
                <c:pt idx="4036">
                  <c:v>44369</c:v>
                </c:pt>
                <c:pt idx="4037">
                  <c:v>44370</c:v>
                </c:pt>
                <c:pt idx="4038">
                  <c:v>44371</c:v>
                </c:pt>
                <c:pt idx="4039">
                  <c:v>44372</c:v>
                </c:pt>
                <c:pt idx="4040">
                  <c:v>44375</c:v>
                </c:pt>
                <c:pt idx="4041">
                  <c:v>44376</c:v>
                </c:pt>
                <c:pt idx="4042">
                  <c:v>44377</c:v>
                </c:pt>
                <c:pt idx="4043">
                  <c:v>44378</c:v>
                </c:pt>
                <c:pt idx="4044">
                  <c:v>44379</c:v>
                </c:pt>
                <c:pt idx="4045">
                  <c:v>44382</c:v>
                </c:pt>
                <c:pt idx="4046">
                  <c:v>44383</c:v>
                </c:pt>
                <c:pt idx="4047">
                  <c:v>44384</c:v>
                </c:pt>
                <c:pt idx="4048">
                  <c:v>44385</c:v>
                </c:pt>
                <c:pt idx="4049">
                  <c:v>44386</c:v>
                </c:pt>
                <c:pt idx="4050">
                  <c:v>44389</c:v>
                </c:pt>
                <c:pt idx="4051">
                  <c:v>44390</c:v>
                </c:pt>
                <c:pt idx="4052">
                  <c:v>44391</c:v>
                </c:pt>
                <c:pt idx="4053">
                  <c:v>44392</c:v>
                </c:pt>
                <c:pt idx="4054">
                  <c:v>44393</c:v>
                </c:pt>
                <c:pt idx="4055">
                  <c:v>44396</c:v>
                </c:pt>
                <c:pt idx="4056">
                  <c:v>44397</c:v>
                </c:pt>
                <c:pt idx="4057">
                  <c:v>44398</c:v>
                </c:pt>
                <c:pt idx="4058">
                  <c:v>44399</c:v>
                </c:pt>
                <c:pt idx="4059">
                  <c:v>44400</c:v>
                </c:pt>
                <c:pt idx="4060">
                  <c:v>44403</c:v>
                </c:pt>
                <c:pt idx="4061">
                  <c:v>44404</c:v>
                </c:pt>
                <c:pt idx="4062">
                  <c:v>44405</c:v>
                </c:pt>
                <c:pt idx="4063">
                  <c:v>44406</c:v>
                </c:pt>
                <c:pt idx="4064">
                  <c:v>44407</c:v>
                </c:pt>
                <c:pt idx="4065">
                  <c:v>44410</c:v>
                </c:pt>
                <c:pt idx="4066">
                  <c:v>44411</c:v>
                </c:pt>
                <c:pt idx="4067">
                  <c:v>44412</c:v>
                </c:pt>
                <c:pt idx="4068">
                  <c:v>44413</c:v>
                </c:pt>
                <c:pt idx="4069">
                  <c:v>44414</c:v>
                </c:pt>
                <c:pt idx="4070">
                  <c:v>44417</c:v>
                </c:pt>
                <c:pt idx="4071">
                  <c:v>44418</c:v>
                </c:pt>
                <c:pt idx="4072">
                  <c:v>44419</c:v>
                </c:pt>
                <c:pt idx="4073">
                  <c:v>44420</c:v>
                </c:pt>
                <c:pt idx="4074">
                  <c:v>44421</c:v>
                </c:pt>
                <c:pt idx="4075">
                  <c:v>44424</c:v>
                </c:pt>
                <c:pt idx="4076">
                  <c:v>44425</c:v>
                </c:pt>
                <c:pt idx="4077">
                  <c:v>44426</c:v>
                </c:pt>
                <c:pt idx="4078">
                  <c:v>44427</c:v>
                </c:pt>
                <c:pt idx="4079">
                  <c:v>44428</c:v>
                </c:pt>
                <c:pt idx="4080">
                  <c:v>44431</c:v>
                </c:pt>
                <c:pt idx="4081">
                  <c:v>44432</c:v>
                </c:pt>
                <c:pt idx="4082">
                  <c:v>44433</c:v>
                </c:pt>
                <c:pt idx="4083">
                  <c:v>44434</c:v>
                </c:pt>
                <c:pt idx="4084">
                  <c:v>44435</c:v>
                </c:pt>
                <c:pt idx="4085">
                  <c:v>44438</c:v>
                </c:pt>
                <c:pt idx="4086">
                  <c:v>44439</c:v>
                </c:pt>
                <c:pt idx="4087">
                  <c:v>44440</c:v>
                </c:pt>
                <c:pt idx="4088">
                  <c:v>44441</c:v>
                </c:pt>
                <c:pt idx="4089">
                  <c:v>44442</c:v>
                </c:pt>
                <c:pt idx="4090">
                  <c:v>44445</c:v>
                </c:pt>
                <c:pt idx="4091">
                  <c:v>44446</c:v>
                </c:pt>
                <c:pt idx="4092">
                  <c:v>44447</c:v>
                </c:pt>
                <c:pt idx="4093">
                  <c:v>44448</c:v>
                </c:pt>
                <c:pt idx="4094">
                  <c:v>44449</c:v>
                </c:pt>
                <c:pt idx="4095">
                  <c:v>44452</c:v>
                </c:pt>
                <c:pt idx="4096">
                  <c:v>44453</c:v>
                </c:pt>
                <c:pt idx="4097">
                  <c:v>44454</c:v>
                </c:pt>
                <c:pt idx="4098">
                  <c:v>44455</c:v>
                </c:pt>
                <c:pt idx="4099">
                  <c:v>44456</c:v>
                </c:pt>
                <c:pt idx="4100">
                  <c:v>44459</c:v>
                </c:pt>
                <c:pt idx="4101">
                  <c:v>44460</c:v>
                </c:pt>
                <c:pt idx="4102">
                  <c:v>44461</c:v>
                </c:pt>
                <c:pt idx="4103">
                  <c:v>44462</c:v>
                </c:pt>
                <c:pt idx="4104">
                  <c:v>44463</c:v>
                </c:pt>
                <c:pt idx="4105">
                  <c:v>44466</c:v>
                </c:pt>
                <c:pt idx="4106">
                  <c:v>44467</c:v>
                </c:pt>
                <c:pt idx="4107">
                  <c:v>44468</c:v>
                </c:pt>
                <c:pt idx="4108">
                  <c:v>44469</c:v>
                </c:pt>
                <c:pt idx="4109">
                  <c:v>44470</c:v>
                </c:pt>
                <c:pt idx="4110">
                  <c:v>44473</c:v>
                </c:pt>
                <c:pt idx="4111">
                  <c:v>44474</c:v>
                </c:pt>
                <c:pt idx="4112">
                  <c:v>44475</c:v>
                </c:pt>
                <c:pt idx="4113">
                  <c:v>44476</c:v>
                </c:pt>
                <c:pt idx="4114">
                  <c:v>44477</c:v>
                </c:pt>
                <c:pt idx="4115">
                  <c:v>44480</c:v>
                </c:pt>
                <c:pt idx="4116">
                  <c:v>44481</c:v>
                </c:pt>
                <c:pt idx="4117">
                  <c:v>44482</c:v>
                </c:pt>
                <c:pt idx="4118">
                  <c:v>44483</c:v>
                </c:pt>
                <c:pt idx="4119">
                  <c:v>44484</c:v>
                </c:pt>
                <c:pt idx="4120">
                  <c:v>44487</c:v>
                </c:pt>
                <c:pt idx="4121">
                  <c:v>44488</c:v>
                </c:pt>
                <c:pt idx="4122">
                  <c:v>44489</c:v>
                </c:pt>
                <c:pt idx="4123">
                  <c:v>44490</c:v>
                </c:pt>
                <c:pt idx="4124">
                  <c:v>44491</c:v>
                </c:pt>
                <c:pt idx="4125">
                  <c:v>44494</c:v>
                </c:pt>
                <c:pt idx="4126">
                  <c:v>44495</c:v>
                </c:pt>
                <c:pt idx="4127">
                  <c:v>44496</c:v>
                </c:pt>
                <c:pt idx="4128">
                  <c:v>44497</c:v>
                </c:pt>
                <c:pt idx="4129">
                  <c:v>44498</c:v>
                </c:pt>
                <c:pt idx="4130">
                  <c:v>44501</c:v>
                </c:pt>
                <c:pt idx="4131">
                  <c:v>44502</c:v>
                </c:pt>
                <c:pt idx="4132">
                  <c:v>44503</c:v>
                </c:pt>
                <c:pt idx="4133">
                  <c:v>44504</c:v>
                </c:pt>
                <c:pt idx="4134">
                  <c:v>44505</c:v>
                </c:pt>
                <c:pt idx="4135">
                  <c:v>44508</c:v>
                </c:pt>
                <c:pt idx="4136">
                  <c:v>44509</c:v>
                </c:pt>
                <c:pt idx="4137">
                  <c:v>44510</c:v>
                </c:pt>
                <c:pt idx="4138">
                  <c:v>44511</c:v>
                </c:pt>
                <c:pt idx="4139">
                  <c:v>44512</c:v>
                </c:pt>
                <c:pt idx="4140">
                  <c:v>44515</c:v>
                </c:pt>
                <c:pt idx="4141">
                  <c:v>44516</c:v>
                </c:pt>
                <c:pt idx="4142">
                  <c:v>44517</c:v>
                </c:pt>
                <c:pt idx="4143">
                  <c:v>44518</c:v>
                </c:pt>
                <c:pt idx="4144">
                  <c:v>44519</c:v>
                </c:pt>
                <c:pt idx="4145">
                  <c:v>44522</c:v>
                </c:pt>
                <c:pt idx="4146">
                  <c:v>44523</c:v>
                </c:pt>
                <c:pt idx="4147">
                  <c:v>44524</c:v>
                </c:pt>
                <c:pt idx="4148">
                  <c:v>44525</c:v>
                </c:pt>
                <c:pt idx="4149">
                  <c:v>44526</c:v>
                </c:pt>
                <c:pt idx="4150">
                  <c:v>44529</c:v>
                </c:pt>
                <c:pt idx="4151">
                  <c:v>44530</c:v>
                </c:pt>
                <c:pt idx="4152">
                  <c:v>44531</c:v>
                </c:pt>
                <c:pt idx="4153">
                  <c:v>44532</c:v>
                </c:pt>
                <c:pt idx="4154">
                  <c:v>44533</c:v>
                </c:pt>
                <c:pt idx="4155">
                  <c:v>44536</c:v>
                </c:pt>
                <c:pt idx="4156">
                  <c:v>44537</c:v>
                </c:pt>
                <c:pt idx="4157">
                  <c:v>44538</c:v>
                </c:pt>
                <c:pt idx="4158">
                  <c:v>44539</c:v>
                </c:pt>
                <c:pt idx="4159">
                  <c:v>44540</c:v>
                </c:pt>
                <c:pt idx="4160">
                  <c:v>44543</c:v>
                </c:pt>
                <c:pt idx="4161">
                  <c:v>44544</c:v>
                </c:pt>
                <c:pt idx="4162">
                  <c:v>44545</c:v>
                </c:pt>
                <c:pt idx="4163">
                  <c:v>44546</c:v>
                </c:pt>
                <c:pt idx="4164">
                  <c:v>44547</c:v>
                </c:pt>
                <c:pt idx="4165">
                  <c:v>44550</c:v>
                </c:pt>
                <c:pt idx="4166">
                  <c:v>44551</c:v>
                </c:pt>
                <c:pt idx="4167">
                  <c:v>44552</c:v>
                </c:pt>
                <c:pt idx="4168">
                  <c:v>44553</c:v>
                </c:pt>
                <c:pt idx="4169">
                  <c:v>44554</c:v>
                </c:pt>
                <c:pt idx="4170">
                  <c:v>44557</c:v>
                </c:pt>
                <c:pt idx="4171">
                  <c:v>44558</c:v>
                </c:pt>
                <c:pt idx="4172">
                  <c:v>44559</c:v>
                </c:pt>
                <c:pt idx="4173">
                  <c:v>44560</c:v>
                </c:pt>
                <c:pt idx="4174">
                  <c:v>44561</c:v>
                </c:pt>
                <c:pt idx="4175">
                  <c:v>44564</c:v>
                </c:pt>
                <c:pt idx="4176">
                  <c:v>44565</c:v>
                </c:pt>
                <c:pt idx="4177">
                  <c:v>44566</c:v>
                </c:pt>
                <c:pt idx="4178">
                  <c:v>44567</c:v>
                </c:pt>
                <c:pt idx="4179">
                  <c:v>44568</c:v>
                </c:pt>
                <c:pt idx="4180">
                  <c:v>44571</c:v>
                </c:pt>
                <c:pt idx="4181">
                  <c:v>44572</c:v>
                </c:pt>
                <c:pt idx="4182">
                  <c:v>44573</c:v>
                </c:pt>
                <c:pt idx="4183">
                  <c:v>44574</c:v>
                </c:pt>
                <c:pt idx="4184">
                  <c:v>44575</c:v>
                </c:pt>
                <c:pt idx="4185">
                  <c:v>44578</c:v>
                </c:pt>
                <c:pt idx="4186">
                  <c:v>44579</c:v>
                </c:pt>
                <c:pt idx="4187">
                  <c:v>44580</c:v>
                </c:pt>
                <c:pt idx="4188">
                  <c:v>44581</c:v>
                </c:pt>
                <c:pt idx="4189">
                  <c:v>44582</c:v>
                </c:pt>
                <c:pt idx="4190">
                  <c:v>44585</c:v>
                </c:pt>
                <c:pt idx="4191">
                  <c:v>44586</c:v>
                </c:pt>
                <c:pt idx="4192">
                  <c:v>44587</c:v>
                </c:pt>
                <c:pt idx="4193">
                  <c:v>44588</c:v>
                </c:pt>
                <c:pt idx="4194">
                  <c:v>44589</c:v>
                </c:pt>
                <c:pt idx="4195">
                  <c:v>44592</c:v>
                </c:pt>
                <c:pt idx="4196">
                  <c:v>44593</c:v>
                </c:pt>
                <c:pt idx="4197">
                  <c:v>44594</c:v>
                </c:pt>
                <c:pt idx="4198">
                  <c:v>44595</c:v>
                </c:pt>
                <c:pt idx="4199">
                  <c:v>44596</c:v>
                </c:pt>
                <c:pt idx="4200">
                  <c:v>44599</c:v>
                </c:pt>
                <c:pt idx="4201">
                  <c:v>44600</c:v>
                </c:pt>
                <c:pt idx="4202">
                  <c:v>44601</c:v>
                </c:pt>
                <c:pt idx="4203">
                  <c:v>44602</c:v>
                </c:pt>
                <c:pt idx="4204">
                  <c:v>44603</c:v>
                </c:pt>
                <c:pt idx="4205">
                  <c:v>44606</c:v>
                </c:pt>
                <c:pt idx="4206">
                  <c:v>44607</c:v>
                </c:pt>
                <c:pt idx="4207">
                  <c:v>44608</c:v>
                </c:pt>
                <c:pt idx="4208">
                  <c:v>44609</c:v>
                </c:pt>
                <c:pt idx="4209">
                  <c:v>44610</c:v>
                </c:pt>
                <c:pt idx="4210">
                  <c:v>44613</c:v>
                </c:pt>
                <c:pt idx="4211">
                  <c:v>44614</c:v>
                </c:pt>
                <c:pt idx="4212">
                  <c:v>44615</c:v>
                </c:pt>
                <c:pt idx="4213">
                  <c:v>44616</c:v>
                </c:pt>
                <c:pt idx="4214">
                  <c:v>44617</c:v>
                </c:pt>
                <c:pt idx="4215">
                  <c:v>44620</c:v>
                </c:pt>
                <c:pt idx="4216">
                  <c:v>44621</c:v>
                </c:pt>
                <c:pt idx="4217">
                  <c:v>44622</c:v>
                </c:pt>
                <c:pt idx="4218">
                  <c:v>44623</c:v>
                </c:pt>
                <c:pt idx="4219">
                  <c:v>44624</c:v>
                </c:pt>
                <c:pt idx="4220">
                  <c:v>44627</c:v>
                </c:pt>
                <c:pt idx="4221">
                  <c:v>44628</c:v>
                </c:pt>
                <c:pt idx="4222">
                  <c:v>44629</c:v>
                </c:pt>
                <c:pt idx="4223">
                  <c:v>44630</c:v>
                </c:pt>
                <c:pt idx="4224">
                  <c:v>44631</c:v>
                </c:pt>
                <c:pt idx="4225">
                  <c:v>44634</c:v>
                </c:pt>
                <c:pt idx="4226">
                  <c:v>44635</c:v>
                </c:pt>
                <c:pt idx="4227">
                  <c:v>44636</c:v>
                </c:pt>
                <c:pt idx="4228">
                  <c:v>44637</c:v>
                </c:pt>
                <c:pt idx="4229">
                  <c:v>44638</c:v>
                </c:pt>
                <c:pt idx="4230">
                  <c:v>44641</c:v>
                </c:pt>
                <c:pt idx="4231">
                  <c:v>44642</c:v>
                </c:pt>
                <c:pt idx="4232">
                  <c:v>44643</c:v>
                </c:pt>
                <c:pt idx="4233">
                  <c:v>44644</c:v>
                </c:pt>
                <c:pt idx="4234">
                  <c:v>44645</c:v>
                </c:pt>
                <c:pt idx="4235">
                  <c:v>44648</c:v>
                </c:pt>
                <c:pt idx="4236">
                  <c:v>44649</c:v>
                </c:pt>
                <c:pt idx="4237">
                  <c:v>44650</c:v>
                </c:pt>
                <c:pt idx="4238">
                  <c:v>44651</c:v>
                </c:pt>
                <c:pt idx="4239">
                  <c:v>44652</c:v>
                </c:pt>
                <c:pt idx="4240">
                  <c:v>44655</c:v>
                </c:pt>
                <c:pt idx="4241">
                  <c:v>44656</c:v>
                </c:pt>
                <c:pt idx="4242">
                  <c:v>44657</c:v>
                </c:pt>
                <c:pt idx="4243">
                  <c:v>44658</c:v>
                </c:pt>
                <c:pt idx="4244">
                  <c:v>44659</c:v>
                </c:pt>
                <c:pt idx="4245">
                  <c:v>44662</c:v>
                </c:pt>
                <c:pt idx="4246">
                  <c:v>44663</c:v>
                </c:pt>
                <c:pt idx="4247">
                  <c:v>44664</c:v>
                </c:pt>
                <c:pt idx="4248">
                  <c:v>44665</c:v>
                </c:pt>
                <c:pt idx="4249">
                  <c:v>44666</c:v>
                </c:pt>
                <c:pt idx="4250">
                  <c:v>44669</c:v>
                </c:pt>
                <c:pt idx="4251">
                  <c:v>44670</c:v>
                </c:pt>
                <c:pt idx="4252">
                  <c:v>44671</c:v>
                </c:pt>
                <c:pt idx="4253">
                  <c:v>44672</c:v>
                </c:pt>
                <c:pt idx="4254">
                  <c:v>44673</c:v>
                </c:pt>
                <c:pt idx="4255">
                  <c:v>44676</c:v>
                </c:pt>
                <c:pt idx="4256">
                  <c:v>44677</c:v>
                </c:pt>
                <c:pt idx="4257">
                  <c:v>44678</c:v>
                </c:pt>
                <c:pt idx="4258">
                  <c:v>44679</c:v>
                </c:pt>
                <c:pt idx="4259">
                  <c:v>44680</c:v>
                </c:pt>
                <c:pt idx="4260">
                  <c:v>44683</c:v>
                </c:pt>
                <c:pt idx="4261">
                  <c:v>44684</c:v>
                </c:pt>
                <c:pt idx="4262">
                  <c:v>44685</c:v>
                </c:pt>
                <c:pt idx="4263">
                  <c:v>44686</c:v>
                </c:pt>
                <c:pt idx="4264">
                  <c:v>44687</c:v>
                </c:pt>
                <c:pt idx="4265">
                  <c:v>44690</c:v>
                </c:pt>
                <c:pt idx="4266">
                  <c:v>44691</c:v>
                </c:pt>
                <c:pt idx="4267">
                  <c:v>44692</c:v>
                </c:pt>
                <c:pt idx="4268">
                  <c:v>44693</c:v>
                </c:pt>
                <c:pt idx="4269">
                  <c:v>44694</c:v>
                </c:pt>
                <c:pt idx="4270">
                  <c:v>44697</c:v>
                </c:pt>
                <c:pt idx="4271">
                  <c:v>44698</c:v>
                </c:pt>
                <c:pt idx="4272">
                  <c:v>44699</c:v>
                </c:pt>
                <c:pt idx="4273">
                  <c:v>44700</c:v>
                </c:pt>
                <c:pt idx="4274">
                  <c:v>44701</c:v>
                </c:pt>
                <c:pt idx="4275">
                  <c:v>44704</c:v>
                </c:pt>
                <c:pt idx="4276">
                  <c:v>44705</c:v>
                </c:pt>
                <c:pt idx="4277">
                  <c:v>44706</c:v>
                </c:pt>
                <c:pt idx="4278">
                  <c:v>44707</c:v>
                </c:pt>
                <c:pt idx="4279">
                  <c:v>44708</c:v>
                </c:pt>
                <c:pt idx="4280">
                  <c:v>44711</c:v>
                </c:pt>
                <c:pt idx="4281">
                  <c:v>44712</c:v>
                </c:pt>
                <c:pt idx="4282">
                  <c:v>44713</c:v>
                </c:pt>
                <c:pt idx="4283">
                  <c:v>44714</c:v>
                </c:pt>
                <c:pt idx="4284">
                  <c:v>44715</c:v>
                </c:pt>
                <c:pt idx="4285">
                  <c:v>44718</c:v>
                </c:pt>
                <c:pt idx="4286">
                  <c:v>44719</c:v>
                </c:pt>
                <c:pt idx="4287">
                  <c:v>44720</c:v>
                </c:pt>
                <c:pt idx="4288">
                  <c:v>44721</c:v>
                </c:pt>
                <c:pt idx="4289">
                  <c:v>44722</c:v>
                </c:pt>
                <c:pt idx="4290">
                  <c:v>44725</c:v>
                </c:pt>
                <c:pt idx="4291">
                  <c:v>44726</c:v>
                </c:pt>
                <c:pt idx="4292">
                  <c:v>44727</c:v>
                </c:pt>
                <c:pt idx="4293">
                  <c:v>44728</c:v>
                </c:pt>
                <c:pt idx="4294">
                  <c:v>44729</c:v>
                </c:pt>
                <c:pt idx="4295">
                  <c:v>44732</c:v>
                </c:pt>
                <c:pt idx="4296">
                  <c:v>44733</c:v>
                </c:pt>
                <c:pt idx="4297">
                  <c:v>44734</c:v>
                </c:pt>
                <c:pt idx="4298">
                  <c:v>44735</c:v>
                </c:pt>
                <c:pt idx="4299">
                  <c:v>44736</c:v>
                </c:pt>
                <c:pt idx="4300">
                  <c:v>44739</c:v>
                </c:pt>
                <c:pt idx="4301">
                  <c:v>44740</c:v>
                </c:pt>
                <c:pt idx="4302">
                  <c:v>44741</c:v>
                </c:pt>
                <c:pt idx="4303">
                  <c:v>44742</c:v>
                </c:pt>
                <c:pt idx="4304">
                  <c:v>44743</c:v>
                </c:pt>
                <c:pt idx="4305">
                  <c:v>44746</c:v>
                </c:pt>
                <c:pt idx="4306">
                  <c:v>44747</c:v>
                </c:pt>
                <c:pt idx="4307">
                  <c:v>44748</c:v>
                </c:pt>
                <c:pt idx="4308">
                  <c:v>44749</c:v>
                </c:pt>
                <c:pt idx="4309">
                  <c:v>44750</c:v>
                </c:pt>
                <c:pt idx="4310">
                  <c:v>44753</c:v>
                </c:pt>
                <c:pt idx="4311">
                  <c:v>44754</c:v>
                </c:pt>
                <c:pt idx="4312">
                  <c:v>44755</c:v>
                </c:pt>
                <c:pt idx="4313">
                  <c:v>44756</c:v>
                </c:pt>
                <c:pt idx="4314">
                  <c:v>44757</c:v>
                </c:pt>
                <c:pt idx="4315">
                  <c:v>44760</c:v>
                </c:pt>
                <c:pt idx="4316">
                  <c:v>44761</c:v>
                </c:pt>
                <c:pt idx="4317">
                  <c:v>44762</c:v>
                </c:pt>
                <c:pt idx="4318">
                  <c:v>44763</c:v>
                </c:pt>
                <c:pt idx="4319">
                  <c:v>44764</c:v>
                </c:pt>
                <c:pt idx="4320">
                  <c:v>44767</c:v>
                </c:pt>
                <c:pt idx="4321">
                  <c:v>44768</c:v>
                </c:pt>
                <c:pt idx="4322">
                  <c:v>44769</c:v>
                </c:pt>
                <c:pt idx="4323">
                  <c:v>44770</c:v>
                </c:pt>
                <c:pt idx="4324">
                  <c:v>44771</c:v>
                </c:pt>
                <c:pt idx="4325">
                  <c:v>44774</c:v>
                </c:pt>
                <c:pt idx="4326">
                  <c:v>44775</c:v>
                </c:pt>
                <c:pt idx="4327">
                  <c:v>44776</c:v>
                </c:pt>
                <c:pt idx="4328">
                  <c:v>44777</c:v>
                </c:pt>
                <c:pt idx="4329">
                  <c:v>44778</c:v>
                </c:pt>
                <c:pt idx="4330">
                  <c:v>44781</c:v>
                </c:pt>
                <c:pt idx="4331">
                  <c:v>44782</c:v>
                </c:pt>
                <c:pt idx="4332">
                  <c:v>44783</c:v>
                </c:pt>
                <c:pt idx="4333">
                  <c:v>44784</c:v>
                </c:pt>
                <c:pt idx="4334">
                  <c:v>44785</c:v>
                </c:pt>
                <c:pt idx="4335">
                  <c:v>44788</c:v>
                </c:pt>
                <c:pt idx="4336">
                  <c:v>44789</c:v>
                </c:pt>
                <c:pt idx="4337">
                  <c:v>44790</c:v>
                </c:pt>
                <c:pt idx="4338">
                  <c:v>44791</c:v>
                </c:pt>
                <c:pt idx="4339">
                  <c:v>44792</c:v>
                </c:pt>
                <c:pt idx="4340">
                  <c:v>44795</c:v>
                </c:pt>
                <c:pt idx="4341">
                  <c:v>44796</c:v>
                </c:pt>
                <c:pt idx="4342">
                  <c:v>44797</c:v>
                </c:pt>
                <c:pt idx="4343">
                  <c:v>44798</c:v>
                </c:pt>
                <c:pt idx="4344">
                  <c:v>44799</c:v>
                </c:pt>
                <c:pt idx="4345">
                  <c:v>44802</c:v>
                </c:pt>
                <c:pt idx="4346">
                  <c:v>44803</c:v>
                </c:pt>
                <c:pt idx="4347">
                  <c:v>44804</c:v>
                </c:pt>
                <c:pt idx="4348">
                  <c:v>44805</c:v>
                </c:pt>
                <c:pt idx="4349">
                  <c:v>44806</c:v>
                </c:pt>
                <c:pt idx="4350">
                  <c:v>44809</c:v>
                </c:pt>
                <c:pt idx="4351">
                  <c:v>44810</c:v>
                </c:pt>
                <c:pt idx="4352">
                  <c:v>44811</c:v>
                </c:pt>
                <c:pt idx="4353">
                  <c:v>44812</c:v>
                </c:pt>
                <c:pt idx="4354">
                  <c:v>44813</c:v>
                </c:pt>
                <c:pt idx="4355">
                  <c:v>44816</c:v>
                </c:pt>
                <c:pt idx="4356">
                  <c:v>44817</c:v>
                </c:pt>
                <c:pt idx="4357">
                  <c:v>44818</c:v>
                </c:pt>
                <c:pt idx="4358">
                  <c:v>44819</c:v>
                </c:pt>
                <c:pt idx="4359">
                  <c:v>44820</c:v>
                </c:pt>
                <c:pt idx="4360">
                  <c:v>44823</c:v>
                </c:pt>
                <c:pt idx="4361">
                  <c:v>44824</c:v>
                </c:pt>
                <c:pt idx="4362">
                  <c:v>44825</c:v>
                </c:pt>
                <c:pt idx="4363">
                  <c:v>44826</c:v>
                </c:pt>
                <c:pt idx="4364">
                  <c:v>44827</c:v>
                </c:pt>
                <c:pt idx="4365">
                  <c:v>44830</c:v>
                </c:pt>
                <c:pt idx="4366">
                  <c:v>44831</c:v>
                </c:pt>
                <c:pt idx="4367">
                  <c:v>44832</c:v>
                </c:pt>
                <c:pt idx="4368">
                  <c:v>44833</c:v>
                </c:pt>
                <c:pt idx="4369">
                  <c:v>44834</c:v>
                </c:pt>
                <c:pt idx="4370">
                  <c:v>44837</c:v>
                </c:pt>
                <c:pt idx="4371">
                  <c:v>44838</c:v>
                </c:pt>
                <c:pt idx="4372">
                  <c:v>44839</c:v>
                </c:pt>
                <c:pt idx="4373">
                  <c:v>44840</c:v>
                </c:pt>
                <c:pt idx="4374">
                  <c:v>44841</c:v>
                </c:pt>
                <c:pt idx="4375">
                  <c:v>44844</c:v>
                </c:pt>
                <c:pt idx="4376">
                  <c:v>44845</c:v>
                </c:pt>
                <c:pt idx="4377">
                  <c:v>44846</c:v>
                </c:pt>
                <c:pt idx="4378">
                  <c:v>44847</c:v>
                </c:pt>
                <c:pt idx="4379">
                  <c:v>44848</c:v>
                </c:pt>
                <c:pt idx="4380">
                  <c:v>44851</c:v>
                </c:pt>
                <c:pt idx="4381">
                  <c:v>44852</c:v>
                </c:pt>
                <c:pt idx="4382">
                  <c:v>44853</c:v>
                </c:pt>
                <c:pt idx="4383">
                  <c:v>44854</c:v>
                </c:pt>
                <c:pt idx="4384">
                  <c:v>44855</c:v>
                </c:pt>
                <c:pt idx="4385">
                  <c:v>44858</c:v>
                </c:pt>
                <c:pt idx="4386">
                  <c:v>44859</c:v>
                </c:pt>
                <c:pt idx="4387">
                  <c:v>44860</c:v>
                </c:pt>
                <c:pt idx="4388">
                  <c:v>44861</c:v>
                </c:pt>
                <c:pt idx="4389">
                  <c:v>44862</c:v>
                </c:pt>
                <c:pt idx="4390">
                  <c:v>44865</c:v>
                </c:pt>
                <c:pt idx="4391">
                  <c:v>44866</c:v>
                </c:pt>
                <c:pt idx="4392">
                  <c:v>44867</c:v>
                </c:pt>
                <c:pt idx="4393">
                  <c:v>44868</c:v>
                </c:pt>
                <c:pt idx="4394">
                  <c:v>44869</c:v>
                </c:pt>
                <c:pt idx="4395">
                  <c:v>44872</c:v>
                </c:pt>
                <c:pt idx="4396">
                  <c:v>44873</c:v>
                </c:pt>
                <c:pt idx="4397">
                  <c:v>44874</c:v>
                </c:pt>
                <c:pt idx="4398">
                  <c:v>44875</c:v>
                </c:pt>
                <c:pt idx="4399">
                  <c:v>44876</c:v>
                </c:pt>
                <c:pt idx="4400">
                  <c:v>44879</c:v>
                </c:pt>
                <c:pt idx="4401">
                  <c:v>44880</c:v>
                </c:pt>
                <c:pt idx="4402">
                  <c:v>44881</c:v>
                </c:pt>
                <c:pt idx="4403">
                  <c:v>44882</c:v>
                </c:pt>
                <c:pt idx="4404">
                  <c:v>44883</c:v>
                </c:pt>
                <c:pt idx="4405">
                  <c:v>44886</c:v>
                </c:pt>
                <c:pt idx="4406">
                  <c:v>44887</c:v>
                </c:pt>
                <c:pt idx="4407">
                  <c:v>44888</c:v>
                </c:pt>
                <c:pt idx="4408">
                  <c:v>44889</c:v>
                </c:pt>
                <c:pt idx="4409">
                  <c:v>44890</c:v>
                </c:pt>
                <c:pt idx="4410">
                  <c:v>44893</c:v>
                </c:pt>
                <c:pt idx="4411">
                  <c:v>44894</c:v>
                </c:pt>
                <c:pt idx="4412">
                  <c:v>44895</c:v>
                </c:pt>
                <c:pt idx="4413">
                  <c:v>44896</c:v>
                </c:pt>
                <c:pt idx="4414">
                  <c:v>44897</c:v>
                </c:pt>
                <c:pt idx="4415">
                  <c:v>44900</c:v>
                </c:pt>
                <c:pt idx="4416">
                  <c:v>44901</c:v>
                </c:pt>
                <c:pt idx="4417">
                  <c:v>44902</c:v>
                </c:pt>
                <c:pt idx="4418">
                  <c:v>44903</c:v>
                </c:pt>
                <c:pt idx="4419">
                  <c:v>44904</c:v>
                </c:pt>
                <c:pt idx="4420">
                  <c:v>44907</c:v>
                </c:pt>
                <c:pt idx="4421">
                  <c:v>44908</c:v>
                </c:pt>
                <c:pt idx="4422">
                  <c:v>44909</c:v>
                </c:pt>
                <c:pt idx="4423">
                  <c:v>44910</c:v>
                </c:pt>
                <c:pt idx="4424">
                  <c:v>44911</c:v>
                </c:pt>
                <c:pt idx="4425">
                  <c:v>44914</c:v>
                </c:pt>
                <c:pt idx="4426">
                  <c:v>44915</c:v>
                </c:pt>
                <c:pt idx="4427">
                  <c:v>44916</c:v>
                </c:pt>
                <c:pt idx="4428">
                  <c:v>44917</c:v>
                </c:pt>
                <c:pt idx="4429">
                  <c:v>44918</c:v>
                </c:pt>
                <c:pt idx="4430">
                  <c:v>44921</c:v>
                </c:pt>
                <c:pt idx="4431">
                  <c:v>44922</c:v>
                </c:pt>
                <c:pt idx="4432">
                  <c:v>44923</c:v>
                </c:pt>
                <c:pt idx="4433">
                  <c:v>44924</c:v>
                </c:pt>
                <c:pt idx="4434">
                  <c:v>44925</c:v>
                </c:pt>
                <c:pt idx="4435">
                  <c:v>44928</c:v>
                </c:pt>
                <c:pt idx="4436">
                  <c:v>44929</c:v>
                </c:pt>
                <c:pt idx="4437">
                  <c:v>44930</c:v>
                </c:pt>
                <c:pt idx="4438">
                  <c:v>44931</c:v>
                </c:pt>
                <c:pt idx="4439">
                  <c:v>44932</c:v>
                </c:pt>
                <c:pt idx="4440">
                  <c:v>44935</c:v>
                </c:pt>
                <c:pt idx="4441">
                  <c:v>44936</c:v>
                </c:pt>
                <c:pt idx="4442">
                  <c:v>44937</c:v>
                </c:pt>
                <c:pt idx="4443">
                  <c:v>44938</c:v>
                </c:pt>
                <c:pt idx="4444">
                  <c:v>44939</c:v>
                </c:pt>
                <c:pt idx="4445">
                  <c:v>44942</c:v>
                </c:pt>
                <c:pt idx="4446">
                  <c:v>44943</c:v>
                </c:pt>
                <c:pt idx="4447">
                  <c:v>44944</c:v>
                </c:pt>
                <c:pt idx="4448">
                  <c:v>44945</c:v>
                </c:pt>
                <c:pt idx="4449">
                  <c:v>44946</c:v>
                </c:pt>
                <c:pt idx="4450">
                  <c:v>44949</c:v>
                </c:pt>
                <c:pt idx="4451">
                  <c:v>44950</c:v>
                </c:pt>
                <c:pt idx="4452">
                  <c:v>44951</c:v>
                </c:pt>
                <c:pt idx="4453">
                  <c:v>44952</c:v>
                </c:pt>
                <c:pt idx="4454">
                  <c:v>44953</c:v>
                </c:pt>
                <c:pt idx="4455">
                  <c:v>44956</c:v>
                </c:pt>
                <c:pt idx="4456">
                  <c:v>44957</c:v>
                </c:pt>
                <c:pt idx="4457">
                  <c:v>44958</c:v>
                </c:pt>
                <c:pt idx="4458">
                  <c:v>44959</c:v>
                </c:pt>
                <c:pt idx="4459">
                  <c:v>44960</c:v>
                </c:pt>
                <c:pt idx="4460">
                  <c:v>44963</c:v>
                </c:pt>
                <c:pt idx="4461">
                  <c:v>44964</c:v>
                </c:pt>
                <c:pt idx="4462">
                  <c:v>44965</c:v>
                </c:pt>
                <c:pt idx="4463">
                  <c:v>44966</c:v>
                </c:pt>
                <c:pt idx="4464">
                  <c:v>44967</c:v>
                </c:pt>
                <c:pt idx="4465">
                  <c:v>44970</c:v>
                </c:pt>
                <c:pt idx="4466">
                  <c:v>44971</c:v>
                </c:pt>
                <c:pt idx="4467">
                  <c:v>44972</c:v>
                </c:pt>
                <c:pt idx="4468">
                  <c:v>44973</c:v>
                </c:pt>
                <c:pt idx="4469">
                  <c:v>44974</c:v>
                </c:pt>
                <c:pt idx="4470">
                  <c:v>44977</c:v>
                </c:pt>
                <c:pt idx="4471">
                  <c:v>44978</c:v>
                </c:pt>
                <c:pt idx="4472">
                  <c:v>44979</c:v>
                </c:pt>
                <c:pt idx="4473">
                  <c:v>44980</c:v>
                </c:pt>
                <c:pt idx="4474">
                  <c:v>44981</c:v>
                </c:pt>
                <c:pt idx="4475">
                  <c:v>44984</c:v>
                </c:pt>
                <c:pt idx="4476">
                  <c:v>44985</c:v>
                </c:pt>
                <c:pt idx="4477">
                  <c:v>44986</c:v>
                </c:pt>
                <c:pt idx="4478">
                  <c:v>44987</c:v>
                </c:pt>
                <c:pt idx="4479">
                  <c:v>44988</c:v>
                </c:pt>
                <c:pt idx="4480">
                  <c:v>44991</c:v>
                </c:pt>
                <c:pt idx="4481">
                  <c:v>44992</c:v>
                </c:pt>
                <c:pt idx="4482">
                  <c:v>44993</c:v>
                </c:pt>
                <c:pt idx="4483">
                  <c:v>44994</c:v>
                </c:pt>
                <c:pt idx="4484">
                  <c:v>44995</c:v>
                </c:pt>
                <c:pt idx="4485">
                  <c:v>44998</c:v>
                </c:pt>
                <c:pt idx="4486">
                  <c:v>44999</c:v>
                </c:pt>
                <c:pt idx="4487">
                  <c:v>45000</c:v>
                </c:pt>
                <c:pt idx="4488">
                  <c:v>45001</c:v>
                </c:pt>
                <c:pt idx="4489">
                  <c:v>45002</c:v>
                </c:pt>
                <c:pt idx="4490">
                  <c:v>45005</c:v>
                </c:pt>
                <c:pt idx="4491">
                  <c:v>45006</c:v>
                </c:pt>
                <c:pt idx="4492">
                  <c:v>45007</c:v>
                </c:pt>
                <c:pt idx="4493">
                  <c:v>45008</c:v>
                </c:pt>
                <c:pt idx="4494">
                  <c:v>45009</c:v>
                </c:pt>
                <c:pt idx="4495">
                  <c:v>45012</c:v>
                </c:pt>
                <c:pt idx="4496">
                  <c:v>45013</c:v>
                </c:pt>
                <c:pt idx="4497">
                  <c:v>45014</c:v>
                </c:pt>
                <c:pt idx="4498">
                  <c:v>45015</c:v>
                </c:pt>
                <c:pt idx="4499">
                  <c:v>45016</c:v>
                </c:pt>
                <c:pt idx="4500">
                  <c:v>45019</c:v>
                </c:pt>
                <c:pt idx="4501">
                  <c:v>45020</c:v>
                </c:pt>
                <c:pt idx="4502">
                  <c:v>45021</c:v>
                </c:pt>
                <c:pt idx="4503">
                  <c:v>45022</c:v>
                </c:pt>
                <c:pt idx="4504">
                  <c:v>45023</c:v>
                </c:pt>
                <c:pt idx="4505">
                  <c:v>45026</c:v>
                </c:pt>
                <c:pt idx="4506">
                  <c:v>45027</c:v>
                </c:pt>
                <c:pt idx="4507">
                  <c:v>45028</c:v>
                </c:pt>
                <c:pt idx="4508">
                  <c:v>45029</c:v>
                </c:pt>
                <c:pt idx="4509">
                  <c:v>45030</c:v>
                </c:pt>
                <c:pt idx="4510">
                  <c:v>45033</c:v>
                </c:pt>
                <c:pt idx="4511">
                  <c:v>45034</c:v>
                </c:pt>
                <c:pt idx="4512">
                  <c:v>45035</c:v>
                </c:pt>
                <c:pt idx="4513">
                  <c:v>45036</c:v>
                </c:pt>
                <c:pt idx="4514">
                  <c:v>45037</c:v>
                </c:pt>
                <c:pt idx="4515">
                  <c:v>45040</c:v>
                </c:pt>
                <c:pt idx="4516">
                  <c:v>45041</c:v>
                </c:pt>
                <c:pt idx="4517">
                  <c:v>45042</c:v>
                </c:pt>
                <c:pt idx="4518">
                  <c:v>45043</c:v>
                </c:pt>
                <c:pt idx="4519">
                  <c:v>45044</c:v>
                </c:pt>
                <c:pt idx="4520">
                  <c:v>45047</c:v>
                </c:pt>
                <c:pt idx="4521">
                  <c:v>45048</c:v>
                </c:pt>
                <c:pt idx="4522">
                  <c:v>45049</c:v>
                </c:pt>
                <c:pt idx="4523">
                  <c:v>45050</c:v>
                </c:pt>
                <c:pt idx="4524">
                  <c:v>45051</c:v>
                </c:pt>
                <c:pt idx="4525">
                  <c:v>45054</c:v>
                </c:pt>
                <c:pt idx="4526">
                  <c:v>45055</c:v>
                </c:pt>
                <c:pt idx="4527">
                  <c:v>45056</c:v>
                </c:pt>
                <c:pt idx="4528">
                  <c:v>45057</c:v>
                </c:pt>
                <c:pt idx="4529">
                  <c:v>45058</c:v>
                </c:pt>
                <c:pt idx="4530">
                  <c:v>45061</c:v>
                </c:pt>
                <c:pt idx="4531">
                  <c:v>45062</c:v>
                </c:pt>
                <c:pt idx="4532">
                  <c:v>45063</c:v>
                </c:pt>
                <c:pt idx="4533">
                  <c:v>45064</c:v>
                </c:pt>
                <c:pt idx="4534">
                  <c:v>45065</c:v>
                </c:pt>
                <c:pt idx="4535">
                  <c:v>45068</c:v>
                </c:pt>
                <c:pt idx="4536">
                  <c:v>45069</c:v>
                </c:pt>
                <c:pt idx="4537">
                  <c:v>45070</c:v>
                </c:pt>
                <c:pt idx="4538">
                  <c:v>45071</c:v>
                </c:pt>
                <c:pt idx="4539">
                  <c:v>45072</c:v>
                </c:pt>
                <c:pt idx="4540">
                  <c:v>45075</c:v>
                </c:pt>
                <c:pt idx="4541">
                  <c:v>45076</c:v>
                </c:pt>
                <c:pt idx="4542">
                  <c:v>45077</c:v>
                </c:pt>
                <c:pt idx="4543">
                  <c:v>45078</c:v>
                </c:pt>
                <c:pt idx="4544">
                  <c:v>45079</c:v>
                </c:pt>
                <c:pt idx="4545">
                  <c:v>45082</c:v>
                </c:pt>
                <c:pt idx="4546">
                  <c:v>45083</c:v>
                </c:pt>
                <c:pt idx="4547">
                  <c:v>45084</c:v>
                </c:pt>
                <c:pt idx="4548">
                  <c:v>45085</c:v>
                </c:pt>
                <c:pt idx="4549">
                  <c:v>45086</c:v>
                </c:pt>
                <c:pt idx="4550">
                  <c:v>45089</c:v>
                </c:pt>
                <c:pt idx="4551">
                  <c:v>45090</c:v>
                </c:pt>
                <c:pt idx="4552">
                  <c:v>45091</c:v>
                </c:pt>
                <c:pt idx="4553">
                  <c:v>45092</c:v>
                </c:pt>
                <c:pt idx="4554">
                  <c:v>45093</c:v>
                </c:pt>
                <c:pt idx="4555">
                  <c:v>45096</c:v>
                </c:pt>
                <c:pt idx="4556">
                  <c:v>45097</c:v>
                </c:pt>
                <c:pt idx="4557">
                  <c:v>45098</c:v>
                </c:pt>
                <c:pt idx="4558">
                  <c:v>45099</c:v>
                </c:pt>
                <c:pt idx="4559">
                  <c:v>45100</c:v>
                </c:pt>
                <c:pt idx="4560">
                  <c:v>45103</c:v>
                </c:pt>
                <c:pt idx="4561">
                  <c:v>45104</c:v>
                </c:pt>
                <c:pt idx="4562">
                  <c:v>45105</c:v>
                </c:pt>
                <c:pt idx="4563">
                  <c:v>45106</c:v>
                </c:pt>
                <c:pt idx="4564">
                  <c:v>45107</c:v>
                </c:pt>
                <c:pt idx="4565">
                  <c:v>45110</c:v>
                </c:pt>
                <c:pt idx="4566">
                  <c:v>45111</c:v>
                </c:pt>
                <c:pt idx="4567">
                  <c:v>45112</c:v>
                </c:pt>
                <c:pt idx="4568">
                  <c:v>45113</c:v>
                </c:pt>
                <c:pt idx="4569">
                  <c:v>45114</c:v>
                </c:pt>
                <c:pt idx="4570">
                  <c:v>45117</c:v>
                </c:pt>
                <c:pt idx="4571">
                  <c:v>45118</c:v>
                </c:pt>
                <c:pt idx="4572">
                  <c:v>45119</c:v>
                </c:pt>
                <c:pt idx="4573">
                  <c:v>45120</c:v>
                </c:pt>
                <c:pt idx="4574">
                  <c:v>45121</c:v>
                </c:pt>
                <c:pt idx="4575">
                  <c:v>45124</c:v>
                </c:pt>
                <c:pt idx="4576">
                  <c:v>45125</c:v>
                </c:pt>
                <c:pt idx="4577">
                  <c:v>45126</c:v>
                </c:pt>
                <c:pt idx="4578">
                  <c:v>45127</c:v>
                </c:pt>
                <c:pt idx="4579">
                  <c:v>45128</c:v>
                </c:pt>
                <c:pt idx="4580">
                  <c:v>45131</c:v>
                </c:pt>
                <c:pt idx="4581">
                  <c:v>45132</c:v>
                </c:pt>
                <c:pt idx="4582">
                  <c:v>45133</c:v>
                </c:pt>
                <c:pt idx="4583">
                  <c:v>45134</c:v>
                </c:pt>
                <c:pt idx="4584">
                  <c:v>45135</c:v>
                </c:pt>
                <c:pt idx="4585">
                  <c:v>45138</c:v>
                </c:pt>
                <c:pt idx="4586">
                  <c:v>45139</c:v>
                </c:pt>
                <c:pt idx="4587">
                  <c:v>45140</c:v>
                </c:pt>
                <c:pt idx="4588">
                  <c:v>45141</c:v>
                </c:pt>
                <c:pt idx="4589">
                  <c:v>45142</c:v>
                </c:pt>
                <c:pt idx="4590">
                  <c:v>45145</c:v>
                </c:pt>
                <c:pt idx="4591">
                  <c:v>45146</c:v>
                </c:pt>
                <c:pt idx="4592">
                  <c:v>45147</c:v>
                </c:pt>
                <c:pt idx="4593">
                  <c:v>45148</c:v>
                </c:pt>
                <c:pt idx="4594">
                  <c:v>45149</c:v>
                </c:pt>
                <c:pt idx="4595">
                  <c:v>45152</c:v>
                </c:pt>
                <c:pt idx="4596">
                  <c:v>45153</c:v>
                </c:pt>
                <c:pt idx="4597">
                  <c:v>45154</c:v>
                </c:pt>
                <c:pt idx="4598">
                  <c:v>45155</c:v>
                </c:pt>
                <c:pt idx="4599">
                  <c:v>45156</c:v>
                </c:pt>
                <c:pt idx="4600">
                  <c:v>45159</c:v>
                </c:pt>
                <c:pt idx="4601">
                  <c:v>45160</c:v>
                </c:pt>
                <c:pt idx="4602">
                  <c:v>45161</c:v>
                </c:pt>
                <c:pt idx="4603">
                  <c:v>45162</c:v>
                </c:pt>
                <c:pt idx="4604">
                  <c:v>45163</c:v>
                </c:pt>
                <c:pt idx="4605">
                  <c:v>45166</c:v>
                </c:pt>
                <c:pt idx="4606">
                  <c:v>45167</c:v>
                </c:pt>
                <c:pt idx="4607">
                  <c:v>45168</c:v>
                </c:pt>
                <c:pt idx="4608">
                  <c:v>45169</c:v>
                </c:pt>
                <c:pt idx="4609">
                  <c:v>45170</c:v>
                </c:pt>
                <c:pt idx="4610">
                  <c:v>45173</c:v>
                </c:pt>
                <c:pt idx="4611">
                  <c:v>45174</c:v>
                </c:pt>
                <c:pt idx="4612">
                  <c:v>45175</c:v>
                </c:pt>
                <c:pt idx="4613">
                  <c:v>45176</c:v>
                </c:pt>
                <c:pt idx="4614">
                  <c:v>45177</c:v>
                </c:pt>
                <c:pt idx="4615">
                  <c:v>45180</c:v>
                </c:pt>
                <c:pt idx="4616">
                  <c:v>45181</c:v>
                </c:pt>
                <c:pt idx="4617">
                  <c:v>45182</c:v>
                </c:pt>
                <c:pt idx="4618">
                  <c:v>45183</c:v>
                </c:pt>
                <c:pt idx="4619">
                  <c:v>45184</c:v>
                </c:pt>
                <c:pt idx="4620">
                  <c:v>45187</c:v>
                </c:pt>
                <c:pt idx="4621">
                  <c:v>45188</c:v>
                </c:pt>
                <c:pt idx="4622">
                  <c:v>45189</c:v>
                </c:pt>
                <c:pt idx="4623">
                  <c:v>45190</c:v>
                </c:pt>
                <c:pt idx="4624">
                  <c:v>45191</c:v>
                </c:pt>
                <c:pt idx="4625">
                  <c:v>45194</c:v>
                </c:pt>
                <c:pt idx="4626">
                  <c:v>45195</c:v>
                </c:pt>
                <c:pt idx="4627">
                  <c:v>45196</c:v>
                </c:pt>
                <c:pt idx="4628">
                  <c:v>45197</c:v>
                </c:pt>
                <c:pt idx="4629">
                  <c:v>45198</c:v>
                </c:pt>
                <c:pt idx="4630">
                  <c:v>45201</c:v>
                </c:pt>
                <c:pt idx="4631">
                  <c:v>45202</c:v>
                </c:pt>
                <c:pt idx="4632">
                  <c:v>45203</c:v>
                </c:pt>
                <c:pt idx="4633">
                  <c:v>45204</c:v>
                </c:pt>
                <c:pt idx="4634">
                  <c:v>45205</c:v>
                </c:pt>
                <c:pt idx="4635">
                  <c:v>45208</c:v>
                </c:pt>
                <c:pt idx="4636">
                  <c:v>45209</c:v>
                </c:pt>
                <c:pt idx="4637">
                  <c:v>45210</c:v>
                </c:pt>
                <c:pt idx="4638">
                  <c:v>45211</c:v>
                </c:pt>
                <c:pt idx="4639">
                  <c:v>45212</c:v>
                </c:pt>
                <c:pt idx="4640">
                  <c:v>45215</c:v>
                </c:pt>
                <c:pt idx="4641">
                  <c:v>45216</c:v>
                </c:pt>
                <c:pt idx="4642">
                  <c:v>45217</c:v>
                </c:pt>
                <c:pt idx="4643">
                  <c:v>45218</c:v>
                </c:pt>
                <c:pt idx="4644">
                  <c:v>45219</c:v>
                </c:pt>
                <c:pt idx="4645">
                  <c:v>45222</c:v>
                </c:pt>
                <c:pt idx="4646">
                  <c:v>45223</c:v>
                </c:pt>
                <c:pt idx="4647">
                  <c:v>45224</c:v>
                </c:pt>
                <c:pt idx="4648">
                  <c:v>45225</c:v>
                </c:pt>
                <c:pt idx="4649">
                  <c:v>45226</c:v>
                </c:pt>
                <c:pt idx="4650">
                  <c:v>45229</c:v>
                </c:pt>
                <c:pt idx="4651">
                  <c:v>45230</c:v>
                </c:pt>
                <c:pt idx="4652">
                  <c:v>45231</c:v>
                </c:pt>
                <c:pt idx="4653">
                  <c:v>45232</c:v>
                </c:pt>
                <c:pt idx="4654">
                  <c:v>45233</c:v>
                </c:pt>
                <c:pt idx="4655">
                  <c:v>45236</c:v>
                </c:pt>
                <c:pt idx="4656">
                  <c:v>45237</c:v>
                </c:pt>
                <c:pt idx="4657">
                  <c:v>45238</c:v>
                </c:pt>
                <c:pt idx="4658">
                  <c:v>45239</c:v>
                </c:pt>
                <c:pt idx="4659">
                  <c:v>45240</c:v>
                </c:pt>
                <c:pt idx="4660">
                  <c:v>45243</c:v>
                </c:pt>
                <c:pt idx="4661">
                  <c:v>45244</c:v>
                </c:pt>
                <c:pt idx="4662">
                  <c:v>45245</c:v>
                </c:pt>
                <c:pt idx="4663">
                  <c:v>45246</c:v>
                </c:pt>
                <c:pt idx="4664">
                  <c:v>45247</c:v>
                </c:pt>
                <c:pt idx="4665">
                  <c:v>45250</c:v>
                </c:pt>
                <c:pt idx="4666">
                  <c:v>45251</c:v>
                </c:pt>
                <c:pt idx="4667">
                  <c:v>45252</c:v>
                </c:pt>
                <c:pt idx="4668">
                  <c:v>45253</c:v>
                </c:pt>
                <c:pt idx="4669">
                  <c:v>45254</c:v>
                </c:pt>
                <c:pt idx="4670">
                  <c:v>45257</c:v>
                </c:pt>
                <c:pt idx="4671">
                  <c:v>45258</c:v>
                </c:pt>
                <c:pt idx="4672">
                  <c:v>45259</c:v>
                </c:pt>
                <c:pt idx="4673">
                  <c:v>45260</c:v>
                </c:pt>
                <c:pt idx="4674">
                  <c:v>45261</c:v>
                </c:pt>
                <c:pt idx="4675">
                  <c:v>45264</c:v>
                </c:pt>
                <c:pt idx="4676">
                  <c:v>45265</c:v>
                </c:pt>
                <c:pt idx="4677">
                  <c:v>45266</c:v>
                </c:pt>
                <c:pt idx="4678">
                  <c:v>45267</c:v>
                </c:pt>
                <c:pt idx="4679">
                  <c:v>45268</c:v>
                </c:pt>
                <c:pt idx="4680">
                  <c:v>45271</c:v>
                </c:pt>
                <c:pt idx="4681">
                  <c:v>45272</c:v>
                </c:pt>
                <c:pt idx="4682">
                  <c:v>45273</c:v>
                </c:pt>
                <c:pt idx="4683">
                  <c:v>45274</c:v>
                </c:pt>
                <c:pt idx="4684">
                  <c:v>45275</c:v>
                </c:pt>
                <c:pt idx="4685">
                  <c:v>45278</c:v>
                </c:pt>
                <c:pt idx="4686">
                  <c:v>45279</c:v>
                </c:pt>
                <c:pt idx="4687">
                  <c:v>45280</c:v>
                </c:pt>
                <c:pt idx="4688">
                  <c:v>45281</c:v>
                </c:pt>
                <c:pt idx="4689">
                  <c:v>45282</c:v>
                </c:pt>
                <c:pt idx="4690">
                  <c:v>45285</c:v>
                </c:pt>
                <c:pt idx="4691">
                  <c:v>45286</c:v>
                </c:pt>
                <c:pt idx="4692">
                  <c:v>45287</c:v>
                </c:pt>
                <c:pt idx="4693">
                  <c:v>45288</c:v>
                </c:pt>
                <c:pt idx="4694">
                  <c:v>45289</c:v>
                </c:pt>
                <c:pt idx="4695">
                  <c:v>45292</c:v>
                </c:pt>
                <c:pt idx="4696">
                  <c:v>45293</c:v>
                </c:pt>
                <c:pt idx="4697">
                  <c:v>45294</c:v>
                </c:pt>
                <c:pt idx="4698">
                  <c:v>45295</c:v>
                </c:pt>
                <c:pt idx="4699">
                  <c:v>45296</c:v>
                </c:pt>
                <c:pt idx="4700">
                  <c:v>45299</c:v>
                </c:pt>
                <c:pt idx="4701">
                  <c:v>45300</c:v>
                </c:pt>
                <c:pt idx="4702">
                  <c:v>45301</c:v>
                </c:pt>
                <c:pt idx="4703">
                  <c:v>45302</c:v>
                </c:pt>
                <c:pt idx="4704">
                  <c:v>45303</c:v>
                </c:pt>
                <c:pt idx="4705">
                  <c:v>45306</c:v>
                </c:pt>
                <c:pt idx="4706">
                  <c:v>45307</c:v>
                </c:pt>
                <c:pt idx="4707">
                  <c:v>45308</c:v>
                </c:pt>
                <c:pt idx="4708">
                  <c:v>45309</c:v>
                </c:pt>
                <c:pt idx="4709">
                  <c:v>45310</c:v>
                </c:pt>
                <c:pt idx="4710">
                  <c:v>45313</c:v>
                </c:pt>
                <c:pt idx="4711">
                  <c:v>45314</c:v>
                </c:pt>
                <c:pt idx="4712">
                  <c:v>45315</c:v>
                </c:pt>
                <c:pt idx="4713">
                  <c:v>45316</c:v>
                </c:pt>
                <c:pt idx="4714">
                  <c:v>45317</c:v>
                </c:pt>
                <c:pt idx="4715">
                  <c:v>45320</c:v>
                </c:pt>
                <c:pt idx="4716">
                  <c:v>45321</c:v>
                </c:pt>
                <c:pt idx="4717">
                  <c:v>45322</c:v>
                </c:pt>
                <c:pt idx="4718">
                  <c:v>45323</c:v>
                </c:pt>
                <c:pt idx="4719">
                  <c:v>45324</c:v>
                </c:pt>
                <c:pt idx="4720">
                  <c:v>45327</c:v>
                </c:pt>
                <c:pt idx="4721">
                  <c:v>45328</c:v>
                </c:pt>
                <c:pt idx="4722">
                  <c:v>45329</c:v>
                </c:pt>
                <c:pt idx="4723">
                  <c:v>45330</c:v>
                </c:pt>
                <c:pt idx="4724">
                  <c:v>45331</c:v>
                </c:pt>
                <c:pt idx="4725">
                  <c:v>45334</c:v>
                </c:pt>
                <c:pt idx="4726">
                  <c:v>45335</c:v>
                </c:pt>
                <c:pt idx="4727">
                  <c:v>45336</c:v>
                </c:pt>
                <c:pt idx="4728">
                  <c:v>45337</c:v>
                </c:pt>
                <c:pt idx="4729">
                  <c:v>45338</c:v>
                </c:pt>
                <c:pt idx="4730">
                  <c:v>45341</c:v>
                </c:pt>
                <c:pt idx="4731">
                  <c:v>45342</c:v>
                </c:pt>
                <c:pt idx="4732">
                  <c:v>45343</c:v>
                </c:pt>
                <c:pt idx="4733">
                  <c:v>45344</c:v>
                </c:pt>
                <c:pt idx="4734">
                  <c:v>45345</c:v>
                </c:pt>
                <c:pt idx="4735">
                  <c:v>45348</c:v>
                </c:pt>
                <c:pt idx="4736">
                  <c:v>45349</c:v>
                </c:pt>
                <c:pt idx="4737">
                  <c:v>45350</c:v>
                </c:pt>
                <c:pt idx="4738">
                  <c:v>45351</c:v>
                </c:pt>
                <c:pt idx="4739">
                  <c:v>45352</c:v>
                </c:pt>
                <c:pt idx="4740">
                  <c:v>45355</c:v>
                </c:pt>
                <c:pt idx="4741">
                  <c:v>45356</c:v>
                </c:pt>
                <c:pt idx="4742">
                  <c:v>45357</c:v>
                </c:pt>
                <c:pt idx="4743">
                  <c:v>45358</c:v>
                </c:pt>
                <c:pt idx="4744">
                  <c:v>45359</c:v>
                </c:pt>
                <c:pt idx="4745">
                  <c:v>45362</c:v>
                </c:pt>
                <c:pt idx="4746">
                  <c:v>45363</c:v>
                </c:pt>
                <c:pt idx="4747">
                  <c:v>45364</c:v>
                </c:pt>
                <c:pt idx="4748">
                  <c:v>45365</c:v>
                </c:pt>
                <c:pt idx="4749">
                  <c:v>45366</c:v>
                </c:pt>
                <c:pt idx="4750">
                  <c:v>45369</c:v>
                </c:pt>
                <c:pt idx="4751">
                  <c:v>45370</c:v>
                </c:pt>
                <c:pt idx="4752">
                  <c:v>45371</c:v>
                </c:pt>
                <c:pt idx="4753">
                  <c:v>45372</c:v>
                </c:pt>
                <c:pt idx="4754">
                  <c:v>45373</c:v>
                </c:pt>
                <c:pt idx="4755">
                  <c:v>45376</c:v>
                </c:pt>
                <c:pt idx="4756">
                  <c:v>45377</c:v>
                </c:pt>
                <c:pt idx="4757">
                  <c:v>45378</c:v>
                </c:pt>
                <c:pt idx="4758">
                  <c:v>45379</c:v>
                </c:pt>
                <c:pt idx="4759">
                  <c:v>45380</c:v>
                </c:pt>
                <c:pt idx="4760">
                  <c:v>45383</c:v>
                </c:pt>
                <c:pt idx="4761">
                  <c:v>45384</c:v>
                </c:pt>
                <c:pt idx="4762">
                  <c:v>45385</c:v>
                </c:pt>
                <c:pt idx="4763">
                  <c:v>45386</c:v>
                </c:pt>
                <c:pt idx="4764">
                  <c:v>45387</c:v>
                </c:pt>
                <c:pt idx="4765">
                  <c:v>45390</c:v>
                </c:pt>
                <c:pt idx="4766">
                  <c:v>45391</c:v>
                </c:pt>
                <c:pt idx="4767">
                  <c:v>45392</c:v>
                </c:pt>
                <c:pt idx="4768">
                  <c:v>45393</c:v>
                </c:pt>
                <c:pt idx="4769">
                  <c:v>45394</c:v>
                </c:pt>
                <c:pt idx="4770">
                  <c:v>45397</c:v>
                </c:pt>
                <c:pt idx="4771">
                  <c:v>45398</c:v>
                </c:pt>
                <c:pt idx="4772">
                  <c:v>45399</c:v>
                </c:pt>
                <c:pt idx="4773">
                  <c:v>45400</c:v>
                </c:pt>
                <c:pt idx="4774">
                  <c:v>45401</c:v>
                </c:pt>
                <c:pt idx="4775">
                  <c:v>45404</c:v>
                </c:pt>
                <c:pt idx="4776">
                  <c:v>45405</c:v>
                </c:pt>
                <c:pt idx="4777">
                  <c:v>45406</c:v>
                </c:pt>
                <c:pt idx="4778">
                  <c:v>45407</c:v>
                </c:pt>
                <c:pt idx="4779">
                  <c:v>45408</c:v>
                </c:pt>
                <c:pt idx="4780">
                  <c:v>45411</c:v>
                </c:pt>
                <c:pt idx="4781">
                  <c:v>45412</c:v>
                </c:pt>
                <c:pt idx="4782">
                  <c:v>45413</c:v>
                </c:pt>
                <c:pt idx="4783">
                  <c:v>45414</c:v>
                </c:pt>
                <c:pt idx="4784">
                  <c:v>45415</c:v>
                </c:pt>
                <c:pt idx="4785">
                  <c:v>45418</c:v>
                </c:pt>
                <c:pt idx="4786">
                  <c:v>45419</c:v>
                </c:pt>
                <c:pt idx="4787">
                  <c:v>45420</c:v>
                </c:pt>
                <c:pt idx="4788">
                  <c:v>45421</c:v>
                </c:pt>
                <c:pt idx="4789">
                  <c:v>45422</c:v>
                </c:pt>
                <c:pt idx="4790">
                  <c:v>45425</c:v>
                </c:pt>
                <c:pt idx="4791">
                  <c:v>45426</c:v>
                </c:pt>
                <c:pt idx="4792">
                  <c:v>45427</c:v>
                </c:pt>
                <c:pt idx="4793">
                  <c:v>45428</c:v>
                </c:pt>
                <c:pt idx="4794">
                  <c:v>45429</c:v>
                </c:pt>
                <c:pt idx="4795">
                  <c:v>45432</c:v>
                </c:pt>
                <c:pt idx="4796">
                  <c:v>45433</c:v>
                </c:pt>
                <c:pt idx="4797">
                  <c:v>45434</c:v>
                </c:pt>
                <c:pt idx="4798">
                  <c:v>45435</c:v>
                </c:pt>
                <c:pt idx="4799">
                  <c:v>45436</c:v>
                </c:pt>
                <c:pt idx="4800">
                  <c:v>45439</c:v>
                </c:pt>
                <c:pt idx="4801">
                  <c:v>45440</c:v>
                </c:pt>
                <c:pt idx="4802">
                  <c:v>45441</c:v>
                </c:pt>
                <c:pt idx="4803">
                  <c:v>45442</c:v>
                </c:pt>
                <c:pt idx="4804">
                  <c:v>45443</c:v>
                </c:pt>
                <c:pt idx="4805">
                  <c:v>45446</c:v>
                </c:pt>
                <c:pt idx="4806">
                  <c:v>45447</c:v>
                </c:pt>
                <c:pt idx="4807">
                  <c:v>45448</c:v>
                </c:pt>
                <c:pt idx="4808">
                  <c:v>45449</c:v>
                </c:pt>
                <c:pt idx="4809">
                  <c:v>45450</c:v>
                </c:pt>
                <c:pt idx="4810">
                  <c:v>45453</c:v>
                </c:pt>
                <c:pt idx="4811">
                  <c:v>45454</c:v>
                </c:pt>
                <c:pt idx="4812">
                  <c:v>45455</c:v>
                </c:pt>
                <c:pt idx="4813">
                  <c:v>45456</c:v>
                </c:pt>
                <c:pt idx="4814">
                  <c:v>45457</c:v>
                </c:pt>
                <c:pt idx="4815">
                  <c:v>45460</c:v>
                </c:pt>
                <c:pt idx="4816">
                  <c:v>45461</c:v>
                </c:pt>
                <c:pt idx="4817">
                  <c:v>45462</c:v>
                </c:pt>
                <c:pt idx="4818">
                  <c:v>45463</c:v>
                </c:pt>
                <c:pt idx="4819">
                  <c:v>45464</c:v>
                </c:pt>
                <c:pt idx="4820">
                  <c:v>45467</c:v>
                </c:pt>
                <c:pt idx="4821">
                  <c:v>45468</c:v>
                </c:pt>
                <c:pt idx="4822">
                  <c:v>45469</c:v>
                </c:pt>
                <c:pt idx="4823">
                  <c:v>45470</c:v>
                </c:pt>
                <c:pt idx="4824">
                  <c:v>45471</c:v>
                </c:pt>
                <c:pt idx="4825">
                  <c:v>45474</c:v>
                </c:pt>
                <c:pt idx="4826">
                  <c:v>45475</c:v>
                </c:pt>
                <c:pt idx="4827">
                  <c:v>45476</c:v>
                </c:pt>
                <c:pt idx="4828">
                  <c:v>45477</c:v>
                </c:pt>
                <c:pt idx="4829">
                  <c:v>45478</c:v>
                </c:pt>
                <c:pt idx="4830">
                  <c:v>45481</c:v>
                </c:pt>
                <c:pt idx="4831">
                  <c:v>45482</c:v>
                </c:pt>
                <c:pt idx="4832">
                  <c:v>45483</c:v>
                </c:pt>
                <c:pt idx="4833">
                  <c:v>45484</c:v>
                </c:pt>
                <c:pt idx="4834">
                  <c:v>45485</c:v>
                </c:pt>
                <c:pt idx="4835">
                  <c:v>45488</c:v>
                </c:pt>
                <c:pt idx="4836">
                  <c:v>45489</c:v>
                </c:pt>
                <c:pt idx="4837">
                  <c:v>45490</c:v>
                </c:pt>
                <c:pt idx="4838">
                  <c:v>45491</c:v>
                </c:pt>
                <c:pt idx="4839">
                  <c:v>45492</c:v>
                </c:pt>
                <c:pt idx="4840">
                  <c:v>45495</c:v>
                </c:pt>
                <c:pt idx="4841">
                  <c:v>45496</c:v>
                </c:pt>
                <c:pt idx="4842">
                  <c:v>45497</c:v>
                </c:pt>
                <c:pt idx="4843">
                  <c:v>45498</c:v>
                </c:pt>
                <c:pt idx="4844">
                  <c:v>45499</c:v>
                </c:pt>
                <c:pt idx="4845">
                  <c:v>45502</c:v>
                </c:pt>
                <c:pt idx="4846">
                  <c:v>45503</c:v>
                </c:pt>
                <c:pt idx="4847">
                  <c:v>45504</c:v>
                </c:pt>
                <c:pt idx="4848">
                  <c:v>45505</c:v>
                </c:pt>
                <c:pt idx="4849">
                  <c:v>45506</c:v>
                </c:pt>
                <c:pt idx="4850">
                  <c:v>45509</c:v>
                </c:pt>
                <c:pt idx="4851">
                  <c:v>45510</c:v>
                </c:pt>
                <c:pt idx="4852">
                  <c:v>45511</c:v>
                </c:pt>
                <c:pt idx="4853">
                  <c:v>45512</c:v>
                </c:pt>
                <c:pt idx="4854">
                  <c:v>45513</c:v>
                </c:pt>
                <c:pt idx="4855">
                  <c:v>45516</c:v>
                </c:pt>
                <c:pt idx="4856">
                  <c:v>45517</c:v>
                </c:pt>
                <c:pt idx="4857">
                  <c:v>45518</c:v>
                </c:pt>
                <c:pt idx="4858">
                  <c:v>45519</c:v>
                </c:pt>
                <c:pt idx="4859">
                  <c:v>45520</c:v>
                </c:pt>
                <c:pt idx="4860">
                  <c:v>45523</c:v>
                </c:pt>
                <c:pt idx="4861">
                  <c:v>45524</c:v>
                </c:pt>
                <c:pt idx="4862">
                  <c:v>45525</c:v>
                </c:pt>
                <c:pt idx="4863">
                  <c:v>45526</c:v>
                </c:pt>
                <c:pt idx="4864">
                  <c:v>45527</c:v>
                </c:pt>
                <c:pt idx="4865">
                  <c:v>45530</c:v>
                </c:pt>
                <c:pt idx="4866">
                  <c:v>45531</c:v>
                </c:pt>
                <c:pt idx="4867">
                  <c:v>45532</c:v>
                </c:pt>
                <c:pt idx="4868">
                  <c:v>45533</c:v>
                </c:pt>
                <c:pt idx="4869">
                  <c:v>45534</c:v>
                </c:pt>
                <c:pt idx="4870">
                  <c:v>45537</c:v>
                </c:pt>
                <c:pt idx="4871">
                  <c:v>45538</c:v>
                </c:pt>
                <c:pt idx="4872">
                  <c:v>45539</c:v>
                </c:pt>
                <c:pt idx="4873">
                  <c:v>45540</c:v>
                </c:pt>
                <c:pt idx="4874">
                  <c:v>45541</c:v>
                </c:pt>
                <c:pt idx="4875">
                  <c:v>45544</c:v>
                </c:pt>
                <c:pt idx="4876">
                  <c:v>45545</c:v>
                </c:pt>
                <c:pt idx="4877">
                  <c:v>45546</c:v>
                </c:pt>
                <c:pt idx="4878">
                  <c:v>45547</c:v>
                </c:pt>
                <c:pt idx="4879">
                  <c:v>45548</c:v>
                </c:pt>
                <c:pt idx="4880">
                  <c:v>45551</c:v>
                </c:pt>
                <c:pt idx="4881">
                  <c:v>45552</c:v>
                </c:pt>
                <c:pt idx="4882">
                  <c:v>45553</c:v>
                </c:pt>
                <c:pt idx="4883">
                  <c:v>45554</c:v>
                </c:pt>
                <c:pt idx="4884">
                  <c:v>45555</c:v>
                </c:pt>
                <c:pt idx="4885">
                  <c:v>45558</c:v>
                </c:pt>
                <c:pt idx="4886">
                  <c:v>45559</c:v>
                </c:pt>
                <c:pt idx="4887">
                  <c:v>45560</c:v>
                </c:pt>
                <c:pt idx="4888">
                  <c:v>45561</c:v>
                </c:pt>
                <c:pt idx="4889">
                  <c:v>45562</c:v>
                </c:pt>
                <c:pt idx="4890">
                  <c:v>45565</c:v>
                </c:pt>
                <c:pt idx="4891">
                  <c:v>45566</c:v>
                </c:pt>
                <c:pt idx="4892">
                  <c:v>45567</c:v>
                </c:pt>
                <c:pt idx="4893">
                  <c:v>45568</c:v>
                </c:pt>
                <c:pt idx="4894">
                  <c:v>45569</c:v>
                </c:pt>
                <c:pt idx="4895">
                  <c:v>45572</c:v>
                </c:pt>
                <c:pt idx="4896">
                  <c:v>45573</c:v>
                </c:pt>
                <c:pt idx="4897">
                  <c:v>45574</c:v>
                </c:pt>
                <c:pt idx="4898">
                  <c:v>45575</c:v>
                </c:pt>
                <c:pt idx="4899">
                  <c:v>45576</c:v>
                </c:pt>
                <c:pt idx="4900">
                  <c:v>45579</c:v>
                </c:pt>
                <c:pt idx="4901">
                  <c:v>45580</c:v>
                </c:pt>
                <c:pt idx="4902">
                  <c:v>45581</c:v>
                </c:pt>
                <c:pt idx="4903">
                  <c:v>45582</c:v>
                </c:pt>
                <c:pt idx="4904">
                  <c:v>45583</c:v>
                </c:pt>
                <c:pt idx="4905">
                  <c:v>45586</c:v>
                </c:pt>
                <c:pt idx="4906">
                  <c:v>45587</c:v>
                </c:pt>
                <c:pt idx="4907">
                  <c:v>45588</c:v>
                </c:pt>
                <c:pt idx="4908">
                  <c:v>45589</c:v>
                </c:pt>
                <c:pt idx="4909">
                  <c:v>45590</c:v>
                </c:pt>
                <c:pt idx="4910">
                  <c:v>45593</c:v>
                </c:pt>
                <c:pt idx="4911">
                  <c:v>45594</c:v>
                </c:pt>
                <c:pt idx="4912">
                  <c:v>45595</c:v>
                </c:pt>
                <c:pt idx="4913">
                  <c:v>45596</c:v>
                </c:pt>
                <c:pt idx="4914">
                  <c:v>45597</c:v>
                </c:pt>
                <c:pt idx="4915">
                  <c:v>45600</c:v>
                </c:pt>
                <c:pt idx="4916">
                  <c:v>45601</c:v>
                </c:pt>
                <c:pt idx="4917">
                  <c:v>45602</c:v>
                </c:pt>
                <c:pt idx="4918">
                  <c:v>45603</c:v>
                </c:pt>
                <c:pt idx="4919">
                  <c:v>45604</c:v>
                </c:pt>
                <c:pt idx="4920">
                  <c:v>45607</c:v>
                </c:pt>
                <c:pt idx="4921">
                  <c:v>45608</c:v>
                </c:pt>
                <c:pt idx="4922">
                  <c:v>45609</c:v>
                </c:pt>
                <c:pt idx="4923">
                  <c:v>45610</c:v>
                </c:pt>
                <c:pt idx="4924">
                  <c:v>45611</c:v>
                </c:pt>
                <c:pt idx="4925">
                  <c:v>45614</c:v>
                </c:pt>
                <c:pt idx="4926">
                  <c:v>45615</c:v>
                </c:pt>
                <c:pt idx="4927">
                  <c:v>45616</c:v>
                </c:pt>
                <c:pt idx="4928">
                  <c:v>45617</c:v>
                </c:pt>
                <c:pt idx="4929">
                  <c:v>45618</c:v>
                </c:pt>
                <c:pt idx="4930">
                  <c:v>45621</c:v>
                </c:pt>
                <c:pt idx="4931">
                  <c:v>45622</c:v>
                </c:pt>
                <c:pt idx="4932">
                  <c:v>45623</c:v>
                </c:pt>
                <c:pt idx="4933">
                  <c:v>45624</c:v>
                </c:pt>
                <c:pt idx="4934">
                  <c:v>45625</c:v>
                </c:pt>
                <c:pt idx="4935">
                  <c:v>45628</c:v>
                </c:pt>
                <c:pt idx="4936">
                  <c:v>45629</c:v>
                </c:pt>
                <c:pt idx="4937">
                  <c:v>45630</c:v>
                </c:pt>
                <c:pt idx="4938">
                  <c:v>45631</c:v>
                </c:pt>
                <c:pt idx="4939">
                  <c:v>45632</c:v>
                </c:pt>
                <c:pt idx="4940">
                  <c:v>45635</c:v>
                </c:pt>
                <c:pt idx="4941">
                  <c:v>45636</c:v>
                </c:pt>
                <c:pt idx="4942">
                  <c:v>45637</c:v>
                </c:pt>
                <c:pt idx="4943">
                  <c:v>45638</c:v>
                </c:pt>
                <c:pt idx="4944">
                  <c:v>45639</c:v>
                </c:pt>
                <c:pt idx="4945">
                  <c:v>45642</c:v>
                </c:pt>
                <c:pt idx="4946">
                  <c:v>45643</c:v>
                </c:pt>
                <c:pt idx="4947">
                  <c:v>45644</c:v>
                </c:pt>
                <c:pt idx="4948">
                  <c:v>45645</c:v>
                </c:pt>
                <c:pt idx="4949">
                  <c:v>45646</c:v>
                </c:pt>
                <c:pt idx="4950">
                  <c:v>45649</c:v>
                </c:pt>
                <c:pt idx="4951">
                  <c:v>45650</c:v>
                </c:pt>
                <c:pt idx="4952">
                  <c:v>45651</c:v>
                </c:pt>
                <c:pt idx="4953">
                  <c:v>45652</c:v>
                </c:pt>
                <c:pt idx="4954">
                  <c:v>45653</c:v>
                </c:pt>
                <c:pt idx="4955">
                  <c:v>45656</c:v>
                </c:pt>
                <c:pt idx="4956">
                  <c:v>45657</c:v>
                </c:pt>
                <c:pt idx="4957">
                  <c:v>45658</c:v>
                </c:pt>
                <c:pt idx="4958">
                  <c:v>45659</c:v>
                </c:pt>
                <c:pt idx="4959">
                  <c:v>45660</c:v>
                </c:pt>
                <c:pt idx="4960">
                  <c:v>45663</c:v>
                </c:pt>
                <c:pt idx="4961">
                  <c:v>45664</c:v>
                </c:pt>
                <c:pt idx="4962">
                  <c:v>45665</c:v>
                </c:pt>
                <c:pt idx="4963">
                  <c:v>45666</c:v>
                </c:pt>
                <c:pt idx="4964">
                  <c:v>45667</c:v>
                </c:pt>
                <c:pt idx="4965">
                  <c:v>45670</c:v>
                </c:pt>
                <c:pt idx="4966">
                  <c:v>45671</c:v>
                </c:pt>
                <c:pt idx="4967">
                  <c:v>45672</c:v>
                </c:pt>
                <c:pt idx="4968">
                  <c:v>45673</c:v>
                </c:pt>
                <c:pt idx="4969">
                  <c:v>45674</c:v>
                </c:pt>
                <c:pt idx="4970">
                  <c:v>45677</c:v>
                </c:pt>
                <c:pt idx="4971">
                  <c:v>45678</c:v>
                </c:pt>
                <c:pt idx="4972">
                  <c:v>45679</c:v>
                </c:pt>
                <c:pt idx="4973">
                  <c:v>45680</c:v>
                </c:pt>
                <c:pt idx="4974">
                  <c:v>45681</c:v>
                </c:pt>
                <c:pt idx="4975">
                  <c:v>45684</c:v>
                </c:pt>
                <c:pt idx="4976">
                  <c:v>45685</c:v>
                </c:pt>
                <c:pt idx="4977">
                  <c:v>45686</c:v>
                </c:pt>
                <c:pt idx="4978">
                  <c:v>45687</c:v>
                </c:pt>
                <c:pt idx="4979">
                  <c:v>45688</c:v>
                </c:pt>
                <c:pt idx="4980">
                  <c:v>45691</c:v>
                </c:pt>
                <c:pt idx="4981">
                  <c:v>45692</c:v>
                </c:pt>
                <c:pt idx="4982">
                  <c:v>45693</c:v>
                </c:pt>
                <c:pt idx="4983">
                  <c:v>45694</c:v>
                </c:pt>
                <c:pt idx="4984">
                  <c:v>45695</c:v>
                </c:pt>
                <c:pt idx="4985">
                  <c:v>45698</c:v>
                </c:pt>
                <c:pt idx="4986">
                  <c:v>45699</c:v>
                </c:pt>
                <c:pt idx="4987">
                  <c:v>45700</c:v>
                </c:pt>
                <c:pt idx="4988">
                  <c:v>45701</c:v>
                </c:pt>
                <c:pt idx="4989">
                  <c:v>45702</c:v>
                </c:pt>
                <c:pt idx="4990">
                  <c:v>45705</c:v>
                </c:pt>
                <c:pt idx="4991">
                  <c:v>45706</c:v>
                </c:pt>
                <c:pt idx="4992">
                  <c:v>45707</c:v>
                </c:pt>
                <c:pt idx="4993">
                  <c:v>45708</c:v>
                </c:pt>
                <c:pt idx="4994">
                  <c:v>45709</c:v>
                </c:pt>
                <c:pt idx="4995">
                  <c:v>45712</c:v>
                </c:pt>
                <c:pt idx="4996">
                  <c:v>45713</c:v>
                </c:pt>
                <c:pt idx="4997">
                  <c:v>45714</c:v>
                </c:pt>
                <c:pt idx="4998">
                  <c:v>45715</c:v>
                </c:pt>
                <c:pt idx="4999">
                  <c:v>45716</c:v>
                </c:pt>
                <c:pt idx="5000">
                  <c:v>45719</c:v>
                </c:pt>
                <c:pt idx="5001">
                  <c:v>45720</c:v>
                </c:pt>
                <c:pt idx="5002">
                  <c:v>45721</c:v>
                </c:pt>
                <c:pt idx="5003">
                  <c:v>45722</c:v>
                </c:pt>
                <c:pt idx="5004">
                  <c:v>45723</c:v>
                </c:pt>
                <c:pt idx="5005">
                  <c:v>45726</c:v>
                </c:pt>
                <c:pt idx="5006">
                  <c:v>45727</c:v>
                </c:pt>
                <c:pt idx="5007">
                  <c:v>45728</c:v>
                </c:pt>
                <c:pt idx="5008">
                  <c:v>45729</c:v>
                </c:pt>
                <c:pt idx="5009">
                  <c:v>45730</c:v>
                </c:pt>
                <c:pt idx="5010">
                  <c:v>45733</c:v>
                </c:pt>
                <c:pt idx="5011">
                  <c:v>45734</c:v>
                </c:pt>
                <c:pt idx="5012">
                  <c:v>45735</c:v>
                </c:pt>
                <c:pt idx="5013">
                  <c:v>45736</c:v>
                </c:pt>
                <c:pt idx="5014">
                  <c:v>45737</c:v>
                </c:pt>
                <c:pt idx="5015">
                  <c:v>45740</c:v>
                </c:pt>
                <c:pt idx="5016">
                  <c:v>45741</c:v>
                </c:pt>
                <c:pt idx="5017">
                  <c:v>45742</c:v>
                </c:pt>
                <c:pt idx="5018">
                  <c:v>45743</c:v>
                </c:pt>
                <c:pt idx="5019">
                  <c:v>45744</c:v>
                </c:pt>
                <c:pt idx="5020">
                  <c:v>45747</c:v>
                </c:pt>
                <c:pt idx="5021">
                  <c:v>45748</c:v>
                </c:pt>
                <c:pt idx="5022">
                  <c:v>45749</c:v>
                </c:pt>
                <c:pt idx="5023">
                  <c:v>45750</c:v>
                </c:pt>
                <c:pt idx="5024">
                  <c:v>45751</c:v>
                </c:pt>
                <c:pt idx="5025">
                  <c:v>45754</c:v>
                </c:pt>
                <c:pt idx="5026">
                  <c:v>45755</c:v>
                </c:pt>
                <c:pt idx="5027">
                  <c:v>45756</c:v>
                </c:pt>
                <c:pt idx="5028">
                  <c:v>45757</c:v>
                </c:pt>
                <c:pt idx="5029">
                  <c:v>45758</c:v>
                </c:pt>
                <c:pt idx="5030">
                  <c:v>45761</c:v>
                </c:pt>
                <c:pt idx="5031">
                  <c:v>45762</c:v>
                </c:pt>
                <c:pt idx="5032">
                  <c:v>45763</c:v>
                </c:pt>
                <c:pt idx="5033">
                  <c:v>45764</c:v>
                </c:pt>
                <c:pt idx="5034">
                  <c:v>45765</c:v>
                </c:pt>
                <c:pt idx="5035">
                  <c:v>45768</c:v>
                </c:pt>
                <c:pt idx="5036">
                  <c:v>45769</c:v>
                </c:pt>
                <c:pt idx="5037">
                  <c:v>45770</c:v>
                </c:pt>
                <c:pt idx="5038">
                  <c:v>45771</c:v>
                </c:pt>
                <c:pt idx="5039">
                  <c:v>45772</c:v>
                </c:pt>
                <c:pt idx="5040">
                  <c:v>45775</c:v>
                </c:pt>
                <c:pt idx="5041">
                  <c:v>45776</c:v>
                </c:pt>
                <c:pt idx="5042">
                  <c:v>45777</c:v>
                </c:pt>
                <c:pt idx="5043">
                  <c:v>45778</c:v>
                </c:pt>
                <c:pt idx="5044">
                  <c:v>45779</c:v>
                </c:pt>
                <c:pt idx="5045">
                  <c:v>45782</c:v>
                </c:pt>
                <c:pt idx="5046">
                  <c:v>45783</c:v>
                </c:pt>
                <c:pt idx="5047">
                  <c:v>45784</c:v>
                </c:pt>
                <c:pt idx="5048">
                  <c:v>45785</c:v>
                </c:pt>
                <c:pt idx="5049">
                  <c:v>45786</c:v>
                </c:pt>
                <c:pt idx="5050">
                  <c:v>45789</c:v>
                </c:pt>
                <c:pt idx="5051">
                  <c:v>45790</c:v>
                </c:pt>
                <c:pt idx="5052">
                  <c:v>45791</c:v>
                </c:pt>
                <c:pt idx="5053">
                  <c:v>45792</c:v>
                </c:pt>
                <c:pt idx="5054">
                  <c:v>45793</c:v>
                </c:pt>
                <c:pt idx="5055">
                  <c:v>45796</c:v>
                </c:pt>
                <c:pt idx="5056">
                  <c:v>45797</c:v>
                </c:pt>
                <c:pt idx="5057">
                  <c:v>45798</c:v>
                </c:pt>
                <c:pt idx="5058">
                  <c:v>45799</c:v>
                </c:pt>
                <c:pt idx="5059">
                  <c:v>45800</c:v>
                </c:pt>
                <c:pt idx="5060">
                  <c:v>45803</c:v>
                </c:pt>
                <c:pt idx="5061">
                  <c:v>45804</c:v>
                </c:pt>
                <c:pt idx="5062">
                  <c:v>45805</c:v>
                </c:pt>
                <c:pt idx="5063">
                  <c:v>45806</c:v>
                </c:pt>
                <c:pt idx="5064">
                  <c:v>45807</c:v>
                </c:pt>
                <c:pt idx="5065">
                  <c:v>45810</c:v>
                </c:pt>
                <c:pt idx="5066">
                  <c:v>45811</c:v>
                </c:pt>
                <c:pt idx="5067">
                  <c:v>45812</c:v>
                </c:pt>
                <c:pt idx="5068">
                  <c:v>45813</c:v>
                </c:pt>
                <c:pt idx="5069">
                  <c:v>45814</c:v>
                </c:pt>
                <c:pt idx="5070">
                  <c:v>45817</c:v>
                </c:pt>
                <c:pt idx="5071">
                  <c:v>45818</c:v>
                </c:pt>
                <c:pt idx="5072">
                  <c:v>45819</c:v>
                </c:pt>
                <c:pt idx="5073">
                  <c:v>45820</c:v>
                </c:pt>
                <c:pt idx="5074">
                  <c:v>45821</c:v>
                </c:pt>
                <c:pt idx="5075">
                  <c:v>45824</c:v>
                </c:pt>
                <c:pt idx="5076">
                  <c:v>45825</c:v>
                </c:pt>
                <c:pt idx="5077">
                  <c:v>45826</c:v>
                </c:pt>
                <c:pt idx="5078">
                  <c:v>45827</c:v>
                </c:pt>
                <c:pt idx="5079">
                  <c:v>45828</c:v>
                </c:pt>
                <c:pt idx="5080">
                  <c:v>45831</c:v>
                </c:pt>
                <c:pt idx="5081">
                  <c:v>45832</c:v>
                </c:pt>
                <c:pt idx="5082">
                  <c:v>45833</c:v>
                </c:pt>
                <c:pt idx="5083">
                  <c:v>45834</c:v>
                </c:pt>
                <c:pt idx="5084">
                  <c:v>45835</c:v>
                </c:pt>
                <c:pt idx="5085">
                  <c:v>45838</c:v>
                </c:pt>
                <c:pt idx="5086">
                  <c:v>45839</c:v>
                </c:pt>
                <c:pt idx="5087">
                  <c:v>45840</c:v>
                </c:pt>
                <c:pt idx="5088">
                  <c:v>45841</c:v>
                </c:pt>
                <c:pt idx="5089">
                  <c:v>45842</c:v>
                </c:pt>
                <c:pt idx="5090">
                  <c:v>45845</c:v>
                </c:pt>
                <c:pt idx="5091">
                  <c:v>45846</c:v>
                </c:pt>
                <c:pt idx="5092">
                  <c:v>45847</c:v>
                </c:pt>
                <c:pt idx="5093">
                  <c:v>45848</c:v>
                </c:pt>
                <c:pt idx="5094">
                  <c:v>45849</c:v>
                </c:pt>
                <c:pt idx="5095">
                  <c:v>45852</c:v>
                </c:pt>
                <c:pt idx="5096">
                  <c:v>45853</c:v>
                </c:pt>
                <c:pt idx="5097">
                  <c:v>45854</c:v>
                </c:pt>
                <c:pt idx="5098">
                  <c:v>45855</c:v>
                </c:pt>
                <c:pt idx="5099">
                  <c:v>45856</c:v>
                </c:pt>
                <c:pt idx="5100">
                  <c:v>45859</c:v>
                </c:pt>
                <c:pt idx="5101">
                  <c:v>45860</c:v>
                </c:pt>
                <c:pt idx="5102">
                  <c:v>45861</c:v>
                </c:pt>
                <c:pt idx="5103">
                  <c:v>45862</c:v>
                </c:pt>
                <c:pt idx="5104">
                  <c:v>45863</c:v>
                </c:pt>
                <c:pt idx="5105">
                  <c:v>45866</c:v>
                </c:pt>
                <c:pt idx="5106">
                  <c:v>45867</c:v>
                </c:pt>
                <c:pt idx="5107">
                  <c:v>45868</c:v>
                </c:pt>
                <c:pt idx="5108">
                  <c:v>45869</c:v>
                </c:pt>
                <c:pt idx="5109">
                  <c:v>45870</c:v>
                </c:pt>
                <c:pt idx="5110">
                  <c:v>45873</c:v>
                </c:pt>
                <c:pt idx="5111">
                  <c:v>45874</c:v>
                </c:pt>
                <c:pt idx="5112">
                  <c:v>45875</c:v>
                </c:pt>
                <c:pt idx="5113">
                  <c:v>45876</c:v>
                </c:pt>
                <c:pt idx="5114">
                  <c:v>45877</c:v>
                </c:pt>
                <c:pt idx="5115">
                  <c:v>45880</c:v>
                </c:pt>
                <c:pt idx="5116">
                  <c:v>45881</c:v>
                </c:pt>
                <c:pt idx="5117">
                  <c:v>45882</c:v>
                </c:pt>
                <c:pt idx="5118">
                  <c:v>45883</c:v>
                </c:pt>
                <c:pt idx="5119">
                  <c:v>45884</c:v>
                </c:pt>
                <c:pt idx="5120">
                  <c:v>45887</c:v>
                </c:pt>
                <c:pt idx="5121">
                  <c:v>45888</c:v>
                </c:pt>
                <c:pt idx="5122">
                  <c:v>45889</c:v>
                </c:pt>
                <c:pt idx="5123">
                  <c:v>45890</c:v>
                </c:pt>
                <c:pt idx="5124">
                  <c:v>45891</c:v>
                </c:pt>
                <c:pt idx="5125">
                  <c:v>45894</c:v>
                </c:pt>
                <c:pt idx="5126">
                  <c:v>45895</c:v>
                </c:pt>
                <c:pt idx="5127">
                  <c:v>45896</c:v>
                </c:pt>
                <c:pt idx="5128">
                  <c:v>45897</c:v>
                </c:pt>
                <c:pt idx="5129">
                  <c:v>45898</c:v>
                </c:pt>
                <c:pt idx="5130">
                  <c:v>45901</c:v>
                </c:pt>
                <c:pt idx="5131">
                  <c:v>45902</c:v>
                </c:pt>
                <c:pt idx="5132">
                  <c:v>45903</c:v>
                </c:pt>
                <c:pt idx="5133">
                  <c:v>45904</c:v>
                </c:pt>
                <c:pt idx="5134">
                  <c:v>45905</c:v>
                </c:pt>
                <c:pt idx="5135">
                  <c:v>45908</c:v>
                </c:pt>
                <c:pt idx="5136">
                  <c:v>45909</c:v>
                </c:pt>
                <c:pt idx="5137">
                  <c:v>45910</c:v>
                </c:pt>
                <c:pt idx="5138">
                  <c:v>45911</c:v>
                </c:pt>
                <c:pt idx="5139">
                  <c:v>45912</c:v>
                </c:pt>
                <c:pt idx="5140">
                  <c:v>45915</c:v>
                </c:pt>
                <c:pt idx="5141">
                  <c:v>45916</c:v>
                </c:pt>
                <c:pt idx="5142">
                  <c:v>45917</c:v>
                </c:pt>
                <c:pt idx="5143">
                  <c:v>45918</c:v>
                </c:pt>
                <c:pt idx="5144">
                  <c:v>45919</c:v>
                </c:pt>
                <c:pt idx="5145">
                  <c:v>45922</c:v>
                </c:pt>
                <c:pt idx="5146">
                  <c:v>45923</c:v>
                </c:pt>
                <c:pt idx="5147">
                  <c:v>45924</c:v>
                </c:pt>
                <c:pt idx="5148">
                  <c:v>45925</c:v>
                </c:pt>
                <c:pt idx="5149">
                  <c:v>45926</c:v>
                </c:pt>
                <c:pt idx="5150">
                  <c:v>45929</c:v>
                </c:pt>
                <c:pt idx="5151">
                  <c:v>45930</c:v>
                </c:pt>
                <c:pt idx="5152">
                  <c:v>45931</c:v>
                </c:pt>
                <c:pt idx="5153">
                  <c:v>45932</c:v>
                </c:pt>
                <c:pt idx="5154">
                  <c:v>45933</c:v>
                </c:pt>
                <c:pt idx="5155">
                  <c:v>45936</c:v>
                </c:pt>
                <c:pt idx="5156">
                  <c:v>45937</c:v>
                </c:pt>
                <c:pt idx="5157">
                  <c:v>45938</c:v>
                </c:pt>
                <c:pt idx="5158">
                  <c:v>45939</c:v>
                </c:pt>
                <c:pt idx="5159">
                  <c:v>45940</c:v>
                </c:pt>
                <c:pt idx="5160">
                  <c:v>45943</c:v>
                </c:pt>
                <c:pt idx="5161">
                  <c:v>45944</c:v>
                </c:pt>
                <c:pt idx="5162">
                  <c:v>45945</c:v>
                </c:pt>
                <c:pt idx="5163">
                  <c:v>45946</c:v>
                </c:pt>
                <c:pt idx="5164">
                  <c:v>45947</c:v>
                </c:pt>
                <c:pt idx="5165">
                  <c:v>45950</c:v>
                </c:pt>
                <c:pt idx="5166">
                  <c:v>45951</c:v>
                </c:pt>
                <c:pt idx="5167">
                  <c:v>45952</c:v>
                </c:pt>
                <c:pt idx="5168">
                  <c:v>45953</c:v>
                </c:pt>
                <c:pt idx="5169">
                  <c:v>45954</c:v>
                </c:pt>
                <c:pt idx="5170">
                  <c:v>45957</c:v>
                </c:pt>
                <c:pt idx="5171">
                  <c:v>45958</c:v>
                </c:pt>
                <c:pt idx="5172">
                  <c:v>45959</c:v>
                </c:pt>
                <c:pt idx="5173">
                  <c:v>45960</c:v>
                </c:pt>
                <c:pt idx="5174">
                  <c:v>45961</c:v>
                </c:pt>
                <c:pt idx="5175">
                  <c:v>45964</c:v>
                </c:pt>
                <c:pt idx="5176">
                  <c:v>45965</c:v>
                </c:pt>
                <c:pt idx="5177">
                  <c:v>45966</c:v>
                </c:pt>
                <c:pt idx="5178">
                  <c:v>45967</c:v>
                </c:pt>
                <c:pt idx="5179">
                  <c:v>45968</c:v>
                </c:pt>
                <c:pt idx="5180">
                  <c:v>45971</c:v>
                </c:pt>
                <c:pt idx="5181">
                  <c:v>45972</c:v>
                </c:pt>
                <c:pt idx="5182">
                  <c:v>45973</c:v>
                </c:pt>
                <c:pt idx="5183">
                  <c:v>45974</c:v>
                </c:pt>
                <c:pt idx="5184">
                  <c:v>45975</c:v>
                </c:pt>
                <c:pt idx="5185">
                  <c:v>45978</c:v>
                </c:pt>
                <c:pt idx="5186">
                  <c:v>45979</c:v>
                </c:pt>
                <c:pt idx="5187">
                  <c:v>45980</c:v>
                </c:pt>
                <c:pt idx="5188">
                  <c:v>45981</c:v>
                </c:pt>
                <c:pt idx="5189">
                  <c:v>45982</c:v>
                </c:pt>
                <c:pt idx="5190">
                  <c:v>45985</c:v>
                </c:pt>
                <c:pt idx="5191">
                  <c:v>45986</c:v>
                </c:pt>
                <c:pt idx="5192">
                  <c:v>45987</c:v>
                </c:pt>
                <c:pt idx="5193">
                  <c:v>45988</c:v>
                </c:pt>
                <c:pt idx="5194">
                  <c:v>45989</c:v>
                </c:pt>
                <c:pt idx="5195">
                  <c:v>45992</c:v>
                </c:pt>
                <c:pt idx="5196">
                  <c:v>45993</c:v>
                </c:pt>
                <c:pt idx="5197">
                  <c:v>45994</c:v>
                </c:pt>
                <c:pt idx="5198">
                  <c:v>45995</c:v>
                </c:pt>
                <c:pt idx="5199">
                  <c:v>45996</c:v>
                </c:pt>
                <c:pt idx="5200">
                  <c:v>45999</c:v>
                </c:pt>
                <c:pt idx="5201">
                  <c:v>46000</c:v>
                </c:pt>
                <c:pt idx="5202">
                  <c:v>46001</c:v>
                </c:pt>
                <c:pt idx="5203">
                  <c:v>46002</c:v>
                </c:pt>
                <c:pt idx="5204">
                  <c:v>46003</c:v>
                </c:pt>
                <c:pt idx="5205">
                  <c:v>46006</c:v>
                </c:pt>
                <c:pt idx="5206">
                  <c:v>46007</c:v>
                </c:pt>
                <c:pt idx="5207">
                  <c:v>46008</c:v>
                </c:pt>
                <c:pt idx="5208">
                  <c:v>46009</c:v>
                </c:pt>
                <c:pt idx="5209">
                  <c:v>46010</c:v>
                </c:pt>
                <c:pt idx="5210">
                  <c:v>46013</c:v>
                </c:pt>
                <c:pt idx="5211">
                  <c:v>46014</c:v>
                </c:pt>
                <c:pt idx="5212">
                  <c:v>46015</c:v>
                </c:pt>
                <c:pt idx="5213">
                  <c:v>46016</c:v>
                </c:pt>
                <c:pt idx="5214">
                  <c:v>46017</c:v>
                </c:pt>
                <c:pt idx="5215">
                  <c:v>46020</c:v>
                </c:pt>
                <c:pt idx="5216">
                  <c:v>46021</c:v>
                </c:pt>
                <c:pt idx="5217">
                  <c:v>46022</c:v>
                </c:pt>
                <c:pt idx="5218">
                  <c:v>46023</c:v>
                </c:pt>
                <c:pt idx="5219">
                  <c:v>46024</c:v>
                </c:pt>
                <c:pt idx="5220">
                  <c:v>46027</c:v>
                </c:pt>
                <c:pt idx="5221">
                  <c:v>46028</c:v>
                </c:pt>
                <c:pt idx="5222">
                  <c:v>46029</c:v>
                </c:pt>
                <c:pt idx="5223">
                  <c:v>46030</c:v>
                </c:pt>
                <c:pt idx="5224">
                  <c:v>46031</c:v>
                </c:pt>
                <c:pt idx="5225">
                  <c:v>46034</c:v>
                </c:pt>
                <c:pt idx="5226">
                  <c:v>46035</c:v>
                </c:pt>
                <c:pt idx="5227">
                  <c:v>46036</c:v>
                </c:pt>
                <c:pt idx="5228">
                  <c:v>46037</c:v>
                </c:pt>
                <c:pt idx="5229">
                  <c:v>46038</c:v>
                </c:pt>
                <c:pt idx="5230">
                  <c:v>46041</c:v>
                </c:pt>
                <c:pt idx="5231">
                  <c:v>46042</c:v>
                </c:pt>
                <c:pt idx="5232">
                  <c:v>46043</c:v>
                </c:pt>
                <c:pt idx="5233">
                  <c:v>46044</c:v>
                </c:pt>
                <c:pt idx="5234">
                  <c:v>46045</c:v>
                </c:pt>
                <c:pt idx="5235">
                  <c:v>46048</c:v>
                </c:pt>
                <c:pt idx="5236">
                  <c:v>46049</c:v>
                </c:pt>
                <c:pt idx="5237">
                  <c:v>46050</c:v>
                </c:pt>
                <c:pt idx="5238">
                  <c:v>46051</c:v>
                </c:pt>
                <c:pt idx="5239">
                  <c:v>46052</c:v>
                </c:pt>
                <c:pt idx="5240">
                  <c:v>46055</c:v>
                </c:pt>
                <c:pt idx="5241">
                  <c:v>46056</c:v>
                </c:pt>
                <c:pt idx="5242">
                  <c:v>46057</c:v>
                </c:pt>
                <c:pt idx="5243">
                  <c:v>46058</c:v>
                </c:pt>
                <c:pt idx="5244">
                  <c:v>46059</c:v>
                </c:pt>
                <c:pt idx="5245">
                  <c:v>46062</c:v>
                </c:pt>
                <c:pt idx="5246">
                  <c:v>46063</c:v>
                </c:pt>
                <c:pt idx="5247">
                  <c:v>46064</c:v>
                </c:pt>
                <c:pt idx="5248">
                  <c:v>46065</c:v>
                </c:pt>
                <c:pt idx="5249">
                  <c:v>46066</c:v>
                </c:pt>
                <c:pt idx="5250">
                  <c:v>46069</c:v>
                </c:pt>
                <c:pt idx="5251">
                  <c:v>46070</c:v>
                </c:pt>
                <c:pt idx="5252">
                  <c:v>46071</c:v>
                </c:pt>
                <c:pt idx="5253">
                  <c:v>46072</c:v>
                </c:pt>
                <c:pt idx="5254">
                  <c:v>46073</c:v>
                </c:pt>
                <c:pt idx="5255">
                  <c:v>46076</c:v>
                </c:pt>
                <c:pt idx="5256">
                  <c:v>46077</c:v>
                </c:pt>
                <c:pt idx="5257">
                  <c:v>46078</c:v>
                </c:pt>
                <c:pt idx="5258">
                  <c:v>46079</c:v>
                </c:pt>
                <c:pt idx="5259">
                  <c:v>46080</c:v>
                </c:pt>
                <c:pt idx="5260">
                  <c:v>46083</c:v>
                </c:pt>
                <c:pt idx="5261">
                  <c:v>46084</c:v>
                </c:pt>
                <c:pt idx="5262">
                  <c:v>46085</c:v>
                </c:pt>
                <c:pt idx="5263">
                  <c:v>46086</c:v>
                </c:pt>
                <c:pt idx="5264">
                  <c:v>46087</c:v>
                </c:pt>
                <c:pt idx="5265">
                  <c:v>46090</c:v>
                </c:pt>
                <c:pt idx="5266">
                  <c:v>46091</c:v>
                </c:pt>
                <c:pt idx="5267">
                  <c:v>46092</c:v>
                </c:pt>
                <c:pt idx="5268">
                  <c:v>46093</c:v>
                </c:pt>
                <c:pt idx="5269">
                  <c:v>46094</c:v>
                </c:pt>
                <c:pt idx="5270">
                  <c:v>46097</c:v>
                </c:pt>
                <c:pt idx="5271">
                  <c:v>46098</c:v>
                </c:pt>
                <c:pt idx="5272">
                  <c:v>46099</c:v>
                </c:pt>
                <c:pt idx="5273">
                  <c:v>46100</c:v>
                </c:pt>
                <c:pt idx="5274">
                  <c:v>46101</c:v>
                </c:pt>
                <c:pt idx="5275">
                  <c:v>46104</c:v>
                </c:pt>
                <c:pt idx="5276">
                  <c:v>46105</c:v>
                </c:pt>
                <c:pt idx="5277">
                  <c:v>46106</c:v>
                </c:pt>
                <c:pt idx="5278">
                  <c:v>46107</c:v>
                </c:pt>
                <c:pt idx="5279">
                  <c:v>46108</c:v>
                </c:pt>
                <c:pt idx="5280">
                  <c:v>46111</c:v>
                </c:pt>
                <c:pt idx="5281">
                  <c:v>46112</c:v>
                </c:pt>
                <c:pt idx="5282">
                  <c:v>46113</c:v>
                </c:pt>
                <c:pt idx="5283">
                  <c:v>46114</c:v>
                </c:pt>
                <c:pt idx="5284">
                  <c:v>46115</c:v>
                </c:pt>
                <c:pt idx="5285">
                  <c:v>46118</c:v>
                </c:pt>
                <c:pt idx="5286">
                  <c:v>46119</c:v>
                </c:pt>
                <c:pt idx="5287">
                  <c:v>46120</c:v>
                </c:pt>
                <c:pt idx="5288">
                  <c:v>46121</c:v>
                </c:pt>
                <c:pt idx="5289">
                  <c:v>46122</c:v>
                </c:pt>
                <c:pt idx="5290">
                  <c:v>46125</c:v>
                </c:pt>
                <c:pt idx="5291">
                  <c:v>46126</c:v>
                </c:pt>
                <c:pt idx="5292">
                  <c:v>46127</c:v>
                </c:pt>
                <c:pt idx="5293">
                  <c:v>46128</c:v>
                </c:pt>
                <c:pt idx="5294">
                  <c:v>46129</c:v>
                </c:pt>
                <c:pt idx="5295">
                  <c:v>46132</c:v>
                </c:pt>
                <c:pt idx="5296">
                  <c:v>46133</c:v>
                </c:pt>
                <c:pt idx="5297">
                  <c:v>46134</c:v>
                </c:pt>
                <c:pt idx="5298">
                  <c:v>46135</c:v>
                </c:pt>
                <c:pt idx="5299">
                  <c:v>46136</c:v>
                </c:pt>
                <c:pt idx="5300">
                  <c:v>46139</c:v>
                </c:pt>
                <c:pt idx="5301">
                  <c:v>46140</c:v>
                </c:pt>
                <c:pt idx="5302">
                  <c:v>46141</c:v>
                </c:pt>
                <c:pt idx="5303">
                  <c:v>46142</c:v>
                </c:pt>
                <c:pt idx="5304">
                  <c:v>46143</c:v>
                </c:pt>
                <c:pt idx="5305">
                  <c:v>46146</c:v>
                </c:pt>
                <c:pt idx="5306">
                  <c:v>46147</c:v>
                </c:pt>
                <c:pt idx="5307">
                  <c:v>46148</c:v>
                </c:pt>
                <c:pt idx="5308">
                  <c:v>46149</c:v>
                </c:pt>
                <c:pt idx="5309">
                  <c:v>46150</c:v>
                </c:pt>
                <c:pt idx="5310">
                  <c:v>46153</c:v>
                </c:pt>
                <c:pt idx="5311">
                  <c:v>46154</c:v>
                </c:pt>
                <c:pt idx="5312">
                  <c:v>46155</c:v>
                </c:pt>
                <c:pt idx="5313">
                  <c:v>46156</c:v>
                </c:pt>
                <c:pt idx="5314">
                  <c:v>46157</c:v>
                </c:pt>
                <c:pt idx="5315">
                  <c:v>46160</c:v>
                </c:pt>
                <c:pt idx="5316">
                  <c:v>46161</c:v>
                </c:pt>
                <c:pt idx="5317">
                  <c:v>46162</c:v>
                </c:pt>
                <c:pt idx="5318">
                  <c:v>46163</c:v>
                </c:pt>
                <c:pt idx="5319">
                  <c:v>46164</c:v>
                </c:pt>
                <c:pt idx="5320">
                  <c:v>46167</c:v>
                </c:pt>
                <c:pt idx="5321">
                  <c:v>46168</c:v>
                </c:pt>
                <c:pt idx="5322">
                  <c:v>46169</c:v>
                </c:pt>
                <c:pt idx="5323">
                  <c:v>46170</c:v>
                </c:pt>
                <c:pt idx="5324">
                  <c:v>46171</c:v>
                </c:pt>
                <c:pt idx="5325">
                  <c:v>46174</c:v>
                </c:pt>
                <c:pt idx="5326">
                  <c:v>46175</c:v>
                </c:pt>
                <c:pt idx="5327">
                  <c:v>46176</c:v>
                </c:pt>
                <c:pt idx="5328">
                  <c:v>46177</c:v>
                </c:pt>
                <c:pt idx="5329">
                  <c:v>46178</c:v>
                </c:pt>
                <c:pt idx="5330">
                  <c:v>46181</c:v>
                </c:pt>
                <c:pt idx="5331">
                  <c:v>46182</c:v>
                </c:pt>
                <c:pt idx="5332">
                  <c:v>46183</c:v>
                </c:pt>
                <c:pt idx="5333">
                  <c:v>46184</c:v>
                </c:pt>
                <c:pt idx="5334">
                  <c:v>46185</c:v>
                </c:pt>
                <c:pt idx="5335">
                  <c:v>46188</c:v>
                </c:pt>
                <c:pt idx="5336">
                  <c:v>46189</c:v>
                </c:pt>
                <c:pt idx="5337">
                  <c:v>46190</c:v>
                </c:pt>
                <c:pt idx="5338">
                  <c:v>46191</c:v>
                </c:pt>
              </c:numCache>
            </c:numRef>
          </c:cat>
          <c:val>
            <c:numRef>
              <c:f>'worldwide policy rate'!$F$2612:$F$7950</c:f>
              <c:numCache>
                <c:formatCode>General</c:formatCode>
                <c:ptCount val="5339"/>
                <c:pt idx="0">
                  <c:v>7.5</c:v>
                </c:pt>
                <c:pt idx="1">
                  <c:v>7.5</c:v>
                </c:pt>
                <c:pt idx="2">
                  <c:v>7.5</c:v>
                </c:pt>
                <c:pt idx="3">
                  <c:v>7.5</c:v>
                </c:pt>
                <c:pt idx="4">
                  <c:v>7.5</c:v>
                </c:pt>
                <c:pt idx="5">
                  <c:v>7.5</c:v>
                </c:pt>
                <c:pt idx="6">
                  <c:v>7.5</c:v>
                </c:pt>
                <c:pt idx="7">
                  <c:v>7.5</c:v>
                </c:pt>
                <c:pt idx="8">
                  <c:v>7.5</c:v>
                </c:pt>
                <c:pt idx="9">
                  <c:v>7.5</c:v>
                </c:pt>
                <c:pt idx="10">
                  <c:v>7.5</c:v>
                </c:pt>
                <c:pt idx="11">
                  <c:v>7.5</c:v>
                </c:pt>
                <c:pt idx="12">
                  <c:v>7.5</c:v>
                </c:pt>
                <c:pt idx="13">
                  <c:v>7.5</c:v>
                </c:pt>
                <c:pt idx="14">
                  <c:v>7.5</c:v>
                </c:pt>
                <c:pt idx="15">
                  <c:v>7.5</c:v>
                </c:pt>
                <c:pt idx="16">
                  <c:v>7.5</c:v>
                </c:pt>
                <c:pt idx="17">
                  <c:v>7.5</c:v>
                </c:pt>
                <c:pt idx="18">
                  <c:v>7.5</c:v>
                </c:pt>
                <c:pt idx="19">
                  <c:v>7.5</c:v>
                </c:pt>
                <c:pt idx="20">
                  <c:v>7.5</c:v>
                </c:pt>
                <c:pt idx="21">
                  <c:v>7.5</c:v>
                </c:pt>
                <c:pt idx="22">
                  <c:v>7.5</c:v>
                </c:pt>
                <c:pt idx="23">
                  <c:v>7.5</c:v>
                </c:pt>
                <c:pt idx="24">
                  <c:v>7.5</c:v>
                </c:pt>
                <c:pt idx="25">
                  <c:v>7.5</c:v>
                </c:pt>
                <c:pt idx="26">
                  <c:v>7.5</c:v>
                </c:pt>
                <c:pt idx="27">
                  <c:v>7.5</c:v>
                </c:pt>
                <c:pt idx="28">
                  <c:v>7.5</c:v>
                </c:pt>
                <c:pt idx="29">
                  <c:v>7.5</c:v>
                </c:pt>
                <c:pt idx="30">
                  <c:v>7.5</c:v>
                </c:pt>
                <c:pt idx="31">
                  <c:v>7.5</c:v>
                </c:pt>
                <c:pt idx="32">
                  <c:v>7.5</c:v>
                </c:pt>
                <c:pt idx="33">
                  <c:v>7.5</c:v>
                </c:pt>
                <c:pt idx="34">
                  <c:v>7.5</c:v>
                </c:pt>
                <c:pt idx="35">
                  <c:v>7.5</c:v>
                </c:pt>
                <c:pt idx="36">
                  <c:v>7.5</c:v>
                </c:pt>
                <c:pt idx="37">
                  <c:v>7.5</c:v>
                </c:pt>
                <c:pt idx="38">
                  <c:v>7.5</c:v>
                </c:pt>
                <c:pt idx="39">
                  <c:v>7.5</c:v>
                </c:pt>
                <c:pt idx="40">
                  <c:v>7.5</c:v>
                </c:pt>
                <c:pt idx="41">
                  <c:v>7.5</c:v>
                </c:pt>
                <c:pt idx="42">
                  <c:v>7.5</c:v>
                </c:pt>
                <c:pt idx="43">
                  <c:v>7.5</c:v>
                </c:pt>
                <c:pt idx="44">
                  <c:v>7.5</c:v>
                </c:pt>
                <c:pt idx="45">
                  <c:v>7.5</c:v>
                </c:pt>
                <c:pt idx="46">
                  <c:v>7.5</c:v>
                </c:pt>
                <c:pt idx="47">
                  <c:v>7.5</c:v>
                </c:pt>
                <c:pt idx="48">
                  <c:v>7.5</c:v>
                </c:pt>
                <c:pt idx="49">
                  <c:v>7.5</c:v>
                </c:pt>
                <c:pt idx="50">
                  <c:v>7.5</c:v>
                </c:pt>
                <c:pt idx="51">
                  <c:v>7.5</c:v>
                </c:pt>
                <c:pt idx="52">
                  <c:v>7.5</c:v>
                </c:pt>
                <c:pt idx="53">
                  <c:v>7.5</c:v>
                </c:pt>
                <c:pt idx="54">
                  <c:v>7.5</c:v>
                </c:pt>
                <c:pt idx="55">
                  <c:v>7.5</c:v>
                </c:pt>
                <c:pt idx="56">
                  <c:v>7.5</c:v>
                </c:pt>
                <c:pt idx="57">
                  <c:v>7.5</c:v>
                </c:pt>
                <c:pt idx="58">
                  <c:v>7.5</c:v>
                </c:pt>
                <c:pt idx="59">
                  <c:v>7.5</c:v>
                </c:pt>
                <c:pt idx="60">
                  <c:v>7.5</c:v>
                </c:pt>
                <c:pt idx="61">
                  <c:v>7.5</c:v>
                </c:pt>
                <c:pt idx="62">
                  <c:v>7.5</c:v>
                </c:pt>
                <c:pt idx="63">
                  <c:v>7.5</c:v>
                </c:pt>
                <c:pt idx="64">
                  <c:v>7.5</c:v>
                </c:pt>
                <c:pt idx="65">
                  <c:v>7.5</c:v>
                </c:pt>
                <c:pt idx="66">
                  <c:v>7.5</c:v>
                </c:pt>
                <c:pt idx="67">
                  <c:v>7.5</c:v>
                </c:pt>
                <c:pt idx="68">
                  <c:v>7.5</c:v>
                </c:pt>
                <c:pt idx="69">
                  <c:v>7.5</c:v>
                </c:pt>
                <c:pt idx="70">
                  <c:v>7.5</c:v>
                </c:pt>
                <c:pt idx="71">
                  <c:v>7.5</c:v>
                </c:pt>
                <c:pt idx="72">
                  <c:v>7.5</c:v>
                </c:pt>
                <c:pt idx="73">
                  <c:v>7.5</c:v>
                </c:pt>
                <c:pt idx="74">
                  <c:v>7.5</c:v>
                </c:pt>
                <c:pt idx="75">
                  <c:v>7.5</c:v>
                </c:pt>
                <c:pt idx="76">
                  <c:v>7.5</c:v>
                </c:pt>
                <c:pt idx="77">
                  <c:v>7.5</c:v>
                </c:pt>
                <c:pt idx="78">
                  <c:v>7.5</c:v>
                </c:pt>
                <c:pt idx="79">
                  <c:v>7.5</c:v>
                </c:pt>
                <c:pt idx="80">
                  <c:v>7.5</c:v>
                </c:pt>
                <c:pt idx="81">
                  <c:v>7.5</c:v>
                </c:pt>
                <c:pt idx="82">
                  <c:v>7.5</c:v>
                </c:pt>
                <c:pt idx="83">
                  <c:v>7.5</c:v>
                </c:pt>
                <c:pt idx="84">
                  <c:v>7.5</c:v>
                </c:pt>
                <c:pt idx="85">
                  <c:v>7.5</c:v>
                </c:pt>
                <c:pt idx="86">
                  <c:v>7.5</c:v>
                </c:pt>
                <c:pt idx="87">
                  <c:v>7.5</c:v>
                </c:pt>
                <c:pt idx="88">
                  <c:v>7.5</c:v>
                </c:pt>
                <c:pt idx="89">
                  <c:v>7.5</c:v>
                </c:pt>
                <c:pt idx="90">
                  <c:v>7.5</c:v>
                </c:pt>
                <c:pt idx="91">
                  <c:v>7.5</c:v>
                </c:pt>
                <c:pt idx="92">
                  <c:v>7.5</c:v>
                </c:pt>
                <c:pt idx="93">
                  <c:v>7.5</c:v>
                </c:pt>
                <c:pt idx="94">
                  <c:v>7.5</c:v>
                </c:pt>
                <c:pt idx="95">
                  <c:v>7.5</c:v>
                </c:pt>
                <c:pt idx="96">
                  <c:v>7.5</c:v>
                </c:pt>
                <c:pt idx="97">
                  <c:v>7.5</c:v>
                </c:pt>
                <c:pt idx="98">
                  <c:v>7.5</c:v>
                </c:pt>
                <c:pt idx="99">
                  <c:v>7.5</c:v>
                </c:pt>
                <c:pt idx="100">
                  <c:v>7.5</c:v>
                </c:pt>
                <c:pt idx="101">
                  <c:v>7.5</c:v>
                </c:pt>
                <c:pt idx="102">
                  <c:v>7.5</c:v>
                </c:pt>
                <c:pt idx="103">
                  <c:v>7.5</c:v>
                </c:pt>
                <c:pt idx="104">
                  <c:v>7.5</c:v>
                </c:pt>
                <c:pt idx="105">
                  <c:v>7.5</c:v>
                </c:pt>
                <c:pt idx="106">
                  <c:v>7.5</c:v>
                </c:pt>
                <c:pt idx="107">
                  <c:v>7.5</c:v>
                </c:pt>
                <c:pt idx="108">
                  <c:v>7.5</c:v>
                </c:pt>
                <c:pt idx="109">
                  <c:v>7.5</c:v>
                </c:pt>
                <c:pt idx="110">
                  <c:v>7.5</c:v>
                </c:pt>
                <c:pt idx="111">
                  <c:v>7.5</c:v>
                </c:pt>
                <c:pt idx="112">
                  <c:v>7.5</c:v>
                </c:pt>
                <c:pt idx="113">
                  <c:v>7.5</c:v>
                </c:pt>
                <c:pt idx="114">
                  <c:v>7.5</c:v>
                </c:pt>
                <c:pt idx="115">
                  <c:v>7.5</c:v>
                </c:pt>
                <c:pt idx="116">
                  <c:v>7.5</c:v>
                </c:pt>
                <c:pt idx="117">
                  <c:v>7.5</c:v>
                </c:pt>
                <c:pt idx="118">
                  <c:v>7.5</c:v>
                </c:pt>
                <c:pt idx="119">
                  <c:v>7.5</c:v>
                </c:pt>
                <c:pt idx="120">
                  <c:v>7.5</c:v>
                </c:pt>
                <c:pt idx="121">
                  <c:v>7.5</c:v>
                </c:pt>
                <c:pt idx="122">
                  <c:v>7.5</c:v>
                </c:pt>
                <c:pt idx="123">
                  <c:v>7.5</c:v>
                </c:pt>
                <c:pt idx="124">
                  <c:v>7.5</c:v>
                </c:pt>
                <c:pt idx="125">
                  <c:v>7.5</c:v>
                </c:pt>
                <c:pt idx="126">
                  <c:v>7.5</c:v>
                </c:pt>
                <c:pt idx="127">
                  <c:v>7.5</c:v>
                </c:pt>
                <c:pt idx="128">
                  <c:v>7.5</c:v>
                </c:pt>
                <c:pt idx="129">
                  <c:v>7.5</c:v>
                </c:pt>
                <c:pt idx="130">
                  <c:v>7.5</c:v>
                </c:pt>
                <c:pt idx="131">
                  <c:v>7.5</c:v>
                </c:pt>
                <c:pt idx="132">
                  <c:v>7.5</c:v>
                </c:pt>
                <c:pt idx="133">
                  <c:v>7.5</c:v>
                </c:pt>
                <c:pt idx="134">
                  <c:v>7.5</c:v>
                </c:pt>
                <c:pt idx="135">
                  <c:v>7.5</c:v>
                </c:pt>
                <c:pt idx="136">
                  <c:v>7.5</c:v>
                </c:pt>
                <c:pt idx="137">
                  <c:v>7.5</c:v>
                </c:pt>
                <c:pt idx="138">
                  <c:v>7.5</c:v>
                </c:pt>
                <c:pt idx="139">
                  <c:v>7.5</c:v>
                </c:pt>
                <c:pt idx="140">
                  <c:v>7.5</c:v>
                </c:pt>
                <c:pt idx="141">
                  <c:v>7.5</c:v>
                </c:pt>
                <c:pt idx="142">
                  <c:v>7.5</c:v>
                </c:pt>
                <c:pt idx="143">
                  <c:v>7.5</c:v>
                </c:pt>
                <c:pt idx="144">
                  <c:v>7.5</c:v>
                </c:pt>
                <c:pt idx="145">
                  <c:v>7.5</c:v>
                </c:pt>
                <c:pt idx="146">
                  <c:v>7.5</c:v>
                </c:pt>
                <c:pt idx="147">
                  <c:v>7.5</c:v>
                </c:pt>
                <c:pt idx="148">
                  <c:v>7.5</c:v>
                </c:pt>
                <c:pt idx="149">
                  <c:v>7.5</c:v>
                </c:pt>
                <c:pt idx="150">
                  <c:v>7.5</c:v>
                </c:pt>
                <c:pt idx="151">
                  <c:v>7.5</c:v>
                </c:pt>
                <c:pt idx="152">
                  <c:v>7.5</c:v>
                </c:pt>
                <c:pt idx="153">
                  <c:v>7.5</c:v>
                </c:pt>
                <c:pt idx="154">
                  <c:v>7.5</c:v>
                </c:pt>
                <c:pt idx="155">
                  <c:v>7.5</c:v>
                </c:pt>
                <c:pt idx="156">
                  <c:v>7.5</c:v>
                </c:pt>
                <c:pt idx="157">
                  <c:v>7.5</c:v>
                </c:pt>
                <c:pt idx="158">
                  <c:v>7.5</c:v>
                </c:pt>
                <c:pt idx="159">
                  <c:v>7.5</c:v>
                </c:pt>
                <c:pt idx="160">
                  <c:v>7.5</c:v>
                </c:pt>
                <c:pt idx="161">
                  <c:v>7.5</c:v>
                </c:pt>
                <c:pt idx="162">
                  <c:v>7.5</c:v>
                </c:pt>
                <c:pt idx="163">
                  <c:v>7.5</c:v>
                </c:pt>
                <c:pt idx="164">
                  <c:v>7.5</c:v>
                </c:pt>
                <c:pt idx="165">
                  <c:v>7.5</c:v>
                </c:pt>
                <c:pt idx="166">
                  <c:v>7.5</c:v>
                </c:pt>
                <c:pt idx="167">
                  <c:v>7.5</c:v>
                </c:pt>
                <c:pt idx="168">
                  <c:v>7.5</c:v>
                </c:pt>
                <c:pt idx="169">
                  <c:v>7.5</c:v>
                </c:pt>
                <c:pt idx="170">
                  <c:v>7.5</c:v>
                </c:pt>
                <c:pt idx="171">
                  <c:v>7.5</c:v>
                </c:pt>
                <c:pt idx="172">
                  <c:v>7.5</c:v>
                </c:pt>
                <c:pt idx="173">
                  <c:v>7.5</c:v>
                </c:pt>
                <c:pt idx="174">
                  <c:v>7.5</c:v>
                </c:pt>
                <c:pt idx="175">
                  <c:v>7.5</c:v>
                </c:pt>
                <c:pt idx="176">
                  <c:v>7.5</c:v>
                </c:pt>
                <c:pt idx="177">
                  <c:v>7.5</c:v>
                </c:pt>
                <c:pt idx="178">
                  <c:v>7.5</c:v>
                </c:pt>
                <c:pt idx="179">
                  <c:v>7.5</c:v>
                </c:pt>
                <c:pt idx="180">
                  <c:v>7.5</c:v>
                </c:pt>
                <c:pt idx="181">
                  <c:v>7.5</c:v>
                </c:pt>
                <c:pt idx="182">
                  <c:v>7.5</c:v>
                </c:pt>
                <c:pt idx="183">
                  <c:v>7.5</c:v>
                </c:pt>
                <c:pt idx="184">
                  <c:v>7.5</c:v>
                </c:pt>
                <c:pt idx="185">
                  <c:v>7.5</c:v>
                </c:pt>
                <c:pt idx="186">
                  <c:v>7.5</c:v>
                </c:pt>
                <c:pt idx="187">
                  <c:v>7.5</c:v>
                </c:pt>
                <c:pt idx="188">
                  <c:v>7.5</c:v>
                </c:pt>
                <c:pt idx="189">
                  <c:v>7.5</c:v>
                </c:pt>
                <c:pt idx="190">
                  <c:v>7.5</c:v>
                </c:pt>
                <c:pt idx="191">
                  <c:v>7.5</c:v>
                </c:pt>
                <c:pt idx="192">
                  <c:v>7.5</c:v>
                </c:pt>
                <c:pt idx="193">
                  <c:v>7.5</c:v>
                </c:pt>
                <c:pt idx="194">
                  <c:v>7.5</c:v>
                </c:pt>
                <c:pt idx="195">
                  <c:v>7.5</c:v>
                </c:pt>
                <c:pt idx="196">
                  <c:v>7.5</c:v>
                </c:pt>
                <c:pt idx="197">
                  <c:v>7.5</c:v>
                </c:pt>
                <c:pt idx="198">
                  <c:v>7.5</c:v>
                </c:pt>
                <c:pt idx="199">
                  <c:v>7.5</c:v>
                </c:pt>
                <c:pt idx="200">
                  <c:v>7.5</c:v>
                </c:pt>
                <c:pt idx="201">
                  <c:v>7.5</c:v>
                </c:pt>
                <c:pt idx="202">
                  <c:v>7.5</c:v>
                </c:pt>
                <c:pt idx="203">
                  <c:v>7.5</c:v>
                </c:pt>
                <c:pt idx="204">
                  <c:v>7.5</c:v>
                </c:pt>
                <c:pt idx="205">
                  <c:v>7.5</c:v>
                </c:pt>
                <c:pt idx="206">
                  <c:v>7.5</c:v>
                </c:pt>
                <c:pt idx="207">
                  <c:v>7.5</c:v>
                </c:pt>
                <c:pt idx="208">
                  <c:v>7.5</c:v>
                </c:pt>
                <c:pt idx="209">
                  <c:v>7.5</c:v>
                </c:pt>
                <c:pt idx="210">
                  <c:v>7.5</c:v>
                </c:pt>
                <c:pt idx="211">
                  <c:v>7.5</c:v>
                </c:pt>
                <c:pt idx="212">
                  <c:v>7.5</c:v>
                </c:pt>
                <c:pt idx="213">
                  <c:v>7.5</c:v>
                </c:pt>
                <c:pt idx="214">
                  <c:v>7.5</c:v>
                </c:pt>
                <c:pt idx="215">
                  <c:v>7.5</c:v>
                </c:pt>
                <c:pt idx="216">
                  <c:v>7.5</c:v>
                </c:pt>
                <c:pt idx="217">
                  <c:v>7.5</c:v>
                </c:pt>
                <c:pt idx="218">
                  <c:v>7.5</c:v>
                </c:pt>
                <c:pt idx="219">
                  <c:v>7.5</c:v>
                </c:pt>
                <c:pt idx="220">
                  <c:v>7.5</c:v>
                </c:pt>
                <c:pt idx="221">
                  <c:v>7.5</c:v>
                </c:pt>
                <c:pt idx="222">
                  <c:v>7.5</c:v>
                </c:pt>
                <c:pt idx="223">
                  <c:v>7.5</c:v>
                </c:pt>
                <c:pt idx="224">
                  <c:v>7.5</c:v>
                </c:pt>
                <c:pt idx="225">
                  <c:v>7.5</c:v>
                </c:pt>
                <c:pt idx="226">
                  <c:v>7.5</c:v>
                </c:pt>
                <c:pt idx="227">
                  <c:v>7.5</c:v>
                </c:pt>
                <c:pt idx="228">
                  <c:v>7.5</c:v>
                </c:pt>
                <c:pt idx="229">
                  <c:v>7.5</c:v>
                </c:pt>
                <c:pt idx="230">
                  <c:v>7.5</c:v>
                </c:pt>
                <c:pt idx="231">
                  <c:v>7.5</c:v>
                </c:pt>
                <c:pt idx="232">
                  <c:v>7.5</c:v>
                </c:pt>
                <c:pt idx="233">
                  <c:v>7.5</c:v>
                </c:pt>
                <c:pt idx="234">
                  <c:v>7.5</c:v>
                </c:pt>
                <c:pt idx="235">
                  <c:v>7.5</c:v>
                </c:pt>
                <c:pt idx="236">
                  <c:v>7.5</c:v>
                </c:pt>
                <c:pt idx="237">
                  <c:v>7.5</c:v>
                </c:pt>
                <c:pt idx="238">
                  <c:v>7.5</c:v>
                </c:pt>
                <c:pt idx="239">
                  <c:v>7.5</c:v>
                </c:pt>
                <c:pt idx="240">
                  <c:v>7.5</c:v>
                </c:pt>
                <c:pt idx="241">
                  <c:v>7.5</c:v>
                </c:pt>
                <c:pt idx="242">
                  <c:v>7.5</c:v>
                </c:pt>
                <c:pt idx="243">
                  <c:v>7.5</c:v>
                </c:pt>
                <c:pt idx="244">
                  <c:v>7.5</c:v>
                </c:pt>
                <c:pt idx="245">
                  <c:v>7.5</c:v>
                </c:pt>
                <c:pt idx="246">
                  <c:v>7.5</c:v>
                </c:pt>
                <c:pt idx="247">
                  <c:v>7.5</c:v>
                </c:pt>
                <c:pt idx="248">
                  <c:v>7.5</c:v>
                </c:pt>
                <c:pt idx="249">
                  <c:v>7.5</c:v>
                </c:pt>
                <c:pt idx="250">
                  <c:v>7.5</c:v>
                </c:pt>
                <c:pt idx="251">
                  <c:v>7.5</c:v>
                </c:pt>
                <c:pt idx="252">
                  <c:v>7.5</c:v>
                </c:pt>
                <c:pt idx="253">
                  <c:v>7.5</c:v>
                </c:pt>
                <c:pt idx="254">
                  <c:v>7.5</c:v>
                </c:pt>
                <c:pt idx="255">
                  <c:v>7.5</c:v>
                </c:pt>
                <c:pt idx="256">
                  <c:v>7.5</c:v>
                </c:pt>
                <c:pt idx="257">
                  <c:v>7.5</c:v>
                </c:pt>
                <c:pt idx="258">
                  <c:v>7.5</c:v>
                </c:pt>
                <c:pt idx="259">
                  <c:v>7.5</c:v>
                </c:pt>
                <c:pt idx="260">
                  <c:v>7.5</c:v>
                </c:pt>
                <c:pt idx="261">
                  <c:v>7.5</c:v>
                </c:pt>
                <c:pt idx="262">
                  <c:v>7.5</c:v>
                </c:pt>
                <c:pt idx="263">
                  <c:v>7.5</c:v>
                </c:pt>
                <c:pt idx="264">
                  <c:v>7.5</c:v>
                </c:pt>
                <c:pt idx="265">
                  <c:v>7.5</c:v>
                </c:pt>
                <c:pt idx="266">
                  <c:v>7.5</c:v>
                </c:pt>
                <c:pt idx="267">
                  <c:v>7.5</c:v>
                </c:pt>
                <c:pt idx="268">
                  <c:v>7.5</c:v>
                </c:pt>
                <c:pt idx="269">
                  <c:v>7.5</c:v>
                </c:pt>
                <c:pt idx="270">
                  <c:v>7.5</c:v>
                </c:pt>
                <c:pt idx="271">
                  <c:v>7.5</c:v>
                </c:pt>
                <c:pt idx="272">
                  <c:v>7.5</c:v>
                </c:pt>
                <c:pt idx="273">
                  <c:v>7.5</c:v>
                </c:pt>
                <c:pt idx="274">
                  <c:v>7.5</c:v>
                </c:pt>
                <c:pt idx="275">
                  <c:v>7.5</c:v>
                </c:pt>
                <c:pt idx="276">
                  <c:v>7.5</c:v>
                </c:pt>
                <c:pt idx="277">
                  <c:v>7.5</c:v>
                </c:pt>
                <c:pt idx="278">
                  <c:v>7.5</c:v>
                </c:pt>
                <c:pt idx="279">
                  <c:v>7.5</c:v>
                </c:pt>
                <c:pt idx="280">
                  <c:v>7.5</c:v>
                </c:pt>
                <c:pt idx="281">
                  <c:v>7.5</c:v>
                </c:pt>
                <c:pt idx="282">
                  <c:v>7.5</c:v>
                </c:pt>
                <c:pt idx="283">
                  <c:v>7.5</c:v>
                </c:pt>
                <c:pt idx="284">
                  <c:v>7.5</c:v>
                </c:pt>
                <c:pt idx="285">
                  <c:v>7.5</c:v>
                </c:pt>
                <c:pt idx="286">
                  <c:v>7.5</c:v>
                </c:pt>
                <c:pt idx="287">
                  <c:v>7.5</c:v>
                </c:pt>
                <c:pt idx="288">
                  <c:v>7.5</c:v>
                </c:pt>
                <c:pt idx="289">
                  <c:v>7.5</c:v>
                </c:pt>
                <c:pt idx="290">
                  <c:v>7.5</c:v>
                </c:pt>
                <c:pt idx="291">
                  <c:v>7.5</c:v>
                </c:pt>
                <c:pt idx="292">
                  <c:v>7.5</c:v>
                </c:pt>
                <c:pt idx="293">
                  <c:v>7.5</c:v>
                </c:pt>
                <c:pt idx="294">
                  <c:v>7.5</c:v>
                </c:pt>
                <c:pt idx="295">
                  <c:v>7.5</c:v>
                </c:pt>
                <c:pt idx="296">
                  <c:v>7.5</c:v>
                </c:pt>
                <c:pt idx="297">
                  <c:v>7.5</c:v>
                </c:pt>
                <c:pt idx="298">
                  <c:v>7.5</c:v>
                </c:pt>
                <c:pt idx="299">
                  <c:v>7.5</c:v>
                </c:pt>
                <c:pt idx="300">
                  <c:v>7.5</c:v>
                </c:pt>
                <c:pt idx="301">
                  <c:v>7.5</c:v>
                </c:pt>
                <c:pt idx="302">
                  <c:v>7.5</c:v>
                </c:pt>
                <c:pt idx="303">
                  <c:v>7.5</c:v>
                </c:pt>
                <c:pt idx="304">
                  <c:v>7.5</c:v>
                </c:pt>
                <c:pt idx="305">
                  <c:v>7.5</c:v>
                </c:pt>
                <c:pt idx="306">
                  <c:v>7.5</c:v>
                </c:pt>
                <c:pt idx="307">
                  <c:v>7.5</c:v>
                </c:pt>
                <c:pt idx="308">
                  <c:v>7.5</c:v>
                </c:pt>
                <c:pt idx="309">
                  <c:v>7.5</c:v>
                </c:pt>
                <c:pt idx="310">
                  <c:v>7.5</c:v>
                </c:pt>
                <c:pt idx="311">
                  <c:v>7.5</c:v>
                </c:pt>
                <c:pt idx="312">
                  <c:v>7.5</c:v>
                </c:pt>
                <c:pt idx="313">
                  <c:v>7.5</c:v>
                </c:pt>
                <c:pt idx="314">
                  <c:v>7.5</c:v>
                </c:pt>
                <c:pt idx="315">
                  <c:v>7.5</c:v>
                </c:pt>
                <c:pt idx="316">
                  <c:v>7.5</c:v>
                </c:pt>
                <c:pt idx="317">
                  <c:v>7.5</c:v>
                </c:pt>
                <c:pt idx="318">
                  <c:v>7.5</c:v>
                </c:pt>
                <c:pt idx="319">
                  <c:v>7.5</c:v>
                </c:pt>
                <c:pt idx="320">
                  <c:v>7.5</c:v>
                </c:pt>
                <c:pt idx="321">
                  <c:v>7.5</c:v>
                </c:pt>
                <c:pt idx="322">
                  <c:v>7.5</c:v>
                </c:pt>
                <c:pt idx="323">
                  <c:v>7.5</c:v>
                </c:pt>
                <c:pt idx="324">
                  <c:v>7.5</c:v>
                </c:pt>
                <c:pt idx="325">
                  <c:v>7.5</c:v>
                </c:pt>
                <c:pt idx="326">
                  <c:v>7.5</c:v>
                </c:pt>
                <c:pt idx="327">
                  <c:v>7.5</c:v>
                </c:pt>
                <c:pt idx="328">
                  <c:v>7.5</c:v>
                </c:pt>
                <c:pt idx="329">
                  <c:v>7.5</c:v>
                </c:pt>
                <c:pt idx="330">
                  <c:v>7.5</c:v>
                </c:pt>
                <c:pt idx="331">
                  <c:v>7.5</c:v>
                </c:pt>
                <c:pt idx="332">
                  <c:v>7.5</c:v>
                </c:pt>
                <c:pt idx="333">
                  <c:v>7.5</c:v>
                </c:pt>
                <c:pt idx="334">
                  <c:v>7.5</c:v>
                </c:pt>
                <c:pt idx="335">
                  <c:v>7.5</c:v>
                </c:pt>
                <c:pt idx="336">
                  <c:v>7.5</c:v>
                </c:pt>
                <c:pt idx="337">
                  <c:v>7.5</c:v>
                </c:pt>
                <c:pt idx="338">
                  <c:v>7.5</c:v>
                </c:pt>
                <c:pt idx="339">
                  <c:v>7.5</c:v>
                </c:pt>
                <c:pt idx="340">
                  <c:v>7.5</c:v>
                </c:pt>
                <c:pt idx="341">
                  <c:v>7.5</c:v>
                </c:pt>
                <c:pt idx="342">
                  <c:v>7.5</c:v>
                </c:pt>
                <c:pt idx="343">
                  <c:v>7.5</c:v>
                </c:pt>
                <c:pt idx="344">
                  <c:v>7.5</c:v>
                </c:pt>
                <c:pt idx="345">
                  <c:v>7.5</c:v>
                </c:pt>
                <c:pt idx="346">
                  <c:v>7.5</c:v>
                </c:pt>
                <c:pt idx="347">
                  <c:v>7.5</c:v>
                </c:pt>
                <c:pt idx="348">
                  <c:v>7.5</c:v>
                </c:pt>
                <c:pt idx="349">
                  <c:v>7.5</c:v>
                </c:pt>
                <c:pt idx="350">
                  <c:v>7.5</c:v>
                </c:pt>
                <c:pt idx="351">
                  <c:v>7.5</c:v>
                </c:pt>
                <c:pt idx="352">
                  <c:v>7.5</c:v>
                </c:pt>
                <c:pt idx="353">
                  <c:v>7.5</c:v>
                </c:pt>
                <c:pt idx="354">
                  <c:v>7.5</c:v>
                </c:pt>
                <c:pt idx="355">
                  <c:v>7.5</c:v>
                </c:pt>
                <c:pt idx="356">
                  <c:v>7.5</c:v>
                </c:pt>
                <c:pt idx="357">
                  <c:v>7.5</c:v>
                </c:pt>
                <c:pt idx="358">
                  <c:v>7.5</c:v>
                </c:pt>
                <c:pt idx="359">
                  <c:v>7.5</c:v>
                </c:pt>
                <c:pt idx="360">
                  <c:v>7.5</c:v>
                </c:pt>
                <c:pt idx="361">
                  <c:v>7.5</c:v>
                </c:pt>
                <c:pt idx="362">
                  <c:v>7.5</c:v>
                </c:pt>
                <c:pt idx="363">
                  <c:v>7.5</c:v>
                </c:pt>
                <c:pt idx="364">
                  <c:v>7.5</c:v>
                </c:pt>
                <c:pt idx="365">
                  <c:v>7.5</c:v>
                </c:pt>
                <c:pt idx="366">
                  <c:v>7.5</c:v>
                </c:pt>
                <c:pt idx="367">
                  <c:v>7.5</c:v>
                </c:pt>
                <c:pt idx="368">
                  <c:v>7.5</c:v>
                </c:pt>
                <c:pt idx="369">
                  <c:v>7.5</c:v>
                </c:pt>
                <c:pt idx="370">
                  <c:v>7.5</c:v>
                </c:pt>
                <c:pt idx="371">
                  <c:v>7.5</c:v>
                </c:pt>
                <c:pt idx="372">
                  <c:v>7.5</c:v>
                </c:pt>
                <c:pt idx="373">
                  <c:v>7.5</c:v>
                </c:pt>
                <c:pt idx="374">
                  <c:v>7.5</c:v>
                </c:pt>
                <c:pt idx="375">
                  <c:v>7.5</c:v>
                </c:pt>
                <c:pt idx="376">
                  <c:v>7.5</c:v>
                </c:pt>
                <c:pt idx="377">
                  <c:v>7.5</c:v>
                </c:pt>
                <c:pt idx="378">
                  <c:v>7.5</c:v>
                </c:pt>
                <c:pt idx="379">
                  <c:v>7.5</c:v>
                </c:pt>
                <c:pt idx="380">
                  <c:v>7.5</c:v>
                </c:pt>
                <c:pt idx="381">
                  <c:v>7.5</c:v>
                </c:pt>
                <c:pt idx="382">
                  <c:v>7.5</c:v>
                </c:pt>
                <c:pt idx="383">
                  <c:v>7.5</c:v>
                </c:pt>
                <c:pt idx="384">
                  <c:v>7.5</c:v>
                </c:pt>
                <c:pt idx="385">
                  <c:v>7.5</c:v>
                </c:pt>
                <c:pt idx="386">
                  <c:v>7.5</c:v>
                </c:pt>
                <c:pt idx="387">
                  <c:v>7.5</c:v>
                </c:pt>
                <c:pt idx="388">
                  <c:v>7.5</c:v>
                </c:pt>
                <c:pt idx="389">
                  <c:v>7.5</c:v>
                </c:pt>
                <c:pt idx="390">
                  <c:v>7.5</c:v>
                </c:pt>
                <c:pt idx="391">
                  <c:v>7.5</c:v>
                </c:pt>
                <c:pt idx="392">
                  <c:v>7.5</c:v>
                </c:pt>
                <c:pt idx="393">
                  <c:v>7.5</c:v>
                </c:pt>
                <c:pt idx="394">
                  <c:v>7.5</c:v>
                </c:pt>
                <c:pt idx="395">
                  <c:v>7.5</c:v>
                </c:pt>
                <c:pt idx="396">
                  <c:v>7.5</c:v>
                </c:pt>
                <c:pt idx="397">
                  <c:v>7.5</c:v>
                </c:pt>
                <c:pt idx="398">
                  <c:v>6</c:v>
                </c:pt>
                <c:pt idx="399">
                  <c:v>6</c:v>
                </c:pt>
                <c:pt idx="400">
                  <c:v>6</c:v>
                </c:pt>
                <c:pt idx="401">
                  <c:v>6</c:v>
                </c:pt>
                <c:pt idx="402">
                  <c:v>6</c:v>
                </c:pt>
                <c:pt idx="403">
                  <c:v>6</c:v>
                </c:pt>
                <c:pt idx="404">
                  <c:v>6</c:v>
                </c:pt>
                <c:pt idx="405">
                  <c:v>6</c:v>
                </c:pt>
                <c:pt idx="406">
                  <c:v>6</c:v>
                </c:pt>
                <c:pt idx="407">
                  <c:v>6</c:v>
                </c:pt>
                <c:pt idx="408">
                  <c:v>6</c:v>
                </c:pt>
                <c:pt idx="409">
                  <c:v>6</c:v>
                </c:pt>
                <c:pt idx="410">
                  <c:v>6</c:v>
                </c:pt>
                <c:pt idx="411">
                  <c:v>6</c:v>
                </c:pt>
                <c:pt idx="412">
                  <c:v>6</c:v>
                </c:pt>
                <c:pt idx="413">
                  <c:v>6</c:v>
                </c:pt>
                <c:pt idx="414">
                  <c:v>6</c:v>
                </c:pt>
                <c:pt idx="415">
                  <c:v>6</c:v>
                </c:pt>
                <c:pt idx="416">
                  <c:v>6</c:v>
                </c:pt>
                <c:pt idx="417">
                  <c:v>6</c:v>
                </c:pt>
                <c:pt idx="418">
                  <c:v>6</c:v>
                </c:pt>
                <c:pt idx="419">
                  <c:v>6</c:v>
                </c:pt>
                <c:pt idx="420">
                  <c:v>6</c:v>
                </c:pt>
                <c:pt idx="421">
                  <c:v>6</c:v>
                </c:pt>
                <c:pt idx="422">
                  <c:v>6</c:v>
                </c:pt>
                <c:pt idx="423">
                  <c:v>6</c:v>
                </c:pt>
                <c:pt idx="424">
                  <c:v>6</c:v>
                </c:pt>
                <c:pt idx="425">
                  <c:v>6</c:v>
                </c:pt>
                <c:pt idx="426">
                  <c:v>6</c:v>
                </c:pt>
                <c:pt idx="427">
                  <c:v>6</c:v>
                </c:pt>
                <c:pt idx="428">
                  <c:v>6</c:v>
                </c:pt>
                <c:pt idx="429">
                  <c:v>6</c:v>
                </c:pt>
                <c:pt idx="430">
                  <c:v>6</c:v>
                </c:pt>
                <c:pt idx="431">
                  <c:v>6</c:v>
                </c:pt>
                <c:pt idx="432">
                  <c:v>6</c:v>
                </c:pt>
                <c:pt idx="433">
                  <c:v>6</c:v>
                </c:pt>
                <c:pt idx="434">
                  <c:v>6</c:v>
                </c:pt>
                <c:pt idx="435">
                  <c:v>6</c:v>
                </c:pt>
                <c:pt idx="436">
                  <c:v>6</c:v>
                </c:pt>
                <c:pt idx="437">
                  <c:v>6</c:v>
                </c:pt>
                <c:pt idx="438">
                  <c:v>6</c:v>
                </c:pt>
                <c:pt idx="439">
                  <c:v>6</c:v>
                </c:pt>
                <c:pt idx="440">
                  <c:v>6</c:v>
                </c:pt>
                <c:pt idx="441">
                  <c:v>6</c:v>
                </c:pt>
                <c:pt idx="442">
                  <c:v>6</c:v>
                </c:pt>
                <c:pt idx="443">
                  <c:v>6</c:v>
                </c:pt>
                <c:pt idx="444">
                  <c:v>6</c:v>
                </c:pt>
                <c:pt idx="445">
                  <c:v>6</c:v>
                </c:pt>
                <c:pt idx="446">
                  <c:v>6</c:v>
                </c:pt>
                <c:pt idx="447">
                  <c:v>6</c:v>
                </c:pt>
                <c:pt idx="448">
                  <c:v>6</c:v>
                </c:pt>
                <c:pt idx="449">
                  <c:v>6</c:v>
                </c:pt>
                <c:pt idx="450">
                  <c:v>6</c:v>
                </c:pt>
                <c:pt idx="451">
                  <c:v>6</c:v>
                </c:pt>
                <c:pt idx="452">
                  <c:v>6</c:v>
                </c:pt>
                <c:pt idx="453">
                  <c:v>6</c:v>
                </c:pt>
                <c:pt idx="454">
                  <c:v>6</c:v>
                </c:pt>
                <c:pt idx="455">
                  <c:v>6</c:v>
                </c:pt>
                <c:pt idx="456">
                  <c:v>6</c:v>
                </c:pt>
                <c:pt idx="457">
                  <c:v>6</c:v>
                </c:pt>
                <c:pt idx="458">
                  <c:v>5.75</c:v>
                </c:pt>
                <c:pt idx="459">
                  <c:v>5.75</c:v>
                </c:pt>
                <c:pt idx="460">
                  <c:v>5.75</c:v>
                </c:pt>
                <c:pt idx="461">
                  <c:v>5.75</c:v>
                </c:pt>
                <c:pt idx="462">
                  <c:v>5.75</c:v>
                </c:pt>
                <c:pt idx="463">
                  <c:v>5.75</c:v>
                </c:pt>
                <c:pt idx="464">
                  <c:v>5.75</c:v>
                </c:pt>
                <c:pt idx="465">
                  <c:v>5.75</c:v>
                </c:pt>
                <c:pt idx="466">
                  <c:v>5.75</c:v>
                </c:pt>
                <c:pt idx="467">
                  <c:v>5.75</c:v>
                </c:pt>
                <c:pt idx="468">
                  <c:v>5.75</c:v>
                </c:pt>
                <c:pt idx="469">
                  <c:v>5.75</c:v>
                </c:pt>
                <c:pt idx="470">
                  <c:v>5.75</c:v>
                </c:pt>
                <c:pt idx="471">
                  <c:v>5.75</c:v>
                </c:pt>
                <c:pt idx="472">
                  <c:v>5.75</c:v>
                </c:pt>
                <c:pt idx="473">
                  <c:v>5.75</c:v>
                </c:pt>
                <c:pt idx="474">
                  <c:v>5.75</c:v>
                </c:pt>
                <c:pt idx="475">
                  <c:v>5.75</c:v>
                </c:pt>
                <c:pt idx="476">
                  <c:v>5.75</c:v>
                </c:pt>
                <c:pt idx="477">
                  <c:v>5.75</c:v>
                </c:pt>
                <c:pt idx="478">
                  <c:v>5.75</c:v>
                </c:pt>
                <c:pt idx="479">
                  <c:v>5.75</c:v>
                </c:pt>
                <c:pt idx="480">
                  <c:v>5.75</c:v>
                </c:pt>
                <c:pt idx="481">
                  <c:v>5.75</c:v>
                </c:pt>
                <c:pt idx="482">
                  <c:v>5.75</c:v>
                </c:pt>
                <c:pt idx="483">
                  <c:v>5.75</c:v>
                </c:pt>
                <c:pt idx="484">
                  <c:v>5.75</c:v>
                </c:pt>
                <c:pt idx="485">
                  <c:v>5.75</c:v>
                </c:pt>
                <c:pt idx="486">
                  <c:v>5.75</c:v>
                </c:pt>
                <c:pt idx="487">
                  <c:v>5.75</c:v>
                </c:pt>
                <c:pt idx="488">
                  <c:v>5.5</c:v>
                </c:pt>
                <c:pt idx="489">
                  <c:v>5.5</c:v>
                </c:pt>
                <c:pt idx="490">
                  <c:v>5.5</c:v>
                </c:pt>
                <c:pt idx="491">
                  <c:v>5.5</c:v>
                </c:pt>
                <c:pt idx="492">
                  <c:v>5.5</c:v>
                </c:pt>
                <c:pt idx="493">
                  <c:v>5.5</c:v>
                </c:pt>
                <c:pt idx="494">
                  <c:v>5.5</c:v>
                </c:pt>
                <c:pt idx="495">
                  <c:v>5.5</c:v>
                </c:pt>
                <c:pt idx="496">
                  <c:v>5.5</c:v>
                </c:pt>
                <c:pt idx="497">
                  <c:v>5.5</c:v>
                </c:pt>
                <c:pt idx="498">
                  <c:v>5.5</c:v>
                </c:pt>
                <c:pt idx="499">
                  <c:v>5.5</c:v>
                </c:pt>
                <c:pt idx="500">
                  <c:v>5.5</c:v>
                </c:pt>
                <c:pt idx="501">
                  <c:v>5.5</c:v>
                </c:pt>
                <c:pt idx="502">
                  <c:v>5.5</c:v>
                </c:pt>
                <c:pt idx="503">
                  <c:v>5.5</c:v>
                </c:pt>
                <c:pt idx="504">
                  <c:v>5.5</c:v>
                </c:pt>
                <c:pt idx="505">
                  <c:v>5.5</c:v>
                </c:pt>
                <c:pt idx="506">
                  <c:v>5.5</c:v>
                </c:pt>
                <c:pt idx="507">
                  <c:v>5.5</c:v>
                </c:pt>
                <c:pt idx="508">
                  <c:v>5.5</c:v>
                </c:pt>
                <c:pt idx="509">
                  <c:v>5.5</c:v>
                </c:pt>
                <c:pt idx="510">
                  <c:v>5.5</c:v>
                </c:pt>
                <c:pt idx="511">
                  <c:v>5.5</c:v>
                </c:pt>
                <c:pt idx="512">
                  <c:v>5.5</c:v>
                </c:pt>
                <c:pt idx="513">
                  <c:v>5.25</c:v>
                </c:pt>
                <c:pt idx="514">
                  <c:v>5.25</c:v>
                </c:pt>
                <c:pt idx="515">
                  <c:v>5.25</c:v>
                </c:pt>
                <c:pt idx="516">
                  <c:v>5.25</c:v>
                </c:pt>
                <c:pt idx="517">
                  <c:v>5.25</c:v>
                </c:pt>
                <c:pt idx="518">
                  <c:v>5.25</c:v>
                </c:pt>
                <c:pt idx="519">
                  <c:v>5.25</c:v>
                </c:pt>
                <c:pt idx="520">
                  <c:v>5.25</c:v>
                </c:pt>
                <c:pt idx="521">
                  <c:v>5.25</c:v>
                </c:pt>
                <c:pt idx="522">
                  <c:v>5.25</c:v>
                </c:pt>
                <c:pt idx="523">
                  <c:v>5.25</c:v>
                </c:pt>
                <c:pt idx="524">
                  <c:v>5.25</c:v>
                </c:pt>
                <c:pt idx="525">
                  <c:v>5.25</c:v>
                </c:pt>
                <c:pt idx="526">
                  <c:v>5.25</c:v>
                </c:pt>
                <c:pt idx="527">
                  <c:v>5.25</c:v>
                </c:pt>
                <c:pt idx="528">
                  <c:v>5.25</c:v>
                </c:pt>
                <c:pt idx="529">
                  <c:v>5.25</c:v>
                </c:pt>
                <c:pt idx="530">
                  <c:v>5.25</c:v>
                </c:pt>
                <c:pt idx="531">
                  <c:v>5.25</c:v>
                </c:pt>
                <c:pt idx="532">
                  <c:v>5.25</c:v>
                </c:pt>
                <c:pt idx="533">
                  <c:v>5.25</c:v>
                </c:pt>
                <c:pt idx="534">
                  <c:v>5.25</c:v>
                </c:pt>
                <c:pt idx="535">
                  <c:v>5.25</c:v>
                </c:pt>
                <c:pt idx="536">
                  <c:v>5.25</c:v>
                </c:pt>
                <c:pt idx="537">
                  <c:v>5.25</c:v>
                </c:pt>
                <c:pt idx="538">
                  <c:v>5.25</c:v>
                </c:pt>
                <c:pt idx="539">
                  <c:v>5.25</c:v>
                </c:pt>
                <c:pt idx="540">
                  <c:v>5.25</c:v>
                </c:pt>
                <c:pt idx="541">
                  <c:v>5.25</c:v>
                </c:pt>
                <c:pt idx="542">
                  <c:v>5.25</c:v>
                </c:pt>
                <c:pt idx="543">
                  <c:v>5</c:v>
                </c:pt>
                <c:pt idx="544">
                  <c:v>5</c:v>
                </c:pt>
                <c:pt idx="545">
                  <c:v>5</c:v>
                </c:pt>
                <c:pt idx="546">
                  <c:v>5</c:v>
                </c:pt>
                <c:pt idx="547">
                  <c:v>5</c:v>
                </c:pt>
                <c:pt idx="548">
                  <c:v>5</c:v>
                </c:pt>
                <c:pt idx="549">
                  <c:v>5</c:v>
                </c:pt>
                <c:pt idx="550">
                  <c:v>5</c:v>
                </c:pt>
                <c:pt idx="551">
                  <c:v>5</c:v>
                </c:pt>
                <c:pt idx="552">
                  <c:v>5</c:v>
                </c:pt>
                <c:pt idx="553">
                  <c:v>5</c:v>
                </c:pt>
                <c:pt idx="554">
                  <c:v>5</c:v>
                </c:pt>
                <c:pt idx="555">
                  <c:v>5</c:v>
                </c:pt>
                <c:pt idx="556">
                  <c:v>5</c:v>
                </c:pt>
                <c:pt idx="557">
                  <c:v>5</c:v>
                </c:pt>
                <c:pt idx="558">
                  <c:v>5</c:v>
                </c:pt>
                <c:pt idx="559">
                  <c:v>5</c:v>
                </c:pt>
                <c:pt idx="560">
                  <c:v>5</c:v>
                </c:pt>
                <c:pt idx="561">
                  <c:v>5</c:v>
                </c:pt>
                <c:pt idx="562">
                  <c:v>5</c:v>
                </c:pt>
                <c:pt idx="563">
                  <c:v>5</c:v>
                </c:pt>
                <c:pt idx="564">
                  <c:v>5</c:v>
                </c:pt>
                <c:pt idx="565">
                  <c:v>5</c:v>
                </c:pt>
                <c:pt idx="566">
                  <c:v>5</c:v>
                </c:pt>
                <c:pt idx="567">
                  <c:v>5</c:v>
                </c:pt>
                <c:pt idx="568">
                  <c:v>5</c:v>
                </c:pt>
                <c:pt idx="569">
                  <c:v>5</c:v>
                </c:pt>
                <c:pt idx="570">
                  <c:v>5</c:v>
                </c:pt>
                <c:pt idx="571">
                  <c:v>5</c:v>
                </c:pt>
                <c:pt idx="572">
                  <c:v>5</c:v>
                </c:pt>
                <c:pt idx="573">
                  <c:v>5</c:v>
                </c:pt>
                <c:pt idx="574">
                  <c:v>5</c:v>
                </c:pt>
                <c:pt idx="575">
                  <c:v>5</c:v>
                </c:pt>
                <c:pt idx="576">
                  <c:v>5</c:v>
                </c:pt>
                <c:pt idx="577">
                  <c:v>5</c:v>
                </c:pt>
                <c:pt idx="578">
                  <c:v>5</c:v>
                </c:pt>
                <c:pt idx="579">
                  <c:v>5</c:v>
                </c:pt>
                <c:pt idx="580">
                  <c:v>5</c:v>
                </c:pt>
                <c:pt idx="581">
                  <c:v>5</c:v>
                </c:pt>
                <c:pt idx="582">
                  <c:v>5</c:v>
                </c:pt>
                <c:pt idx="583">
                  <c:v>5</c:v>
                </c:pt>
                <c:pt idx="584">
                  <c:v>5</c:v>
                </c:pt>
                <c:pt idx="585">
                  <c:v>5</c:v>
                </c:pt>
                <c:pt idx="586">
                  <c:v>5</c:v>
                </c:pt>
                <c:pt idx="587">
                  <c:v>5</c:v>
                </c:pt>
                <c:pt idx="588">
                  <c:v>5</c:v>
                </c:pt>
                <c:pt idx="589">
                  <c:v>5</c:v>
                </c:pt>
                <c:pt idx="590">
                  <c:v>5</c:v>
                </c:pt>
                <c:pt idx="591">
                  <c:v>5</c:v>
                </c:pt>
                <c:pt idx="592">
                  <c:v>5</c:v>
                </c:pt>
                <c:pt idx="593">
                  <c:v>5</c:v>
                </c:pt>
                <c:pt idx="594">
                  <c:v>5</c:v>
                </c:pt>
                <c:pt idx="595">
                  <c:v>5</c:v>
                </c:pt>
                <c:pt idx="596">
                  <c:v>5</c:v>
                </c:pt>
                <c:pt idx="597">
                  <c:v>5</c:v>
                </c:pt>
                <c:pt idx="598">
                  <c:v>5</c:v>
                </c:pt>
                <c:pt idx="599">
                  <c:v>5</c:v>
                </c:pt>
                <c:pt idx="600">
                  <c:v>5</c:v>
                </c:pt>
                <c:pt idx="601">
                  <c:v>5</c:v>
                </c:pt>
                <c:pt idx="602">
                  <c:v>5</c:v>
                </c:pt>
                <c:pt idx="603">
                  <c:v>5</c:v>
                </c:pt>
                <c:pt idx="604">
                  <c:v>5</c:v>
                </c:pt>
                <c:pt idx="605">
                  <c:v>5</c:v>
                </c:pt>
                <c:pt idx="606">
                  <c:v>5</c:v>
                </c:pt>
                <c:pt idx="607">
                  <c:v>5</c:v>
                </c:pt>
                <c:pt idx="608">
                  <c:v>5</c:v>
                </c:pt>
                <c:pt idx="609">
                  <c:v>5</c:v>
                </c:pt>
                <c:pt idx="610">
                  <c:v>5</c:v>
                </c:pt>
                <c:pt idx="611">
                  <c:v>5</c:v>
                </c:pt>
                <c:pt idx="612">
                  <c:v>5</c:v>
                </c:pt>
                <c:pt idx="613">
                  <c:v>5</c:v>
                </c:pt>
                <c:pt idx="614">
                  <c:v>5</c:v>
                </c:pt>
                <c:pt idx="615">
                  <c:v>5</c:v>
                </c:pt>
                <c:pt idx="616">
                  <c:v>5</c:v>
                </c:pt>
                <c:pt idx="617">
                  <c:v>5</c:v>
                </c:pt>
                <c:pt idx="618">
                  <c:v>5</c:v>
                </c:pt>
                <c:pt idx="619">
                  <c:v>5</c:v>
                </c:pt>
                <c:pt idx="620">
                  <c:v>5</c:v>
                </c:pt>
                <c:pt idx="621">
                  <c:v>5</c:v>
                </c:pt>
                <c:pt idx="622">
                  <c:v>5</c:v>
                </c:pt>
                <c:pt idx="623">
                  <c:v>5</c:v>
                </c:pt>
                <c:pt idx="624">
                  <c:v>5</c:v>
                </c:pt>
                <c:pt idx="625">
                  <c:v>5</c:v>
                </c:pt>
                <c:pt idx="626">
                  <c:v>5</c:v>
                </c:pt>
                <c:pt idx="627">
                  <c:v>5</c:v>
                </c:pt>
                <c:pt idx="628">
                  <c:v>5</c:v>
                </c:pt>
                <c:pt idx="629">
                  <c:v>5</c:v>
                </c:pt>
                <c:pt idx="630">
                  <c:v>5</c:v>
                </c:pt>
                <c:pt idx="631">
                  <c:v>5</c:v>
                </c:pt>
                <c:pt idx="632">
                  <c:v>5</c:v>
                </c:pt>
                <c:pt idx="633">
                  <c:v>5.25</c:v>
                </c:pt>
                <c:pt idx="634">
                  <c:v>5.25</c:v>
                </c:pt>
                <c:pt idx="635">
                  <c:v>5.25</c:v>
                </c:pt>
                <c:pt idx="636">
                  <c:v>5.25</c:v>
                </c:pt>
                <c:pt idx="637">
                  <c:v>5.25</c:v>
                </c:pt>
                <c:pt idx="638">
                  <c:v>5.25</c:v>
                </c:pt>
                <c:pt idx="639">
                  <c:v>5.25</c:v>
                </c:pt>
                <c:pt idx="640">
                  <c:v>5.25</c:v>
                </c:pt>
                <c:pt idx="641">
                  <c:v>5.25</c:v>
                </c:pt>
                <c:pt idx="642">
                  <c:v>5.25</c:v>
                </c:pt>
                <c:pt idx="643">
                  <c:v>5.25</c:v>
                </c:pt>
                <c:pt idx="644">
                  <c:v>5.25</c:v>
                </c:pt>
                <c:pt idx="645">
                  <c:v>5.25</c:v>
                </c:pt>
                <c:pt idx="646">
                  <c:v>5.25</c:v>
                </c:pt>
                <c:pt idx="647">
                  <c:v>5.25</c:v>
                </c:pt>
                <c:pt idx="648">
                  <c:v>5.25</c:v>
                </c:pt>
                <c:pt idx="649">
                  <c:v>5.25</c:v>
                </c:pt>
                <c:pt idx="650">
                  <c:v>5.25</c:v>
                </c:pt>
                <c:pt idx="651">
                  <c:v>5.25</c:v>
                </c:pt>
                <c:pt idx="652">
                  <c:v>5.25</c:v>
                </c:pt>
                <c:pt idx="653">
                  <c:v>5.25</c:v>
                </c:pt>
                <c:pt idx="654">
                  <c:v>5.25</c:v>
                </c:pt>
                <c:pt idx="655">
                  <c:v>5.25</c:v>
                </c:pt>
                <c:pt idx="656">
                  <c:v>5.25</c:v>
                </c:pt>
                <c:pt idx="657">
                  <c:v>5.25</c:v>
                </c:pt>
                <c:pt idx="658">
                  <c:v>5.25</c:v>
                </c:pt>
                <c:pt idx="659">
                  <c:v>5.25</c:v>
                </c:pt>
                <c:pt idx="660">
                  <c:v>5.25</c:v>
                </c:pt>
                <c:pt idx="661">
                  <c:v>5.25</c:v>
                </c:pt>
                <c:pt idx="662">
                  <c:v>5.25</c:v>
                </c:pt>
                <c:pt idx="663">
                  <c:v>5.75</c:v>
                </c:pt>
                <c:pt idx="664">
                  <c:v>5.75</c:v>
                </c:pt>
                <c:pt idx="665">
                  <c:v>5.75</c:v>
                </c:pt>
                <c:pt idx="666">
                  <c:v>5.75</c:v>
                </c:pt>
                <c:pt idx="667">
                  <c:v>5.75</c:v>
                </c:pt>
                <c:pt idx="668">
                  <c:v>5.75</c:v>
                </c:pt>
                <c:pt idx="669">
                  <c:v>5.75</c:v>
                </c:pt>
                <c:pt idx="670">
                  <c:v>5.75</c:v>
                </c:pt>
                <c:pt idx="671">
                  <c:v>5.75</c:v>
                </c:pt>
                <c:pt idx="672">
                  <c:v>5.75</c:v>
                </c:pt>
                <c:pt idx="673">
                  <c:v>5.75</c:v>
                </c:pt>
                <c:pt idx="674">
                  <c:v>5.75</c:v>
                </c:pt>
                <c:pt idx="675">
                  <c:v>5.75</c:v>
                </c:pt>
                <c:pt idx="676">
                  <c:v>5.75</c:v>
                </c:pt>
                <c:pt idx="677">
                  <c:v>5.75</c:v>
                </c:pt>
                <c:pt idx="678">
                  <c:v>5.75</c:v>
                </c:pt>
                <c:pt idx="679">
                  <c:v>5.75</c:v>
                </c:pt>
                <c:pt idx="680">
                  <c:v>5.75</c:v>
                </c:pt>
                <c:pt idx="681">
                  <c:v>5.75</c:v>
                </c:pt>
                <c:pt idx="682">
                  <c:v>5.75</c:v>
                </c:pt>
                <c:pt idx="683">
                  <c:v>5.75</c:v>
                </c:pt>
                <c:pt idx="684">
                  <c:v>5.75</c:v>
                </c:pt>
                <c:pt idx="685">
                  <c:v>5.75</c:v>
                </c:pt>
                <c:pt idx="686">
                  <c:v>5.75</c:v>
                </c:pt>
                <c:pt idx="687">
                  <c:v>5.75</c:v>
                </c:pt>
                <c:pt idx="688">
                  <c:v>5.75</c:v>
                </c:pt>
                <c:pt idx="689">
                  <c:v>5.75</c:v>
                </c:pt>
                <c:pt idx="690">
                  <c:v>5.75</c:v>
                </c:pt>
                <c:pt idx="691">
                  <c:v>5.75</c:v>
                </c:pt>
                <c:pt idx="692">
                  <c:v>5.75</c:v>
                </c:pt>
                <c:pt idx="693">
                  <c:v>6</c:v>
                </c:pt>
                <c:pt idx="694">
                  <c:v>6</c:v>
                </c:pt>
                <c:pt idx="695">
                  <c:v>6</c:v>
                </c:pt>
                <c:pt idx="696">
                  <c:v>6</c:v>
                </c:pt>
                <c:pt idx="697">
                  <c:v>6</c:v>
                </c:pt>
                <c:pt idx="698">
                  <c:v>6</c:v>
                </c:pt>
                <c:pt idx="699">
                  <c:v>6</c:v>
                </c:pt>
                <c:pt idx="700">
                  <c:v>6</c:v>
                </c:pt>
                <c:pt idx="701">
                  <c:v>6</c:v>
                </c:pt>
                <c:pt idx="702">
                  <c:v>6</c:v>
                </c:pt>
                <c:pt idx="703">
                  <c:v>6</c:v>
                </c:pt>
                <c:pt idx="704">
                  <c:v>6</c:v>
                </c:pt>
                <c:pt idx="705">
                  <c:v>6</c:v>
                </c:pt>
                <c:pt idx="706">
                  <c:v>6</c:v>
                </c:pt>
                <c:pt idx="707">
                  <c:v>6</c:v>
                </c:pt>
                <c:pt idx="708">
                  <c:v>6</c:v>
                </c:pt>
                <c:pt idx="709">
                  <c:v>6</c:v>
                </c:pt>
                <c:pt idx="710">
                  <c:v>6</c:v>
                </c:pt>
                <c:pt idx="711">
                  <c:v>6</c:v>
                </c:pt>
                <c:pt idx="712">
                  <c:v>6</c:v>
                </c:pt>
                <c:pt idx="713">
                  <c:v>6</c:v>
                </c:pt>
                <c:pt idx="714">
                  <c:v>6</c:v>
                </c:pt>
                <c:pt idx="715">
                  <c:v>6</c:v>
                </c:pt>
                <c:pt idx="716">
                  <c:v>6</c:v>
                </c:pt>
                <c:pt idx="717">
                  <c:v>6</c:v>
                </c:pt>
                <c:pt idx="718">
                  <c:v>6</c:v>
                </c:pt>
                <c:pt idx="719">
                  <c:v>6</c:v>
                </c:pt>
                <c:pt idx="720">
                  <c:v>6</c:v>
                </c:pt>
                <c:pt idx="721">
                  <c:v>6</c:v>
                </c:pt>
                <c:pt idx="722">
                  <c:v>6</c:v>
                </c:pt>
                <c:pt idx="723">
                  <c:v>6</c:v>
                </c:pt>
                <c:pt idx="724">
                  <c:v>6</c:v>
                </c:pt>
                <c:pt idx="725">
                  <c:v>6</c:v>
                </c:pt>
                <c:pt idx="726">
                  <c:v>6</c:v>
                </c:pt>
                <c:pt idx="727">
                  <c:v>6</c:v>
                </c:pt>
                <c:pt idx="728">
                  <c:v>6</c:v>
                </c:pt>
                <c:pt idx="729">
                  <c:v>6</c:v>
                </c:pt>
                <c:pt idx="730">
                  <c:v>6</c:v>
                </c:pt>
                <c:pt idx="731">
                  <c:v>6</c:v>
                </c:pt>
                <c:pt idx="732">
                  <c:v>6</c:v>
                </c:pt>
                <c:pt idx="733">
                  <c:v>6</c:v>
                </c:pt>
                <c:pt idx="734">
                  <c:v>6</c:v>
                </c:pt>
                <c:pt idx="735">
                  <c:v>6</c:v>
                </c:pt>
                <c:pt idx="736">
                  <c:v>6</c:v>
                </c:pt>
                <c:pt idx="737">
                  <c:v>6</c:v>
                </c:pt>
                <c:pt idx="738">
                  <c:v>6</c:v>
                </c:pt>
                <c:pt idx="739">
                  <c:v>6</c:v>
                </c:pt>
                <c:pt idx="740">
                  <c:v>6</c:v>
                </c:pt>
                <c:pt idx="741">
                  <c:v>6</c:v>
                </c:pt>
                <c:pt idx="742">
                  <c:v>6</c:v>
                </c:pt>
                <c:pt idx="743">
                  <c:v>6</c:v>
                </c:pt>
                <c:pt idx="744">
                  <c:v>6</c:v>
                </c:pt>
                <c:pt idx="745">
                  <c:v>6</c:v>
                </c:pt>
                <c:pt idx="746">
                  <c:v>6</c:v>
                </c:pt>
                <c:pt idx="747">
                  <c:v>6</c:v>
                </c:pt>
                <c:pt idx="748">
                  <c:v>6</c:v>
                </c:pt>
                <c:pt idx="749">
                  <c:v>6</c:v>
                </c:pt>
                <c:pt idx="750">
                  <c:v>6</c:v>
                </c:pt>
                <c:pt idx="751">
                  <c:v>6</c:v>
                </c:pt>
                <c:pt idx="752">
                  <c:v>6</c:v>
                </c:pt>
                <c:pt idx="753">
                  <c:v>6</c:v>
                </c:pt>
                <c:pt idx="754">
                  <c:v>6</c:v>
                </c:pt>
                <c:pt idx="755">
                  <c:v>6</c:v>
                </c:pt>
                <c:pt idx="756">
                  <c:v>6</c:v>
                </c:pt>
                <c:pt idx="757">
                  <c:v>6</c:v>
                </c:pt>
                <c:pt idx="758">
                  <c:v>6</c:v>
                </c:pt>
                <c:pt idx="759">
                  <c:v>6</c:v>
                </c:pt>
                <c:pt idx="760">
                  <c:v>6</c:v>
                </c:pt>
                <c:pt idx="761">
                  <c:v>6</c:v>
                </c:pt>
                <c:pt idx="762">
                  <c:v>6</c:v>
                </c:pt>
                <c:pt idx="763">
                  <c:v>6</c:v>
                </c:pt>
                <c:pt idx="764">
                  <c:v>6</c:v>
                </c:pt>
                <c:pt idx="765">
                  <c:v>6</c:v>
                </c:pt>
                <c:pt idx="766">
                  <c:v>6</c:v>
                </c:pt>
                <c:pt idx="767">
                  <c:v>6</c:v>
                </c:pt>
                <c:pt idx="768">
                  <c:v>6</c:v>
                </c:pt>
                <c:pt idx="769">
                  <c:v>6</c:v>
                </c:pt>
                <c:pt idx="770">
                  <c:v>6</c:v>
                </c:pt>
                <c:pt idx="771">
                  <c:v>6</c:v>
                </c:pt>
                <c:pt idx="772">
                  <c:v>6</c:v>
                </c:pt>
                <c:pt idx="773">
                  <c:v>5.5</c:v>
                </c:pt>
                <c:pt idx="774">
                  <c:v>5.5</c:v>
                </c:pt>
                <c:pt idx="775">
                  <c:v>5.5</c:v>
                </c:pt>
                <c:pt idx="776">
                  <c:v>5.5</c:v>
                </c:pt>
                <c:pt idx="777">
                  <c:v>5.5</c:v>
                </c:pt>
                <c:pt idx="778">
                  <c:v>5.5</c:v>
                </c:pt>
                <c:pt idx="779">
                  <c:v>5.5</c:v>
                </c:pt>
                <c:pt idx="780">
                  <c:v>5.5</c:v>
                </c:pt>
                <c:pt idx="781">
                  <c:v>5.5</c:v>
                </c:pt>
                <c:pt idx="782">
                  <c:v>5.5</c:v>
                </c:pt>
                <c:pt idx="783">
                  <c:v>5.5</c:v>
                </c:pt>
                <c:pt idx="784">
                  <c:v>5.5</c:v>
                </c:pt>
                <c:pt idx="785">
                  <c:v>5.5</c:v>
                </c:pt>
                <c:pt idx="786">
                  <c:v>5.5</c:v>
                </c:pt>
                <c:pt idx="787">
                  <c:v>5.5</c:v>
                </c:pt>
                <c:pt idx="788">
                  <c:v>5.5</c:v>
                </c:pt>
                <c:pt idx="789">
                  <c:v>5.5</c:v>
                </c:pt>
                <c:pt idx="790">
                  <c:v>5.5</c:v>
                </c:pt>
                <c:pt idx="791">
                  <c:v>5.5</c:v>
                </c:pt>
                <c:pt idx="792">
                  <c:v>5.5</c:v>
                </c:pt>
                <c:pt idx="793">
                  <c:v>5.5</c:v>
                </c:pt>
                <c:pt idx="794">
                  <c:v>5.5</c:v>
                </c:pt>
                <c:pt idx="795">
                  <c:v>5.5</c:v>
                </c:pt>
                <c:pt idx="796">
                  <c:v>5.5</c:v>
                </c:pt>
                <c:pt idx="797">
                  <c:v>5.5</c:v>
                </c:pt>
                <c:pt idx="798">
                  <c:v>5.5</c:v>
                </c:pt>
                <c:pt idx="799">
                  <c:v>5.5</c:v>
                </c:pt>
                <c:pt idx="800">
                  <c:v>5.5</c:v>
                </c:pt>
                <c:pt idx="801">
                  <c:v>5.5</c:v>
                </c:pt>
                <c:pt idx="802">
                  <c:v>5.5</c:v>
                </c:pt>
                <c:pt idx="803">
                  <c:v>5</c:v>
                </c:pt>
                <c:pt idx="804">
                  <c:v>5</c:v>
                </c:pt>
                <c:pt idx="805">
                  <c:v>5</c:v>
                </c:pt>
                <c:pt idx="806">
                  <c:v>5</c:v>
                </c:pt>
                <c:pt idx="807">
                  <c:v>5</c:v>
                </c:pt>
                <c:pt idx="808">
                  <c:v>5</c:v>
                </c:pt>
                <c:pt idx="809">
                  <c:v>5</c:v>
                </c:pt>
                <c:pt idx="810">
                  <c:v>5</c:v>
                </c:pt>
                <c:pt idx="811">
                  <c:v>5</c:v>
                </c:pt>
                <c:pt idx="812">
                  <c:v>5</c:v>
                </c:pt>
                <c:pt idx="813">
                  <c:v>5</c:v>
                </c:pt>
                <c:pt idx="814">
                  <c:v>5</c:v>
                </c:pt>
                <c:pt idx="815">
                  <c:v>5</c:v>
                </c:pt>
                <c:pt idx="816">
                  <c:v>5</c:v>
                </c:pt>
                <c:pt idx="817">
                  <c:v>5</c:v>
                </c:pt>
                <c:pt idx="818">
                  <c:v>5</c:v>
                </c:pt>
                <c:pt idx="819">
                  <c:v>5</c:v>
                </c:pt>
                <c:pt idx="820">
                  <c:v>5</c:v>
                </c:pt>
                <c:pt idx="821">
                  <c:v>5</c:v>
                </c:pt>
                <c:pt idx="822">
                  <c:v>5</c:v>
                </c:pt>
                <c:pt idx="823">
                  <c:v>5</c:v>
                </c:pt>
                <c:pt idx="824">
                  <c:v>5</c:v>
                </c:pt>
                <c:pt idx="825">
                  <c:v>5</c:v>
                </c:pt>
                <c:pt idx="826">
                  <c:v>5</c:v>
                </c:pt>
                <c:pt idx="827">
                  <c:v>5</c:v>
                </c:pt>
                <c:pt idx="828">
                  <c:v>4.75</c:v>
                </c:pt>
                <c:pt idx="829">
                  <c:v>4.75</c:v>
                </c:pt>
                <c:pt idx="830">
                  <c:v>4.75</c:v>
                </c:pt>
                <c:pt idx="831">
                  <c:v>4.75</c:v>
                </c:pt>
                <c:pt idx="832">
                  <c:v>4.75</c:v>
                </c:pt>
                <c:pt idx="833">
                  <c:v>4.75</c:v>
                </c:pt>
                <c:pt idx="834">
                  <c:v>4.75</c:v>
                </c:pt>
                <c:pt idx="835">
                  <c:v>4.75</c:v>
                </c:pt>
                <c:pt idx="836">
                  <c:v>4.75</c:v>
                </c:pt>
                <c:pt idx="837">
                  <c:v>4.75</c:v>
                </c:pt>
                <c:pt idx="838">
                  <c:v>4.75</c:v>
                </c:pt>
                <c:pt idx="839">
                  <c:v>4.75</c:v>
                </c:pt>
                <c:pt idx="840">
                  <c:v>4.75</c:v>
                </c:pt>
                <c:pt idx="841">
                  <c:v>4.75</c:v>
                </c:pt>
                <c:pt idx="842">
                  <c:v>4.75</c:v>
                </c:pt>
                <c:pt idx="843">
                  <c:v>4.75</c:v>
                </c:pt>
                <c:pt idx="844">
                  <c:v>4.75</c:v>
                </c:pt>
                <c:pt idx="845">
                  <c:v>4.75</c:v>
                </c:pt>
                <c:pt idx="846">
                  <c:v>4.75</c:v>
                </c:pt>
                <c:pt idx="847">
                  <c:v>4.75</c:v>
                </c:pt>
                <c:pt idx="848">
                  <c:v>4.75</c:v>
                </c:pt>
                <c:pt idx="849">
                  <c:v>4.75</c:v>
                </c:pt>
                <c:pt idx="850">
                  <c:v>4.75</c:v>
                </c:pt>
                <c:pt idx="851">
                  <c:v>4.75</c:v>
                </c:pt>
                <c:pt idx="852">
                  <c:v>4.75</c:v>
                </c:pt>
                <c:pt idx="853">
                  <c:v>4.75</c:v>
                </c:pt>
                <c:pt idx="854">
                  <c:v>4.75</c:v>
                </c:pt>
                <c:pt idx="855">
                  <c:v>4.75</c:v>
                </c:pt>
                <c:pt idx="856">
                  <c:v>4.75</c:v>
                </c:pt>
                <c:pt idx="857">
                  <c:v>4.75</c:v>
                </c:pt>
                <c:pt idx="858">
                  <c:v>4.5</c:v>
                </c:pt>
                <c:pt idx="859">
                  <c:v>4.5</c:v>
                </c:pt>
                <c:pt idx="860">
                  <c:v>4.5</c:v>
                </c:pt>
                <c:pt idx="861">
                  <c:v>4.5</c:v>
                </c:pt>
                <c:pt idx="862">
                  <c:v>4.5</c:v>
                </c:pt>
                <c:pt idx="863">
                  <c:v>4.5</c:v>
                </c:pt>
                <c:pt idx="864">
                  <c:v>4.5</c:v>
                </c:pt>
                <c:pt idx="865">
                  <c:v>4.5</c:v>
                </c:pt>
                <c:pt idx="866">
                  <c:v>4.5</c:v>
                </c:pt>
                <c:pt idx="867">
                  <c:v>4.5</c:v>
                </c:pt>
                <c:pt idx="868">
                  <c:v>4.5</c:v>
                </c:pt>
                <c:pt idx="869">
                  <c:v>4.5</c:v>
                </c:pt>
                <c:pt idx="870">
                  <c:v>4.5</c:v>
                </c:pt>
                <c:pt idx="871">
                  <c:v>4.5</c:v>
                </c:pt>
                <c:pt idx="872">
                  <c:v>4.5</c:v>
                </c:pt>
                <c:pt idx="873">
                  <c:v>4.5</c:v>
                </c:pt>
                <c:pt idx="874">
                  <c:v>4.5</c:v>
                </c:pt>
                <c:pt idx="875">
                  <c:v>4.5</c:v>
                </c:pt>
                <c:pt idx="876">
                  <c:v>4.5</c:v>
                </c:pt>
                <c:pt idx="877">
                  <c:v>4.5</c:v>
                </c:pt>
                <c:pt idx="878">
                  <c:v>4.5</c:v>
                </c:pt>
                <c:pt idx="879">
                  <c:v>4.5</c:v>
                </c:pt>
                <c:pt idx="880">
                  <c:v>4.5</c:v>
                </c:pt>
                <c:pt idx="881">
                  <c:v>4.5</c:v>
                </c:pt>
                <c:pt idx="882">
                  <c:v>4.5</c:v>
                </c:pt>
                <c:pt idx="883">
                  <c:v>4.5</c:v>
                </c:pt>
                <c:pt idx="884">
                  <c:v>4.5</c:v>
                </c:pt>
                <c:pt idx="885">
                  <c:v>4.5</c:v>
                </c:pt>
                <c:pt idx="886">
                  <c:v>4.5</c:v>
                </c:pt>
                <c:pt idx="887">
                  <c:v>4.5</c:v>
                </c:pt>
                <c:pt idx="888">
                  <c:v>4.25</c:v>
                </c:pt>
                <c:pt idx="889">
                  <c:v>4.25</c:v>
                </c:pt>
                <c:pt idx="890">
                  <c:v>4.25</c:v>
                </c:pt>
                <c:pt idx="891">
                  <c:v>4.25</c:v>
                </c:pt>
                <c:pt idx="892">
                  <c:v>4.25</c:v>
                </c:pt>
                <c:pt idx="893">
                  <c:v>4.25</c:v>
                </c:pt>
                <c:pt idx="894">
                  <c:v>4.25</c:v>
                </c:pt>
                <c:pt idx="895">
                  <c:v>4.25</c:v>
                </c:pt>
                <c:pt idx="896">
                  <c:v>4.25</c:v>
                </c:pt>
                <c:pt idx="897">
                  <c:v>4.25</c:v>
                </c:pt>
                <c:pt idx="898">
                  <c:v>4.25</c:v>
                </c:pt>
                <c:pt idx="899">
                  <c:v>4.25</c:v>
                </c:pt>
                <c:pt idx="900">
                  <c:v>4.25</c:v>
                </c:pt>
                <c:pt idx="901">
                  <c:v>4.25</c:v>
                </c:pt>
                <c:pt idx="902">
                  <c:v>4.25</c:v>
                </c:pt>
                <c:pt idx="903">
                  <c:v>4.25</c:v>
                </c:pt>
                <c:pt idx="904">
                  <c:v>4.25</c:v>
                </c:pt>
                <c:pt idx="905">
                  <c:v>4.25</c:v>
                </c:pt>
                <c:pt idx="906">
                  <c:v>4.25</c:v>
                </c:pt>
                <c:pt idx="907">
                  <c:v>4.25</c:v>
                </c:pt>
                <c:pt idx="908">
                  <c:v>4.25</c:v>
                </c:pt>
                <c:pt idx="909">
                  <c:v>4.25</c:v>
                </c:pt>
                <c:pt idx="910">
                  <c:v>4.25</c:v>
                </c:pt>
                <c:pt idx="911">
                  <c:v>4.25</c:v>
                </c:pt>
                <c:pt idx="912">
                  <c:v>4.25</c:v>
                </c:pt>
                <c:pt idx="913">
                  <c:v>4.25</c:v>
                </c:pt>
                <c:pt idx="914">
                  <c:v>4.25</c:v>
                </c:pt>
                <c:pt idx="915">
                  <c:v>4.25</c:v>
                </c:pt>
                <c:pt idx="916">
                  <c:v>4.25</c:v>
                </c:pt>
                <c:pt idx="917">
                  <c:v>4.25</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4.25</c:v>
                </c:pt>
                <c:pt idx="1364">
                  <c:v>4.25</c:v>
                </c:pt>
                <c:pt idx="1365">
                  <c:v>4.25</c:v>
                </c:pt>
                <c:pt idx="1366">
                  <c:v>4.25</c:v>
                </c:pt>
                <c:pt idx="1367">
                  <c:v>4.25</c:v>
                </c:pt>
                <c:pt idx="1368">
                  <c:v>4.25</c:v>
                </c:pt>
                <c:pt idx="1369">
                  <c:v>4.25</c:v>
                </c:pt>
                <c:pt idx="1370">
                  <c:v>4.25</c:v>
                </c:pt>
                <c:pt idx="1371">
                  <c:v>4.25</c:v>
                </c:pt>
                <c:pt idx="1372">
                  <c:v>4.25</c:v>
                </c:pt>
                <c:pt idx="1373">
                  <c:v>4.25</c:v>
                </c:pt>
                <c:pt idx="1374">
                  <c:v>4.25</c:v>
                </c:pt>
                <c:pt idx="1375">
                  <c:v>4.25</c:v>
                </c:pt>
                <c:pt idx="1376">
                  <c:v>4.25</c:v>
                </c:pt>
                <c:pt idx="1377">
                  <c:v>4.25</c:v>
                </c:pt>
                <c:pt idx="1378">
                  <c:v>4.25</c:v>
                </c:pt>
                <c:pt idx="1379">
                  <c:v>4.25</c:v>
                </c:pt>
                <c:pt idx="1380">
                  <c:v>4.25</c:v>
                </c:pt>
                <c:pt idx="1381">
                  <c:v>4.25</c:v>
                </c:pt>
                <c:pt idx="1382">
                  <c:v>4.25</c:v>
                </c:pt>
                <c:pt idx="1383">
                  <c:v>4.25</c:v>
                </c:pt>
                <c:pt idx="1384">
                  <c:v>4.25</c:v>
                </c:pt>
                <c:pt idx="1385">
                  <c:v>4.25</c:v>
                </c:pt>
                <c:pt idx="1386">
                  <c:v>4.25</c:v>
                </c:pt>
                <c:pt idx="1387">
                  <c:v>4.25</c:v>
                </c:pt>
                <c:pt idx="1388">
                  <c:v>4.25</c:v>
                </c:pt>
                <c:pt idx="1389">
                  <c:v>4.25</c:v>
                </c:pt>
                <c:pt idx="1390">
                  <c:v>4.25</c:v>
                </c:pt>
                <c:pt idx="1391">
                  <c:v>4.25</c:v>
                </c:pt>
                <c:pt idx="1392">
                  <c:v>4.25</c:v>
                </c:pt>
                <c:pt idx="1393">
                  <c:v>4.5</c:v>
                </c:pt>
                <c:pt idx="1394">
                  <c:v>4.5</c:v>
                </c:pt>
                <c:pt idx="1395">
                  <c:v>4.5</c:v>
                </c:pt>
                <c:pt idx="1396">
                  <c:v>4.5</c:v>
                </c:pt>
                <c:pt idx="1397">
                  <c:v>4.5</c:v>
                </c:pt>
                <c:pt idx="1398">
                  <c:v>4.5</c:v>
                </c:pt>
                <c:pt idx="1399">
                  <c:v>4.5</c:v>
                </c:pt>
                <c:pt idx="1400">
                  <c:v>4.5</c:v>
                </c:pt>
                <c:pt idx="1401">
                  <c:v>4.5</c:v>
                </c:pt>
                <c:pt idx="1402">
                  <c:v>4.5</c:v>
                </c:pt>
                <c:pt idx="1403">
                  <c:v>4.5</c:v>
                </c:pt>
                <c:pt idx="1404">
                  <c:v>4.5</c:v>
                </c:pt>
                <c:pt idx="1405">
                  <c:v>4.5</c:v>
                </c:pt>
                <c:pt idx="1406">
                  <c:v>4.5</c:v>
                </c:pt>
                <c:pt idx="1407">
                  <c:v>4.5</c:v>
                </c:pt>
                <c:pt idx="1408">
                  <c:v>4.5</c:v>
                </c:pt>
                <c:pt idx="1409">
                  <c:v>4.5</c:v>
                </c:pt>
                <c:pt idx="1410">
                  <c:v>4.5</c:v>
                </c:pt>
                <c:pt idx="1411">
                  <c:v>4.5</c:v>
                </c:pt>
                <c:pt idx="1412">
                  <c:v>4.5</c:v>
                </c:pt>
                <c:pt idx="1413">
                  <c:v>4.5</c:v>
                </c:pt>
                <c:pt idx="1414">
                  <c:v>4.5</c:v>
                </c:pt>
                <c:pt idx="1415">
                  <c:v>4.5</c:v>
                </c:pt>
                <c:pt idx="1416">
                  <c:v>4.5</c:v>
                </c:pt>
                <c:pt idx="1417">
                  <c:v>4.5</c:v>
                </c:pt>
                <c:pt idx="1418">
                  <c:v>4.5</c:v>
                </c:pt>
                <c:pt idx="1419">
                  <c:v>4.5</c:v>
                </c:pt>
                <c:pt idx="1420">
                  <c:v>4.5</c:v>
                </c:pt>
                <c:pt idx="1421">
                  <c:v>4.5</c:v>
                </c:pt>
                <c:pt idx="1422">
                  <c:v>4.5</c:v>
                </c:pt>
                <c:pt idx="1423">
                  <c:v>4.5</c:v>
                </c:pt>
                <c:pt idx="1424">
                  <c:v>4.5</c:v>
                </c:pt>
                <c:pt idx="1425">
                  <c:v>4.5</c:v>
                </c:pt>
                <c:pt idx="1426">
                  <c:v>4.5</c:v>
                </c:pt>
                <c:pt idx="1427">
                  <c:v>4.5</c:v>
                </c:pt>
                <c:pt idx="1428">
                  <c:v>4.5</c:v>
                </c:pt>
                <c:pt idx="1429">
                  <c:v>4.5</c:v>
                </c:pt>
                <c:pt idx="1430">
                  <c:v>4.5</c:v>
                </c:pt>
                <c:pt idx="1431">
                  <c:v>4.5</c:v>
                </c:pt>
                <c:pt idx="1432">
                  <c:v>4.5</c:v>
                </c:pt>
                <c:pt idx="1433">
                  <c:v>4.5</c:v>
                </c:pt>
                <c:pt idx="1434">
                  <c:v>4.5</c:v>
                </c:pt>
                <c:pt idx="1435">
                  <c:v>4.5</c:v>
                </c:pt>
                <c:pt idx="1436">
                  <c:v>4.5</c:v>
                </c:pt>
                <c:pt idx="1437">
                  <c:v>4.5</c:v>
                </c:pt>
                <c:pt idx="1438">
                  <c:v>4.5</c:v>
                </c:pt>
                <c:pt idx="1439">
                  <c:v>4.5</c:v>
                </c:pt>
                <c:pt idx="1440">
                  <c:v>4.5</c:v>
                </c:pt>
                <c:pt idx="1441">
                  <c:v>4.5</c:v>
                </c:pt>
                <c:pt idx="1442">
                  <c:v>4.5</c:v>
                </c:pt>
                <c:pt idx="1443">
                  <c:v>4.5</c:v>
                </c:pt>
                <c:pt idx="1444">
                  <c:v>4.5</c:v>
                </c:pt>
                <c:pt idx="1445">
                  <c:v>4.5</c:v>
                </c:pt>
                <c:pt idx="1446">
                  <c:v>4.5</c:v>
                </c:pt>
                <c:pt idx="1447">
                  <c:v>4.5</c:v>
                </c:pt>
                <c:pt idx="1448">
                  <c:v>4.5</c:v>
                </c:pt>
                <c:pt idx="1449">
                  <c:v>4.5</c:v>
                </c:pt>
                <c:pt idx="1450">
                  <c:v>4.5</c:v>
                </c:pt>
                <c:pt idx="1451">
                  <c:v>4.5</c:v>
                </c:pt>
                <c:pt idx="1452">
                  <c:v>4.5</c:v>
                </c:pt>
                <c:pt idx="1453">
                  <c:v>4.5</c:v>
                </c:pt>
                <c:pt idx="1454">
                  <c:v>4.5</c:v>
                </c:pt>
                <c:pt idx="1455">
                  <c:v>4.5</c:v>
                </c:pt>
                <c:pt idx="1456">
                  <c:v>4.5</c:v>
                </c:pt>
                <c:pt idx="1457">
                  <c:v>4.5</c:v>
                </c:pt>
                <c:pt idx="1458">
                  <c:v>4.5</c:v>
                </c:pt>
                <c:pt idx="1459">
                  <c:v>4.5</c:v>
                </c:pt>
                <c:pt idx="1460">
                  <c:v>4.5</c:v>
                </c:pt>
                <c:pt idx="1461">
                  <c:v>4.5</c:v>
                </c:pt>
                <c:pt idx="1462">
                  <c:v>4.5</c:v>
                </c:pt>
                <c:pt idx="1463">
                  <c:v>4.5</c:v>
                </c:pt>
                <c:pt idx="1464">
                  <c:v>4.5</c:v>
                </c:pt>
                <c:pt idx="1465">
                  <c:v>4.5</c:v>
                </c:pt>
                <c:pt idx="1466">
                  <c:v>4.5</c:v>
                </c:pt>
                <c:pt idx="1467">
                  <c:v>4.5</c:v>
                </c:pt>
                <c:pt idx="1468">
                  <c:v>4.5</c:v>
                </c:pt>
                <c:pt idx="1469">
                  <c:v>4.5</c:v>
                </c:pt>
                <c:pt idx="1470">
                  <c:v>4.5</c:v>
                </c:pt>
                <c:pt idx="1471">
                  <c:v>4.5</c:v>
                </c:pt>
                <c:pt idx="1472">
                  <c:v>4.5</c:v>
                </c:pt>
                <c:pt idx="1473">
                  <c:v>4.5</c:v>
                </c:pt>
                <c:pt idx="1474">
                  <c:v>4.5</c:v>
                </c:pt>
                <c:pt idx="1475">
                  <c:v>4.5</c:v>
                </c:pt>
                <c:pt idx="1476">
                  <c:v>4.5</c:v>
                </c:pt>
                <c:pt idx="1477">
                  <c:v>4.5</c:v>
                </c:pt>
                <c:pt idx="1478">
                  <c:v>4.5</c:v>
                </c:pt>
                <c:pt idx="1479">
                  <c:v>4.5</c:v>
                </c:pt>
                <c:pt idx="1480">
                  <c:v>4.5</c:v>
                </c:pt>
                <c:pt idx="1481">
                  <c:v>4.5</c:v>
                </c:pt>
                <c:pt idx="1482">
                  <c:v>4.5</c:v>
                </c:pt>
                <c:pt idx="1483">
                  <c:v>4.5</c:v>
                </c:pt>
                <c:pt idx="1484">
                  <c:v>4.5</c:v>
                </c:pt>
                <c:pt idx="1485">
                  <c:v>4.5</c:v>
                </c:pt>
                <c:pt idx="1486">
                  <c:v>4.5</c:v>
                </c:pt>
                <c:pt idx="1487">
                  <c:v>4.5</c:v>
                </c:pt>
                <c:pt idx="1488">
                  <c:v>4.5</c:v>
                </c:pt>
                <c:pt idx="1489">
                  <c:v>4.5</c:v>
                </c:pt>
                <c:pt idx="1490">
                  <c:v>4.5</c:v>
                </c:pt>
                <c:pt idx="1491">
                  <c:v>4.5</c:v>
                </c:pt>
                <c:pt idx="1492">
                  <c:v>4.5</c:v>
                </c:pt>
                <c:pt idx="1493">
                  <c:v>4.5</c:v>
                </c:pt>
                <c:pt idx="1494">
                  <c:v>4.5</c:v>
                </c:pt>
                <c:pt idx="1495">
                  <c:v>4.5</c:v>
                </c:pt>
                <c:pt idx="1496">
                  <c:v>4.5</c:v>
                </c:pt>
                <c:pt idx="1497">
                  <c:v>4.5</c:v>
                </c:pt>
                <c:pt idx="1498">
                  <c:v>4.5</c:v>
                </c:pt>
                <c:pt idx="1499">
                  <c:v>4.5</c:v>
                </c:pt>
                <c:pt idx="1500">
                  <c:v>4.5</c:v>
                </c:pt>
                <c:pt idx="1501">
                  <c:v>4.5</c:v>
                </c:pt>
                <c:pt idx="1502">
                  <c:v>4.5</c:v>
                </c:pt>
                <c:pt idx="1503">
                  <c:v>4.5</c:v>
                </c:pt>
                <c:pt idx="1504">
                  <c:v>4.5</c:v>
                </c:pt>
                <c:pt idx="1505">
                  <c:v>4.5</c:v>
                </c:pt>
                <c:pt idx="1506">
                  <c:v>4.5</c:v>
                </c:pt>
                <c:pt idx="1507">
                  <c:v>4.5</c:v>
                </c:pt>
                <c:pt idx="1508">
                  <c:v>4.5</c:v>
                </c:pt>
                <c:pt idx="1509">
                  <c:v>4.5</c:v>
                </c:pt>
                <c:pt idx="1510">
                  <c:v>4.5</c:v>
                </c:pt>
                <c:pt idx="1511">
                  <c:v>4.5</c:v>
                </c:pt>
                <c:pt idx="1512">
                  <c:v>4.5</c:v>
                </c:pt>
                <c:pt idx="1513">
                  <c:v>4.5</c:v>
                </c:pt>
                <c:pt idx="1514">
                  <c:v>4.5</c:v>
                </c:pt>
                <c:pt idx="1515">
                  <c:v>4.5</c:v>
                </c:pt>
                <c:pt idx="1516">
                  <c:v>4.5</c:v>
                </c:pt>
                <c:pt idx="1517">
                  <c:v>4.5</c:v>
                </c:pt>
                <c:pt idx="1518">
                  <c:v>4.5</c:v>
                </c:pt>
                <c:pt idx="1519">
                  <c:v>4.5</c:v>
                </c:pt>
                <c:pt idx="1520">
                  <c:v>4.5</c:v>
                </c:pt>
                <c:pt idx="1521">
                  <c:v>4.5</c:v>
                </c:pt>
                <c:pt idx="1522">
                  <c:v>4.5</c:v>
                </c:pt>
                <c:pt idx="1523">
                  <c:v>4.5</c:v>
                </c:pt>
                <c:pt idx="1524">
                  <c:v>4.5</c:v>
                </c:pt>
                <c:pt idx="1525">
                  <c:v>4.5</c:v>
                </c:pt>
                <c:pt idx="1526">
                  <c:v>4.5</c:v>
                </c:pt>
                <c:pt idx="1527">
                  <c:v>4.5</c:v>
                </c:pt>
                <c:pt idx="1528">
                  <c:v>4.5</c:v>
                </c:pt>
                <c:pt idx="1529">
                  <c:v>4.5</c:v>
                </c:pt>
                <c:pt idx="1530">
                  <c:v>4.5</c:v>
                </c:pt>
                <c:pt idx="1531">
                  <c:v>4.5</c:v>
                </c:pt>
                <c:pt idx="1532">
                  <c:v>4.5</c:v>
                </c:pt>
                <c:pt idx="1533">
                  <c:v>4.5</c:v>
                </c:pt>
                <c:pt idx="1534">
                  <c:v>4.5</c:v>
                </c:pt>
                <c:pt idx="1535">
                  <c:v>4.5</c:v>
                </c:pt>
                <c:pt idx="1536">
                  <c:v>4.5</c:v>
                </c:pt>
                <c:pt idx="1537">
                  <c:v>4.5</c:v>
                </c:pt>
                <c:pt idx="1538">
                  <c:v>4.5</c:v>
                </c:pt>
                <c:pt idx="1539">
                  <c:v>4.5</c:v>
                </c:pt>
                <c:pt idx="1540">
                  <c:v>4.5</c:v>
                </c:pt>
                <c:pt idx="1541">
                  <c:v>4.5</c:v>
                </c:pt>
                <c:pt idx="1542">
                  <c:v>4.5</c:v>
                </c:pt>
                <c:pt idx="1543">
                  <c:v>4.5</c:v>
                </c:pt>
                <c:pt idx="1544">
                  <c:v>4.5</c:v>
                </c:pt>
                <c:pt idx="1545">
                  <c:v>4.5</c:v>
                </c:pt>
                <c:pt idx="1546">
                  <c:v>4.5</c:v>
                </c:pt>
                <c:pt idx="1547">
                  <c:v>4.5</c:v>
                </c:pt>
                <c:pt idx="1548">
                  <c:v>4.5</c:v>
                </c:pt>
                <c:pt idx="1549">
                  <c:v>4.5</c:v>
                </c:pt>
                <c:pt idx="1550">
                  <c:v>4.5</c:v>
                </c:pt>
                <c:pt idx="1551">
                  <c:v>4.5</c:v>
                </c:pt>
                <c:pt idx="1552">
                  <c:v>4.5</c:v>
                </c:pt>
                <c:pt idx="1553">
                  <c:v>4.5</c:v>
                </c:pt>
                <c:pt idx="1554">
                  <c:v>4.5</c:v>
                </c:pt>
                <c:pt idx="1555">
                  <c:v>4.5</c:v>
                </c:pt>
                <c:pt idx="1556">
                  <c:v>4.5</c:v>
                </c:pt>
                <c:pt idx="1557">
                  <c:v>4.5</c:v>
                </c:pt>
                <c:pt idx="1558">
                  <c:v>4.5</c:v>
                </c:pt>
                <c:pt idx="1559">
                  <c:v>4.5</c:v>
                </c:pt>
                <c:pt idx="1560">
                  <c:v>4.5</c:v>
                </c:pt>
                <c:pt idx="1561">
                  <c:v>4.5</c:v>
                </c:pt>
                <c:pt idx="1562">
                  <c:v>4.5</c:v>
                </c:pt>
                <c:pt idx="1563">
                  <c:v>4.5</c:v>
                </c:pt>
                <c:pt idx="1564">
                  <c:v>4.5</c:v>
                </c:pt>
                <c:pt idx="1565">
                  <c:v>4.5</c:v>
                </c:pt>
                <c:pt idx="1566">
                  <c:v>4.5</c:v>
                </c:pt>
                <c:pt idx="1567">
                  <c:v>4.5</c:v>
                </c:pt>
                <c:pt idx="1568">
                  <c:v>4.5</c:v>
                </c:pt>
                <c:pt idx="1569">
                  <c:v>4.5</c:v>
                </c:pt>
                <c:pt idx="1570">
                  <c:v>4.5</c:v>
                </c:pt>
                <c:pt idx="1571">
                  <c:v>4.5</c:v>
                </c:pt>
                <c:pt idx="1572">
                  <c:v>4.5</c:v>
                </c:pt>
                <c:pt idx="1573">
                  <c:v>4.5</c:v>
                </c:pt>
                <c:pt idx="1574">
                  <c:v>4.5</c:v>
                </c:pt>
                <c:pt idx="1575">
                  <c:v>4.5</c:v>
                </c:pt>
                <c:pt idx="1576">
                  <c:v>4.5</c:v>
                </c:pt>
                <c:pt idx="1577">
                  <c:v>4.5</c:v>
                </c:pt>
                <c:pt idx="1578">
                  <c:v>4.25</c:v>
                </c:pt>
                <c:pt idx="1579">
                  <c:v>4.25</c:v>
                </c:pt>
                <c:pt idx="1580">
                  <c:v>4.25</c:v>
                </c:pt>
                <c:pt idx="1581">
                  <c:v>4.25</c:v>
                </c:pt>
                <c:pt idx="1582">
                  <c:v>4.25</c:v>
                </c:pt>
                <c:pt idx="1583">
                  <c:v>4.25</c:v>
                </c:pt>
                <c:pt idx="1584">
                  <c:v>4.25</c:v>
                </c:pt>
                <c:pt idx="1585">
                  <c:v>4.25</c:v>
                </c:pt>
                <c:pt idx="1586">
                  <c:v>4.25</c:v>
                </c:pt>
                <c:pt idx="1587">
                  <c:v>4.25</c:v>
                </c:pt>
                <c:pt idx="1588">
                  <c:v>4.25</c:v>
                </c:pt>
                <c:pt idx="1589">
                  <c:v>4.25</c:v>
                </c:pt>
                <c:pt idx="1590">
                  <c:v>4.25</c:v>
                </c:pt>
                <c:pt idx="1591">
                  <c:v>4.25</c:v>
                </c:pt>
                <c:pt idx="1592">
                  <c:v>4.25</c:v>
                </c:pt>
                <c:pt idx="1593">
                  <c:v>4.25</c:v>
                </c:pt>
                <c:pt idx="1594">
                  <c:v>4.25</c:v>
                </c:pt>
                <c:pt idx="1595">
                  <c:v>4.25</c:v>
                </c:pt>
                <c:pt idx="1596">
                  <c:v>4.25</c:v>
                </c:pt>
                <c:pt idx="1597">
                  <c:v>4.25</c:v>
                </c:pt>
                <c:pt idx="1598">
                  <c:v>4.25</c:v>
                </c:pt>
                <c:pt idx="1599">
                  <c:v>4.25</c:v>
                </c:pt>
                <c:pt idx="1600">
                  <c:v>4.25</c:v>
                </c:pt>
                <c:pt idx="1601">
                  <c:v>4.25</c:v>
                </c:pt>
                <c:pt idx="1602">
                  <c:v>4.25</c:v>
                </c:pt>
                <c:pt idx="1603">
                  <c:v>4.25</c:v>
                </c:pt>
                <c:pt idx="1604">
                  <c:v>4.25</c:v>
                </c:pt>
                <c:pt idx="1605">
                  <c:v>4.25</c:v>
                </c:pt>
                <c:pt idx="1606">
                  <c:v>4.25</c:v>
                </c:pt>
                <c:pt idx="1607">
                  <c:v>4.25</c:v>
                </c:pt>
                <c:pt idx="1608">
                  <c:v>4</c:v>
                </c:pt>
                <c:pt idx="1609">
                  <c:v>4</c:v>
                </c:pt>
                <c:pt idx="1610">
                  <c:v>4</c:v>
                </c:pt>
                <c:pt idx="1611">
                  <c:v>4</c:v>
                </c:pt>
                <c:pt idx="1612">
                  <c:v>4</c:v>
                </c:pt>
                <c:pt idx="1613">
                  <c:v>4</c:v>
                </c:pt>
                <c:pt idx="1614">
                  <c:v>4</c:v>
                </c:pt>
                <c:pt idx="1615">
                  <c:v>4</c:v>
                </c:pt>
                <c:pt idx="1616">
                  <c:v>4</c:v>
                </c:pt>
                <c:pt idx="1617">
                  <c:v>4</c:v>
                </c:pt>
                <c:pt idx="1618">
                  <c:v>4</c:v>
                </c:pt>
                <c:pt idx="1619">
                  <c:v>4</c:v>
                </c:pt>
                <c:pt idx="1620">
                  <c:v>4</c:v>
                </c:pt>
                <c:pt idx="1621">
                  <c:v>4</c:v>
                </c:pt>
                <c:pt idx="1622">
                  <c:v>4</c:v>
                </c:pt>
                <c:pt idx="1623">
                  <c:v>4</c:v>
                </c:pt>
                <c:pt idx="1624">
                  <c:v>4</c:v>
                </c:pt>
                <c:pt idx="1625">
                  <c:v>4</c:v>
                </c:pt>
                <c:pt idx="1626">
                  <c:v>4</c:v>
                </c:pt>
                <c:pt idx="1627">
                  <c:v>4</c:v>
                </c:pt>
                <c:pt idx="1628">
                  <c:v>4</c:v>
                </c:pt>
                <c:pt idx="1629">
                  <c:v>4</c:v>
                </c:pt>
                <c:pt idx="1630">
                  <c:v>4</c:v>
                </c:pt>
                <c:pt idx="1631">
                  <c:v>4</c:v>
                </c:pt>
                <c:pt idx="1632">
                  <c:v>4</c:v>
                </c:pt>
                <c:pt idx="1633">
                  <c:v>4</c:v>
                </c:pt>
                <c:pt idx="1634">
                  <c:v>4</c:v>
                </c:pt>
                <c:pt idx="1635">
                  <c:v>4</c:v>
                </c:pt>
                <c:pt idx="1636">
                  <c:v>4</c:v>
                </c:pt>
                <c:pt idx="1637">
                  <c:v>4</c:v>
                </c:pt>
                <c:pt idx="1638">
                  <c:v>4</c:v>
                </c:pt>
                <c:pt idx="1639">
                  <c:v>4</c:v>
                </c:pt>
                <c:pt idx="1640">
                  <c:v>4</c:v>
                </c:pt>
                <c:pt idx="1641">
                  <c:v>4</c:v>
                </c:pt>
                <c:pt idx="1642">
                  <c:v>4</c:v>
                </c:pt>
                <c:pt idx="1643">
                  <c:v>4</c:v>
                </c:pt>
                <c:pt idx="1644">
                  <c:v>4</c:v>
                </c:pt>
                <c:pt idx="1645">
                  <c:v>4</c:v>
                </c:pt>
                <c:pt idx="1646">
                  <c:v>4</c:v>
                </c:pt>
                <c:pt idx="1647">
                  <c:v>4</c:v>
                </c:pt>
                <c:pt idx="1648">
                  <c:v>4</c:v>
                </c:pt>
                <c:pt idx="1649">
                  <c:v>4</c:v>
                </c:pt>
                <c:pt idx="1650">
                  <c:v>4</c:v>
                </c:pt>
                <c:pt idx="1651">
                  <c:v>4</c:v>
                </c:pt>
                <c:pt idx="1652">
                  <c:v>4</c:v>
                </c:pt>
                <c:pt idx="1653">
                  <c:v>4</c:v>
                </c:pt>
                <c:pt idx="1654">
                  <c:v>4</c:v>
                </c:pt>
                <c:pt idx="1655">
                  <c:v>4</c:v>
                </c:pt>
                <c:pt idx="1656">
                  <c:v>4</c:v>
                </c:pt>
                <c:pt idx="1657">
                  <c:v>4</c:v>
                </c:pt>
                <c:pt idx="1658">
                  <c:v>4</c:v>
                </c:pt>
                <c:pt idx="1659">
                  <c:v>4</c:v>
                </c:pt>
                <c:pt idx="1660">
                  <c:v>4</c:v>
                </c:pt>
                <c:pt idx="1661">
                  <c:v>4</c:v>
                </c:pt>
                <c:pt idx="1662">
                  <c:v>4</c:v>
                </c:pt>
                <c:pt idx="1663">
                  <c:v>4</c:v>
                </c:pt>
                <c:pt idx="1664">
                  <c:v>4</c:v>
                </c:pt>
                <c:pt idx="1665">
                  <c:v>4</c:v>
                </c:pt>
                <c:pt idx="1666">
                  <c:v>4</c:v>
                </c:pt>
                <c:pt idx="1667">
                  <c:v>4</c:v>
                </c:pt>
                <c:pt idx="1668">
                  <c:v>4</c:v>
                </c:pt>
                <c:pt idx="1669">
                  <c:v>4</c:v>
                </c:pt>
                <c:pt idx="1670">
                  <c:v>4</c:v>
                </c:pt>
                <c:pt idx="1671">
                  <c:v>4</c:v>
                </c:pt>
                <c:pt idx="1672">
                  <c:v>4</c:v>
                </c:pt>
                <c:pt idx="1673">
                  <c:v>4</c:v>
                </c:pt>
                <c:pt idx="1674">
                  <c:v>4</c:v>
                </c:pt>
                <c:pt idx="1675">
                  <c:v>4</c:v>
                </c:pt>
                <c:pt idx="1676">
                  <c:v>4</c:v>
                </c:pt>
                <c:pt idx="1677">
                  <c:v>4</c:v>
                </c:pt>
                <c:pt idx="1678">
                  <c:v>4</c:v>
                </c:pt>
                <c:pt idx="1679">
                  <c:v>4</c:v>
                </c:pt>
                <c:pt idx="1680">
                  <c:v>4</c:v>
                </c:pt>
                <c:pt idx="1681">
                  <c:v>4</c:v>
                </c:pt>
                <c:pt idx="1682">
                  <c:v>4</c:v>
                </c:pt>
                <c:pt idx="1683">
                  <c:v>4</c:v>
                </c:pt>
                <c:pt idx="1684">
                  <c:v>4</c:v>
                </c:pt>
                <c:pt idx="1685">
                  <c:v>4</c:v>
                </c:pt>
                <c:pt idx="1686">
                  <c:v>4</c:v>
                </c:pt>
                <c:pt idx="1687">
                  <c:v>4</c:v>
                </c:pt>
                <c:pt idx="1688">
                  <c:v>4</c:v>
                </c:pt>
                <c:pt idx="1689">
                  <c:v>4</c:v>
                </c:pt>
                <c:pt idx="1690">
                  <c:v>4</c:v>
                </c:pt>
                <c:pt idx="1691">
                  <c:v>4</c:v>
                </c:pt>
                <c:pt idx="1692">
                  <c:v>4</c:v>
                </c:pt>
                <c:pt idx="1693">
                  <c:v>4</c:v>
                </c:pt>
                <c:pt idx="1694">
                  <c:v>4</c:v>
                </c:pt>
                <c:pt idx="1695">
                  <c:v>4</c:v>
                </c:pt>
                <c:pt idx="1696">
                  <c:v>4</c:v>
                </c:pt>
                <c:pt idx="1697">
                  <c:v>4</c:v>
                </c:pt>
                <c:pt idx="1698">
                  <c:v>4</c:v>
                </c:pt>
                <c:pt idx="1699">
                  <c:v>4</c:v>
                </c:pt>
                <c:pt idx="1700">
                  <c:v>4</c:v>
                </c:pt>
                <c:pt idx="1701">
                  <c:v>4</c:v>
                </c:pt>
                <c:pt idx="1702">
                  <c:v>4</c:v>
                </c:pt>
                <c:pt idx="1703">
                  <c:v>4</c:v>
                </c:pt>
                <c:pt idx="1704">
                  <c:v>4</c:v>
                </c:pt>
                <c:pt idx="1705">
                  <c:v>4</c:v>
                </c:pt>
                <c:pt idx="1706">
                  <c:v>4</c:v>
                </c:pt>
                <c:pt idx="1707">
                  <c:v>4</c:v>
                </c:pt>
                <c:pt idx="1708">
                  <c:v>4</c:v>
                </c:pt>
                <c:pt idx="1709">
                  <c:v>4</c:v>
                </c:pt>
                <c:pt idx="1710">
                  <c:v>4</c:v>
                </c:pt>
                <c:pt idx="1711">
                  <c:v>4</c:v>
                </c:pt>
                <c:pt idx="1712">
                  <c:v>4</c:v>
                </c:pt>
                <c:pt idx="1713">
                  <c:v>3.75</c:v>
                </c:pt>
                <c:pt idx="1714">
                  <c:v>3.75</c:v>
                </c:pt>
                <c:pt idx="1715">
                  <c:v>3.75</c:v>
                </c:pt>
                <c:pt idx="1716">
                  <c:v>3.75</c:v>
                </c:pt>
                <c:pt idx="1717">
                  <c:v>3.75</c:v>
                </c:pt>
                <c:pt idx="1718">
                  <c:v>3.75</c:v>
                </c:pt>
                <c:pt idx="1719">
                  <c:v>3.75</c:v>
                </c:pt>
                <c:pt idx="1720">
                  <c:v>3.75</c:v>
                </c:pt>
                <c:pt idx="1721">
                  <c:v>3.75</c:v>
                </c:pt>
                <c:pt idx="1722">
                  <c:v>3.75</c:v>
                </c:pt>
                <c:pt idx="1723">
                  <c:v>3.75</c:v>
                </c:pt>
                <c:pt idx="1724">
                  <c:v>3.75</c:v>
                </c:pt>
                <c:pt idx="1725">
                  <c:v>3.75</c:v>
                </c:pt>
                <c:pt idx="1726">
                  <c:v>3.75</c:v>
                </c:pt>
                <c:pt idx="1727">
                  <c:v>3.75</c:v>
                </c:pt>
                <c:pt idx="1728">
                  <c:v>3.75</c:v>
                </c:pt>
                <c:pt idx="1729">
                  <c:v>3.75</c:v>
                </c:pt>
                <c:pt idx="1730">
                  <c:v>3.75</c:v>
                </c:pt>
                <c:pt idx="1731">
                  <c:v>3.75</c:v>
                </c:pt>
                <c:pt idx="1732">
                  <c:v>3.75</c:v>
                </c:pt>
                <c:pt idx="1733">
                  <c:v>3.75</c:v>
                </c:pt>
                <c:pt idx="1734">
                  <c:v>3.75</c:v>
                </c:pt>
                <c:pt idx="1735">
                  <c:v>3.75</c:v>
                </c:pt>
                <c:pt idx="1736">
                  <c:v>3.75</c:v>
                </c:pt>
                <c:pt idx="1737">
                  <c:v>3.75</c:v>
                </c:pt>
                <c:pt idx="1738">
                  <c:v>3.75</c:v>
                </c:pt>
                <c:pt idx="1739">
                  <c:v>3.75</c:v>
                </c:pt>
                <c:pt idx="1740">
                  <c:v>3.75</c:v>
                </c:pt>
                <c:pt idx="1741">
                  <c:v>3.75</c:v>
                </c:pt>
                <c:pt idx="1742">
                  <c:v>3.75</c:v>
                </c:pt>
                <c:pt idx="1743">
                  <c:v>3.75</c:v>
                </c:pt>
                <c:pt idx="1744">
                  <c:v>3.75</c:v>
                </c:pt>
                <c:pt idx="1745">
                  <c:v>3.75</c:v>
                </c:pt>
                <c:pt idx="1746">
                  <c:v>3.75</c:v>
                </c:pt>
                <c:pt idx="1747">
                  <c:v>3.75</c:v>
                </c:pt>
                <c:pt idx="1748">
                  <c:v>3.75</c:v>
                </c:pt>
                <c:pt idx="1749">
                  <c:v>3.75</c:v>
                </c:pt>
                <c:pt idx="1750">
                  <c:v>3.75</c:v>
                </c:pt>
                <c:pt idx="1751">
                  <c:v>3.75</c:v>
                </c:pt>
                <c:pt idx="1752">
                  <c:v>3.75</c:v>
                </c:pt>
                <c:pt idx="1753">
                  <c:v>3.75</c:v>
                </c:pt>
                <c:pt idx="1754">
                  <c:v>3.75</c:v>
                </c:pt>
                <c:pt idx="1755">
                  <c:v>3.75</c:v>
                </c:pt>
                <c:pt idx="1756">
                  <c:v>3.75</c:v>
                </c:pt>
                <c:pt idx="1757">
                  <c:v>3.75</c:v>
                </c:pt>
                <c:pt idx="1758">
                  <c:v>3.75</c:v>
                </c:pt>
                <c:pt idx="1759">
                  <c:v>3.75</c:v>
                </c:pt>
                <c:pt idx="1760">
                  <c:v>3.75</c:v>
                </c:pt>
                <c:pt idx="1761">
                  <c:v>3.75</c:v>
                </c:pt>
                <c:pt idx="1762">
                  <c:v>3.75</c:v>
                </c:pt>
                <c:pt idx="1763">
                  <c:v>3.75</c:v>
                </c:pt>
                <c:pt idx="1764">
                  <c:v>3.75</c:v>
                </c:pt>
                <c:pt idx="1765">
                  <c:v>3.75</c:v>
                </c:pt>
                <c:pt idx="1766">
                  <c:v>3.75</c:v>
                </c:pt>
                <c:pt idx="1767">
                  <c:v>3.75</c:v>
                </c:pt>
                <c:pt idx="1768">
                  <c:v>3.75</c:v>
                </c:pt>
                <c:pt idx="1769">
                  <c:v>3.75</c:v>
                </c:pt>
                <c:pt idx="1770">
                  <c:v>3.75</c:v>
                </c:pt>
                <c:pt idx="1771">
                  <c:v>3.75</c:v>
                </c:pt>
                <c:pt idx="1772">
                  <c:v>3.75</c:v>
                </c:pt>
                <c:pt idx="1773">
                  <c:v>3.75</c:v>
                </c:pt>
                <c:pt idx="1774">
                  <c:v>3.75</c:v>
                </c:pt>
                <c:pt idx="1775">
                  <c:v>3.75</c:v>
                </c:pt>
                <c:pt idx="1776">
                  <c:v>3.75</c:v>
                </c:pt>
                <c:pt idx="1777">
                  <c:v>3.75</c:v>
                </c:pt>
                <c:pt idx="1778">
                  <c:v>3.5</c:v>
                </c:pt>
                <c:pt idx="1779">
                  <c:v>3.5</c:v>
                </c:pt>
                <c:pt idx="1780">
                  <c:v>3.5</c:v>
                </c:pt>
                <c:pt idx="1781">
                  <c:v>3.5</c:v>
                </c:pt>
                <c:pt idx="1782">
                  <c:v>3.5</c:v>
                </c:pt>
                <c:pt idx="1783">
                  <c:v>3.5</c:v>
                </c:pt>
                <c:pt idx="1784">
                  <c:v>3.5</c:v>
                </c:pt>
                <c:pt idx="1785">
                  <c:v>3.5</c:v>
                </c:pt>
                <c:pt idx="1786">
                  <c:v>3.5</c:v>
                </c:pt>
                <c:pt idx="1787">
                  <c:v>3.5</c:v>
                </c:pt>
                <c:pt idx="1788">
                  <c:v>3.5</c:v>
                </c:pt>
                <c:pt idx="1789">
                  <c:v>3.5</c:v>
                </c:pt>
                <c:pt idx="1790">
                  <c:v>3.5</c:v>
                </c:pt>
                <c:pt idx="1791">
                  <c:v>3.5</c:v>
                </c:pt>
                <c:pt idx="1792">
                  <c:v>3.5</c:v>
                </c:pt>
                <c:pt idx="1793">
                  <c:v>3.5</c:v>
                </c:pt>
                <c:pt idx="1794">
                  <c:v>3.5</c:v>
                </c:pt>
                <c:pt idx="1795">
                  <c:v>3.5</c:v>
                </c:pt>
                <c:pt idx="1796">
                  <c:v>3.5</c:v>
                </c:pt>
                <c:pt idx="1797">
                  <c:v>3.5</c:v>
                </c:pt>
                <c:pt idx="1798">
                  <c:v>3.5</c:v>
                </c:pt>
                <c:pt idx="1799">
                  <c:v>3.5</c:v>
                </c:pt>
                <c:pt idx="1800">
                  <c:v>3.5</c:v>
                </c:pt>
                <c:pt idx="1801">
                  <c:v>3.5</c:v>
                </c:pt>
                <c:pt idx="1802">
                  <c:v>3.5</c:v>
                </c:pt>
                <c:pt idx="1803">
                  <c:v>3.5</c:v>
                </c:pt>
                <c:pt idx="1804">
                  <c:v>3.5</c:v>
                </c:pt>
                <c:pt idx="1805">
                  <c:v>3.5</c:v>
                </c:pt>
                <c:pt idx="1806">
                  <c:v>3.5</c:v>
                </c:pt>
                <c:pt idx="1807">
                  <c:v>3.5</c:v>
                </c:pt>
                <c:pt idx="1808">
                  <c:v>3.5</c:v>
                </c:pt>
                <c:pt idx="1809">
                  <c:v>3.5</c:v>
                </c:pt>
                <c:pt idx="1810">
                  <c:v>3.5</c:v>
                </c:pt>
                <c:pt idx="1811">
                  <c:v>3.5</c:v>
                </c:pt>
                <c:pt idx="1812">
                  <c:v>3.5</c:v>
                </c:pt>
                <c:pt idx="1813">
                  <c:v>3.5</c:v>
                </c:pt>
                <c:pt idx="1814">
                  <c:v>3.5</c:v>
                </c:pt>
                <c:pt idx="1815">
                  <c:v>3.5</c:v>
                </c:pt>
                <c:pt idx="1816">
                  <c:v>3.5</c:v>
                </c:pt>
                <c:pt idx="1817">
                  <c:v>3.5</c:v>
                </c:pt>
                <c:pt idx="1818">
                  <c:v>3.5</c:v>
                </c:pt>
                <c:pt idx="1819">
                  <c:v>3.5</c:v>
                </c:pt>
                <c:pt idx="1820">
                  <c:v>3.5</c:v>
                </c:pt>
                <c:pt idx="1821">
                  <c:v>3.5</c:v>
                </c:pt>
                <c:pt idx="1822">
                  <c:v>3.5</c:v>
                </c:pt>
                <c:pt idx="1823">
                  <c:v>3.5</c:v>
                </c:pt>
                <c:pt idx="1824">
                  <c:v>3.5</c:v>
                </c:pt>
                <c:pt idx="1825">
                  <c:v>3.5</c:v>
                </c:pt>
                <c:pt idx="1826">
                  <c:v>3.5</c:v>
                </c:pt>
                <c:pt idx="1827">
                  <c:v>3.5</c:v>
                </c:pt>
                <c:pt idx="1828">
                  <c:v>3.5</c:v>
                </c:pt>
                <c:pt idx="1829">
                  <c:v>3.5</c:v>
                </c:pt>
                <c:pt idx="1830">
                  <c:v>3.5</c:v>
                </c:pt>
                <c:pt idx="1831">
                  <c:v>3.5</c:v>
                </c:pt>
                <c:pt idx="1832">
                  <c:v>3.5</c:v>
                </c:pt>
                <c:pt idx="1833">
                  <c:v>3.5</c:v>
                </c:pt>
                <c:pt idx="1834">
                  <c:v>3.5</c:v>
                </c:pt>
                <c:pt idx="1835">
                  <c:v>3.5</c:v>
                </c:pt>
                <c:pt idx="1836">
                  <c:v>3.5</c:v>
                </c:pt>
                <c:pt idx="1837">
                  <c:v>3.5</c:v>
                </c:pt>
                <c:pt idx="1838">
                  <c:v>3.5</c:v>
                </c:pt>
                <c:pt idx="1839">
                  <c:v>3.5</c:v>
                </c:pt>
                <c:pt idx="1840">
                  <c:v>3.5</c:v>
                </c:pt>
                <c:pt idx="1841">
                  <c:v>3.5</c:v>
                </c:pt>
                <c:pt idx="1842">
                  <c:v>3.5</c:v>
                </c:pt>
                <c:pt idx="1843">
                  <c:v>3.5</c:v>
                </c:pt>
                <c:pt idx="1844">
                  <c:v>3.5</c:v>
                </c:pt>
                <c:pt idx="1845">
                  <c:v>3.5</c:v>
                </c:pt>
                <c:pt idx="1846">
                  <c:v>3.5</c:v>
                </c:pt>
                <c:pt idx="1847">
                  <c:v>3.5</c:v>
                </c:pt>
                <c:pt idx="1848">
                  <c:v>3.5</c:v>
                </c:pt>
                <c:pt idx="1849">
                  <c:v>3.5</c:v>
                </c:pt>
                <c:pt idx="1850">
                  <c:v>3.5</c:v>
                </c:pt>
                <c:pt idx="1851">
                  <c:v>3.5</c:v>
                </c:pt>
                <c:pt idx="1852">
                  <c:v>3.5</c:v>
                </c:pt>
                <c:pt idx="1853">
                  <c:v>3.5</c:v>
                </c:pt>
                <c:pt idx="1854">
                  <c:v>3.5</c:v>
                </c:pt>
                <c:pt idx="1855">
                  <c:v>3.5</c:v>
                </c:pt>
                <c:pt idx="1856">
                  <c:v>3.5</c:v>
                </c:pt>
                <c:pt idx="1857">
                  <c:v>3.5</c:v>
                </c:pt>
                <c:pt idx="1858">
                  <c:v>3.5</c:v>
                </c:pt>
                <c:pt idx="1859">
                  <c:v>3.5</c:v>
                </c:pt>
                <c:pt idx="1860">
                  <c:v>3.5</c:v>
                </c:pt>
                <c:pt idx="1861">
                  <c:v>3.5</c:v>
                </c:pt>
                <c:pt idx="1862">
                  <c:v>3.5</c:v>
                </c:pt>
                <c:pt idx="1863">
                  <c:v>3.5</c:v>
                </c:pt>
                <c:pt idx="1864">
                  <c:v>3.5</c:v>
                </c:pt>
                <c:pt idx="1865">
                  <c:v>3.5</c:v>
                </c:pt>
                <c:pt idx="1866">
                  <c:v>3.5</c:v>
                </c:pt>
                <c:pt idx="1867">
                  <c:v>3.5</c:v>
                </c:pt>
                <c:pt idx="1868">
                  <c:v>3.5</c:v>
                </c:pt>
                <c:pt idx="1869">
                  <c:v>3.5</c:v>
                </c:pt>
                <c:pt idx="1870">
                  <c:v>3.5</c:v>
                </c:pt>
                <c:pt idx="1871">
                  <c:v>3.5</c:v>
                </c:pt>
                <c:pt idx="1872">
                  <c:v>3.5</c:v>
                </c:pt>
                <c:pt idx="1873">
                  <c:v>3.5</c:v>
                </c:pt>
                <c:pt idx="1874">
                  <c:v>3.5</c:v>
                </c:pt>
                <c:pt idx="1875">
                  <c:v>3.5</c:v>
                </c:pt>
                <c:pt idx="1876">
                  <c:v>3.5</c:v>
                </c:pt>
                <c:pt idx="1877">
                  <c:v>3.5</c:v>
                </c:pt>
                <c:pt idx="1878">
                  <c:v>3.5</c:v>
                </c:pt>
                <c:pt idx="1879">
                  <c:v>3.5</c:v>
                </c:pt>
                <c:pt idx="1880">
                  <c:v>3.5</c:v>
                </c:pt>
                <c:pt idx="1881">
                  <c:v>3.5</c:v>
                </c:pt>
                <c:pt idx="1882">
                  <c:v>3.5</c:v>
                </c:pt>
                <c:pt idx="1883">
                  <c:v>3.5</c:v>
                </c:pt>
                <c:pt idx="1884">
                  <c:v>3.5</c:v>
                </c:pt>
                <c:pt idx="1885">
                  <c:v>3.5</c:v>
                </c:pt>
                <c:pt idx="1886">
                  <c:v>3.5</c:v>
                </c:pt>
                <c:pt idx="1887">
                  <c:v>3.5</c:v>
                </c:pt>
                <c:pt idx="1888">
                  <c:v>3.5</c:v>
                </c:pt>
                <c:pt idx="1889">
                  <c:v>3.5</c:v>
                </c:pt>
                <c:pt idx="1890">
                  <c:v>3.5</c:v>
                </c:pt>
                <c:pt idx="1891">
                  <c:v>3.5</c:v>
                </c:pt>
                <c:pt idx="1892">
                  <c:v>3.5</c:v>
                </c:pt>
                <c:pt idx="1893">
                  <c:v>3.5</c:v>
                </c:pt>
                <c:pt idx="1894">
                  <c:v>3.5</c:v>
                </c:pt>
                <c:pt idx="1895">
                  <c:v>3.5</c:v>
                </c:pt>
                <c:pt idx="1896">
                  <c:v>3.5</c:v>
                </c:pt>
                <c:pt idx="1897">
                  <c:v>3.5</c:v>
                </c:pt>
                <c:pt idx="1898">
                  <c:v>3.5</c:v>
                </c:pt>
                <c:pt idx="1899">
                  <c:v>3.5</c:v>
                </c:pt>
                <c:pt idx="1900">
                  <c:v>3.5</c:v>
                </c:pt>
                <c:pt idx="1901">
                  <c:v>3.5</c:v>
                </c:pt>
                <c:pt idx="1902">
                  <c:v>3.5</c:v>
                </c:pt>
                <c:pt idx="1903">
                  <c:v>3.5</c:v>
                </c:pt>
                <c:pt idx="1904">
                  <c:v>3.5</c:v>
                </c:pt>
                <c:pt idx="1905">
                  <c:v>3.5</c:v>
                </c:pt>
                <c:pt idx="1906">
                  <c:v>3.5</c:v>
                </c:pt>
                <c:pt idx="1907">
                  <c:v>3.5</c:v>
                </c:pt>
                <c:pt idx="1908">
                  <c:v>3.5</c:v>
                </c:pt>
                <c:pt idx="1909">
                  <c:v>3.5</c:v>
                </c:pt>
                <c:pt idx="1910">
                  <c:v>3.5</c:v>
                </c:pt>
                <c:pt idx="1911">
                  <c:v>3.5</c:v>
                </c:pt>
                <c:pt idx="1912">
                  <c:v>3.5</c:v>
                </c:pt>
                <c:pt idx="1913">
                  <c:v>3.5</c:v>
                </c:pt>
                <c:pt idx="1914">
                  <c:v>3.5</c:v>
                </c:pt>
                <c:pt idx="1915">
                  <c:v>3.5</c:v>
                </c:pt>
                <c:pt idx="1916">
                  <c:v>3.5</c:v>
                </c:pt>
                <c:pt idx="1917">
                  <c:v>3.5</c:v>
                </c:pt>
                <c:pt idx="1918">
                  <c:v>3.5</c:v>
                </c:pt>
                <c:pt idx="1919">
                  <c:v>3.5</c:v>
                </c:pt>
                <c:pt idx="1920">
                  <c:v>3.5</c:v>
                </c:pt>
                <c:pt idx="1921">
                  <c:v>3.5</c:v>
                </c:pt>
                <c:pt idx="1922">
                  <c:v>3.5</c:v>
                </c:pt>
                <c:pt idx="1923">
                  <c:v>3.5</c:v>
                </c:pt>
                <c:pt idx="1924">
                  <c:v>3.5</c:v>
                </c:pt>
                <c:pt idx="1925">
                  <c:v>3.5</c:v>
                </c:pt>
                <c:pt idx="1926">
                  <c:v>3.5</c:v>
                </c:pt>
                <c:pt idx="1927">
                  <c:v>3.5</c:v>
                </c:pt>
                <c:pt idx="1928">
                  <c:v>3.5</c:v>
                </c:pt>
                <c:pt idx="1929">
                  <c:v>3.5</c:v>
                </c:pt>
                <c:pt idx="1930">
                  <c:v>3.5</c:v>
                </c:pt>
                <c:pt idx="1931">
                  <c:v>3.5</c:v>
                </c:pt>
                <c:pt idx="1932">
                  <c:v>3.5</c:v>
                </c:pt>
                <c:pt idx="1933">
                  <c:v>3.5</c:v>
                </c:pt>
                <c:pt idx="1934">
                  <c:v>3.5</c:v>
                </c:pt>
                <c:pt idx="1935">
                  <c:v>3.5</c:v>
                </c:pt>
                <c:pt idx="1936">
                  <c:v>3.5</c:v>
                </c:pt>
                <c:pt idx="1937">
                  <c:v>3.5</c:v>
                </c:pt>
                <c:pt idx="1938">
                  <c:v>3.5</c:v>
                </c:pt>
                <c:pt idx="1939">
                  <c:v>3.5</c:v>
                </c:pt>
                <c:pt idx="1940">
                  <c:v>3.5</c:v>
                </c:pt>
                <c:pt idx="1941">
                  <c:v>3.5</c:v>
                </c:pt>
                <c:pt idx="1942">
                  <c:v>3.5</c:v>
                </c:pt>
                <c:pt idx="1943">
                  <c:v>3.5</c:v>
                </c:pt>
                <c:pt idx="1944">
                  <c:v>3.5</c:v>
                </c:pt>
                <c:pt idx="1945">
                  <c:v>3.5</c:v>
                </c:pt>
                <c:pt idx="1946">
                  <c:v>3.5</c:v>
                </c:pt>
                <c:pt idx="1947">
                  <c:v>3.5</c:v>
                </c:pt>
                <c:pt idx="1948">
                  <c:v>3.5</c:v>
                </c:pt>
                <c:pt idx="1949">
                  <c:v>3.5</c:v>
                </c:pt>
                <c:pt idx="1950">
                  <c:v>3.5</c:v>
                </c:pt>
                <c:pt idx="1951">
                  <c:v>3.5</c:v>
                </c:pt>
                <c:pt idx="1952">
                  <c:v>3.5</c:v>
                </c:pt>
                <c:pt idx="1953">
                  <c:v>3.5</c:v>
                </c:pt>
                <c:pt idx="1954">
                  <c:v>3.5</c:v>
                </c:pt>
                <c:pt idx="1955">
                  <c:v>3.5</c:v>
                </c:pt>
                <c:pt idx="1956">
                  <c:v>3.5</c:v>
                </c:pt>
                <c:pt idx="1957">
                  <c:v>3.5</c:v>
                </c:pt>
                <c:pt idx="1958">
                  <c:v>3.5</c:v>
                </c:pt>
                <c:pt idx="1959">
                  <c:v>3.5</c:v>
                </c:pt>
                <c:pt idx="1960">
                  <c:v>3.5</c:v>
                </c:pt>
                <c:pt idx="1961">
                  <c:v>3.5</c:v>
                </c:pt>
                <c:pt idx="1962">
                  <c:v>3.5</c:v>
                </c:pt>
                <c:pt idx="1963">
                  <c:v>3.5</c:v>
                </c:pt>
                <c:pt idx="1964">
                  <c:v>3.5</c:v>
                </c:pt>
                <c:pt idx="1965">
                  <c:v>3.5</c:v>
                </c:pt>
                <c:pt idx="1966">
                  <c:v>3.5</c:v>
                </c:pt>
                <c:pt idx="1967">
                  <c:v>3.5</c:v>
                </c:pt>
                <c:pt idx="1968">
                  <c:v>3.5</c:v>
                </c:pt>
                <c:pt idx="1969">
                  <c:v>3.5</c:v>
                </c:pt>
                <c:pt idx="1970">
                  <c:v>3.5</c:v>
                </c:pt>
                <c:pt idx="1971">
                  <c:v>3.5</c:v>
                </c:pt>
                <c:pt idx="1972">
                  <c:v>3.5</c:v>
                </c:pt>
                <c:pt idx="1973">
                  <c:v>3.5</c:v>
                </c:pt>
                <c:pt idx="1974">
                  <c:v>3.5</c:v>
                </c:pt>
                <c:pt idx="1975">
                  <c:v>3.5</c:v>
                </c:pt>
                <c:pt idx="1976">
                  <c:v>3.5</c:v>
                </c:pt>
                <c:pt idx="1977">
                  <c:v>3.5</c:v>
                </c:pt>
                <c:pt idx="1978">
                  <c:v>3.5</c:v>
                </c:pt>
                <c:pt idx="1979">
                  <c:v>3.5</c:v>
                </c:pt>
                <c:pt idx="1980">
                  <c:v>3.5</c:v>
                </c:pt>
                <c:pt idx="1981">
                  <c:v>3.5</c:v>
                </c:pt>
                <c:pt idx="1982">
                  <c:v>3.5</c:v>
                </c:pt>
                <c:pt idx="1983">
                  <c:v>3.5</c:v>
                </c:pt>
                <c:pt idx="1984">
                  <c:v>3.5</c:v>
                </c:pt>
                <c:pt idx="1985">
                  <c:v>3.5</c:v>
                </c:pt>
                <c:pt idx="1986">
                  <c:v>3.5</c:v>
                </c:pt>
                <c:pt idx="1987">
                  <c:v>3.5</c:v>
                </c:pt>
                <c:pt idx="1988">
                  <c:v>3.5</c:v>
                </c:pt>
                <c:pt idx="1989">
                  <c:v>3.5</c:v>
                </c:pt>
                <c:pt idx="1990">
                  <c:v>3.5</c:v>
                </c:pt>
                <c:pt idx="1991">
                  <c:v>3.5</c:v>
                </c:pt>
                <c:pt idx="1992">
                  <c:v>3.5</c:v>
                </c:pt>
                <c:pt idx="1993">
                  <c:v>3.5</c:v>
                </c:pt>
                <c:pt idx="1994">
                  <c:v>3.5</c:v>
                </c:pt>
                <c:pt idx="1995">
                  <c:v>3.5</c:v>
                </c:pt>
                <c:pt idx="1996">
                  <c:v>3.5</c:v>
                </c:pt>
                <c:pt idx="1997">
                  <c:v>3.5</c:v>
                </c:pt>
                <c:pt idx="1998">
                  <c:v>3.5</c:v>
                </c:pt>
                <c:pt idx="1999">
                  <c:v>3.5</c:v>
                </c:pt>
                <c:pt idx="2000">
                  <c:v>3.5</c:v>
                </c:pt>
                <c:pt idx="2001">
                  <c:v>3.5</c:v>
                </c:pt>
                <c:pt idx="2002">
                  <c:v>3.5</c:v>
                </c:pt>
                <c:pt idx="2003">
                  <c:v>3.5</c:v>
                </c:pt>
                <c:pt idx="2004">
                  <c:v>3.5</c:v>
                </c:pt>
                <c:pt idx="2005">
                  <c:v>3.5</c:v>
                </c:pt>
                <c:pt idx="2006">
                  <c:v>3.5</c:v>
                </c:pt>
                <c:pt idx="2007">
                  <c:v>3.5</c:v>
                </c:pt>
                <c:pt idx="2008">
                  <c:v>3.5</c:v>
                </c:pt>
                <c:pt idx="2009">
                  <c:v>3.5</c:v>
                </c:pt>
                <c:pt idx="2010">
                  <c:v>3.5</c:v>
                </c:pt>
                <c:pt idx="2011">
                  <c:v>3.5</c:v>
                </c:pt>
                <c:pt idx="2012">
                  <c:v>3.5</c:v>
                </c:pt>
                <c:pt idx="2013">
                  <c:v>3.5</c:v>
                </c:pt>
                <c:pt idx="2014">
                  <c:v>3.5</c:v>
                </c:pt>
                <c:pt idx="2015">
                  <c:v>3.5</c:v>
                </c:pt>
                <c:pt idx="2016">
                  <c:v>3.5</c:v>
                </c:pt>
                <c:pt idx="2017">
                  <c:v>3.5</c:v>
                </c:pt>
                <c:pt idx="2018">
                  <c:v>3.5</c:v>
                </c:pt>
                <c:pt idx="2019">
                  <c:v>3.5</c:v>
                </c:pt>
                <c:pt idx="2020">
                  <c:v>3.5</c:v>
                </c:pt>
                <c:pt idx="2021">
                  <c:v>3.5</c:v>
                </c:pt>
                <c:pt idx="2022">
                  <c:v>3.5</c:v>
                </c:pt>
                <c:pt idx="2023">
                  <c:v>3.5</c:v>
                </c:pt>
                <c:pt idx="2024">
                  <c:v>3.5</c:v>
                </c:pt>
                <c:pt idx="2025">
                  <c:v>3.5</c:v>
                </c:pt>
                <c:pt idx="2026">
                  <c:v>3.5</c:v>
                </c:pt>
                <c:pt idx="2027">
                  <c:v>3.5</c:v>
                </c:pt>
                <c:pt idx="2028">
                  <c:v>3.5</c:v>
                </c:pt>
                <c:pt idx="2029">
                  <c:v>3.5</c:v>
                </c:pt>
                <c:pt idx="2030">
                  <c:v>3.5</c:v>
                </c:pt>
                <c:pt idx="2031">
                  <c:v>3.5</c:v>
                </c:pt>
                <c:pt idx="2032">
                  <c:v>3.5</c:v>
                </c:pt>
                <c:pt idx="2033">
                  <c:v>3.5</c:v>
                </c:pt>
                <c:pt idx="2034">
                  <c:v>3.5</c:v>
                </c:pt>
                <c:pt idx="2035">
                  <c:v>3.5</c:v>
                </c:pt>
                <c:pt idx="2036">
                  <c:v>3.5</c:v>
                </c:pt>
                <c:pt idx="2037">
                  <c:v>3.5</c:v>
                </c:pt>
                <c:pt idx="2038">
                  <c:v>3.5</c:v>
                </c:pt>
                <c:pt idx="2039">
                  <c:v>3.5</c:v>
                </c:pt>
                <c:pt idx="2040">
                  <c:v>3.5</c:v>
                </c:pt>
                <c:pt idx="2041">
                  <c:v>3.5</c:v>
                </c:pt>
                <c:pt idx="2042">
                  <c:v>3.5</c:v>
                </c:pt>
                <c:pt idx="2043">
                  <c:v>3.5</c:v>
                </c:pt>
                <c:pt idx="2044">
                  <c:v>3.5</c:v>
                </c:pt>
                <c:pt idx="2045">
                  <c:v>3.5</c:v>
                </c:pt>
                <c:pt idx="2046">
                  <c:v>3.5</c:v>
                </c:pt>
                <c:pt idx="2047">
                  <c:v>3.5</c:v>
                </c:pt>
                <c:pt idx="2048">
                  <c:v>3.5</c:v>
                </c:pt>
                <c:pt idx="2049">
                  <c:v>3.5</c:v>
                </c:pt>
                <c:pt idx="2050">
                  <c:v>3.5</c:v>
                </c:pt>
                <c:pt idx="2051">
                  <c:v>3.5</c:v>
                </c:pt>
                <c:pt idx="2052">
                  <c:v>3.5</c:v>
                </c:pt>
                <c:pt idx="2053">
                  <c:v>3.5</c:v>
                </c:pt>
                <c:pt idx="2054">
                  <c:v>3.5</c:v>
                </c:pt>
                <c:pt idx="2055">
                  <c:v>3.5</c:v>
                </c:pt>
                <c:pt idx="2056">
                  <c:v>3.5</c:v>
                </c:pt>
                <c:pt idx="2057">
                  <c:v>3.5</c:v>
                </c:pt>
                <c:pt idx="2058">
                  <c:v>3.5</c:v>
                </c:pt>
                <c:pt idx="2059">
                  <c:v>3.5</c:v>
                </c:pt>
                <c:pt idx="2060">
                  <c:v>3.5</c:v>
                </c:pt>
                <c:pt idx="2061">
                  <c:v>3.5</c:v>
                </c:pt>
                <c:pt idx="2062">
                  <c:v>3.5</c:v>
                </c:pt>
                <c:pt idx="2063">
                  <c:v>3.5</c:v>
                </c:pt>
                <c:pt idx="2064">
                  <c:v>3.5</c:v>
                </c:pt>
                <c:pt idx="2065">
                  <c:v>3.5</c:v>
                </c:pt>
                <c:pt idx="2066">
                  <c:v>3.5</c:v>
                </c:pt>
                <c:pt idx="2067">
                  <c:v>3.5</c:v>
                </c:pt>
                <c:pt idx="2068">
                  <c:v>3.5</c:v>
                </c:pt>
                <c:pt idx="2069">
                  <c:v>3.5</c:v>
                </c:pt>
                <c:pt idx="2070">
                  <c:v>3.5</c:v>
                </c:pt>
                <c:pt idx="2071">
                  <c:v>3.5</c:v>
                </c:pt>
                <c:pt idx="2072">
                  <c:v>3.5</c:v>
                </c:pt>
                <c:pt idx="2073">
                  <c:v>3.5</c:v>
                </c:pt>
                <c:pt idx="2074">
                  <c:v>3.5</c:v>
                </c:pt>
                <c:pt idx="2075">
                  <c:v>3.5</c:v>
                </c:pt>
                <c:pt idx="2076">
                  <c:v>3.5</c:v>
                </c:pt>
                <c:pt idx="2077">
                  <c:v>3.5</c:v>
                </c:pt>
                <c:pt idx="2078">
                  <c:v>3.5</c:v>
                </c:pt>
                <c:pt idx="2079">
                  <c:v>3.5</c:v>
                </c:pt>
                <c:pt idx="2080">
                  <c:v>3.5</c:v>
                </c:pt>
                <c:pt idx="2081">
                  <c:v>3.5</c:v>
                </c:pt>
                <c:pt idx="2082">
                  <c:v>3.5</c:v>
                </c:pt>
                <c:pt idx="2083">
                  <c:v>3.5</c:v>
                </c:pt>
                <c:pt idx="2084">
                  <c:v>3.5</c:v>
                </c:pt>
                <c:pt idx="2085">
                  <c:v>3.5</c:v>
                </c:pt>
                <c:pt idx="2086">
                  <c:v>3.5</c:v>
                </c:pt>
                <c:pt idx="2087">
                  <c:v>3.5</c:v>
                </c:pt>
                <c:pt idx="2088">
                  <c:v>3.5</c:v>
                </c:pt>
                <c:pt idx="2089">
                  <c:v>3.5</c:v>
                </c:pt>
                <c:pt idx="2090">
                  <c:v>3.5</c:v>
                </c:pt>
                <c:pt idx="2091">
                  <c:v>3.5</c:v>
                </c:pt>
                <c:pt idx="2092">
                  <c:v>3.5</c:v>
                </c:pt>
                <c:pt idx="2093">
                  <c:v>3.5</c:v>
                </c:pt>
                <c:pt idx="2094">
                  <c:v>3.5</c:v>
                </c:pt>
                <c:pt idx="2095">
                  <c:v>3.5</c:v>
                </c:pt>
                <c:pt idx="2096">
                  <c:v>3.5</c:v>
                </c:pt>
                <c:pt idx="2097">
                  <c:v>3.5</c:v>
                </c:pt>
                <c:pt idx="2098">
                  <c:v>3.5</c:v>
                </c:pt>
                <c:pt idx="2099">
                  <c:v>3.5</c:v>
                </c:pt>
                <c:pt idx="2100">
                  <c:v>3.5</c:v>
                </c:pt>
                <c:pt idx="2101">
                  <c:v>3.5</c:v>
                </c:pt>
                <c:pt idx="2102">
                  <c:v>3.5</c:v>
                </c:pt>
                <c:pt idx="2103">
                  <c:v>3.5</c:v>
                </c:pt>
                <c:pt idx="2104">
                  <c:v>3.5</c:v>
                </c:pt>
                <c:pt idx="2105">
                  <c:v>3.5</c:v>
                </c:pt>
                <c:pt idx="2106">
                  <c:v>3.5</c:v>
                </c:pt>
                <c:pt idx="2107">
                  <c:v>3.5</c:v>
                </c:pt>
                <c:pt idx="2108">
                  <c:v>3.5</c:v>
                </c:pt>
                <c:pt idx="2109">
                  <c:v>3.5</c:v>
                </c:pt>
                <c:pt idx="2110">
                  <c:v>3.5</c:v>
                </c:pt>
                <c:pt idx="2111">
                  <c:v>3.5</c:v>
                </c:pt>
                <c:pt idx="2112">
                  <c:v>3.5</c:v>
                </c:pt>
                <c:pt idx="2113">
                  <c:v>3.5</c:v>
                </c:pt>
                <c:pt idx="2114">
                  <c:v>3.5</c:v>
                </c:pt>
                <c:pt idx="2115">
                  <c:v>3.5</c:v>
                </c:pt>
                <c:pt idx="2116">
                  <c:v>3.5</c:v>
                </c:pt>
                <c:pt idx="2117">
                  <c:v>3.5</c:v>
                </c:pt>
                <c:pt idx="2118">
                  <c:v>3.5</c:v>
                </c:pt>
                <c:pt idx="2119">
                  <c:v>3.5</c:v>
                </c:pt>
                <c:pt idx="2120">
                  <c:v>3.5</c:v>
                </c:pt>
                <c:pt idx="2121">
                  <c:v>3.5</c:v>
                </c:pt>
                <c:pt idx="2122">
                  <c:v>3.5</c:v>
                </c:pt>
                <c:pt idx="2123">
                  <c:v>3.5</c:v>
                </c:pt>
                <c:pt idx="2124">
                  <c:v>3.5</c:v>
                </c:pt>
                <c:pt idx="2125">
                  <c:v>3.5</c:v>
                </c:pt>
                <c:pt idx="2126">
                  <c:v>3.5</c:v>
                </c:pt>
                <c:pt idx="2127">
                  <c:v>3.5</c:v>
                </c:pt>
                <c:pt idx="2128">
                  <c:v>3.5</c:v>
                </c:pt>
                <c:pt idx="2129">
                  <c:v>3.5</c:v>
                </c:pt>
                <c:pt idx="2130">
                  <c:v>3.5</c:v>
                </c:pt>
                <c:pt idx="2131">
                  <c:v>3.5</c:v>
                </c:pt>
                <c:pt idx="2132">
                  <c:v>3.5</c:v>
                </c:pt>
                <c:pt idx="2133">
                  <c:v>3.5</c:v>
                </c:pt>
                <c:pt idx="2134">
                  <c:v>3.5</c:v>
                </c:pt>
                <c:pt idx="2135">
                  <c:v>3.5</c:v>
                </c:pt>
                <c:pt idx="2136">
                  <c:v>3.5</c:v>
                </c:pt>
                <c:pt idx="2137">
                  <c:v>3.5</c:v>
                </c:pt>
                <c:pt idx="2138">
                  <c:v>3.5</c:v>
                </c:pt>
                <c:pt idx="2139">
                  <c:v>3.5</c:v>
                </c:pt>
                <c:pt idx="2140">
                  <c:v>3.5</c:v>
                </c:pt>
                <c:pt idx="2141">
                  <c:v>3.5</c:v>
                </c:pt>
                <c:pt idx="2142">
                  <c:v>3.5</c:v>
                </c:pt>
                <c:pt idx="2143">
                  <c:v>3.5</c:v>
                </c:pt>
                <c:pt idx="2144">
                  <c:v>3.5</c:v>
                </c:pt>
                <c:pt idx="2145">
                  <c:v>3.5</c:v>
                </c:pt>
                <c:pt idx="2146">
                  <c:v>3.5</c:v>
                </c:pt>
                <c:pt idx="2147">
                  <c:v>3.5</c:v>
                </c:pt>
                <c:pt idx="2148">
                  <c:v>3.5</c:v>
                </c:pt>
                <c:pt idx="2149">
                  <c:v>3.5</c:v>
                </c:pt>
                <c:pt idx="2150">
                  <c:v>3.5</c:v>
                </c:pt>
                <c:pt idx="2151">
                  <c:v>3.5</c:v>
                </c:pt>
                <c:pt idx="2152">
                  <c:v>3.5</c:v>
                </c:pt>
                <c:pt idx="2153">
                  <c:v>3.5</c:v>
                </c:pt>
                <c:pt idx="2154">
                  <c:v>3.5</c:v>
                </c:pt>
                <c:pt idx="2155">
                  <c:v>3.5</c:v>
                </c:pt>
                <c:pt idx="2156">
                  <c:v>3.5</c:v>
                </c:pt>
                <c:pt idx="2157">
                  <c:v>3.5</c:v>
                </c:pt>
                <c:pt idx="2158">
                  <c:v>3.5</c:v>
                </c:pt>
                <c:pt idx="2159">
                  <c:v>3.5</c:v>
                </c:pt>
                <c:pt idx="2160">
                  <c:v>3.5</c:v>
                </c:pt>
                <c:pt idx="2161">
                  <c:v>3.5</c:v>
                </c:pt>
                <c:pt idx="2162">
                  <c:v>3.5</c:v>
                </c:pt>
                <c:pt idx="2163">
                  <c:v>3.5</c:v>
                </c:pt>
                <c:pt idx="2164">
                  <c:v>3.5</c:v>
                </c:pt>
                <c:pt idx="2165">
                  <c:v>3.5</c:v>
                </c:pt>
                <c:pt idx="2166">
                  <c:v>3.5</c:v>
                </c:pt>
                <c:pt idx="2167">
                  <c:v>3.5</c:v>
                </c:pt>
                <c:pt idx="2168">
                  <c:v>3.5</c:v>
                </c:pt>
                <c:pt idx="2169">
                  <c:v>3.5</c:v>
                </c:pt>
                <c:pt idx="2170">
                  <c:v>3.5</c:v>
                </c:pt>
                <c:pt idx="2171">
                  <c:v>3.5</c:v>
                </c:pt>
                <c:pt idx="2172">
                  <c:v>3.5</c:v>
                </c:pt>
                <c:pt idx="2173">
                  <c:v>3.5</c:v>
                </c:pt>
                <c:pt idx="2174">
                  <c:v>3.5</c:v>
                </c:pt>
                <c:pt idx="2175">
                  <c:v>3.5</c:v>
                </c:pt>
                <c:pt idx="2176">
                  <c:v>3.5</c:v>
                </c:pt>
                <c:pt idx="2177">
                  <c:v>3.5</c:v>
                </c:pt>
                <c:pt idx="2178">
                  <c:v>3.5</c:v>
                </c:pt>
                <c:pt idx="2179">
                  <c:v>3.5</c:v>
                </c:pt>
                <c:pt idx="2180">
                  <c:v>3.5</c:v>
                </c:pt>
                <c:pt idx="2181">
                  <c:v>3.5</c:v>
                </c:pt>
                <c:pt idx="2182">
                  <c:v>3.5</c:v>
                </c:pt>
                <c:pt idx="2183">
                  <c:v>3.5</c:v>
                </c:pt>
                <c:pt idx="2184">
                  <c:v>3.5</c:v>
                </c:pt>
                <c:pt idx="2185">
                  <c:v>3.5</c:v>
                </c:pt>
                <c:pt idx="2186">
                  <c:v>3.5</c:v>
                </c:pt>
                <c:pt idx="2187">
                  <c:v>3.5</c:v>
                </c:pt>
                <c:pt idx="2188">
                  <c:v>3.5</c:v>
                </c:pt>
                <c:pt idx="2189">
                  <c:v>3.5</c:v>
                </c:pt>
                <c:pt idx="2190">
                  <c:v>3.5</c:v>
                </c:pt>
                <c:pt idx="2191">
                  <c:v>3.5</c:v>
                </c:pt>
                <c:pt idx="2192">
                  <c:v>3.5</c:v>
                </c:pt>
                <c:pt idx="2193">
                  <c:v>3.5</c:v>
                </c:pt>
                <c:pt idx="2194">
                  <c:v>3.5</c:v>
                </c:pt>
                <c:pt idx="2195">
                  <c:v>3.5</c:v>
                </c:pt>
                <c:pt idx="2196">
                  <c:v>3.5</c:v>
                </c:pt>
                <c:pt idx="2197">
                  <c:v>3.5</c:v>
                </c:pt>
                <c:pt idx="2198">
                  <c:v>3.5</c:v>
                </c:pt>
                <c:pt idx="2199">
                  <c:v>3.5</c:v>
                </c:pt>
                <c:pt idx="2200">
                  <c:v>3.5</c:v>
                </c:pt>
                <c:pt idx="2201">
                  <c:v>3.5</c:v>
                </c:pt>
                <c:pt idx="2202">
                  <c:v>3.5</c:v>
                </c:pt>
                <c:pt idx="2203">
                  <c:v>3.5</c:v>
                </c:pt>
                <c:pt idx="2204">
                  <c:v>3.5</c:v>
                </c:pt>
                <c:pt idx="2205">
                  <c:v>3.5</c:v>
                </c:pt>
                <c:pt idx="2206">
                  <c:v>3.5</c:v>
                </c:pt>
                <c:pt idx="2207">
                  <c:v>3.5</c:v>
                </c:pt>
                <c:pt idx="2208">
                  <c:v>3.5</c:v>
                </c:pt>
                <c:pt idx="2209">
                  <c:v>3.5</c:v>
                </c:pt>
                <c:pt idx="2210">
                  <c:v>3.5</c:v>
                </c:pt>
                <c:pt idx="2211">
                  <c:v>3.5</c:v>
                </c:pt>
                <c:pt idx="2212">
                  <c:v>3.5</c:v>
                </c:pt>
                <c:pt idx="2213">
                  <c:v>3.5</c:v>
                </c:pt>
                <c:pt idx="2214">
                  <c:v>3.5</c:v>
                </c:pt>
                <c:pt idx="2215">
                  <c:v>3.5</c:v>
                </c:pt>
                <c:pt idx="2216">
                  <c:v>3.5</c:v>
                </c:pt>
                <c:pt idx="2217">
                  <c:v>3.5</c:v>
                </c:pt>
                <c:pt idx="2218">
                  <c:v>3.5</c:v>
                </c:pt>
                <c:pt idx="2219">
                  <c:v>3.5</c:v>
                </c:pt>
                <c:pt idx="2220">
                  <c:v>3.5</c:v>
                </c:pt>
                <c:pt idx="2221">
                  <c:v>3.5</c:v>
                </c:pt>
                <c:pt idx="2222">
                  <c:v>3.5</c:v>
                </c:pt>
                <c:pt idx="2223">
                  <c:v>3.5</c:v>
                </c:pt>
                <c:pt idx="2224">
                  <c:v>3.5</c:v>
                </c:pt>
                <c:pt idx="2225">
                  <c:v>3.5</c:v>
                </c:pt>
                <c:pt idx="2226">
                  <c:v>3.5</c:v>
                </c:pt>
                <c:pt idx="2227">
                  <c:v>3.5</c:v>
                </c:pt>
                <c:pt idx="2228">
                  <c:v>3.5</c:v>
                </c:pt>
                <c:pt idx="2229">
                  <c:v>3.5</c:v>
                </c:pt>
                <c:pt idx="2230">
                  <c:v>3.5</c:v>
                </c:pt>
                <c:pt idx="2231">
                  <c:v>3.5</c:v>
                </c:pt>
                <c:pt idx="2232">
                  <c:v>3.5</c:v>
                </c:pt>
                <c:pt idx="2233">
                  <c:v>3.5</c:v>
                </c:pt>
                <c:pt idx="2234">
                  <c:v>3.5</c:v>
                </c:pt>
                <c:pt idx="2235">
                  <c:v>3.5</c:v>
                </c:pt>
                <c:pt idx="2236">
                  <c:v>3.5</c:v>
                </c:pt>
                <c:pt idx="2237">
                  <c:v>3.5</c:v>
                </c:pt>
                <c:pt idx="2238">
                  <c:v>3.75</c:v>
                </c:pt>
                <c:pt idx="2239">
                  <c:v>3.75</c:v>
                </c:pt>
                <c:pt idx="2240">
                  <c:v>3.75</c:v>
                </c:pt>
                <c:pt idx="2241">
                  <c:v>3.75</c:v>
                </c:pt>
                <c:pt idx="2242">
                  <c:v>3.75</c:v>
                </c:pt>
                <c:pt idx="2243">
                  <c:v>3.75</c:v>
                </c:pt>
                <c:pt idx="2244">
                  <c:v>3.75</c:v>
                </c:pt>
                <c:pt idx="2245">
                  <c:v>3.75</c:v>
                </c:pt>
                <c:pt idx="2246">
                  <c:v>3.75</c:v>
                </c:pt>
                <c:pt idx="2247">
                  <c:v>3.75</c:v>
                </c:pt>
                <c:pt idx="2248">
                  <c:v>3.75</c:v>
                </c:pt>
                <c:pt idx="2249">
                  <c:v>3.75</c:v>
                </c:pt>
                <c:pt idx="2250">
                  <c:v>3.75</c:v>
                </c:pt>
                <c:pt idx="2251">
                  <c:v>3.75</c:v>
                </c:pt>
                <c:pt idx="2252">
                  <c:v>3.75</c:v>
                </c:pt>
                <c:pt idx="2253">
                  <c:v>3.75</c:v>
                </c:pt>
                <c:pt idx="2254">
                  <c:v>3.75</c:v>
                </c:pt>
                <c:pt idx="2255">
                  <c:v>3.75</c:v>
                </c:pt>
                <c:pt idx="2256">
                  <c:v>3.75</c:v>
                </c:pt>
                <c:pt idx="2257">
                  <c:v>3.75</c:v>
                </c:pt>
                <c:pt idx="2258">
                  <c:v>3.75</c:v>
                </c:pt>
                <c:pt idx="2259">
                  <c:v>3.75</c:v>
                </c:pt>
                <c:pt idx="2260">
                  <c:v>3.75</c:v>
                </c:pt>
                <c:pt idx="2261">
                  <c:v>3.75</c:v>
                </c:pt>
                <c:pt idx="2262">
                  <c:v>3.75</c:v>
                </c:pt>
                <c:pt idx="2263">
                  <c:v>3.75</c:v>
                </c:pt>
                <c:pt idx="2264">
                  <c:v>3.75</c:v>
                </c:pt>
                <c:pt idx="2265">
                  <c:v>3.75</c:v>
                </c:pt>
                <c:pt idx="2266">
                  <c:v>3.75</c:v>
                </c:pt>
                <c:pt idx="2267">
                  <c:v>3.75</c:v>
                </c:pt>
                <c:pt idx="2268">
                  <c:v>4</c:v>
                </c:pt>
                <c:pt idx="2269">
                  <c:v>4</c:v>
                </c:pt>
                <c:pt idx="2270">
                  <c:v>4</c:v>
                </c:pt>
                <c:pt idx="2271">
                  <c:v>4</c:v>
                </c:pt>
                <c:pt idx="2272">
                  <c:v>4</c:v>
                </c:pt>
                <c:pt idx="2273">
                  <c:v>4</c:v>
                </c:pt>
                <c:pt idx="2274">
                  <c:v>4</c:v>
                </c:pt>
                <c:pt idx="2275">
                  <c:v>4</c:v>
                </c:pt>
                <c:pt idx="2276">
                  <c:v>4</c:v>
                </c:pt>
                <c:pt idx="2277">
                  <c:v>4</c:v>
                </c:pt>
                <c:pt idx="2278">
                  <c:v>4</c:v>
                </c:pt>
                <c:pt idx="2279">
                  <c:v>4</c:v>
                </c:pt>
                <c:pt idx="2280">
                  <c:v>4</c:v>
                </c:pt>
                <c:pt idx="2281">
                  <c:v>4</c:v>
                </c:pt>
                <c:pt idx="2282">
                  <c:v>4</c:v>
                </c:pt>
                <c:pt idx="2283">
                  <c:v>4</c:v>
                </c:pt>
                <c:pt idx="2284">
                  <c:v>4</c:v>
                </c:pt>
                <c:pt idx="2285">
                  <c:v>4</c:v>
                </c:pt>
                <c:pt idx="2286">
                  <c:v>4</c:v>
                </c:pt>
                <c:pt idx="2287">
                  <c:v>4</c:v>
                </c:pt>
                <c:pt idx="2288">
                  <c:v>4</c:v>
                </c:pt>
                <c:pt idx="2289">
                  <c:v>4</c:v>
                </c:pt>
                <c:pt idx="2290">
                  <c:v>4</c:v>
                </c:pt>
                <c:pt idx="2291">
                  <c:v>4</c:v>
                </c:pt>
                <c:pt idx="2292">
                  <c:v>4</c:v>
                </c:pt>
                <c:pt idx="2293">
                  <c:v>4</c:v>
                </c:pt>
                <c:pt idx="2294">
                  <c:v>4</c:v>
                </c:pt>
                <c:pt idx="2295">
                  <c:v>4</c:v>
                </c:pt>
                <c:pt idx="2296">
                  <c:v>4</c:v>
                </c:pt>
                <c:pt idx="2297">
                  <c:v>4</c:v>
                </c:pt>
                <c:pt idx="2298">
                  <c:v>4</c:v>
                </c:pt>
                <c:pt idx="2299">
                  <c:v>4</c:v>
                </c:pt>
                <c:pt idx="2300">
                  <c:v>4</c:v>
                </c:pt>
                <c:pt idx="2301">
                  <c:v>4</c:v>
                </c:pt>
                <c:pt idx="2302">
                  <c:v>4</c:v>
                </c:pt>
                <c:pt idx="2303">
                  <c:v>4</c:v>
                </c:pt>
                <c:pt idx="2304">
                  <c:v>4</c:v>
                </c:pt>
                <c:pt idx="2305">
                  <c:v>4</c:v>
                </c:pt>
                <c:pt idx="2306">
                  <c:v>4</c:v>
                </c:pt>
                <c:pt idx="2307">
                  <c:v>4</c:v>
                </c:pt>
                <c:pt idx="2308">
                  <c:v>4</c:v>
                </c:pt>
                <c:pt idx="2309">
                  <c:v>4</c:v>
                </c:pt>
                <c:pt idx="2310">
                  <c:v>4</c:v>
                </c:pt>
                <c:pt idx="2311">
                  <c:v>4</c:v>
                </c:pt>
                <c:pt idx="2312">
                  <c:v>4</c:v>
                </c:pt>
                <c:pt idx="2313">
                  <c:v>4</c:v>
                </c:pt>
                <c:pt idx="2314">
                  <c:v>4</c:v>
                </c:pt>
                <c:pt idx="2315">
                  <c:v>4</c:v>
                </c:pt>
                <c:pt idx="2316">
                  <c:v>4</c:v>
                </c:pt>
                <c:pt idx="2317">
                  <c:v>4</c:v>
                </c:pt>
                <c:pt idx="2318">
                  <c:v>4</c:v>
                </c:pt>
                <c:pt idx="2319">
                  <c:v>4</c:v>
                </c:pt>
                <c:pt idx="2320">
                  <c:v>4</c:v>
                </c:pt>
                <c:pt idx="2321">
                  <c:v>4</c:v>
                </c:pt>
                <c:pt idx="2322">
                  <c:v>4</c:v>
                </c:pt>
                <c:pt idx="2323">
                  <c:v>4</c:v>
                </c:pt>
                <c:pt idx="2324">
                  <c:v>4</c:v>
                </c:pt>
                <c:pt idx="2325">
                  <c:v>4</c:v>
                </c:pt>
                <c:pt idx="2326">
                  <c:v>4</c:v>
                </c:pt>
                <c:pt idx="2327">
                  <c:v>4</c:v>
                </c:pt>
                <c:pt idx="2328">
                  <c:v>4</c:v>
                </c:pt>
                <c:pt idx="2329">
                  <c:v>4</c:v>
                </c:pt>
                <c:pt idx="2330">
                  <c:v>4</c:v>
                </c:pt>
                <c:pt idx="2331">
                  <c:v>4</c:v>
                </c:pt>
                <c:pt idx="2332">
                  <c:v>4</c:v>
                </c:pt>
                <c:pt idx="2333">
                  <c:v>4</c:v>
                </c:pt>
                <c:pt idx="2334">
                  <c:v>4</c:v>
                </c:pt>
                <c:pt idx="2335">
                  <c:v>4</c:v>
                </c:pt>
                <c:pt idx="2336">
                  <c:v>4</c:v>
                </c:pt>
                <c:pt idx="2337">
                  <c:v>4</c:v>
                </c:pt>
                <c:pt idx="2338">
                  <c:v>4</c:v>
                </c:pt>
                <c:pt idx="2339">
                  <c:v>4</c:v>
                </c:pt>
                <c:pt idx="2340">
                  <c:v>4</c:v>
                </c:pt>
                <c:pt idx="2341">
                  <c:v>4</c:v>
                </c:pt>
                <c:pt idx="2342">
                  <c:v>4</c:v>
                </c:pt>
                <c:pt idx="2343">
                  <c:v>4</c:v>
                </c:pt>
                <c:pt idx="2344">
                  <c:v>4</c:v>
                </c:pt>
                <c:pt idx="2345">
                  <c:v>4</c:v>
                </c:pt>
                <c:pt idx="2346">
                  <c:v>4</c:v>
                </c:pt>
                <c:pt idx="2347">
                  <c:v>4</c:v>
                </c:pt>
                <c:pt idx="2348">
                  <c:v>4</c:v>
                </c:pt>
                <c:pt idx="2349">
                  <c:v>4</c:v>
                </c:pt>
                <c:pt idx="2350">
                  <c:v>4</c:v>
                </c:pt>
                <c:pt idx="2351">
                  <c:v>4</c:v>
                </c:pt>
                <c:pt idx="2352">
                  <c:v>4</c:v>
                </c:pt>
                <c:pt idx="2353">
                  <c:v>4</c:v>
                </c:pt>
                <c:pt idx="2354">
                  <c:v>4</c:v>
                </c:pt>
                <c:pt idx="2355">
                  <c:v>4</c:v>
                </c:pt>
                <c:pt idx="2356">
                  <c:v>4</c:v>
                </c:pt>
                <c:pt idx="2357">
                  <c:v>4</c:v>
                </c:pt>
                <c:pt idx="2358">
                  <c:v>4</c:v>
                </c:pt>
                <c:pt idx="2359">
                  <c:v>4</c:v>
                </c:pt>
                <c:pt idx="2360">
                  <c:v>4</c:v>
                </c:pt>
                <c:pt idx="2361">
                  <c:v>4</c:v>
                </c:pt>
                <c:pt idx="2362">
                  <c:v>4</c:v>
                </c:pt>
                <c:pt idx="2363">
                  <c:v>4</c:v>
                </c:pt>
                <c:pt idx="2364">
                  <c:v>4</c:v>
                </c:pt>
                <c:pt idx="2365">
                  <c:v>4</c:v>
                </c:pt>
                <c:pt idx="2366">
                  <c:v>4</c:v>
                </c:pt>
                <c:pt idx="2367">
                  <c:v>4</c:v>
                </c:pt>
                <c:pt idx="2368">
                  <c:v>4</c:v>
                </c:pt>
                <c:pt idx="2369">
                  <c:v>4</c:v>
                </c:pt>
                <c:pt idx="2370">
                  <c:v>4</c:v>
                </c:pt>
                <c:pt idx="2371">
                  <c:v>4</c:v>
                </c:pt>
                <c:pt idx="2372">
                  <c:v>4</c:v>
                </c:pt>
                <c:pt idx="2373">
                  <c:v>4</c:v>
                </c:pt>
                <c:pt idx="2374">
                  <c:v>4</c:v>
                </c:pt>
                <c:pt idx="2375">
                  <c:v>4</c:v>
                </c:pt>
                <c:pt idx="2376">
                  <c:v>4</c:v>
                </c:pt>
                <c:pt idx="2377">
                  <c:v>4</c:v>
                </c:pt>
                <c:pt idx="2378">
                  <c:v>4</c:v>
                </c:pt>
                <c:pt idx="2379">
                  <c:v>4</c:v>
                </c:pt>
                <c:pt idx="2380">
                  <c:v>4</c:v>
                </c:pt>
                <c:pt idx="2381">
                  <c:v>4</c:v>
                </c:pt>
                <c:pt idx="2382">
                  <c:v>4</c:v>
                </c:pt>
                <c:pt idx="2383">
                  <c:v>4</c:v>
                </c:pt>
                <c:pt idx="2384">
                  <c:v>4</c:v>
                </c:pt>
                <c:pt idx="2385">
                  <c:v>4</c:v>
                </c:pt>
                <c:pt idx="2386">
                  <c:v>4</c:v>
                </c:pt>
                <c:pt idx="2387">
                  <c:v>4</c:v>
                </c:pt>
                <c:pt idx="2388">
                  <c:v>4</c:v>
                </c:pt>
                <c:pt idx="2389">
                  <c:v>4</c:v>
                </c:pt>
                <c:pt idx="2390">
                  <c:v>4</c:v>
                </c:pt>
                <c:pt idx="2391">
                  <c:v>4</c:v>
                </c:pt>
                <c:pt idx="2392">
                  <c:v>4</c:v>
                </c:pt>
                <c:pt idx="2393">
                  <c:v>4</c:v>
                </c:pt>
                <c:pt idx="2394">
                  <c:v>4</c:v>
                </c:pt>
                <c:pt idx="2395">
                  <c:v>4</c:v>
                </c:pt>
                <c:pt idx="2396">
                  <c:v>4</c:v>
                </c:pt>
                <c:pt idx="2397">
                  <c:v>4</c:v>
                </c:pt>
                <c:pt idx="2398">
                  <c:v>4</c:v>
                </c:pt>
                <c:pt idx="2399">
                  <c:v>4</c:v>
                </c:pt>
                <c:pt idx="2400">
                  <c:v>4</c:v>
                </c:pt>
                <c:pt idx="2401">
                  <c:v>4</c:v>
                </c:pt>
                <c:pt idx="2402">
                  <c:v>4</c:v>
                </c:pt>
                <c:pt idx="2403">
                  <c:v>4</c:v>
                </c:pt>
                <c:pt idx="2404">
                  <c:v>4</c:v>
                </c:pt>
                <c:pt idx="2405">
                  <c:v>4</c:v>
                </c:pt>
                <c:pt idx="2406">
                  <c:v>4</c:v>
                </c:pt>
                <c:pt idx="2407">
                  <c:v>4</c:v>
                </c:pt>
                <c:pt idx="2408">
                  <c:v>4</c:v>
                </c:pt>
                <c:pt idx="2409">
                  <c:v>4</c:v>
                </c:pt>
                <c:pt idx="2410">
                  <c:v>4</c:v>
                </c:pt>
                <c:pt idx="2411">
                  <c:v>4</c:v>
                </c:pt>
                <c:pt idx="2412">
                  <c:v>4</c:v>
                </c:pt>
                <c:pt idx="2413">
                  <c:v>4</c:v>
                </c:pt>
                <c:pt idx="2414">
                  <c:v>4</c:v>
                </c:pt>
                <c:pt idx="2415">
                  <c:v>4</c:v>
                </c:pt>
                <c:pt idx="2416">
                  <c:v>4</c:v>
                </c:pt>
                <c:pt idx="2417">
                  <c:v>4</c:v>
                </c:pt>
                <c:pt idx="2418">
                  <c:v>4</c:v>
                </c:pt>
                <c:pt idx="2419">
                  <c:v>4</c:v>
                </c:pt>
                <c:pt idx="2420">
                  <c:v>4</c:v>
                </c:pt>
                <c:pt idx="2421">
                  <c:v>4</c:v>
                </c:pt>
                <c:pt idx="2422">
                  <c:v>4</c:v>
                </c:pt>
                <c:pt idx="2423">
                  <c:v>4</c:v>
                </c:pt>
                <c:pt idx="2424">
                  <c:v>4</c:v>
                </c:pt>
                <c:pt idx="2425">
                  <c:v>4</c:v>
                </c:pt>
                <c:pt idx="2426">
                  <c:v>4</c:v>
                </c:pt>
                <c:pt idx="2427">
                  <c:v>4</c:v>
                </c:pt>
                <c:pt idx="2428">
                  <c:v>4</c:v>
                </c:pt>
                <c:pt idx="2429">
                  <c:v>4</c:v>
                </c:pt>
                <c:pt idx="2430">
                  <c:v>4</c:v>
                </c:pt>
                <c:pt idx="2431">
                  <c:v>4</c:v>
                </c:pt>
                <c:pt idx="2432">
                  <c:v>4</c:v>
                </c:pt>
                <c:pt idx="2433">
                  <c:v>4</c:v>
                </c:pt>
                <c:pt idx="2434">
                  <c:v>4</c:v>
                </c:pt>
                <c:pt idx="2435">
                  <c:v>4</c:v>
                </c:pt>
                <c:pt idx="2436">
                  <c:v>4</c:v>
                </c:pt>
                <c:pt idx="2437">
                  <c:v>4</c:v>
                </c:pt>
                <c:pt idx="2438">
                  <c:v>4</c:v>
                </c:pt>
                <c:pt idx="2439">
                  <c:v>4</c:v>
                </c:pt>
                <c:pt idx="2440">
                  <c:v>4</c:v>
                </c:pt>
                <c:pt idx="2441">
                  <c:v>4</c:v>
                </c:pt>
                <c:pt idx="2442">
                  <c:v>4</c:v>
                </c:pt>
                <c:pt idx="2443">
                  <c:v>4</c:v>
                </c:pt>
                <c:pt idx="2444">
                  <c:v>4</c:v>
                </c:pt>
                <c:pt idx="2445">
                  <c:v>4</c:v>
                </c:pt>
                <c:pt idx="2446">
                  <c:v>4</c:v>
                </c:pt>
                <c:pt idx="2447">
                  <c:v>4</c:v>
                </c:pt>
                <c:pt idx="2448">
                  <c:v>4</c:v>
                </c:pt>
                <c:pt idx="2449">
                  <c:v>4</c:v>
                </c:pt>
                <c:pt idx="2450">
                  <c:v>4</c:v>
                </c:pt>
                <c:pt idx="2451">
                  <c:v>4</c:v>
                </c:pt>
                <c:pt idx="2452">
                  <c:v>4</c:v>
                </c:pt>
                <c:pt idx="2453">
                  <c:v>4</c:v>
                </c:pt>
                <c:pt idx="2454">
                  <c:v>4</c:v>
                </c:pt>
                <c:pt idx="2455">
                  <c:v>4</c:v>
                </c:pt>
                <c:pt idx="2456">
                  <c:v>4</c:v>
                </c:pt>
                <c:pt idx="2457">
                  <c:v>4</c:v>
                </c:pt>
                <c:pt idx="2458">
                  <c:v>4</c:v>
                </c:pt>
                <c:pt idx="2459">
                  <c:v>4</c:v>
                </c:pt>
                <c:pt idx="2460">
                  <c:v>4</c:v>
                </c:pt>
                <c:pt idx="2461">
                  <c:v>4</c:v>
                </c:pt>
                <c:pt idx="2462">
                  <c:v>4</c:v>
                </c:pt>
                <c:pt idx="2463">
                  <c:v>4</c:v>
                </c:pt>
                <c:pt idx="2464">
                  <c:v>4</c:v>
                </c:pt>
                <c:pt idx="2465">
                  <c:v>4</c:v>
                </c:pt>
                <c:pt idx="2466">
                  <c:v>4</c:v>
                </c:pt>
                <c:pt idx="2467">
                  <c:v>4</c:v>
                </c:pt>
                <c:pt idx="2468">
                  <c:v>4</c:v>
                </c:pt>
                <c:pt idx="2469">
                  <c:v>4</c:v>
                </c:pt>
                <c:pt idx="2470">
                  <c:v>4</c:v>
                </c:pt>
                <c:pt idx="2471">
                  <c:v>4</c:v>
                </c:pt>
                <c:pt idx="2472">
                  <c:v>4</c:v>
                </c:pt>
                <c:pt idx="2473">
                  <c:v>4</c:v>
                </c:pt>
                <c:pt idx="2474">
                  <c:v>4</c:v>
                </c:pt>
                <c:pt idx="2475">
                  <c:v>4</c:v>
                </c:pt>
                <c:pt idx="2476">
                  <c:v>4</c:v>
                </c:pt>
                <c:pt idx="2477">
                  <c:v>4</c:v>
                </c:pt>
                <c:pt idx="2478">
                  <c:v>4</c:v>
                </c:pt>
                <c:pt idx="2479">
                  <c:v>4</c:v>
                </c:pt>
                <c:pt idx="2480">
                  <c:v>4</c:v>
                </c:pt>
                <c:pt idx="2481">
                  <c:v>4</c:v>
                </c:pt>
                <c:pt idx="2482">
                  <c:v>4</c:v>
                </c:pt>
                <c:pt idx="2483">
                  <c:v>4</c:v>
                </c:pt>
                <c:pt idx="2484">
                  <c:v>4</c:v>
                </c:pt>
                <c:pt idx="2485">
                  <c:v>4</c:v>
                </c:pt>
                <c:pt idx="2486">
                  <c:v>4</c:v>
                </c:pt>
                <c:pt idx="2487">
                  <c:v>4</c:v>
                </c:pt>
                <c:pt idx="2488">
                  <c:v>4</c:v>
                </c:pt>
                <c:pt idx="2489">
                  <c:v>4</c:v>
                </c:pt>
                <c:pt idx="2490">
                  <c:v>4</c:v>
                </c:pt>
                <c:pt idx="2491">
                  <c:v>4</c:v>
                </c:pt>
                <c:pt idx="2492">
                  <c:v>4</c:v>
                </c:pt>
                <c:pt idx="2493">
                  <c:v>4</c:v>
                </c:pt>
                <c:pt idx="2494">
                  <c:v>4</c:v>
                </c:pt>
                <c:pt idx="2495">
                  <c:v>4</c:v>
                </c:pt>
                <c:pt idx="2496">
                  <c:v>4</c:v>
                </c:pt>
                <c:pt idx="2497">
                  <c:v>4</c:v>
                </c:pt>
                <c:pt idx="2498">
                  <c:v>4</c:v>
                </c:pt>
                <c:pt idx="2499">
                  <c:v>4</c:v>
                </c:pt>
                <c:pt idx="2500">
                  <c:v>4</c:v>
                </c:pt>
                <c:pt idx="2501">
                  <c:v>4</c:v>
                </c:pt>
                <c:pt idx="2502">
                  <c:v>4</c:v>
                </c:pt>
                <c:pt idx="2503">
                  <c:v>4</c:v>
                </c:pt>
                <c:pt idx="2504">
                  <c:v>4</c:v>
                </c:pt>
                <c:pt idx="2505">
                  <c:v>4</c:v>
                </c:pt>
                <c:pt idx="2506">
                  <c:v>4</c:v>
                </c:pt>
                <c:pt idx="2507">
                  <c:v>4</c:v>
                </c:pt>
                <c:pt idx="2508">
                  <c:v>4</c:v>
                </c:pt>
                <c:pt idx="2509">
                  <c:v>4</c:v>
                </c:pt>
                <c:pt idx="2510">
                  <c:v>4</c:v>
                </c:pt>
                <c:pt idx="2511">
                  <c:v>4</c:v>
                </c:pt>
                <c:pt idx="2512">
                  <c:v>4</c:v>
                </c:pt>
                <c:pt idx="2513">
                  <c:v>4</c:v>
                </c:pt>
                <c:pt idx="2514">
                  <c:v>4</c:v>
                </c:pt>
                <c:pt idx="2515">
                  <c:v>4</c:v>
                </c:pt>
                <c:pt idx="2516">
                  <c:v>4</c:v>
                </c:pt>
                <c:pt idx="2517">
                  <c:v>4</c:v>
                </c:pt>
                <c:pt idx="2518">
                  <c:v>4</c:v>
                </c:pt>
                <c:pt idx="2519">
                  <c:v>4</c:v>
                </c:pt>
                <c:pt idx="2520">
                  <c:v>4</c:v>
                </c:pt>
                <c:pt idx="2521">
                  <c:v>4</c:v>
                </c:pt>
                <c:pt idx="2522">
                  <c:v>4</c:v>
                </c:pt>
                <c:pt idx="2523">
                  <c:v>4</c:v>
                </c:pt>
                <c:pt idx="2524">
                  <c:v>4</c:v>
                </c:pt>
                <c:pt idx="2525">
                  <c:v>4</c:v>
                </c:pt>
                <c:pt idx="2526">
                  <c:v>4</c:v>
                </c:pt>
                <c:pt idx="2527">
                  <c:v>4</c:v>
                </c:pt>
                <c:pt idx="2528">
                  <c:v>4</c:v>
                </c:pt>
                <c:pt idx="2529">
                  <c:v>4</c:v>
                </c:pt>
                <c:pt idx="2530">
                  <c:v>4</c:v>
                </c:pt>
                <c:pt idx="2531">
                  <c:v>4</c:v>
                </c:pt>
                <c:pt idx="2532">
                  <c:v>4</c:v>
                </c:pt>
                <c:pt idx="2533">
                  <c:v>4</c:v>
                </c:pt>
                <c:pt idx="2534">
                  <c:v>4</c:v>
                </c:pt>
                <c:pt idx="2535">
                  <c:v>4</c:v>
                </c:pt>
                <c:pt idx="2536">
                  <c:v>4</c:v>
                </c:pt>
                <c:pt idx="2537">
                  <c:v>4</c:v>
                </c:pt>
                <c:pt idx="2538">
                  <c:v>4</c:v>
                </c:pt>
                <c:pt idx="2539">
                  <c:v>4</c:v>
                </c:pt>
                <c:pt idx="2540">
                  <c:v>4</c:v>
                </c:pt>
                <c:pt idx="2541">
                  <c:v>4</c:v>
                </c:pt>
                <c:pt idx="2542">
                  <c:v>4</c:v>
                </c:pt>
                <c:pt idx="2543">
                  <c:v>4</c:v>
                </c:pt>
                <c:pt idx="2544">
                  <c:v>4</c:v>
                </c:pt>
                <c:pt idx="2545">
                  <c:v>4</c:v>
                </c:pt>
                <c:pt idx="2546">
                  <c:v>4</c:v>
                </c:pt>
                <c:pt idx="2547">
                  <c:v>4</c:v>
                </c:pt>
                <c:pt idx="2548">
                  <c:v>4</c:v>
                </c:pt>
                <c:pt idx="2549">
                  <c:v>4</c:v>
                </c:pt>
                <c:pt idx="2550">
                  <c:v>4</c:v>
                </c:pt>
                <c:pt idx="2551">
                  <c:v>4</c:v>
                </c:pt>
                <c:pt idx="2552">
                  <c:v>4</c:v>
                </c:pt>
                <c:pt idx="2553">
                  <c:v>4</c:v>
                </c:pt>
                <c:pt idx="2554">
                  <c:v>4</c:v>
                </c:pt>
                <c:pt idx="2555">
                  <c:v>4</c:v>
                </c:pt>
                <c:pt idx="2556">
                  <c:v>4</c:v>
                </c:pt>
                <c:pt idx="2557">
                  <c:v>4</c:v>
                </c:pt>
                <c:pt idx="2558">
                  <c:v>4</c:v>
                </c:pt>
                <c:pt idx="2559">
                  <c:v>4</c:v>
                </c:pt>
                <c:pt idx="2560">
                  <c:v>4</c:v>
                </c:pt>
                <c:pt idx="2561">
                  <c:v>4</c:v>
                </c:pt>
                <c:pt idx="2562">
                  <c:v>4</c:v>
                </c:pt>
                <c:pt idx="2563">
                  <c:v>4</c:v>
                </c:pt>
                <c:pt idx="2564">
                  <c:v>4</c:v>
                </c:pt>
                <c:pt idx="2565">
                  <c:v>4</c:v>
                </c:pt>
                <c:pt idx="2566">
                  <c:v>4</c:v>
                </c:pt>
                <c:pt idx="2567">
                  <c:v>4</c:v>
                </c:pt>
                <c:pt idx="2568">
                  <c:v>4</c:v>
                </c:pt>
                <c:pt idx="2569">
                  <c:v>4</c:v>
                </c:pt>
                <c:pt idx="2570">
                  <c:v>4</c:v>
                </c:pt>
                <c:pt idx="2571">
                  <c:v>4</c:v>
                </c:pt>
                <c:pt idx="2572">
                  <c:v>4</c:v>
                </c:pt>
                <c:pt idx="2573">
                  <c:v>4</c:v>
                </c:pt>
                <c:pt idx="2574">
                  <c:v>4</c:v>
                </c:pt>
                <c:pt idx="2575">
                  <c:v>4</c:v>
                </c:pt>
                <c:pt idx="2576">
                  <c:v>4</c:v>
                </c:pt>
                <c:pt idx="2577">
                  <c:v>4</c:v>
                </c:pt>
                <c:pt idx="2578">
                  <c:v>4</c:v>
                </c:pt>
                <c:pt idx="2579">
                  <c:v>4</c:v>
                </c:pt>
                <c:pt idx="2580">
                  <c:v>4</c:v>
                </c:pt>
                <c:pt idx="2581">
                  <c:v>4</c:v>
                </c:pt>
                <c:pt idx="2582">
                  <c:v>4</c:v>
                </c:pt>
                <c:pt idx="2583">
                  <c:v>4</c:v>
                </c:pt>
                <c:pt idx="2584">
                  <c:v>4</c:v>
                </c:pt>
                <c:pt idx="2585">
                  <c:v>4</c:v>
                </c:pt>
                <c:pt idx="2586">
                  <c:v>4</c:v>
                </c:pt>
                <c:pt idx="2587">
                  <c:v>4</c:v>
                </c:pt>
                <c:pt idx="2588">
                  <c:v>4</c:v>
                </c:pt>
                <c:pt idx="2589">
                  <c:v>4</c:v>
                </c:pt>
                <c:pt idx="2590">
                  <c:v>4</c:v>
                </c:pt>
                <c:pt idx="2591">
                  <c:v>4</c:v>
                </c:pt>
                <c:pt idx="2592">
                  <c:v>4</c:v>
                </c:pt>
                <c:pt idx="2593">
                  <c:v>4</c:v>
                </c:pt>
                <c:pt idx="2594">
                  <c:v>4</c:v>
                </c:pt>
                <c:pt idx="2595">
                  <c:v>4</c:v>
                </c:pt>
                <c:pt idx="2596">
                  <c:v>4</c:v>
                </c:pt>
                <c:pt idx="2597">
                  <c:v>4</c:v>
                </c:pt>
                <c:pt idx="2598">
                  <c:v>4</c:v>
                </c:pt>
                <c:pt idx="2599">
                  <c:v>4</c:v>
                </c:pt>
                <c:pt idx="2600">
                  <c:v>4</c:v>
                </c:pt>
                <c:pt idx="2601">
                  <c:v>4</c:v>
                </c:pt>
                <c:pt idx="2602">
                  <c:v>4</c:v>
                </c:pt>
                <c:pt idx="2603">
                  <c:v>4</c:v>
                </c:pt>
                <c:pt idx="2604">
                  <c:v>4</c:v>
                </c:pt>
                <c:pt idx="2605">
                  <c:v>4</c:v>
                </c:pt>
                <c:pt idx="2606">
                  <c:v>4</c:v>
                </c:pt>
                <c:pt idx="2607">
                  <c:v>4</c:v>
                </c:pt>
                <c:pt idx="2608">
                  <c:v>4</c:v>
                </c:pt>
                <c:pt idx="2609">
                  <c:v>4</c:v>
                </c:pt>
                <c:pt idx="2610">
                  <c:v>4</c:v>
                </c:pt>
                <c:pt idx="2611">
                  <c:v>4</c:v>
                </c:pt>
                <c:pt idx="2612">
                  <c:v>4</c:v>
                </c:pt>
                <c:pt idx="2613">
                  <c:v>4</c:v>
                </c:pt>
                <c:pt idx="2614">
                  <c:v>4</c:v>
                </c:pt>
                <c:pt idx="2615">
                  <c:v>4</c:v>
                </c:pt>
                <c:pt idx="2616">
                  <c:v>4</c:v>
                </c:pt>
                <c:pt idx="2617">
                  <c:v>4</c:v>
                </c:pt>
                <c:pt idx="2618">
                  <c:v>4</c:v>
                </c:pt>
                <c:pt idx="2619">
                  <c:v>4</c:v>
                </c:pt>
                <c:pt idx="2620">
                  <c:v>4</c:v>
                </c:pt>
                <c:pt idx="2621">
                  <c:v>4</c:v>
                </c:pt>
                <c:pt idx="2622">
                  <c:v>4</c:v>
                </c:pt>
                <c:pt idx="2623">
                  <c:v>4</c:v>
                </c:pt>
                <c:pt idx="2624">
                  <c:v>4</c:v>
                </c:pt>
                <c:pt idx="2625">
                  <c:v>4</c:v>
                </c:pt>
                <c:pt idx="2626">
                  <c:v>4</c:v>
                </c:pt>
                <c:pt idx="2627">
                  <c:v>4</c:v>
                </c:pt>
                <c:pt idx="2628">
                  <c:v>4</c:v>
                </c:pt>
                <c:pt idx="2629">
                  <c:v>4</c:v>
                </c:pt>
                <c:pt idx="2630">
                  <c:v>4</c:v>
                </c:pt>
                <c:pt idx="2631">
                  <c:v>4</c:v>
                </c:pt>
                <c:pt idx="2632">
                  <c:v>4</c:v>
                </c:pt>
                <c:pt idx="2633">
                  <c:v>4</c:v>
                </c:pt>
                <c:pt idx="2634">
                  <c:v>4</c:v>
                </c:pt>
                <c:pt idx="2635">
                  <c:v>4</c:v>
                </c:pt>
                <c:pt idx="2636">
                  <c:v>4</c:v>
                </c:pt>
                <c:pt idx="2637">
                  <c:v>4</c:v>
                </c:pt>
                <c:pt idx="2638">
                  <c:v>4</c:v>
                </c:pt>
                <c:pt idx="2639">
                  <c:v>4</c:v>
                </c:pt>
                <c:pt idx="2640">
                  <c:v>4</c:v>
                </c:pt>
                <c:pt idx="2641">
                  <c:v>4</c:v>
                </c:pt>
                <c:pt idx="2642">
                  <c:v>4</c:v>
                </c:pt>
                <c:pt idx="2643">
                  <c:v>4</c:v>
                </c:pt>
                <c:pt idx="2644">
                  <c:v>4</c:v>
                </c:pt>
                <c:pt idx="2645">
                  <c:v>4</c:v>
                </c:pt>
                <c:pt idx="2646">
                  <c:v>4</c:v>
                </c:pt>
                <c:pt idx="2647">
                  <c:v>4</c:v>
                </c:pt>
                <c:pt idx="2648">
                  <c:v>4</c:v>
                </c:pt>
                <c:pt idx="2649">
                  <c:v>4</c:v>
                </c:pt>
                <c:pt idx="2650">
                  <c:v>4</c:v>
                </c:pt>
                <c:pt idx="2651">
                  <c:v>4</c:v>
                </c:pt>
                <c:pt idx="2652">
                  <c:v>4</c:v>
                </c:pt>
                <c:pt idx="2653">
                  <c:v>4</c:v>
                </c:pt>
                <c:pt idx="2654">
                  <c:v>4</c:v>
                </c:pt>
                <c:pt idx="2655">
                  <c:v>4</c:v>
                </c:pt>
                <c:pt idx="2656">
                  <c:v>4</c:v>
                </c:pt>
                <c:pt idx="2657">
                  <c:v>4</c:v>
                </c:pt>
                <c:pt idx="2658">
                  <c:v>4</c:v>
                </c:pt>
                <c:pt idx="2659">
                  <c:v>4</c:v>
                </c:pt>
                <c:pt idx="2660">
                  <c:v>4</c:v>
                </c:pt>
                <c:pt idx="2661">
                  <c:v>4</c:v>
                </c:pt>
                <c:pt idx="2662">
                  <c:v>4</c:v>
                </c:pt>
                <c:pt idx="2663">
                  <c:v>4</c:v>
                </c:pt>
                <c:pt idx="2664">
                  <c:v>4</c:v>
                </c:pt>
                <c:pt idx="2665">
                  <c:v>4</c:v>
                </c:pt>
                <c:pt idx="2666">
                  <c:v>4</c:v>
                </c:pt>
                <c:pt idx="2667">
                  <c:v>4</c:v>
                </c:pt>
                <c:pt idx="2668">
                  <c:v>4</c:v>
                </c:pt>
                <c:pt idx="2669">
                  <c:v>4</c:v>
                </c:pt>
                <c:pt idx="2670">
                  <c:v>4</c:v>
                </c:pt>
                <c:pt idx="2671">
                  <c:v>4</c:v>
                </c:pt>
                <c:pt idx="2672">
                  <c:v>4</c:v>
                </c:pt>
                <c:pt idx="2673">
                  <c:v>4</c:v>
                </c:pt>
                <c:pt idx="2674">
                  <c:v>4</c:v>
                </c:pt>
                <c:pt idx="2675">
                  <c:v>4</c:v>
                </c:pt>
                <c:pt idx="2676">
                  <c:v>4</c:v>
                </c:pt>
                <c:pt idx="2677">
                  <c:v>4</c:v>
                </c:pt>
                <c:pt idx="2678">
                  <c:v>4</c:v>
                </c:pt>
                <c:pt idx="2679">
                  <c:v>4</c:v>
                </c:pt>
                <c:pt idx="2680">
                  <c:v>4</c:v>
                </c:pt>
                <c:pt idx="2681">
                  <c:v>4</c:v>
                </c:pt>
                <c:pt idx="2682">
                  <c:v>4</c:v>
                </c:pt>
                <c:pt idx="2683">
                  <c:v>4</c:v>
                </c:pt>
                <c:pt idx="2684">
                  <c:v>4</c:v>
                </c:pt>
                <c:pt idx="2685">
                  <c:v>4</c:v>
                </c:pt>
                <c:pt idx="2686">
                  <c:v>4</c:v>
                </c:pt>
                <c:pt idx="2687">
                  <c:v>4</c:v>
                </c:pt>
                <c:pt idx="2688">
                  <c:v>4</c:v>
                </c:pt>
                <c:pt idx="2689">
                  <c:v>4</c:v>
                </c:pt>
                <c:pt idx="2690">
                  <c:v>4</c:v>
                </c:pt>
                <c:pt idx="2691">
                  <c:v>4</c:v>
                </c:pt>
                <c:pt idx="2692">
                  <c:v>4</c:v>
                </c:pt>
                <c:pt idx="2693">
                  <c:v>4</c:v>
                </c:pt>
                <c:pt idx="2694">
                  <c:v>4</c:v>
                </c:pt>
                <c:pt idx="2695">
                  <c:v>4</c:v>
                </c:pt>
                <c:pt idx="2696">
                  <c:v>4</c:v>
                </c:pt>
                <c:pt idx="2697">
                  <c:v>4</c:v>
                </c:pt>
                <c:pt idx="2698">
                  <c:v>4</c:v>
                </c:pt>
                <c:pt idx="2699">
                  <c:v>4</c:v>
                </c:pt>
                <c:pt idx="2700">
                  <c:v>4</c:v>
                </c:pt>
                <c:pt idx="2701">
                  <c:v>4</c:v>
                </c:pt>
                <c:pt idx="2702">
                  <c:v>4</c:v>
                </c:pt>
                <c:pt idx="2703">
                  <c:v>4</c:v>
                </c:pt>
                <c:pt idx="2704">
                  <c:v>4</c:v>
                </c:pt>
                <c:pt idx="2705">
                  <c:v>3</c:v>
                </c:pt>
                <c:pt idx="2706">
                  <c:v>3</c:v>
                </c:pt>
                <c:pt idx="2707">
                  <c:v>3</c:v>
                </c:pt>
                <c:pt idx="2708">
                  <c:v>3</c:v>
                </c:pt>
                <c:pt idx="2709">
                  <c:v>3</c:v>
                </c:pt>
                <c:pt idx="2710">
                  <c:v>3</c:v>
                </c:pt>
                <c:pt idx="2711">
                  <c:v>3</c:v>
                </c:pt>
                <c:pt idx="2712">
                  <c:v>3</c:v>
                </c:pt>
                <c:pt idx="2713">
                  <c:v>3</c:v>
                </c:pt>
                <c:pt idx="2714">
                  <c:v>3</c:v>
                </c:pt>
                <c:pt idx="2715">
                  <c:v>3</c:v>
                </c:pt>
                <c:pt idx="2716">
                  <c:v>3</c:v>
                </c:pt>
                <c:pt idx="2717">
                  <c:v>3</c:v>
                </c:pt>
                <c:pt idx="2718">
                  <c:v>3</c:v>
                </c:pt>
                <c:pt idx="2719">
                  <c:v>3</c:v>
                </c:pt>
                <c:pt idx="2720">
                  <c:v>3</c:v>
                </c:pt>
                <c:pt idx="2721">
                  <c:v>3</c:v>
                </c:pt>
                <c:pt idx="2722">
                  <c:v>3</c:v>
                </c:pt>
                <c:pt idx="2723">
                  <c:v>3</c:v>
                </c:pt>
                <c:pt idx="2724">
                  <c:v>3</c:v>
                </c:pt>
                <c:pt idx="2725">
                  <c:v>3</c:v>
                </c:pt>
                <c:pt idx="2726">
                  <c:v>3</c:v>
                </c:pt>
                <c:pt idx="2727">
                  <c:v>3</c:v>
                </c:pt>
                <c:pt idx="2728">
                  <c:v>3</c:v>
                </c:pt>
                <c:pt idx="2729">
                  <c:v>3</c:v>
                </c:pt>
                <c:pt idx="2730">
                  <c:v>3</c:v>
                </c:pt>
                <c:pt idx="2731">
                  <c:v>3</c:v>
                </c:pt>
                <c:pt idx="2732">
                  <c:v>3</c:v>
                </c:pt>
                <c:pt idx="2733">
                  <c:v>3</c:v>
                </c:pt>
                <c:pt idx="2734">
                  <c:v>3</c:v>
                </c:pt>
                <c:pt idx="2735">
                  <c:v>3</c:v>
                </c:pt>
                <c:pt idx="2736">
                  <c:v>3</c:v>
                </c:pt>
                <c:pt idx="2737">
                  <c:v>3</c:v>
                </c:pt>
                <c:pt idx="2738">
                  <c:v>3</c:v>
                </c:pt>
                <c:pt idx="2739">
                  <c:v>3</c:v>
                </c:pt>
                <c:pt idx="2740">
                  <c:v>3</c:v>
                </c:pt>
                <c:pt idx="2741">
                  <c:v>3</c:v>
                </c:pt>
                <c:pt idx="2742">
                  <c:v>3</c:v>
                </c:pt>
                <c:pt idx="2743">
                  <c:v>3</c:v>
                </c:pt>
                <c:pt idx="2744">
                  <c:v>3</c:v>
                </c:pt>
                <c:pt idx="2745">
                  <c:v>3</c:v>
                </c:pt>
                <c:pt idx="2746">
                  <c:v>3</c:v>
                </c:pt>
                <c:pt idx="2747">
                  <c:v>3</c:v>
                </c:pt>
                <c:pt idx="2748">
                  <c:v>3</c:v>
                </c:pt>
                <c:pt idx="2749">
                  <c:v>3</c:v>
                </c:pt>
                <c:pt idx="2750">
                  <c:v>3</c:v>
                </c:pt>
                <c:pt idx="2751">
                  <c:v>3</c:v>
                </c:pt>
                <c:pt idx="2752">
                  <c:v>3</c:v>
                </c:pt>
                <c:pt idx="2753">
                  <c:v>3</c:v>
                </c:pt>
                <c:pt idx="2754">
                  <c:v>3</c:v>
                </c:pt>
                <c:pt idx="2755">
                  <c:v>3</c:v>
                </c:pt>
                <c:pt idx="2756">
                  <c:v>3</c:v>
                </c:pt>
                <c:pt idx="2757">
                  <c:v>3</c:v>
                </c:pt>
                <c:pt idx="2758">
                  <c:v>3</c:v>
                </c:pt>
                <c:pt idx="2759">
                  <c:v>3</c:v>
                </c:pt>
                <c:pt idx="2760">
                  <c:v>3</c:v>
                </c:pt>
                <c:pt idx="2761">
                  <c:v>3</c:v>
                </c:pt>
                <c:pt idx="2762">
                  <c:v>3</c:v>
                </c:pt>
                <c:pt idx="2763">
                  <c:v>3</c:v>
                </c:pt>
                <c:pt idx="2764">
                  <c:v>3</c:v>
                </c:pt>
                <c:pt idx="2765">
                  <c:v>3</c:v>
                </c:pt>
                <c:pt idx="2766">
                  <c:v>3</c:v>
                </c:pt>
                <c:pt idx="2767">
                  <c:v>3</c:v>
                </c:pt>
                <c:pt idx="2768">
                  <c:v>3</c:v>
                </c:pt>
                <c:pt idx="2769">
                  <c:v>3</c:v>
                </c:pt>
                <c:pt idx="2770">
                  <c:v>3</c:v>
                </c:pt>
                <c:pt idx="2771">
                  <c:v>3</c:v>
                </c:pt>
                <c:pt idx="2772">
                  <c:v>3</c:v>
                </c:pt>
                <c:pt idx="2773">
                  <c:v>3</c:v>
                </c:pt>
                <c:pt idx="2774">
                  <c:v>3</c:v>
                </c:pt>
                <c:pt idx="2775">
                  <c:v>3</c:v>
                </c:pt>
                <c:pt idx="2776">
                  <c:v>3</c:v>
                </c:pt>
                <c:pt idx="2777">
                  <c:v>3</c:v>
                </c:pt>
                <c:pt idx="2778">
                  <c:v>3</c:v>
                </c:pt>
                <c:pt idx="2779">
                  <c:v>3</c:v>
                </c:pt>
                <c:pt idx="2780">
                  <c:v>3</c:v>
                </c:pt>
                <c:pt idx="2781">
                  <c:v>3</c:v>
                </c:pt>
                <c:pt idx="2782">
                  <c:v>3</c:v>
                </c:pt>
                <c:pt idx="2783">
                  <c:v>3</c:v>
                </c:pt>
                <c:pt idx="2784">
                  <c:v>3</c:v>
                </c:pt>
                <c:pt idx="2785">
                  <c:v>3</c:v>
                </c:pt>
                <c:pt idx="2786">
                  <c:v>3</c:v>
                </c:pt>
                <c:pt idx="2787">
                  <c:v>3</c:v>
                </c:pt>
                <c:pt idx="2788">
                  <c:v>3</c:v>
                </c:pt>
                <c:pt idx="2789">
                  <c:v>3</c:v>
                </c:pt>
                <c:pt idx="2790">
                  <c:v>3</c:v>
                </c:pt>
                <c:pt idx="2791">
                  <c:v>3</c:v>
                </c:pt>
                <c:pt idx="2792">
                  <c:v>3</c:v>
                </c:pt>
                <c:pt idx="2793">
                  <c:v>3</c:v>
                </c:pt>
                <c:pt idx="2794">
                  <c:v>3</c:v>
                </c:pt>
                <c:pt idx="2795">
                  <c:v>3</c:v>
                </c:pt>
                <c:pt idx="2796">
                  <c:v>3</c:v>
                </c:pt>
                <c:pt idx="2797">
                  <c:v>3</c:v>
                </c:pt>
                <c:pt idx="2798">
                  <c:v>3</c:v>
                </c:pt>
                <c:pt idx="2799">
                  <c:v>3</c:v>
                </c:pt>
                <c:pt idx="2800">
                  <c:v>3</c:v>
                </c:pt>
                <c:pt idx="2801">
                  <c:v>3</c:v>
                </c:pt>
                <c:pt idx="2802">
                  <c:v>3</c:v>
                </c:pt>
                <c:pt idx="2803">
                  <c:v>3</c:v>
                </c:pt>
                <c:pt idx="2804">
                  <c:v>3</c:v>
                </c:pt>
                <c:pt idx="2805">
                  <c:v>3</c:v>
                </c:pt>
                <c:pt idx="2806">
                  <c:v>3</c:v>
                </c:pt>
                <c:pt idx="2807">
                  <c:v>3</c:v>
                </c:pt>
                <c:pt idx="2808">
                  <c:v>3</c:v>
                </c:pt>
                <c:pt idx="2809">
                  <c:v>3</c:v>
                </c:pt>
                <c:pt idx="2810">
                  <c:v>3</c:v>
                </c:pt>
                <c:pt idx="2811">
                  <c:v>3</c:v>
                </c:pt>
                <c:pt idx="2812">
                  <c:v>3</c:v>
                </c:pt>
                <c:pt idx="2813">
                  <c:v>3</c:v>
                </c:pt>
                <c:pt idx="2814">
                  <c:v>3</c:v>
                </c:pt>
                <c:pt idx="2815">
                  <c:v>3</c:v>
                </c:pt>
                <c:pt idx="2816">
                  <c:v>3</c:v>
                </c:pt>
                <c:pt idx="2817">
                  <c:v>3</c:v>
                </c:pt>
                <c:pt idx="2818">
                  <c:v>3</c:v>
                </c:pt>
                <c:pt idx="2819">
                  <c:v>3</c:v>
                </c:pt>
                <c:pt idx="2820">
                  <c:v>3</c:v>
                </c:pt>
                <c:pt idx="2821">
                  <c:v>3</c:v>
                </c:pt>
                <c:pt idx="2822">
                  <c:v>3</c:v>
                </c:pt>
                <c:pt idx="2823">
                  <c:v>3</c:v>
                </c:pt>
                <c:pt idx="2824">
                  <c:v>3</c:v>
                </c:pt>
                <c:pt idx="2825">
                  <c:v>3</c:v>
                </c:pt>
                <c:pt idx="2826">
                  <c:v>3</c:v>
                </c:pt>
                <c:pt idx="2827">
                  <c:v>3</c:v>
                </c:pt>
                <c:pt idx="2828">
                  <c:v>3</c:v>
                </c:pt>
                <c:pt idx="2829">
                  <c:v>3</c:v>
                </c:pt>
                <c:pt idx="2830">
                  <c:v>3</c:v>
                </c:pt>
                <c:pt idx="2831">
                  <c:v>3</c:v>
                </c:pt>
                <c:pt idx="2832">
                  <c:v>3</c:v>
                </c:pt>
                <c:pt idx="2833">
                  <c:v>3</c:v>
                </c:pt>
                <c:pt idx="2834">
                  <c:v>3</c:v>
                </c:pt>
                <c:pt idx="2835">
                  <c:v>3</c:v>
                </c:pt>
                <c:pt idx="2836">
                  <c:v>3</c:v>
                </c:pt>
                <c:pt idx="2837">
                  <c:v>3</c:v>
                </c:pt>
                <c:pt idx="2838">
                  <c:v>3</c:v>
                </c:pt>
                <c:pt idx="2839">
                  <c:v>3</c:v>
                </c:pt>
                <c:pt idx="2840">
                  <c:v>3</c:v>
                </c:pt>
                <c:pt idx="2841">
                  <c:v>3</c:v>
                </c:pt>
                <c:pt idx="2842">
                  <c:v>3</c:v>
                </c:pt>
                <c:pt idx="2843">
                  <c:v>3</c:v>
                </c:pt>
                <c:pt idx="2844">
                  <c:v>3</c:v>
                </c:pt>
                <c:pt idx="2845">
                  <c:v>3</c:v>
                </c:pt>
                <c:pt idx="2846">
                  <c:v>3</c:v>
                </c:pt>
                <c:pt idx="2847">
                  <c:v>3</c:v>
                </c:pt>
                <c:pt idx="2848">
                  <c:v>3</c:v>
                </c:pt>
                <c:pt idx="2849">
                  <c:v>3</c:v>
                </c:pt>
                <c:pt idx="2850">
                  <c:v>3</c:v>
                </c:pt>
                <c:pt idx="2851">
                  <c:v>3</c:v>
                </c:pt>
                <c:pt idx="2852">
                  <c:v>3</c:v>
                </c:pt>
                <c:pt idx="2853">
                  <c:v>3</c:v>
                </c:pt>
                <c:pt idx="2854">
                  <c:v>3</c:v>
                </c:pt>
                <c:pt idx="2855">
                  <c:v>3</c:v>
                </c:pt>
                <c:pt idx="2856">
                  <c:v>3</c:v>
                </c:pt>
                <c:pt idx="2857">
                  <c:v>3</c:v>
                </c:pt>
                <c:pt idx="2858">
                  <c:v>3</c:v>
                </c:pt>
                <c:pt idx="2859">
                  <c:v>3</c:v>
                </c:pt>
                <c:pt idx="2860">
                  <c:v>3</c:v>
                </c:pt>
                <c:pt idx="2861">
                  <c:v>3</c:v>
                </c:pt>
                <c:pt idx="2862">
                  <c:v>3</c:v>
                </c:pt>
                <c:pt idx="2863">
                  <c:v>3</c:v>
                </c:pt>
                <c:pt idx="2864">
                  <c:v>3</c:v>
                </c:pt>
                <c:pt idx="2865">
                  <c:v>3</c:v>
                </c:pt>
                <c:pt idx="2866">
                  <c:v>3</c:v>
                </c:pt>
                <c:pt idx="2867">
                  <c:v>3</c:v>
                </c:pt>
                <c:pt idx="2868">
                  <c:v>3</c:v>
                </c:pt>
                <c:pt idx="2869">
                  <c:v>3</c:v>
                </c:pt>
                <c:pt idx="2870">
                  <c:v>3</c:v>
                </c:pt>
                <c:pt idx="2871">
                  <c:v>3</c:v>
                </c:pt>
                <c:pt idx="2872">
                  <c:v>3</c:v>
                </c:pt>
                <c:pt idx="2873">
                  <c:v>3</c:v>
                </c:pt>
                <c:pt idx="2874">
                  <c:v>3</c:v>
                </c:pt>
                <c:pt idx="2875">
                  <c:v>3</c:v>
                </c:pt>
                <c:pt idx="2876">
                  <c:v>3</c:v>
                </c:pt>
                <c:pt idx="2877">
                  <c:v>3</c:v>
                </c:pt>
                <c:pt idx="2878">
                  <c:v>3</c:v>
                </c:pt>
                <c:pt idx="2879">
                  <c:v>3</c:v>
                </c:pt>
                <c:pt idx="2880">
                  <c:v>3</c:v>
                </c:pt>
                <c:pt idx="2881">
                  <c:v>3</c:v>
                </c:pt>
                <c:pt idx="2882">
                  <c:v>3</c:v>
                </c:pt>
                <c:pt idx="2883">
                  <c:v>3</c:v>
                </c:pt>
                <c:pt idx="2884">
                  <c:v>3</c:v>
                </c:pt>
                <c:pt idx="2885">
                  <c:v>3</c:v>
                </c:pt>
                <c:pt idx="2886">
                  <c:v>3</c:v>
                </c:pt>
                <c:pt idx="2887">
                  <c:v>3</c:v>
                </c:pt>
                <c:pt idx="2888">
                  <c:v>3</c:v>
                </c:pt>
                <c:pt idx="2889">
                  <c:v>3</c:v>
                </c:pt>
                <c:pt idx="2890">
                  <c:v>3</c:v>
                </c:pt>
                <c:pt idx="2891">
                  <c:v>3</c:v>
                </c:pt>
                <c:pt idx="2892">
                  <c:v>3</c:v>
                </c:pt>
                <c:pt idx="2893">
                  <c:v>3</c:v>
                </c:pt>
                <c:pt idx="2894">
                  <c:v>3</c:v>
                </c:pt>
                <c:pt idx="2895">
                  <c:v>3</c:v>
                </c:pt>
                <c:pt idx="2896">
                  <c:v>3</c:v>
                </c:pt>
                <c:pt idx="2897">
                  <c:v>3</c:v>
                </c:pt>
                <c:pt idx="2898">
                  <c:v>3</c:v>
                </c:pt>
                <c:pt idx="2899">
                  <c:v>3</c:v>
                </c:pt>
                <c:pt idx="2900">
                  <c:v>3</c:v>
                </c:pt>
                <c:pt idx="2901">
                  <c:v>3</c:v>
                </c:pt>
                <c:pt idx="2902">
                  <c:v>3</c:v>
                </c:pt>
                <c:pt idx="2903">
                  <c:v>3</c:v>
                </c:pt>
                <c:pt idx="2904">
                  <c:v>3</c:v>
                </c:pt>
                <c:pt idx="2905">
                  <c:v>3</c:v>
                </c:pt>
                <c:pt idx="2906">
                  <c:v>3</c:v>
                </c:pt>
                <c:pt idx="2907">
                  <c:v>3</c:v>
                </c:pt>
                <c:pt idx="2908">
                  <c:v>3</c:v>
                </c:pt>
                <c:pt idx="2909">
                  <c:v>3</c:v>
                </c:pt>
                <c:pt idx="2910">
                  <c:v>3</c:v>
                </c:pt>
                <c:pt idx="2911">
                  <c:v>3</c:v>
                </c:pt>
                <c:pt idx="2912">
                  <c:v>3</c:v>
                </c:pt>
                <c:pt idx="2913">
                  <c:v>3</c:v>
                </c:pt>
                <c:pt idx="2914">
                  <c:v>3</c:v>
                </c:pt>
                <c:pt idx="2915">
                  <c:v>3</c:v>
                </c:pt>
                <c:pt idx="2916">
                  <c:v>3</c:v>
                </c:pt>
                <c:pt idx="2917">
                  <c:v>3</c:v>
                </c:pt>
                <c:pt idx="2918">
                  <c:v>3</c:v>
                </c:pt>
                <c:pt idx="2919">
                  <c:v>3</c:v>
                </c:pt>
                <c:pt idx="2920">
                  <c:v>3</c:v>
                </c:pt>
                <c:pt idx="2921">
                  <c:v>3</c:v>
                </c:pt>
                <c:pt idx="2922">
                  <c:v>3</c:v>
                </c:pt>
                <c:pt idx="2923">
                  <c:v>3</c:v>
                </c:pt>
                <c:pt idx="2924">
                  <c:v>3</c:v>
                </c:pt>
                <c:pt idx="2925">
                  <c:v>3</c:v>
                </c:pt>
                <c:pt idx="2926">
                  <c:v>3</c:v>
                </c:pt>
                <c:pt idx="2927">
                  <c:v>3</c:v>
                </c:pt>
                <c:pt idx="2928">
                  <c:v>3</c:v>
                </c:pt>
                <c:pt idx="2929">
                  <c:v>3</c:v>
                </c:pt>
                <c:pt idx="2930">
                  <c:v>3</c:v>
                </c:pt>
                <c:pt idx="2931">
                  <c:v>3</c:v>
                </c:pt>
                <c:pt idx="2932">
                  <c:v>3</c:v>
                </c:pt>
                <c:pt idx="2933">
                  <c:v>3</c:v>
                </c:pt>
                <c:pt idx="2934">
                  <c:v>3</c:v>
                </c:pt>
                <c:pt idx="2935">
                  <c:v>3</c:v>
                </c:pt>
                <c:pt idx="2936">
                  <c:v>3</c:v>
                </c:pt>
                <c:pt idx="2937">
                  <c:v>3</c:v>
                </c:pt>
                <c:pt idx="2938">
                  <c:v>3</c:v>
                </c:pt>
                <c:pt idx="2939">
                  <c:v>3</c:v>
                </c:pt>
                <c:pt idx="2940">
                  <c:v>3</c:v>
                </c:pt>
                <c:pt idx="2941">
                  <c:v>3</c:v>
                </c:pt>
                <c:pt idx="2942">
                  <c:v>3</c:v>
                </c:pt>
                <c:pt idx="2943">
                  <c:v>3</c:v>
                </c:pt>
                <c:pt idx="2944">
                  <c:v>3</c:v>
                </c:pt>
                <c:pt idx="2945">
                  <c:v>3</c:v>
                </c:pt>
                <c:pt idx="2946">
                  <c:v>3</c:v>
                </c:pt>
                <c:pt idx="2947">
                  <c:v>3</c:v>
                </c:pt>
                <c:pt idx="2948">
                  <c:v>3</c:v>
                </c:pt>
                <c:pt idx="2949">
                  <c:v>3</c:v>
                </c:pt>
                <c:pt idx="2950">
                  <c:v>3</c:v>
                </c:pt>
                <c:pt idx="2951">
                  <c:v>3</c:v>
                </c:pt>
                <c:pt idx="2952">
                  <c:v>3</c:v>
                </c:pt>
                <c:pt idx="2953">
                  <c:v>3</c:v>
                </c:pt>
                <c:pt idx="2954">
                  <c:v>3</c:v>
                </c:pt>
                <c:pt idx="2955">
                  <c:v>3</c:v>
                </c:pt>
                <c:pt idx="2956">
                  <c:v>3</c:v>
                </c:pt>
                <c:pt idx="2957">
                  <c:v>3</c:v>
                </c:pt>
                <c:pt idx="2958">
                  <c:v>3</c:v>
                </c:pt>
                <c:pt idx="2959">
                  <c:v>3</c:v>
                </c:pt>
                <c:pt idx="2960">
                  <c:v>3</c:v>
                </c:pt>
                <c:pt idx="2961">
                  <c:v>3</c:v>
                </c:pt>
                <c:pt idx="2962">
                  <c:v>3</c:v>
                </c:pt>
                <c:pt idx="2963">
                  <c:v>3</c:v>
                </c:pt>
                <c:pt idx="2964">
                  <c:v>3</c:v>
                </c:pt>
                <c:pt idx="2965">
                  <c:v>3</c:v>
                </c:pt>
                <c:pt idx="2966">
                  <c:v>3</c:v>
                </c:pt>
                <c:pt idx="2967">
                  <c:v>3</c:v>
                </c:pt>
                <c:pt idx="2968">
                  <c:v>3</c:v>
                </c:pt>
                <c:pt idx="2969">
                  <c:v>3</c:v>
                </c:pt>
                <c:pt idx="2970">
                  <c:v>3</c:v>
                </c:pt>
                <c:pt idx="2971">
                  <c:v>3</c:v>
                </c:pt>
                <c:pt idx="2972">
                  <c:v>3</c:v>
                </c:pt>
                <c:pt idx="2973">
                  <c:v>3</c:v>
                </c:pt>
                <c:pt idx="2974">
                  <c:v>3</c:v>
                </c:pt>
                <c:pt idx="2975">
                  <c:v>3</c:v>
                </c:pt>
                <c:pt idx="2976">
                  <c:v>3</c:v>
                </c:pt>
                <c:pt idx="2977">
                  <c:v>3</c:v>
                </c:pt>
                <c:pt idx="2978">
                  <c:v>3</c:v>
                </c:pt>
                <c:pt idx="2979">
                  <c:v>3</c:v>
                </c:pt>
                <c:pt idx="2980">
                  <c:v>3</c:v>
                </c:pt>
                <c:pt idx="2981">
                  <c:v>3</c:v>
                </c:pt>
                <c:pt idx="2982">
                  <c:v>3</c:v>
                </c:pt>
                <c:pt idx="2983">
                  <c:v>3</c:v>
                </c:pt>
                <c:pt idx="2984">
                  <c:v>3</c:v>
                </c:pt>
                <c:pt idx="2985">
                  <c:v>3</c:v>
                </c:pt>
                <c:pt idx="2986">
                  <c:v>3</c:v>
                </c:pt>
                <c:pt idx="2987">
                  <c:v>3</c:v>
                </c:pt>
                <c:pt idx="2988">
                  <c:v>3</c:v>
                </c:pt>
                <c:pt idx="2989">
                  <c:v>3</c:v>
                </c:pt>
                <c:pt idx="2990">
                  <c:v>3</c:v>
                </c:pt>
                <c:pt idx="2991">
                  <c:v>3</c:v>
                </c:pt>
                <c:pt idx="2992">
                  <c:v>3</c:v>
                </c:pt>
                <c:pt idx="2993">
                  <c:v>3</c:v>
                </c:pt>
                <c:pt idx="2994">
                  <c:v>3</c:v>
                </c:pt>
                <c:pt idx="2995">
                  <c:v>3</c:v>
                </c:pt>
                <c:pt idx="2996">
                  <c:v>3</c:v>
                </c:pt>
                <c:pt idx="2997">
                  <c:v>3</c:v>
                </c:pt>
                <c:pt idx="2998">
                  <c:v>3</c:v>
                </c:pt>
                <c:pt idx="2999">
                  <c:v>3</c:v>
                </c:pt>
                <c:pt idx="3000">
                  <c:v>3</c:v>
                </c:pt>
                <c:pt idx="3001">
                  <c:v>3</c:v>
                </c:pt>
                <c:pt idx="3002">
                  <c:v>3</c:v>
                </c:pt>
                <c:pt idx="3003">
                  <c:v>3</c:v>
                </c:pt>
                <c:pt idx="3004">
                  <c:v>3</c:v>
                </c:pt>
                <c:pt idx="3005">
                  <c:v>3</c:v>
                </c:pt>
                <c:pt idx="3006">
                  <c:v>3</c:v>
                </c:pt>
                <c:pt idx="3007">
                  <c:v>3</c:v>
                </c:pt>
                <c:pt idx="3008">
                  <c:v>3</c:v>
                </c:pt>
                <c:pt idx="3009">
                  <c:v>3</c:v>
                </c:pt>
                <c:pt idx="3010">
                  <c:v>3</c:v>
                </c:pt>
                <c:pt idx="3011">
                  <c:v>3</c:v>
                </c:pt>
                <c:pt idx="3012">
                  <c:v>3</c:v>
                </c:pt>
                <c:pt idx="3013">
                  <c:v>3</c:v>
                </c:pt>
                <c:pt idx="3014">
                  <c:v>3</c:v>
                </c:pt>
                <c:pt idx="3015">
                  <c:v>3</c:v>
                </c:pt>
                <c:pt idx="3016">
                  <c:v>3</c:v>
                </c:pt>
                <c:pt idx="3017">
                  <c:v>3</c:v>
                </c:pt>
                <c:pt idx="3018">
                  <c:v>3</c:v>
                </c:pt>
                <c:pt idx="3019">
                  <c:v>3</c:v>
                </c:pt>
                <c:pt idx="3020">
                  <c:v>3</c:v>
                </c:pt>
                <c:pt idx="3021">
                  <c:v>3</c:v>
                </c:pt>
                <c:pt idx="3022">
                  <c:v>3</c:v>
                </c:pt>
                <c:pt idx="3023">
                  <c:v>3</c:v>
                </c:pt>
                <c:pt idx="3024">
                  <c:v>3</c:v>
                </c:pt>
                <c:pt idx="3025">
                  <c:v>3</c:v>
                </c:pt>
                <c:pt idx="3026">
                  <c:v>3</c:v>
                </c:pt>
                <c:pt idx="3027">
                  <c:v>3</c:v>
                </c:pt>
                <c:pt idx="3028">
                  <c:v>3</c:v>
                </c:pt>
                <c:pt idx="3029">
                  <c:v>3</c:v>
                </c:pt>
                <c:pt idx="3030">
                  <c:v>3</c:v>
                </c:pt>
                <c:pt idx="3031">
                  <c:v>3</c:v>
                </c:pt>
                <c:pt idx="3032">
                  <c:v>3</c:v>
                </c:pt>
                <c:pt idx="3033">
                  <c:v>3</c:v>
                </c:pt>
                <c:pt idx="3034">
                  <c:v>3</c:v>
                </c:pt>
                <c:pt idx="3035">
                  <c:v>3</c:v>
                </c:pt>
                <c:pt idx="3036">
                  <c:v>3</c:v>
                </c:pt>
                <c:pt idx="3037">
                  <c:v>3</c:v>
                </c:pt>
                <c:pt idx="3038">
                  <c:v>3</c:v>
                </c:pt>
                <c:pt idx="3039">
                  <c:v>3</c:v>
                </c:pt>
                <c:pt idx="3040">
                  <c:v>3</c:v>
                </c:pt>
                <c:pt idx="3041">
                  <c:v>3</c:v>
                </c:pt>
                <c:pt idx="3042">
                  <c:v>3</c:v>
                </c:pt>
                <c:pt idx="3043">
                  <c:v>3</c:v>
                </c:pt>
                <c:pt idx="3044">
                  <c:v>3</c:v>
                </c:pt>
                <c:pt idx="3045">
                  <c:v>3</c:v>
                </c:pt>
                <c:pt idx="3046">
                  <c:v>3</c:v>
                </c:pt>
                <c:pt idx="3047">
                  <c:v>3</c:v>
                </c:pt>
                <c:pt idx="3048">
                  <c:v>3</c:v>
                </c:pt>
                <c:pt idx="3049">
                  <c:v>3</c:v>
                </c:pt>
                <c:pt idx="3050">
                  <c:v>3</c:v>
                </c:pt>
                <c:pt idx="3051">
                  <c:v>3</c:v>
                </c:pt>
                <c:pt idx="3052">
                  <c:v>3</c:v>
                </c:pt>
                <c:pt idx="3053">
                  <c:v>3</c:v>
                </c:pt>
                <c:pt idx="3054">
                  <c:v>3</c:v>
                </c:pt>
                <c:pt idx="3055">
                  <c:v>3</c:v>
                </c:pt>
                <c:pt idx="3056">
                  <c:v>3</c:v>
                </c:pt>
                <c:pt idx="3057">
                  <c:v>3</c:v>
                </c:pt>
                <c:pt idx="3058">
                  <c:v>3</c:v>
                </c:pt>
                <c:pt idx="3059">
                  <c:v>3</c:v>
                </c:pt>
                <c:pt idx="3060">
                  <c:v>3</c:v>
                </c:pt>
                <c:pt idx="3061">
                  <c:v>3</c:v>
                </c:pt>
                <c:pt idx="3062">
                  <c:v>3</c:v>
                </c:pt>
                <c:pt idx="3063">
                  <c:v>3</c:v>
                </c:pt>
                <c:pt idx="3064">
                  <c:v>3</c:v>
                </c:pt>
                <c:pt idx="3065">
                  <c:v>3</c:v>
                </c:pt>
                <c:pt idx="3066">
                  <c:v>3</c:v>
                </c:pt>
                <c:pt idx="3067">
                  <c:v>3</c:v>
                </c:pt>
                <c:pt idx="3068">
                  <c:v>3</c:v>
                </c:pt>
                <c:pt idx="3069">
                  <c:v>3</c:v>
                </c:pt>
                <c:pt idx="3070">
                  <c:v>3</c:v>
                </c:pt>
                <c:pt idx="3071">
                  <c:v>3</c:v>
                </c:pt>
                <c:pt idx="3072">
                  <c:v>3</c:v>
                </c:pt>
                <c:pt idx="3073">
                  <c:v>3</c:v>
                </c:pt>
                <c:pt idx="3074">
                  <c:v>3</c:v>
                </c:pt>
                <c:pt idx="3075">
                  <c:v>3</c:v>
                </c:pt>
                <c:pt idx="3076">
                  <c:v>3</c:v>
                </c:pt>
                <c:pt idx="3077">
                  <c:v>3</c:v>
                </c:pt>
                <c:pt idx="3078">
                  <c:v>3</c:v>
                </c:pt>
                <c:pt idx="3079">
                  <c:v>3</c:v>
                </c:pt>
                <c:pt idx="3080">
                  <c:v>3</c:v>
                </c:pt>
                <c:pt idx="3081">
                  <c:v>3</c:v>
                </c:pt>
                <c:pt idx="3082">
                  <c:v>3</c:v>
                </c:pt>
                <c:pt idx="3083">
                  <c:v>3</c:v>
                </c:pt>
                <c:pt idx="3084">
                  <c:v>3</c:v>
                </c:pt>
                <c:pt idx="3085">
                  <c:v>3</c:v>
                </c:pt>
                <c:pt idx="3086">
                  <c:v>3</c:v>
                </c:pt>
                <c:pt idx="3087">
                  <c:v>3</c:v>
                </c:pt>
                <c:pt idx="3088">
                  <c:v>3</c:v>
                </c:pt>
                <c:pt idx="3089">
                  <c:v>3</c:v>
                </c:pt>
                <c:pt idx="3090">
                  <c:v>3</c:v>
                </c:pt>
                <c:pt idx="3091">
                  <c:v>3</c:v>
                </c:pt>
                <c:pt idx="3092">
                  <c:v>3</c:v>
                </c:pt>
                <c:pt idx="3093">
                  <c:v>3</c:v>
                </c:pt>
                <c:pt idx="3094">
                  <c:v>3</c:v>
                </c:pt>
                <c:pt idx="3095">
                  <c:v>3</c:v>
                </c:pt>
                <c:pt idx="3096">
                  <c:v>3</c:v>
                </c:pt>
                <c:pt idx="3097">
                  <c:v>3</c:v>
                </c:pt>
                <c:pt idx="3098">
                  <c:v>3</c:v>
                </c:pt>
                <c:pt idx="3099">
                  <c:v>3</c:v>
                </c:pt>
                <c:pt idx="3100">
                  <c:v>3</c:v>
                </c:pt>
                <c:pt idx="3101">
                  <c:v>3</c:v>
                </c:pt>
                <c:pt idx="3102">
                  <c:v>3</c:v>
                </c:pt>
                <c:pt idx="3103">
                  <c:v>3</c:v>
                </c:pt>
                <c:pt idx="3104">
                  <c:v>3</c:v>
                </c:pt>
                <c:pt idx="3105">
                  <c:v>3</c:v>
                </c:pt>
                <c:pt idx="3106">
                  <c:v>3</c:v>
                </c:pt>
                <c:pt idx="3107">
                  <c:v>3</c:v>
                </c:pt>
                <c:pt idx="3108">
                  <c:v>3</c:v>
                </c:pt>
                <c:pt idx="3109">
                  <c:v>3</c:v>
                </c:pt>
                <c:pt idx="3110">
                  <c:v>3</c:v>
                </c:pt>
                <c:pt idx="3111">
                  <c:v>3</c:v>
                </c:pt>
                <c:pt idx="3112">
                  <c:v>3</c:v>
                </c:pt>
                <c:pt idx="3113">
                  <c:v>3</c:v>
                </c:pt>
                <c:pt idx="3114">
                  <c:v>3</c:v>
                </c:pt>
                <c:pt idx="3115">
                  <c:v>3</c:v>
                </c:pt>
                <c:pt idx="3116">
                  <c:v>3</c:v>
                </c:pt>
                <c:pt idx="3117">
                  <c:v>3</c:v>
                </c:pt>
                <c:pt idx="3118">
                  <c:v>3</c:v>
                </c:pt>
                <c:pt idx="3119">
                  <c:v>3</c:v>
                </c:pt>
                <c:pt idx="3120">
                  <c:v>3</c:v>
                </c:pt>
                <c:pt idx="3121">
                  <c:v>3</c:v>
                </c:pt>
                <c:pt idx="3122">
                  <c:v>3</c:v>
                </c:pt>
                <c:pt idx="3123">
                  <c:v>3</c:v>
                </c:pt>
                <c:pt idx="3124">
                  <c:v>3</c:v>
                </c:pt>
                <c:pt idx="3125">
                  <c:v>3</c:v>
                </c:pt>
                <c:pt idx="3126">
                  <c:v>3</c:v>
                </c:pt>
                <c:pt idx="3127">
                  <c:v>3</c:v>
                </c:pt>
                <c:pt idx="3128">
                  <c:v>3</c:v>
                </c:pt>
                <c:pt idx="3129">
                  <c:v>3</c:v>
                </c:pt>
                <c:pt idx="3130">
                  <c:v>3</c:v>
                </c:pt>
                <c:pt idx="3131">
                  <c:v>3</c:v>
                </c:pt>
                <c:pt idx="3132">
                  <c:v>3</c:v>
                </c:pt>
                <c:pt idx="3133">
                  <c:v>3</c:v>
                </c:pt>
                <c:pt idx="3134">
                  <c:v>3</c:v>
                </c:pt>
                <c:pt idx="3135">
                  <c:v>3</c:v>
                </c:pt>
                <c:pt idx="3136">
                  <c:v>3</c:v>
                </c:pt>
                <c:pt idx="3137">
                  <c:v>3</c:v>
                </c:pt>
                <c:pt idx="3138">
                  <c:v>3</c:v>
                </c:pt>
                <c:pt idx="3139">
                  <c:v>3</c:v>
                </c:pt>
                <c:pt idx="3140">
                  <c:v>3</c:v>
                </c:pt>
                <c:pt idx="3141">
                  <c:v>3</c:v>
                </c:pt>
                <c:pt idx="3142">
                  <c:v>3</c:v>
                </c:pt>
                <c:pt idx="3143">
                  <c:v>3</c:v>
                </c:pt>
                <c:pt idx="3144">
                  <c:v>3</c:v>
                </c:pt>
                <c:pt idx="3145">
                  <c:v>3</c:v>
                </c:pt>
                <c:pt idx="3146">
                  <c:v>3</c:v>
                </c:pt>
                <c:pt idx="3147">
                  <c:v>3</c:v>
                </c:pt>
                <c:pt idx="3148">
                  <c:v>3</c:v>
                </c:pt>
                <c:pt idx="3149">
                  <c:v>3</c:v>
                </c:pt>
                <c:pt idx="3150">
                  <c:v>3</c:v>
                </c:pt>
                <c:pt idx="3151">
                  <c:v>3</c:v>
                </c:pt>
                <c:pt idx="3152">
                  <c:v>3</c:v>
                </c:pt>
                <c:pt idx="3153">
                  <c:v>3</c:v>
                </c:pt>
                <c:pt idx="3154">
                  <c:v>3</c:v>
                </c:pt>
                <c:pt idx="3155">
                  <c:v>3</c:v>
                </c:pt>
                <c:pt idx="3156">
                  <c:v>3</c:v>
                </c:pt>
                <c:pt idx="3157">
                  <c:v>3</c:v>
                </c:pt>
                <c:pt idx="3158">
                  <c:v>3</c:v>
                </c:pt>
                <c:pt idx="3159">
                  <c:v>3</c:v>
                </c:pt>
                <c:pt idx="3160">
                  <c:v>3</c:v>
                </c:pt>
                <c:pt idx="3161">
                  <c:v>3</c:v>
                </c:pt>
                <c:pt idx="3162">
                  <c:v>3</c:v>
                </c:pt>
                <c:pt idx="3163">
                  <c:v>3</c:v>
                </c:pt>
                <c:pt idx="3164">
                  <c:v>3</c:v>
                </c:pt>
                <c:pt idx="3165">
                  <c:v>3</c:v>
                </c:pt>
                <c:pt idx="3166">
                  <c:v>3</c:v>
                </c:pt>
                <c:pt idx="3167">
                  <c:v>3</c:v>
                </c:pt>
                <c:pt idx="3168">
                  <c:v>3</c:v>
                </c:pt>
                <c:pt idx="3169">
                  <c:v>3</c:v>
                </c:pt>
                <c:pt idx="3170">
                  <c:v>3</c:v>
                </c:pt>
                <c:pt idx="3171">
                  <c:v>3</c:v>
                </c:pt>
                <c:pt idx="3172">
                  <c:v>3</c:v>
                </c:pt>
                <c:pt idx="3173">
                  <c:v>3</c:v>
                </c:pt>
                <c:pt idx="3174">
                  <c:v>3</c:v>
                </c:pt>
                <c:pt idx="3175">
                  <c:v>3</c:v>
                </c:pt>
                <c:pt idx="3176">
                  <c:v>3</c:v>
                </c:pt>
                <c:pt idx="3177">
                  <c:v>3</c:v>
                </c:pt>
                <c:pt idx="3178">
                  <c:v>3</c:v>
                </c:pt>
                <c:pt idx="3179">
                  <c:v>3</c:v>
                </c:pt>
                <c:pt idx="3180">
                  <c:v>3</c:v>
                </c:pt>
                <c:pt idx="3181">
                  <c:v>3</c:v>
                </c:pt>
                <c:pt idx="3182">
                  <c:v>3</c:v>
                </c:pt>
                <c:pt idx="3183">
                  <c:v>3</c:v>
                </c:pt>
                <c:pt idx="3184">
                  <c:v>3</c:v>
                </c:pt>
                <c:pt idx="3185">
                  <c:v>3</c:v>
                </c:pt>
                <c:pt idx="3186">
                  <c:v>3</c:v>
                </c:pt>
                <c:pt idx="3187">
                  <c:v>3</c:v>
                </c:pt>
                <c:pt idx="3188">
                  <c:v>3</c:v>
                </c:pt>
                <c:pt idx="3189">
                  <c:v>3</c:v>
                </c:pt>
                <c:pt idx="3190">
                  <c:v>3</c:v>
                </c:pt>
                <c:pt idx="3191">
                  <c:v>3</c:v>
                </c:pt>
                <c:pt idx="3192">
                  <c:v>3</c:v>
                </c:pt>
                <c:pt idx="3193">
                  <c:v>3</c:v>
                </c:pt>
                <c:pt idx="3194">
                  <c:v>3</c:v>
                </c:pt>
                <c:pt idx="3195">
                  <c:v>3</c:v>
                </c:pt>
                <c:pt idx="3196">
                  <c:v>3</c:v>
                </c:pt>
                <c:pt idx="3197">
                  <c:v>3</c:v>
                </c:pt>
                <c:pt idx="3198">
                  <c:v>3</c:v>
                </c:pt>
                <c:pt idx="3199">
                  <c:v>3</c:v>
                </c:pt>
                <c:pt idx="3200">
                  <c:v>3</c:v>
                </c:pt>
                <c:pt idx="3201">
                  <c:v>3</c:v>
                </c:pt>
                <c:pt idx="3202">
                  <c:v>3</c:v>
                </c:pt>
                <c:pt idx="3203">
                  <c:v>3</c:v>
                </c:pt>
                <c:pt idx="3204">
                  <c:v>3</c:v>
                </c:pt>
                <c:pt idx="3205">
                  <c:v>3</c:v>
                </c:pt>
                <c:pt idx="3206">
                  <c:v>3</c:v>
                </c:pt>
                <c:pt idx="3207">
                  <c:v>3</c:v>
                </c:pt>
                <c:pt idx="3208">
                  <c:v>3</c:v>
                </c:pt>
                <c:pt idx="3209">
                  <c:v>3</c:v>
                </c:pt>
                <c:pt idx="3210">
                  <c:v>3</c:v>
                </c:pt>
                <c:pt idx="3211">
                  <c:v>3</c:v>
                </c:pt>
                <c:pt idx="3212">
                  <c:v>3</c:v>
                </c:pt>
                <c:pt idx="3213">
                  <c:v>3</c:v>
                </c:pt>
                <c:pt idx="3214">
                  <c:v>3</c:v>
                </c:pt>
                <c:pt idx="3215">
                  <c:v>3</c:v>
                </c:pt>
                <c:pt idx="3216">
                  <c:v>3</c:v>
                </c:pt>
                <c:pt idx="3217">
                  <c:v>3</c:v>
                </c:pt>
                <c:pt idx="3218">
                  <c:v>3</c:v>
                </c:pt>
                <c:pt idx="3219">
                  <c:v>3</c:v>
                </c:pt>
                <c:pt idx="3220">
                  <c:v>3</c:v>
                </c:pt>
                <c:pt idx="3221">
                  <c:v>3</c:v>
                </c:pt>
                <c:pt idx="3222">
                  <c:v>3</c:v>
                </c:pt>
                <c:pt idx="3223">
                  <c:v>3.25</c:v>
                </c:pt>
                <c:pt idx="3224">
                  <c:v>3.25</c:v>
                </c:pt>
                <c:pt idx="3225">
                  <c:v>3.25</c:v>
                </c:pt>
                <c:pt idx="3226">
                  <c:v>3.25</c:v>
                </c:pt>
                <c:pt idx="3227">
                  <c:v>3.25</c:v>
                </c:pt>
                <c:pt idx="3228">
                  <c:v>3.25</c:v>
                </c:pt>
                <c:pt idx="3229">
                  <c:v>3.25</c:v>
                </c:pt>
                <c:pt idx="3230">
                  <c:v>3.25</c:v>
                </c:pt>
                <c:pt idx="3231">
                  <c:v>3.25</c:v>
                </c:pt>
                <c:pt idx="3232">
                  <c:v>3.25</c:v>
                </c:pt>
                <c:pt idx="3233">
                  <c:v>3.25</c:v>
                </c:pt>
                <c:pt idx="3234">
                  <c:v>3.25</c:v>
                </c:pt>
                <c:pt idx="3235">
                  <c:v>3.25</c:v>
                </c:pt>
                <c:pt idx="3236">
                  <c:v>3.25</c:v>
                </c:pt>
                <c:pt idx="3237">
                  <c:v>3.25</c:v>
                </c:pt>
                <c:pt idx="3238">
                  <c:v>3.25</c:v>
                </c:pt>
                <c:pt idx="3239">
                  <c:v>3.25</c:v>
                </c:pt>
                <c:pt idx="3240">
                  <c:v>3.25</c:v>
                </c:pt>
                <c:pt idx="3241">
                  <c:v>3.25</c:v>
                </c:pt>
                <c:pt idx="3242">
                  <c:v>3.25</c:v>
                </c:pt>
                <c:pt idx="3243">
                  <c:v>3.25</c:v>
                </c:pt>
                <c:pt idx="3244">
                  <c:v>3.25</c:v>
                </c:pt>
                <c:pt idx="3245">
                  <c:v>3.25</c:v>
                </c:pt>
                <c:pt idx="3246">
                  <c:v>3.25</c:v>
                </c:pt>
                <c:pt idx="3247">
                  <c:v>3.25</c:v>
                </c:pt>
                <c:pt idx="3248">
                  <c:v>3.25</c:v>
                </c:pt>
                <c:pt idx="3249">
                  <c:v>3.25</c:v>
                </c:pt>
                <c:pt idx="3250">
                  <c:v>3.25</c:v>
                </c:pt>
                <c:pt idx="3251">
                  <c:v>3.25</c:v>
                </c:pt>
                <c:pt idx="3252">
                  <c:v>3.5</c:v>
                </c:pt>
                <c:pt idx="3253">
                  <c:v>3.5</c:v>
                </c:pt>
                <c:pt idx="3254">
                  <c:v>3.5</c:v>
                </c:pt>
                <c:pt idx="3255">
                  <c:v>3.5</c:v>
                </c:pt>
                <c:pt idx="3256">
                  <c:v>3.5</c:v>
                </c:pt>
                <c:pt idx="3257">
                  <c:v>3.5</c:v>
                </c:pt>
                <c:pt idx="3258">
                  <c:v>3.5</c:v>
                </c:pt>
                <c:pt idx="3259">
                  <c:v>3.5</c:v>
                </c:pt>
                <c:pt idx="3260">
                  <c:v>3.5</c:v>
                </c:pt>
                <c:pt idx="3261">
                  <c:v>3.5</c:v>
                </c:pt>
                <c:pt idx="3262">
                  <c:v>3.5</c:v>
                </c:pt>
                <c:pt idx="3263">
                  <c:v>3.5</c:v>
                </c:pt>
                <c:pt idx="3264">
                  <c:v>3.5</c:v>
                </c:pt>
                <c:pt idx="3265">
                  <c:v>3.5</c:v>
                </c:pt>
                <c:pt idx="3266">
                  <c:v>3.5</c:v>
                </c:pt>
                <c:pt idx="3267">
                  <c:v>3.5</c:v>
                </c:pt>
                <c:pt idx="3268">
                  <c:v>3.5</c:v>
                </c:pt>
                <c:pt idx="3269">
                  <c:v>3.5</c:v>
                </c:pt>
                <c:pt idx="3270">
                  <c:v>3.5</c:v>
                </c:pt>
                <c:pt idx="3271">
                  <c:v>3.5</c:v>
                </c:pt>
                <c:pt idx="3272">
                  <c:v>3.5</c:v>
                </c:pt>
                <c:pt idx="3273">
                  <c:v>3.5</c:v>
                </c:pt>
                <c:pt idx="3274">
                  <c:v>3.5</c:v>
                </c:pt>
                <c:pt idx="3275">
                  <c:v>3.5</c:v>
                </c:pt>
                <c:pt idx="3276">
                  <c:v>3.5</c:v>
                </c:pt>
                <c:pt idx="3277">
                  <c:v>3.5</c:v>
                </c:pt>
                <c:pt idx="3278">
                  <c:v>3.5</c:v>
                </c:pt>
                <c:pt idx="3279">
                  <c:v>3.5</c:v>
                </c:pt>
                <c:pt idx="3280">
                  <c:v>3.5</c:v>
                </c:pt>
                <c:pt idx="3281">
                  <c:v>3.5</c:v>
                </c:pt>
                <c:pt idx="3282">
                  <c:v>3.5</c:v>
                </c:pt>
                <c:pt idx="3283">
                  <c:v>3.5</c:v>
                </c:pt>
                <c:pt idx="3284">
                  <c:v>3.5</c:v>
                </c:pt>
                <c:pt idx="3285">
                  <c:v>3.5</c:v>
                </c:pt>
                <c:pt idx="3286">
                  <c:v>3.5</c:v>
                </c:pt>
                <c:pt idx="3287">
                  <c:v>3.5</c:v>
                </c:pt>
                <c:pt idx="3288">
                  <c:v>4</c:v>
                </c:pt>
                <c:pt idx="3289">
                  <c:v>4</c:v>
                </c:pt>
                <c:pt idx="3290">
                  <c:v>4</c:v>
                </c:pt>
                <c:pt idx="3291">
                  <c:v>4</c:v>
                </c:pt>
                <c:pt idx="3292">
                  <c:v>4</c:v>
                </c:pt>
                <c:pt idx="3293">
                  <c:v>4</c:v>
                </c:pt>
                <c:pt idx="3294">
                  <c:v>4</c:v>
                </c:pt>
                <c:pt idx="3295">
                  <c:v>4</c:v>
                </c:pt>
                <c:pt idx="3296">
                  <c:v>4</c:v>
                </c:pt>
                <c:pt idx="3297">
                  <c:v>4</c:v>
                </c:pt>
                <c:pt idx="3298">
                  <c:v>4</c:v>
                </c:pt>
                <c:pt idx="3299">
                  <c:v>4</c:v>
                </c:pt>
                <c:pt idx="3300">
                  <c:v>4</c:v>
                </c:pt>
                <c:pt idx="3301">
                  <c:v>4</c:v>
                </c:pt>
                <c:pt idx="3302">
                  <c:v>4</c:v>
                </c:pt>
                <c:pt idx="3303">
                  <c:v>4</c:v>
                </c:pt>
                <c:pt idx="3304">
                  <c:v>4</c:v>
                </c:pt>
                <c:pt idx="3305">
                  <c:v>4</c:v>
                </c:pt>
                <c:pt idx="3306">
                  <c:v>4</c:v>
                </c:pt>
                <c:pt idx="3307">
                  <c:v>4</c:v>
                </c:pt>
                <c:pt idx="3308">
                  <c:v>4</c:v>
                </c:pt>
                <c:pt idx="3309">
                  <c:v>4</c:v>
                </c:pt>
                <c:pt idx="3310">
                  <c:v>4</c:v>
                </c:pt>
                <c:pt idx="3311">
                  <c:v>4</c:v>
                </c:pt>
                <c:pt idx="3312">
                  <c:v>4</c:v>
                </c:pt>
                <c:pt idx="3313">
                  <c:v>4</c:v>
                </c:pt>
                <c:pt idx="3314">
                  <c:v>4</c:v>
                </c:pt>
                <c:pt idx="3315">
                  <c:v>4</c:v>
                </c:pt>
                <c:pt idx="3316">
                  <c:v>4</c:v>
                </c:pt>
                <c:pt idx="3317">
                  <c:v>4</c:v>
                </c:pt>
                <c:pt idx="3318">
                  <c:v>4</c:v>
                </c:pt>
                <c:pt idx="3319">
                  <c:v>4</c:v>
                </c:pt>
                <c:pt idx="3320">
                  <c:v>4</c:v>
                </c:pt>
                <c:pt idx="3321">
                  <c:v>4</c:v>
                </c:pt>
                <c:pt idx="3322">
                  <c:v>4</c:v>
                </c:pt>
                <c:pt idx="3323">
                  <c:v>4.5</c:v>
                </c:pt>
                <c:pt idx="3324">
                  <c:v>4.5</c:v>
                </c:pt>
                <c:pt idx="3325">
                  <c:v>4.5</c:v>
                </c:pt>
                <c:pt idx="3326">
                  <c:v>4.5</c:v>
                </c:pt>
                <c:pt idx="3327">
                  <c:v>4.5</c:v>
                </c:pt>
                <c:pt idx="3328">
                  <c:v>4.5</c:v>
                </c:pt>
                <c:pt idx="3329">
                  <c:v>4.5</c:v>
                </c:pt>
                <c:pt idx="3330">
                  <c:v>4.5</c:v>
                </c:pt>
                <c:pt idx="3331">
                  <c:v>4.5</c:v>
                </c:pt>
                <c:pt idx="3332">
                  <c:v>4.5</c:v>
                </c:pt>
                <c:pt idx="3333">
                  <c:v>4.5</c:v>
                </c:pt>
                <c:pt idx="3334">
                  <c:v>4.5</c:v>
                </c:pt>
                <c:pt idx="3335">
                  <c:v>4.5</c:v>
                </c:pt>
                <c:pt idx="3336">
                  <c:v>4.5</c:v>
                </c:pt>
                <c:pt idx="3337">
                  <c:v>4.5</c:v>
                </c:pt>
                <c:pt idx="3338">
                  <c:v>4.5</c:v>
                </c:pt>
                <c:pt idx="3339">
                  <c:v>4.5</c:v>
                </c:pt>
                <c:pt idx="3340">
                  <c:v>4.5</c:v>
                </c:pt>
                <c:pt idx="3341">
                  <c:v>4.5</c:v>
                </c:pt>
                <c:pt idx="3342">
                  <c:v>4.5</c:v>
                </c:pt>
                <c:pt idx="3343">
                  <c:v>4.5</c:v>
                </c:pt>
                <c:pt idx="3344">
                  <c:v>4.5</c:v>
                </c:pt>
                <c:pt idx="3345">
                  <c:v>4.5</c:v>
                </c:pt>
                <c:pt idx="3346">
                  <c:v>4.5</c:v>
                </c:pt>
                <c:pt idx="3347">
                  <c:v>4.5</c:v>
                </c:pt>
                <c:pt idx="3348">
                  <c:v>4.5</c:v>
                </c:pt>
                <c:pt idx="3349">
                  <c:v>4.5</c:v>
                </c:pt>
                <c:pt idx="3350">
                  <c:v>4.5</c:v>
                </c:pt>
                <c:pt idx="3351">
                  <c:v>4.5</c:v>
                </c:pt>
                <c:pt idx="3352">
                  <c:v>4.5</c:v>
                </c:pt>
                <c:pt idx="3353">
                  <c:v>4.5</c:v>
                </c:pt>
                <c:pt idx="3354">
                  <c:v>4.5</c:v>
                </c:pt>
                <c:pt idx="3355">
                  <c:v>4.5</c:v>
                </c:pt>
                <c:pt idx="3356">
                  <c:v>4.5</c:v>
                </c:pt>
                <c:pt idx="3357">
                  <c:v>4.5</c:v>
                </c:pt>
                <c:pt idx="3358">
                  <c:v>4.75</c:v>
                </c:pt>
                <c:pt idx="3359">
                  <c:v>4.75</c:v>
                </c:pt>
                <c:pt idx="3360">
                  <c:v>4.75</c:v>
                </c:pt>
                <c:pt idx="3361">
                  <c:v>4.75</c:v>
                </c:pt>
                <c:pt idx="3362">
                  <c:v>4.75</c:v>
                </c:pt>
                <c:pt idx="3363">
                  <c:v>4.75</c:v>
                </c:pt>
                <c:pt idx="3364">
                  <c:v>4.75</c:v>
                </c:pt>
                <c:pt idx="3365">
                  <c:v>4.75</c:v>
                </c:pt>
                <c:pt idx="3366">
                  <c:v>4.75</c:v>
                </c:pt>
                <c:pt idx="3367">
                  <c:v>4.75</c:v>
                </c:pt>
                <c:pt idx="3368">
                  <c:v>4.75</c:v>
                </c:pt>
                <c:pt idx="3369">
                  <c:v>4.75</c:v>
                </c:pt>
                <c:pt idx="3370">
                  <c:v>4.75</c:v>
                </c:pt>
                <c:pt idx="3371">
                  <c:v>4.75</c:v>
                </c:pt>
                <c:pt idx="3372">
                  <c:v>4.75</c:v>
                </c:pt>
                <c:pt idx="3373">
                  <c:v>4.75</c:v>
                </c:pt>
                <c:pt idx="3374">
                  <c:v>4.75</c:v>
                </c:pt>
                <c:pt idx="3375">
                  <c:v>4.75</c:v>
                </c:pt>
                <c:pt idx="3376">
                  <c:v>4.75</c:v>
                </c:pt>
                <c:pt idx="3377">
                  <c:v>4.75</c:v>
                </c:pt>
                <c:pt idx="3378">
                  <c:v>4.75</c:v>
                </c:pt>
                <c:pt idx="3379">
                  <c:v>4.75</c:v>
                </c:pt>
                <c:pt idx="3380">
                  <c:v>4.75</c:v>
                </c:pt>
                <c:pt idx="3381">
                  <c:v>4.75</c:v>
                </c:pt>
                <c:pt idx="3382">
                  <c:v>4.75</c:v>
                </c:pt>
                <c:pt idx="3383">
                  <c:v>4.75</c:v>
                </c:pt>
                <c:pt idx="3384">
                  <c:v>4.75</c:v>
                </c:pt>
                <c:pt idx="3385">
                  <c:v>4.75</c:v>
                </c:pt>
                <c:pt idx="3386">
                  <c:v>4.75</c:v>
                </c:pt>
                <c:pt idx="3387">
                  <c:v>4.75</c:v>
                </c:pt>
                <c:pt idx="3388">
                  <c:v>4.75</c:v>
                </c:pt>
                <c:pt idx="3389">
                  <c:v>4.75</c:v>
                </c:pt>
                <c:pt idx="3390">
                  <c:v>4.75</c:v>
                </c:pt>
                <c:pt idx="3391">
                  <c:v>4.75</c:v>
                </c:pt>
                <c:pt idx="3392">
                  <c:v>4.75</c:v>
                </c:pt>
                <c:pt idx="3393">
                  <c:v>4.75</c:v>
                </c:pt>
                <c:pt idx="3394">
                  <c:v>4.75</c:v>
                </c:pt>
                <c:pt idx="3395">
                  <c:v>4.75</c:v>
                </c:pt>
                <c:pt idx="3396">
                  <c:v>4.75</c:v>
                </c:pt>
                <c:pt idx="3397">
                  <c:v>4.75</c:v>
                </c:pt>
                <c:pt idx="3398">
                  <c:v>4.75</c:v>
                </c:pt>
                <c:pt idx="3399">
                  <c:v>4.75</c:v>
                </c:pt>
                <c:pt idx="3400">
                  <c:v>4.75</c:v>
                </c:pt>
                <c:pt idx="3401">
                  <c:v>4.75</c:v>
                </c:pt>
                <c:pt idx="3402">
                  <c:v>4.75</c:v>
                </c:pt>
                <c:pt idx="3403">
                  <c:v>4.75</c:v>
                </c:pt>
                <c:pt idx="3404">
                  <c:v>4.75</c:v>
                </c:pt>
                <c:pt idx="3405">
                  <c:v>4.75</c:v>
                </c:pt>
                <c:pt idx="3406">
                  <c:v>4.75</c:v>
                </c:pt>
                <c:pt idx="3407">
                  <c:v>4.75</c:v>
                </c:pt>
                <c:pt idx="3408">
                  <c:v>4.75</c:v>
                </c:pt>
                <c:pt idx="3409">
                  <c:v>4.75</c:v>
                </c:pt>
                <c:pt idx="3410">
                  <c:v>4.75</c:v>
                </c:pt>
                <c:pt idx="3411">
                  <c:v>4.75</c:v>
                </c:pt>
                <c:pt idx="3412">
                  <c:v>4.75</c:v>
                </c:pt>
                <c:pt idx="3413">
                  <c:v>4.75</c:v>
                </c:pt>
                <c:pt idx="3414">
                  <c:v>4.75</c:v>
                </c:pt>
                <c:pt idx="3415">
                  <c:v>4.75</c:v>
                </c:pt>
                <c:pt idx="3416">
                  <c:v>4.75</c:v>
                </c:pt>
                <c:pt idx="3417">
                  <c:v>4.75</c:v>
                </c:pt>
                <c:pt idx="3418">
                  <c:v>4.75</c:v>
                </c:pt>
                <c:pt idx="3419">
                  <c:v>4.75</c:v>
                </c:pt>
                <c:pt idx="3420">
                  <c:v>4.75</c:v>
                </c:pt>
                <c:pt idx="3421">
                  <c:v>4.75</c:v>
                </c:pt>
                <c:pt idx="3422">
                  <c:v>4.75</c:v>
                </c:pt>
                <c:pt idx="3423">
                  <c:v>4.75</c:v>
                </c:pt>
                <c:pt idx="3424">
                  <c:v>4.75</c:v>
                </c:pt>
                <c:pt idx="3425">
                  <c:v>4.75</c:v>
                </c:pt>
                <c:pt idx="3426">
                  <c:v>4.75</c:v>
                </c:pt>
                <c:pt idx="3427">
                  <c:v>4.75</c:v>
                </c:pt>
                <c:pt idx="3428">
                  <c:v>4.75</c:v>
                </c:pt>
                <c:pt idx="3429">
                  <c:v>4.75</c:v>
                </c:pt>
                <c:pt idx="3430">
                  <c:v>4.75</c:v>
                </c:pt>
                <c:pt idx="3431">
                  <c:v>4.75</c:v>
                </c:pt>
                <c:pt idx="3432">
                  <c:v>4.75</c:v>
                </c:pt>
                <c:pt idx="3433">
                  <c:v>4.75</c:v>
                </c:pt>
                <c:pt idx="3434">
                  <c:v>4.75</c:v>
                </c:pt>
                <c:pt idx="3435">
                  <c:v>4.75</c:v>
                </c:pt>
                <c:pt idx="3436">
                  <c:v>4.75</c:v>
                </c:pt>
                <c:pt idx="3437">
                  <c:v>4.75</c:v>
                </c:pt>
                <c:pt idx="3438">
                  <c:v>4.75</c:v>
                </c:pt>
                <c:pt idx="3439">
                  <c:v>4.75</c:v>
                </c:pt>
                <c:pt idx="3440">
                  <c:v>4.75</c:v>
                </c:pt>
                <c:pt idx="3441">
                  <c:v>4.75</c:v>
                </c:pt>
                <c:pt idx="3442">
                  <c:v>4.75</c:v>
                </c:pt>
                <c:pt idx="3443">
                  <c:v>4.75</c:v>
                </c:pt>
                <c:pt idx="3444">
                  <c:v>4.75</c:v>
                </c:pt>
                <c:pt idx="3445">
                  <c:v>4.75</c:v>
                </c:pt>
                <c:pt idx="3446">
                  <c:v>4.75</c:v>
                </c:pt>
                <c:pt idx="3447">
                  <c:v>4.75</c:v>
                </c:pt>
                <c:pt idx="3448">
                  <c:v>4.75</c:v>
                </c:pt>
                <c:pt idx="3449">
                  <c:v>4.75</c:v>
                </c:pt>
                <c:pt idx="3450">
                  <c:v>4.75</c:v>
                </c:pt>
                <c:pt idx="3451">
                  <c:v>4.75</c:v>
                </c:pt>
                <c:pt idx="3452">
                  <c:v>4.75</c:v>
                </c:pt>
                <c:pt idx="3453">
                  <c:v>4.75</c:v>
                </c:pt>
                <c:pt idx="3454">
                  <c:v>4.75</c:v>
                </c:pt>
                <c:pt idx="3455">
                  <c:v>4.75</c:v>
                </c:pt>
                <c:pt idx="3456">
                  <c:v>4.75</c:v>
                </c:pt>
                <c:pt idx="3457">
                  <c:v>4.75</c:v>
                </c:pt>
                <c:pt idx="3458">
                  <c:v>4.75</c:v>
                </c:pt>
                <c:pt idx="3459">
                  <c:v>4.75</c:v>
                </c:pt>
                <c:pt idx="3460">
                  <c:v>4.75</c:v>
                </c:pt>
                <c:pt idx="3461">
                  <c:v>4.75</c:v>
                </c:pt>
                <c:pt idx="3462">
                  <c:v>4.75</c:v>
                </c:pt>
                <c:pt idx="3463">
                  <c:v>4.75</c:v>
                </c:pt>
                <c:pt idx="3464">
                  <c:v>4.75</c:v>
                </c:pt>
                <c:pt idx="3465">
                  <c:v>4.75</c:v>
                </c:pt>
                <c:pt idx="3466">
                  <c:v>4.75</c:v>
                </c:pt>
                <c:pt idx="3467">
                  <c:v>4.75</c:v>
                </c:pt>
                <c:pt idx="3468">
                  <c:v>4.75</c:v>
                </c:pt>
                <c:pt idx="3469">
                  <c:v>4.75</c:v>
                </c:pt>
                <c:pt idx="3470">
                  <c:v>4.75</c:v>
                </c:pt>
                <c:pt idx="3471">
                  <c:v>4.75</c:v>
                </c:pt>
                <c:pt idx="3472">
                  <c:v>4.75</c:v>
                </c:pt>
                <c:pt idx="3473">
                  <c:v>4.75</c:v>
                </c:pt>
                <c:pt idx="3474">
                  <c:v>4.75</c:v>
                </c:pt>
                <c:pt idx="3475">
                  <c:v>4.75</c:v>
                </c:pt>
                <c:pt idx="3476">
                  <c:v>4.75</c:v>
                </c:pt>
                <c:pt idx="3477">
                  <c:v>4.75</c:v>
                </c:pt>
                <c:pt idx="3478">
                  <c:v>4.75</c:v>
                </c:pt>
                <c:pt idx="3479">
                  <c:v>4.75</c:v>
                </c:pt>
                <c:pt idx="3480">
                  <c:v>4.75</c:v>
                </c:pt>
                <c:pt idx="3481">
                  <c:v>4.75</c:v>
                </c:pt>
                <c:pt idx="3482">
                  <c:v>4.75</c:v>
                </c:pt>
                <c:pt idx="3483">
                  <c:v>4.5</c:v>
                </c:pt>
                <c:pt idx="3484">
                  <c:v>4.5</c:v>
                </c:pt>
                <c:pt idx="3485">
                  <c:v>4.5</c:v>
                </c:pt>
                <c:pt idx="3486">
                  <c:v>4.5</c:v>
                </c:pt>
                <c:pt idx="3487">
                  <c:v>4.5</c:v>
                </c:pt>
                <c:pt idx="3488">
                  <c:v>4.5</c:v>
                </c:pt>
                <c:pt idx="3489">
                  <c:v>4.5</c:v>
                </c:pt>
                <c:pt idx="3490">
                  <c:v>4.5</c:v>
                </c:pt>
                <c:pt idx="3491">
                  <c:v>4.5</c:v>
                </c:pt>
                <c:pt idx="3492">
                  <c:v>4.5</c:v>
                </c:pt>
                <c:pt idx="3493">
                  <c:v>4.5</c:v>
                </c:pt>
                <c:pt idx="3494">
                  <c:v>4.5</c:v>
                </c:pt>
                <c:pt idx="3495">
                  <c:v>4.5</c:v>
                </c:pt>
                <c:pt idx="3496">
                  <c:v>4.5</c:v>
                </c:pt>
                <c:pt idx="3497">
                  <c:v>4.5</c:v>
                </c:pt>
                <c:pt idx="3498">
                  <c:v>4.5</c:v>
                </c:pt>
                <c:pt idx="3499">
                  <c:v>4.5</c:v>
                </c:pt>
                <c:pt idx="3500">
                  <c:v>4.5</c:v>
                </c:pt>
                <c:pt idx="3501">
                  <c:v>4.5</c:v>
                </c:pt>
                <c:pt idx="3502">
                  <c:v>4.5</c:v>
                </c:pt>
                <c:pt idx="3503">
                  <c:v>4.5</c:v>
                </c:pt>
                <c:pt idx="3504">
                  <c:v>4.5</c:v>
                </c:pt>
                <c:pt idx="3505">
                  <c:v>4.5</c:v>
                </c:pt>
                <c:pt idx="3506">
                  <c:v>4.5</c:v>
                </c:pt>
                <c:pt idx="3507">
                  <c:v>4.5</c:v>
                </c:pt>
                <c:pt idx="3508">
                  <c:v>4.5</c:v>
                </c:pt>
                <c:pt idx="3509">
                  <c:v>4.5</c:v>
                </c:pt>
                <c:pt idx="3510">
                  <c:v>4.5</c:v>
                </c:pt>
                <c:pt idx="3511">
                  <c:v>4.5</c:v>
                </c:pt>
                <c:pt idx="3512">
                  <c:v>4.5</c:v>
                </c:pt>
                <c:pt idx="3513">
                  <c:v>4.5</c:v>
                </c:pt>
                <c:pt idx="3514">
                  <c:v>4.5</c:v>
                </c:pt>
                <c:pt idx="3515">
                  <c:v>4.5</c:v>
                </c:pt>
                <c:pt idx="3516">
                  <c:v>4.5</c:v>
                </c:pt>
                <c:pt idx="3517">
                  <c:v>4.5</c:v>
                </c:pt>
                <c:pt idx="3518">
                  <c:v>4.5</c:v>
                </c:pt>
                <c:pt idx="3519">
                  <c:v>4.5</c:v>
                </c:pt>
                <c:pt idx="3520">
                  <c:v>4.5</c:v>
                </c:pt>
                <c:pt idx="3521">
                  <c:v>4.5</c:v>
                </c:pt>
                <c:pt idx="3522">
                  <c:v>4.5</c:v>
                </c:pt>
                <c:pt idx="3523">
                  <c:v>4.5</c:v>
                </c:pt>
                <c:pt idx="3524">
                  <c:v>4.5</c:v>
                </c:pt>
                <c:pt idx="3525">
                  <c:v>4.5</c:v>
                </c:pt>
                <c:pt idx="3526">
                  <c:v>4.5</c:v>
                </c:pt>
                <c:pt idx="3527">
                  <c:v>4.5</c:v>
                </c:pt>
                <c:pt idx="3528">
                  <c:v>4.5</c:v>
                </c:pt>
                <c:pt idx="3529">
                  <c:v>4.5</c:v>
                </c:pt>
                <c:pt idx="3530">
                  <c:v>4.5</c:v>
                </c:pt>
                <c:pt idx="3531">
                  <c:v>4.5</c:v>
                </c:pt>
                <c:pt idx="3532">
                  <c:v>4.5</c:v>
                </c:pt>
                <c:pt idx="3533">
                  <c:v>4.5</c:v>
                </c:pt>
                <c:pt idx="3534">
                  <c:v>4.5</c:v>
                </c:pt>
                <c:pt idx="3535">
                  <c:v>4.5</c:v>
                </c:pt>
                <c:pt idx="3536">
                  <c:v>4.5</c:v>
                </c:pt>
                <c:pt idx="3537">
                  <c:v>4.5</c:v>
                </c:pt>
                <c:pt idx="3538">
                  <c:v>4.5</c:v>
                </c:pt>
                <c:pt idx="3539">
                  <c:v>4.5</c:v>
                </c:pt>
                <c:pt idx="3540">
                  <c:v>4.5</c:v>
                </c:pt>
                <c:pt idx="3541">
                  <c:v>4.5</c:v>
                </c:pt>
                <c:pt idx="3542">
                  <c:v>4.5</c:v>
                </c:pt>
                <c:pt idx="3543">
                  <c:v>4.5</c:v>
                </c:pt>
                <c:pt idx="3544">
                  <c:v>4.5</c:v>
                </c:pt>
                <c:pt idx="3545">
                  <c:v>4.5</c:v>
                </c:pt>
                <c:pt idx="3546">
                  <c:v>4.5</c:v>
                </c:pt>
                <c:pt idx="3547">
                  <c:v>4.5</c:v>
                </c:pt>
                <c:pt idx="3548">
                  <c:v>4.25</c:v>
                </c:pt>
                <c:pt idx="3549">
                  <c:v>4.25</c:v>
                </c:pt>
                <c:pt idx="3550">
                  <c:v>4.25</c:v>
                </c:pt>
                <c:pt idx="3551">
                  <c:v>4.25</c:v>
                </c:pt>
                <c:pt idx="3552">
                  <c:v>4.25</c:v>
                </c:pt>
                <c:pt idx="3553">
                  <c:v>4.25</c:v>
                </c:pt>
                <c:pt idx="3554">
                  <c:v>4.25</c:v>
                </c:pt>
                <c:pt idx="3555">
                  <c:v>4.25</c:v>
                </c:pt>
                <c:pt idx="3556">
                  <c:v>4.25</c:v>
                </c:pt>
                <c:pt idx="3557">
                  <c:v>4.25</c:v>
                </c:pt>
                <c:pt idx="3558">
                  <c:v>4.25</c:v>
                </c:pt>
                <c:pt idx="3559">
                  <c:v>4.25</c:v>
                </c:pt>
                <c:pt idx="3560">
                  <c:v>4.25</c:v>
                </c:pt>
                <c:pt idx="3561">
                  <c:v>4.25</c:v>
                </c:pt>
                <c:pt idx="3562">
                  <c:v>4.25</c:v>
                </c:pt>
                <c:pt idx="3563">
                  <c:v>4.25</c:v>
                </c:pt>
                <c:pt idx="3564">
                  <c:v>4.25</c:v>
                </c:pt>
                <c:pt idx="3565">
                  <c:v>4.25</c:v>
                </c:pt>
                <c:pt idx="3566">
                  <c:v>4.25</c:v>
                </c:pt>
                <c:pt idx="3567">
                  <c:v>4.25</c:v>
                </c:pt>
                <c:pt idx="3568">
                  <c:v>4.25</c:v>
                </c:pt>
                <c:pt idx="3569">
                  <c:v>4.25</c:v>
                </c:pt>
                <c:pt idx="3570">
                  <c:v>4.25</c:v>
                </c:pt>
                <c:pt idx="3571">
                  <c:v>4.25</c:v>
                </c:pt>
                <c:pt idx="3572">
                  <c:v>4.25</c:v>
                </c:pt>
                <c:pt idx="3573">
                  <c:v>4.25</c:v>
                </c:pt>
                <c:pt idx="3574">
                  <c:v>4.25</c:v>
                </c:pt>
                <c:pt idx="3575">
                  <c:v>4.25</c:v>
                </c:pt>
                <c:pt idx="3576">
                  <c:v>4.25</c:v>
                </c:pt>
                <c:pt idx="3577">
                  <c:v>4.25</c:v>
                </c:pt>
                <c:pt idx="3578">
                  <c:v>4.25</c:v>
                </c:pt>
                <c:pt idx="3579">
                  <c:v>4.25</c:v>
                </c:pt>
                <c:pt idx="3580">
                  <c:v>4.25</c:v>
                </c:pt>
                <c:pt idx="3581">
                  <c:v>4.25</c:v>
                </c:pt>
                <c:pt idx="3582">
                  <c:v>4.25</c:v>
                </c:pt>
                <c:pt idx="3583">
                  <c:v>4</c:v>
                </c:pt>
                <c:pt idx="3584">
                  <c:v>4</c:v>
                </c:pt>
                <c:pt idx="3585">
                  <c:v>4</c:v>
                </c:pt>
                <c:pt idx="3586">
                  <c:v>4</c:v>
                </c:pt>
                <c:pt idx="3587">
                  <c:v>4</c:v>
                </c:pt>
                <c:pt idx="3588">
                  <c:v>4</c:v>
                </c:pt>
                <c:pt idx="3589">
                  <c:v>4</c:v>
                </c:pt>
                <c:pt idx="3590">
                  <c:v>4</c:v>
                </c:pt>
                <c:pt idx="3591">
                  <c:v>4</c:v>
                </c:pt>
                <c:pt idx="3592">
                  <c:v>4</c:v>
                </c:pt>
                <c:pt idx="3593">
                  <c:v>4</c:v>
                </c:pt>
                <c:pt idx="3594">
                  <c:v>4</c:v>
                </c:pt>
                <c:pt idx="3595">
                  <c:v>4</c:v>
                </c:pt>
                <c:pt idx="3596">
                  <c:v>4</c:v>
                </c:pt>
                <c:pt idx="3597">
                  <c:v>4</c:v>
                </c:pt>
                <c:pt idx="3598">
                  <c:v>4</c:v>
                </c:pt>
                <c:pt idx="3599">
                  <c:v>4</c:v>
                </c:pt>
                <c:pt idx="3600">
                  <c:v>4</c:v>
                </c:pt>
                <c:pt idx="3601">
                  <c:v>4</c:v>
                </c:pt>
                <c:pt idx="3602">
                  <c:v>4</c:v>
                </c:pt>
                <c:pt idx="3603">
                  <c:v>4</c:v>
                </c:pt>
                <c:pt idx="3604">
                  <c:v>4</c:v>
                </c:pt>
                <c:pt idx="3605">
                  <c:v>4</c:v>
                </c:pt>
                <c:pt idx="3606">
                  <c:v>4</c:v>
                </c:pt>
                <c:pt idx="3607">
                  <c:v>4</c:v>
                </c:pt>
                <c:pt idx="3608">
                  <c:v>4</c:v>
                </c:pt>
                <c:pt idx="3609">
                  <c:v>4</c:v>
                </c:pt>
                <c:pt idx="3610">
                  <c:v>4</c:v>
                </c:pt>
                <c:pt idx="3611">
                  <c:v>4</c:v>
                </c:pt>
                <c:pt idx="3612">
                  <c:v>4</c:v>
                </c:pt>
                <c:pt idx="3613">
                  <c:v>4</c:v>
                </c:pt>
                <c:pt idx="3614">
                  <c:v>4</c:v>
                </c:pt>
                <c:pt idx="3615">
                  <c:v>4</c:v>
                </c:pt>
                <c:pt idx="3616">
                  <c:v>4</c:v>
                </c:pt>
                <c:pt idx="3617">
                  <c:v>4</c:v>
                </c:pt>
                <c:pt idx="3618">
                  <c:v>4</c:v>
                </c:pt>
                <c:pt idx="3619">
                  <c:v>4</c:v>
                </c:pt>
                <c:pt idx="3620">
                  <c:v>4</c:v>
                </c:pt>
                <c:pt idx="3621">
                  <c:v>4</c:v>
                </c:pt>
                <c:pt idx="3622">
                  <c:v>4</c:v>
                </c:pt>
                <c:pt idx="3623">
                  <c:v>4</c:v>
                </c:pt>
                <c:pt idx="3624">
                  <c:v>4</c:v>
                </c:pt>
                <c:pt idx="3625">
                  <c:v>4</c:v>
                </c:pt>
                <c:pt idx="3626">
                  <c:v>4</c:v>
                </c:pt>
                <c:pt idx="3627">
                  <c:v>4</c:v>
                </c:pt>
                <c:pt idx="3628">
                  <c:v>4</c:v>
                </c:pt>
                <c:pt idx="3629">
                  <c:v>4</c:v>
                </c:pt>
                <c:pt idx="3630">
                  <c:v>4</c:v>
                </c:pt>
                <c:pt idx="3631">
                  <c:v>4</c:v>
                </c:pt>
                <c:pt idx="3632">
                  <c:v>4</c:v>
                </c:pt>
                <c:pt idx="3633">
                  <c:v>4</c:v>
                </c:pt>
                <c:pt idx="3634">
                  <c:v>4</c:v>
                </c:pt>
                <c:pt idx="3635">
                  <c:v>4</c:v>
                </c:pt>
                <c:pt idx="3636">
                  <c:v>4</c:v>
                </c:pt>
                <c:pt idx="3637">
                  <c:v>4</c:v>
                </c:pt>
                <c:pt idx="3638">
                  <c:v>4</c:v>
                </c:pt>
                <c:pt idx="3639">
                  <c:v>4</c:v>
                </c:pt>
                <c:pt idx="3640">
                  <c:v>4</c:v>
                </c:pt>
                <c:pt idx="3641">
                  <c:v>4</c:v>
                </c:pt>
                <c:pt idx="3642">
                  <c:v>4</c:v>
                </c:pt>
                <c:pt idx="3643">
                  <c:v>4</c:v>
                </c:pt>
                <c:pt idx="3644">
                  <c:v>4</c:v>
                </c:pt>
                <c:pt idx="3645">
                  <c:v>4</c:v>
                </c:pt>
                <c:pt idx="3646">
                  <c:v>4</c:v>
                </c:pt>
                <c:pt idx="3647">
                  <c:v>4</c:v>
                </c:pt>
                <c:pt idx="3648">
                  <c:v>4</c:v>
                </c:pt>
                <c:pt idx="3649">
                  <c:v>4</c:v>
                </c:pt>
                <c:pt idx="3650">
                  <c:v>4</c:v>
                </c:pt>
                <c:pt idx="3651">
                  <c:v>4</c:v>
                </c:pt>
                <c:pt idx="3652">
                  <c:v>4</c:v>
                </c:pt>
                <c:pt idx="3653">
                  <c:v>4</c:v>
                </c:pt>
                <c:pt idx="3654">
                  <c:v>4</c:v>
                </c:pt>
                <c:pt idx="3655">
                  <c:v>4</c:v>
                </c:pt>
                <c:pt idx="3656">
                  <c:v>4</c:v>
                </c:pt>
                <c:pt idx="3657">
                  <c:v>4</c:v>
                </c:pt>
                <c:pt idx="3658">
                  <c:v>4</c:v>
                </c:pt>
                <c:pt idx="3659">
                  <c:v>4</c:v>
                </c:pt>
                <c:pt idx="3660">
                  <c:v>4</c:v>
                </c:pt>
                <c:pt idx="3661">
                  <c:v>4</c:v>
                </c:pt>
                <c:pt idx="3662">
                  <c:v>4</c:v>
                </c:pt>
                <c:pt idx="3663">
                  <c:v>4</c:v>
                </c:pt>
                <c:pt idx="3664">
                  <c:v>4</c:v>
                </c:pt>
                <c:pt idx="3665">
                  <c:v>4</c:v>
                </c:pt>
                <c:pt idx="3666">
                  <c:v>4</c:v>
                </c:pt>
                <c:pt idx="3667">
                  <c:v>4</c:v>
                </c:pt>
                <c:pt idx="3668">
                  <c:v>4</c:v>
                </c:pt>
                <c:pt idx="3669">
                  <c:v>4</c:v>
                </c:pt>
                <c:pt idx="3670">
                  <c:v>4</c:v>
                </c:pt>
                <c:pt idx="3671">
                  <c:v>4</c:v>
                </c:pt>
                <c:pt idx="3672">
                  <c:v>4</c:v>
                </c:pt>
                <c:pt idx="3673">
                  <c:v>4</c:v>
                </c:pt>
                <c:pt idx="3674">
                  <c:v>4</c:v>
                </c:pt>
                <c:pt idx="3675">
                  <c:v>4</c:v>
                </c:pt>
                <c:pt idx="3676">
                  <c:v>4</c:v>
                </c:pt>
                <c:pt idx="3677">
                  <c:v>4</c:v>
                </c:pt>
                <c:pt idx="3678">
                  <c:v>3.75</c:v>
                </c:pt>
                <c:pt idx="3679">
                  <c:v>3.75</c:v>
                </c:pt>
                <c:pt idx="3680">
                  <c:v>3.75</c:v>
                </c:pt>
                <c:pt idx="3681">
                  <c:v>3.75</c:v>
                </c:pt>
                <c:pt idx="3682">
                  <c:v>3.75</c:v>
                </c:pt>
                <c:pt idx="3683">
                  <c:v>3.75</c:v>
                </c:pt>
                <c:pt idx="3684">
                  <c:v>3.75</c:v>
                </c:pt>
                <c:pt idx="3685">
                  <c:v>3.75</c:v>
                </c:pt>
                <c:pt idx="3686">
                  <c:v>3.75</c:v>
                </c:pt>
                <c:pt idx="3687">
                  <c:v>3.75</c:v>
                </c:pt>
                <c:pt idx="3688">
                  <c:v>3.75</c:v>
                </c:pt>
                <c:pt idx="3689">
                  <c:v>3.75</c:v>
                </c:pt>
                <c:pt idx="3690">
                  <c:v>3.75</c:v>
                </c:pt>
                <c:pt idx="3691">
                  <c:v>3.75</c:v>
                </c:pt>
                <c:pt idx="3692">
                  <c:v>3.75</c:v>
                </c:pt>
                <c:pt idx="3693">
                  <c:v>3.75</c:v>
                </c:pt>
                <c:pt idx="3694">
                  <c:v>3.75</c:v>
                </c:pt>
                <c:pt idx="3695">
                  <c:v>3.75</c:v>
                </c:pt>
                <c:pt idx="3696">
                  <c:v>3.75</c:v>
                </c:pt>
                <c:pt idx="3697">
                  <c:v>3.75</c:v>
                </c:pt>
                <c:pt idx="3698">
                  <c:v>3.75</c:v>
                </c:pt>
                <c:pt idx="3699">
                  <c:v>3.75</c:v>
                </c:pt>
                <c:pt idx="3700">
                  <c:v>3.75</c:v>
                </c:pt>
                <c:pt idx="3701">
                  <c:v>3.75</c:v>
                </c:pt>
                <c:pt idx="3702">
                  <c:v>3.75</c:v>
                </c:pt>
                <c:pt idx="3703">
                  <c:v>3.75</c:v>
                </c:pt>
                <c:pt idx="3704">
                  <c:v>3.75</c:v>
                </c:pt>
                <c:pt idx="3705">
                  <c:v>3.75</c:v>
                </c:pt>
                <c:pt idx="3706">
                  <c:v>3.75</c:v>
                </c:pt>
                <c:pt idx="3707">
                  <c:v>3.75</c:v>
                </c:pt>
                <c:pt idx="3708">
                  <c:v>3.25</c:v>
                </c:pt>
                <c:pt idx="3709">
                  <c:v>3.25</c:v>
                </c:pt>
                <c:pt idx="3710">
                  <c:v>3.25</c:v>
                </c:pt>
                <c:pt idx="3711">
                  <c:v>3.25</c:v>
                </c:pt>
                <c:pt idx="3712">
                  <c:v>3.25</c:v>
                </c:pt>
                <c:pt idx="3713">
                  <c:v>3.25</c:v>
                </c:pt>
                <c:pt idx="3714">
                  <c:v>3.25</c:v>
                </c:pt>
                <c:pt idx="3715">
                  <c:v>3.25</c:v>
                </c:pt>
                <c:pt idx="3716">
                  <c:v>3.25</c:v>
                </c:pt>
                <c:pt idx="3717">
                  <c:v>3.25</c:v>
                </c:pt>
                <c:pt idx="3718">
                  <c:v>3.25</c:v>
                </c:pt>
                <c:pt idx="3719">
                  <c:v>3.25</c:v>
                </c:pt>
                <c:pt idx="3720">
                  <c:v>3.25</c:v>
                </c:pt>
                <c:pt idx="3721">
                  <c:v>3.25</c:v>
                </c:pt>
                <c:pt idx="3722">
                  <c:v>3.25</c:v>
                </c:pt>
                <c:pt idx="3723">
                  <c:v>3.25</c:v>
                </c:pt>
                <c:pt idx="3724">
                  <c:v>3.25</c:v>
                </c:pt>
                <c:pt idx="3725">
                  <c:v>3.25</c:v>
                </c:pt>
                <c:pt idx="3726">
                  <c:v>3.25</c:v>
                </c:pt>
                <c:pt idx="3727">
                  <c:v>3.25</c:v>
                </c:pt>
                <c:pt idx="3728">
                  <c:v>2.75</c:v>
                </c:pt>
                <c:pt idx="3729">
                  <c:v>2.75</c:v>
                </c:pt>
                <c:pt idx="3730">
                  <c:v>2.75</c:v>
                </c:pt>
                <c:pt idx="3731">
                  <c:v>2.75</c:v>
                </c:pt>
                <c:pt idx="3732">
                  <c:v>2.75</c:v>
                </c:pt>
                <c:pt idx="3733">
                  <c:v>2.75</c:v>
                </c:pt>
                <c:pt idx="3734">
                  <c:v>2.75</c:v>
                </c:pt>
                <c:pt idx="3735">
                  <c:v>2.75</c:v>
                </c:pt>
                <c:pt idx="3736">
                  <c:v>2.75</c:v>
                </c:pt>
                <c:pt idx="3737">
                  <c:v>2.75</c:v>
                </c:pt>
                <c:pt idx="3738">
                  <c:v>2.75</c:v>
                </c:pt>
                <c:pt idx="3739">
                  <c:v>2.75</c:v>
                </c:pt>
                <c:pt idx="3740">
                  <c:v>2.75</c:v>
                </c:pt>
                <c:pt idx="3741">
                  <c:v>2.75</c:v>
                </c:pt>
                <c:pt idx="3742">
                  <c:v>2.75</c:v>
                </c:pt>
                <c:pt idx="3743">
                  <c:v>2.75</c:v>
                </c:pt>
                <c:pt idx="3744">
                  <c:v>2.75</c:v>
                </c:pt>
                <c:pt idx="3745">
                  <c:v>2.75</c:v>
                </c:pt>
                <c:pt idx="3746">
                  <c:v>2.75</c:v>
                </c:pt>
                <c:pt idx="3747">
                  <c:v>2.75</c:v>
                </c:pt>
                <c:pt idx="3748">
                  <c:v>2.75</c:v>
                </c:pt>
                <c:pt idx="3749">
                  <c:v>2.75</c:v>
                </c:pt>
                <c:pt idx="3750">
                  <c:v>2.75</c:v>
                </c:pt>
                <c:pt idx="3751">
                  <c:v>2.75</c:v>
                </c:pt>
                <c:pt idx="3752">
                  <c:v>2.75</c:v>
                </c:pt>
                <c:pt idx="3753">
                  <c:v>2.75</c:v>
                </c:pt>
                <c:pt idx="3754">
                  <c:v>2.75</c:v>
                </c:pt>
                <c:pt idx="3755">
                  <c:v>2.75</c:v>
                </c:pt>
                <c:pt idx="3756">
                  <c:v>2.75</c:v>
                </c:pt>
                <c:pt idx="3757">
                  <c:v>2.75</c:v>
                </c:pt>
                <c:pt idx="3758">
                  <c:v>2.75</c:v>
                </c:pt>
                <c:pt idx="3759">
                  <c:v>2.75</c:v>
                </c:pt>
                <c:pt idx="3760">
                  <c:v>2.75</c:v>
                </c:pt>
                <c:pt idx="3761">
                  <c:v>2.75</c:v>
                </c:pt>
                <c:pt idx="3762">
                  <c:v>2.75</c:v>
                </c:pt>
                <c:pt idx="3763">
                  <c:v>2.75</c:v>
                </c:pt>
                <c:pt idx="3764">
                  <c:v>2.75</c:v>
                </c:pt>
                <c:pt idx="3765">
                  <c:v>2.75</c:v>
                </c:pt>
                <c:pt idx="3766">
                  <c:v>2.75</c:v>
                </c:pt>
                <c:pt idx="3767">
                  <c:v>2.75</c:v>
                </c:pt>
                <c:pt idx="3768">
                  <c:v>2.75</c:v>
                </c:pt>
                <c:pt idx="3769">
                  <c:v>2.75</c:v>
                </c:pt>
                <c:pt idx="3770">
                  <c:v>2.75</c:v>
                </c:pt>
                <c:pt idx="3771">
                  <c:v>2.75</c:v>
                </c:pt>
                <c:pt idx="3772">
                  <c:v>2.75</c:v>
                </c:pt>
                <c:pt idx="3773">
                  <c:v>2.75</c:v>
                </c:pt>
                <c:pt idx="3774">
                  <c:v>2.75</c:v>
                </c:pt>
                <c:pt idx="3775">
                  <c:v>2.75</c:v>
                </c:pt>
                <c:pt idx="3776">
                  <c:v>2.75</c:v>
                </c:pt>
                <c:pt idx="3777">
                  <c:v>2.75</c:v>
                </c:pt>
                <c:pt idx="3778">
                  <c:v>2.25</c:v>
                </c:pt>
                <c:pt idx="3779">
                  <c:v>2.25</c:v>
                </c:pt>
                <c:pt idx="3780">
                  <c:v>2.25</c:v>
                </c:pt>
                <c:pt idx="3781">
                  <c:v>2.25</c:v>
                </c:pt>
                <c:pt idx="3782">
                  <c:v>2.25</c:v>
                </c:pt>
                <c:pt idx="3783">
                  <c:v>2.25</c:v>
                </c:pt>
                <c:pt idx="3784">
                  <c:v>2.25</c:v>
                </c:pt>
                <c:pt idx="3785">
                  <c:v>2.25</c:v>
                </c:pt>
                <c:pt idx="3786">
                  <c:v>2.25</c:v>
                </c:pt>
                <c:pt idx="3787">
                  <c:v>2.25</c:v>
                </c:pt>
                <c:pt idx="3788">
                  <c:v>2.25</c:v>
                </c:pt>
                <c:pt idx="3789">
                  <c:v>2.25</c:v>
                </c:pt>
                <c:pt idx="3790">
                  <c:v>2.25</c:v>
                </c:pt>
                <c:pt idx="3791">
                  <c:v>2.25</c:v>
                </c:pt>
                <c:pt idx="3792">
                  <c:v>2.25</c:v>
                </c:pt>
                <c:pt idx="3793">
                  <c:v>2.25</c:v>
                </c:pt>
                <c:pt idx="3794">
                  <c:v>2.25</c:v>
                </c:pt>
                <c:pt idx="3795">
                  <c:v>2.25</c:v>
                </c:pt>
                <c:pt idx="3796">
                  <c:v>2.25</c:v>
                </c:pt>
                <c:pt idx="3797">
                  <c:v>2.25</c:v>
                </c:pt>
                <c:pt idx="3798">
                  <c:v>2.25</c:v>
                </c:pt>
                <c:pt idx="3799">
                  <c:v>2.25</c:v>
                </c:pt>
                <c:pt idx="3800">
                  <c:v>2.25</c:v>
                </c:pt>
                <c:pt idx="3801">
                  <c:v>2.25</c:v>
                </c:pt>
                <c:pt idx="3802">
                  <c:v>2.25</c:v>
                </c:pt>
                <c:pt idx="3803">
                  <c:v>2.25</c:v>
                </c:pt>
                <c:pt idx="3804">
                  <c:v>2.25</c:v>
                </c:pt>
                <c:pt idx="3805">
                  <c:v>2.25</c:v>
                </c:pt>
                <c:pt idx="3806">
                  <c:v>2.25</c:v>
                </c:pt>
                <c:pt idx="3807">
                  <c:v>2.25</c:v>
                </c:pt>
                <c:pt idx="3808">
                  <c:v>2.25</c:v>
                </c:pt>
                <c:pt idx="3809">
                  <c:v>2.25</c:v>
                </c:pt>
                <c:pt idx="3810">
                  <c:v>2.25</c:v>
                </c:pt>
                <c:pt idx="3811">
                  <c:v>2.25</c:v>
                </c:pt>
                <c:pt idx="3812">
                  <c:v>2.25</c:v>
                </c:pt>
                <c:pt idx="3813">
                  <c:v>2.25</c:v>
                </c:pt>
                <c:pt idx="3814">
                  <c:v>2.25</c:v>
                </c:pt>
                <c:pt idx="3815">
                  <c:v>2.25</c:v>
                </c:pt>
                <c:pt idx="3816">
                  <c:v>2.25</c:v>
                </c:pt>
                <c:pt idx="3817">
                  <c:v>2.25</c:v>
                </c:pt>
                <c:pt idx="3818">
                  <c:v>2.25</c:v>
                </c:pt>
                <c:pt idx="3819">
                  <c:v>2.25</c:v>
                </c:pt>
                <c:pt idx="3820">
                  <c:v>2.25</c:v>
                </c:pt>
                <c:pt idx="3821">
                  <c:v>2.25</c:v>
                </c:pt>
                <c:pt idx="3822">
                  <c:v>2.25</c:v>
                </c:pt>
                <c:pt idx="3823">
                  <c:v>2.25</c:v>
                </c:pt>
                <c:pt idx="3824">
                  <c:v>2.25</c:v>
                </c:pt>
                <c:pt idx="3825">
                  <c:v>2.25</c:v>
                </c:pt>
                <c:pt idx="3826">
                  <c:v>2.25</c:v>
                </c:pt>
                <c:pt idx="3827">
                  <c:v>2.25</c:v>
                </c:pt>
                <c:pt idx="3828">
                  <c:v>2.25</c:v>
                </c:pt>
                <c:pt idx="3829">
                  <c:v>2.25</c:v>
                </c:pt>
                <c:pt idx="3830">
                  <c:v>2.25</c:v>
                </c:pt>
                <c:pt idx="3831">
                  <c:v>2.25</c:v>
                </c:pt>
                <c:pt idx="3832">
                  <c:v>2.25</c:v>
                </c:pt>
                <c:pt idx="3833">
                  <c:v>2.25</c:v>
                </c:pt>
                <c:pt idx="3834">
                  <c:v>2.25</c:v>
                </c:pt>
                <c:pt idx="3835">
                  <c:v>2.25</c:v>
                </c:pt>
                <c:pt idx="3836">
                  <c:v>2.25</c:v>
                </c:pt>
                <c:pt idx="3837">
                  <c:v>2.25</c:v>
                </c:pt>
                <c:pt idx="3838">
                  <c:v>2.25</c:v>
                </c:pt>
                <c:pt idx="3839">
                  <c:v>2.25</c:v>
                </c:pt>
                <c:pt idx="3840">
                  <c:v>2.25</c:v>
                </c:pt>
                <c:pt idx="3841">
                  <c:v>2.25</c:v>
                </c:pt>
                <c:pt idx="3842">
                  <c:v>2.25</c:v>
                </c:pt>
                <c:pt idx="3843">
                  <c:v>2.25</c:v>
                </c:pt>
                <c:pt idx="3844">
                  <c:v>2.25</c:v>
                </c:pt>
                <c:pt idx="3845">
                  <c:v>2.25</c:v>
                </c:pt>
                <c:pt idx="3846">
                  <c:v>2.25</c:v>
                </c:pt>
                <c:pt idx="3847">
                  <c:v>2.25</c:v>
                </c:pt>
                <c:pt idx="3848">
                  <c:v>2.25</c:v>
                </c:pt>
                <c:pt idx="3849">
                  <c:v>2.25</c:v>
                </c:pt>
                <c:pt idx="3850">
                  <c:v>2.25</c:v>
                </c:pt>
                <c:pt idx="3851">
                  <c:v>2.25</c:v>
                </c:pt>
                <c:pt idx="3852">
                  <c:v>2.25</c:v>
                </c:pt>
                <c:pt idx="3853">
                  <c:v>2.25</c:v>
                </c:pt>
                <c:pt idx="3854">
                  <c:v>2.25</c:v>
                </c:pt>
                <c:pt idx="3855">
                  <c:v>2.25</c:v>
                </c:pt>
                <c:pt idx="3856">
                  <c:v>2.25</c:v>
                </c:pt>
                <c:pt idx="3857">
                  <c:v>2.25</c:v>
                </c:pt>
                <c:pt idx="3858">
                  <c:v>2.25</c:v>
                </c:pt>
                <c:pt idx="3859">
                  <c:v>2.25</c:v>
                </c:pt>
                <c:pt idx="3860">
                  <c:v>2.25</c:v>
                </c:pt>
                <c:pt idx="3861">
                  <c:v>2.25</c:v>
                </c:pt>
                <c:pt idx="3862">
                  <c:v>2.25</c:v>
                </c:pt>
                <c:pt idx="3863">
                  <c:v>2.25</c:v>
                </c:pt>
                <c:pt idx="3864">
                  <c:v>2.25</c:v>
                </c:pt>
                <c:pt idx="3865">
                  <c:v>2.25</c:v>
                </c:pt>
                <c:pt idx="3866">
                  <c:v>2.25</c:v>
                </c:pt>
                <c:pt idx="3867">
                  <c:v>2.25</c:v>
                </c:pt>
                <c:pt idx="3868">
                  <c:v>2.25</c:v>
                </c:pt>
                <c:pt idx="3869">
                  <c:v>2.25</c:v>
                </c:pt>
                <c:pt idx="3870">
                  <c:v>2.25</c:v>
                </c:pt>
                <c:pt idx="3871">
                  <c:v>2.25</c:v>
                </c:pt>
                <c:pt idx="3872">
                  <c:v>2.25</c:v>
                </c:pt>
                <c:pt idx="3873">
                  <c:v>2.25</c:v>
                </c:pt>
                <c:pt idx="3874">
                  <c:v>2.25</c:v>
                </c:pt>
                <c:pt idx="3875">
                  <c:v>2.25</c:v>
                </c:pt>
                <c:pt idx="3876">
                  <c:v>2.25</c:v>
                </c:pt>
                <c:pt idx="3877">
                  <c:v>2.25</c:v>
                </c:pt>
                <c:pt idx="3878">
                  <c:v>2.25</c:v>
                </c:pt>
                <c:pt idx="3879">
                  <c:v>2.25</c:v>
                </c:pt>
                <c:pt idx="3880">
                  <c:v>2.25</c:v>
                </c:pt>
                <c:pt idx="3881">
                  <c:v>2.25</c:v>
                </c:pt>
                <c:pt idx="3882">
                  <c:v>2.25</c:v>
                </c:pt>
                <c:pt idx="3883">
                  <c:v>2</c:v>
                </c:pt>
                <c:pt idx="3884">
                  <c:v>2</c:v>
                </c:pt>
                <c:pt idx="3885">
                  <c:v>2</c:v>
                </c:pt>
                <c:pt idx="3886">
                  <c:v>2</c:v>
                </c:pt>
                <c:pt idx="3887">
                  <c:v>2</c:v>
                </c:pt>
                <c:pt idx="3888">
                  <c:v>2</c:v>
                </c:pt>
                <c:pt idx="3889">
                  <c:v>2</c:v>
                </c:pt>
                <c:pt idx="3890">
                  <c:v>2</c:v>
                </c:pt>
                <c:pt idx="3891">
                  <c:v>2</c:v>
                </c:pt>
                <c:pt idx="3892">
                  <c:v>2</c:v>
                </c:pt>
                <c:pt idx="3893">
                  <c:v>2</c:v>
                </c:pt>
                <c:pt idx="3894">
                  <c:v>2</c:v>
                </c:pt>
                <c:pt idx="3895">
                  <c:v>2</c:v>
                </c:pt>
                <c:pt idx="3896">
                  <c:v>2</c:v>
                </c:pt>
                <c:pt idx="3897">
                  <c:v>2</c:v>
                </c:pt>
                <c:pt idx="3898">
                  <c:v>2</c:v>
                </c:pt>
                <c:pt idx="3899">
                  <c:v>2</c:v>
                </c:pt>
                <c:pt idx="3900">
                  <c:v>2</c:v>
                </c:pt>
                <c:pt idx="3901">
                  <c:v>2</c:v>
                </c:pt>
                <c:pt idx="3902">
                  <c:v>2</c:v>
                </c:pt>
                <c:pt idx="3903">
                  <c:v>2</c:v>
                </c:pt>
                <c:pt idx="3904">
                  <c:v>2</c:v>
                </c:pt>
                <c:pt idx="3905">
                  <c:v>2</c:v>
                </c:pt>
                <c:pt idx="3906">
                  <c:v>2</c:v>
                </c:pt>
                <c:pt idx="3907">
                  <c:v>2</c:v>
                </c:pt>
                <c:pt idx="3908">
                  <c:v>2</c:v>
                </c:pt>
                <c:pt idx="3909">
                  <c:v>2</c:v>
                </c:pt>
                <c:pt idx="3910">
                  <c:v>2</c:v>
                </c:pt>
                <c:pt idx="3911">
                  <c:v>2</c:v>
                </c:pt>
                <c:pt idx="3912">
                  <c:v>2</c:v>
                </c:pt>
                <c:pt idx="3913">
                  <c:v>2</c:v>
                </c:pt>
                <c:pt idx="3914">
                  <c:v>2</c:v>
                </c:pt>
                <c:pt idx="3915">
                  <c:v>2</c:v>
                </c:pt>
                <c:pt idx="3916">
                  <c:v>2</c:v>
                </c:pt>
                <c:pt idx="3917">
                  <c:v>2</c:v>
                </c:pt>
                <c:pt idx="3918">
                  <c:v>2</c:v>
                </c:pt>
                <c:pt idx="3919">
                  <c:v>2</c:v>
                </c:pt>
                <c:pt idx="3920">
                  <c:v>2</c:v>
                </c:pt>
                <c:pt idx="3921">
                  <c:v>2</c:v>
                </c:pt>
                <c:pt idx="3922">
                  <c:v>2</c:v>
                </c:pt>
                <c:pt idx="3923">
                  <c:v>2</c:v>
                </c:pt>
                <c:pt idx="3924">
                  <c:v>2</c:v>
                </c:pt>
                <c:pt idx="3925">
                  <c:v>2</c:v>
                </c:pt>
                <c:pt idx="3926">
                  <c:v>2</c:v>
                </c:pt>
                <c:pt idx="3927">
                  <c:v>2</c:v>
                </c:pt>
                <c:pt idx="3928">
                  <c:v>2</c:v>
                </c:pt>
                <c:pt idx="3929">
                  <c:v>2</c:v>
                </c:pt>
                <c:pt idx="3930">
                  <c:v>2</c:v>
                </c:pt>
                <c:pt idx="3931">
                  <c:v>2</c:v>
                </c:pt>
                <c:pt idx="3932">
                  <c:v>2</c:v>
                </c:pt>
                <c:pt idx="3933">
                  <c:v>2</c:v>
                </c:pt>
                <c:pt idx="3934">
                  <c:v>2</c:v>
                </c:pt>
                <c:pt idx="3935">
                  <c:v>2</c:v>
                </c:pt>
                <c:pt idx="3936">
                  <c:v>2</c:v>
                </c:pt>
                <c:pt idx="3937">
                  <c:v>2</c:v>
                </c:pt>
                <c:pt idx="3938">
                  <c:v>2</c:v>
                </c:pt>
                <c:pt idx="3939">
                  <c:v>2</c:v>
                </c:pt>
                <c:pt idx="3940">
                  <c:v>2</c:v>
                </c:pt>
                <c:pt idx="3941">
                  <c:v>2</c:v>
                </c:pt>
                <c:pt idx="3942">
                  <c:v>2</c:v>
                </c:pt>
                <c:pt idx="3943">
                  <c:v>2</c:v>
                </c:pt>
                <c:pt idx="3944">
                  <c:v>2</c:v>
                </c:pt>
                <c:pt idx="3945">
                  <c:v>2</c:v>
                </c:pt>
                <c:pt idx="3946">
                  <c:v>2</c:v>
                </c:pt>
                <c:pt idx="3947">
                  <c:v>2</c:v>
                </c:pt>
                <c:pt idx="3948">
                  <c:v>2</c:v>
                </c:pt>
                <c:pt idx="3949">
                  <c:v>2</c:v>
                </c:pt>
                <c:pt idx="3950">
                  <c:v>2</c:v>
                </c:pt>
                <c:pt idx="3951">
                  <c:v>2</c:v>
                </c:pt>
                <c:pt idx="3952">
                  <c:v>2</c:v>
                </c:pt>
                <c:pt idx="3953">
                  <c:v>2</c:v>
                </c:pt>
                <c:pt idx="3954">
                  <c:v>2</c:v>
                </c:pt>
                <c:pt idx="3955">
                  <c:v>2</c:v>
                </c:pt>
                <c:pt idx="3956">
                  <c:v>2</c:v>
                </c:pt>
                <c:pt idx="3957">
                  <c:v>2</c:v>
                </c:pt>
                <c:pt idx="3958">
                  <c:v>2</c:v>
                </c:pt>
                <c:pt idx="3959">
                  <c:v>2</c:v>
                </c:pt>
                <c:pt idx="3960">
                  <c:v>2</c:v>
                </c:pt>
                <c:pt idx="3961">
                  <c:v>2</c:v>
                </c:pt>
                <c:pt idx="3962">
                  <c:v>2</c:v>
                </c:pt>
                <c:pt idx="3963">
                  <c:v>2</c:v>
                </c:pt>
                <c:pt idx="3964">
                  <c:v>2</c:v>
                </c:pt>
                <c:pt idx="3965">
                  <c:v>2</c:v>
                </c:pt>
                <c:pt idx="3966">
                  <c:v>2</c:v>
                </c:pt>
                <c:pt idx="3967">
                  <c:v>2</c:v>
                </c:pt>
                <c:pt idx="3968">
                  <c:v>2</c:v>
                </c:pt>
                <c:pt idx="3969">
                  <c:v>2</c:v>
                </c:pt>
                <c:pt idx="3970">
                  <c:v>2</c:v>
                </c:pt>
                <c:pt idx="3971">
                  <c:v>2</c:v>
                </c:pt>
                <c:pt idx="3972">
                  <c:v>2</c:v>
                </c:pt>
                <c:pt idx="3973">
                  <c:v>2</c:v>
                </c:pt>
                <c:pt idx="3974">
                  <c:v>2</c:v>
                </c:pt>
                <c:pt idx="3975">
                  <c:v>2</c:v>
                </c:pt>
                <c:pt idx="3976">
                  <c:v>2</c:v>
                </c:pt>
                <c:pt idx="3977">
                  <c:v>2</c:v>
                </c:pt>
                <c:pt idx="3978">
                  <c:v>2</c:v>
                </c:pt>
                <c:pt idx="3979">
                  <c:v>2</c:v>
                </c:pt>
                <c:pt idx="3980">
                  <c:v>2</c:v>
                </c:pt>
                <c:pt idx="3981">
                  <c:v>2</c:v>
                </c:pt>
                <c:pt idx="3982">
                  <c:v>2</c:v>
                </c:pt>
                <c:pt idx="3983">
                  <c:v>2</c:v>
                </c:pt>
                <c:pt idx="3984">
                  <c:v>2</c:v>
                </c:pt>
                <c:pt idx="3985">
                  <c:v>2</c:v>
                </c:pt>
                <c:pt idx="3986">
                  <c:v>2</c:v>
                </c:pt>
                <c:pt idx="3987">
                  <c:v>2</c:v>
                </c:pt>
                <c:pt idx="3988">
                  <c:v>2</c:v>
                </c:pt>
                <c:pt idx="3989">
                  <c:v>2</c:v>
                </c:pt>
                <c:pt idx="3990">
                  <c:v>2</c:v>
                </c:pt>
                <c:pt idx="3991">
                  <c:v>2</c:v>
                </c:pt>
                <c:pt idx="3992">
                  <c:v>2</c:v>
                </c:pt>
                <c:pt idx="3993">
                  <c:v>2</c:v>
                </c:pt>
                <c:pt idx="3994">
                  <c:v>2</c:v>
                </c:pt>
                <c:pt idx="3995">
                  <c:v>2</c:v>
                </c:pt>
                <c:pt idx="3996">
                  <c:v>2</c:v>
                </c:pt>
                <c:pt idx="3997">
                  <c:v>2</c:v>
                </c:pt>
                <c:pt idx="3998">
                  <c:v>2</c:v>
                </c:pt>
                <c:pt idx="3999">
                  <c:v>2</c:v>
                </c:pt>
                <c:pt idx="4000">
                  <c:v>2</c:v>
                </c:pt>
                <c:pt idx="4001">
                  <c:v>2</c:v>
                </c:pt>
                <c:pt idx="4002">
                  <c:v>2</c:v>
                </c:pt>
                <c:pt idx="4003">
                  <c:v>2</c:v>
                </c:pt>
                <c:pt idx="4004">
                  <c:v>2</c:v>
                </c:pt>
                <c:pt idx="4005">
                  <c:v>2</c:v>
                </c:pt>
                <c:pt idx="4006">
                  <c:v>2</c:v>
                </c:pt>
                <c:pt idx="4007">
                  <c:v>2</c:v>
                </c:pt>
                <c:pt idx="4008">
                  <c:v>2</c:v>
                </c:pt>
                <c:pt idx="4009">
                  <c:v>2</c:v>
                </c:pt>
                <c:pt idx="4010">
                  <c:v>2</c:v>
                </c:pt>
                <c:pt idx="4011">
                  <c:v>2</c:v>
                </c:pt>
                <c:pt idx="4012">
                  <c:v>2</c:v>
                </c:pt>
                <c:pt idx="4013">
                  <c:v>2</c:v>
                </c:pt>
                <c:pt idx="4014">
                  <c:v>2</c:v>
                </c:pt>
                <c:pt idx="4015">
                  <c:v>2</c:v>
                </c:pt>
                <c:pt idx="4016">
                  <c:v>2</c:v>
                </c:pt>
                <c:pt idx="4017">
                  <c:v>2</c:v>
                </c:pt>
                <c:pt idx="4018">
                  <c:v>2</c:v>
                </c:pt>
                <c:pt idx="4019">
                  <c:v>2</c:v>
                </c:pt>
                <c:pt idx="4020">
                  <c:v>2</c:v>
                </c:pt>
                <c:pt idx="4021">
                  <c:v>2</c:v>
                </c:pt>
                <c:pt idx="4022">
                  <c:v>2</c:v>
                </c:pt>
                <c:pt idx="4023">
                  <c:v>2</c:v>
                </c:pt>
                <c:pt idx="4024">
                  <c:v>2</c:v>
                </c:pt>
                <c:pt idx="4025">
                  <c:v>2</c:v>
                </c:pt>
                <c:pt idx="4026">
                  <c:v>2</c:v>
                </c:pt>
                <c:pt idx="4027">
                  <c:v>2</c:v>
                </c:pt>
                <c:pt idx="4028">
                  <c:v>2</c:v>
                </c:pt>
                <c:pt idx="4029">
                  <c:v>2</c:v>
                </c:pt>
                <c:pt idx="4030">
                  <c:v>2</c:v>
                </c:pt>
                <c:pt idx="4031">
                  <c:v>2</c:v>
                </c:pt>
                <c:pt idx="4032">
                  <c:v>2</c:v>
                </c:pt>
                <c:pt idx="4033">
                  <c:v>2</c:v>
                </c:pt>
                <c:pt idx="4034">
                  <c:v>2</c:v>
                </c:pt>
                <c:pt idx="4035">
                  <c:v>2</c:v>
                </c:pt>
                <c:pt idx="4036">
                  <c:v>2</c:v>
                </c:pt>
                <c:pt idx="4037">
                  <c:v>2</c:v>
                </c:pt>
                <c:pt idx="4038">
                  <c:v>2</c:v>
                </c:pt>
                <c:pt idx="4039">
                  <c:v>2</c:v>
                </c:pt>
                <c:pt idx="4040">
                  <c:v>2</c:v>
                </c:pt>
                <c:pt idx="4041">
                  <c:v>2</c:v>
                </c:pt>
                <c:pt idx="4042">
                  <c:v>2</c:v>
                </c:pt>
                <c:pt idx="4043">
                  <c:v>2</c:v>
                </c:pt>
                <c:pt idx="4044">
                  <c:v>2</c:v>
                </c:pt>
                <c:pt idx="4045">
                  <c:v>2</c:v>
                </c:pt>
                <c:pt idx="4046">
                  <c:v>2</c:v>
                </c:pt>
                <c:pt idx="4047">
                  <c:v>2</c:v>
                </c:pt>
                <c:pt idx="4048">
                  <c:v>2</c:v>
                </c:pt>
                <c:pt idx="4049">
                  <c:v>2</c:v>
                </c:pt>
                <c:pt idx="4050">
                  <c:v>2</c:v>
                </c:pt>
                <c:pt idx="4051">
                  <c:v>2</c:v>
                </c:pt>
                <c:pt idx="4052">
                  <c:v>2</c:v>
                </c:pt>
                <c:pt idx="4053">
                  <c:v>2</c:v>
                </c:pt>
                <c:pt idx="4054">
                  <c:v>2</c:v>
                </c:pt>
                <c:pt idx="4055">
                  <c:v>2</c:v>
                </c:pt>
                <c:pt idx="4056">
                  <c:v>2</c:v>
                </c:pt>
                <c:pt idx="4057">
                  <c:v>2</c:v>
                </c:pt>
                <c:pt idx="4058">
                  <c:v>2</c:v>
                </c:pt>
                <c:pt idx="4059">
                  <c:v>2</c:v>
                </c:pt>
                <c:pt idx="4060">
                  <c:v>2</c:v>
                </c:pt>
                <c:pt idx="4061">
                  <c:v>2</c:v>
                </c:pt>
                <c:pt idx="4062">
                  <c:v>2</c:v>
                </c:pt>
                <c:pt idx="4063">
                  <c:v>2</c:v>
                </c:pt>
                <c:pt idx="4064">
                  <c:v>2</c:v>
                </c:pt>
                <c:pt idx="4065">
                  <c:v>2</c:v>
                </c:pt>
                <c:pt idx="4066">
                  <c:v>2</c:v>
                </c:pt>
                <c:pt idx="4067">
                  <c:v>2</c:v>
                </c:pt>
                <c:pt idx="4068">
                  <c:v>2</c:v>
                </c:pt>
                <c:pt idx="4069">
                  <c:v>2</c:v>
                </c:pt>
                <c:pt idx="4070">
                  <c:v>2</c:v>
                </c:pt>
                <c:pt idx="4071">
                  <c:v>2</c:v>
                </c:pt>
                <c:pt idx="4072">
                  <c:v>2</c:v>
                </c:pt>
                <c:pt idx="4073">
                  <c:v>2</c:v>
                </c:pt>
                <c:pt idx="4074">
                  <c:v>2</c:v>
                </c:pt>
                <c:pt idx="4075">
                  <c:v>2</c:v>
                </c:pt>
                <c:pt idx="4076">
                  <c:v>2</c:v>
                </c:pt>
                <c:pt idx="4077">
                  <c:v>2</c:v>
                </c:pt>
                <c:pt idx="4078">
                  <c:v>2</c:v>
                </c:pt>
                <c:pt idx="4079">
                  <c:v>2</c:v>
                </c:pt>
                <c:pt idx="4080">
                  <c:v>2</c:v>
                </c:pt>
                <c:pt idx="4081">
                  <c:v>2</c:v>
                </c:pt>
                <c:pt idx="4082">
                  <c:v>2</c:v>
                </c:pt>
                <c:pt idx="4083">
                  <c:v>2</c:v>
                </c:pt>
                <c:pt idx="4084">
                  <c:v>2</c:v>
                </c:pt>
                <c:pt idx="4085">
                  <c:v>2</c:v>
                </c:pt>
                <c:pt idx="4086">
                  <c:v>2</c:v>
                </c:pt>
                <c:pt idx="4087">
                  <c:v>2</c:v>
                </c:pt>
                <c:pt idx="4088">
                  <c:v>2</c:v>
                </c:pt>
                <c:pt idx="4089">
                  <c:v>2</c:v>
                </c:pt>
                <c:pt idx="4090">
                  <c:v>2</c:v>
                </c:pt>
                <c:pt idx="4091">
                  <c:v>2</c:v>
                </c:pt>
                <c:pt idx="4092">
                  <c:v>2</c:v>
                </c:pt>
                <c:pt idx="4093">
                  <c:v>2</c:v>
                </c:pt>
                <c:pt idx="4094">
                  <c:v>2</c:v>
                </c:pt>
                <c:pt idx="4095">
                  <c:v>2</c:v>
                </c:pt>
                <c:pt idx="4096">
                  <c:v>2</c:v>
                </c:pt>
                <c:pt idx="4097">
                  <c:v>2</c:v>
                </c:pt>
                <c:pt idx="4098">
                  <c:v>2</c:v>
                </c:pt>
                <c:pt idx="4099">
                  <c:v>2</c:v>
                </c:pt>
                <c:pt idx="4100">
                  <c:v>2</c:v>
                </c:pt>
                <c:pt idx="4101">
                  <c:v>2</c:v>
                </c:pt>
                <c:pt idx="4102">
                  <c:v>2</c:v>
                </c:pt>
                <c:pt idx="4103">
                  <c:v>2</c:v>
                </c:pt>
                <c:pt idx="4104">
                  <c:v>2</c:v>
                </c:pt>
                <c:pt idx="4105">
                  <c:v>2</c:v>
                </c:pt>
                <c:pt idx="4106">
                  <c:v>2</c:v>
                </c:pt>
                <c:pt idx="4107">
                  <c:v>2</c:v>
                </c:pt>
                <c:pt idx="4108">
                  <c:v>2</c:v>
                </c:pt>
                <c:pt idx="4109">
                  <c:v>2</c:v>
                </c:pt>
                <c:pt idx="4110">
                  <c:v>2</c:v>
                </c:pt>
                <c:pt idx="4111">
                  <c:v>2</c:v>
                </c:pt>
                <c:pt idx="4112">
                  <c:v>2</c:v>
                </c:pt>
                <c:pt idx="4113">
                  <c:v>2</c:v>
                </c:pt>
                <c:pt idx="4114">
                  <c:v>2</c:v>
                </c:pt>
                <c:pt idx="4115">
                  <c:v>2</c:v>
                </c:pt>
                <c:pt idx="4116">
                  <c:v>2</c:v>
                </c:pt>
                <c:pt idx="4117">
                  <c:v>2</c:v>
                </c:pt>
                <c:pt idx="4118">
                  <c:v>2</c:v>
                </c:pt>
                <c:pt idx="4119">
                  <c:v>2</c:v>
                </c:pt>
                <c:pt idx="4120">
                  <c:v>2</c:v>
                </c:pt>
                <c:pt idx="4121">
                  <c:v>2</c:v>
                </c:pt>
                <c:pt idx="4122">
                  <c:v>2</c:v>
                </c:pt>
                <c:pt idx="4123">
                  <c:v>2</c:v>
                </c:pt>
                <c:pt idx="4124">
                  <c:v>2</c:v>
                </c:pt>
                <c:pt idx="4125">
                  <c:v>2</c:v>
                </c:pt>
                <c:pt idx="4126">
                  <c:v>2</c:v>
                </c:pt>
                <c:pt idx="4127">
                  <c:v>2</c:v>
                </c:pt>
                <c:pt idx="4128">
                  <c:v>2</c:v>
                </c:pt>
                <c:pt idx="4129">
                  <c:v>2</c:v>
                </c:pt>
                <c:pt idx="4130">
                  <c:v>2</c:v>
                </c:pt>
                <c:pt idx="4131">
                  <c:v>2</c:v>
                </c:pt>
                <c:pt idx="4132">
                  <c:v>2</c:v>
                </c:pt>
                <c:pt idx="4133">
                  <c:v>2</c:v>
                </c:pt>
                <c:pt idx="4134">
                  <c:v>2</c:v>
                </c:pt>
                <c:pt idx="4135">
                  <c:v>2</c:v>
                </c:pt>
                <c:pt idx="4136">
                  <c:v>2</c:v>
                </c:pt>
                <c:pt idx="4137">
                  <c:v>2</c:v>
                </c:pt>
                <c:pt idx="4138">
                  <c:v>2</c:v>
                </c:pt>
                <c:pt idx="4139">
                  <c:v>2</c:v>
                </c:pt>
                <c:pt idx="4140">
                  <c:v>2</c:v>
                </c:pt>
                <c:pt idx="4141">
                  <c:v>2</c:v>
                </c:pt>
                <c:pt idx="4142">
                  <c:v>2</c:v>
                </c:pt>
                <c:pt idx="4143">
                  <c:v>2</c:v>
                </c:pt>
                <c:pt idx="4144">
                  <c:v>2</c:v>
                </c:pt>
                <c:pt idx="4145">
                  <c:v>2</c:v>
                </c:pt>
                <c:pt idx="4146">
                  <c:v>2</c:v>
                </c:pt>
                <c:pt idx="4147">
                  <c:v>2</c:v>
                </c:pt>
                <c:pt idx="4148">
                  <c:v>2</c:v>
                </c:pt>
                <c:pt idx="4149">
                  <c:v>2</c:v>
                </c:pt>
                <c:pt idx="4150">
                  <c:v>2</c:v>
                </c:pt>
                <c:pt idx="4151">
                  <c:v>2</c:v>
                </c:pt>
                <c:pt idx="4152">
                  <c:v>2</c:v>
                </c:pt>
                <c:pt idx="4153">
                  <c:v>2</c:v>
                </c:pt>
                <c:pt idx="4154">
                  <c:v>2</c:v>
                </c:pt>
                <c:pt idx="4155">
                  <c:v>2</c:v>
                </c:pt>
                <c:pt idx="4156">
                  <c:v>2</c:v>
                </c:pt>
                <c:pt idx="4157">
                  <c:v>2</c:v>
                </c:pt>
                <c:pt idx="4158">
                  <c:v>2</c:v>
                </c:pt>
                <c:pt idx="4159">
                  <c:v>2</c:v>
                </c:pt>
                <c:pt idx="4160">
                  <c:v>2</c:v>
                </c:pt>
                <c:pt idx="4161">
                  <c:v>2</c:v>
                </c:pt>
                <c:pt idx="4162">
                  <c:v>2</c:v>
                </c:pt>
                <c:pt idx="4163">
                  <c:v>2</c:v>
                </c:pt>
                <c:pt idx="4164">
                  <c:v>2</c:v>
                </c:pt>
                <c:pt idx="4165">
                  <c:v>2</c:v>
                </c:pt>
                <c:pt idx="4166">
                  <c:v>2</c:v>
                </c:pt>
                <c:pt idx="4167">
                  <c:v>2</c:v>
                </c:pt>
                <c:pt idx="4168">
                  <c:v>2</c:v>
                </c:pt>
                <c:pt idx="4169">
                  <c:v>2</c:v>
                </c:pt>
                <c:pt idx="4170">
                  <c:v>2</c:v>
                </c:pt>
                <c:pt idx="4171">
                  <c:v>2</c:v>
                </c:pt>
                <c:pt idx="4172">
                  <c:v>2</c:v>
                </c:pt>
                <c:pt idx="4173">
                  <c:v>2</c:v>
                </c:pt>
                <c:pt idx="4174">
                  <c:v>2</c:v>
                </c:pt>
                <c:pt idx="4175">
                  <c:v>2</c:v>
                </c:pt>
                <c:pt idx="4176">
                  <c:v>2</c:v>
                </c:pt>
                <c:pt idx="4177">
                  <c:v>2</c:v>
                </c:pt>
                <c:pt idx="4178">
                  <c:v>2</c:v>
                </c:pt>
                <c:pt idx="4179">
                  <c:v>2</c:v>
                </c:pt>
                <c:pt idx="4180">
                  <c:v>2</c:v>
                </c:pt>
                <c:pt idx="4181">
                  <c:v>2</c:v>
                </c:pt>
                <c:pt idx="4182">
                  <c:v>2</c:v>
                </c:pt>
                <c:pt idx="4183">
                  <c:v>2</c:v>
                </c:pt>
                <c:pt idx="4184">
                  <c:v>2</c:v>
                </c:pt>
                <c:pt idx="4185">
                  <c:v>2</c:v>
                </c:pt>
                <c:pt idx="4186">
                  <c:v>2</c:v>
                </c:pt>
                <c:pt idx="4187">
                  <c:v>2</c:v>
                </c:pt>
                <c:pt idx="4188">
                  <c:v>2</c:v>
                </c:pt>
                <c:pt idx="4189">
                  <c:v>2</c:v>
                </c:pt>
                <c:pt idx="4190">
                  <c:v>2</c:v>
                </c:pt>
                <c:pt idx="4191">
                  <c:v>2</c:v>
                </c:pt>
                <c:pt idx="4192">
                  <c:v>2</c:v>
                </c:pt>
                <c:pt idx="4193">
                  <c:v>2</c:v>
                </c:pt>
                <c:pt idx="4194">
                  <c:v>2</c:v>
                </c:pt>
                <c:pt idx="4195">
                  <c:v>2</c:v>
                </c:pt>
                <c:pt idx="4196">
                  <c:v>2</c:v>
                </c:pt>
                <c:pt idx="4197">
                  <c:v>2</c:v>
                </c:pt>
                <c:pt idx="4198">
                  <c:v>2</c:v>
                </c:pt>
                <c:pt idx="4199">
                  <c:v>2</c:v>
                </c:pt>
                <c:pt idx="4200">
                  <c:v>2</c:v>
                </c:pt>
                <c:pt idx="4201">
                  <c:v>2</c:v>
                </c:pt>
                <c:pt idx="4202">
                  <c:v>2</c:v>
                </c:pt>
                <c:pt idx="4203">
                  <c:v>2</c:v>
                </c:pt>
                <c:pt idx="4204">
                  <c:v>2</c:v>
                </c:pt>
                <c:pt idx="4205">
                  <c:v>2</c:v>
                </c:pt>
                <c:pt idx="4206">
                  <c:v>2</c:v>
                </c:pt>
                <c:pt idx="4207">
                  <c:v>2</c:v>
                </c:pt>
                <c:pt idx="4208">
                  <c:v>2</c:v>
                </c:pt>
                <c:pt idx="4209">
                  <c:v>2</c:v>
                </c:pt>
                <c:pt idx="4210">
                  <c:v>2</c:v>
                </c:pt>
                <c:pt idx="4211">
                  <c:v>2</c:v>
                </c:pt>
                <c:pt idx="4212">
                  <c:v>2</c:v>
                </c:pt>
                <c:pt idx="4213">
                  <c:v>2</c:v>
                </c:pt>
                <c:pt idx="4214">
                  <c:v>2</c:v>
                </c:pt>
                <c:pt idx="4215">
                  <c:v>2</c:v>
                </c:pt>
                <c:pt idx="4216">
                  <c:v>2</c:v>
                </c:pt>
                <c:pt idx="4217">
                  <c:v>2</c:v>
                </c:pt>
                <c:pt idx="4218">
                  <c:v>2</c:v>
                </c:pt>
                <c:pt idx="4219">
                  <c:v>2</c:v>
                </c:pt>
                <c:pt idx="4220">
                  <c:v>2</c:v>
                </c:pt>
                <c:pt idx="4221">
                  <c:v>2</c:v>
                </c:pt>
                <c:pt idx="4222">
                  <c:v>2</c:v>
                </c:pt>
                <c:pt idx="4223">
                  <c:v>2</c:v>
                </c:pt>
                <c:pt idx="4224">
                  <c:v>2</c:v>
                </c:pt>
                <c:pt idx="4225">
                  <c:v>2</c:v>
                </c:pt>
                <c:pt idx="4226">
                  <c:v>2</c:v>
                </c:pt>
                <c:pt idx="4227">
                  <c:v>2</c:v>
                </c:pt>
                <c:pt idx="4228">
                  <c:v>2</c:v>
                </c:pt>
                <c:pt idx="4229">
                  <c:v>2</c:v>
                </c:pt>
                <c:pt idx="4230">
                  <c:v>2</c:v>
                </c:pt>
                <c:pt idx="4231">
                  <c:v>2</c:v>
                </c:pt>
                <c:pt idx="4232">
                  <c:v>2</c:v>
                </c:pt>
                <c:pt idx="4233">
                  <c:v>2</c:v>
                </c:pt>
                <c:pt idx="4234">
                  <c:v>2</c:v>
                </c:pt>
                <c:pt idx="4235">
                  <c:v>2</c:v>
                </c:pt>
                <c:pt idx="4236">
                  <c:v>2</c:v>
                </c:pt>
                <c:pt idx="4237">
                  <c:v>2</c:v>
                </c:pt>
                <c:pt idx="4238">
                  <c:v>2</c:v>
                </c:pt>
                <c:pt idx="4239">
                  <c:v>2</c:v>
                </c:pt>
                <c:pt idx="4240">
                  <c:v>2</c:v>
                </c:pt>
                <c:pt idx="4241">
                  <c:v>2</c:v>
                </c:pt>
                <c:pt idx="4242">
                  <c:v>2</c:v>
                </c:pt>
                <c:pt idx="4243">
                  <c:v>2</c:v>
                </c:pt>
                <c:pt idx="4244">
                  <c:v>2</c:v>
                </c:pt>
                <c:pt idx="4245">
                  <c:v>2</c:v>
                </c:pt>
                <c:pt idx="4246">
                  <c:v>2</c:v>
                </c:pt>
                <c:pt idx="4247">
                  <c:v>2</c:v>
                </c:pt>
                <c:pt idx="4248">
                  <c:v>2</c:v>
                </c:pt>
                <c:pt idx="4249">
                  <c:v>2</c:v>
                </c:pt>
                <c:pt idx="4250">
                  <c:v>2</c:v>
                </c:pt>
                <c:pt idx="4251">
                  <c:v>2</c:v>
                </c:pt>
                <c:pt idx="4252">
                  <c:v>2</c:v>
                </c:pt>
                <c:pt idx="4253">
                  <c:v>2</c:v>
                </c:pt>
                <c:pt idx="4254">
                  <c:v>2</c:v>
                </c:pt>
                <c:pt idx="4255">
                  <c:v>2</c:v>
                </c:pt>
                <c:pt idx="4256">
                  <c:v>2</c:v>
                </c:pt>
                <c:pt idx="4257">
                  <c:v>2</c:v>
                </c:pt>
                <c:pt idx="4258">
                  <c:v>2</c:v>
                </c:pt>
                <c:pt idx="4259">
                  <c:v>2</c:v>
                </c:pt>
                <c:pt idx="4260">
                  <c:v>2</c:v>
                </c:pt>
                <c:pt idx="4261">
                  <c:v>2</c:v>
                </c:pt>
                <c:pt idx="4262">
                  <c:v>2</c:v>
                </c:pt>
                <c:pt idx="4263">
                  <c:v>2</c:v>
                </c:pt>
                <c:pt idx="4264">
                  <c:v>2</c:v>
                </c:pt>
                <c:pt idx="4265">
                  <c:v>2</c:v>
                </c:pt>
                <c:pt idx="4266">
                  <c:v>2</c:v>
                </c:pt>
                <c:pt idx="4267">
                  <c:v>2</c:v>
                </c:pt>
                <c:pt idx="4268">
                  <c:v>2</c:v>
                </c:pt>
                <c:pt idx="4269">
                  <c:v>2</c:v>
                </c:pt>
                <c:pt idx="4270">
                  <c:v>2</c:v>
                </c:pt>
                <c:pt idx="4271">
                  <c:v>2</c:v>
                </c:pt>
                <c:pt idx="4272">
                  <c:v>2</c:v>
                </c:pt>
                <c:pt idx="4273">
                  <c:v>2.25</c:v>
                </c:pt>
                <c:pt idx="4274">
                  <c:v>2.25</c:v>
                </c:pt>
                <c:pt idx="4275">
                  <c:v>2.25</c:v>
                </c:pt>
                <c:pt idx="4276">
                  <c:v>2.25</c:v>
                </c:pt>
                <c:pt idx="4277">
                  <c:v>2.25</c:v>
                </c:pt>
                <c:pt idx="4278">
                  <c:v>2.25</c:v>
                </c:pt>
                <c:pt idx="4279">
                  <c:v>2.25</c:v>
                </c:pt>
                <c:pt idx="4280">
                  <c:v>2.25</c:v>
                </c:pt>
                <c:pt idx="4281">
                  <c:v>2.25</c:v>
                </c:pt>
                <c:pt idx="4282">
                  <c:v>2.25</c:v>
                </c:pt>
                <c:pt idx="4283">
                  <c:v>2.25</c:v>
                </c:pt>
                <c:pt idx="4284">
                  <c:v>2.25</c:v>
                </c:pt>
                <c:pt idx="4285">
                  <c:v>2.25</c:v>
                </c:pt>
                <c:pt idx="4286">
                  <c:v>2.25</c:v>
                </c:pt>
                <c:pt idx="4287">
                  <c:v>2.25</c:v>
                </c:pt>
                <c:pt idx="4288">
                  <c:v>2.25</c:v>
                </c:pt>
                <c:pt idx="4289">
                  <c:v>2.25</c:v>
                </c:pt>
                <c:pt idx="4290">
                  <c:v>2.25</c:v>
                </c:pt>
                <c:pt idx="4291">
                  <c:v>2.25</c:v>
                </c:pt>
                <c:pt idx="4292">
                  <c:v>2.25</c:v>
                </c:pt>
                <c:pt idx="4293">
                  <c:v>2.25</c:v>
                </c:pt>
                <c:pt idx="4294">
                  <c:v>2.25</c:v>
                </c:pt>
                <c:pt idx="4295">
                  <c:v>2.25</c:v>
                </c:pt>
                <c:pt idx="4296">
                  <c:v>2.25</c:v>
                </c:pt>
                <c:pt idx="4297">
                  <c:v>2.25</c:v>
                </c:pt>
                <c:pt idx="4298">
                  <c:v>2.5</c:v>
                </c:pt>
                <c:pt idx="4299">
                  <c:v>2.5</c:v>
                </c:pt>
                <c:pt idx="4300">
                  <c:v>2.5</c:v>
                </c:pt>
                <c:pt idx="4301">
                  <c:v>2.5</c:v>
                </c:pt>
                <c:pt idx="4302">
                  <c:v>2.5</c:v>
                </c:pt>
                <c:pt idx="4303">
                  <c:v>2.5</c:v>
                </c:pt>
                <c:pt idx="4304">
                  <c:v>2.5</c:v>
                </c:pt>
                <c:pt idx="4305">
                  <c:v>2.5</c:v>
                </c:pt>
                <c:pt idx="4306">
                  <c:v>2.5</c:v>
                </c:pt>
                <c:pt idx="4307">
                  <c:v>2.5</c:v>
                </c:pt>
                <c:pt idx="4308">
                  <c:v>2.5</c:v>
                </c:pt>
                <c:pt idx="4309">
                  <c:v>2.5</c:v>
                </c:pt>
                <c:pt idx="4310">
                  <c:v>2.5</c:v>
                </c:pt>
                <c:pt idx="4311">
                  <c:v>2.5</c:v>
                </c:pt>
                <c:pt idx="4312">
                  <c:v>2.5</c:v>
                </c:pt>
                <c:pt idx="4313">
                  <c:v>3.25</c:v>
                </c:pt>
                <c:pt idx="4314">
                  <c:v>3.25</c:v>
                </c:pt>
                <c:pt idx="4315">
                  <c:v>3.25</c:v>
                </c:pt>
                <c:pt idx="4316">
                  <c:v>3.25</c:v>
                </c:pt>
                <c:pt idx="4317">
                  <c:v>3.25</c:v>
                </c:pt>
                <c:pt idx="4318">
                  <c:v>3.25</c:v>
                </c:pt>
                <c:pt idx="4319">
                  <c:v>3.25</c:v>
                </c:pt>
                <c:pt idx="4320">
                  <c:v>3.25</c:v>
                </c:pt>
                <c:pt idx="4321">
                  <c:v>3.25</c:v>
                </c:pt>
                <c:pt idx="4322">
                  <c:v>3.25</c:v>
                </c:pt>
                <c:pt idx="4323">
                  <c:v>3.25</c:v>
                </c:pt>
                <c:pt idx="4324">
                  <c:v>3.25</c:v>
                </c:pt>
                <c:pt idx="4325">
                  <c:v>3.25</c:v>
                </c:pt>
                <c:pt idx="4326">
                  <c:v>3.25</c:v>
                </c:pt>
                <c:pt idx="4327">
                  <c:v>3.25</c:v>
                </c:pt>
                <c:pt idx="4328">
                  <c:v>3.25</c:v>
                </c:pt>
                <c:pt idx="4329">
                  <c:v>3.25</c:v>
                </c:pt>
                <c:pt idx="4330">
                  <c:v>3.25</c:v>
                </c:pt>
                <c:pt idx="4331">
                  <c:v>3.25</c:v>
                </c:pt>
                <c:pt idx="4332">
                  <c:v>3.25</c:v>
                </c:pt>
                <c:pt idx="4333">
                  <c:v>3.25</c:v>
                </c:pt>
                <c:pt idx="4334">
                  <c:v>3.25</c:v>
                </c:pt>
                <c:pt idx="4335">
                  <c:v>3.25</c:v>
                </c:pt>
                <c:pt idx="4336">
                  <c:v>3.25</c:v>
                </c:pt>
                <c:pt idx="4337">
                  <c:v>3.25</c:v>
                </c:pt>
                <c:pt idx="4338">
                  <c:v>3.75</c:v>
                </c:pt>
                <c:pt idx="4339">
                  <c:v>3.75</c:v>
                </c:pt>
                <c:pt idx="4340">
                  <c:v>3.75</c:v>
                </c:pt>
                <c:pt idx="4341">
                  <c:v>3.75</c:v>
                </c:pt>
                <c:pt idx="4342">
                  <c:v>3.75</c:v>
                </c:pt>
                <c:pt idx="4343">
                  <c:v>3.75</c:v>
                </c:pt>
                <c:pt idx="4344">
                  <c:v>3.75</c:v>
                </c:pt>
                <c:pt idx="4345">
                  <c:v>3.75</c:v>
                </c:pt>
                <c:pt idx="4346">
                  <c:v>3.75</c:v>
                </c:pt>
                <c:pt idx="4347">
                  <c:v>3.75</c:v>
                </c:pt>
                <c:pt idx="4348">
                  <c:v>3.75</c:v>
                </c:pt>
                <c:pt idx="4349">
                  <c:v>3.75</c:v>
                </c:pt>
                <c:pt idx="4350">
                  <c:v>3.75</c:v>
                </c:pt>
                <c:pt idx="4351">
                  <c:v>3.75</c:v>
                </c:pt>
                <c:pt idx="4352">
                  <c:v>3.75</c:v>
                </c:pt>
                <c:pt idx="4353">
                  <c:v>3.75</c:v>
                </c:pt>
                <c:pt idx="4354">
                  <c:v>3.75</c:v>
                </c:pt>
                <c:pt idx="4355">
                  <c:v>3.75</c:v>
                </c:pt>
                <c:pt idx="4356">
                  <c:v>3.75</c:v>
                </c:pt>
                <c:pt idx="4357">
                  <c:v>3.75</c:v>
                </c:pt>
                <c:pt idx="4358">
                  <c:v>3.75</c:v>
                </c:pt>
                <c:pt idx="4359">
                  <c:v>3.75</c:v>
                </c:pt>
                <c:pt idx="4360">
                  <c:v>3.75</c:v>
                </c:pt>
                <c:pt idx="4361">
                  <c:v>3.75</c:v>
                </c:pt>
                <c:pt idx="4362">
                  <c:v>3.75</c:v>
                </c:pt>
                <c:pt idx="4363">
                  <c:v>4.25</c:v>
                </c:pt>
                <c:pt idx="4364">
                  <c:v>4.25</c:v>
                </c:pt>
                <c:pt idx="4365">
                  <c:v>4.25</c:v>
                </c:pt>
                <c:pt idx="4366">
                  <c:v>4.25</c:v>
                </c:pt>
                <c:pt idx="4367">
                  <c:v>4.25</c:v>
                </c:pt>
                <c:pt idx="4368">
                  <c:v>4.25</c:v>
                </c:pt>
                <c:pt idx="4369">
                  <c:v>4.25</c:v>
                </c:pt>
                <c:pt idx="4370">
                  <c:v>4.25</c:v>
                </c:pt>
                <c:pt idx="4371">
                  <c:v>4.25</c:v>
                </c:pt>
                <c:pt idx="4372">
                  <c:v>4.25</c:v>
                </c:pt>
                <c:pt idx="4373">
                  <c:v>4.25</c:v>
                </c:pt>
                <c:pt idx="4374">
                  <c:v>4.25</c:v>
                </c:pt>
                <c:pt idx="4375">
                  <c:v>4.25</c:v>
                </c:pt>
                <c:pt idx="4376">
                  <c:v>4.25</c:v>
                </c:pt>
                <c:pt idx="4377">
                  <c:v>4.25</c:v>
                </c:pt>
                <c:pt idx="4378">
                  <c:v>4.25</c:v>
                </c:pt>
                <c:pt idx="4379">
                  <c:v>4.25</c:v>
                </c:pt>
                <c:pt idx="4380">
                  <c:v>4.25</c:v>
                </c:pt>
                <c:pt idx="4381">
                  <c:v>4.25</c:v>
                </c:pt>
                <c:pt idx="4382">
                  <c:v>4.25</c:v>
                </c:pt>
                <c:pt idx="4383">
                  <c:v>4.25</c:v>
                </c:pt>
                <c:pt idx="4384">
                  <c:v>4.25</c:v>
                </c:pt>
                <c:pt idx="4385">
                  <c:v>4.25</c:v>
                </c:pt>
                <c:pt idx="4386">
                  <c:v>4.25</c:v>
                </c:pt>
                <c:pt idx="4387">
                  <c:v>4.25</c:v>
                </c:pt>
                <c:pt idx="4388">
                  <c:v>4.25</c:v>
                </c:pt>
                <c:pt idx="4389">
                  <c:v>4.25</c:v>
                </c:pt>
                <c:pt idx="4390">
                  <c:v>4.25</c:v>
                </c:pt>
                <c:pt idx="4391">
                  <c:v>4.25</c:v>
                </c:pt>
                <c:pt idx="4392">
                  <c:v>4.25</c:v>
                </c:pt>
                <c:pt idx="4393">
                  <c:v>4.25</c:v>
                </c:pt>
                <c:pt idx="4394">
                  <c:v>4.25</c:v>
                </c:pt>
                <c:pt idx="4395">
                  <c:v>4.25</c:v>
                </c:pt>
                <c:pt idx="4396">
                  <c:v>4.25</c:v>
                </c:pt>
                <c:pt idx="4397">
                  <c:v>4.25</c:v>
                </c:pt>
                <c:pt idx="4398">
                  <c:v>4.25</c:v>
                </c:pt>
                <c:pt idx="4399">
                  <c:v>4.25</c:v>
                </c:pt>
                <c:pt idx="4400">
                  <c:v>4.25</c:v>
                </c:pt>
                <c:pt idx="4401">
                  <c:v>4.25</c:v>
                </c:pt>
                <c:pt idx="4402">
                  <c:v>4.25</c:v>
                </c:pt>
                <c:pt idx="4403">
                  <c:v>5</c:v>
                </c:pt>
                <c:pt idx="4404">
                  <c:v>5</c:v>
                </c:pt>
                <c:pt idx="4405">
                  <c:v>5</c:v>
                </c:pt>
                <c:pt idx="4406">
                  <c:v>5</c:v>
                </c:pt>
                <c:pt idx="4407">
                  <c:v>5</c:v>
                </c:pt>
                <c:pt idx="4408">
                  <c:v>5</c:v>
                </c:pt>
                <c:pt idx="4409">
                  <c:v>5</c:v>
                </c:pt>
                <c:pt idx="4410">
                  <c:v>5</c:v>
                </c:pt>
                <c:pt idx="4411">
                  <c:v>5</c:v>
                </c:pt>
                <c:pt idx="4412">
                  <c:v>5</c:v>
                </c:pt>
                <c:pt idx="4413">
                  <c:v>5</c:v>
                </c:pt>
                <c:pt idx="4414">
                  <c:v>5</c:v>
                </c:pt>
                <c:pt idx="4415">
                  <c:v>5</c:v>
                </c:pt>
                <c:pt idx="4416">
                  <c:v>5</c:v>
                </c:pt>
                <c:pt idx="4417">
                  <c:v>5</c:v>
                </c:pt>
                <c:pt idx="4418">
                  <c:v>5</c:v>
                </c:pt>
                <c:pt idx="4419">
                  <c:v>5</c:v>
                </c:pt>
                <c:pt idx="4420">
                  <c:v>5</c:v>
                </c:pt>
                <c:pt idx="4421">
                  <c:v>5</c:v>
                </c:pt>
                <c:pt idx="4422">
                  <c:v>5</c:v>
                </c:pt>
                <c:pt idx="4423">
                  <c:v>5.5</c:v>
                </c:pt>
                <c:pt idx="4424">
                  <c:v>5.5</c:v>
                </c:pt>
                <c:pt idx="4425">
                  <c:v>5.5</c:v>
                </c:pt>
                <c:pt idx="4426">
                  <c:v>5.5</c:v>
                </c:pt>
                <c:pt idx="4427">
                  <c:v>5.5</c:v>
                </c:pt>
                <c:pt idx="4428">
                  <c:v>5.5</c:v>
                </c:pt>
                <c:pt idx="4429">
                  <c:v>5.5</c:v>
                </c:pt>
                <c:pt idx="4430">
                  <c:v>5.5</c:v>
                </c:pt>
                <c:pt idx="4431">
                  <c:v>5.5</c:v>
                </c:pt>
                <c:pt idx="4432">
                  <c:v>5.5</c:v>
                </c:pt>
                <c:pt idx="4433">
                  <c:v>5.5</c:v>
                </c:pt>
                <c:pt idx="4434">
                  <c:v>5.5</c:v>
                </c:pt>
                <c:pt idx="4435">
                  <c:v>5.5</c:v>
                </c:pt>
                <c:pt idx="4436">
                  <c:v>5.5</c:v>
                </c:pt>
                <c:pt idx="4437">
                  <c:v>5.5</c:v>
                </c:pt>
                <c:pt idx="4438">
                  <c:v>5.5</c:v>
                </c:pt>
                <c:pt idx="4439">
                  <c:v>5.5</c:v>
                </c:pt>
                <c:pt idx="4440">
                  <c:v>5.5</c:v>
                </c:pt>
                <c:pt idx="4441">
                  <c:v>5.5</c:v>
                </c:pt>
                <c:pt idx="4442">
                  <c:v>5.5</c:v>
                </c:pt>
                <c:pt idx="4443">
                  <c:v>5.5</c:v>
                </c:pt>
                <c:pt idx="4444">
                  <c:v>5.5</c:v>
                </c:pt>
                <c:pt idx="4445">
                  <c:v>5.5</c:v>
                </c:pt>
                <c:pt idx="4446">
                  <c:v>5.5</c:v>
                </c:pt>
                <c:pt idx="4447">
                  <c:v>5.5</c:v>
                </c:pt>
                <c:pt idx="4448">
                  <c:v>5.5</c:v>
                </c:pt>
                <c:pt idx="4449">
                  <c:v>5.5</c:v>
                </c:pt>
                <c:pt idx="4450">
                  <c:v>5.5</c:v>
                </c:pt>
                <c:pt idx="4451">
                  <c:v>5.5</c:v>
                </c:pt>
                <c:pt idx="4452">
                  <c:v>5.5</c:v>
                </c:pt>
                <c:pt idx="4453">
                  <c:v>5.5</c:v>
                </c:pt>
                <c:pt idx="4454">
                  <c:v>5.5</c:v>
                </c:pt>
                <c:pt idx="4455">
                  <c:v>5.5</c:v>
                </c:pt>
                <c:pt idx="4456">
                  <c:v>5.5</c:v>
                </c:pt>
                <c:pt idx="4457">
                  <c:v>5.5</c:v>
                </c:pt>
                <c:pt idx="4458">
                  <c:v>5.5</c:v>
                </c:pt>
                <c:pt idx="4459">
                  <c:v>5.5</c:v>
                </c:pt>
                <c:pt idx="4460">
                  <c:v>5.5</c:v>
                </c:pt>
                <c:pt idx="4461">
                  <c:v>5.5</c:v>
                </c:pt>
                <c:pt idx="4462">
                  <c:v>5.5</c:v>
                </c:pt>
                <c:pt idx="4463">
                  <c:v>5.5</c:v>
                </c:pt>
                <c:pt idx="4464">
                  <c:v>5.5</c:v>
                </c:pt>
                <c:pt idx="4465">
                  <c:v>5.5</c:v>
                </c:pt>
                <c:pt idx="4466">
                  <c:v>5.5</c:v>
                </c:pt>
                <c:pt idx="4467">
                  <c:v>5.5</c:v>
                </c:pt>
                <c:pt idx="4468">
                  <c:v>6</c:v>
                </c:pt>
                <c:pt idx="4469">
                  <c:v>6</c:v>
                </c:pt>
                <c:pt idx="4470">
                  <c:v>6</c:v>
                </c:pt>
                <c:pt idx="4471">
                  <c:v>6</c:v>
                </c:pt>
                <c:pt idx="4472">
                  <c:v>6</c:v>
                </c:pt>
                <c:pt idx="4473">
                  <c:v>6</c:v>
                </c:pt>
                <c:pt idx="4474">
                  <c:v>6</c:v>
                </c:pt>
                <c:pt idx="4475">
                  <c:v>6</c:v>
                </c:pt>
                <c:pt idx="4476">
                  <c:v>6</c:v>
                </c:pt>
                <c:pt idx="4477">
                  <c:v>6</c:v>
                </c:pt>
                <c:pt idx="4478">
                  <c:v>6</c:v>
                </c:pt>
                <c:pt idx="4479">
                  <c:v>6</c:v>
                </c:pt>
                <c:pt idx="4480">
                  <c:v>6</c:v>
                </c:pt>
                <c:pt idx="4481">
                  <c:v>6</c:v>
                </c:pt>
                <c:pt idx="4482">
                  <c:v>6</c:v>
                </c:pt>
                <c:pt idx="4483">
                  <c:v>6</c:v>
                </c:pt>
                <c:pt idx="4484">
                  <c:v>6</c:v>
                </c:pt>
                <c:pt idx="4485">
                  <c:v>6</c:v>
                </c:pt>
                <c:pt idx="4486">
                  <c:v>6</c:v>
                </c:pt>
                <c:pt idx="4487">
                  <c:v>6</c:v>
                </c:pt>
                <c:pt idx="4488">
                  <c:v>6</c:v>
                </c:pt>
                <c:pt idx="4489">
                  <c:v>6</c:v>
                </c:pt>
                <c:pt idx="4490">
                  <c:v>6</c:v>
                </c:pt>
                <c:pt idx="4491">
                  <c:v>6</c:v>
                </c:pt>
                <c:pt idx="4492">
                  <c:v>6</c:v>
                </c:pt>
                <c:pt idx="4493">
                  <c:v>6.25</c:v>
                </c:pt>
                <c:pt idx="4494">
                  <c:v>6.25</c:v>
                </c:pt>
                <c:pt idx="4495">
                  <c:v>6.25</c:v>
                </c:pt>
                <c:pt idx="4496">
                  <c:v>6.25</c:v>
                </c:pt>
                <c:pt idx="4497">
                  <c:v>6.25</c:v>
                </c:pt>
                <c:pt idx="4498">
                  <c:v>6.25</c:v>
                </c:pt>
                <c:pt idx="4499">
                  <c:v>6.25</c:v>
                </c:pt>
                <c:pt idx="4500">
                  <c:v>6.25</c:v>
                </c:pt>
                <c:pt idx="4501">
                  <c:v>6.25</c:v>
                </c:pt>
                <c:pt idx="4502">
                  <c:v>6.25</c:v>
                </c:pt>
                <c:pt idx="4503">
                  <c:v>6.25</c:v>
                </c:pt>
                <c:pt idx="4504">
                  <c:v>6.25</c:v>
                </c:pt>
                <c:pt idx="4505">
                  <c:v>6.25</c:v>
                </c:pt>
                <c:pt idx="4506">
                  <c:v>6.25</c:v>
                </c:pt>
                <c:pt idx="4507">
                  <c:v>6.25</c:v>
                </c:pt>
                <c:pt idx="4508">
                  <c:v>6.25</c:v>
                </c:pt>
                <c:pt idx="4509">
                  <c:v>6.25</c:v>
                </c:pt>
                <c:pt idx="4510">
                  <c:v>6.25</c:v>
                </c:pt>
                <c:pt idx="4511">
                  <c:v>6.25</c:v>
                </c:pt>
                <c:pt idx="4512">
                  <c:v>6.25</c:v>
                </c:pt>
                <c:pt idx="4513">
                  <c:v>6.25</c:v>
                </c:pt>
                <c:pt idx="4514">
                  <c:v>6.25</c:v>
                </c:pt>
                <c:pt idx="4515">
                  <c:v>6.25</c:v>
                </c:pt>
                <c:pt idx="4516">
                  <c:v>6.25</c:v>
                </c:pt>
                <c:pt idx="4517">
                  <c:v>6.25</c:v>
                </c:pt>
                <c:pt idx="4518">
                  <c:v>6.25</c:v>
                </c:pt>
                <c:pt idx="4519">
                  <c:v>6.25</c:v>
                </c:pt>
                <c:pt idx="4520">
                  <c:v>6.25</c:v>
                </c:pt>
                <c:pt idx="4521">
                  <c:v>6.25</c:v>
                </c:pt>
                <c:pt idx="4522">
                  <c:v>6.25</c:v>
                </c:pt>
                <c:pt idx="4523">
                  <c:v>6.25</c:v>
                </c:pt>
                <c:pt idx="4524">
                  <c:v>6.25</c:v>
                </c:pt>
                <c:pt idx="4525">
                  <c:v>6.25</c:v>
                </c:pt>
                <c:pt idx="4526">
                  <c:v>6.25</c:v>
                </c:pt>
                <c:pt idx="4527">
                  <c:v>6.25</c:v>
                </c:pt>
                <c:pt idx="4528">
                  <c:v>6.25</c:v>
                </c:pt>
                <c:pt idx="4529">
                  <c:v>6.25</c:v>
                </c:pt>
                <c:pt idx="4530">
                  <c:v>6.25</c:v>
                </c:pt>
                <c:pt idx="4531">
                  <c:v>6.25</c:v>
                </c:pt>
                <c:pt idx="4532">
                  <c:v>6.25</c:v>
                </c:pt>
                <c:pt idx="4533">
                  <c:v>6.25</c:v>
                </c:pt>
                <c:pt idx="4534">
                  <c:v>6.25</c:v>
                </c:pt>
                <c:pt idx="4535">
                  <c:v>6.25</c:v>
                </c:pt>
                <c:pt idx="4536">
                  <c:v>6.25</c:v>
                </c:pt>
                <c:pt idx="4537">
                  <c:v>6.25</c:v>
                </c:pt>
                <c:pt idx="4538">
                  <c:v>6.25</c:v>
                </c:pt>
                <c:pt idx="4539">
                  <c:v>6.25</c:v>
                </c:pt>
                <c:pt idx="4540">
                  <c:v>6.25</c:v>
                </c:pt>
                <c:pt idx="4541">
                  <c:v>6.25</c:v>
                </c:pt>
                <c:pt idx="4542">
                  <c:v>6.25</c:v>
                </c:pt>
                <c:pt idx="4543">
                  <c:v>6.25</c:v>
                </c:pt>
                <c:pt idx="4544">
                  <c:v>6.25</c:v>
                </c:pt>
                <c:pt idx="4545">
                  <c:v>6.25</c:v>
                </c:pt>
                <c:pt idx="4546">
                  <c:v>6.25</c:v>
                </c:pt>
                <c:pt idx="4547">
                  <c:v>6.25</c:v>
                </c:pt>
                <c:pt idx="4548">
                  <c:v>6.25</c:v>
                </c:pt>
                <c:pt idx="4549">
                  <c:v>6.25</c:v>
                </c:pt>
                <c:pt idx="4550">
                  <c:v>6.25</c:v>
                </c:pt>
                <c:pt idx="4551">
                  <c:v>6.25</c:v>
                </c:pt>
                <c:pt idx="4552">
                  <c:v>6.25</c:v>
                </c:pt>
                <c:pt idx="4553">
                  <c:v>6.25</c:v>
                </c:pt>
                <c:pt idx="4554">
                  <c:v>6.25</c:v>
                </c:pt>
                <c:pt idx="4555">
                  <c:v>6.25</c:v>
                </c:pt>
                <c:pt idx="4556">
                  <c:v>6.25</c:v>
                </c:pt>
                <c:pt idx="4557">
                  <c:v>6.25</c:v>
                </c:pt>
                <c:pt idx="4558">
                  <c:v>6.25</c:v>
                </c:pt>
                <c:pt idx="4559">
                  <c:v>6.25</c:v>
                </c:pt>
                <c:pt idx="4560">
                  <c:v>6.25</c:v>
                </c:pt>
                <c:pt idx="4561">
                  <c:v>6.25</c:v>
                </c:pt>
                <c:pt idx="4562">
                  <c:v>6.25</c:v>
                </c:pt>
                <c:pt idx="4563">
                  <c:v>6.25</c:v>
                </c:pt>
                <c:pt idx="4564">
                  <c:v>6.25</c:v>
                </c:pt>
                <c:pt idx="4565">
                  <c:v>6.25</c:v>
                </c:pt>
                <c:pt idx="4566">
                  <c:v>6.25</c:v>
                </c:pt>
                <c:pt idx="4567">
                  <c:v>6.25</c:v>
                </c:pt>
                <c:pt idx="4568">
                  <c:v>6.25</c:v>
                </c:pt>
                <c:pt idx="4569">
                  <c:v>6.25</c:v>
                </c:pt>
                <c:pt idx="4570">
                  <c:v>6.25</c:v>
                </c:pt>
                <c:pt idx="4571">
                  <c:v>6.25</c:v>
                </c:pt>
                <c:pt idx="4572">
                  <c:v>6.25</c:v>
                </c:pt>
                <c:pt idx="4573">
                  <c:v>6.25</c:v>
                </c:pt>
                <c:pt idx="4574">
                  <c:v>6.25</c:v>
                </c:pt>
                <c:pt idx="4575">
                  <c:v>6.25</c:v>
                </c:pt>
                <c:pt idx="4576">
                  <c:v>6.25</c:v>
                </c:pt>
                <c:pt idx="4577">
                  <c:v>6.25</c:v>
                </c:pt>
                <c:pt idx="4578">
                  <c:v>6.25</c:v>
                </c:pt>
                <c:pt idx="4579">
                  <c:v>6.25</c:v>
                </c:pt>
                <c:pt idx="4580">
                  <c:v>6.25</c:v>
                </c:pt>
                <c:pt idx="4581">
                  <c:v>6.25</c:v>
                </c:pt>
                <c:pt idx="4582">
                  <c:v>6.25</c:v>
                </c:pt>
                <c:pt idx="4583">
                  <c:v>6.25</c:v>
                </c:pt>
                <c:pt idx="4584">
                  <c:v>6.25</c:v>
                </c:pt>
                <c:pt idx="4585">
                  <c:v>6.25</c:v>
                </c:pt>
                <c:pt idx="4586">
                  <c:v>6.25</c:v>
                </c:pt>
                <c:pt idx="4587">
                  <c:v>6.25</c:v>
                </c:pt>
                <c:pt idx="4588">
                  <c:v>6.25</c:v>
                </c:pt>
                <c:pt idx="4589">
                  <c:v>6.25</c:v>
                </c:pt>
                <c:pt idx="4590">
                  <c:v>6.25</c:v>
                </c:pt>
                <c:pt idx="4591">
                  <c:v>6.25</c:v>
                </c:pt>
                <c:pt idx="4592">
                  <c:v>6.25</c:v>
                </c:pt>
                <c:pt idx="4593">
                  <c:v>6.25</c:v>
                </c:pt>
                <c:pt idx="4594">
                  <c:v>6.25</c:v>
                </c:pt>
                <c:pt idx="4595">
                  <c:v>6.25</c:v>
                </c:pt>
                <c:pt idx="4596">
                  <c:v>6.25</c:v>
                </c:pt>
                <c:pt idx="4597">
                  <c:v>6.25</c:v>
                </c:pt>
                <c:pt idx="4598">
                  <c:v>6.25</c:v>
                </c:pt>
                <c:pt idx="4599">
                  <c:v>6.25</c:v>
                </c:pt>
                <c:pt idx="4600">
                  <c:v>6.25</c:v>
                </c:pt>
                <c:pt idx="4601">
                  <c:v>6.25</c:v>
                </c:pt>
                <c:pt idx="4602">
                  <c:v>6.25</c:v>
                </c:pt>
                <c:pt idx="4603">
                  <c:v>6.25</c:v>
                </c:pt>
                <c:pt idx="4604">
                  <c:v>6.25</c:v>
                </c:pt>
                <c:pt idx="4605">
                  <c:v>6.25</c:v>
                </c:pt>
                <c:pt idx="4606">
                  <c:v>6.25</c:v>
                </c:pt>
                <c:pt idx="4607">
                  <c:v>6.25</c:v>
                </c:pt>
                <c:pt idx="4608">
                  <c:v>6.25</c:v>
                </c:pt>
                <c:pt idx="4609">
                  <c:v>6.25</c:v>
                </c:pt>
                <c:pt idx="4610">
                  <c:v>6.25</c:v>
                </c:pt>
                <c:pt idx="4611">
                  <c:v>6.25</c:v>
                </c:pt>
                <c:pt idx="4612">
                  <c:v>6.25</c:v>
                </c:pt>
                <c:pt idx="4613">
                  <c:v>6.25</c:v>
                </c:pt>
                <c:pt idx="4614">
                  <c:v>6.25</c:v>
                </c:pt>
                <c:pt idx="4615">
                  <c:v>6.25</c:v>
                </c:pt>
                <c:pt idx="4616">
                  <c:v>6.25</c:v>
                </c:pt>
                <c:pt idx="4617">
                  <c:v>6.25</c:v>
                </c:pt>
                <c:pt idx="4618">
                  <c:v>6.25</c:v>
                </c:pt>
                <c:pt idx="4619">
                  <c:v>6.25</c:v>
                </c:pt>
                <c:pt idx="4620">
                  <c:v>6.25</c:v>
                </c:pt>
                <c:pt idx="4621">
                  <c:v>6.25</c:v>
                </c:pt>
                <c:pt idx="4622">
                  <c:v>6.25</c:v>
                </c:pt>
                <c:pt idx="4623">
                  <c:v>6.25</c:v>
                </c:pt>
                <c:pt idx="4624">
                  <c:v>6.25</c:v>
                </c:pt>
                <c:pt idx="4625">
                  <c:v>6.25</c:v>
                </c:pt>
                <c:pt idx="4626">
                  <c:v>6.25</c:v>
                </c:pt>
                <c:pt idx="4627">
                  <c:v>6.25</c:v>
                </c:pt>
                <c:pt idx="4628">
                  <c:v>6.25</c:v>
                </c:pt>
                <c:pt idx="4629">
                  <c:v>6.25</c:v>
                </c:pt>
                <c:pt idx="4630">
                  <c:v>6.25</c:v>
                </c:pt>
                <c:pt idx="4631">
                  <c:v>6.25</c:v>
                </c:pt>
                <c:pt idx="4632">
                  <c:v>6.25</c:v>
                </c:pt>
                <c:pt idx="4633">
                  <c:v>6.25</c:v>
                </c:pt>
                <c:pt idx="4634">
                  <c:v>6.25</c:v>
                </c:pt>
                <c:pt idx="4635">
                  <c:v>6.25</c:v>
                </c:pt>
                <c:pt idx="4636">
                  <c:v>6.25</c:v>
                </c:pt>
                <c:pt idx="4637">
                  <c:v>6.25</c:v>
                </c:pt>
                <c:pt idx="4638">
                  <c:v>6.25</c:v>
                </c:pt>
                <c:pt idx="4639">
                  <c:v>6.25</c:v>
                </c:pt>
                <c:pt idx="4640">
                  <c:v>6.25</c:v>
                </c:pt>
                <c:pt idx="4641">
                  <c:v>6.25</c:v>
                </c:pt>
                <c:pt idx="4642">
                  <c:v>6.25</c:v>
                </c:pt>
                <c:pt idx="4643">
                  <c:v>6.25</c:v>
                </c:pt>
                <c:pt idx="4644">
                  <c:v>6.25</c:v>
                </c:pt>
                <c:pt idx="4645">
                  <c:v>6.25</c:v>
                </c:pt>
                <c:pt idx="4646">
                  <c:v>6.25</c:v>
                </c:pt>
                <c:pt idx="4647">
                  <c:v>6.25</c:v>
                </c:pt>
                <c:pt idx="4648">
                  <c:v>6.5</c:v>
                </c:pt>
                <c:pt idx="4649">
                  <c:v>6.5</c:v>
                </c:pt>
                <c:pt idx="4650">
                  <c:v>6.5</c:v>
                </c:pt>
                <c:pt idx="4651">
                  <c:v>6.5</c:v>
                </c:pt>
                <c:pt idx="4652">
                  <c:v>6.5</c:v>
                </c:pt>
                <c:pt idx="4653">
                  <c:v>6.5</c:v>
                </c:pt>
                <c:pt idx="4654">
                  <c:v>6.5</c:v>
                </c:pt>
                <c:pt idx="4655">
                  <c:v>6.5</c:v>
                </c:pt>
                <c:pt idx="4656">
                  <c:v>6.5</c:v>
                </c:pt>
                <c:pt idx="4657">
                  <c:v>6.5</c:v>
                </c:pt>
                <c:pt idx="4658">
                  <c:v>6.5</c:v>
                </c:pt>
                <c:pt idx="4659">
                  <c:v>6.5</c:v>
                </c:pt>
                <c:pt idx="4660">
                  <c:v>6.5</c:v>
                </c:pt>
                <c:pt idx="4661">
                  <c:v>6.5</c:v>
                </c:pt>
                <c:pt idx="4662">
                  <c:v>6.5</c:v>
                </c:pt>
                <c:pt idx="4663">
                  <c:v>6.5</c:v>
                </c:pt>
                <c:pt idx="4664">
                  <c:v>6.5</c:v>
                </c:pt>
                <c:pt idx="4665">
                  <c:v>6.5</c:v>
                </c:pt>
                <c:pt idx="4666">
                  <c:v>6.5</c:v>
                </c:pt>
                <c:pt idx="4667">
                  <c:v>6.5</c:v>
                </c:pt>
                <c:pt idx="4668">
                  <c:v>6.5</c:v>
                </c:pt>
                <c:pt idx="4669">
                  <c:v>6.5</c:v>
                </c:pt>
                <c:pt idx="4670">
                  <c:v>6.5</c:v>
                </c:pt>
                <c:pt idx="4671">
                  <c:v>6.5</c:v>
                </c:pt>
                <c:pt idx="4672">
                  <c:v>6.5</c:v>
                </c:pt>
                <c:pt idx="4673">
                  <c:v>6.5</c:v>
                </c:pt>
                <c:pt idx="4674">
                  <c:v>6.5</c:v>
                </c:pt>
                <c:pt idx="4675">
                  <c:v>6.5</c:v>
                </c:pt>
                <c:pt idx="4676">
                  <c:v>6.5</c:v>
                </c:pt>
                <c:pt idx="4677">
                  <c:v>6.5</c:v>
                </c:pt>
                <c:pt idx="4678">
                  <c:v>6.5</c:v>
                </c:pt>
                <c:pt idx="4679">
                  <c:v>6.5</c:v>
                </c:pt>
                <c:pt idx="4680">
                  <c:v>6.5</c:v>
                </c:pt>
                <c:pt idx="4681">
                  <c:v>6.5</c:v>
                </c:pt>
                <c:pt idx="4682">
                  <c:v>6.5</c:v>
                </c:pt>
                <c:pt idx="4683">
                  <c:v>6.5</c:v>
                </c:pt>
                <c:pt idx="4684">
                  <c:v>6.5</c:v>
                </c:pt>
                <c:pt idx="4685">
                  <c:v>6.5</c:v>
                </c:pt>
                <c:pt idx="4686">
                  <c:v>6.5</c:v>
                </c:pt>
                <c:pt idx="4687">
                  <c:v>6.5</c:v>
                </c:pt>
                <c:pt idx="4688">
                  <c:v>6.5</c:v>
                </c:pt>
                <c:pt idx="4689">
                  <c:v>6.5</c:v>
                </c:pt>
                <c:pt idx="4690">
                  <c:v>6.5</c:v>
                </c:pt>
                <c:pt idx="4691">
                  <c:v>6.5</c:v>
                </c:pt>
                <c:pt idx="4692">
                  <c:v>6.5</c:v>
                </c:pt>
                <c:pt idx="4693">
                  <c:v>6.5</c:v>
                </c:pt>
                <c:pt idx="4694">
                  <c:v>6.5</c:v>
                </c:pt>
                <c:pt idx="4695">
                  <c:v>6.5</c:v>
                </c:pt>
                <c:pt idx="4696">
                  <c:v>6.5</c:v>
                </c:pt>
                <c:pt idx="4697">
                  <c:v>6.5</c:v>
                </c:pt>
                <c:pt idx="4698">
                  <c:v>6.5</c:v>
                </c:pt>
                <c:pt idx="4699">
                  <c:v>6.5</c:v>
                </c:pt>
                <c:pt idx="4700">
                  <c:v>6.5</c:v>
                </c:pt>
                <c:pt idx="4701">
                  <c:v>6.5</c:v>
                </c:pt>
                <c:pt idx="4702">
                  <c:v>6.5</c:v>
                </c:pt>
                <c:pt idx="4703">
                  <c:v>6.5</c:v>
                </c:pt>
                <c:pt idx="4704">
                  <c:v>6.5</c:v>
                </c:pt>
                <c:pt idx="4705">
                  <c:v>6.5</c:v>
                </c:pt>
                <c:pt idx="4706">
                  <c:v>6.5</c:v>
                </c:pt>
                <c:pt idx="4707">
                  <c:v>6.5</c:v>
                </c:pt>
                <c:pt idx="4708">
                  <c:v>6.5</c:v>
                </c:pt>
                <c:pt idx="4709">
                  <c:v>6.5</c:v>
                </c:pt>
                <c:pt idx="4710">
                  <c:v>6.5</c:v>
                </c:pt>
                <c:pt idx="4711">
                  <c:v>6.5</c:v>
                </c:pt>
                <c:pt idx="4712">
                  <c:v>6.5</c:v>
                </c:pt>
                <c:pt idx="4713">
                  <c:v>6.5</c:v>
                </c:pt>
                <c:pt idx="4714">
                  <c:v>6.5</c:v>
                </c:pt>
                <c:pt idx="4715">
                  <c:v>6.5</c:v>
                </c:pt>
                <c:pt idx="4716">
                  <c:v>6.5</c:v>
                </c:pt>
                <c:pt idx="4717">
                  <c:v>6.5</c:v>
                </c:pt>
                <c:pt idx="4718">
                  <c:v>6.5</c:v>
                </c:pt>
                <c:pt idx="4719">
                  <c:v>6.5</c:v>
                </c:pt>
                <c:pt idx="4720">
                  <c:v>6.5</c:v>
                </c:pt>
                <c:pt idx="4721">
                  <c:v>6.5</c:v>
                </c:pt>
                <c:pt idx="4722">
                  <c:v>6.5</c:v>
                </c:pt>
                <c:pt idx="4723">
                  <c:v>6.5</c:v>
                </c:pt>
                <c:pt idx="4724">
                  <c:v>6.5</c:v>
                </c:pt>
                <c:pt idx="4725">
                  <c:v>6.5</c:v>
                </c:pt>
                <c:pt idx="4726">
                  <c:v>6.5</c:v>
                </c:pt>
                <c:pt idx="4727">
                  <c:v>6.5</c:v>
                </c:pt>
                <c:pt idx="4728">
                  <c:v>6.5</c:v>
                </c:pt>
                <c:pt idx="4729">
                  <c:v>6.5</c:v>
                </c:pt>
                <c:pt idx="4730">
                  <c:v>6.5</c:v>
                </c:pt>
                <c:pt idx="4731">
                  <c:v>6.5</c:v>
                </c:pt>
                <c:pt idx="4732">
                  <c:v>6.5</c:v>
                </c:pt>
                <c:pt idx="4733">
                  <c:v>6.5</c:v>
                </c:pt>
                <c:pt idx="4734">
                  <c:v>6.5</c:v>
                </c:pt>
                <c:pt idx="4735">
                  <c:v>6.5</c:v>
                </c:pt>
                <c:pt idx="4736">
                  <c:v>6.5</c:v>
                </c:pt>
                <c:pt idx="4737">
                  <c:v>6.5</c:v>
                </c:pt>
                <c:pt idx="4738">
                  <c:v>6.5</c:v>
                </c:pt>
                <c:pt idx="4739">
                  <c:v>6.5</c:v>
                </c:pt>
                <c:pt idx="4740">
                  <c:v>6.5</c:v>
                </c:pt>
                <c:pt idx="4741">
                  <c:v>6.5</c:v>
                </c:pt>
                <c:pt idx="4742">
                  <c:v>6.5</c:v>
                </c:pt>
                <c:pt idx="4743">
                  <c:v>6.5</c:v>
                </c:pt>
                <c:pt idx="4744">
                  <c:v>6.5</c:v>
                </c:pt>
                <c:pt idx="4745">
                  <c:v>6.5</c:v>
                </c:pt>
                <c:pt idx="4746">
                  <c:v>6.5</c:v>
                </c:pt>
                <c:pt idx="4747">
                  <c:v>6.5</c:v>
                </c:pt>
                <c:pt idx="4748">
                  <c:v>6.5</c:v>
                </c:pt>
                <c:pt idx="4749">
                  <c:v>6.5</c:v>
                </c:pt>
                <c:pt idx="4750">
                  <c:v>6.5</c:v>
                </c:pt>
                <c:pt idx="4751">
                  <c:v>6.5</c:v>
                </c:pt>
                <c:pt idx="4752">
                  <c:v>6.5</c:v>
                </c:pt>
                <c:pt idx="4753">
                  <c:v>6.5</c:v>
                </c:pt>
                <c:pt idx="4754">
                  <c:v>6.5</c:v>
                </c:pt>
                <c:pt idx="4755">
                  <c:v>6.5</c:v>
                </c:pt>
                <c:pt idx="4756">
                  <c:v>6.5</c:v>
                </c:pt>
                <c:pt idx="4757">
                  <c:v>6.5</c:v>
                </c:pt>
                <c:pt idx="4758">
                  <c:v>6.5</c:v>
                </c:pt>
                <c:pt idx="4759">
                  <c:v>6.5</c:v>
                </c:pt>
                <c:pt idx="4760">
                  <c:v>6.5</c:v>
                </c:pt>
                <c:pt idx="4761">
                  <c:v>6.5</c:v>
                </c:pt>
                <c:pt idx="4762">
                  <c:v>6.5</c:v>
                </c:pt>
                <c:pt idx="4763">
                  <c:v>6.5</c:v>
                </c:pt>
                <c:pt idx="4764">
                  <c:v>6.5</c:v>
                </c:pt>
                <c:pt idx="4765">
                  <c:v>6.5</c:v>
                </c:pt>
                <c:pt idx="4766">
                  <c:v>6.5</c:v>
                </c:pt>
                <c:pt idx="4767">
                  <c:v>6.5</c:v>
                </c:pt>
                <c:pt idx="4768">
                  <c:v>6.5</c:v>
                </c:pt>
                <c:pt idx="4769">
                  <c:v>6.5</c:v>
                </c:pt>
                <c:pt idx="4770">
                  <c:v>6.5</c:v>
                </c:pt>
                <c:pt idx="4771">
                  <c:v>6.5</c:v>
                </c:pt>
                <c:pt idx="4772">
                  <c:v>6.5</c:v>
                </c:pt>
                <c:pt idx="4773">
                  <c:v>6.5</c:v>
                </c:pt>
                <c:pt idx="4774">
                  <c:v>6.5</c:v>
                </c:pt>
                <c:pt idx="4775">
                  <c:v>6.5</c:v>
                </c:pt>
                <c:pt idx="4776">
                  <c:v>6.5</c:v>
                </c:pt>
                <c:pt idx="4777">
                  <c:v>6.5</c:v>
                </c:pt>
                <c:pt idx="4778">
                  <c:v>6.5</c:v>
                </c:pt>
                <c:pt idx="4779">
                  <c:v>6.5</c:v>
                </c:pt>
                <c:pt idx="4780">
                  <c:v>6.5</c:v>
                </c:pt>
                <c:pt idx="4781">
                  <c:v>6.5</c:v>
                </c:pt>
                <c:pt idx="4782">
                  <c:v>6.5</c:v>
                </c:pt>
                <c:pt idx="4783">
                  <c:v>6.5</c:v>
                </c:pt>
                <c:pt idx="4784">
                  <c:v>6.5</c:v>
                </c:pt>
                <c:pt idx="4785">
                  <c:v>6.5</c:v>
                </c:pt>
                <c:pt idx="4786">
                  <c:v>6.5</c:v>
                </c:pt>
                <c:pt idx="4787">
                  <c:v>6.5</c:v>
                </c:pt>
                <c:pt idx="4788">
                  <c:v>6.5</c:v>
                </c:pt>
                <c:pt idx="4789">
                  <c:v>6.5</c:v>
                </c:pt>
                <c:pt idx="4790">
                  <c:v>6.5</c:v>
                </c:pt>
                <c:pt idx="4791">
                  <c:v>6.5</c:v>
                </c:pt>
                <c:pt idx="4792">
                  <c:v>6.5</c:v>
                </c:pt>
                <c:pt idx="4793">
                  <c:v>6.5</c:v>
                </c:pt>
                <c:pt idx="4794">
                  <c:v>6.5</c:v>
                </c:pt>
                <c:pt idx="4795">
                  <c:v>6.5</c:v>
                </c:pt>
                <c:pt idx="4796">
                  <c:v>6.5</c:v>
                </c:pt>
                <c:pt idx="4797">
                  <c:v>6.5</c:v>
                </c:pt>
                <c:pt idx="4798">
                  <c:v>6.5</c:v>
                </c:pt>
                <c:pt idx="4799">
                  <c:v>6.5</c:v>
                </c:pt>
                <c:pt idx="4800">
                  <c:v>6.5</c:v>
                </c:pt>
                <c:pt idx="4801">
                  <c:v>6.5</c:v>
                </c:pt>
                <c:pt idx="4802">
                  <c:v>6.5</c:v>
                </c:pt>
                <c:pt idx="4803">
                  <c:v>6.5</c:v>
                </c:pt>
                <c:pt idx="4804">
                  <c:v>6.5</c:v>
                </c:pt>
                <c:pt idx="4805">
                  <c:v>6.5</c:v>
                </c:pt>
                <c:pt idx="4806">
                  <c:v>6.5</c:v>
                </c:pt>
                <c:pt idx="4807">
                  <c:v>6.5</c:v>
                </c:pt>
                <c:pt idx="4808">
                  <c:v>6.5</c:v>
                </c:pt>
                <c:pt idx="4809">
                  <c:v>6.5</c:v>
                </c:pt>
                <c:pt idx="4810">
                  <c:v>6.5</c:v>
                </c:pt>
                <c:pt idx="4811">
                  <c:v>6.5</c:v>
                </c:pt>
                <c:pt idx="4812">
                  <c:v>6.5</c:v>
                </c:pt>
                <c:pt idx="4813">
                  <c:v>6.5</c:v>
                </c:pt>
                <c:pt idx="4814">
                  <c:v>6.5</c:v>
                </c:pt>
                <c:pt idx="4815">
                  <c:v>6.5</c:v>
                </c:pt>
                <c:pt idx="4816">
                  <c:v>6.5</c:v>
                </c:pt>
                <c:pt idx="4817">
                  <c:v>6.5</c:v>
                </c:pt>
                <c:pt idx="4818">
                  <c:v>6.5</c:v>
                </c:pt>
                <c:pt idx="4819">
                  <c:v>6.5</c:v>
                </c:pt>
                <c:pt idx="4820">
                  <c:v>6.5</c:v>
                </c:pt>
                <c:pt idx="4821">
                  <c:v>6.5</c:v>
                </c:pt>
                <c:pt idx="4822">
                  <c:v>6.5</c:v>
                </c:pt>
                <c:pt idx="4823">
                  <c:v>6.5</c:v>
                </c:pt>
                <c:pt idx="4824">
                  <c:v>6.5</c:v>
                </c:pt>
                <c:pt idx="4825">
                  <c:v>6.5</c:v>
                </c:pt>
                <c:pt idx="4826">
                  <c:v>6.5</c:v>
                </c:pt>
                <c:pt idx="4827">
                  <c:v>6.5</c:v>
                </c:pt>
                <c:pt idx="4828">
                  <c:v>6.5</c:v>
                </c:pt>
                <c:pt idx="4829">
                  <c:v>6.5</c:v>
                </c:pt>
                <c:pt idx="4830">
                  <c:v>6.5</c:v>
                </c:pt>
                <c:pt idx="4831">
                  <c:v>6.5</c:v>
                </c:pt>
                <c:pt idx="4832">
                  <c:v>6.5</c:v>
                </c:pt>
                <c:pt idx="4833">
                  <c:v>6.5</c:v>
                </c:pt>
                <c:pt idx="4834">
                  <c:v>6.5</c:v>
                </c:pt>
                <c:pt idx="4835">
                  <c:v>6.5</c:v>
                </c:pt>
                <c:pt idx="4836">
                  <c:v>6.5</c:v>
                </c:pt>
                <c:pt idx="4837">
                  <c:v>6.5</c:v>
                </c:pt>
                <c:pt idx="4838">
                  <c:v>6.5</c:v>
                </c:pt>
                <c:pt idx="4839">
                  <c:v>6.5</c:v>
                </c:pt>
                <c:pt idx="4840">
                  <c:v>6.5</c:v>
                </c:pt>
                <c:pt idx="4841">
                  <c:v>6.5</c:v>
                </c:pt>
                <c:pt idx="4842">
                  <c:v>6.5</c:v>
                </c:pt>
                <c:pt idx="4843">
                  <c:v>6.5</c:v>
                </c:pt>
                <c:pt idx="4844">
                  <c:v>6.5</c:v>
                </c:pt>
                <c:pt idx="4845">
                  <c:v>6.5</c:v>
                </c:pt>
                <c:pt idx="4846">
                  <c:v>6.5</c:v>
                </c:pt>
                <c:pt idx="4847">
                  <c:v>6.5</c:v>
                </c:pt>
                <c:pt idx="4848">
                  <c:v>6.5</c:v>
                </c:pt>
                <c:pt idx="4849">
                  <c:v>6.5</c:v>
                </c:pt>
                <c:pt idx="4850">
                  <c:v>6.5</c:v>
                </c:pt>
                <c:pt idx="4851">
                  <c:v>6.5</c:v>
                </c:pt>
                <c:pt idx="4852">
                  <c:v>6.5</c:v>
                </c:pt>
                <c:pt idx="4853">
                  <c:v>6.5</c:v>
                </c:pt>
                <c:pt idx="4854">
                  <c:v>6.5</c:v>
                </c:pt>
                <c:pt idx="4855">
                  <c:v>6.5</c:v>
                </c:pt>
                <c:pt idx="4856">
                  <c:v>6.5</c:v>
                </c:pt>
                <c:pt idx="4857">
                  <c:v>6.5</c:v>
                </c:pt>
                <c:pt idx="4858">
                  <c:v>6.25</c:v>
                </c:pt>
                <c:pt idx="4859">
                  <c:v>6.25</c:v>
                </c:pt>
                <c:pt idx="4860">
                  <c:v>6.25</c:v>
                </c:pt>
                <c:pt idx="4861">
                  <c:v>6.25</c:v>
                </c:pt>
                <c:pt idx="4862">
                  <c:v>6.25</c:v>
                </c:pt>
                <c:pt idx="4863">
                  <c:v>6.25</c:v>
                </c:pt>
                <c:pt idx="4864">
                  <c:v>6.25</c:v>
                </c:pt>
                <c:pt idx="4865">
                  <c:v>6.25</c:v>
                </c:pt>
                <c:pt idx="4866">
                  <c:v>6.25</c:v>
                </c:pt>
                <c:pt idx="4867">
                  <c:v>6.25</c:v>
                </c:pt>
                <c:pt idx="4868">
                  <c:v>6.25</c:v>
                </c:pt>
                <c:pt idx="4869">
                  <c:v>6.25</c:v>
                </c:pt>
                <c:pt idx="4870">
                  <c:v>6.25</c:v>
                </c:pt>
                <c:pt idx="4871">
                  <c:v>6.25</c:v>
                </c:pt>
                <c:pt idx="4872">
                  <c:v>6.25</c:v>
                </c:pt>
                <c:pt idx="4873">
                  <c:v>6.25</c:v>
                </c:pt>
                <c:pt idx="4874">
                  <c:v>6.25</c:v>
                </c:pt>
                <c:pt idx="4875">
                  <c:v>6.25</c:v>
                </c:pt>
                <c:pt idx="4876">
                  <c:v>6.25</c:v>
                </c:pt>
                <c:pt idx="4877">
                  <c:v>6.25</c:v>
                </c:pt>
                <c:pt idx="4878">
                  <c:v>6.25</c:v>
                </c:pt>
                <c:pt idx="4879">
                  <c:v>6.25</c:v>
                </c:pt>
                <c:pt idx="4880">
                  <c:v>6.25</c:v>
                </c:pt>
                <c:pt idx="4881">
                  <c:v>6.25</c:v>
                </c:pt>
                <c:pt idx="4882">
                  <c:v>6.25</c:v>
                </c:pt>
                <c:pt idx="4883">
                  <c:v>6.25</c:v>
                </c:pt>
                <c:pt idx="4884">
                  <c:v>6.25</c:v>
                </c:pt>
                <c:pt idx="4885">
                  <c:v>6.25</c:v>
                </c:pt>
                <c:pt idx="4886">
                  <c:v>6.25</c:v>
                </c:pt>
                <c:pt idx="4887">
                  <c:v>6.25</c:v>
                </c:pt>
                <c:pt idx="4888">
                  <c:v>6.25</c:v>
                </c:pt>
                <c:pt idx="4889">
                  <c:v>6.25</c:v>
                </c:pt>
                <c:pt idx="4890">
                  <c:v>6.25</c:v>
                </c:pt>
                <c:pt idx="4891">
                  <c:v>6.25</c:v>
                </c:pt>
                <c:pt idx="4892">
                  <c:v>6.25</c:v>
                </c:pt>
                <c:pt idx="4893">
                  <c:v>6.25</c:v>
                </c:pt>
                <c:pt idx="4894">
                  <c:v>6.25</c:v>
                </c:pt>
                <c:pt idx="4895">
                  <c:v>6.25</c:v>
                </c:pt>
                <c:pt idx="4896">
                  <c:v>6.25</c:v>
                </c:pt>
                <c:pt idx="4897">
                  <c:v>6.25</c:v>
                </c:pt>
                <c:pt idx="4898">
                  <c:v>6.25</c:v>
                </c:pt>
                <c:pt idx="4899">
                  <c:v>6.25</c:v>
                </c:pt>
                <c:pt idx="4900">
                  <c:v>6.25</c:v>
                </c:pt>
                <c:pt idx="4901">
                  <c:v>6.25</c:v>
                </c:pt>
                <c:pt idx="4902">
                  <c:v>6</c:v>
                </c:pt>
                <c:pt idx="4903">
                  <c:v>6</c:v>
                </c:pt>
                <c:pt idx="4904">
                  <c:v>6</c:v>
                </c:pt>
                <c:pt idx="4905">
                  <c:v>6</c:v>
                </c:pt>
                <c:pt idx="4906">
                  <c:v>6</c:v>
                </c:pt>
                <c:pt idx="4907">
                  <c:v>6</c:v>
                </c:pt>
                <c:pt idx="4908">
                  <c:v>6</c:v>
                </c:pt>
                <c:pt idx="4909">
                  <c:v>6</c:v>
                </c:pt>
                <c:pt idx="4910">
                  <c:v>6</c:v>
                </c:pt>
                <c:pt idx="4911">
                  <c:v>6</c:v>
                </c:pt>
                <c:pt idx="4912">
                  <c:v>6</c:v>
                </c:pt>
                <c:pt idx="4913">
                  <c:v>6</c:v>
                </c:pt>
                <c:pt idx="4914">
                  <c:v>6</c:v>
                </c:pt>
                <c:pt idx="4915">
                  <c:v>6</c:v>
                </c:pt>
                <c:pt idx="4916">
                  <c:v>6</c:v>
                </c:pt>
                <c:pt idx="4917">
                  <c:v>6</c:v>
                </c:pt>
                <c:pt idx="4918">
                  <c:v>6</c:v>
                </c:pt>
                <c:pt idx="4919">
                  <c:v>6</c:v>
                </c:pt>
                <c:pt idx="4920">
                  <c:v>6</c:v>
                </c:pt>
                <c:pt idx="4921">
                  <c:v>6</c:v>
                </c:pt>
                <c:pt idx="4922">
                  <c:v>6</c:v>
                </c:pt>
                <c:pt idx="4923">
                  <c:v>6</c:v>
                </c:pt>
                <c:pt idx="4924">
                  <c:v>6</c:v>
                </c:pt>
                <c:pt idx="4925">
                  <c:v>6</c:v>
                </c:pt>
                <c:pt idx="4926">
                  <c:v>6</c:v>
                </c:pt>
                <c:pt idx="4927">
                  <c:v>6</c:v>
                </c:pt>
                <c:pt idx="4928">
                  <c:v>6</c:v>
                </c:pt>
                <c:pt idx="4929">
                  <c:v>6</c:v>
                </c:pt>
                <c:pt idx="4930">
                  <c:v>6</c:v>
                </c:pt>
                <c:pt idx="4931">
                  <c:v>6</c:v>
                </c:pt>
                <c:pt idx="4932">
                  <c:v>6</c:v>
                </c:pt>
                <c:pt idx="4933">
                  <c:v>6</c:v>
                </c:pt>
                <c:pt idx="4934">
                  <c:v>6</c:v>
                </c:pt>
                <c:pt idx="4935">
                  <c:v>6</c:v>
                </c:pt>
                <c:pt idx="4936">
                  <c:v>6</c:v>
                </c:pt>
                <c:pt idx="4937">
                  <c:v>6</c:v>
                </c:pt>
                <c:pt idx="4938">
                  <c:v>6</c:v>
                </c:pt>
                <c:pt idx="4939">
                  <c:v>6</c:v>
                </c:pt>
                <c:pt idx="4940">
                  <c:v>6</c:v>
                </c:pt>
                <c:pt idx="4941">
                  <c:v>6</c:v>
                </c:pt>
                <c:pt idx="4942">
                  <c:v>6</c:v>
                </c:pt>
                <c:pt idx="4943">
                  <c:v>6</c:v>
                </c:pt>
                <c:pt idx="4944">
                  <c:v>6</c:v>
                </c:pt>
                <c:pt idx="4945">
                  <c:v>6</c:v>
                </c:pt>
                <c:pt idx="4946">
                  <c:v>6</c:v>
                </c:pt>
                <c:pt idx="4947">
                  <c:v>6</c:v>
                </c:pt>
                <c:pt idx="4948">
                  <c:v>5.75</c:v>
                </c:pt>
                <c:pt idx="4949">
                  <c:v>5.75</c:v>
                </c:pt>
                <c:pt idx="4950">
                  <c:v>5.75</c:v>
                </c:pt>
                <c:pt idx="4951">
                  <c:v>5.75</c:v>
                </c:pt>
                <c:pt idx="4952">
                  <c:v>5.75</c:v>
                </c:pt>
                <c:pt idx="4953">
                  <c:v>5.75</c:v>
                </c:pt>
                <c:pt idx="4954">
                  <c:v>5.75</c:v>
                </c:pt>
                <c:pt idx="4955">
                  <c:v>5.75</c:v>
                </c:pt>
                <c:pt idx="4956">
                  <c:v>5.75</c:v>
                </c:pt>
                <c:pt idx="4957">
                  <c:v>5.75</c:v>
                </c:pt>
                <c:pt idx="4958">
                  <c:v>5.75</c:v>
                </c:pt>
                <c:pt idx="4959">
                  <c:v>5.75</c:v>
                </c:pt>
                <c:pt idx="4960">
                  <c:v>5.75</c:v>
                </c:pt>
                <c:pt idx="4961">
                  <c:v>5.75</c:v>
                </c:pt>
                <c:pt idx="4962">
                  <c:v>5.75</c:v>
                </c:pt>
                <c:pt idx="4963">
                  <c:v>5.75</c:v>
                </c:pt>
                <c:pt idx="4964">
                  <c:v>5.75</c:v>
                </c:pt>
                <c:pt idx="4965">
                  <c:v>5.75</c:v>
                </c:pt>
                <c:pt idx="4966">
                  <c:v>5.75</c:v>
                </c:pt>
                <c:pt idx="4967">
                  <c:v>5.75</c:v>
                </c:pt>
                <c:pt idx="4968">
                  <c:v>5.75</c:v>
                </c:pt>
                <c:pt idx="4969">
                  <c:v>5.75</c:v>
                </c:pt>
                <c:pt idx="4970">
                  <c:v>5.75</c:v>
                </c:pt>
                <c:pt idx="4971">
                  <c:v>5.75</c:v>
                </c:pt>
                <c:pt idx="4972">
                  <c:v>5.75</c:v>
                </c:pt>
                <c:pt idx="4973">
                  <c:v>5.75</c:v>
                </c:pt>
                <c:pt idx="4974">
                  <c:v>5.75</c:v>
                </c:pt>
                <c:pt idx="4975">
                  <c:v>5.75</c:v>
                </c:pt>
                <c:pt idx="4976">
                  <c:v>5.75</c:v>
                </c:pt>
                <c:pt idx="4977">
                  <c:v>5.75</c:v>
                </c:pt>
                <c:pt idx="4978">
                  <c:v>5.75</c:v>
                </c:pt>
                <c:pt idx="4979">
                  <c:v>5.75</c:v>
                </c:pt>
                <c:pt idx="4980">
                  <c:v>5.75</c:v>
                </c:pt>
                <c:pt idx="4981">
                  <c:v>5.75</c:v>
                </c:pt>
                <c:pt idx="4982">
                  <c:v>5.75</c:v>
                </c:pt>
                <c:pt idx="4983">
                  <c:v>5.75</c:v>
                </c:pt>
                <c:pt idx="4984">
                  <c:v>5.75</c:v>
                </c:pt>
                <c:pt idx="4985">
                  <c:v>5.75</c:v>
                </c:pt>
                <c:pt idx="4986">
                  <c:v>5.75</c:v>
                </c:pt>
                <c:pt idx="4987">
                  <c:v>5.75</c:v>
                </c:pt>
                <c:pt idx="4988">
                  <c:v>5.75</c:v>
                </c:pt>
                <c:pt idx="4989">
                  <c:v>5.75</c:v>
                </c:pt>
                <c:pt idx="4990">
                  <c:v>5.75</c:v>
                </c:pt>
                <c:pt idx="4991">
                  <c:v>5.75</c:v>
                </c:pt>
                <c:pt idx="4992">
                  <c:v>5.75</c:v>
                </c:pt>
                <c:pt idx="4993">
                  <c:v>5.75</c:v>
                </c:pt>
                <c:pt idx="4994">
                  <c:v>5.75</c:v>
                </c:pt>
                <c:pt idx="4995">
                  <c:v>5.75</c:v>
                </c:pt>
                <c:pt idx="4996">
                  <c:v>5.75</c:v>
                </c:pt>
                <c:pt idx="4997">
                  <c:v>5.75</c:v>
                </c:pt>
                <c:pt idx="4998">
                  <c:v>5.75</c:v>
                </c:pt>
                <c:pt idx="4999">
                  <c:v>5.75</c:v>
                </c:pt>
                <c:pt idx="5000">
                  <c:v>5.75</c:v>
                </c:pt>
                <c:pt idx="5001">
                  <c:v>5.75</c:v>
                </c:pt>
                <c:pt idx="5002">
                  <c:v>5.75</c:v>
                </c:pt>
                <c:pt idx="5003">
                  <c:v>5.75</c:v>
                </c:pt>
                <c:pt idx="5004">
                  <c:v>5.75</c:v>
                </c:pt>
                <c:pt idx="5005">
                  <c:v>5.75</c:v>
                </c:pt>
                <c:pt idx="5006">
                  <c:v>5.75</c:v>
                </c:pt>
                <c:pt idx="5007">
                  <c:v>5.75</c:v>
                </c:pt>
                <c:pt idx="5008">
                  <c:v>5.75</c:v>
                </c:pt>
                <c:pt idx="5009">
                  <c:v>5.75</c:v>
                </c:pt>
                <c:pt idx="5010">
                  <c:v>5.75</c:v>
                </c:pt>
                <c:pt idx="5011">
                  <c:v>5.75</c:v>
                </c:pt>
                <c:pt idx="5012">
                  <c:v>5.75</c:v>
                </c:pt>
                <c:pt idx="5013">
                  <c:v>5.75</c:v>
                </c:pt>
                <c:pt idx="5014">
                  <c:v>5.75</c:v>
                </c:pt>
                <c:pt idx="5015">
                  <c:v>5.75</c:v>
                </c:pt>
                <c:pt idx="5016">
                  <c:v>5.75</c:v>
                </c:pt>
                <c:pt idx="5017">
                  <c:v>5.75</c:v>
                </c:pt>
                <c:pt idx="5018">
                  <c:v>5.75</c:v>
                </c:pt>
                <c:pt idx="5019">
                  <c:v>5.75</c:v>
                </c:pt>
                <c:pt idx="5020">
                  <c:v>5.75</c:v>
                </c:pt>
                <c:pt idx="5021">
                  <c:v>5.75</c:v>
                </c:pt>
                <c:pt idx="5022">
                  <c:v>5.75</c:v>
                </c:pt>
                <c:pt idx="5023">
                  <c:v>5.75</c:v>
                </c:pt>
                <c:pt idx="5024">
                  <c:v>5.75</c:v>
                </c:pt>
                <c:pt idx="5025">
                  <c:v>5.75</c:v>
                </c:pt>
                <c:pt idx="5026">
                  <c:v>5.75</c:v>
                </c:pt>
                <c:pt idx="5027">
                  <c:v>5.75</c:v>
                </c:pt>
                <c:pt idx="5028">
                  <c:v>5.5</c:v>
                </c:pt>
                <c:pt idx="5029">
                  <c:v>5.5</c:v>
                </c:pt>
                <c:pt idx="5030">
                  <c:v>5.5</c:v>
                </c:pt>
                <c:pt idx="5031">
                  <c:v>5.5</c:v>
                </c:pt>
                <c:pt idx="5032">
                  <c:v>5.5</c:v>
                </c:pt>
                <c:pt idx="5033">
                  <c:v>5.5</c:v>
                </c:pt>
                <c:pt idx="5034">
                  <c:v>5.5</c:v>
                </c:pt>
                <c:pt idx="5035">
                  <c:v>5.5</c:v>
                </c:pt>
                <c:pt idx="5036">
                  <c:v>5.5</c:v>
                </c:pt>
                <c:pt idx="5037">
                  <c:v>5.5</c:v>
                </c:pt>
                <c:pt idx="5038">
                  <c:v>5.5</c:v>
                </c:pt>
                <c:pt idx="5039">
                  <c:v>5.5</c:v>
                </c:pt>
                <c:pt idx="5040">
                  <c:v>5.5</c:v>
                </c:pt>
                <c:pt idx="5041">
                  <c:v>5.5</c:v>
                </c:pt>
                <c:pt idx="5042">
                  <c:v>5.5</c:v>
                </c:pt>
                <c:pt idx="5043">
                  <c:v>5.5</c:v>
                </c:pt>
                <c:pt idx="5044">
                  <c:v>5.5</c:v>
                </c:pt>
                <c:pt idx="5045">
                  <c:v>5.5</c:v>
                </c:pt>
                <c:pt idx="5046">
                  <c:v>5.5</c:v>
                </c:pt>
                <c:pt idx="5047">
                  <c:v>5.5</c:v>
                </c:pt>
                <c:pt idx="5048">
                  <c:v>5.5</c:v>
                </c:pt>
                <c:pt idx="5049">
                  <c:v>5.5</c:v>
                </c:pt>
                <c:pt idx="5050">
                  <c:v>5.5</c:v>
                </c:pt>
                <c:pt idx="5051">
                  <c:v>5.5</c:v>
                </c:pt>
                <c:pt idx="5052">
                  <c:v>5.5</c:v>
                </c:pt>
                <c:pt idx="5053">
                  <c:v>5.5</c:v>
                </c:pt>
                <c:pt idx="5054">
                  <c:v>5.5</c:v>
                </c:pt>
                <c:pt idx="5055">
                  <c:v>5.5</c:v>
                </c:pt>
                <c:pt idx="5056">
                  <c:v>5.5</c:v>
                </c:pt>
                <c:pt idx="5057">
                  <c:v>5.5</c:v>
                </c:pt>
                <c:pt idx="5058">
                  <c:v>5.5</c:v>
                </c:pt>
                <c:pt idx="5059">
                  <c:v>5.5</c:v>
                </c:pt>
                <c:pt idx="5060">
                  <c:v>5.5</c:v>
                </c:pt>
                <c:pt idx="5061">
                  <c:v>5.5</c:v>
                </c:pt>
                <c:pt idx="5062">
                  <c:v>5.5</c:v>
                </c:pt>
                <c:pt idx="5063">
                  <c:v>5.5</c:v>
                </c:pt>
                <c:pt idx="5064">
                  <c:v>5.5</c:v>
                </c:pt>
                <c:pt idx="5065">
                  <c:v>5.5</c:v>
                </c:pt>
                <c:pt idx="5066">
                  <c:v>5.5</c:v>
                </c:pt>
                <c:pt idx="5067">
                  <c:v>5.5</c:v>
                </c:pt>
                <c:pt idx="5068">
                  <c:v>5.5</c:v>
                </c:pt>
                <c:pt idx="5069">
                  <c:v>5.5</c:v>
                </c:pt>
                <c:pt idx="5070">
                  <c:v>5.5</c:v>
                </c:pt>
                <c:pt idx="5071">
                  <c:v>5.5</c:v>
                </c:pt>
                <c:pt idx="5072">
                  <c:v>5.5</c:v>
                </c:pt>
                <c:pt idx="5073">
                  <c:v>5.5</c:v>
                </c:pt>
                <c:pt idx="5074">
                  <c:v>5.5</c:v>
                </c:pt>
                <c:pt idx="5075">
                  <c:v>5.5</c:v>
                </c:pt>
                <c:pt idx="5076">
                  <c:v>5.5</c:v>
                </c:pt>
                <c:pt idx="5077">
                  <c:v>5.5</c:v>
                </c:pt>
                <c:pt idx="5078">
                  <c:v>5.25</c:v>
                </c:pt>
                <c:pt idx="5079">
                  <c:v>5.25</c:v>
                </c:pt>
                <c:pt idx="5080">
                  <c:v>5.25</c:v>
                </c:pt>
                <c:pt idx="5081">
                  <c:v>5.25</c:v>
                </c:pt>
                <c:pt idx="5082">
                  <c:v>5.25</c:v>
                </c:pt>
                <c:pt idx="5083">
                  <c:v>5.25</c:v>
                </c:pt>
                <c:pt idx="5084">
                  <c:v>5.25</c:v>
                </c:pt>
                <c:pt idx="5085">
                  <c:v>5.25</c:v>
                </c:pt>
                <c:pt idx="5086">
                  <c:v>5.25</c:v>
                </c:pt>
                <c:pt idx="5087">
                  <c:v>5.25</c:v>
                </c:pt>
                <c:pt idx="5088">
                  <c:v>5.25</c:v>
                </c:pt>
                <c:pt idx="5089">
                  <c:v>5.25</c:v>
                </c:pt>
                <c:pt idx="5090">
                  <c:v>5.25</c:v>
                </c:pt>
                <c:pt idx="5091">
                  <c:v>5.25</c:v>
                </c:pt>
                <c:pt idx="5092">
                  <c:v>5.25</c:v>
                </c:pt>
                <c:pt idx="5093">
                  <c:v>5.25</c:v>
                </c:pt>
                <c:pt idx="5094">
                  <c:v>5.25</c:v>
                </c:pt>
                <c:pt idx="5095">
                  <c:v>5.25</c:v>
                </c:pt>
                <c:pt idx="5096">
                  <c:v>5.25</c:v>
                </c:pt>
                <c:pt idx="5097">
                  <c:v>5.25</c:v>
                </c:pt>
                <c:pt idx="5098">
                  <c:v>5.25</c:v>
                </c:pt>
                <c:pt idx="5099">
                  <c:v>5.25</c:v>
                </c:pt>
                <c:pt idx="5100">
                  <c:v>5.25</c:v>
                </c:pt>
                <c:pt idx="5101">
                  <c:v>5.25</c:v>
                </c:pt>
                <c:pt idx="5102">
                  <c:v>5.25</c:v>
                </c:pt>
                <c:pt idx="5103">
                  <c:v>5.25</c:v>
                </c:pt>
                <c:pt idx="5104">
                  <c:v>5.25</c:v>
                </c:pt>
                <c:pt idx="5105">
                  <c:v>5.25</c:v>
                </c:pt>
                <c:pt idx="5106">
                  <c:v>5.25</c:v>
                </c:pt>
                <c:pt idx="5107">
                  <c:v>5.25</c:v>
                </c:pt>
                <c:pt idx="5108">
                  <c:v>5.25</c:v>
                </c:pt>
                <c:pt idx="5109">
                  <c:v>5.25</c:v>
                </c:pt>
                <c:pt idx="5110">
                  <c:v>5.25</c:v>
                </c:pt>
                <c:pt idx="5111">
                  <c:v>5.25</c:v>
                </c:pt>
                <c:pt idx="5112">
                  <c:v>5.25</c:v>
                </c:pt>
                <c:pt idx="5113">
                  <c:v>5.25</c:v>
                </c:pt>
                <c:pt idx="5114">
                  <c:v>5.25</c:v>
                </c:pt>
                <c:pt idx="5115">
                  <c:v>5.25</c:v>
                </c:pt>
                <c:pt idx="5116">
                  <c:v>5.25</c:v>
                </c:pt>
                <c:pt idx="5117">
                  <c:v>5.25</c:v>
                </c:pt>
                <c:pt idx="5118">
                  <c:v>5.25</c:v>
                </c:pt>
                <c:pt idx="5119">
                  <c:v>5.25</c:v>
                </c:pt>
                <c:pt idx="5120">
                  <c:v>5.25</c:v>
                </c:pt>
                <c:pt idx="5121">
                  <c:v>5.25</c:v>
                </c:pt>
                <c:pt idx="5122">
                  <c:v>5.25</c:v>
                </c:pt>
                <c:pt idx="5123">
                  <c:v>5.25</c:v>
                </c:pt>
                <c:pt idx="5124">
                  <c:v>5.25</c:v>
                </c:pt>
                <c:pt idx="5125">
                  <c:v>5.25</c:v>
                </c:pt>
                <c:pt idx="5126">
                  <c:v>5.25</c:v>
                </c:pt>
                <c:pt idx="5127">
                  <c:v>5.25</c:v>
                </c:pt>
                <c:pt idx="5128">
                  <c:v>5</c:v>
                </c:pt>
                <c:pt idx="5129">
                  <c:v>5</c:v>
                </c:pt>
                <c:pt idx="5130">
                  <c:v>5</c:v>
                </c:pt>
                <c:pt idx="5131">
                  <c:v>5</c:v>
                </c:pt>
                <c:pt idx="5132">
                  <c:v>5</c:v>
                </c:pt>
                <c:pt idx="5133">
                  <c:v>5</c:v>
                </c:pt>
                <c:pt idx="5134">
                  <c:v>5</c:v>
                </c:pt>
                <c:pt idx="5135">
                  <c:v>5</c:v>
                </c:pt>
                <c:pt idx="5136">
                  <c:v>5</c:v>
                </c:pt>
                <c:pt idx="5137">
                  <c:v>5</c:v>
                </c:pt>
                <c:pt idx="5138">
                  <c:v>5</c:v>
                </c:pt>
                <c:pt idx="5139">
                  <c:v>5</c:v>
                </c:pt>
                <c:pt idx="5140">
                  <c:v>5</c:v>
                </c:pt>
                <c:pt idx="5141">
                  <c:v>5</c:v>
                </c:pt>
                <c:pt idx="5142">
                  <c:v>5</c:v>
                </c:pt>
                <c:pt idx="5143">
                  <c:v>5</c:v>
                </c:pt>
                <c:pt idx="5144">
                  <c:v>5</c:v>
                </c:pt>
                <c:pt idx="5145">
                  <c:v>5</c:v>
                </c:pt>
                <c:pt idx="5146">
                  <c:v>5</c:v>
                </c:pt>
                <c:pt idx="5147">
                  <c:v>5</c:v>
                </c:pt>
                <c:pt idx="5148">
                  <c:v>5</c:v>
                </c:pt>
                <c:pt idx="5149">
                  <c:v>5</c:v>
                </c:pt>
                <c:pt idx="5150">
                  <c:v>5</c:v>
                </c:pt>
                <c:pt idx="5151">
                  <c:v>5</c:v>
                </c:pt>
                <c:pt idx="5152">
                  <c:v>5</c:v>
                </c:pt>
                <c:pt idx="5153">
                  <c:v>5</c:v>
                </c:pt>
                <c:pt idx="5154">
                  <c:v>5</c:v>
                </c:pt>
                <c:pt idx="5155">
                  <c:v>5</c:v>
                </c:pt>
                <c:pt idx="5156">
                  <c:v>5</c:v>
                </c:pt>
                <c:pt idx="5157">
                  <c:v>5</c:v>
                </c:pt>
                <c:pt idx="5158">
                  <c:v>4.75</c:v>
                </c:pt>
                <c:pt idx="5159">
                  <c:v>4.75</c:v>
                </c:pt>
                <c:pt idx="5160">
                  <c:v>4.75</c:v>
                </c:pt>
                <c:pt idx="5161">
                  <c:v>4.75</c:v>
                </c:pt>
                <c:pt idx="5162">
                  <c:v>4.75</c:v>
                </c:pt>
                <c:pt idx="5163">
                  <c:v>4.75</c:v>
                </c:pt>
                <c:pt idx="5164">
                  <c:v>4.75</c:v>
                </c:pt>
                <c:pt idx="5165">
                  <c:v>4.75</c:v>
                </c:pt>
                <c:pt idx="5166">
                  <c:v>4.75</c:v>
                </c:pt>
                <c:pt idx="5167">
                  <c:v>4.75</c:v>
                </c:pt>
                <c:pt idx="5168">
                  <c:v>4.75</c:v>
                </c:pt>
                <c:pt idx="5169">
                  <c:v>4.75</c:v>
                </c:pt>
                <c:pt idx="5170">
                  <c:v>4.75</c:v>
                </c:pt>
                <c:pt idx="5171">
                  <c:v>4.75</c:v>
                </c:pt>
                <c:pt idx="5172">
                  <c:v>4.75</c:v>
                </c:pt>
                <c:pt idx="5173">
                  <c:v>4.75</c:v>
                </c:pt>
                <c:pt idx="5174">
                  <c:v>4.75</c:v>
                </c:pt>
                <c:pt idx="5175">
                  <c:v>4.75</c:v>
                </c:pt>
                <c:pt idx="5176">
                  <c:v>4.75</c:v>
                </c:pt>
                <c:pt idx="5177">
                  <c:v>4.75</c:v>
                </c:pt>
                <c:pt idx="5178">
                  <c:v>4.75</c:v>
                </c:pt>
                <c:pt idx="5179">
                  <c:v>4.75</c:v>
                </c:pt>
                <c:pt idx="5180">
                  <c:v>4.75</c:v>
                </c:pt>
                <c:pt idx="5181">
                  <c:v>4.75</c:v>
                </c:pt>
                <c:pt idx="5182">
                  <c:v>4.75</c:v>
                </c:pt>
                <c:pt idx="5183">
                  <c:v>4.75</c:v>
                </c:pt>
                <c:pt idx="5184">
                  <c:v>4.75</c:v>
                </c:pt>
                <c:pt idx="5185">
                  <c:v>4.75</c:v>
                </c:pt>
                <c:pt idx="5186">
                  <c:v>4.75</c:v>
                </c:pt>
                <c:pt idx="5187">
                  <c:v>4.75</c:v>
                </c:pt>
                <c:pt idx="5188">
                  <c:v>4.75</c:v>
                </c:pt>
                <c:pt idx="5189">
                  <c:v>4.75</c:v>
                </c:pt>
                <c:pt idx="5190">
                  <c:v>4.75</c:v>
                </c:pt>
                <c:pt idx="5191">
                  <c:v>4.75</c:v>
                </c:pt>
                <c:pt idx="5192">
                  <c:v>4.75</c:v>
                </c:pt>
                <c:pt idx="5193">
                  <c:v>4.75</c:v>
                </c:pt>
                <c:pt idx="5194">
                  <c:v>4.75</c:v>
                </c:pt>
                <c:pt idx="5195">
                  <c:v>4.75</c:v>
                </c:pt>
                <c:pt idx="5196">
                  <c:v>4.75</c:v>
                </c:pt>
                <c:pt idx="5197">
                  <c:v>4.75</c:v>
                </c:pt>
                <c:pt idx="5198">
                  <c:v>4.75</c:v>
                </c:pt>
                <c:pt idx="5199">
                  <c:v>4.75</c:v>
                </c:pt>
                <c:pt idx="5200">
                  <c:v>4.75</c:v>
                </c:pt>
                <c:pt idx="5201">
                  <c:v>4.75</c:v>
                </c:pt>
                <c:pt idx="5202">
                  <c:v>4.75</c:v>
                </c:pt>
                <c:pt idx="5203">
                  <c:v>4.5</c:v>
                </c:pt>
                <c:pt idx="5204">
                  <c:v>4.5</c:v>
                </c:pt>
                <c:pt idx="5205">
                  <c:v>4.5</c:v>
                </c:pt>
                <c:pt idx="5206">
                  <c:v>4.5</c:v>
                </c:pt>
                <c:pt idx="5207">
                  <c:v>4.5</c:v>
                </c:pt>
                <c:pt idx="5208">
                  <c:v>4.5</c:v>
                </c:pt>
                <c:pt idx="5209">
                  <c:v>4.5</c:v>
                </c:pt>
                <c:pt idx="5210">
                  <c:v>4.5</c:v>
                </c:pt>
                <c:pt idx="5211">
                  <c:v>4.5</c:v>
                </c:pt>
                <c:pt idx="5212">
                  <c:v>4.5</c:v>
                </c:pt>
                <c:pt idx="5213">
                  <c:v>4.5</c:v>
                </c:pt>
                <c:pt idx="5214">
                  <c:v>4.5</c:v>
                </c:pt>
                <c:pt idx="5215">
                  <c:v>4.5</c:v>
                </c:pt>
                <c:pt idx="5216">
                  <c:v>4.5</c:v>
                </c:pt>
                <c:pt idx="5217">
                  <c:v>4.5</c:v>
                </c:pt>
                <c:pt idx="5218">
                  <c:v>4.5</c:v>
                </c:pt>
                <c:pt idx="5219">
                  <c:v>4.5</c:v>
                </c:pt>
                <c:pt idx="5220">
                  <c:v>4.5</c:v>
                </c:pt>
                <c:pt idx="5221">
                  <c:v>4.5</c:v>
                </c:pt>
                <c:pt idx="5222">
                  <c:v>4.5</c:v>
                </c:pt>
                <c:pt idx="5223">
                  <c:v>4.5</c:v>
                </c:pt>
                <c:pt idx="5224">
                  <c:v>4.5</c:v>
                </c:pt>
                <c:pt idx="5225">
                  <c:v>4.5</c:v>
                </c:pt>
                <c:pt idx="5226">
                  <c:v>4.5</c:v>
                </c:pt>
                <c:pt idx="5227">
                  <c:v>4.5</c:v>
                </c:pt>
                <c:pt idx="5228">
                  <c:v>4.5</c:v>
                </c:pt>
                <c:pt idx="5229">
                  <c:v>4.5</c:v>
                </c:pt>
                <c:pt idx="5230">
                  <c:v>4.5</c:v>
                </c:pt>
                <c:pt idx="5231">
                  <c:v>4.5</c:v>
                </c:pt>
                <c:pt idx="5232">
                  <c:v>4.5</c:v>
                </c:pt>
                <c:pt idx="5233">
                  <c:v>4.5</c:v>
                </c:pt>
                <c:pt idx="5234">
                  <c:v>4.5</c:v>
                </c:pt>
                <c:pt idx="5235">
                  <c:v>4.5</c:v>
                </c:pt>
                <c:pt idx="5236">
                  <c:v>4.5</c:v>
                </c:pt>
                <c:pt idx="5237">
                  <c:v>4.5</c:v>
                </c:pt>
                <c:pt idx="5238">
                  <c:v>4.5</c:v>
                </c:pt>
                <c:pt idx="5239">
                  <c:v>4.5</c:v>
                </c:pt>
                <c:pt idx="5240">
                  <c:v>4.5</c:v>
                </c:pt>
                <c:pt idx="5241">
                  <c:v>4.5</c:v>
                </c:pt>
                <c:pt idx="5242">
                  <c:v>4.5</c:v>
                </c:pt>
                <c:pt idx="5243">
                  <c:v>4.5</c:v>
                </c:pt>
                <c:pt idx="5244">
                  <c:v>4.5</c:v>
                </c:pt>
                <c:pt idx="5245">
                  <c:v>4.5</c:v>
                </c:pt>
                <c:pt idx="5246">
                  <c:v>4.5</c:v>
                </c:pt>
                <c:pt idx="5247">
                  <c:v>4.5</c:v>
                </c:pt>
                <c:pt idx="5248">
                  <c:v>4.5</c:v>
                </c:pt>
                <c:pt idx="5249">
                  <c:v>4.5</c:v>
                </c:pt>
                <c:pt idx="5250">
                  <c:v>4.5</c:v>
                </c:pt>
                <c:pt idx="5251">
                  <c:v>4.5</c:v>
                </c:pt>
                <c:pt idx="5252">
                  <c:v>4.5</c:v>
                </c:pt>
                <c:pt idx="5253">
                  <c:v>4.25</c:v>
                </c:pt>
                <c:pt idx="5254">
                  <c:v>4.25</c:v>
                </c:pt>
                <c:pt idx="5255">
                  <c:v>4.25</c:v>
                </c:pt>
                <c:pt idx="5256">
                  <c:v>4.25</c:v>
                </c:pt>
                <c:pt idx="5257">
                  <c:v>4.25</c:v>
                </c:pt>
                <c:pt idx="5258">
                  <c:v>4.25</c:v>
                </c:pt>
                <c:pt idx="5259">
                  <c:v>4.25</c:v>
                </c:pt>
                <c:pt idx="5260">
                  <c:v>4.25</c:v>
                </c:pt>
                <c:pt idx="5261">
                  <c:v>4.25</c:v>
                </c:pt>
                <c:pt idx="5262">
                  <c:v>4.25</c:v>
                </c:pt>
                <c:pt idx="5263">
                  <c:v>4.25</c:v>
                </c:pt>
                <c:pt idx="5264">
                  <c:v>4.25</c:v>
                </c:pt>
                <c:pt idx="5265">
                  <c:v>4.25</c:v>
                </c:pt>
                <c:pt idx="5266">
                  <c:v>4.25</c:v>
                </c:pt>
                <c:pt idx="5267">
                  <c:v>4.25</c:v>
                </c:pt>
                <c:pt idx="5268">
                  <c:v>4.25</c:v>
                </c:pt>
                <c:pt idx="5269">
                  <c:v>4.25</c:v>
                </c:pt>
                <c:pt idx="5270">
                  <c:v>4.25</c:v>
                </c:pt>
                <c:pt idx="5271">
                  <c:v>4.25</c:v>
                </c:pt>
                <c:pt idx="5272">
                  <c:v>4.25</c:v>
                </c:pt>
                <c:pt idx="5273">
                  <c:v>4.25</c:v>
                </c:pt>
                <c:pt idx="5274">
                  <c:v>4.25</c:v>
                </c:pt>
                <c:pt idx="5275">
                  <c:v>4.25</c:v>
                </c:pt>
                <c:pt idx="5276">
                  <c:v>4.25</c:v>
                </c:pt>
                <c:pt idx="5277">
                  <c:v>4.25</c:v>
                </c:pt>
                <c:pt idx="5278">
                  <c:v>4.25</c:v>
                </c:pt>
                <c:pt idx="5279">
                  <c:v>4.25</c:v>
                </c:pt>
                <c:pt idx="5280">
                  <c:v>4.25</c:v>
                </c:pt>
                <c:pt idx="5281">
                  <c:v>4.25</c:v>
                </c:pt>
                <c:pt idx="5282">
                  <c:v>4.25</c:v>
                </c:pt>
                <c:pt idx="5283">
                  <c:v>4.25</c:v>
                </c:pt>
                <c:pt idx="5284">
                  <c:v>4.25</c:v>
                </c:pt>
                <c:pt idx="5285">
                  <c:v>4.25</c:v>
                </c:pt>
                <c:pt idx="5286">
                  <c:v>4.25</c:v>
                </c:pt>
                <c:pt idx="5287">
                  <c:v>4.25</c:v>
                </c:pt>
                <c:pt idx="5288">
                  <c:v>4.25</c:v>
                </c:pt>
                <c:pt idx="5289">
                  <c:v>4.25</c:v>
                </c:pt>
                <c:pt idx="5290">
                  <c:v>4.25</c:v>
                </c:pt>
                <c:pt idx="5291">
                  <c:v>4.25</c:v>
                </c:pt>
                <c:pt idx="5292">
                  <c:v>4.25</c:v>
                </c:pt>
                <c:pt idx="5293">
                  <c:v>4.25</c:v>
                </c:pt>
                <c:pt idx="5294">
                  <c:v>4.25</c:v>
                </c:pt>
                <c:pt idx="5295">
                  <c:v>4.25</c:v>
                </c:pt>
                <c:pt idx="5296">
                  <c:v>4.25</c:v>
                </c:pt>
                <c:pt idx="5297">
                  <c:v>4.25</c:v>
                </c:pt>
                <c:pt idx="5298">
                  <c:v>4.5</c:v>
                </c:pt>
                <c:pt idx="5299">
                  <c:v>4.5</c:v>
                </c:pt>
                <c:pt idx="5300">
                  <c:v>4.5</c:v>
                </c:pt>
                <c:pt idx="5301">
                  <c:v>4.5</c:v>
                </c:pt>
                <c:pt idx="5302">
                  <c:v>4.5</c:v>
                </c:pt>
                <c:pt idx="5303">
                  <c:v>4.5</c:v>
                </c:pt>
                <c:pt idx="5304">
                  <c:v>4.5</c:v>
                </c:pt>
                <c:pt idx="5305">
                  <c:v>4.5</c:v>
                </c:pt>
                <c:pt idx="5306">
                  <c:v>4.5</c:v>
                </c:pt>
                <c:pt idx="5307">
                  <c:v>4.5</c:v>
                </c:pt>
                <c:pt idx="5308">
                  <c:v>4.5</c:v>
                </c:pt>
                <c:pt idx="5309">
                  <c:v>4.5</c:v>
                </c:pt>
                <c:pt idx="5310">
                  <c:v>4.5</c:v>
                </c:pt>
                <c:pt idx="5311">
                  <c:v>4.5</c:v>
                </c:pt>
                <c:pt idx="5312">
                  <c:v>4.5</c:v>
                </c:pt>
                <c:pt idx="5313">
                  <c:v>4.5</c:v>
                </c:pt>
                <c:pt idx="5314">
                  <c:v>4.5</c:v>
                </c:pt>
                <c:pt idx="5315">
                  <c:v>4.5</c:v>
                </c:pt>
                <c:pt idx="5316">
                  <c:v>4.5</c:v>
                </c:pt>
                <c:pt idx="5317">
                  <c:v>4.5</c:v>
                </c:pt>
                <c:pt idx="5318">
                  <c:v>4.5</c:v>
                </c:pt>
                <c:pt idx="5319">
                  <c:v>4.5</c:v>
                </c:pt>
                <c:pt idx="5320">
                  <c:v>4.5</c:v>
                </c:pt>
                <c:pt idx="5321">
                  <c:v>4.5</c:v>
                </c:pt>
                <c:pt idx="5322">
                  <c:v>4.5</c:v>
                </c:pt>
                <c:pt idx="5323">
                  <c:v>4.5</c:v>
                </c:pt>
                <c:pt idx="5324">
                  <c:v>4.5</c:v>
                </c:pt>
                <c:pt idx="5325">
                  <c:v>4.5</c:v>
                </c:pt>
                <c:pt idx="5326">
                  <c:v>4.5</c:v>
                </c:pt>
                <c:pt idx="5327">
                  <c:v>4.5</c:v>
                </c:pt>
                <c:pt idx="5328">
                  <c:v>4.5</c:v>
                </c:pt>
                <c:pt idx="5329">
                  <c:v>4.5</c:v>
                </c:pt>
                <c:pt idx="5330">
                  <c:v>4.5</c:v>
                </c:pt>
                <c:pt idx="5331">
                  <c:v>4.5</c:v>
                </c:pt>
                <c:pt idx="5332">
                  <c:v>4.5</c:v>
                </c:pt>
                <c:pt idx="5333">
                  <c:v>4.5</c:v>
                </c:pt>
                <c:pt idx="5334">
                  <c:v>4.5</c:v>
                </c:pt>
                <c:pt idx="5335">
                  <c:v>4.5</c:v>
                </c:pt>
                <c:pt idx="5336">
                  <c:v>4.5</c:v>
                </c:pt>
                <c:pt idx="5337">
                  <c:v>4.5</c:v>
                </c:pt>
                <c:pt idx="5338">
                  <c:v>4.5</c:v>
                </c:pt>
              </c:numCache>
            </c:numRef>
          </c:val>
          <c:smooth val="0"/>
          <c:extLst>
            <c:ext xmlns:c16="http://schemas.microsoft.com/office/drawing/2014/chart" uri="{C3380CC4-5D6E-409C-BE32-E72D297353CC}">
              <c16:uniqueId val="{00000004-F50C-428A-8B6D-6C9BC544911F}"/>
            </c:ext>
          </c:extLst>
        </c:ser>
        <c:dLbls>
          <c:showLegendKey val="0"/>
          <c:showVal val="0"/>
          <c:showCatName val="0"/>
          <c:showSerName val="0"/>
          <c:showPercent val="0"/>
          <c:showBubbleSize val="0"/>
        </c:dLbls>
        <c:smooth val="0"/>
        <c:axId val="-266031584"/>
        <c:axId val="-266031040"/>
        <c:extLst>
          <c:ext xmlns:c15="http://schemas.microsoft.com/office/drawing/2012/chart" uri="{02D57815-91ED-43cb-92C2-25804820EDAC}">
            <c15:filteredLineSeries>
              <c15:ser>
                <c:idx val="5"/>
                <c:order val="5"/>
                <c:tx>
                  <c:strRef>
                    <c:extLst>
                      <c:ext uri="{02D57815-91ED-43cb-92C2-25804820EDAC}">
                        <c15:formulaRef>
                          <c15:sqref>'worldwide policy rate'!$G$1</c15:sqref>
                        </c15:formulaRef>
                      </c:ext>
                    </c:extLst>
                    <c:strCache>
                      <c:ptCount val="1"/>
                      <c:pt idx="0">
                        <c:v>南非平均回购利率，%</c:v>
                      </c:pt>
                    </c:strCache>
                  </c:strRef>
                </c:tx>
                <c:spPr>
                  <a:ln w="25400" cap="rnd">
                    <a:solidFill>
                      <a:srgbClr val="5C5FA2"/>
                    </a:solidFill>
                    <a:round/>
                  </a:ln>
                  <a:effectLst/>
                </c:spPr>
                <c:marker>
                  <c:symbol val="none"/>
                </c:marker>
                <c:cat>
                  <c:numRef>
                    <c:extLst>
                      <c:ext uri="{02D57815-91ED-43cb-92C2-25804820EDAC}">
                        <c15:formulaRef>
                          <c15:sqref>'worldwide policy rate'!$A$2612:$A$7950</c15:sqref>
                        </c15:formulaRef>
                      </c:ext>
                    </c:extLst>
                    <c:numCache>
                      <c:formatCode>m/d/yyyy</c:formatCode>
                      <c:ptCount val="5339"/>
                      <c:pt idx="0">
                        <c:v>38719</c:v>
                      </c:pt>
                      <c:pt idx="1">
                        <c:v>38720</c:v>
                      </c:pt>
                      <c:pt idx="2">
                        <c:v>38721</c:v>
                      </c:pt>
                      <c:pt idx="3">
                        <c:v>38722</c:v>
                      </c:pt>
                      <c:pt idx="4">
                        <c:v>38723</c:v>
                      </c:pt>
                      <c:pt idx="5">
                        <c:v>38726</c:v>
                      </c:pt>
                      <c:pt idx="6">
                        <c:v>38727</c:v>
                      </c:pt>
                      <c:pt idx="7">
                        <c:v>38728</c:v>
                      </c:pt>
                      <c:pt idx="8">
                        <c:v>38729</c:v>
                      </c:pt>
                      <c:pt idx="9">
                        <c:v>38730</c:v>
                      </c:pt>
                      <c:pt idx="10">
                        <c:v>38733</c:v>
                      </c:pt>
                      <c:pt idx="11">
                        <c:v>38734</c:v>
                      </c:pt>
                      <c:pt idx="12">
                        <c:v>38735</c:v>
                      </c:pt>
                      <c:pt idx="13">
                        <c:v>38736</c:v>
                      </c:pt>
                      <c:pt idx="14">
                        <c:v>38737</c:v>
                      </c:pt>
                      <c:pt idx="15">
                        <c:v>38740</c:v>
                      </c:pt>
                      <c:pt idx="16">
                        <c:v>38741</c:v>
                      </c:pt>
                      <c:pt idx="17">
                        <c:v>38742</c:v>
                      </c:pt>
                      <c:pt idx="18">
                        <c:v>38743</c:v>
                      </c:pt>
                      <c:pt idx="19">
                        <c:v>38744</c:v>
                      </c:pt>
                      <c:pt idx="20">
                        <c:v>38747</c:v>
                      </c:pt>
                      <c:pt idx="21">
                        <c:v>38748</c:v>
                      </c:pt>
                      <c:pt idx="22">
                        <c:v>38749</c:v>
                      </c:pt>
                      <c:pt idx="23">
                        <c:v>38750</c:v>
                      </c:pt>
                      <c:pt idx="24">
                        <c:v>38751</c:v>
                      </c:pt>
                      <c:pt idx="25">
                        <c:v>38754</c:v>
                      </c:pt>
                      <c:pt idx="26">
                        <c:v>38755</c:v>
                      </c:pt>
                      <c:pt idx="27">
                        <c:v>38756</c:v>
                      </c:pt>
                      <c:pt idx="28">
                        <c:v>38757</c:v>
                      </c:pt>
                      <c:pt idx="29">
                        <c:v>38758</c:v>
                      </c:pt>
                      <c:pt idx="30">
                        <c:v>38761</c:v>
                      </c:pt>
                      <c:pt idx="31">
                        <c:v>38762</c:v>
                      </c:pt>
                      <c:pt idx="32">
                        <c:v>38763</c:v>
                      </c:pt>
                      <c:pt idx="33">
                        <c:v>38764</c:v>
                      </c:pt>
                      <c:pt idx="34">
                        <c:v>38765</c:v>
                      </c:pt>
                      <c:pt idx="35">
                        <c:v>38768</c:v>
                      </c:pt>
                      <c:pt idx="36">
                        <c:v>38769</c:v>
                      </c:pt>
                      <c:pt idx="37">
                        <c:v>38770</c:v>
                      </c:pt>
                      <c:pt idx="38">
                        <c:v>38771</c:v>
                      </c:pt>
                      <c:pt idx="39">
                        <c:v>38772</c:v>
                      </c:pt>
                      <c:pt idx="40">
                        <c:v>38775</c:v>
                      </c:pt>
                      <c:pt idx="41">
                        <c:v>38776</c:v>
                      </c:pt>
                      <c:pt idx="42">
                        <c:v>38777</c:v>
                      </c:pt>
                      <c:pt idx="43">
                        <c:v>38778</c:v>
                      </c:pt>
                      <c:pt idx="44">
                        <c:v>38779</c:v>
                      </c:pt>
                      <c:pt idx="45">
                        <c:v>38782</c:v>
                      </c:pt>
                      <c:pt idx="46">
                        <c:v>38783</c:v>
                      </c:pt>
                      <c:pt idx="47">
                        <c:v>38784</c:v>
                      </c:pt>
                      <c:pt idx="48">
                        <c:v>38785</c:v>
                      </c:pt>
                      <c:pt idx="49">
                        <c:v>38786</c:v>
                      </c:pt>
                      <c:pt idx="50">
                        <c:v>38789</c:v>
                      </c:pt>
                      <c:pt idx="51">
                        <c:v>38790</c:v>
                      </c:pt>
                      <c:pt idx="52">
                        <c:v>38791</c:v>
                      </c:pt>
                      <c:pt idx="53">
                        <c:v>38792</c:v>
                      </c:pt>
                      <c:pt idx="54">
                        <c:v>38793</c:v>
                      </c:pt>
                      <c:pt idx="55">
                        <c:v>38796</c:v>
                      </c:pt>
                      <c:pt idx="56">
                        <c:v>38797</c:v>
                      </c:pt>
                      <c:pt idx="57">
                        <c:v>38798</c:v>
                      </c:pt>
                      <c:pt idx="58">
                        <c:v>38799</c:v>
                      </c:pt>
                      <c:pt idx="59">
                        <c:v>38800</c:v>
                      </c:pt>
                      <c:pt idx="60">
                        <c:v>38803</c:v>
                      </c:pt>
                      <c:pt idx="61">
                        <c:v>38804</c:v>
                      </c:pt>
                      <c:pt idx="62">
                        <c:v>38805</c:v>
                      </c:pt>
                      <c:pt idx="63">
                        <c:v>38806</c:v>
                      </c:pt>
                      <c:pt idx="64">
                        <c:v>38807</c:v>
                      </c:pt>
                      <c:pt idx="65">
                        <c:v>38810</c:v>
                      </c:pt>
                      <c:pt idx="66">
                        <c:v>38811</c:v>
                      </c:pt>
                      <c:pt idx="67">
                        <c:v>38812</c:v>
                      </c:pt>
                      <c:pt idx="68">
                        <c:v>38813</c:v>
                      </c:pt>
                      <c:pt idx="69">
                        <c:v>38814</c:v>
                      </c:pt>
                      <c:pt idx="70">
                        <c:v>38817</c:v>
                      </c:pt>
                      <c:pt idx="71">
                        <c:v>38818</c:v>
                      </c:pt>
                      <c:pt idx="72">
                        <c:v>38819</c:v>
                      </c:pt>
                      <c:pt idx="73">
                        <c:v>38820</c:v>
                      </c:pt>
                      <c:pt idx="74">
                        <c:v>38821</c:v>
                      </c:pt>
                      <c:pt idx="75">
                        <c:v>38824</c:v>
                      </c:pt>
                      <c:pt idx="76">
                        <c:v>38825</c:v>
                      </c:pt>
                      <c:pt idx="77">
                        <c:v>38826</c:v>
                      </c:pt>
                      <c:pt idx="78">
                        <c:v>38827</c:v>
                      </c:pt>
                      <c:pt idx="79">
                        <c:v>38828</c:v>
                      </c:pt>
                      <c:pt idx="80">
                        <c:v>38831</c:v>
                      </c:pt>
                      <c:pt idx="81">
                        <c:v>38832</c:v>
                      </c:pt>
                      <c:pt idx="82">
                        <c:v>38833</c:v>
                      </c:pt>
                      <c:pt idx="83">
                        <c:v>38834</c:v>
                      </c:pt>
                      <c:pt idx="84">
                        <c:v>38835</c:v>
                      </c:pt>
                      <c:pt idx="85">
                        <c:v>38838</c:v>
                      </c:pt>
                      <c:pt idx="86">
                        <c:v>38839</c:v>
                      </c:pt>
                      <c:pt idx="87">
                        <c:v>38840</c:v>
                      </c:pt>
                      <c:pt idx="88">
                        <c:v>38841</c:v>
                      </c:pt>
                      <c:pt idx="89">
                        <c:v>38842</c:v>
                      </c:pt>
                      <c:pt idx="90">
                        <c:v>38845</c:v>
                      </c:pt>
                      <c:pt idx="91">
                        <c:v>38846</c:v>
                      </c:pt>
                      <c:pt idx="92">
                        <c:v>38847</c:v>
                      </c:pt>
                      <c:pt idx="93">
                        <c:v>38848</c:v>
                      </c:pt>
                      <c:pt idx="94">
                        <c:v>38849</c:v>
                      </c:pt>
                      <c:pt idx="95">
                        <c:v>38852</c:v>
                      </c:pt>
                      <c:pt idx="96">
                        <c:v>38853</c:v>
                      </c:pt>
                      <c:pt idx="97">
                        <c:v>38854</c:v>
                      </c:pt>
                      <c:pt idx="98">
                        <c:v>38855</c:v>
                      </c:pt>
                      <c:pt idx="99">
                        <c:v>38856</c:v>
                      </c:pt>
                      <c:pt idx="100">
                        <c:v>38859</c:v>
                      </c:pt>
                      <c:pt idx="101">
                        <c:v>38860</c:v>
                      </c:pt>
                      <c:pt idx="102">
                        <c:v>38861</c:v>
                      </c:pt>
                      <c:pt idx="103">
                        <c:v>38862</c:v>
                      </c:pt>
                      <c:pt idx="104">
                        <c:v>38863</c:v>
                      </c:pt>
                      <c:pt idx="105">
                        <c:v>38866</c:v>
                      </c:pt>
                      <c:pt idx="106">
                        <c:v>38867</c:v>
                      </c:pt>
                      <c:pt idx="107">
                        <c:v>38868</c:v>
                      </c:pt>
                      <c:pt idx="108">
                        <c:v>38869</c:v>
                      </c:pt>
                      <c:pt idx="109">
                        <c:v>38870</c:v>
                      </c:pt>
                      <c:pt idx="110">
                        <c:v>38873</c:v>
                      </c:pt>
                      <c:pt idx="111">
                        <c:v>38874</c:v>
                      </c:pt>
                      <c:pt idx="112">
                        <c:v>38875</c:v>
                      </c:pt>
                      <c:pt idx="113">
                        <c:v>38876</c:v>
                      </c:pt>
                      <c:pt idx="114">
                        <c:v>38877</c:v>
                      </c:pt>
                      <c:pt idx="115">
                        <c:v>38880</c:v>
                      </c:pt>
                      <c:pt idx="116">
                        <c:v>38881</c:v>
                      </c:pt>
                      <c:pt idx="117">
                        <c:v>38882</c:v>
                      </c:pt>
                      <c:pt idx="118">
                        <c:v>38883</c:v>
                      </c:pt>
                      <c:pt idx="119">
                        <c:v>38884</c:v>
                      </c:pt>
                      <c:pt idx="120">
                        <c:v>38887</c:v>
                      </c:pt>
                      <c:pt idx="121">
                        <c:v>38888</c:v>
                      </c:pt>
                      <c:pt idx="122">
                        <c:v>38889</c:v>
                      </c:pt>
                      <c:pt idx="123">
                        <c:v>38890</c:v>
                      </c:pt>
                      <c:pt idx="124">
                        <c:v>38891</c:v>
                      </c:pt>
                      <c:pt idx="125">
                        <c:v>38894</c:v>
                      </c:pt>
                      <c:pt idx="126">
                        <c:v>38895</c:v>
                      </c:pt>
                      <c:pt idx="127">
                        <c:v>38896</c:v>
                      </c:pt>
                      <c:pt idx="128">
                        <c:v>38897</c:v>
                      </c:pt>
                      <c:pt idx="129">
                        <c:v>38898</c:v>
                      </c:pt>
                      <c:pt idx="130">
                        <c:v>38901</c:v>
                      </c:pt>
                      <c:pt idx="131">
                        <c:v>38902</c:v>
                      </c:pt>
                      <c:pt idx="132">
                        <c:v>38903</c:v>
                      </c:pt>
                      <c:pt idx="133">
                        <c:v>38904</c:v>
                      </c:pt>
                      <c:pt idx="134">
                        <c:v>38905</c:v>
                      </c:pt>
                      <c:pt idx="135">
                        <c:v>38908</c:v>
                      </c:pt>
                      <c:pt idx="136">
                        <c:v>38909</c:v>
                      </c:pt>
                      <c:pt idx="137">
                        <c:v>38910</c:v>
                      </c:pt>
                      <c:pt idx="138">
                        <c:v>38911</c:v>
                      </c:pt>
                      <c:pt idx="139">
                        <c:v>38912</c:v>
                      </c:pt>
                      <c:pt idx="140">
                        <c:v>38915</c:v>
                      </c:pt>
                      <c:pt idx="141">
                        <c:v>38916</c:v>
                      </c:pt>
                      <c:pt idx="142">
                        <c:v>38917</c:v>
                      </c:pt>
                      <c:pt idx="143">
                        <c:v>38918</c:v>
                      </c:pt>
                      <c:pt idx="144">
                        <c:v>38919</c:v>
                      </c:pt>
                      <c:pt idx="145">
                        <c:v>38922</c:v>
                      </c:pt>
                      <c:pt idx="146">
                        <c:v>38923</c:v>
                      </c:pt>
                      <c:pt idx="147">
                        <c:v>38924</c:v>
                      </c:pt>
                      <c:pt idx="148">
                        <c:v>38925</c:v>
                      </c:pt>
                      <c:pt idx="149">
                        <c:v>38926</c:v>
                      </c:pt>
                      <c:pt idx="150">
                        <c:v>38929</c:v>
                      </c:pt>
                      <c:pt idx="151">
                        <c:v>38930</c:v>
                      </c:pt>
                      <c:pt idx="152">
                        <c:v>38931</c:v>
                      </c:pt>
                      <c:pt idx="153">
                        <c:v>38932</c:v>
                      </c:pt>
                      <c:pt idx="154">
                        <c:v>38933</c:v>
                      </c:pt>
                      <c:pt idx="155">
                        <c:v>38936</c:v>
                      </c:pt>
                      <c:pt idx="156">
                        <c:v>38937</c:v>
                      </c:pt>
                      <c:pt idx="157">
                        <c:v>38938</c:v>
                      </c:pt>
                      <c:pt idx="158">
                        <c:v>38939</c:v>
                      </c:pt>
                      <c:pt idx="159">
                        <c:v>38940</c:v>
                      </c:pt>
                      <c:pt idx="160">
                        <c:v>38943</c:v>
                      </c:pt>
                      <c:pt idx="161">
                        <c:v>38944</c:v>
                      </c:pt>
                      <c:pt idx="162">
                        <c:v>38945</c:v>
                      </c:pt>
                      <c:pt idx="163">
                        <c:v>38946</c:v>
                      </c:pt>
                      <c:pt idx="164">
                        <c:v>38947</c:v>
                      </c:pt>
                      <c:pt idx="165">
                        <c:v>38950</c:v>
                      </c:pt>
                      <c:pt idx="166">
                        <c:v>38951</c:v>
                      </c:pt>
                      <c:pt idx="167">
                        <c:v>38952</c:v>
                      </c:pt>
                      <c:pt idx="168">
                        <c:v>38953</c:v>
                      </c:pt>
                      <c:pt idx="169">
                        <c:v>38954</c:v>
                      </c:pt>
                      <c:pt idx="170">
                        <c:v>38957</c:v>
                      </c:pt>
                      <c:pt idx="171">
                        <c:v>38958</c:v>
                      </c:pt>
                      <c:pt idx="172">
                        <c:v>38959</c:v>
                      </c:pt>
                      <c:pt idx="173">
                        <c:v>38960</c:v>
                      </c:pt>
                      <c:pt idx="174">
                        <c:v>38961</c:v>
                      </c:pt>
                      <c:pt idx="175">
                        <c:v>38964</c:v>
                      </c:pt>
                      <c:pt idx="176">
                        <c:v>38965</c:v>
                      </c:pt>
                      <c:pt idx="177">
                        <c:v>38966</c:v>
                      </c:pt>
                      <c:pt idx="178">
                        <c:v>38967</c:v>
                      </c:pt>
                      <c:pt idx="179">
                        <c:v>38968</c:v>
                      </c:pt>
                      <c:pt idx="180">
                        <c:v>38971</c:v>
                      </c:pt>
                      <c:pt idx="181">
                        <c:v>38972</c:v>
                      </c:pt>
                      <c:pt idx="182">
                        <c:v>38973</c:v>
                      </c:pt>
                      <c:pt idx="183">
                        <c:v>38974</c:v>
                      </c:pt>
                      <c:pt idx="184">
                        <c:v>38975</c:v>
                      </c:pt>
                      <c:pt idx="185">
                        <c:v>38978</c:v>
                      </c:pt>
                      <c:pt idx="186">
                        <c:v>38979</c:v>
                      </c:pt>
                      <c:pt idx="187">
                        <c:v>38980</c:v>
                      </c:pt>
                      <c:pt idx="188">
                        <c:v>38981</c:v>
                      </c:pt>
                      <c:pt idx="189">
                        <c:v>38982</c:v>
                      </c:pt>
                      <c:pt idx="190">
                        <c:v>38985</c:v>
                      </c:pt>
                      <c:pt idx="191">
                        <c:v>38986</c:v>
                      </c:pt>
                      <c:pt idx="192">
                        <c:v>38987</c:v>
                      </c:pt>
                      <c:pt idx="193">
                        <c:v>38988</c:v>
                      </c:pt>
                      <c:pt idx="194">
                        <c:v>38989</c:v>
                      </c:pt>
                      <c:pt idx="195">
                        <c:v>38992</c:v>
                      </c:pt>
                      <c:pt idx="196">
                        <c:v>38993</c:v>
                      </c:pt>
                      <c:pt idx="197">
                        <c:v>38994</c:v>
                      </c:pt>
                      <c:pt idx="198">
                        <c:v>38995</c:v>
                      </c:pt>
                      <c:pt idx="199">
                        <c:v>38996</c:v>
                      </c:pt>
                      <c:pt idx="200">
                        <c:v>38999</c:v>
                      </c:pt>
                      <c:pt idx="201">
                        <c:v>39000</c:v>
                      </c:pt>
                      <c:pt idx="202">
                        <c:v>39001</c:v>
                      </c:pt>
                      <c:pt idx="203">
                        <c:v>39002</c:v>
                      </c:pt>
                      <c:pt idx="204">
                        <c:v>39003</c:v>
                      </c:pt>
                      <c:pt idx="205">
                        <c:v>39006</c:v>
                      </c:pt>
                      <c:pt idx="206">
                        <c:v>39007</c:v>
                      </c:pt>
                      <c:pt idx="207">
                        <c:v>39008</c:v>
                      </c:pt>
                      <c:pt idx="208">
                        <c:v>39009</c:v>
                      </c:pt>
                      <c:pt idx="209">
                        <c:v>39010</c:v>
                      </c:pt>
                      <c:pt idx="210">
                        <c:v>39013</c:v>
                      </c:pt>
                      <c:pt idx="211">
                        <c:v>39014</c:v>
                      </c:pt>
                      <c:pt idx="212">
                        <c:v>39015</c:v>
                      </c:pt>
                      <c:pt idx="213">
                        <c:v>39016</c:v>
                      </c:pt>
                      <c:pt idx="214">
                        <c:v>39017</c:v>
                      </c:pt>
                      <c:pt idx="215">
                        <c:v>39020</c:v>
                      </c:pt>
                      <c:pt idx="216">
                        <c:v>39021</c:v>
                      </c:pt>
                      <c:pt idx="217">
                        <c:v>39022</c:v>
                      </c:pt>
                      <c:pt idx="218">
                        <c:v>39023</c:v>
                      </c:pt>
                      <c:pt idx="219">
                        <c:v>39024</c:v>
                      </c:pt>
                      <c:pt idx="220">
                        <c:v>39027</c:v>
                      </c:pt>
                      <c:pt idx="221">
                        <c:v>39028</c:v>
                      </c:pt>
                      <c:pt idx="222">
                        <c:v>39029</c:v>
                      </c:pt>
                      <c:pt idx="223">
                        <c:v>39030</c:v>
                      </c:pt>
                      <c:pt idx="224">
                        <c:v>39031</c:v>
                      </c:pt>
                      <c:pt idx="225">
                        <c:v>39034</c:v>
                      </c:pt>
                      <c:pt idx="226">
                        <c:v>39035</c:v>
                      </c:pt>
                      <c:pt idx="227">
                        <c:v>39036</c:v>
                      </c:pt>
                      <c:pt idx="228">
                        <c:v>39037</c:v>
                      </c:pt>
                      <c:pt idx="229">
                        <c:v>39038</c:v>
                      </c:pt>
                      <c:pt idx="230">
                        <c:v>39041</c:v>
                      </c:pt>
                      <c:pt idx="231">
                        <c:v>39042</c:v>
                      </c:pt>
                      <c:pt idx="232">
                        <c:v>39043</c:v>
                      </c:pt>
                      <c:pt idx="233">
                        <c:v>39044</c:v>
                      </c:pt>
                      <c:pt idx="234">
                        <c:v>39045</c:v>
                      </c:pt>
                      <c:pt idx="235">
                        <c:v>39048</c:v>
                      </c:pt>
                      <c:pt idx="236">
                        <c:v>39049</c:v>
                      </c:pt>
                      <c:pt idx="237">
                        <c:v>39050</c:v>
                      </c:pt>
                      <c:pt idx="238">
                        <c:v>39051</c:v>
                      </c:pt>
                      <c:pt idx="239">
                        <c:v>39052</c:v>
                      </c:pt>
                      <c:pt idx="240">
                        <c:v>39055</c:v>
                      </c:pt>
                      <c:pt idx="241">
                        <c:v>39056</c:v>
                      </c:pt>
                      <c:pt idx="242">
                        <c:v>39057</c:v>
                      </c:pt>
                      <c:pt idx="243">
                        <c:v>39058</c:v>
                      </c:pt>
                      <c:pt idx="244">
                        <c:v>39059</c:v>
                      </c:pt>
                      <c:pt idx="245">
                        <c:v>39062</c:v>
                      </c:pt>
                      <c:pt idx="246">
                        <c:v>39063</c:v>
                      </c:pt>
                      <c:pt idx="247">
                        <c:v>39064</c:v>
                      </c:pt>
                      <c:pt idx="248">
                        <c:v>39065</c:v>
                      </c:pt>
                      <c:pt idx="249">
                        <c:v>39066</c:v>
                      </c:pt>
                      <c:pt idx="250">
                        <c:v>39069</c:v>
                      </c:pt>
                      <c:pt idx="251">
                        <c:v>39070</c:v>
                      </c:pt>
                      <c:pt idx="252">
                        <c:v>39071</c:v>
                      </c:pt>
                      <c:pt idx="253">
                        <c:v>39072</c:v>
                      </c:pt>
                      <c:pt idx="254">
                        <c:v>39073</c:v>
                      </c:pt>
                      <c:pt idx="255">
                        <c:v>39076</c:v>
                      </c:pt>
                      <c:pt idx="256">
                        <c:v>39077</c:v>
                      </c:pt>
                      <c:pt idx="257">
                        <c:v>39078</c:v>
                      </c:pt>
                      <c:pt idx="258">
                        <c:v>39079</c:v>
                      </c:pt>
                      <c:pt idx="259">
                        <c:v>39080</c:v>
                      </c:pt>
                      <c:pt idx="260">
                        <c:v>39083</c:v>
                      </c:pt>
                      <c:pt idx="261">
                        <c:v>39084</c:v>
                      </c:pt>
                      <c:pt idx="262">
                        <c:v>39085</c:v>
                      </c:pt>
                      <c:pt idx="263">
                        <c:v>39086</c:v>
                      </c:pt>
                      <c:pt idx="264">
                        <c:v>39087</c:v>
                      </c:pt>
                      <c:pt idx="265">
                        <c:v>39090</c:v>
                      </c:pt>
                      <c:pt idx="266">
                        <c:v>39091</c:v>
                      </c:pt>
                      <c:pt idx="267">
                        <c:v>39092</c:v>
                      </c:pt>
                      <c:pt idx="268">
                        <c:v>39093</c:v>
                      </c:pt>
                      <c:pt idx="269">
                        <c:v>39094</c:v>
                      </c:pt>
                      <c:pt idx="270">
                        <c:v>39097</c:v>
                      </c:pt>
                      <c:pt idx="271">
                        <c:v>39098</c:v>
                      </c:pt>
                      <c:pt idx="272">
                        <c:v>39099</c:v>
                      </c:pt>
                      <c:pt idx="273">
                        <c:v>39100</c:v>
                      </c:pt>
                      <c:pt idx="274">
                        <c:v>39101</c:v>
                      </c:pt>
                      <c:pt idx="275">
                        <c:v>39104</c:v>
                      </c:pt>
                      <c:pt idx="276">
                        <c:v>39105</c:v>
                      </c:pt>
                      <c:pt idx="277">
                        <c:v>39106</c:v>
                      </c:pt>
                      <c:pt idx="278">
                        <c:v>39107</c:v>
                      </c:pt>
                      <c:pt idx="279">
                        <c:v>39108</c:v>
                      </c:pt>
                      <c:pt idx="280">
                        <c:v>39111</c:v>
                      </c:pt>
                      <c:pt idx="281">
                        <c:v>39112</c:v>
                      </c:pt>
                      <c:pt idx="282">
                        <c:v>39113</c:v>
                      </c:pt>
                      <c:pt idx="283">
                        <c:v>39114</c:v>
                      </c:pt>
                      <c:pt idx="284">
                        <c:v>39115</c:v>
                      </c:pt>
                      <c:pt idx="285">
                        <c:v>39118</c:v>
                      </c:pt>
                      <c:pt idx="286">
                        <c:v>39119</c:v>
                      </c:pt>
                      <c:pt idx="287">
                        <c:v>39120</c:v>
                      </c:pt>
                      <c:pt idx="288">
                        <c:v>39121</c:v>
                      </c:pt>
                      <c:pt idx="289">
                        <c:v>39122</c:v>
                      </c:pt>
                      <c:pt idx="290">
                        <c:v>39125</c:v>
                      </c:pt>
                      <c:pt idx="291">
                        <c:v>39126</c:v>
                      </c:pt>
                      <c:pt idx="292">
                        <c:v>39127</c:v>
                      </c:pt>
                      <c:pt idx="293">
                        <c:v>39128</c:v>
                      </c:pt>
                      <c:pt idx="294">
                        <c:v>39129</c:v>
                      </c:pt>
                      <c:pt idx="295">
                        <c:v>39132</c:v>
                      </c:pt>
                      <c:pt idx="296">
                        <c:v>39133</c:v>
                      </c:pt>
                      <c:pt idx="297">
                        <c:v>39134</c:v>
                      </c:pt>
                      <c:pt idx="298">
                        <c:v>39135</c:v>
                      </c:pt>
                      <c:pt idx="299">
                        <c:v>39136</c:v>
                      </c:pt>
                      <c:pt idx="300">
                        <c:v>39139</c:v>
                      </c:pt>
                      <c:pt idx="301">
                        <c:v>39140</c:v>
                      </c:pt>
                      <c:pt idx="302">
                        <c:v>39141</c:v>
                      </c:pt>
                      <c:pt idx="303">
                        <c:v>39142</c:v>
                      </c:pt>
                      <c:pt idx="304">
                        <c:v>39143</c:v>
                      </c:pt>
                      <c:pt idx="305">
                        <c:v>39146</c:v>
                      </c:pt>
                      <c:pt idx="306">
                        <c:v>39147</c:v>
                      </c:pt>
                      <c:pt idx="307">
                        <c:v>39148</c:v>
                      </c:pt>
                      <c:pt idx="308">
                        <c:v>39149</c:v>
                      </c:pt>
                      <c:pt idx="309">
                        <c:v>39150</c:v>
                      </c:pt>
                      <c:pt idx="310">
                        <c:v>39153</c:v>
                      </c:pt>
                      <c:pt idx="311">
                        <c:v>39154</c:v>
                      </c:pt>
                      <c:pt idx="312">
                        <c:v>39155</c:v>
                      </c:pt>
                      <c:pt idx="313">
                        <c:v>39156</c:v>
                      </c:pt>
                      <c:pt idx="314">
                        <c:v>39157</c:v>
                      </c:pt>
                      <c:pt idx="315">
                        <c:v>39160</c:v>
                      </c:pt>
                      <c:pt idx="316">
                        <c:v>39161</c:v>
                      </c:pt>
                      <c:pt idx="317">
                        <c:v>39162</c:v>
                      </c:pt>
                      <c:pt idx="318">
                        <c:v>39163</c:v>
                      </c:pt>
                      <c:pt idx="319">
                        <c:v>39164</c:v>
                      </c:pt>
                      <c:pt idx="320">
                        <c:v>39167</c:v>
                      </c:pt>
                      <c:pt idx="321">
                        <c:v>39168</c:v>
                      </c:pt>
                      <c:pt idx="322">
                        <c:v>39169</c:v>
                      </c:pt>
                      <c:pt idx="323">
                        <c:v>39170</c:v>
                      </c:pt>
                      <c:pt idx="324">
                        <c:v>39171</c:v>
                      </c:pt>
                      <c:pt idx="325">
                        <c:v>39174</c:v>
                      </c:pt>
                      <c:pt idx="326">
                        <c:v>39175</c:v>
                      </c:pt>
                      <c:pt idx="327">
                        <c:v>39176</c:v>
                      </c:pt>
                      <c:pt idx="328">
                        <c:v>39177</c:v>
                      </c:pt>
                      <c:pt idx="329">
                        <c:v>39178</c:v>
                      </c:pt>
                      <c:pt idx="330">
                        <c:v>39181</c:v>
                      </c:pt>
                      <c:pt idx="331">
                        <c:v>39182</c:v>
                      </c:pt>
                      <c:pt idx="332">
                        <c:v>39183</c:v>
                      </c:pt>
                      <c:pt idx="333">
                        <c:v>39184</c:v>
                      </c:pt>
                      <c:pt idx="334">
                        <c:v>39185</c:v>
                      </c:pt>
                      <c:pt idx="335">
                        <c:v>39188</c:v>
                      </c:pt>
                      <c:pt idx="336">
                        <c:v>39189</c:v>
                      </c:pt>
                      <c:pt idx="337">
                        <c:v>39190</c:v>
                      </c:pt>
                      <c:pt idx="338">
                        <c:v>39191</c:v>
                      </c:pt>
                      <c:pt idx="339">
                        <c:v>39192</c:v>
                      </c:pt>
                      <c:pt idx="340">
                        <c:v>39195</c:v>
                      </c:pt>
                      <c:pt idx="341">
                        <c:v>39196</c:v>
                      </c:pt>
                      <c:pt idx="342">
                        <c:v>39197</c:v>
                      </c:pt>
                      <c:pt idx="343">
                        <c:v>39198</c:v>
                      </c:pt>
                      <c:pt idx="344">
                        <c:v>39199</c:v>
                      </c:pt>
                      <c:pt idx="345">
                        <c:v>39202</c:v>
                      </c:pt>
                      <c:pt idx="346">
                        <c:v>39203</c:v>
                      </c:pt>
                      <c:pt idx="347">
                        <c:v>39204</c:v>
                      </c:pt>
                      <c:pt idx="348">
                        <c:v>39205</c:v>
                      </c:pt>
                      <c:pt idx="349">
                        <c:v>39206</c:v>
                      </c:pt>
                      <c:pt idx="350">
                        <c:v>39209</c:v>
                      </c:pt>
                      <c:pt idx="351">
                        <c:v>39210</c:v>
                      </c:pt>
                      <c:pt idx="352">
                        <c:v>39211</c:v>
                      </c:pt>
                      <c:pt idx="353">
                        <c:v>39212</c:v>
                      </c:pt>
                      <c:pt idx="354">
                        <c:v>39213</c:v>
                      </c:pt>
                      <c:pt idx="355">
                        <c:v>39216</c:v>
                      </c:pt>
                      <c:pt idx="356">
                        <c:v>39217</c:v>
                      </c:pt>
                      <c:pt idx="357">
                        <c:v>39218</c:v>
                      </c:pt>
                      <c:pt idx="358">
                        <c:v>39219</c:v>
                      </c:pt>
                      <c:pt idx="359">
                        <c:v>39220</c:v>
                      </c:pt>
                      <c:pt idx="360">
                        <c:v>39223</c:v>
                      </c:pt>
                      <c:pt idx="361">
                        <c:v>39224</c:v>
                      </c:pt>
                      <c:pt idx="362">
                        <c:v>39225</c:v>
                      </c:pt>
                      <c:pt idx="363">
                        <c:v>39226</c:v>
                      </c:pt>
                      <c:pt idx="364">
                        <c:v>39227</c:v>
                      </c:pt>
                      <c:pt idx="365">
                        <c:v>39230</c:v>
                      </c:pt>
                      <c:pt idx="366">
                        <c:v>39231</c:v>
                      </c:pt>
                      <c:pt idx="367">
                        <c:v>39232</c:v>
                      </c:pt>
                      <c:pt idx="368">
                        <c:v>39233</c:v>
                      </c:pt>
                      <c:pt idx="369">
                        <c:v>39234</c:v>
                      </c:pt>
                      <c:pt idx="370">
                        <c:v>39237</c:v>
                      </c:pt>
                      <c:pt idx="371">
                        <c:v>39238</c:v>
                      </c:pt>
                      <c:pt idx="372">
                        <c:v>39239</c:v>
                      </c:pt>
                      <c:pt idx="373">
                        <c:v>39240</c:v>
                      </c:pt>
                      <c:pt idx="374">
                        <c:v>39241</c:v>
                      </c:pt>
                      <c:pt idx="375">
                        <c:v>39244</c:v>
                      </c:pt>
                      <c:pt idx="376">
                        <c:v>39245</c:v>
                      </c:pt>
                      <c:pt idx="377">
                        <c:v>39246</c:v>
                      </c:pt>
                      <c:pt idx="378">
                        <c:v>39247</c:v>
                      </c:pt>
                      <c:pt idx="379">
                        <c:v>39248</c:v>
                      </c:pt>
                      <c:pt idx="380">
                        <c:v>39251</c:v>
                      </c:pt>
                      <c:pt idx="381">
                        <c:v>39252</c:v>
                      </c:pt>
                      <c:pt idx="382">
                        <c:v>39253</c:v>
                      </c:pt>
                      <c:pt idx="383">
                        <c:v>39254</c:v>
                      </c:pt>
                      <c:pt idx="384">
                        <c:v>39255</c:v>
                      </c:pt>
                      <c:pt idx="385">
                        <c:v>39258</c:v>
                      </c:pt>
                      <c:pt idx="386">
                        <c:v>39259</c:v>
                      </c:pt>
                      <c:pt idx="387">
                        <c:v>39260</c:v>
                      </c:pt>
                      <c:pt idx="388">
                        <c:v>39261</c:v>
                      </c:pt>
                      <c:pt idx="389">
                        <c:v>39262</c:v>
                      </c:pt>
                      <c:pt idx="390">
                        <c:v>39265</c:v>
                      </c:pt>
                      <c:pt idx="391">
                        <c:v>39266</c:v>
                      </c:pt>
                      <c:pt idx="392">
                        <c:v>39267</c:v>
                      </c:pt>
                      <c:pt idx="393">
                        <c:v>39268</c:v>
                      </c:pt>
                      <c:pt idx="394">
                        <c:v>39269</c:v>
                      </c:pt>
                      <c:pt idx="395">
                        <c:v>39272</c:v>
                      </c:pt>
                      <c:pt idx="396">
                        <c:v>39273</c:v>
                      </c:pt>
                      <c:pt idx="397">
                        <c:v>39274</c:v>
                      </c:pt>
                      <c:pt idx="398">
                        <c:v>39275</c:v>
                      </c:pt>
                      <c:pt idx="399">
                        <c:v>39276</c:v>
                      </c:pt>
                      <c:pt idx="400">
                        <c:v>39279</c:v>
                      </c:pt>
                      <c:pt idx="401">
                        <c:v>39280</c:v>
                      </c:pt>
                      <c:pt idx="402">
                        <c:v>39281</c:v>
                      </c:pt>
                      <c:pt idx="403">
                        <c:v>39282</c:v>
                      </c:pt>
                      <c:pt idx="404">
                        <c:v>39283</c:v>
                      </c:pt>
                      <c:pt idx="405">
                        <c:v>39286</c:v>
                      </c:pt>
                      <c:pt idx="406">
                        <c:v>39287</c:v>
                      </c:pt>
                      <c:pt idx="407">
                        <c:v>39288</c:v>
                      </c:pt>
                      <c:pt idx="408">
                        <c:v>39289</c:v>
                      </c:pt>
                      <c:pt idx="409">
                        <c:v>39290</c:v>
                      </c:pt>
                      <c:pt idx="410">
                        <c:v>39293</c:v>
                      </c:pt>
                      <c:pt idx="411">
                        <c:v>39294</c:v>
                      </c:pt>
                      <c:pt idx="412">
                        <c:v>39295</c:v>
                      </c:pt>
                      <c:pt idx="413">
                        <c:v>39296</c:v>
                      </c:pt>
                      <c:pt idx="414">
                        <c:v>39297</c:v>
                      </c:pt>
                      <c:pt idx="415">
                        <c:v>39300</c:v>
                      </c:pt>
                      <c:pt idx="416">
                        <c:v>39301</c:v>
                      </c:pt>
                      <c:pt idx="417">
                        <c:v>39302</c:v>
                      </c:pt>
                      <c:pt idx="418">
                        <c:v>39303</c:v>
                      </c:pt>
                      <c:pt idx="419">
                        <c:v>39304</c:v>
                      </c:pt>
                      <c:pt idx="420">
                        <c:v>39307</c:v>
                      </c:pt>
                      <c:pt idx="421">
                        <c:v>39308</c:v>
                      </c:pt>
                      <c:pt idx="422">
                        <c:v>39309</c:v>
                      </c:pt>
                      <c:pt idx="423">
                        <c:v>39310</c:v>
                      </c:pt>
                      <c:pt idx="424">
                        <c:v>39311</c:v>
                      </c:pt>
                      <c:pt idx="425">
                        <c:v>39314</c:v>
                      </c:pt>
                      <c:pt idx="426">
                        <c:v>39315</c:v>
                      </c:pt>
                      <c:pt idx="427">
                        <c:v>39316</c:v>
                      </c:pt>
                      <c:pt idx="428">
                        <c:v>39317</c:v>
                      </c:pt>
                      <c:pt idx="429">
                        <c:v>39318</c:v>
                      </c:pt>
                      <c:pt idx="430">
                        <c:v>39321</c:v>
                      </c:pt>
                      <c:pt idx="431">
                        <c:v>39322</c:v>
                      </c:pt>
                      <c:pt idx="432">
                        <c:v>39323</c:v>
                      </c:pt>
                      <c:pt idx="433">
                        <c:v>39324</c:v>
                      </c:pt>
                      <c:pt idx="434">
                        <c:v>39325</c:v>
                      </c:pt>
                      <c:pt idx="435">
                        <c:v>39328</c:v>
                      </c:pt>
                      <c:pt idx="436">
                        <c:v>39329</c:v>
                      </c:pt>
                      <c:pt idx="437">
                        <c:v>39330</c:v>
                      </c:pt>
                      <c:pt idx="438">
                        <c:v>39331</c:v>
                      </c:pt>
                      <c:pt idx="439">
                        <c:v>39332</c:v>
                      </c:pt>
                      <c:pt idx="440">
                        <c:v>39335</c:v>
                      </c:pt>
                      <c:pt idx="441">
                        <c:v>39336</c:v>
                      </c:pt>
                      <c:pt idx="442">
                        <c:v>39337</c:v>
                      </c:pt>
                      <c:pt idx="443">
                        <c:v>39338</c:v>
                      </c:pt>
                      <c:pt idx="444">
                        <c:v>39339</c:v>
                      </c:pt>
                      <c:pt idx="445">
                        <c:v>39342</c:v>
                      </c:pt>
                      <c:pt idx="446">
                        <c:v>39343</c:v>
                      </c:pt>
                      <c:pt idx="447">
                        <c:v>39344</c:v>
                      </c:pt>
                      <c:pt idx="448">
                        <c:v>39345</c:v>
                      </c:pt>
                      <c:pt idx="449">
                        <c:v>39346</c:v>
                      </c:pt>
                      <c:pt idx="450">
                        <c:v>39349</c:v>
                      </c:pt>
                      <c:pt idx="451">
                        <c:v>39350</c:v>
                      </c:pt>
                      <c:pt idx="452">
                        <c:v>39351</c:v>
                      </c:pt>
                      <c:pt idx="453">
                        <c:v>39352</c:v>
                      </c:pt>
                      <c:pt idx="454">
                        <c:v>39353</c:v>
                      </c:pt>
                      <c:pt idx="455">
                        <c:v>39356</c:v>
                      </c:pt>
                      <c:pt idx="456">
                        <c:v>39357</c:v>
                      </c:pt>
                      <c:pt idx="457">
                        <c:v>39358</c:v>
                      </c:pt>
                      <c:pt idx="458">
                        <c:v>39359</c:v>
                      </c:pt>
                      <c:pt idx="459">
                        <c:v>39360</c:v>
                      </c:pt>
                      <c:pt idx="460">
                        <c:v>39363</c:v>
                      </c:pt>
                      <c:pt idx="461">
                        <c:v>39364</c:v>
                      </c:pt>
                      <c:pt idx="462">
                        <c:v>39365</c:v>
                      </c:pt>
                      <c:pt idx="463">
                        <c:v>39366</c:v>
                      </c:pt>
                      <c:pt idx="464">
                        <c:v>39367</c:v>
                      </c:pt>
                      <c:pt idx="465">
                        <c:v>39370</c:v>
                      </c:pt>
                      <c:pt idx="466">
                        <c:v>39371</c:v>
                      </c:pt>
                      <c:pt idx="467">
                        <c:v>39372</c:v>
                      </c:pt>
                      <c:pt idx="468">
                        <c:v>39373</c:v>
                      </c:pt>
                      <c:pt idx="469">
                        <c:v>39374</c:v>
                      </c:pt>
                      <c:pt idx="470">
                        <c:v>39377</c:v>
                      </c:pt>
                      <c:pt idx="471">
                        <c:v>39378</c:v>
                      </c:pt>
                      <c:pt idx="472">
                        <c:v>39379</c:v>
                      </c:pt>
                      <c:pt idx="473">
                        <c:v>39380</c:v>
                      </c:pt>
                      <c:pt idx="474">
                        <c:v>39381</c:v>
                      </c:pt>
                      <c:pt idx="475">
                        <c:v>39384</c:v>
                      </c:pt>
                      <c:pt idx="476">
                        <c:v>39385</c:v>
                      </c:pt>
                      <c:pt idx="477">
                        <c:v>39386</c:v>
                      </c:pt>
                      <c:pt idx="478">
                        <c:v>39387</c:v>
                      </c:pt>
                      <c:pt idx="479">
                        <c:v>39388</c:v>
                      </c:pt>
                      <c:pt idx="480">
                        <c:v>39391</c:v>
                      </c:pt>
                      <c:pt idx="481">
                        <c:v>39392</c:v>
                      </c:pt>
                      <c:pt idx="482">
                        <c:v>39393</c:v>
                      </c:pt>
                      <c:pt idx="483">
                        <c:v>39394</c:v>
                      </c:pt>
                      <c:pt idx="484">
                        <c:v>39395</c:v>
                      </c:pt>
                      <c:pt idx="485">
                        <c:v>39398</c:v>
                      </c:pt>
                      <c:pt idx="486">
                        <c:v>39399</c:v>
                      </c:pt>
                      <c:pt idx="487">
                        <c:v>39400</c:v>
                      </c:pt>
                      <c:pt idx="488">
                        <c:v>39401</c:v>
                      </c:pt>
                      <c:pt idx="489">
                        <c:v>39402</c:v>
                      </c:pt>
                      <c:pt idx="490">
                        <c:v>39405</c:v>
                      </c:pt>
                      <c:pt idx="491">
                        <c:v>39406</c:v>
                      </c:pt>
                      <c:pt idx="492">
                        <c:v>39407</c:v>
                      </c:pt>
                      <c:pt idx="493">
                        <c:v>39408</c:v>
                      </c:pt>
                      <c:pt idx="494">
                        <c:v>39409</c:v>
                      </c:pt>
                      <c:pt idx="495">
                        <c:v>39412</c:v>
                      </c:pt>
                      <c:pt idx="496">
                        <c:v>39413</c:v>
                      </c:pt>
                      <c:pt idx="497">
                        <c:v>39414</c:v>
                      </c:pt>
                      <c:pt idx="498">
                        <c:v>39415</c:v>
                      </c:pt>
                      <c:pt idx="499">
                        <c:v>39416</c:v>
                      </c:pt>
                      <c:pt idx="500">
                        <c:v>39419</c:v>
                      </c:pt>
                      <c:pt idx="501">
                        <c:v>39420</c:v>
                      </c:pt>
                      <c:pt idx="502">
                        <c:v>39421</c:v>
                      </c:pt>
                      <c:pt idx="503">
                        <c:v>39422</c:v>
                      </c:pt>
                      <c:pt idx="504">
                        <c:v>39423</c:v>
                      </c:pt>
                      <c:pt idx="505">
                        <c:v>39426</c:v>
                      </c:pt>
                      <c:pt idx="506">
                        <c:v>39427</c:v>
                      </c:pt>
                      <c:pt idx="507">
                        <c:v>39428</c:v>
                      </c:pt>
                      <c:pt idx="508">
                        <c:v>39429</c:v>
                      </c:pt>
                      <c:pt idx="509">
                        <c:v>39430</c:v>
                      </c:pt>
                      <c:pt idx="510">
                        <c:v>39433</c:v>
                      </c:pt>
                      <c:pt idx="511">
                        <c:v>39434</c:v>
                      </c:pt>
                      <c:pt idx="512">
                        <c:v>39435</c:v>
                      </c:pt>
                      <c:pt idx="513">
                        <c:v>39436</c:v>
                      </c:pt>
                      <c:pt idx="514">
                        <c:v>39437</c:v>
                      </c:pt>
                      <c:pt idx="515">
                        <c:v>39440</c:v>
                      </c:pt>
                      <c:pt idx="516">
                        <c:v>39441</c:v>
                      </c:pt>
                      <c:pt idx="517">
                        <c:v>39442</c:v>
                      </c:pt>
                      <c:pt idx="518">
                        <c:v>39443</c:v>
                      </c:pt>
                      <c:pt idx="519">
                        <c:v>39444</c:v>
                      </c:pt>
                      <c:pt idx="520">
                        <c:v>39447</c:v>
                      </c:pt>
                      <c:pt idx="521">
                        <c:v>39448</c:v>
                      </c:pt>
                      <c:pt idx="522">
                        <c:v>39449</c:v>
                      </c:pt>
                      <c:pt idx="523">
                        <c:v>39450</c:v>
                      </c:pt>
                      <c:pt idx="524">
                        <c:v>39451</c:v>
                      </c:pt>
                      <c:pt idx="525">
                        <c:v>39454</c:v>
                      </c:pt>
                      <c:pt idx="526">
                        <c:v>39455</c:v>
                      </c:pt>
                      <c:pt idx="527">
                        <c:v>39456</c:v>
                      </c:pt>
                      <c:pt idx="528">
                        <c:v>39457</c:v>
                      </c:pt>
                      <c:pt idx="529">
                        <c:v>39458</c:v>
                      </c:pt>
                      <c:pt idx="530">
                        <c:v>39461</c:v>
                      </c:pt>
                      <c:pt idx="531">
                        <c:v>39462</c:v>
                      </c:pt>
                      <c:pt idx="532">
                        <c:v>39463</c:v>
                      </c:pt>
                      <c:pt idx="533">
                        <c:v>39464</c:v>
                      </c:pt>
                      <c:pt idx="534">
                        <c:v>39465</c:v>
                      </c:pt>
                      <c:pt idx="535">
                        <c:v>39468</c:v>
                      </c:pt>
                      <c:pt idx="536">
                        <c:v>39469</c:v>
                      </c:pt>
                      <c:pt idx="537">
                        <c:v>39470</c:v>
                      </c:pt>
                      <c:pt idx="538">
                        <c:v>39471</c:v>
                      </c:pt>
                      <c:pt idx="539">
                        <c:v>39472</c:v>
                      </c:pt>
                      <c:pt idx="540">
                        <c:v>39475</c:v>
                      </c:pt>
                      <c:pt idx="541">
                        <c:v>39476</c:v>
                      </c:pt>
                      <c:pt idx="542">
                        <c:v>39477</c:v>
                      </c:pt>
                      <c:pt idx="543">
                        <c:v>39478</c:v>
                      </c:pt>
                      <c:pt idx="544">
                        <c:v>39479</c:v>
                      </c:pt>
                      <c:pt idx="545">
                        <c:v>39482</c:v>
                      </c:pt>
                      <c:pt idx="546">
                        <c:v>39483</c:v>
                      </c:pt>
                      <c:pt idx="547">
                        <c:v>39484</c:v>
                      </c:pt>
                      <c:pt idx="548">
                        <c:v>39485</c:v>
                      </c:pt>
                      <c:pt idx="549">
                        <c:v>39486</c:v>
                      </c:pt>
                      <c:pt idx="550">
                        <c:v>39489</c:v>
                      </c:pt>
                      <c:pt idx="551">
                        <c:v>39490</c:v>
                      </c:pt>
                      <c:pt idx="552">
                        <c:v>39491</c:v>
                      </c:pt>
                      <c:pt idx="553">
                        <c:v>39492</c:v>
                      </c:pt>
                      <c:pt idx="554">
                        <c:v>39493</c:v>
                      </c:pt>
                      <c:pt idx="555">
                        <c:v>39496</c:v>
                      </c:pt>
                      <c:pt idx="556">
                        <c:v>39497</c:v>
                      </c:pt>
                      <c:pt idx="557">
                        <c:v>39498</c:v>
                      </c:pt>
                      <c:pt idx="558">
                        <c:v>39499</c:v>
                      </c:pt>
                      <c:pt idx="559">
                        <c:v>39500</c:v>
                      </c:pt>
                      <c:pt idx="560">
                        <c:v>39503</c:v>
                      </c:pt>
                      <c:pt idx="561">
                        <c:v>39504</c:v>
                      </c:pt>
                      <c:pt idx="562">
                        <c:v>39505</c:v>
                      </c:pt>
                      <c:pt idx="563">
                        <c:v>39506</c:v>
                      </c:pt>
                      <c:pt idx="564">
                        <c:v>39507</c:v>
                      </c:pt>
                      <c:pt idx="565">
                        <c:v>39510</c:v>
                      </c:pt>
                      <c:pt idx="566">
                        <c:v>39511</c:v>
                      </c:pt>
                      <c:pt idx="567">
                        <c:v>39512</c:v>
                      </c:pt>
                      <c:pt idx="568">
                        <c:v>39513</c:v>
                      </c:pt>
                      <c:pt idx="569">
                        <c:v>39514</c:v>
                      </c:pt>
                      <c:pt idx="570">
                        <c:v>39517</c:v>
                      </c:pt>
                      <c:pt idx="571">
                        <c:v>39518</c:v>
                      </c:pt>
                      <c:pt idx="572">
                        <c:v>39519</c:v>
                      </c:pt>
                      <c:pt idx="573">
                        <c:v>39520</c:v>
                      </c:pt>
                      <c:pt idx="574">
                        <c:v>39521</c:v>
                      </c:pt>
                      <c:pt idx="575">
                        <c:v>39524</c:v>
                      </c:pt>
                      <c:pt idx="576">
                        <c:v>39525</c:v>
                      </c:pt>
                      <c:pt idx="577">
                        <c:v>39526</c:v>
                      </c:pt>
                      <c:pt idx="578">
                        <c:v>39527</c:v>
                      </c:pt>
                      <c:pt idx="579">
                        <c:v>39528</c:v>
                      </c:pt>
                      <c:pt idx="580">
                        <c:v>39531</c:v>
                      </c:pt>
                      <c:pt idx="581">
                        <c:v>39532</c:v>
                      </c:pt>
                      <c:pt idx="582">
                        <c:v>39533</c:v>
                      </c:pt>
                      <c:pt idx="583">
                        <c:v>39534</c:v>
                      </c:pt>
                      <c:pt idx="584">
                        <c:v>39535</c:v>
                      </c:pt>
                      <c:pt idx="585">
                        <c:v>39538</c:v>
                      </c:pt>
                      <c:pt idx="586">
                        <c:v>39539</c:v>
                      </c:pt>
                      <c:pt idx="587">
                        <c:v>39540</c:v>
                      </c:pt>
                      <c:pt idx="588">
                        <c:v>39541</c:v>
                      </c:pt>
                      <c:pt idx="589">
                        <c:v>39542</c:v>
                      </c:pt>
                      <c:pt idx="590">
                        <c:v>39545</c:v>
                      </c:pt>
                      <c:pt idx="591">
                        <c:v>39546</c:v>
                      </c:pt>
                      <c:pt idx="592">
                        <c:v>39547</c:v>
                      </c:pt>
                      <c:pt idx="593">
                        <c:v>39548</c:v>
                      </c:pt>
                      <c:pt idx="594">
                        <c:v>39549</c:v>
                      </c:pt>
                      <c:pt idx="595">
                        <c:v>39552</c:v>
                      </c:pt>
                      <c:pt idx="596">
                        <c:v>39553</c:v>
                      </c:pt>
                      <c:pt idx="597">
                        <c:v>39554</c:v>
                      </c:pt>
                      <c:pt idx="598">
                        <c:v>39555</c:v>
                      </c:pt>
                      <c:pt idx="599">
                        <c:v>39556</c:v>
                      </c:pt>
                      <c:pt idx="600">
                        <c:v>39559</c:v>
                      </c:pt>
                      <c:pt idx="601">
                        <c:v>39560</c:v>
                      </c:pt>
                      <c:pt idx="602">
                        <c:v>39561</c:v>
                      </c:pt>
                      <c:pt idx="603">
                        <c:v>39562</c:v>
                      </c:pt>
                      <c:pt idx="604">
                        <c:v>39563</c:v>
                      </c:pt>
                      <c:pt idx="605">
                        <c:v>39566</c:v>
                      </c:pt>
                      <c:pt idx="606">
                        <c:v>39567</c:v>
                      </c:pt>
                      <c:pt idx="607">
                        <c:v>39568</c:v>
                      </c:pt>
                      <c:pt idx="608">
                        <c:v>39569</c:v>
                      </c:pt>
                      <c:pt idx="609">
                        <c:v>39570</c:v>
                      </c:pt>
                      <c:pt idx="610">
                        <c:v>39573</c:v>
                      </c:pt>
                      <c:pt idx="611">
                        <c:v>39574</c:v>
                      </c:pt>
                      <c:pt idx="612">
                        <c:v>39575</c:v>
                      </c:pt>
                      <c:pt idx="613">
                        <c:v>39576</c:v>
                      </c:pt>
                      <c:pt idx="614">
                        <c:v>39577</c:v>
                      </c:pt>
                      <c:pt idx="615">
                        <c:v>39580</c:v>
                      </c:pt>
                      <c:pt idx="616">
                        <c:v>39581</c:v>
                      </c:pt>
                      <c:pt idx="617">
                        <c:v>39582</c:v>
                      </c:pt>
                      <c:pt idx="618">
                        <c:v>39583</c:v>
                      </c:pt>
                      <c:pt idx="619">
                        <c:v>39584</c:v>
                      </c:pt>
                      <c:pt idx="620">
                        <c:v>39587</c:v>
                      </c:pt>
                      <c:pt idx="621">
                        <c:v>39588</c:v>
                      </c:pt>
                      <c:pt idx="622">
                        <c:v>39589</c:v>
                      </c:pt>
                      <c:pt idx="623">
                        <c:v>39590</c:v>
                      </c:pt>
                      <c:pt idx="624">
                        <c:v>39591</c:v>
                      </c:pt>
                      <c:pt idx="625">
                        <c:v>39594</c:v>
                      </c:pt>
                      <c:pt idx="626">
                        <c:v>39595</c:v>
                      </c:pt>
                      <c:pt idx="627">
                        <c:v>39596</c:v>
                      </c:pt>
                      <c:pt idx="628">
                        <c:v>39597</c:v>
                      </c:pt>
                      <c:pt idx="629">
                        <c:v>39598</c:v>
                      </c:pt>
                      <c:pt idx="630">
                        <c:v>39601</c:v>
                      </c:pt>
                      <c:pt idx="631">
                        <c:v>39602</c:v>
                      </c:pt>
                      <c:pt idx="632">
                        <c:v>39603</c:v>
                      </c:pt>
                      <c:pt idx="633">
                        <c:v>39604</c:v>
                      </c:pt>
                      <c:pt idx="634">
                        <c:v>39605</c:v>
                      </c:pt>
                      <c:pt idx="635">
                        <c:v>39608</c:v>
                      </c:pt>
                      <c:pt idx="636">
                        <c:v>39609</c:v>
                      </c:pt>
                      <c:pt idx="637">
                        <c:v>39610</c:v>
                      </c:pt>
                      <c:pt idx="638">
                        <c:v>39611</c:v>
                      </c:pt>
                      <c:pt idx="639">
                        <c:v>39612</c:v>
                      </c:pt>
                      <c:pt idx="640">
                        <c:v>39615</c:v>
                      </c:pt>
                      <c:pt idx="641">
                        <c:v>39616</c:v>
                      </c:pt>
                      <c:pt idx="642">
                        <c:v>39617</c:v>
                      </c:pt>
                      <c:pt idx="643">
                        <c:v>39618</c:v>
                      </c:pt>
                      <c:pt idx="644">
                        <c:v>39619</c:v>
                      </c:pt>
                      <c:pt idx="645">
                        <c:v>39622</c:v>
                      </c:pt>
                      <c:pt idx="646">
                        <c:v>39623</c:v>
                      </c:pt>
                      <c:pt idx="647">
                        <c:v>39624</c:v>
                      </c:pt>
                      <c:pt idx="648">
                        <c:v>39625</c:v>
                      </c:pt>
                      <c:pt idx="649">
                        <c:v>39626</c:v>
                      </c:pt>
                      <c:pt idx="650">
                        <c:v>39629</c:v>
                      </c:pt>
                      <c:pt idx="651">
                        <c:v>39630</c:v>
                      </c:pt>
                      <c:pt idx="652">
                        <c:v>39631</c:v>
                      </c:pt>
                      <c:pt idx="653">
                        <c:v>39632</c:v>
                      </c:pt>
                      <c:pt idx="654">
                        <c:v>39633</c:v>
                      </c:pt>
                      <c:pt idx="655">
                        <c:v>39636</c:v>
                      </c:pt>
                      <c:pt idx="656">
                        <c:v>39637</c:v>
                      </c:pt>
                      <c:pt idx="657">
                        <c:v>39638</c:v>
                      </c:pt>
                      <c:pt idx="658">
                        <c:v>39639</c:v>
                      </c:pt>
                      <c:pt idx="659">
                        <c:v>39640</c:v>
                      </c:pt>
                      <c:pt idx="660">
                        <c:v>39643</c:v>
                      </c:pt>
                      <c:pt idx="661">
                        <c:v>39644</c:v>
                      </c:pt>
                      <c:pt idx="662">
                        <c:v>39645</c:v>
                      </c:pt>
                      <c:pt idx="663">
                        <c:v>39646</c:v>
                      </c:pt>
                      <c:pt idx="664">
                        <c:v>39647</c:v>
                      </c:pt>
                      <c:pt idx="665">
                        <c:v>39650</c:v>
                      </c:pt>
                      <c:pt idx="666">
                        <c:v>39651</c:v>
                      </c:pt>
                      <c:pt idx="667">
                        <c:v>39652</c:v>
                      </c:pt>
                      <c:pt idx="668">
                        <c:v>39653</c:v>
                      </c:pt>
                      <c:pt idx="669">
                        <c:v>39654</c:v>
                      </c:pt>
                      <c:pt idx="670">
                        <c:v>39657</c:v>
                      </c:pt>
                      <c:pt idx="671">
                        <c:v>39658</c:v>
                      </c:pt>
                      <c:pt idx="672">
                        <c:v>39659</c:v>
                      </c:pt>
                      <c:pt idx="673">
                        <c:v>39660</c:v>
                      </c:pt>
                      <c:pt idx="674">
                        <c:v>39661</c:v>
                      </c:pt>
                      <c:pt idx="675">
                        <c:v>39664</c:v>
                      </c:pt>
                      <c:pt idx="676">
                        <c:v>39665</c:v>
                      </c:pt>
                      <c:pt idx="677">
                        <c:v>39666</c:v>
                      </c:pt>
                      <c:pt idx="678">
                        <c:v>39667</c:v>
                      </c:pt>
                      <c:pt idx="679">
                        <c:v>39668</c:v>
                      </c:pt>
                      <c:pt idx="680">
                        <c:v>39671</c:v>
                      </c:pt>
                      <c:pt idx="681">
                        <c:v>39672</c:v>
                      </c:pt>
                      <c:pt idx="682">
                        <c:v>39673</c:v>
                      </c:pt>
                      <c:pt idx="683">
                        <c:v>39674</c:v>
                      </c:pt>
                      <c:pt idx="684">
                        <c:v>39675</c:v>
                      </c:pt>
                      <c:pt idx="685">
                        <c:v>39678</c:v>
                      </c:pt>
                      <c:pt idx="686">
                        <c:v>39679</c:v>
                      </c:pt>
                      <c:pt idx="687">
                        <c:v>39680</c:v>
                      </c:pt>
                      <c:pt idx="688">
                        <c:v>39681</c:v>
                      </c:pt>
                      <c:pt idx="689">
                        <c:v>39682</c:v>
                      </c:pt>
                      <c:pt idx="690">
                        <c:v>39685</c:v>
                      </c:pt>
                      <c:pt idx="691">
                        <c:v>39686</c:v>
                      </c:pt>
                      <c:pt idx="692">
                        <c:v>39687</c:v>
                      </c:pt>
                      <c:pt idx="693">
                        <c:v>39688</c:v>
                      </c:pt>
                      <c:pt idx="694">
                        <c:v>39689</c:v>
                      </c:pt>
                      <c:pt idx="695">
                        <c:v>39692</c:v>
                      </c:pt>
                      <c:pt idx="696">
                        <c:v>39693</c:v>
                      </c:pt>
                      <c:pt idx="697">
                        <c:v>39694</c:v>
                      </c:pt>
                      <c:pt idx="698">
                        <c:v>39695</c:v>
                      </c:pt>
                      <c:pt idx="699">
                        <c:v>39696</c:v>
                      </c:pt>
                      <c:pt idx="700">
                        <c:v>39699</c:v>
                      </c:pt>
                      <c:pt idx="701">
                        <c:v>39700</c:v>
                      </c:pt>
                      <c:pt idx="702">
                        <c:v>39701</c:v>
                      </c:pt>
                      <c:pt idx="703">
                        <c:v>39702</c:v>
                      </c:pt>
                      <c:pt idx="704">
                        <c:v>39703</c:v>
                      </c:pt>
                      <c:pt idx="705">
                        <c:v>39706</c:v>
                      </c:pt>
                      <c:pt idx="706">
                        <c:v>39707</c:v>
                      </c:pt>
                      <c:pt idx="707">
                        <c:v>39708</c:v>
                      </c:pt>
                      <c:pt idx="708">
                        <c:v>39709</c:v>
                      </c:pt>
                      <c:pt idx="709">
                        <c:v>39710</c:v>
                      </c:pt>
                      <c:pt idx="710">
                        <c:v>39713</c:v>
                      </c:pt>
                      <c:pt idx="711">
                        <c:v>39714</c:v>
                      </c:pt>
                      <c:pt idx="712">
                        <c:v>39715</c:v>
                      </c:pt>
                      <c:pt idx="713">
                        <c:v>39716</c:v>
                      </c:pt>
                      <c:pt idx="714">
                        <c:v>39717</c:v>
                      </c:pt>
                      <c:pt idx="715">
                        <c:v>39720</c:v>
                      </c:pt>
                      <c:pt idx="716">
                        <c:v>39721</c:v>
                      </c:pt>
                      <c:pt idx="717">
                        <c:v>39722</c:v>
                      </c:pt>
                      <c:pt idx="718">
                        <c:v>39723</c:v>
                      </c:pt>
                      <c:pt idx="719">
                        <c:v>39724</c:v>
                      </c:pt>
                      <c:pt idx="720">
                        <c:v>39727</c:v>
                      </c:pt>
                      <c:pt idx="721">
                        <c:v>39728</c:v>
                      </c:pt>
                      <c:pt idx="722">
                        <c:v>39729</c:v>
                      </c:pt>
                      <c:pt idx="723">
                        <c:v>39730</c:v>
                      </c:pt>
                      <c:pt idx="724">
                        <c:v>39731</c:v>
                      </c:pt>
                      <c:pt idx="725">
                        <c:v>39734</c:v>
                      </c:pt>
                      <c:pt idx="726">
                        <c:v>39735</c:v>
                      </c:pt>
                      <c:pt idx="727">
                        <c:v>39736</c:v>
                      </c:pt>
                      <c:pt idx="728">
                        <c:v>39737</c:v>
                      </c:pt>
                      <c:pt idx="729">
                        <c:v>39738</c:v>
                      </c:pt>
                      <c:pt idx="730">
                        <c:v>39741</c:v>
                      </c:pt>
                      <c:pt idx="731">
                        <c:v>39742</c:v>
                      </c:pt>
                      <c:pt idx="732">
                        <c:v>39743</c:v>
                      </c:pt>
                      <c:pt idx="733">
                        <c:v>39744</c:v>
                      </c:pt>
                      <c:pt idx="734">
                        <c:v>39745</c:v>
                      </c:pt>
                      <c:pt idx="735">
                        <c:v>39748</c:v>
                      </c:pt>
                      <c:pt idx="736">
                        <c:v>39749</c:v>
                      </c:pt>
                      <c:pt idx="737">
                        <c:v>39750</c:v>
                      </c:pt>
                      <c:pt idx="738">
                        <c:v>39751</c:v>
                      </c:pt>
                      <c:pt idx="739">
                        <c:v>39752</c:v>
                      </c:pt>
                      <c:pt idx="740">
                        <c:v>39755</c:v>
                      </c:pt>
                      <c:pt idx="741">
                        <c:v>39756</c:v>
                      </c:pt>
                      <c:pt idx="742">
                        <c:v>39757</c:v>
                      </c:pt>
                      <c:pt idx="743">
                        <c:v>39758</c:v>
                      </c:pt>
                      <c:pt idx="744">
                        <c:v>39759</c:v>
                      </c:pt>
                      <c:pt idx="745">
                        <c:v>39762</c:v>
                      </c:pt>
                      <c:pt idx="746">
                        <c:v>39763</c:v>
                      </c:pt>
                      <c:pt idx="747">
                        <c:v>39764</c:v>
                      </c:pt>
                      <c:pt idx="748">
                        <c:v>39765</c:v>
                      </c:pt>
                      <c:pt idx="749">
                        <c:v>39766</c:v>
                      </c:pt>
                      <c:pt idx="750">
                        <c:v>39769</c:v>
                      </c:pt>
                      <c:pt idx="751">
                        <c:v>39770</c:v>
                      </c:pt>
                      <c:pt idx="752">
                        <c:v>39771</c:v>
                      </c:pt>
                      <c:pt idx="753">
                        <c:v>39772</c:v>
                      </c:pt>
                      <c:pt idx="754">
                        <c:v>39773</c:v>
                      </c:pt>
                      <c:pt idx="755">
                        <c:v>39776</c:v>
                      </c:pt>
                      <c:pt idx="756">
                        <c:v>39777</c:v>
                      </c:pt>
                      <c:pt idx="757">
                        <c:v>39778</c:v>
                      </c:pt>
                      <c:pt idx="758">
                        <c:v>39779</c:v>
                      </c:pt>
                      <c:pt idx="759">
                        <c:v>39780</c:v>
                      </c:pt>
                      <c:pt idx="760">
                        <c:v>39783</c:v>
                      </c:pt>
                      <c:pt idx="761">
                        <c:v>39784</c:v>
                      </c:pt>
                      <c:pt idx="762">
                        <c:v>39785</c:v>
                      </c:pt>
                      <c:pt idx="763">
                        <c:v>39786</c:v>
                      </c:pt>
                      <c:pt idx="764">
                        <c:v>39787</c:v>
                      </c:pt>
                      <c:pt idx="765">
                        <c:v>39790</c:v>
                      </c:pt>
                      <c:pt idx="766">
                        <c:v>39791</c:v>
                      </c:pt>
                      <c:pt idx="767">
                        <c:v>39792</c:v>
                      </c:pt>
                      <c:pt idx="768">
                        <c:v>39793</c:v>
                      </c:pt>
                      <c:pt idx="769">
                        <c:v>39794</c:v>
                      </c:pt>
                      <c:pt idx="770">
                        <c:v>39797</c:v>
                      </c:pt>
                      <c:pt idx="771">
                        <c:v>39798</c:v>
                      </c:pt>
                      <c:pt idx="772">
                        <c:v>39799</c:v>
                      </c:pt>
                      <c:pt idx="773">
                        <c:v>39800</c:v>
                      </c:pt>
                      <c:pt idx="774">
                        <c:v>39801</c:v>
                      </c:pt>
                      <c:pt idx="775">
                        <c:v>39804</c:v>
                      </c:pt>
                      <c:pt idx="776">
                        <c:v>39805</c:v>
                      </c:pt>
                      <c:pt idx="777">
                        <c:v>39806</c:v>
                      </c:pt>
                      <c:pt idx="778">
                        <c:v>39807</c:v>
                      </c:pt>
                      <c:pt idx="779">
                        <c:v>39808</c:v>
                      </c:pt>
                      <c:pt idx="780">
                        <c:v>39811</c:v>
                      </c:pt>
                      <c:pt idx="781">
                        <c:v>39812</c:v>
                      </c:pt>
                      <c:pt idx="782">
                        <c:v>39813</c:v>
                      </c:pt>
                      <c:pt idx="783">
                        <c:v>39814</c:v>
                      </c:pt>
                      <c:pt idx="784">
                        <c:v>39815</c:v>
                      </c:pt>
                      <c:pt idx="785">
                        <c:v>39818</c:v>
                      </c:pt>
                      <c:pt idx="786">
                        <c:v>39819</c:v>
                      </c:pt>
                      <c:pt idx="787">
                        <c:v>39820</c:v>
                      </c:pt>
                      <c:pt idx="788">
                        <c:v>39821</c:v>
                      </c:pt>
                      <c:pt idx="789">
                        <c:v>39822</c:v>
                      </c:pt>
                      <c:pt idx="790">
                        <c:v>39825</c:v>
                      </c:pt>
                      <c:pt idx="791">
                        <c:v>39826</c:v>
                      </c:pt>
                      <c:pt idx="792">
                        <c:v>39827</c:v>
                      </c:pt>
                      <c:pt idx="793">
                        <c:v>39828</c:v>
                      </c:pt>
                      <c:pt idx="794">
                        <c:v>39829</c:v>
                      </c:pt>
                      <c:pt idx="795">
                        <c:v>39832</c:v>
                      </c:pt>
                      <c:pt idx="796">
                        <c:v>39833</c:v>
                      </c:pt>
                      <c:pt idx="797">
                        <c:v>39834</c:v>
                      </c:pt>
                      <c:pt idx="798">
                        <c:v>39835</c:v>
                      </c:pt>
                      <c:pt idx="799">
                        <c:v>39836</c:v>
                      </c:pt>
                      <c:pt idx="800">
                        <c:v>39839</c:v>
                      </c:pt>
                      <c:pt idx="801">
                        <c:v>39840</c:v>
                      </c:pt>
                      <c:pt idx="802">
                        <c:v>39841</c:v>
                      </c:pt>
                      <c:pt idx="803">
                        <c:v>39842</c:v>
                      </c:pt>
                      <c:pt idx="804">
                        <c:v>39843</c:v>
                      </c:pt>
                      <c:pt idx="805">
                        <c:v>39846</c:v>
                      </c:pt>
                      <c:pt idx="806">
                        <c:v>39847</c:v>
                      </c:pt>
                      <c:pt idx="807">
                        <c:v>39848</c:v>
                      </c:pt>
                      <c:pt idx="808">
                        <c:v>39849</c:v>
                      </c:pt>
                      <c:pt idx="809">
                        <c:v>39850</c:v>
                      </c:pt>
                      <c:pt idx="810">
                        <c:v>39853</c:v>
                      </c:pt>
                      <c:pt idx="811">
                        <c:v>39854</c:v>
                      </c:pt>
                      <c:pt idx="812">
                        <c:v>39855</c:v>
                      </c:pt>
                      <c:pt idx="813">
                        <c:v>39856</c:v>
                      </c:pt>
                      <c:pt idx="814">
                        <c:v>39857</c:v>
                      </c:pt>
                      <c:pt idx="815">
                        <c:v>39860</c:v>
                      </c:pt>
                      <c:pt idx="816">
                        <c:v>39861</c:v>
                      </c:pt>
                      <c:pt idx="817">
                        <c:v>39862</c:v>
                      </c:pt>
                      <c:pt idx="818">
                        <c:v>39863</c:v>
                      </c:pt>
                      <c:pt idx="819">
                        <c:v>39864</c:v>
                      </c:pt>
                      <c:pt idx="820">
                        <c:v>39867</c:v>
                      </c:pt>
                      <c:pt idx="821">
                        <c:v>39868</c:v>
                      </c:pt>
                      <c:pt idx="822">
                        <c:v>39869</c:v>
                      </c:pt>
                      <c:pt idx="823">
                        <c:v>39870</c:v>
                      </c:pt>
                      <c:pt idx="824">
                        <c:v>39871</c:v>
                      </c:pt>
                      <c:pt idx="825">
                        <c:v>39874</c:v>
                      </c:pt>
                      <c:pt idx="826">
                        <c:v>39875</c:v>
                      </c:pt>
                      <c:pt idx="827">
                        <c:v>39876</c:v>
                      </c:pt>
                      <c:pt idx="828">
                        <c:v>39877</c:v>
                      </c:pt>
                      <c:pt idx="829">
                        <c:v>39878</c:v>
                      </c:pt>
                      <c:pt idx="830">
                        <c:v>39881</c:v>
                      </c:pt>
                      <c:pt idx="831">
                        <c:v>39882</c:v>
                      </c:pt>
                      <c:pt idx="832">
                        <c:v>39883</c:v>
                      </c:pt>
                      <c:pt idx="833">
                        <c:v>39884</c:v>
                      </c:pt>
                      <c:pt idx="834">
                        <c:v>39885</c:v>
                      </c:pt>
                      <c:pt idx="835">
                        <c:v>39888</c:v>
                      </c:pt>
                      <c:pt idx="836">
                        <c:v>39889</c:v>
                      </c:pt>
                      <c:pt idx="837">
                        <c:v>39890</c:v>
                      </c:pt>
                      <c:pt idx="838">
                        <c:v>39891</c:v>
                      </c:pt>
                      <c:pt idx="839">
                        <c:v>39892</c:v>
                      </c:pt>
                      <c:pt idx="840">
                        <c:v>39895</c:v>
                      </c:pt>
                      <c:pt idx="841">
                        <c:v>39896</c:v>
                      </c:pt>
                      <c:pt idx="842">
                        <c:v>39897</c:v>
                      </c:pt>
                      <c:pt idx="843">
                        <c:v>39898</c:v>
                      </c:pt>
                      <c:pt idx="844">
                        <c:v>39899</c:v>
                      </c:pt>
                      <c:pt idx="845">
                        <c:v>39902</c:v>
                      </c:pt>
                      <c:pt idx="846">
                        <c:v>39903</c:v>
                      </c:pt>
                      <c:pt idx="847">
                        <c:v>39904</c:v>
                      </c:pt>
                      <c:pt idx="848">
                        <c:v>39905</c:v>
                      </c:pt>
                      <c:pt idx="849">
                        <c:v>39906</c:v>
                      </c:pt>
                      <c:pt idx="850">
                        <c:v>39909</c:v>
                      </c:pt>
                      <c:pt idx="851">
                        <c:v>39910</c:v>
                      </c:pt>
                      <c:pt idx="852">
                        <c:v>39911</c:v>
                      </c:pt>
                      <c:pt idx="853">
                        <c:v>39912</c:v>
                      </c:pt>
                      <c:pt idx="854">
                        <c:v>39913</c:v>
                      </c:pt>
                      <c:pt idx="855">
                        <c:v>39916</c:v>
                      </c:pt>
                      <c:pt idx="856">
                        <c:v>39917</c:v>
                      </c:pt>
                      <c:pt idx="857">
                        <c:v>39918</c:v>
                      </c:pt>
                      <c:pt idx="858">
                        <c:v>39919</c:v>
                      </c:pt>
                      <c:pt idx="859">
                        <c:v>39920</c:v>
                      </c:pt>
                      <c:pt idx="860">
                        <c:v>39923</c:v>
                      </c:pt>
                      <c:pt idx="861">
                        <c:v>39924</c:v>
                      </c:pt>
                      <c:pt idx="862">
                        <c:v>39925</c:v>
                      </c:pt>
                      <c:pt idx="863">
                        <c:v>39926</c:v>
                      </c:pt>
                      <c:pt idx="864">
                        <c:v>39927</c:v>
                      </c:pt>
                      <c:pt idx="865">
                        <c:v>39930</c:v>
                      </c:pt>
                      <c:pt idx="866">
                        <c:v>39931</c:v>
                      </c:pt>
                      <c:pt idx="867">
                        <c:v>39932</c:v>
                      </c:pt>
                      <c:pt idx="868">
                        <c:v>39933</c:v>
                      </c:pt>
                      <c:pt idx="869">
                        <c:v>39934</c:v>
                      </c:pt>
                      <c:pt idx="870">
                        <c:v>39937</c:v>
                      </c:pt>
                      <c:pt idx="871">
                        <c:v>39938</c:v>
                      </c:pt>
                      <c:pt idx="872">
                        <c:v>39939</c:v>
                      </c:pt>
                      <c:pt idx="873">
                        <c:v>39940</c:v>
                      </c:pt>
                      <c:pt idx="874">
                        <c:v>39941</c:v>
                      </c:pt>
                      <c:pt idx="875">
                        <c:v>39944</c:v>
                      </c:pt>
                      <c:pt idx="876">
                        <c:v>39945</c:v>
                      </c:pt>
                      <c:pt idx="877">
                        <c:v>39946</c:v>
                      </c:pt>
                      <c:pt idx="878">
                        <c:v>39947</c:v>
                      </c:pt>
                      <c:pt idx="879">
                        <c:v>39948</c:v>
                      </c:pt>
                      <c:pt idx="880">
                        <c:v>39951</c:v>
                      </c:pt>
                      <c:pt idx="881">
                        <c:v>39952</c:v>
                      </c:pt>
                      <c:pt idx="882">
                        <c:v>39953</c:v>
                      </c:pt>
                      <c:pt idx="883">
                        <c:v>39954</c:v>
                      </c:pt>
                      <c:pt idx="884">
                        <c:v>39955</c:v>
                      </c:pt>
                      <c:pt idx="885">
                        <c:v>39958</c:v>
                      </c:pt>
                      <c:pt idx="886">
                        <c:v>39959</c:v>
                      </c:pt>
                      <c:pt idx="887">
                        <c:v>39960</c:v>
                      </c:pt>
                      <c:pt idx="888">
                        <c:v>39961</c:v>
                      </c:pt>
                      <c:pt idx="889">
                        <c:v>39962</c:v>
                      </c:pt>
                      <c:pt idx="890">
                        <c:v>39965</c:v>
                      </c:pt>
                      <c:pt idx="891">
                        <c:v>39966</c:v>
                      </c:pt>
                      <c:pt idx="892">
                        <c:v>39967</c:v>
                      </c:pt>
                      <c:pt idx="893">
                        <c:v>39968</c:v>
                      </c:pt>
                      <c:pt idx="894">
                        <c:v>39969</c:v>
                      </c:pt>
                      <c:pt idx="895">
                        <c:v>39972</c:v>
                      </c:pt>
                      <c:pt idx="896">
                        <c:v>39973</c:v>
                      </c:pt>
                      <c:pt idx="897">
                        <c:v>39974</c:v>
                      </c:pt>
                      <c:pt idx="898">
                        <c:v>39975</c:v>
                      </c:pt>
                      <c:pt idx="899">
                        <c:v>39976</c:v>
                      </c:pt>
                      <c:pt idx="900">
                        <c:v>39979</c:v>
                      </c:pt>
                      <c:pt idx="901">
                        <c:v>39980</c:v>
                      </c:pt>
                      <c:pt idx="902">
                        <c:v>39981</c:v>
                      </c:pt>
                      <c:pt idx="903">
                        <c:v>39982</c:v>
                      </c:pt>
                      <c:pt idx="904">
                        <c:v>39983</c:v>
                      </c:pt>
                      <c:pt idx="905">
                        <c:v>39986</c:v>
                      </c:pt>
                      <c:pt idx="906">
                        <c:v>39987</c:v>
                      </c:pt>
                      <c:pt idx="907">
                        <c:v>39988</c:v>
                      </c:pt>
                      <c:pt idx="908">
                        <c:v>39989</c:v>
                      </c:pt>
                      <c:pt idx="909">
                        <c:v>39990</c:v>
                      </c:pt>
                      <c:pt idx="910">
                        <c:v>39993</c:v>
                      </c:pt>
                      <c:pt idx="911">
                        <c:v>39994</c:v>
                      </c:pt>
                      <c:pt idx="912">
                        <c:v>39995</c:v>
                      </c:pt>
                      <c:pt idx="913">
                        <c:v>39996</c:v>
                      </c:pt>
                      <c:pt idx="914">
                        <c:v>39997</c:v>
                      </c:pt>
                      <c:pt idx="915">
                        <c:v>40000</c:v>
                      </c:pt>
                      <c:pt idx="916">
                        <c:v>40001</c:v>
                      </c:pt>
                      <c:pt idx="917">
                        <c:v>40002</c:v>
                      </c:pt>
                      <c:pt idx="918">
                        <c:v>40003</c:v>
                      </c:pt>
                      <c:pt idx="919">
                        <c:v>40004</c:v>
                      </c:pt>
                      <c:pt idx="920">
                        <c:v>40007</c:v>
                      </c:pt>
                      <c:pt idx="921">
                        <c:v>40008</c:v>
                      </c:pt>
                      <c:pt idx="922">
                        <c:v>40009</c:v>
                      </c:pt>
                      <c:pt idx="923">
                        <c:v>40010</c:v>
                      </c:pt>
                      <c:pt idx="924">
                        <c:v>40011</c:v>
                      </c:pt>
                      <c:pt idx="925">
                        <c:v>40014</c:v>
                      </c:pt>
                      <c:pt idx="926">
                        <c:v>40015</c:v>
                      </c:pt>
                      <c:pt idx="927">
                        <c:v>40016</c:v>
                      </c:pt>
                      <c:pt idx="928">
                        <c:v>40017</c:v>
                      </c:pt>
                      <c:pt idx="929">
                        <c:v>40018</c:v>
                      </c:pt>
                      <c:pt idx="930">
                        <c:v>40021</c:v>
                      </c:pt>
                      <c:pt idx="931">
                        <c:v>40022</c:v>
                      </c:pt>
                      <c:pt idx="932">
                        <c:v>40023</c:v>
                      </c:pt>
                      <c:pt idx="933">
                        <c:v>40024</c:v>
                      </c:pt>
                      <c:pt idx="934">
                        <c:v>40025</c:v>
                      </c:pt>
                      <c:pt idx="935">
                        <c:v>40028</c:v>
                      </c:pt>
                      <c:pt idx="936">
                        <c:v>40029</c:v>
                      </c:pt>
                      <c:pt idx="937">
                        <c:v>40030</c:v>
                      </c:pt>
                      <c:pt idx="938">
                        <c:v>40031</c:v>
                      </c:pt>
                      <c:pt idx="939">
                        <c:v>40032</c:v>
                      </c:pt>
                      <c:pt idx="940">
                        <c:v>40035</c:v>
                      </c:pt>
                      <c:pt idx="941">
                        <c:v>40036</c:v>
                      </c:pt>
                      <c:pt idx="942">
                        <c:v>40037</c:v>
                      </c:pt>
                      <c:pt idx="943">
                        <c:v>40038</c:v>
                      </c:pt>
                      <c:pt idx="944">
                        <c:v>40039</c:v>
                      </c:pt>
                      <c:pt idx="945">
                        <c:v>40042</c:v>
                      </c:pt>
                      <c:pt idx="946">
                        <c:v>40043</c:v>
                      </c:pt>
                      <c:pt idx="947">
                        <c:v>40044</c:v>
                      </c:pt>
                      <c:pt idx="948">
                        <c:v>40045</c:v>
                      </c:pt>
                      <c:pt idx="949">
                        <c:v>40046</c:v>
                      </c:pt>
                      <c:pt idx="950">
                        <c:v>40049</c:v>
                      </c:pt>
                      <c:pt idx="951">
                        <c:v>40050</c:v>
                      </c:pt>
                      <c:pt idx="952">
                        <c:v>40051</c:v>
                      </c:pt>
                      <c:pt idx="953">
                        <c:v>40052</c:v>
                      </c:pt>
                      <c:pt idx="954">
                        <c:v>40053</c:v>
                      </c:pt>
                      <c:pt idx="955">
                        <c:v>40056</c:v>
                      </c:pt>
                      <c:pt idx="956">
                        <c:v>40057</c:v>
                      </c:pt>
                      <c:pt idx="957">
                        <c:v>40058</c:v>
                      </c:pt>
                      <c:pt idx="958">
                        <c:v>40059</c:v>
                      </c:pt>
                      <c:pt idx="959">
                        <c:v>40060</c:v>
                      </c:pt>
                      <c:pt idx="960">
                        <c:v>40063</c:v>
                      </c:pt>
                      <c:pt idx="961">
                        <c:v>40064</c:v>
                      </c:pt>
                      <c:pt idx="962">
                        <c:v>40065</c:v>
                      </c:pt>
                      <c:pt idx="963">
                        <c:v>40066</c:v>
                      </c:pt>
                      <c:pt idx="964">
                        <c:v>40067</c:v>
                      </c:pt>
                      <c:pt idx="965">
                        <c:v>40070</c:v>
                      </c:pt>
                      <c:pt idx="966">
                        <c:v>40071</c:v>
                      </c:pt>
                      <c:pt idx="967">
                        <c:v>40072</c:v>
                      </c:pt>
                      <c:pt idx="968">
                        <c:v>40073</c:v>
                      </c:pt>
                      <c:pt idx="969">
                        <c:v>40074</c:v>
                      </c:pt>
                      <c:pt idx="970">
                        <c:v>40077</c:v>
                      </c:pt>
                      <c:pt idx="971">
                        <c:v>40078</c:v>
                      </c:pt>
                      <c:pt idx="972">
                        <c:v>40079</c:v>
                      </c:pt>
                      <c:pt idx="973">
                        <c:v>40080</c:v>
                      </c:pt>
                      <c:pt idx="974">
                        <c:v>40081</c:v>
                      </c:pt>
                      <c:pt idx="975">
                        <c:v>40084</c:v>
                      </c:pt>
                      <c:pt idx="976">
                        <c:v>40085</c:v>
                      </c:pt>
                      <c:pt idx="977">
                        <c:v>40086</c:v>
                      </c:pt>
                      <c:pt idx="978">
                        <c:v>40087</c:v>
                      </c:pt>
                      <c:pt idx="979">
                        <c:v>40088</c:v>
                      </c:pt>
                      <c:pt idx="980">
                        <c:v>40091</c:v>
                      </c:pt>
                      <c:pt idx="981">
                        <c:v>40092</c:v>
                      </c:pt>
                      <c:pt idx="982">
                        <c:v>40093</c:v>
                      </c:pt>
                      <c:pt idx="983">
                        <c:v>40094</c:v>
                      </c:pt>
                      <c:pt idx="984">
                        <c:v>40095</c:v>
                      </c:pt>
                      <c:pt idx="985">
                        <c:v>40098</c:v>
                      </c:pt>
                      <c:pt idx="986">
                        <c:v>40099</c:v>
                      </c:pt>
                      <c:pt idx="987">
                        <c:v>40100</c:v>
                      </c:pt>
                      <c:pt idx="988">
                        <c:v>40101</c:v>
                      </c:pt>
                      <c:pt idx="989">
                        <c:v>40102</c:v>
                      </c:pt>
                      <c:pt idx="990">
                        <c:v>40105</c:v>
                      </c:pt>
                      <c:pt idx="991">
                        <c:v>40106</c:v>
                      </c:pt>
                      <c:pt idx="992">
                        <c:v>40107</c:v>
                      </c:pt>
                      <c:pt idx="993">
                        <c:v>40108</c:v>
                      </c:pt>
                      <c:pt idx="994">
                        <c:v>40109</c:v>
                      </c:pt>
                      <c:pt idx="995">
                        <c:v>40112</c:v>
                      </c:pt>
                      <c:pt idx="996">
                        <c:v>40113</c:v>
                      </c:pt>
                      <c:pt idx="997">
                        <c:v>40114</c:v>
                      </c:pt>
                      <c:pt idx="998">
                        <c:v>40115</c:v>
                      </c:pt>
                      <c:pt idx="999">
                        <c:v>40116</c:v>
                      </c:pt>
                      <c:pt idx="1000">
                        <c:v>40119</c:v>
                      </c:pt>
                      <c:pt idx="1001">
                        <c:v>40120</c:v>
                      </c:pt>
                      <c:pt idx="1002">
                        <c:v>40121</c:v>
                      </c:pt>
                      <c:pt idx="1003">
                        <c:v>40122</c:v>
                      </c:pt>
                      <c:pt idx="1004">
                        <c:v>40123</c:v>
                      </c:pt>
                      <c:pt idx="1005">
                        <c:v>40126</c:v>
                      </c:pt>
                      <c:pt idx="1006">
                        <c:v>40127</c:v>
                      </c:pt>
                      <c:pt idx="1007">
                        <c:v>40128</c:v>
                      </c:pt>
                      <c:pt idx="1008">
                        <c:v>40129</c:v>
                      </c:pt>
                      <c:pt idx="1009">
                        <c:v>40130</c:v>
                      </c:pt>
                      <c:pt idx="1010">
                        <c:v>40133</c:v>
                      </c:pt>
                      <c:pt idx="1011">
                        <c:v>40134</c:v>
                      </c:pt>
                      <c:pt idx="1012">
                        <c:v>40135</c:v>
                      </c:pt>
                      <c:pt idx="1013">
                        <c:v>40136</c:v>
                      </c:pt>
                      <c:pt idx="1014">
                        <c:v>40137</c:v>
                      </c:pt>
                      <c:pt idx="1015">
                        <c:v>40140</c:v>
                      </c:pt>
                      <c:pt idx="1016">
                        <c:v>40141</c:v>
                      </c:pt>
                      <c:pt idx="1017">
                        <c:v>40142</c:v>
                      </c:pt>
                      <c:pt idx="1018">
                        <c:v>40143</c:v>
                      </c:pt>
                      <c:pt idx="1019">
                        <c:v>40144</c:v>
                      </c:pt>
                      <c:pt idx="1020">
                        <c:v>40147</c:v>
                      </c:pt>
                      <c:pt idx="1021">
                        <c:v>40148</c:v>
                      </c:pt>
                      <c:pt idx="1022">
                        <c:v>40149</c:v>
                      </c:pt>
                      <c:pt idx="1023">
                        <c:v>40150</c:v>
                      </c:pt>
                      <c:pt idx="1024">
                        <c:v>40151</c:v>
                      </c:pt>
                      <c:pt idx="1025">
                        <c:v>40154</c:v>
                      </c:pt>
                      <c:pt idx="1026">
                        <c:v>40155</c:v>
                      </c:pt>
                      <c:pt idx="1027">
                        <c:v>40156</c:v>
                      </c:pt>
                      <c:pt idx="1028">
                        <c:v>40157</c:v>
                      </c:pt>
                      <c:pt idx="1029">
                        <c:v>40158</c:v>
                      </c:pt>
                      <c:pt idx="1030">
                        <c:v>40161</c:v>
                      </c:pt>
                      <c:pt idx="1031">
                        <c:v>40162</c:v>
                      </c:pt>
                      <c:pt idx="1032">
                        <c:v>40163</c:v>
                      </c:pt>
                      <c:pt idx="1033">
                        <c:v>40164</c:v>
                      </c:pt>
                      <c:pt idx="1034">
                        <c:v>40165</c:v>
                      </c:pt>
                      <c:pt idx="1035">
                        <c:v>40168</c:v>
                      </c:pt>
                      <c:pt idx="1036">
                        <c:v>40169</c:v>
                      </c:pt>
                      <c:pt idx="1037">
                        <c:v>40170</c:v>
                      </c:pt>
                      <c:pt idx="1038">
                        <c:v>40171</c:v>
                      </c:pt>
                      <c:pt idx="1039">
                        <c:v>40172</c:v>
                      </c:pt>
                      <c:pt idx="1040">
                        <c:v>40175</c:v>
                      </c:pt>
                      <c:pt idx="1041">
                        <c:v>40176</c:v>
                      </c:pt>
                      <c:pt idx="1042">
                        <c:v>40177</c:v>
                      </c:pt>
                      <c:pt idx="1043">
                        <c:v>40178</c:v>
                      </c:pt>
                      <c:pt idx="1044">
                        <c:v>40179</c:v>
                      </c:pt>
                      <c:pt idx="1045">
                        <c:v>40182</c:v>
                      </c:pt>
                      <c:pt idx="1046">
                        <c:v>40183</c:v>
                      </c:pt>
                      <c:pt idx="1047">
                        <c:v>40184</c:v>
                      </c:pt>
                      <c:pt idx="1048">
                        <c:v>40185</c:v>
                      </c:pt>
                      <c:pt idx="1049">
                        <c:v>40186</c:v>
                      </c:pt>
                      <c:pt idx="1050">
                        <c:v>40189</c:v>
                      </c:pt>
                      <c:pt idx="1051">
                        <c:v>40190</c:v>
                      </c:pt>
                      <c:pt idx="1052">
                        <c:v>40191</c:v>
                      </c:pt>
                      <c:pt idx="1053">
                        <c:v>40192</c:v>
                      </c:pt>
                      <c:pt idx="1054">
                        <c:v>40193</c:v>
                      </c:pt>
                      <c:pt idx="1055">
                        <c:v>40196</c:v>
                      </c:pt>
                      <c:pt idx="1056">
                        <c:v>40197</c:v>
                      </c:pt>
                      <c:pt idx="1057">
                        <c:v>40198</c:v>
                      </c:pt>
                      <c:pt idx="1058">
                        <c:v>40199</c:v>
                      </c:pt>
                      <c:pt idx="1059">
                        <c:v>40200</c:v>
                      </c:pt>
                      <c:pt idx="1060">
                        <c:v>40203</c:v>
                      </c:pt>
                      <c:pt idx="1061">
                        <c:v>40204</c:v>
                      </c:pt>
                      <c:pt idx="1062">
                        <c:v>40205</c:v>
                      </c:pt>
                      <c:pt idx="1063">
                        <c:v>40206</c:v>
                      </c:pt>
                      <c:pt idx="1064">
                        <c:v>40207</c:v>
                      </c:pt>
                      <c:pt idx="1065">
                        <c:v>40210</c:v>
                      </c:pt>
                      <c:pt idx="1066">
                        <c:v>40211</c:v>
                      </c:pt>
                      <c:pt idx="1067">
                        <c:v>40212</c:v>
                      </c:pt>
                      <c:pt idx="1068">
                        <c:v>40213</c:v>
                      </c:pt>
                      <c:pt idx="1069">
                        <c:v>40214</c:v>
                      </c:pt>
                      <c:pt idx="1070">
                        <c:v>40217</c:v>
                      </c:pt>
                      <c:pt idx="1071">
                        <c:v>40218</c:v>
                      </c:pt>
                      <c:pt idx="1072">
                        <c:v>40219</c:v>
                      </c:pt>
                      <c:pt idx="1073">
                        <c:v>40220</c:v>
                      </c:pt>
                      <c:pt idx="1074">
                        <c:v>40221</c:v>
                      </c:pt>
                      <c:pt idx="1075">
                        <c:v>40224</c:v>
                      </c:pt>
                      <c:pt idx="1076">
                        <c:v>40225</c:v>
                      </c:pt>
                      <c:pt idx="1077">
                        <c:v>40226</c:v>
                      </c:pt>
                      <c:pt idx="1078">
                        <c:v>40227</c:v>
                      </c:pt>
                      <c:pt idx="1079">
                        <c:v>40228</c:v>
                      </c:pt>
                      <c:pt idx="1080">
                        <c:v>40231</c:v>
                      </c:pt>
                      <c:pt idx="1081">
                        <c:v>40232</c:v>
                      </c:pt>
                      <c:pt idx="1082">
                        <c:v>40233</c:v>
                      </c:pt>
                      <c:pt idx="1083">
                        <c:v>40234</c:v>
                      </c:pt>
                      <c:pt idx="1084">
                        <c:v>40235</c:v>
                      </c:pt>
                      <c:pt idx="1085">
                        <c:v>40238</c:v>
                      </c:pt>
                      <c:pt idx="1086">
                        <c:v>40239</c:v>
                      </c:pt>
                      <c:pt idx="1087">
                        <c:v>40240</c:v>
                      </c:pt>
                      <c:pt idx="1088">
                        <c:v>40241</c:v>
                      </c:pt>
                      <c:pt idx="1089">
                        <c:v>40242</c:v>
                      </c:pt>
                      <c:pt idx="1090">
                        <c:v>40245</c:v>
                      </c:pt>
                      <c:pt idx="1091">
                        <c:v>40246</c:v>
                      </c:pt>
                      <c:pt idx="1092">
                        <c:v>40247</c:v>
                      </c:pt>
                      <c:pt idx="1093">
                        <c:v>40248</c:v>
                      </c:pt>
                      <c:pt idx="1094">
                        <c:v>40249</c:v>
                      </c:pt>
                      <c:pt idx="1095">
                        <c:v>40252</c:v>
                      </c:pt>
                      <c:pt idx="1096">
                        <c:v>40253</c:v>
                      </c:pt>
                      <c:pt idx="1097">
                        <c:v>40254</c:v>
                      </c:pt>
                      <c:pt idx="1098">
                        <c:v>40255</c:v>
                      </c:pt>
                      <c:pt idx="1099">
                        <c:v>40256</c:v>
                      </c:pt>
                      <c:pt idx="1100">
                        <c:v>40259</c:v>
                      </c:pt>
                      <c:pt idx="1101">
                        <c:v>40260</c:v>
                      </c:pt>
                      <c:pt idx="1102">
                        <c:v>40261</c:v>
                      </c:pt>
                      <c:pt idx="1103">
                        <c:v>40262</c:v>
                      </c:pt>
                      <c:pt idx="1104">
                        <c:v>40263</c:v>
                      </c:pt>
                      <c:pt idx="1105">
                        <c:v>40266</c:v>
                      </c:pt>
                      <c:pt idx="1106">
                        <c:v>40267</c:v>
                      </c:pt>
                      <c:pt idx="1107">
                        <c:v>40268</c:v>
                      </c:pt>
                      <c:pt idx="1108">
                        <c:v>40269</c:v>
                      </c:pt>
                      <c:pt idx="1109">
                        <c:v>40270</c:v>
                      </c:pt>
                      <c:pt idx="1110">
                        <c:v>40273</c:v>
                      </c:pt>
                      <c:pt idx="1111">
                        <c:v>40274</c:v>
                      </c:pt>
                      <c:pt idx="1112">
                        <c:v>40275</c:v>
                      </c:pt>
                      <c:pt idx="1113">
                        <c:v>40276</c:v>
                      </c:pt>
                      <c:pt idx="1114">
                        <c:v>40277</c:v>
                      </c:pt>
                      <c:pt idx="1115">
                        <c:v>40280</c:v>
                      </c:pt>
                      <c:pt idx="1116">
                        <c:v>40281</c:v>
                      </c:pt>
                      <c:pt idx="1117">
                        <c:v>40282</c:v>
                      </c:pt>
                      <c:pt idx="1118">
                        <c:v>40283</c:v>
                      </c:pt>
                      <c:pt idx="1119">
                        <c:v>40284</c:v>
                      </c:pt>
                      <c:pt idx="1120">
                        <c:v>40287</c:v>
                      </c:pt>
                      <c:pt idx="1121">
                        <c:v>40288</c:v>
                      </c:pt>
                      <c:pt idx="1122">
                        <c:v>40289</c:v>
                      </c:pt>
                      <c:pt idx="1123">
                        <c:v>40290</c:v>
                      </c:pt>
                      <c:pt idx="1124">
                        <c:v>40291</c:v>
                      </c:pt>
                      <c:pt idx="1125">
                        <c:v>40294</c:v>
                      </c:pt>
                      <c:pt idx="1126">
                        <c:v>40295</c:v>
                      </c:pt>
                      <c:pt idx="1127">
                        <c:v>40296</c:v>
                      </c:pt>
                      <c:pt idx="1128">
                        <c:v>40297</c:v>
                      </c:pt>
                      <c:pt idx="1129">
                        <c:v>40298</c:v>
                      </c:pt>
                      <c:pt idx="1130">
                        <c:v>40301</c:v>
                      </c:pt>
                      <c:pt idx="1131">
                        <c:v>40302</c:v>
                      </c:pt>
                      <c:pt idx="1132">
                        <c:v>40303</c:v>
                      </c:pt>
                      <c:pt idx="1133">
                        <c:v>40304</c:v>
                      </c:pt>
                      <c:pt idx="1134">
                        <c:v>40305</c:v>
                      </c:pt>
                      <c:pt idx="1135">
                        <c:v>40308</c:v>
                      </c:pt>
                      <c:pt idx="1136">
                        <c:v>40309</c:v>
                      </c:pt>
                      <c:pt idx="1137">
                        <c:v>40310</c:v>
                      </c:pt>
                      <c:pt idx="1138">
                        <c:v>40311</c:v>
                      </c:pt>
                      <c:pt idx="1139">
                        <c:v>40312</c:v>
                      </c:pt>
                      <c:pt idx="1140">
                        <c:v>40315</c:v>
                      </c:pt>
                      <c:pt idx="1141">
                        <c:v>40316</c:v>
                      </c:pt>
                      <c:pt idx="1142">
                        <c:v>40317</c:v>
                      </c:pt>
                      <c:pt idx="1143">
                        <c:v>40318</c:v>
                      </c:pt>
                      <c:pt idx="1144">
                        <c:v>40319</c:v>
                      </c:pt>
                      <c:pt idx="1145">
                        <c:v>40322</c:v>
                      </c:pt>
                      <c:pt idx="1146">
                        <c:v>40323</c:v>
                      </c:pt>
                      <c:pt idx="1147">
                        <c:v>40324</c:v>
                      </c:pt>
                      <c:pt idx="1148">
                        <c:v>40325</c:v>
                      </c:pt>
                      <c:pt idx="1149">
                        <c:v>40326</c:v>
                      </c:pt>
                      <c:pt idx="1150">
                        <c:v>40329</c:v>
                      </c:pt>
                      <c:pt idx="1151">
                        <c:v>40330</c:v>
                      </c:pt>
                      <c:pt idx="1152">
                        <c:v>40331</c:v>
                      </c:pt>
                      <c:pt idx="1153">
                        <c:v>40332</c:v>
                      </c:pt>
                      <c:pt idx="1154">
                        <c:v>40333</c:v>
                      </c:pt>
                      <c:pt idx="1155">
                        <c:v>40336</c:v>
                      </c:pt>
                      <c:pt idx="1156">
                        <c:v>40337</c:v>
                      </c:pt>
                      <c:pt idx="1157">
                        <c:v>40338</c:v>
                      </c:pt>
                      <c:pt idx="1158">
                        <c:v>40339</c:v>
                      </c:pt>
                      <c:pt idx="1159">
                        <c:v>40340</c:v>
                      </c:pt>
                      <c:pt idx="1160">
                        <c:v>40343</c:v>
                      </c:pt>
                      <c:pt idx="1161">
                        <c:v>40344</c:v>
                      </c:pt>
                      <c:pt idx="1162">
                        <c:v>40345</c:v>
                      </c:pt>
                      <c:pt idx="1163">
                        <c:v>40346</c:v>
                      </c:pt>
                      <c:pt idx="1164">
                        <c:v>40347</c:v>
                      </c:pt>
                      <c:pt idx="1165">
                        <c:v>40350</c:v>
                      </c:pt>
                      <c:pt idx="1166">
                        <c:v>40351</c:v>
                      </c:pt>
                      <c:pt idx="1167">
                        <c:v>40352</c:v>
                      </c:pt>
                      <c:pt idx="1168">
                        <c:v>40353</c:v>
                      </c:pt>
                      <c:pt idx="1169">
                        <c:v>40354</c:v>
                      </c:pt>
                      <c:pt idx="1170">
                        <c:v>40357</c:v>
                      </c:pt>
                      <c:pt idx="1171">
                        <c:v>40358</c:v>
                      </c:pt>
                      <c:pt idx="1172">
                        <c:v>40359</c:v>
                      </c:pt>
                      <c:pt idx="1173">
                        <c:v>40360</c:v>
                      </c:pt>
                      <c:pt idx="1174">
                        <c:v>40361</c:v>
                      </c:pt>
                      <c:pt idx="1175">
                        <c:v>40364</c:v>
                      </c:pt>
                      <c:pt idx="1176">
                        <c:v>40365</c:v>
                      </c:pt>
                      <c:pt idx="1177">
                        <c:v>40366</c:v>
                      </c:pt>
                      <c:pt idx="1178">
                        <c:v>40367</c:v>
                      </c:pt>
                      <c:pt idx="1179">
                        <c:v>40368</c:v>
                      </c:pt>
                      <c:pt idx="1180">
                        <c:v>40371</c:v>
                      </c:pt>
                      <c:pt idx="1181">
                        <c:v>40372</c:v>
                      </c:pt>
                      <c:pt idx="1182">
                        <c:v>40373</c:v>
                      </c:pt>
                      <c:pt idx="1183">
                        <c:v>40374</c:v>
                      </c:pt>
                      <c:pt idx="1184">
                        <c:v>40375</c:v>
                      </c:pt>
                      <c:pt idx="1185">
                        <c:v>40378</c:v>
                      </c:pt>
                      <c:pt idx="1186">
                        <c:v>40379</c:v>
                      </c:pt>
                      <c:pt idx="1187">
                        <c:v>40380</c:v>
                      </c:pt>
                      <c:pt idx="1188">
                        <c:v>40381</c:v>
                      </c:pt>
                      <c:pt idx="1189">
                        <c:v>40382</c:v>
                      </c:pt>
                      <c:pt idx="1190">
                        <c:v>40385</c:v>
                      </c:pt>
                      <c:pt idx="1191">
                        <c:v>40386</c:v>
                      </c:pt>
                      <c:pt idx="1192">
                        <c:v>40387</c:v>
                      </c:pt>
                      <c:pt idx="1193">
                        <c:v>40388</c:v>
                      </c:pt>
                      <c:pt idx="1194">
                        <c:v>40389</c:v>
                      </c:pt>
                      <c:pt idx="1195">
                        <c:v>40392</c:v>
                      </c:pt>
                      <c:pt idx="1196">
                        <c:v>40393</c:v>
                      </c:pt>
                      <c:pt idx="1197">
                        <c:v>40394</c:v>
                      </c:pt>
                      <c:pt idx="1198">
                        <c:v>40395</c:v>
                      </c:pt>
                      <c:pt idx="1199">
                        <c:v>40396</c:v>
                      </c:pt>
                      <c:pt idx="1200">
                        <c:v>40399</c:v>
                      </c:pt>
                      <c:pt idx="1201">
                        <c:v>40400</c:v>
                      </c:pt>
                      <c:pt idx="1202">
                        <c:v>40401</c:v>
                      </c:pt>
                      <c:pt idx="1203">
                        <c:v>40402</c:v>
                      </c:pt>
                      <c:pt idx="1204">
                        <c:v>40403</c:v>
                      </c:pt>
                      <c:pt idx="1205">
                        <c:v>40406</c:v>
                      </c:pt>
                      <c:pt idx="1206">
                        <c:v>40407</c:v>
                      </c:pt>
                      <c:pt idx="1207">
                        <c:v>40408</c:v>
                      </c:pt>
                      <c:pt idx="1208">
                        <c:v>40409</c:v>
                      </c:pt>
                      <c:pt idx="1209">
                        <c:v>40410</c:v>
                      </c:pt>
                      <c:pt idx="1210">
                        <c:v>40413</c:v>
                      </c:pt>
                      <c:pt idx="1211">
                        <c:v>40414</c:v>
                      </c:pt>
                      <c:pt idx="1212">
                        <c:v>40415</c:v>
                      </c:pt>
                      <c:pt idx="1213">
                        <c:v>40416</c:v>
                      </c:pt>
                      <c:pt idx="1214">
                        <c:v>40417</c:v>
                      </c:pt>
                      <c:pt idx="1215">
                        <c:v>40420</c:v>
                      </c:pt>
                      <c:pt idx="1216">
                        <c:v>40421</c:v>
                      </c:pt>
                      <c:pt idx="1217">
                        <c:v>40422</c:v>
                      </c:pt>
                      <c:pt idx="1218">
                        <c:v>40423</c:v>
                      </c:pt>
                      <c:pt idx="1219">
                        <c:v>40424</c:v>
                      </c:pt>
                      <c:pt idx="1220">
                        <c:v>40427</c:v>
                      </c:pt>
                      <c:pt idx="1221">
                        <c:v>40428</c:v>
                      </c:pt>
                      <c:pt idx="1222">
                        <c:v>40429</c:v>
                      </c:pt>
                      <c:pt idx="1223">
                        <c:v>40430</c:v>
                      </c:pt>
                      <c:pt idx="1224">
                        <c:v>40431</c:v>
                      </c:pt>
                      <c:pt idx="1225">
                        <c:v>40434</c:v>
                      </c:pt>
                      <c:pt idx="1226">
                        <c:v>40435</c:v>
                      </c:pt>
                      <c:pt idx="1227">
                        <c:v>40436</c:v>
                      </c:pt>
                      <c:pt idx="1228">
                        <c:v>40437</c:v>
                      </c:pt>
                      <c:pt idx="1229">
                        <c:v>40438</c:v>
                      </c:pt>
                      <c:pt idx="1230">
                        <c:v>40441</c:v>
                      </c:pt>
                      <c:pt idx="1231">
                        <c:v>40442</c:v>
                      </c:pt>
                      <c:pt idx="1232">
                        <c:v>40443</c:v>
                      </c:pt>
                      <c:pt idx="1233">
                        <c:v>40444</c:v>
                      </c:pt>
                      <c:pt idx="1234">
                        <c:v>40445</c:v>
                      </c:pt>
                      <c:pt idx="1235">
                        <c:v>40448</c:v>
                      </c:pt>
                      <c:pt idx="1236">
                        <c:v>40449</c:v>
                      </c:pt>
                      <c:pt idx="1237">
                        <c:v>40450</c:v>
                      </c:pt>
                      <c:pt idx="1238">
                        <c:v>40451</c:v>
                      </c:pt>
                      <c:pt idx="1239">
                        <c:v>40452</c:v>
                      </c:pt>
                      <c:pt idx="1240">
                        <c:v>40455</c:v>
                      </c:pt>
                      <c:pt idx="1241">
                        <c:v>40456</c:v>
                      </c:pt>
                      <c:pt idx="1242">
                        <c:v>40457</c:v>
                      </c:pt>
                      <c:pt idx="1243">
                        <c:v>40458</c:v>
                      </c:pt>
                      <c:pt idx="1244">
                        <c:v>40459</c:v>
                      </c:pt>
                      <c:pt idx="1245">
                        <c:v>40462</c:v>
                      </c:pt>
                      <c:pt idx="1246">
                        <c:v>40463</c:v>
                      </c:pt>
                      <c:pt idx="1247">
                        <c:v>40464</c:v>
                      </c:pt>
                      <c:pt idx="1248">
                        <c:v>40465</c:v>
                      </c:pt>
                      <c:pt idx="1249">
                        <c:v>40466</c:v>
                      </c:pt>
                      <c:pt idx="1250">
                        <c:v>40469</c:v>
                      </c:pt>
                      <c:pt idx="1251">
                        <c:v>40470</c:v>
                      </c:pt>
                      <c:pt idx="1252">
                        <c:v>40471</c:v>
                      </c:pt>
                      <c:pt idx="1253">
                        <c:v>40472</c:v>
                      </c:pt>
                      <c:pt idx="1254">
                        <c:v>40473</c:v>
                      </c:pt>
                      <c:pt idx="1255">
                        <c:v>40476</c:v>
                      </c:pt>
                      <c:pt idx="1256">
                        <c:v>40477</c:v>
                      </c:pt>
                      <c:pt idx="1257">
                        <c:v>40478</c:v>
                      </c:pt>
                      <c:pt idx="1258">
                        <c:v>40479</c:v>
                      </c:pt>
                      <c:pt idx="1259">
                        <c:v>40480</c:v>
                      </c:pt>
                      <c:pt idx="1260">
                        <c:v>40483</c:v>
                      </c:pt>
                      <c:pt idx="1261">
                        <c:v>40484</c:v>
                      </c:pt>
                      <c:pt idx="1262">
                        <c:v>40485</c:v>
                      </c:pt>
                      <c:pt idx="1263">
                        <c:v>40486</c:v>
                      </c:pt>
                      <c:pt idx="1264">
                        <c:v>40487</c:v>
                      </c:pt>
                      <c:pt idx="1265">
                        <c:v>40490</c:v>
                      </c:pt>
                      <c:pt idx="1266">
                        <c:v>40491</c:v>
                      </c:pt>
                      <c:pt idx="1267">
                        <c:v>40492</c:v>
                      </c:pt>
                      <c:pt idx="1268">
                        <c:v>40493</c:v>
                      </c:pt>
                      <c:pt idx="1269">
                        <c:v>40494</c:v>
                      </c:pt>
                      <c:pt idx="1270">
                        <c:v>40497</c:v>
                      </c:pt>
                      <c:pt idx="1271">
                        <c:v>40498</c:v>
                      </c:pt>
                      <c:pt idx="1272">
                        <c:v>40499</c:v>
                      </c:pt>
                      <c:pt idx="1273">
                        <c:v>40500</c:v>
                      </c:pt>
                      <c:pt idx="1274">
                        <c:v>40501</c:v>
                      </c:pt>
                      <c:pt idx="1275">
                        <c:v>40504</c:v>
                      </c:pt>
                      <c:pt idx="1276">
                        <c:v>40505</c:v>
                      </c:pt>
                      <c:pt idx="1277">
                        <c:v>40506</c:v>
                      </c:pt>
                      <c:pt idx="1278">
                        <c:v>40507</c:v>
                      </c:pt>
                      <c:pt idx="1279">
                        <c:v>40508</c:v>
                      </c:pt>
                      <c:pt idx="1280">
                        <c:v>40511</c:v>
                      </c:pt>
                      <c:pt idx="1281">
                        <c:v>40512</c:v>
                      </c:pt>
                      <c:pt idx="1282">
                        <c:v>40513</c:v>
                      </c:pt>
                      <c:pt idx="1283">
                        <c:v>40514</c:v>
                      </c:pt>
                      <c:pt idx="1284">
                        <c:v>40515</c:v>
                      </c:pt>
                      <c:pt idx="1285">
                        <c:v>40518</c:v>
                      </c:pt>
                      <c:pt idx="1286">
                        <c:v>40519</c:v>
                      </c:pt>
                      <c:pt idx="1287">
                        <c:v>40520</c:v>
                      </c:pt>
                      <c:pt idx="1288">
                        <c:v>40521</c:v>
                      </c:pt>
                      <c:pt idx="1289">
                        <c:v>40522</c:v>
                      </c:pt>
                      <c:pt idx="1290">
                        <c:v>40525</c:v>
                      </c:pt>
                      <c:pt idx="1291">
                        <c:v>40526</c:v>
                      </c:pt>
                      <c:pt idx="1292">
                        <c:v>40527</c:v>
                      </c:pt>
                      <c:pt idx="1293">
                        <c:v>40528</c:v>
                      </c:pt>
                      <c:pt idx="1294">
                        <c:v>40529</c:v>
                      </c:pt>
                      <c:pt idx="1295">
                        <c:v>40532</c:v>
                      </c:pt>
                      <c:pt idx="1296">
                        <c:v>40533</c:v>
                      </c:pt>
                      <c:pt idx="1297">
                        <c:v>40534</c:v>
                      </c:pt>
                      <c:pt idx="1298">
                        <c:v>40535</c:v>
                      </c:pt>
                      <c:pt idx="1299">
                        <c:v>40536</c:v>
                      </c:pt>
                      <c:pt idx="1300">
                        <c:v>40539</c:v>
                      </c:pt>
                      <c:pt idx="1301">
                        <c:v>40540</c:v>
                      </c:pt>
                      <c:pt idx="1302">
                        <c:v>40541</c:v>
                      </c:pt>
                      <c:pt idx="1303">
                        <c:v>40542</c:v>
                      </c:pt>
                      <c:pt idx="1304">
                        <c:v>40543</c:v>
                      </c:pt>
                      <c:pt idx="1305">
                        <c:v>40546</c:v>
                      </c:pt>
                      <c:pt idx="1306">
                        <c:v>40547</c:v>
                      </c:pt>
                      <c:pt idx="1307">
                        <c:v>40548</c:v>
                      </c:pt>
                      <c:pt idx="1308">
                        <c:v>40549</c:v>
                      </c:pt>
                      <c:pt idx="1309">
                        <c:v>40550</c:v>
                      </c:pt>
                      <c:pt idx="1310">
                        <c:v>40553</c:v>
                      </c:pt>
                      <c:pt idx="1311">
                        <c:v>40554</c:v>
                      </c:pt>
                      <c:pt idx="1312">
                        <c:v>40555</c:v>
                      </c:pt>
                      <c:pt idx="1313">
                        <c:v>40556</c:v>
                      </c:pt>
                      <c:pt idx="1314">
                        <c:v>40557</c:v>
                      </c:pt>
                      <c:pt idx="1315">
                        <c:v>40560</c:v>
                      </c:pt>
                      <c:pt idx="1316">
                        <c:v>40561</c:v>
                      </c:pt>
                      <c:pt idx="1317">
                        <c:v>40562</c:v>
                      </c:pt>
                      <c:pt idx="1318">
                        <c:v>40563</c:v>
                      </c:pt>
                      <c:pt idx="1319">
                        <c:v>40564</c:v>
                      </c:pt>
                      <c:pt idx="1320">
                        <c:v>40567</c:v>
                      </c:pt>
                      <c:pt idx="1321">
                        <c:v>40568</c:v>
                      </c:pt>
                      <c:pt idx="1322">
                        <c:v>40569</c:v>
                      </c:pt>
                      <c:pt idx="1323">
                        <c:v>40570</c:v>
                      </c:pt>
                      <c:pt idx="1324">
                        <c:v>40571</c:v>
                      </c:pt>
                      <c:pt idx="1325">
                        <c:v>40574</c:v>
                      </c:pt>
                      <c:pt idx="1326">
                        <c:v>40575</c:v>
                      </c:pt>
                      <c:pt idx="1327">
                        <c:v>40576</c:v>
                      </c:pt>
                      <c:pt idx="1328">
                        <c:v>40577</c:v>
                      </c:pt>
                      <c:pt idx="1329">
                        <c:v>40578</c:v>
                      </c:pt>
                      <c:pt idx="1330">
                        <c:v>40581</c:v>
                      </c:pt>
                      <c:pt idx="1331">
                        <c:v>40582</c:v>
                      </c:pt>
                      <c:pt idx="1332">
                        <c:v>40583</c:v>
                      </c:pt>
                      <c:pt idx="1333">
                        <c:v>40584</c:v>
                      </c:pt>
                      <c:pt idx="1334">
                        <c:v>40585</c:v>
                      </c:pt>
                      <c:pt idx="1335">
                        <c:v>40588</c:v>
                      </c:pt>
                      <c:pt idx="1336">
                        <c:v>40589</c:v>
                      </c:pt>
                      <c:pt idx="1337">
                        <c:v>40590</c:v>
                      </c:pt>
                      <c:pt idx="1338">
                        <c:v>40591</c:v>
                      </c:pt>
                      <c:pt idx="1339">
                        <c:v>40592</c:v>
                      </c:pt>
                      <c:pt idx="1340">
                        <c:v>40595</c:v>
                      </c:pt>
                      <c:pt idx="1341">
                        <c:v>40596</c:v>
                      </c:pt>
                      <c:pt idx="1342">
                        <c:v>40597</c:v>
                      </c:pt>
                      <c:pt idx="1343">
                        <c:v>40598</c:v>
                      </c:pt>
                      <c:pt idx="1344">
                        <c:v>40599</c:v>
                      </c:pt>
                      <c:pt idx="1345">
                        <c:v>40602</c:v>
                      </c:pt>
                      <c:pt idx="1346">
                        <c:v>40603</c:v>
                      </c:pt>
                      <c:pt idx="1347">
                        <c:v>40604</c:v>
                      </c:pt>
                      <c:pt idx="1348">
                        <c:v>40605</c:v>
                      </c:pt>
                      <c:pt idx="1349">
                        <c:v>40606</c:v>
                      </c:pt>
                      <c:pt idx="1350">
                        <c:v>40609</c:v>
                      </c:pt>
                      <c:pt idx="1351">
                        <c:v>40610</c:v>
                      </c:pt>
                      <c:pt idx="1352">
                        <c:v>40611</c:v>
                      </c:pt>
                      <c:pt idx="1353">
                        <c:v>40612</c:v>
                      </c:pt>
                      <c:pt idx="1354">
                        <c:v>40613</c:v>
                      </c:pt>
                      <c:pt idx="1355">
                        <c:v>40616</c:v>
                      </c:pt>
                      <c:pt idx="1356">
                        <c:v>40617</c:v>
                      </c:pt>
                      <c:pt idx="1357">
                        <c:v>40618</c:v>
                      </c:pt>
                      <c:pt idx="1358">
                        <c:v>40619</c:v>
                      </c:pt>
                      <c:pt idx="1359">
                        <c:v>40620</c:v>
                      </c:pt>
                      <c:pt idx="1360">
                        <c:v>40623</c:v>
                      </c:pt>
                      <c:pt idx="1361">
                        <c:v>40624</c:v>
                      </c:pt>
                      <c:pt idx="1362">
                        <c:v>40625</c:v>
                      </c:pt>
                      <c:pt idx="1363">
                        <c:v>40626</c:v>
                      </c:pt>
                      <c:pt idx="1364">
                        <c:v>40627</c:v>
                      </c:pt>
                      <c:pt idx="1365">
                        <c:v>40630</c:v>
                      </c:pt>
                      <c:pt idx="1366">
                        <c:v>40631</c:v>
                      </c:pt>
                      <c:pt idx="1367">
                        <c:v>40632</c:v>
                      </c:pt>
                      <c:pt idx="1368">
                        <c:v>40633</c:v>
                      </c:pt>
                      <c:pt idx="1369">
                        <c:v>40634</c:v>
                      </c:pt>
                      <c:pt idx="1370">
                        <c:v>40637</c:v>
                      </c:pt>
                      <c:pt idx="1371">
                        <c:v>40638</c:v>
                      </c:pt>
                      <c:pt idx="1372">
                        <c:v>40639</c:v>
                      </c:pt>
                      <c:pt idx="1373">
                        <c:v>40640</c:v>
                      </c:pt>
                      <c:pt idx="1374">
                        <c:v>40641</c:v>
                      </c:pt>
                      <c:pt idx="1375">
                        <c:v>40644</c:v>
                      </c:pt>
                      <c:pt idx="1376">
                        <c:v>40645</c:v>
                      </c:pt>
                      <c:pt idx="1377">
                        <c:v>40646</c:v>
                      </c:pt>
                      <c:pt idx="1378">
                        <c:v>40647</c:v>
                      </c:pt>
                      <c:pt idx="1379">
                        <c:v>40648</c:v>
                      </c:pt>
                      <c:pt idx="1380">
                        <c:v>40651</c:v>
                      </c:pt>
                      <c:pt idx="1381">
                        <c:v>40652</c:v>
                      </c:pt>
                      <c:pt idx="1382">
                        <c:v>40653</c:v>
                      </c:pt>
                      <c:pt idx="1383">
                        <c:v>40654</c:v>
                      </c:pt>
                      <c:pt idx="1384">
                        <c:v>40655</c:v>
                      </c:pt>
                      <c:pt idx="1385">
                        <c:v>40658</c:v>
                      </c:pt>
                      <c:pt idx="1386">
                        <c:v>40659</c:v>
                      </c:pt>
                      <c:pt idx="1387">
                        <c:v>40660</c:v>
                      </c:pt>
                      <c:pt idx="1388">
                        <c:v>40661</c:v>
                      </c:pt>
                      <c:pt idx="1389">
                        <c:v>40662</c:v>
                      </c:pt>
                      <c:pt idx="1390">
                        <c:v>40665</c:v>
                      </c:pt>
                      <c:pt idx="1391">
                        <c:v>40666</c:v>
                      </c:pt>
                      <c:pt idx="1392">
                        <c:v>40667</c:v>
                      </c:pt>
                      <c:pt idx="1393">
                        <c:v>40668</c:v>
                      </c:pt>
                      <c:pt idx="1394">
                        <c:v>40669</c:v>
                      </c:pt>
                      <c:pt idx="1395">
                        <c:v>40672</c:v>
                      </c:pt>
                      <c:pt idx="1396">
                        <c:v>40673</c:v>
                      </c:pt>
                      <c:pt idx="1397">
                        <c:v>40674</c:v>
                      </c:pt>
                      <c:pt idx="1398">
                        <c:v>40675</c:v>
                      </c:pt>
                      <c:pt idx="1399">
                        <c:v>40676</c:v>
                      </c:pt>
                      <c:pt idx="1400">
                        <c:v>40679</c:v>
                      </c:pt>
                      <c:pt idx="1401">
                        <c:v>40680</c:v>
                      </c:pt>
                      <c:pt idx="1402">
                        <c:v>40681</c:v>
                      </c:pt>
                      <c:pt idx="1403">
                        <c:v>40682</c:v>
                      </c:pt>
                      <c:pt idx="1404">
                        <c:v>40683</c:v>
                      </c:pt>
                      <c:pt idx="1405">
                        <c:v>40686</c:v>
                      </c:pt>
                      <c:pt idx="1406">
                        <c:v>40687</c:v>
                      </c:pt>
                      <c:pt idx="1407">
                        <c:v>40688</c:v>
                      </c:pt>
                      <c:pt idx="1408">
                        <c:v>40689</c:v>
                      </c:pt>
                      <c:pt idx="1409">
                        <c:v>40690</c:v>
                      </c:pt>
                      <c:pt idx="1410">
                        <c:v>40693</c:v>
                      </c:pt>
                      <c:pt idx="1411">
                        <c:v>40694</c:v>
                      </c:pt>
                      <c:pt idx="1412">
                        <c:v>40695</c:v>
                      </c:pt>
                      <c:pt idx="1413">
                        <c:v>40696</c:v>
                      </c:pt>
                      <c:pt idx="1414">
                        <c:v>40697</c:v>
                      </c:pt>
                      <c:pt idx="1415">
                        <c:v>40700</c:v>
                      </c:pt>
                      <c:pt idx="1416">
                        <c:v>40701</c:v>
                      </c:pt>
                      <c:pt idx="1417">
                        <c:v>40702</c:v>
                      </c:pt>
                      <c:pt idx="1418">
                        <c:v>40703</c:v>
                      </c:pt>
                      <c:pt idx="1419">
                        <c:v>40704</c:v>
                      </c:pt>
                      <c:pt idx="1420">
                        <c:v>40707</c:v>
                      </c:pt>
                      <c:pt idx="1421">
                        <c:v>40708</c:v>
                      </c:pt>
                      <c:pt idx="1422">
                        <c:v>40709</c:v>
                      </c:pt>
                      <c:pt idx="1423">
                        <c:v>40710</c:v>
                      </c:pt>
                      <c:pt idx="1424">
                        <c:v>40711</c:v>
                      </c:pt>
                      <c:pt idx="1425">
                        <c:v>40714</c:v>
                      </c:pt>
                      <c:pt idx="1426">
                        <c:v>40715</c:v>
                      </c:pt>
                      <c:pt idx="1427">
                        <c:v>40716</c:v>
                      </c:pt>
                      <c:pt idx="1428">
                        <c:v>40717</c:v>
                      </c:pt>
                      <c:pt idx="1429">
                        <c:v>40718</c:v>
                      </c:pt>
                      <c:pt idx="1430">
                        <c:v>40721</c:v>
                      </c:pt>
                      <c:pt idx="1431">
                        <c:v>40722</c:v>
                      </c:pt>
                      <c:pt idx="1432">
                        <c:v>40723</c:v>
                      </c:pt>
                      <c:pt idx="1433">
                        <c:v>40724</c:v>
                      </c:pt>
                      <c:pt idx="1434">
                        <c:v>40725</c:v>
                      </c:pt>
                      <c:pt idx="1435">
                        <c:v>40728</c:v>
                      </c:pt>
                      <c:pt idx="1436">
                        <c:v>40729</c:v>
                      </c:pt>
                      <c:pt idx="1437">
                        <c:v>40730</c:v>
                      </c:pt>
                      <c:pt idx="1438">
                        <c:v>40731</c:v>
                      </c:pt>
                      <c:pt idx="1439">
                        <c:v>40732</c:v>
                      </c:pt>
                      <c:pt idx="1440">
                        <c:v>40735</c:v>
                      </c:pt>
                      <c:pt idx="1441">
                        <c:v>40736</c:v>
                      </c:pt>
                      <c:pt idx="1442">
                        <c:v>40737</c:v>
                      </c:pt>
                      <c:pt idx="1443">
                        <c:v>40738</c:v>
                      </c:pt>
                      <c:pt idx="1444">
                        <c:v>40739</c:v>
                      </c:pt>
                      <c:pt idx="1445">
                        <c:v>40742</c:v>
                      </c:pt>
                      <c:pt idx="1446">
                        <c:v>40743</c:v>
                      </c:pt>
                      <c:pt idx="1447">
                        <c:v>40744</c:v>
                      </c:pt>
                      <c:pt idx="1448">
                        <c:v>40745</c:v>
                      </c:pt>
                      <c:pt idx="1449">
                        <c:v>40746</c:v>
                      </c:pt>
                      <c:pt idx="1450">
                        <c:v>40749</c:v>
                      </c:pt>
                      <c:pt idx="1451">
                        <c:v>40750</c:v>
                      </c:pt>
                      <c:pt idx="1452">
                        <c:v>40751</c:v>
                      </c:pt>
                      <c:pt idx="1453">
                        <c:v>40752</c:v>
                      </c:pt>
                      <c:pt idx="1454">
                        <c:v>40753</c:v>
                      </c:pt>
                      <c:pt idx="1455">
                        <c:v>40756</c:v>
                      </c:pt>
                      <c:pt idx="1456">
                        <c:v>40757</c:v>
                      </c:pt>
                      <c:pt idx="1457">
                        <c:v>40758</c:v>
                      </c:pt>
                      <c:pt idx="1458">
                        <c:v>40759</c:v>
                      </c:pt>
                      <c:pt idx="1459">
                        <c:v>40760</c:v>
                      </c:pt>
                      <c:pt idx="1460">
                        <c:v>40763</c:v>
                      </c:pt>
                      <c:pt idx="1461">
                        <c:v>40764</c:v>
                      </c:pt>
                      <c:pt idx="1462">
                        <c:v>40765</c:v>
                      </c:pt>
                      <c:pt idx="1463">
                        <c:v>40766</c:v>
                      </c:pt>
                      <c:pt idx="1464">
                        <c:v>40767</c:v>
                      </c:pt>
                      <c:pt idx="1465">
                        <c:v>40770</c:v>
                      </c:pt>
                      <c:pt idx="1466">
                        <c:v>40771</c:v>
                      </c:pt>
                      <c:pt idx="1467">
                        <c:v>40772</c:v>
                      </c:pt>
                      <c:pt idx="1468">
                        <c:v>40773</c:v>
                      </c:pt>
                      <c:pt idx="1469">
                        <c:v>40774</c:v>
                      </c:pt>
                      <c:pt idx="1470">
                        <c:v>40777</c:v>
                      </c:pt>
                      <c:pt idx="1471">
                        <c:v>40778</c:v>
                      </c:pt>
                      <c:pt idx="1472">
                        <c:v>40779</c:v>
                      </c:pt>
                      <c:pt idx="1473">
                        <c:v>40780</c:v>
                      </c:pt>
                      <c:pt idx="1474">
                        <c:v>40781</c:v>
                      </c:pt>
                      <c:pt idx="1475">
                        <c:v>40784</c:v>
                      </c:pt>
                      <c:pt idx="1476">
                        <c:v>40785</c:v>
                      </c:pt>
                      <c:pt idx="1477">
                        <c:v>40786</c:v>
                      </c:pt>
                      <c:pt idx="1478">
                        <c:v>40787</c:v>
                      </c:pt>
                      <c:pt idx="1479">
                        <c:v>40788</c:v>
                      </c:pt>
                      <c:pt idx="1480">
                        <c:v>40791</c:v>
                      </c:pt>
                      <c:pt idx="1481">
                        <c:v>40792</c:v>
                      </c:pt>
                      <c:pt idx="1482">
                        <c:v>40793</c:v>
                      </c:pt>
                      <c:pt idx="1483">
                        <c:v>40794</c:v>
                      </c:pt>
                      <c:pt idx="1484">
                        <c:v>40795</c:v>
                      </c:pt>
                      <c:pt idx="1485">
                        <c:v>40798</c:v>
                      </c:pt>
                      <c:pt idx="1486">
                        <c:v>40799</c:v>
                      </c:pt>
                      <c:pt idx="1487">
                        <c:v>40800</c:v>
                      </c:pt>
                      <c:pt idx="1488">
                        <c:v>40801</c:v>
                      </c:pt>
                      <c:pt idx="1489">
                        <c:v>40802</c:v>
                      </c:pt>
                      <c:pt idx="1490">
                        <c:v>40805</c:v>
                      </c:pt>
                      <c:pt idx="1491">
                        <c:v>40806</c:v>
                      </c:pt>
                      <c:pt idx="1492">
                        <c:v>40807</c:v>
                      </c:pt>
                      <c:pt idx="1493">
                        <c:v>40808</c:v>
                      </c:pt>
                      <c:pt idx="1494">
                        <c:v>40809</c:v>
                      </c:pt>
                      <c:pt idx="1495">
                        <c:v>40812</c:v>
                      </c:pt>
                      <c:pt idx="1496">
                        <c:v>40813</c:v>
                      </c:pt>
                      <c:pt idx="1497">
                        <c:v>40814</c:v>
                      </c:pt>
                      <c:pt idx="1498">
                        <c:v>40815</c:v>
                      </c:pt>
                      <c:pt idx="1499">
                        <c:v>40816</c:v>
                      </c:pt>
                      <c:pt idx="1500">
                        <c:v>40819</c:v>
                      </c:pt>
                      <c:pt idx="1501">
                        <c:v>40820</c:v>
                      </c:pt>
                      <c:pt idx="1502">
                        <c:v>40821</c:v>
                      </c:pt>
                      <c:pt idx="1503">
                        <c:v>40822</c:v>
                      </c:pt>
                      <c:pt idx="1504">
                        <c:v>40823</c:v>
                      </c:pt>
                      <c:pt idx="1505">
                        <c:v>40826</c:v>
                      </c:pt>
                      <c:pt idx="1506">
                        <c:v>40827</c:v>
                      </c:pt>
                      <c:pt idx="1507">
                        <c:v>40828</c:v>
                      </c:pt>
                      <c:pt idx="1508">
                        <c:v>40829</c:v>
                      </c:pt>
                      <c:pt idx="1509">
                        <c:v>40830</c:v>
                      </c:pt>
                      <c:pt idx="1510">
                        <c:v>40833</c:v>
                      </c:pt>
                      <c:pt idx="1511">
                        <c:v>40834</c:v>
                      </c:pt>
                      <c:pt idx="1512">
                        <c:v>40835</c:v>
                      </c:pt>
                      <c:pt idx="1513">
                        <c:v>40836</c:v>
                      </c:pt>
                      <c:pt idx="1514">
                        <c:v>40837</c:v>
                      </c:pt>
                      <c:pt idx="1515">
                        <c:v>40840</c:v>
                      </c:pt>
                      <c:pt idx="1516">
                        <c:v>40841</c:v>
                      </c:pt>
                      <c:pt idx="1517">
                        <c:v>40842</c:v>
                      </c:pt>
                      <c:pt idx="1518">
                        <c:v>40843</c:v>
                      </c:pt>
                      <c:pt idx="1519">
                        <c:v>40844</c:v>
                      </c:pt>
                      <c:pt idx="1520">
                        <c:v>40847</c:v>
                      </c:pt>
                      <c:pt idx="1521">
                        <c:v>40848</c:v>
                      </c:pt>
                      <c:pt idx="1522">
                        <c:v>40849</c:v>
                      </c:pt>
                      <c:pt idx="1523">
                        <c:v>40850</c:v>
                      </c:pt>
                      <c:pt idx="1524">
                        <c:v>40851</c:v>
                      </c:pt>
                      <c:pt idx="1525">
                        <c:v>40854</c:v>
                      </c:pt>
                      <c:pt idx="1526">
                        <c:v>40855</c:v>
                      </c:pt>
                      <c:pt idx="1527">
                        <c:v>40856</c:v>
                      </c:pt>
                      <c:pt idx="1528">
                        <c:v>40857</c:v>
                      </c:pt>
                      <c:pt idx="1529">
                        <c:v>40858</c:v>
                      </c:pt>
                      <c:pt idx="1530">
                        <c:v>40861</c:v>
                      </c:pt>
                      <c:pt idx="1531">
                        <c:v>40862</c:v>
                      </c:pt>
                      <c:pt idx="1532">
                        <c:v>40863</c:v>
                      </c:pt>
                      <c:pt idx="1533">
                        <c:v>40864</c:v>
                      </c:pt>
                      <c:pt idx="1534">
                        <c:v>40865</c:v>
                      </c:pt>
                      <c:pt idx="1535">
                        <c:v>40868</c:v>
                      </c:pt>
                      <c:pt idx="1536">
                        <c:v>40869</c:v>
                      </c:pt>
                      <c:pt idx="1537">
                        <c:v>40870</c:v>
                      </c:pt>
                      <c:pt idx="1538">
                        <c:v>40871</c:v>
                      </c:pt>
                      <c:pt idx="1539">
                        <c:v>40872</c:v>
                      </c:pt>
                      <c:pt idx="1540">
                        <c:v>40875</c:v>
                      </c:pt>
                      <c:pt idx="1541">
                        <c:v>40876</c:v>
                      </c:pt>
                      <c:pt idx="1542">
                        <c:v>40877</c:v>
                      </c:pt>
                      <c:pt idx="1543">
                        <c:v>40878</c:v>
                      </c:pt>
                      <c:pt idx="1544">
                        <c:v>40879</c:v>
                      </c:pt>
                      <c:pt idx="1545">
                        <c:v>40882</c:v>
                      </c:pt>
                      <c:pt idx="1546">
                        <c:v>40883</c:v>
                      </c:pt>
                      <c:pt idx="1547">
                        <c:v>40884</c:v>
                      </c:pt>
                      <c:pt idx="1548">
                        <c:v>40885</c:v>
                      </c:pt>
                      <c:pt idx="1549">
                        <c:v>40886</c:v>
                      </c:pt>
                      <c:pt idx="1550">
                        <c:v>40889</c:v>
                      </c:pt>
                      <c:pt idx="1551">
                        <c:v>40890</c:v>
                      </c:pt>
                      <c:pt idx="1552">
                        <c:v>40891</c:v>
                      </c:pt>
                      <c:pt idx="1553">
                        <c:v>40892</c:v>
                      </c:pt>
                      <c:pt idx="1554">
                        <c:v>40893</c:v>
                      </c:pt>
                      <c:pt idx="1555">
                        <c:v>40896</c:v>
                      </c:pt>
                      <c:pt idx="1556">
                        <c:v>40897</c:v>
                      </c:pt>
                      <c:pt idx="1557">
                        <c:v>40898</c:v>
                      </c:pt>
                      <c:pt idx="1558">
                        <c:v>40899</c:v>
                      </c:pt>
                      <c:pt idx="1559">
                        <c:v>40900</c:v>
                      </c:pt>
                      <c:pt idx="1560">
                        <c:v>40903</c:v>
                      </c:pt>
                      <c:pt idx="1561">
                        <c:v>40904</c:v>
                      </c:pt>
                      <c:pt idx="1562">
                        <c:v>40905</c:v>
                      </c:pt>
                      <c:pt idx="1563">
                        <c:v>40906</c:v>
                      </c:pt>
                      <c:pt idx="1564">
                        <c:v>40907</c:v>
                      </c:pt>
                      <c:pt idx="1565">
                        <c:v>40910</c:v>
                      </c:pt>
                      <c:pt idx="1566">
                        <c:v>40911</c:v>
                      </c:pt>
                      <c:pt idx="1567">
                        <c:v>40912</c:v>
                      </c:pt>
                      <c:pt idx="1568">
                        <c:v>40913</c:v>
                      </c:pt>
                      <c:pt idx="1569">
                        <c:v>40914</c:v>
                      </c:pt>
                      <c:pt idx="1570">
                        <c:v>40917</c:v>
                      </c:pt>
                      <c:pt idx="1571">
                        <c:v>40918</c:v>
                      </c:pt>
                      <c:pt idx="1572">
                        <c:v>40919</c:v>
                      </c:pt>
                      <c:pt idx="1573">
                        <c:v>40920</c:v>
                      </c:pt>
                      <c:pt idx="1574">
                        <c:v>40921</c:v>
                      </c:pt>
                      <c:pt idx="1575">
                        <c:v>40924</c:v>
                      </c:pt>
                      <c:pt idx="1576">
                        <c:v>40925</c:v>
                      </c:pt>
                      <c:pt idx="1577">
                        <c:v>40926</c:v>
                      </c:pt>
                      <c:pt idx="1578">
                        <c:v>40927</c:v>
                      </c:pt>
                      <c:pt idx="1579">
                        <c:v>40928</c:v>
                      </c:pt>
                      <c:pt idx="1580">
                        <c:v>40931</c:v>
                      </c:pt>
                      <c:pt idx="1581">
                        <c:v>40932</c:v>
                      </c:pt>
                      <c:pt idx="1582">
                        <c:v>40933</c:v>
                      </c:pt>
                      <c:pt idx="1583">
                        <c:v>40934</c:v>
                      </c:pt>
                      <c:pt idx="1584">
                        <c:v>40935</c:v>
                      </c:pt>
                      <c:pt idx="1585">
                        <c:v>40938</c:v>
                      </c:pt>
                      <c:pt idx="1586">
                        <c:v>40939</c:v>
                      </c:pt>
                      <c:pt idx="1587">
                        <c:v>40940</c:v>
                      </c:pt>
                      <c:pt idx="1588">
                        <c:v>40941</c:v>
                      </c:pt>
                      <c:pt idx="1589">
                        <c:v>40942</c:v>
                      </c:pt>
                      <c:pt idx="1590">
                        <c:v>40945</c:v>
                      </c:pt>
                      <c:pt idx="1591">
                        <c:v>40946</c:v>
                      </c:pt>
                      <c:pt idx="1592">
                        <c:v>40947</c:v>
                      </c:pt>
                      <c:pt idx="1593">
                        <c:v>40948</c:v>
                      </c:pt>
                      <c:pt idx="1594">
                        <c:v>40949</c:v>
                      </c:pt>
                      <c:pt idx="1595">
                        <c:v>40952</c:v>
                      </c:pt>
                      <c:pt idx="1596">
                        <c:v>40953</c:v>
                      </c:pt>
                      <c:pt idx="1597">
                        <c:v>40954</c:v>
                      </c:pt>
                      <c:pt idx="1598">
                        <c:v>40955</c:v>
                      </c:pt>
                      <c:pt idx="1599">
                        <c:v>40956</c:v>
                      </c:pt>
                      <c:pt idx="1600">
                        <c:v>40959</c:v>
                      </c:pt>
                      <c:pt idx="1601">
                        <c:v>40960</c:v>
                      </c:pt>
                      <c:pt idx="1602">
                        <c:v>40961</c:v>
                      </c:pt>
                      <c:pt idx="1603">
                        <c:v>40962</c:v>
                      </c:pt>
                      <c:pt idx="1604">
                        <c:v>40963</c:v>
                      </c:pt>
                      <c:pt idx="1605">
                        <c:v>40966</c:v>
                      </c:pt>
                      <c:pt idx="1606">
                        <c:v>40967</c:v>
                      </c:pt>
                      <c:pt idx="1607">
                        <c:v>40968</c:v>
                      </c:pt>
                      <c:pt idx="1608">
                        <c:v>40969</c:v>
                      </c:pt>
                      <c:pt idx="1609">
                        <c:v>40970</c:v>
                      </c:pt>
                      <c:pt idx="1610">
                        <c:v>40973</c:v>
                      </c:pt>
                      <c:pt idx="1611">
                        <c:v>40974</c:v>
                      </c:pt>
                      <c:pt idx="1612">
                        <c:v>40975</c:v>
                      </c:pt>
                      <c:pt idx="1613">
                        <c:v>40976</c:v>
                      </c:pt>
                      <c:pt idx="1614">
                        <c:v>40977</c:v>
                      </c:pt>
                      <c:pt idx="1615">
                        <c:v>40980</c:v>
                      </c:pt>
                      <c:pt idx="1616">
                        <c:v>40981</c:v>
                      </c:pt>
                      <c:pt idx="1617">
                        <c:v>40982</c:v>
                      </c:pt>
                      <c:pt idx="1618">
                        <c:v>40983</c:v>
                      </c:pt>
                      <c:pt idx="1619">
                        <c:v>40984</c:v>
                      </c:pt>
                      <c:pt idx="1620">
                        <c:v>40987</c:v>
                      </c:pt>
                      <c:pt idx="1621">
                        <c:v>40988</c:v>
                      </c:pt>
                      <c:pt idx="1622">
                        <c:v>40989</c:v>
                      </c:pt>
                      <c:pt idx="1623">
                        <c:v>40990</c:v>
                      </c:pt>
                      <c:pt idx="1624">
                        <c:v>40991</c:v>
                      </c:pt>
                      <c:pt idx="1625">
                        <c:v>40994</c:v>
                      </c:pt>
                      <c:pt idx="1626">
                        <c:v>40995</c:v>
                      </c:pt>
                      <c:pt idx="1627">
                        <c:v>40996</c:v>
                      </c:pt>
                      <c:pt idx="1628">
                        <c:v>40997</c:v>
                      </c:pt>
                      <c:pt idx="1629">
                        <c:v>40998</c:v>
                      </c:pt>
                      <c:pt idx="1630">
                        <c:v>41001</c:v>
                      </c:pt>
                      <c:pt idx="1631">
                        <c:v>41002</c:v>
                      </c:pt>
                      <c:pt idx="1632">
                        <c:v>41003</c:v>
                      </c:pt>
                      <c:pt idx="1633">
                        <c:v>41004</c:v>
                      </c:pt>
                      <c:pt idx="1634">
                        <c:v>41005</c:v>
                      </c:pt>
                      <c:pt idx="1635">
                        <c:v>41008</c:v>
                      </c:pt>
                      <c:pt idx="1636">
                        <c:v>41009</c:v>
                      </c:pt>
                      <c:pt idx="1637">
                        <c:v>41010</c:v>
                      </c:pt>
                      <c:pt idx="1638">
                        <c:v>41011</c:v>
                      </c:pt>
                      <c:pt idx="1639">
                        <c:v>41012</c:v>
                      </c:pt>
                      <c:pt idx="1640">
                        <c:v>41015</c:v>
                      </c:pt>
                      <c:pt idx="1641">
                        <c:v>41016</c:v>
                      </c:pt>
                      <c:pt idx="1642">
                        <c:v>41017</c:v>
                      </c:pt>
                      <c:pt idx="1643">
                        <c:v>41018</c:v>
                      </c:pt>
                      <c:pt idx="1644">
                        <c:v>41019</c:v>
                      </c:pt>
                      <c:pt idx="1645">
                        <c:v>41022</c:v>
                      </c:pt>
                      <c:pt idx="1646">
                        <c:v>41023</c:v>
                      </c:pt>
                      <c:pt idx="1647">
                        <c:v>41024</c:v>
                      </c:pt>
                      <c:pt idx="1648">
                        <c:v>41025</c:v>
                      </c:pt>
                      <c:pt idx="1649">
                        <c:v>41026</c:v>
                      </c:pt>
                      <c:pt idx="1650">
                        <c:v>41029</c:v>
                      </c:pt>
                      <c:pt idx="1651">
                        <c:v>41030</c:v>
                      </c:pt>
                      <c:pt idx="1652">
                        <c:v>41031</c:v>
                      </c:pt>
                      <c:pt idx="1653">
                        <c:v>41032</c:v>
                      </c:pt>
                      <c:pt idx="1654">
                        <c:v>41033</c:v>
                      </c:pt>
                      <c:pt idx="1655">
                        <c:v>41036</c:v>
                      </c:pt>
                      <c:pt idx="1656">
                        <c:v>41037</c:v>
                      </c:pt>
                      <c:pt idx="1657">
                        <c:v>41038</c:v>
                      </c:pt>
                      <c:pt idx="1658">
                        <c:v>41039</c:v>
                      </c:pt>
                      <c:pt idx="1659">
                        <c:v>41040</c:v>
                      </c:pt>
                      <c:pt idx="1660">
                        <c:v>41043</c:v>
                      </c:pt>
                      <c:pt idx="1661">
                        <c:v>41044</c:v>
                      </c:pt>
                      <c:pt idx="1662">
                        <c:v>41045</c:v>
                      </c:pt>
                      <c:pt idx="1663">
                        <c:v>41046</c:v>
                      </c:pt>
                      <c:pt idx="1664">
                        <c:v>41047</c:v>
                      </c:pt>
                      <c:pt idx="1665">
                        <c:v>41050</c:v>
                      </c:pt>
                      <c:pt idx="1666">
                        <c:v>41051</c:v>
                      </c:pt>
                      <c:pt idx="1667">
                        <c:v>41052</c:v>
                      </c:pt>
                      <c:pt idx="1668">
                        <c:v>41053</c:v>
                      </c:pt>
                      <c:pt idx="1669">
                        <c:v>41054</c:v>
                      </c:pt>
                      <c:pt idx="1670">
                        <c:v>41057</c:v>
                      </c:pt>
                      <c:pt idx="1671">
                        <c:v>41058</c:v>
                      </c:pt>
                      <c:pt idx="1672">
                        <c:v>41059</c:v>
                      </c:pt>
                      <c:pt idx="1673">
                        <c:v>41060</c:v>
                      </c:pt>
                      <c:pt idx="1674">
                        <c:v>41061</c:v>
                      </c:pt>
                      <c:pt idx="1675">
                        <c:v>41064</c:v>
                      </c:pt>
                      <c:pt idx="1676">
                        <c:v>41065</c:v>
                      </c:pt>
                      <c:pt idx="1677">
                        <c:v>41066</c:v>
                      </c:pt>
                      <c:pt idx="1678">
                        <c:v>41067</c:v>
                      </c:pt>
                      <c:pt idx="1679">
                        <c:v>41068</c:v>
                      </c:pt>
                      <c:pt idx="1680">
                        <c:v>41071</c:v>
                      </c:pt>
                      <c:pt idx="1681">
                        <c:v>41072</c:v>
                      </c:pt>
                      <c:pt idx="1682">
                        <c:v>41073</c:v>
                      </c:pt>
                      <c:pt idx="1683">
                        <c:v>41074</c:v>
                      </c:pt>
                      <c:pt idx="1684">
                        <c:v>41075</c:v>
                      </c:pt>
                      <c:pt idx="1685">
                        <c:v>41078</c:v>
                      </c:pt>
                      <c:pt idx="1686">
                        <c:v>41079</c:v>
                      </c:pt>
                      <c:pt idx="1687">
                        <c:v>41080</c:v>
                      </c:pt>
                      <c:pt idx="1688">
                        <c:v>41081</c:v>
                      </c:pt>
                      <c:pt idx="1689">
                        <c:v>41082</c:v>
                      </c:pt>
                      <c:pt idx="1690">
                        <c:v>41085</c:v>
                      </c:pt>
                      <c:pt idx="1691">
                        <c:v>41086</c:v>
                      </c:pt>
                      <c:pt idx="1692">
                        <c:v>41087</c:v>
                      </c:pt>
                      <c:pt idx="1693">
                        <c:v>41088</c:v>
                      </c:pt>
                      <c:pt idx="1694">
                        <c:v>41089</c:v>
                      </c:pt>
                      <c:pt idx="1695">
                        <c:v>41092</c:v>
                      </c:pt>
                      <c:pt idx="1696">
                        <c:v>41093</c:v>
                      </c:pt>
                      <c:pt idx="1697">
                        <c:v>41094</c:v>
                      </c:pt>
                      <c:pt idx="1698">
                        <c:v>41095</c:v>
                      </c:pt>
                      <c:pt idx="1699">
                        <c:v>41096</c:v>
                      </c:pt>
                      <c:pt idx="1700">
                        <c:v>41099</c:v>
                      </c:pt>
                      <c:pt idx="1701">
                        <c:v>41100</c:v>
                      </c:pt>
                      <c:pt idx="1702">
                        <c:v>41101</c:v>
                      </c:pt>
                      <c:pt idx="1703">
                        <c:v>41102</c:v>
                      </c:pt>
                      <c:pt idx="1704">
                        <c:v>41103</c:v>
                      </c:pt>
                      <c:pt idx="1705">
                        <c:v>41106</c:v>
                      </c:pt>
                      <c:pt idx="1706">
                        <c:v>41107</c:v>
                      </c:pt>
                      <c:pt idx="1707">
                        <c:v>41108</c:v>
                      </c:pt>
                      <c:pt idx="1708">
                        <c:v>41109</c:v>
                      </c:pt>
                      <c:pt idx="1709">
                        <c:v>41110</c:v>
                      </c:pt>
                      <c:pt idx="1710">
                        <c:v>41113</c:v>
                      </c:pt>
                      <c:pt idx="1711">
                        <c:v>41114</c:v>
                      </c:pt>
                      <c:pt idx="1712">
                        <c:v>41115</c:v>
                      </c:pt>
                      <c:pt idx="1713">
                        <c:v>41116</c:v>
                      </c:pt>
                      <c:pt idx="1714">
                        <c:v>41117</c:v>
                      </c:pt>
                      <c:pt idx="1715">
                        <c:v>41120</c:v>
                      </c:pt>
                      <c:pt idx="1716">
                        <c:v>41121</c:v>
                      </c:pt>
                      <c:pt idx="1717">
                        <c:v>41122</c:v>
                      </c:pt>
                      <c:pt idx="1718">
                        <c:v>41123</c:v>
                      </c:pt>
                      <c:pt idx="1719">
                        <c:v>41124</c:v>
                      </c:pt>
                      <c:pt idx="1720">
                        <c:v>41127</c:v>
                      </c:pt>
                      <c:pt idx="1721">
                        <c:v>41128</c:v>
                      </c:pt>
                      <c:pt idx="1722">
                        <c:v>41129</c:v>
                      </c:pt>
                      <c:pt idx="1723">
                        <c:v>41130</c:v>
                      </c:pt>
                      <c:pt idx="1724">
                        <c:v>41131</c:v>
                      </c:pt>
                      <c:pt idx="1725">
                        <c:v>41134</c:v>
                      </c:pt>
                      <c:pt idx="1726">
                        <c:v>41135</c:v>
                      </c:pt>
                      <c:pt idx="1727">
                        <c:v>41136</c:v>
                      </c:pt>
                      <c:pt idx="1728">
                        <c:v>41137</c:v>
                      </c:pt>
                      <c:pt idx="1729">
                        <c:v>41138</c:v>
                      </c:pt>
                      <c:pt idx="1730">
                        <c:v>41141</c:v>
                      </c:pt>
                      <c:pt idx="1731">
                        <c:v>41142</c:v>
                      </c:pt>
                      <c:pt idx="1732">
                        <c:v>41143</c:v>
                      </c:pt>
                      <c:pt idx="1733">
                        <c:v>41144</c:v>
                      </c:pt>
                      <c:pt idx="1734">
                        <c:v>41145</c:v>
                      </c:pt>
                      <c:pt idx="1735">
                        <c:v>41148</c:v>
                      </c:pt>
                      <c:pt idx="1736">
                        <c:v>41149</c:v>
                      </c:pt>
                      <c:pt idx="1737">
                        <c:v>41150</c:v>
                      </c:pt>
                      <c:pt idx="1738">
                        <c:v>41151</c:v>
                      </c:pt>
                      <c:pt idx="1739">
                        <c:v>41152</c:v>
                      </c:pt>
                      <c:pt idx="1740">
                        <c:v>41155</c:v>
                      </c:pt>
                      <c:pt idx="1741">
                        <c:v>41156</c:v>
                      </c:pt>
                      <c:pt idx="1742">
                        <c:v>41157</c:v>
                      </c:pt>
                      <c:pt idx="1743">
                        <c:v>41158</c:v>
                      </c:pt>
                      <c:pt idx="1744">
                        <c:v>41159</c:v>
                      </c:pt>
                      <c:pt idx="1745">
                        <c:v>41162</c:v>
                      </c:pt>
                      <c:pt idx="1746">
                        <c:v>41163</c:v>
                      </c:pt>
                      <c:pt idx="1747">
                        <c:v>41164</c:v>
                      </c:pt>
                      <c:pt idx="1748">
                        <c:v>41165</c:v>
                      </c:pt>
                      <c:pt idx="1749">
                        <c:v>41166</c:v>
                      </c:pt>
                      <c:pt idx="1750">
                        <c:v>41169</c:v>
                      </c:pt>
                      <c:pt idx="1751">
                        <c:v>41170</c:v>
                      </c:pt>
                      <c:pt idx="1752">
                        <c:v>41171</c:v>
                      </c:pt>
                      <c:pt idx="1753">
                        <c:v>41172</c:v>
                      </c:pt>
                      <c:pt idx="1754">
                        <c:v>41173</c:v>
                      </c:pt>
                      <c:pt idx="1755">
                        <c:v>41176</c:v>
                      </c:pt>
                      <c:pt idx="1756">
                        <c:v>41177</c:v>
                      </c:pt>
                      <c:pt idx="1757">
                        <c:v>41178</c:v>
                      </c:pt>
                      <c:pt idx="1758">
                        <c:v>41179</c:v>
                      </c:pt>
                      <c:pt idx="1759">
                        <c:v>41180</c:v>
                      </c:pt>
                      <c:pt idx="1760">
                        <c:v>41183</c:v>
                      </c:pt>
                      <c:pt idx="1761">
                        <c:v>41184</c:v>
                      </c:pt>
                      <c:pt idx="1762">
                        <c:v>41185</c:v>
                      </c:pt>
                      <c:pt idx="1763">
                        <c:v>41186</c:v>
                      </c:pt>
                      <c:pt idx="1764">
                        <c:v>41187</c:v>
                      </c:pt>
                      <c:pt idx="1765">
                        <c:v>41190</c:v>
                      </c:pt>
                      <c:pt idx="1766">
                        <c:v>41191</c:v>
                      </c:pt>
                      <c:pt idx="1767">
                        <c:v>41192</c:v>
                      </c:pt>
                      <c:pt idx="1768">
                        <c:v>41193</c:v>
                      </c:pt>
                      <c:pt idx="1769">
                        <c:v>41194</c:v>
                      </c:pt>
                      <c:pt idx="1770">
                        <c:v>41197</c:v>
                      </c:pt>
                      <c:pt idx="1771">
                        <c:v>41198</c:v>
                      </c:pt>
                      <c:pt idx="1772">
                        <c:v>41199</c:v>
                      </c:pt>
                      <c:pt idx="1773">
                        <c:v>41200</c:v>
                      </c:pt>
                      <c:pt idx="1774">
                        <c:v>41201</c:v>
                      </c:pt>
                      <c:pt idx="1775">
                        <c:v>41204</c:v>
                      </c:pt>
                      <c:pt idx="1776">
                        <c:v>41205</c:v>
                      </c:pt>
                      <c:pt idx="1777">
                        <c:v>41206</c:v>
                      </c:pt>
                      <c:pt idx="1778">
                        <c:v>41207</c:v>
                      </c:pt>
                      <c:pt idx="1779">
                        <c:v>41208</c:v>
                      </c:pt>
                      <c:pt idx="1780">
                        <c:v>41211</c:v>
                      </c:pt>
                      <c:pt idx="1781">
                        <c:v>41212</c:v>
                      </c:pt>
                      <c:pt idx="1782">
                        <c:v>41213</c:v>
                      </c:pt>
                      <c:pt idx="1783">
                        <c:v>41214</c:v>
                      </c:pt>
                      <c:pt idx="1784">
                        <c:v>41215</c:v>
                      </c:pt>
                      <c:pt idx="1785">
                        <c:v>41218</c:v>
                      </c:pt>
                      <c:pt idx="1786">
                        <c:v>41219</c:v>
                      </c:pt>
                      <c:pt idx="1787">
                        <c:v>41220</c:v>
                      </c:pt>
                      <c:pt idx="1788">
                        <c:v>41221</c:v>
                      </c:pt>
                      <c:pt idx="1789">
                        <c:v>41222</c:v>
                      </c:pt>
                      <c:pt idx="1790">
                        <c:v>41225</c:v>
                      </c:pt>
                      <c:pt idx="1791">
                        <c:v>41226</c:v>
                      </c:pt>
                      <c:pt idx="1792">
                        <c:v>41227</c:v>
                      </c:pt>
                      <c:pt idx="1793">
                        <c:v>41228</c:v>
                      </c:pt>
                      <c:pt idx="1794">
                        <c:v>41229</c:v>
                      </c:pt>
                      <c:pt idx="1795">
                        <c:v>41232</c:v>
                      </c:pt>
                      <c:pt idx="1796">
                        <c:v>41233</c:v>
                      </c:pt>
                      <c:pt idx="1797">
                        <c:v>41234</c:v>
                      </c:pt>
                      <c:pt idx="1798">
                        <c:v>41235</c:v>
                      </c:pt>
                      <c:pt idx="1799">
                        <c:v>41236</c:v>
                      </c:pt>
                      <c:pt idx="1800">
                        <c:v>41239</c:v>
                      </c:pt>
                      <c:pt idx="1801">
                        <c:v>41240</c:v>
                      </c:pt>
                      <c:pt idx="1802">
                        <c:v>41241</c:v>
                      </c:pt>
                      <c:pt idx="1803">
                        <c:v>41242</c:v>
                      </c:pt>
                      <c:pt idx="1804">
                        <c:v>41243</c:v>
                      </c:pt>
                      <c:pt idx="1805">
                        <c:v>41246</c:v>
                      </c:pt>
                      <c:pt idx="1806">
                        <c:v>41247</c:v>
                      </c:pt>
                      <c:pt idx="1807">
                        <c:v>41248</c:v>
                      </c:pt>
                      <c:pt idx="1808">
                        <c:v>41249</c:v>
                      </c:pt>
                      <c:pt idx="1809">
                        <c:v>41250</c:v>
                      </c:pt>
                      <c:pt idx="1810">
                        <c:v>41253</c:v>
                      </c:pt>
                      <c:pt idx="1811">
                        <c:v>41254</c:v>
                      </c:pt>
                      <c:pt idx="1812">
                        <c:v>41255</c:v>
                      </c:pt>
                      <c:pt idx="1813">
                        <c:v>41256</c:v>
                      </c:pt>
                      <c:pt idx="1814">
                        <c:v>41257</c:v>
                      </c:pt>
                      <c:pt idx="1815">
                        <c:v>41260</c:v>
                      </c:pt>
                      <c:pt idx="1816">
                        <c:v>41261</c:v>
                      </c:pt>
                      <c:pt idx="1817">
                        <c:v>41262</c:v>
                      </c:pt>
                      <c:pt idx="1818">
                        <c:v>41263</c:v>
                      </c:pt>
                      <c:pt idx="1819">
                        <c:v>41264</c:v>
                      </c:pt>
                      <c:pt idx="1820">
                        <c:v>41267</c:v>
                      </c:pt>
                      <c:pt idx="1821">
                        <c:v>41268</c:v>
                      </c:pt>
                      <c:pt idx="1822">
                        <c:v>41269</c:v>
                      </c:pt>
                      <c:pt idx="1823">
                        <c:v>41270</c:v>
                      </c:pt>
                      <c:pt idx="1824">
                        <c:v>41271</c:v>
                      </c:pt>
                      <c:pt idx="1825">
                        <c:v>41274</c:v>
                      </c:pt>
                      <c:pt idx="1826">
                        <c:v>41275</c:v>
                      </c:pt>
                      <c:pt idx="1827">
                        <c:v>41276</c:v>
                      </c:pt>
                      <c:pt idx="1828">
                        <c:v>41277</c:v>
                      </c:pt>
                      <c:pt idx="1829">
                        <c:v>41278</c:v>
                      </c:pt>
                      <c:pt idx="1830">
                        <c:v>41281</c:v>
                      </c:pt>
                      <c:pt idx="1831">
                        <c:v>41282</c:v>
                      </c:pt>
                      <c:pt idx="1832">
                        <c:v>41283</c:v>
                      </c:pt>
                      <c:pt idx="1833">
                        <c:v>41284</c:v>
                      </c:pt>
                      <c:pt idx="1834">
                        <c:v>41285</c:v>
                      </c:pt>
                      <c:pt idx="1835">
                        <c:v>41288</c:v>
                      </c:pt>
                      <c:pt idx="1836">
                        <c:v>41289</c:v>
                      </c:pt>
                      <c:pt idx="1837">
                        <c:v>41290</c:v>
                      </c:pt>
                      <c:pt idx="1838">
                        <c:v>41291</c:v>
                      </c:pt>
                      <c:pt idx="1839">
                        <c:v>41292</c:v>
                      </c:pt>
                      <c:pt idx="1840">
                        <c:v>41295</c:v>
                      </c:pt>
                      <c:pt idx="1841">
                        <c:v>41296</c:v>
                      </c:pt>
                      <c:pt idx="1842">
                        <c:v>41297</c:v>
                      </c:pt>
                      <c:pt idx="1843">
                        <c:v>41298</c:v>
                      </c:pt>
                      <c:pt idx="1844">
                        <c:v>41299</c:v>
                      </c:pt>
                      <c:pt idx="1845">
                        <c:v>41302</c:v>
                      </c:pt>
                      <c:pt idx="1846">
                        <c:v>41303</c:v>
                      </c:pt>
                      <c:pt idx="1847">
                        <c:v>41304</c:v>
                      </c:pt>
                      <c:pt idx="1848">
                        <c:v>41305</c:v>
                      </c:pt>
                      <c:pt idx="1849">
                        <c:v>41306</c:v>
                      </c:pt>
                      <c:pt idx="1850">
                        <c:v>41309</c:v>
                      </c:pt>
                      <c:pt idx="1851">
                        <c:v>41310</c:v>
                      </c:pt>
                      <c:pt idx="1852">
                        <c:v>41311</c:v>
                      </c:pt>
                      <c:pt idx="1853">
                        <c:v>41312</c:v>
                      </c:pt>
                      <c:pt idx="1854">
                        <c:v>41313</c:v>
                      </c:pt>
                      <c:pt idx="1855">
                        <c:v>41316</c:v>
                      </c:pt>
                      <c:pt idx="1856">
                        <c:v>41317</c:v>
                      </c:pt>
                      <c:pt idx="1857">
                        <c:v>41318</c:v>
                      </c:pt>
                      <c:pt idx="1858">
                        <c:v>41319</c:v>
                      </c:pt>
                      <c:pt idx="1859">
                        <c:v>41320</c:v>
                      </c:pt>
                      <c:pt idx="1860">
                        <c:v>41323</c:v>
                      </c:pt>
                      <c:pt idx="1861">
                        <c:v>41324</c:v>
                      </c:pt>
                      <c:pt idx="1862">
                        <c:v>41325</c:v>
                      </c:pt>
                      <c:pt idx="1863">
                        <c:v>41326</c:v>
                      </c:pt>
                      <c:pt idx="1864">
                        <c:v>41327</c:v>
                      </c:pt>
                      <c:pt idx="1865">
                        <c:v>41330</c:v>
                      </c:pt>
                      <c:pt idx="1866">
                        <c:v>41331</c:v>
                      </c:pt>
                      <c:pt idx="1867">
                        <c:v>41332</c:v>
                      </c:pt>
                      <c:pt idx="1868">
                        <c:v>41333</c:v>
                      </c:pt>
                      <c:pt idx="1869">
                        <c:v>41334</c:v>
                      </c:pt>
                      <c:pt idx="1870">
                        <c:v>41337</c:v>
                      </c:pt>
                      <c:pt idx="1871">
                        <c:v>41338</c:v>
                      </c:pt>
                      <c:pt idx="1872">
                        <c:v>41339</c:v>
                      </c:pt>
                      <c:pt idx="1873">
                        <c:v>41340</c:v>
                      </c:pt>
                      <c:pt idx="1874">
                        <c:v>41341</c:v>
                      </c:pt>
                      <c:pt idx="1875">
                        <c:v>41344</c:v>
                      </c:pt>
                      <c:pt idx="1876">
                        <c:v>41345</c:v>
                      </c:pt>
                      <c:pt idx="1877">
                        <c:v>41346</c:v>
                      </c:pt>
                      <c:pt idx="1878">
                        <c:v>41347</c:v>
                      </c:pt>
                      <c:pt idx="1879">
                        <c:v>41348</c:v>
                      </c:pt>
                      <c:pt idx="1880">
                        <c:v>41351</c:v>
                      </c:pt>
                      <c:pt idx="1881">
                        <c:v>41352</c:v>
                      </c:pt>
                      <c:pt idx="1882">
                        <c:v>41353</c:v>
                      </c:pt>
                      <c:pt idx="1883">
                        <c:v>41354</c:v>
                      </c:pt>
                      <c:pt idx="1884">
                        <c:v>41355</c:v>
                      </c:pt>
                      <c:pt idx="1885">
                        <c:v>41358</c:v>
                      </c:pt>
                      <c:pt idx="1886">
                        <c:v>41359</c:v>
                      </c:pt>
                      <c:pt idx="1887">
                        <c:v>41360</c:v>
                      </c:pt>
                      <c:pt idx="1888">
                        <c:v>41361</c:v>
                      </c:pt>
                      <c:pt idx="1889">
                        <c:v>41362</c:v>
                      </c:pt>
                      <c:pt idx="1890">
                        <c:v>41365</c:v>
                      </c:pt>
                      <c:pt idx="1891">
                        <c:v>41366</c:v>
                      </c:pt>
                      <c:pt idx="1892">
                        <c:v>41367</c:v>
                      </c:pt>
                      <c:pt idx="1893">
                        <c:v>41368</c:v>
                      </c:pt>
                      <c:pt idx="1894">
                        <c:v>41369</c:v>
                      </c:pt>
                      <c:pt idx="1895">
                        <c:v>41372</c:v>
                      </c:pt>
                      <c:pt idx="1896">
                        <c:v>41373</c:v>
                      </c:pt>
                      <c:pt idx="1897">
                        <c:v>41374</c:v>
                      </c:pt>
                      <c:pt idx="1898">
                        <c:v>41375</c:v>
                      </c:pt>
                      <c:pt idx="1899">
                        <c:v>41376</c:v>
                      </c:pt>
                      <c:pt idx="1900">
                        <c:v>41379</c:v>
                      </c:pt>
                      <c:pt idx="1901">
                        <c:v>41380</c:v>
                      </c:pt>
                      <c:pt idx="1902">
                        <c:v>41381</c:v>
                      </c:pt>
                      <c:pt idx="1903">
                        <c:v>41382</c:v>
                      </c:pt>
                      <c:pt idx="1904">
                        <c:v>41383</c:v>
                      </c:pt>
                      <c:pt idx="1905">
                        <c:v>41386</c:v>
                      </c:pt>
                      <c:pt idx="1906">
                        <c:v>41387</c:v>
                      </c:pt>
                      <c:pt idx="1907">
                        <c:v>41388</c:v>
                      </c:pt>
                      <c:pt idx="1908">
                        <c:v>41389</c:v>
                      </c:pt>
                      <c:pt idx="1909">
                        <c:v>41390</c:v>
                      </c:pt>
                      <c:pt idx="1910">
                        <c:v>41393</c:v>
                      </c:pt>
                      <c:pt idx="1911">
                        <c:v>41394</c:v>
                      </c:pt>
                      <c:pt idx="1912">
                        <c:v>41395</c:v>
                      </c:pt>
                      <c:pt idx="1913">
                        <c:v>41396</c:v>
                      </c:pt>
                      <c:pt idx="1914">
                        <c:v>41397</c:v>
                      </c:pt>
                      <c:pt idx="1915">
                        <c:v>41400</c:v>
                      </c:pt>
                      <c:pt idx="1916">
                        <c:v>41401</c:v>
                      </c:pt>
                      <c:pt idx="1917">
                        <c:v>41402</c:v>
                      </c:pt>
                      <c:pt idx="1918">
                        <c:v>41403</c:v>
                      </c:pt>
                      <c:pt idx="1919">
                        <c:v>41404</c:v>
                      </c:pt>
                      <c:pt idx="1920">
                        <c:v>41407</c:v>
                      </c:pt>
                      <c:pt idx="1921">
                        <c:v>41408</c:v>
                      </c:pt>
                      <c:pt idx="1922">
                        <c:v>41409</c:v>
                      </c:pt>
                      <c:pt idx="1923">
                        <c:v>41410</c:v>
                      </c:pt>
                      <c:pt idx="1924">
                        <c:v>41411</c:v>
                      </c:pt>
                      <c:pt idx="1925">
                        <c:v>41414</c:v>
                      </c:pt>
                      <c:pt idx="1926">
                        <c:v>41415</c:v>
                      </c:pt>
                      <c:pt idx="1927">
                        <c:v>41416</c:v>
                      </c:pt>
                      <c:pt idx="1928">
                        <c:v>41417</c:v>
                      </c:pt>
                      <c:pt idx="1929">
                        <c:v>41418</c:v>
                      </c:pt>
                      <c:pt idx="1930">
                        <c:v>41421</c:v>
                      </c:pt>
                      <c:pt idx="1931">
                        <c:v>41422</c:v>
                      </c:pt>
                      <c:pt idx="1932">
                        <c:v>41423</c:v>
                      </c:pt>
                      <c:pt idx="1933">
                        <c:v>41424</c:v>
                      </c:pt>
                      <c:pt idx="1934">
                        <c:v>41425</c:v>
                      </c:pt>
                      <c:pt idx="1935">
                        <c:v>41428</c:v>
                      </c:pt>
                      <c:pt idx="1936">
                        <c:v>41429</c:v>
                      </c:pt>
                      <c:pt idx="1937">
                        <c:v>41430</c:v>
                      </c:pt>
                      <c:pt idx="1938">
                        <c:v>41431</c:v>
                      </c:pt>
                      <c:pt idx="1939">
                        <c:v>41432</c:v>
                      </c:pt>
                      <c:pt idx="1940">
                        <c:v>41435</c:v>
                      </c:pt>
                      <c:pt idx="1941">
                        <c:v>41436</c:v>
                      </c:pt>
                      <c:pt idx="1942">
                        <c:v>41437</c:v>
                      </c:pt>
                      <c:pt idx="1943">
                        <c:v>41438</c:v>
                      </c:pt>
                      <c:pt idx="1944">
                        <c:v>41439</c:v>
                      </c:pt>
                      <c:pt idx="1945">
                        <c:v>41442</c:v>
                      </c:pt>
                      <c:pt idx="1946">
                        <c:v>41443</c:v>
                      </c:pt>
                      <c:pt idx="1947">
                        <c:v>41444</c:v>
                      </c:pt>
                      <c:pt idx="1948">
                        <c:v>41445</c:v>
                      </c:pt>
                      <c:pt idx="1949">
                        <c:v>41446</c:v>
                      </c:pt>
                      <c:pt idx="1950">
                        <c:v>41449</c:v>
                      </c:pt>
                      <c:pt idx="1951">
                        <c:v>41450</c:v>
                      </c:pt>
                      <c:pt idx="1952">
                        <c:v>41451</c:v>
                      </c:pt>
                      <c:pt idx="1953">
                        <c:v>41452</c:v>
                      </c:pt>
                      <c:pt idx="1954">
                        <c:v>41453</c:v>
                      </c:pt>
                      <c:pt idx="1955">
                        <c:v>41456</c:v>
                      </c:pt>
                      <c:pt idx="1956">
                        <c:v>41457</c:v>
                      </c:pt>
                      <c:pt idx="1957">
                        <c:v>41458</c:v>
                      </c:pt>
                      <c:pt idx="1958">
                        <c:v>41459</c:v>
                      </c:pt>
                      <c:pt idx="1959">
                        <c:v>41460</c:v>
                      </c:pt>
                      <c:pt idx="1960">
                        <c:v>41463</c:v>
                      </c:pt>
                      <c:pt idx="1961">
                        <c:v>41464</c:v>
                      </c:pt>
                      <c:pt idx="1962">
                        <c:v>41465</c:v>
                      </c:pt>
                      <c:pt idx="1963">
                        <c:v>41466</c:v>
                      </c:pt>
                      <c:pt idx="1964">
                        <c:v>41467</c:v>
                      </c:pt>
                      <c:pt idx="1965">
                        <c:v>41470</c:v>
                      </c:pt>
                      <c:pt idx="1966">
                        <c:v>41471</c:v>
                      </c:pt>
                      <c:pt idx="1967">
                        <c:v>41472</c:v>
                      </c:pt>
                      <c:pt idx="1968">
                        <c:v>41473</c:v>
                      </c:pt>
                      <c:pt idx="1969">
                        <c:v>41474</c:v>
                      </c:pt>
                      <c:pt idx="1970">
                        <c:v>41477</c:v>
                      </c:pt>
                      <c:pt idx="1971">
                        <c:v>41478</c:v>
                      </c:pt>
                      <c:pt idx="1972">
                        <c:v>41479</c:v>
                      </c:pt>
                      <c:pt idx="1973">
                        <c:v>41480</c:v>
                      </c:pt>
                      <c:pt idx="1974">
                        <c:v>41481</c:v>
                      </c:pt>
                      <c:pt idx="1975">
                        <c:v>41484</c:v>
                      </c:pt>
                      <c:pt idx="1976">
                        <c:v>41485</c:v>
                      </c:pt>
                      <c:pt idx="1977">
                        <c:v>41486</c:v>
                      </c:pt>
                      <c:pt idx="1978">
                        <c:v>41487</c:v>
                      </c:pt>
                      <c:pt idx="1979">
                        <c:v>41488</c:v>
                      </c:pt>
                      <c:pt idx="1980">
                        <c:v>41491</c:v>
                      </c:pt>
                      <c:pt idx="1981">
                        <c:v>41492</c:v>
                      </c:pt>
                      <c:pt idx="1982">
                        <c:v>41493</c:v>
                      </c:pt>
                      <c:pt idx="1983">
                        <c:v>41494</c:v>
                      </c:pt>
                      <c:pt idx="1984">
                        <c:v>41495</c:v>
                      </c:pt>
                      <c:pt idx="1985">
                        <c:v>41498</c:v>
                      </c:pt>
                      <c:pt idx="1986">
                        <c:v>41499</c:v>
                      </c:pt>
                      <c:pt idx="1987">
                        <c:v>41500</c:v>
                      </c:pt>
                      <c:pt idx="1988">
                        <c:v>41501</c:v>
                      </c:pt>
                      <c:pt idx="1989">
                        <c:v>41502</c:v>
                      </c:pt>
                      <c:pt idx="1990">
                        <c:v>41505</c:v>
                      </c:pt>
                      <c:pt idx="1991">
                        <c:v>41506</c:v>
                      </c:pt>
                      <c:pt idx="1992">
                        <c:v>41507</c:v>
                      </c:pt>
                      <c:pt idx="1993">
                        <c:v>41508</c:v>
                      </c:pt>
                      <c:pt idx="1994">
                        <c:v>41509</c:v>
                      </c:pt>
                      <c:pt idx="1995">
                        <c:v>41512</c:v>
                      </c:pt>
                      <c:pt idx="1996">
                        <c:v>41513</c:v>
                      </c:pt>
                      <c:pt idx="1997">
                        <c:v>41514</c:v>
                      </c:pt>
                      <c:pt idx="1998">
                        <c:v>41515</c:v>
                      </c:pt>
                      <c:pt idx="1999">
                        <c:v>41516</c:v>
                      </c:pt>
                      <c:pt idx="2000">
                        <c:v>41519</c:v>
                      </c:pt>
                      <c:pt idx="2001">
                        <c:v>41520</c:v>
                      </c:pt>
                      <c:pt idx="2002">
                        <c:v>41521</c:v>
                      </c:pt>
                      <c:pt idx="2003">
                        <c:v>41522</c:v>
                      </c:pt>
                      <c:pt idx="2004">
                        <c:v>41523</c:v>
                      </c:pt>
                      <c:pt idx="2005">
                        <c:v>41526</c:v>
                      </c:pt>
                      <c:pt idx="2006">
                        <c:v>41527</c:v>
                      </c:pt>
                      <c:pt idx="2007">
                        <c:v>41528</c:v>
                      </c:pt>
                      <c:pt idx="2008">
                        <c:v>41529</c:v>
                      </c:pt>
                      <c:pt idx="2009">
                        <c:v>41530</c:v>
                      </c:pt>
                      <c:pt idx="2010">
                        <c:v>41533</c:v>
                      </c:pt>
                      <c:pt idx="2011">
                        <c:v>41534</c:v>
                      </c:pt>
                      <c:pt idx="2012">
                        <c:v>41535</c:v>
                      </c:pt>
                      <c:pt idx="2013">
                        <c:v>41536</c:v>
                      </c:pt>
                      <c:pt idx="2014">
                        <c:v>41537</c:v>
                      </c:pt>
                      <c:pt idx="2015">
                        <c:v>41540</c:v>
                      </c:pt>
                      <c:pt idx="2016">
                        <c:v>41541</c:v>
                      </c:pt>
                      <c:pt idx="2017">
                        <c:v>41542</c:v>
                      </c:pt>
                      <c:pt idx="2018">
                        <c:v>41543</c:v>
                      </c:pt>
                      <c:pt idx="2019">
                        <c:v>41544</c:v>
                      </c:pt>
                      <c:pt idx="2020">
                        <c:v>41547</c:v>
                      </c:pt>
                      <c:pt idx="2021">
                        <c:v>41548</c:v>
                      </c:pt>
                      <c:pt idx="2022">
                        <c:v>41549</c:v>
                      </c:pt>
                      <c:pt idx="2023">
                        <c:v>41550</c:v>
                      </c:pt>
                      <c:pt idx="2024">
                        <c:v>41551</c:v>
                      </c:pt>
                      <c:pt idx="2025">
                        <c:v>41554</c:v>
                      </c:pt>
                      <c:pt idx="2026">
                        <c:v>41555</c:v>
                      </c:pt>
                      <c:pt idx="2027">
                        <c:v>41556</c:v>
                      </c:pt>
                      <c:pt idx="2028">
                        <c:v>41557</c:v>
                      </c:pt>
                      <c:pt idx="2029">
                        <c:v>41558</c:v>
                      </c:pt>
                      <c:pt idx="2030">
                        <c:v>41561</c:v>
                      </c:pt>
                      <c:pt idx="2031">
                        <c:v>41562</c:v>
                      </c:pt>
                      <c:pt idx="2032">
                        <c:v>41563</c:v>
                      </c:pt>
                      <c:pt idx="2033">
                        <c:v>41564</c:v>
                      </c:pt>
                      <c:pt idx="2034">
                        <c:v>41565</c:v>
                      </c:pt>
                      <c:pt idx="2035">
                        <c:v>41568</c:v>
                      </c:pt>
                      <c:pt idx="2036">
                        <c:v>41569</c:v>
                      </c:pt>
                      <c:pt idx="2037">
                        <c:v>41570</c:v>
                      </c:pt>
                      <c:pt idx="2038">
                        <c:v>41571</c:v>
                      </c:pt>
                      <c:pt idx="2039">
                        <c:v>41572</c:v>
                      </c:pt>
                      <c:pt idx="2040">
                        <c:v>41575</c:v>
                      </c:pt>
                      <c:pt idx="2041">
                        <c:v>41576</c:v>
                      </c:pt>
                      <c:pt idx="2042">
                        <c:v>41577</c:v>
                      </c:pt>
                      <c:pt idx="2043">
                        <c:v>41578</c:v>
                      </c:pt>
                      <c:pt idx="2044">
                        <c:v>41579</c:v>
                      </c:pt>
                      <c:pt idx="2045">
                        <c:v>41582</c:v>
                      </c:pt>
                      <c:pt idx="2046">
                        <c:v>41583</c:v>
                      </c:pt>
                      <c:pt idx="2047">
                        <c:v>41584</c:v>
                      </c:pt>
                      <c:pt idx="2048">
                        <c:v>41585</c:v>
                      </c:pt>
                      <c:pt idx="2049">
                        <c:v>41586</c:v>
                      </c:pt>
                      <c:pt idx="2050">
                        <c:v>41589</c:v>
                      </c:pt>
                      <c:pt idx="2051">
                        <c:v>41590</c:v>
                      </c:pt>
                      <c:pt idx="2052">
                        <c:v>41591</c:v>
                      </c:pt>
                      <c:pt idx="2053">
                        <c:v>41592</c:v>
                      </c:pt>
                      <c:pt idx="2054">
                        <c:v>41593</c:v>
                      </c:pt>
                      <c:pt idx="2055">
                        <c:v>41596</c:v>
                      </c:pt>
                      <c:pt idx="2056">
                        <c:v>41597</c:v>
                      </c:pt>
                      <c:pt idx="2057">
                        <c:v>41598</c:v>
                      </c:pt>
                      <c:pt idx="2058">
                        <c:v>41599</c:v>
                      </c:pt>
                      <c:pt idx="2059">
                        <c:v>41600</c:v>
                      </c:pt>
                      <c:pt idx="2060">
                        <c:v>41603</c:v>
                      </c:pt>
                      <c:pt idx="2061">
                        <c:v>41604</c:v>
                      </c:pt>
                      <c:pt idx="2062">
                        <c:v>41605</c:v>
                      </c:pt>
                      <c:pt idx="2063">
                        <c:v>41606</c:v>
                      </c:pt>
                      <c:pt idx="2064">
                        <c:v>41607</c:v>
                      </c:pt>
                      <c:pt idx="2065">
                        <c:v>41610</c:v>
                      </c:pt>
                      <c:pt idx="2066">
                        <c:v>41611</c:v>
                      </c:pt>
                      <c:pt idx="2067">
                        <c:v>41612</c:v>
                      </c:pt>
                      <c:pt idx="2068">
                        <c:v>41613</c:v>
                      </c:pt>
                      <c:pt idx="2069">
                        <c:v>41614</c:v>
                      </c:pt>
                      <c:pt idx="2070">
                        <c:v>41617</c:v>
                      </c:pt>
                      <c:pt idx="2071">
                        <c:v>41618</c:v>
                      </c:pt>
                      <c:pt idx="2072">
                        <c:v>41619</c:v>
                      </c:pt>
                      <c:pt idx="2073">
                        <c:v>41620</c:v>
                      </c:pt>
                      <c:pt idx="2074">
                        <c:v>41621</c:v>
                      </c:pt>
                      <c:pt idx="2075">
                        <c:v>41624</c:v>
                      </c:pt>
                      <c:pt idx="2076">
                        <c:v>41625</c:v>
                      </c:pt>
                      <c:pt idx="2077">
                        <c:v>41626</c:v>
                      </c:pt>
                      <c:pt idx="2078">
                        <c:v>41627</c:v>
                      </c:pt>
                      <c:pt idx="2079">
                        <c:v>41628</c:v>
                      </c:pt>
                      <c:pt idx="2080">
                        <c:v>41631</c:v>
                      </c:pt>
                      <c:pt idx="2081">
                        <c:v>41632</c:v>
                      </c:pt>
                      <c:pt idx="2082">
                        <c:v>41633</c:v>
                      </c:pt>
                      <c:pt idx="2083">
                        <c:v>41634</c:v>
                      </c:pt>
                      <c:pt idx="2084">
                        <c:v>41635</c:v>
                      </c:pt>
                      <c:pt idx="2085">
                        <c:v>41638</c:v>
                      </c:pt>
                      <c:pt idx="2086">
                        <c:v>41639</c:v>
                      </c:pt>
                      <c:pt idx="2087">
                        <c:v>41640</c:v>
                      </c:pt>
                      <c:pt idx="2088">
                        <c:v>41641</c:v>
                      </c:pt>
                      <c:pt idx="2089">
                        <c:v>41642</c:v>
                      </c:pt>
                      <c:pt idx="2090">
                        <c:v>41645</c:v>
                      </c:pt>
                      <c:pt idx="2091">
                        <c:v>41646</c:v>
                      </c:pt>
                      <c:pt idx="2092">
                        <c:v>41647</c:v>
                      </c:pt>
                      <c:pt idx="2093">
                        <c:v>41648</c:v>
                      </c:pt>
                      <c:pt idx="2094">
                        <c:v>41649</c:v>
                      </c:pt>
                      <c:pt idx="2095">
                        <c:v>41652</c:v>
                      </c:pt>
                      <c:pt idx="2096">
                        <c:v>41653</c:v>
                      </c:pt>
                      <c:pt idx="2097">
                        <c:v>41654</c:v>
                      </c:pt>
                      <c:pt idx="2098">
                        <c:v>41655</c:v>
                      </c:pt>
                      <c:pt idx="2099">
                        <c:v>41656</c:v>
                      </c:pt>
                      <c:pt idx="2100">
                        <c:v>41659</c:v>
                      </c:pt>
                      <c:pt idx="2101">
                        <c:v>41660</c:v>
                      </c:pt>
                      <c:pt idx="2102">
                        <c:v>41661</c:v>
                      </c:pt>
                      <c:pt idx="2103">
                        <c:v>41662</c:v>
                      </c:pt>
                      <c:pt idx="2104">
                        <c:v>41663</c:v>
                      </c:pt>
                      <c:pt idx="2105">
                        <c:v>41666</c:v>
                      </c:pt>
                      <c:pt idx="2106">
                        <c:v>41667</c:v>
                      </c:pt>
                      <c:pt idx="2107">
                        <c:v>41668</c:v>
                      </c:pt>
                      <c:pt idx="2108">
                        <c:v>41669</c:v>
                      </c:pt>
                      <c:pt idx="2109">
                        <c:v>41670</c:v>
                      </c:pt>
                      <c:pt idx="2110">
                        <c:v>41673</c:v>
                      </c:pt>
                      <c:pt idx="2111">
                        <c:v>41674</c:v>
                      </c:pt>
                      <c:pt idx="2112">
                        <c:v>41675</c:v>
                      </c:pt>
                      <c:pt idx="2113">
                        <c:v>41676</c:v>
                      </c:pt>
                      <c:pt idx="2114">
                        <c:v>41677</c:v>
                      </c:pt>
                      <c:pt idx="2115">
                        <c:v>41680</c:v>
                      </c:pt>
                      <c:pt idx="2116">
                        <c:v>41681</c:v>
                      </c:pt>
                      <c:pt idx="2117">
                        <c:v>41682</c:v>
                      </c:pt>
                      <c:pt idx="2118">
                        <c:v>41683</c:v>
                      </c:pt>
                      <c:pt idx="2119">
                        <c:v>41684</c:v>
                      </c:pt>
                      <c:pt idx="2120">
                        <c:v>41687</c:v>
                      </c:pt>
                      <c:pt idx="2121">
                        <c:v>41688</c:v>
                      </c:pt>
                      <c:pt idx="2122">
                        <c:v>41689</c:v>
                      </c:pt>
                      <c:pt idx="2123">
                        <c:v>41690</c:v>
                      </c:pt>
                      <c:pt idx="2124">
                        <c:v>41691</c:v>
                      </c:pt>
                      <c:pt idx="2125">
                        <c:v>41694</c:v>
                      </c:pt>
                      <c:pt idx="2126">
                        <c:v>41695</c:v>
                      </c:pt>
                      <c:pt idx="2127">
                        <c:v>41696</c:v>
                      </c:pt>
                      <c:pt idx="2128">
                        <c:v>41697</c:v>
                      </c:pt>
                      <c:pt idx="2129">
                        <c:v>41698</c:v>
                      </c:pt>
                      <c:pt idx="2130">
                        <c:v>41701</c:v>
                      </c:pt>
                      <c:pt idx="2131">
                        <c:v>41702</c:v>
                      </c:pt>
                      <c:pt idx="2132">
                        <c:v>41703</c:v>
                      </c:pt>
                      <c:pt idx="2133">
                        <c:v>41704</c:v>
                      </c:pt>
                      <c:pt idx="2134">
                        <c:v>41705</c:v>
                      </c:pt>
                      <c:pt idx="2135">
                        <c:v>41708</c:v>
                      </c:pt>
                      <c:pt idx="2136">
                        <c:v>41709</c:v>
                      </c:pt>
                      <c:pt idx="2137">
                        <c:v>41710</c:v>
                      </c:pt>
                      <c:pt idx="2138">
                        <c:v>41711</c:v>
                      </c:pt>
                      <c:pt idx="2139">
                        <c:v>41712</c:v>
                      </c:pt>
                      <c:pt idx="2140">
                        <c:v>41715</c:v>
                      </c:pt>
                      <c:pt idx="2141">
                        <c:v>41716</c:v>
                      </c:pt>
                      <c:pt idx="2142">
                        <c:v>41717</c:v>
                      </c:pt>
                      <c:pt idx="2143">
                        <c:v>41718</c:v>
                      </c:pt>
                      <c:pt idx="2144">
                        <c:v>41719</c:v>
                      </c:pt>
                      <c:pt idx="2145">
                        <c:v>41722</c:v>
                      </c:pt>
                      <c:pt idx="2146">
                        <c:v>41723</c:v>
                      </c:pt>
                      <c:pt idx="2147">
                        <c:v>41724</c:v>
                      </c:pt>
                      <c:pt idx="2148">
                        <c:v>41725</c:v>
                      </c:pt>
                      <c:pt idx="2149">
                        <c:v>41726</c:v>
                      </c:pt>
                      <c:pt idx="2150">
                        <c:v>41729</c:v>
                      </c:pt>
                      <c:pt idx="2151">
                        <c:v>41730</c:v>
                      </c:pt>
                      <c:pt idx="2152">
                        <c:v>41731</c:v>
                      </c:pt>
                      <c:pt idx="2153">
                        <c:v>41732</c:v>
                      </c:pt>
                      <c:pt idx="2154">
                        <c:v>41733</c:v>
                      </c:pt>
                      <c:pt idx="2155">
                        <c:v>41736</c:v>
                      </c:pt>
                      <c:pt idx="2156">
                        <c:v>41737</c:v>
                      </c:pt>
                      <c:pt idx="2157">
                        <c:v>41738</c:v>
                      </c:pt>
                      <c:pt idx="2158">
                        <c:v>41739</c:v>
                      </c:pt>
                      <c:pt idx="2159">
                        <c:v>41740</c:v>
                      </c:pt>
                      <c:pt idx="2160">
                        <c:v>41743</c:v>
                      </c:pt>
                      <c:pt idx="2161">
                        <c:v>41744</c:v>
                      </c:pt>
                      <c:pt idx="2162">
                        <c:v>41745</c:v>
                      </c:pt>
                      <c:pt idx="2163">
                        <c:v>41746</c:v>
                      </c:pt>
                      <c:pt idx="2164">
                        <c:v>41747</c:v>
                      </c:pt>
                      <c:pt idx="2165">
                        <c:v>41750</c:v>
                      </c:pt>
                      <c:pt idx="2166">
                        <c:v>41751</c:v>
                      </c:pt>
                      <c:pt idx="2167">
                        <c:v>41752</c:v>
                      </c:pt>
                      <c:pt idx="2168">
                        <c:v>41753</c:v>
                      </c:pt>
                      <c:pt idx="2169">
                        <c:v>41754</c:v>
                      </c:pt>
                      <c:pt idx="2170">
                        <c:v>41757</c:v>
                      </c:pt>
                      <c:pt idx="2171">
                        <c:v>41758</c:v>
                      </c:pt>
                      <c:pt idx="2172">
                        <c:v>41759</c:v>
                      </c:pt>
                      <c:pt idx="2173">
                        <c:v>41760</c:v>
                      </c:pt>
                      <c:pt idx="2174">
                        <c:v>41761</c:v>
                      </c:pt>
                      <c:pt idx="2175">
                        <c:v>41764</c:v>
                      </c:pt>
                      <c:pt idx="2176">
                        <c:v>41765</c:v>
                      </c:pt>
                      <c:pt idx="2177">
                        <c:v>41766</c:v>
                      </c:pt>
                      <c:pt idx="2178">
                        <c:v>41767</c:v>
                      </c:pt>
                      <c:pt idx="2179">
                        <c:v>41768</c:v>
                      </c:pt>
                      <c:pt idx="2180">
                        <c:v>41771</c:v>
                      </c:pt>
                      <c:pt idx="2181">
                        <c:v>41772</c:v>
                      </c:pt>
                      <c:pt idx="2182">
                        <c:v>41773</c:v>
                      </c:pt>
                      <c:pt idx="2183">
                        <c:v>41774</c:v>
                      </c:pt>
                      <c:pt idx="2184">
                        <c:v>41775</c:v>
                      </c:pt>
                      <c:pt idx="2185">
                        <c:v>41778</c:v>
                      </c:pt>
                      <c:pt idx="2186">
                        <c:v>41779</c:v>
                      </c:pt>
                      <c:pt idx="2187">
                        <c:v>41780</c:v>
                      </c:pt>
                      <c:pt idx="2188">
                        <c:v>41781</c:v>
                      </c:pt>
                      <c:pt idx="2189">
                        <c:v>41782</c:v>
                      </c:pt>
                      <c:pt idx="2190">
                        <c:v>41785</c:v>
                      </c:pt>
                      <c:pt idx="2191">
                        <c:v>41786</c:v>
                      </c:pt>
                      <c:pt idx="2192">
                        <c:v>41787</c:v>
                      </c:pt>
                      <c:pt idx="2193">
                        <c:v>41788</c:v>
                      </c:pt>
                      <c:pt idx="2194">
                        <c:v>41789</c:v>
                      </c:pt>
                      <c:pt idx="2195">
                        <c:v>41792</c:v>
                      </c:pt>
                      <c:pt idx="2196">
                        <c:v>41793</c:v>
                      </c:pt>
                      <c:pt idx="2197">
                        <c:v>41794</c:v>
                      </c:pt>
                      <c:pt idx="2198">
                        <c:v>41795</c:v>
                      </c:pt>
                      <c:pt idx="2199">
                        <c:v>41796</c:v>
                      </c:pt>
                      <c:pt idx="2200">
                        <c:v>41799</c:v>
                      </c:pt>
                      <c:pt idx="2201">
                        <c:v>41800</c:v>
                      </c:pt>
                      <c:pt idx="2202">
                        <c:v>41801</c:v>
                      </c:pt>
                      <c:pt idx="2203">
                        <c:v>41802</c:v>
                      </c:pt>
                      <c:pt idx="2204">
                        <c:v>41803</c:v>
                      </c:pt>
                      <c:pt idx="2205">
                        <c:v>41806</c:v>
                      </c:pt>
                      <c:pt idx="2206">
                        <c:v>41807</c:v>
                      </c:pt>
                      <c:pt idx="2207">
                        <c:v>41808</c:v>
                      </c:pt>
                      <c:pt idx="2208">
                        <c:v>41809</c:v>
                      </c:pt>
                      <c:pt idx="2209">
                        <c:v>41810</c:v>
                      </c:pt>
                      <c:pt idx="2210">
                        <c:v>41813</c:v>
                      </c:pt>
                      <c:pt idx="2211">
                        <c:v>41814</c:v>
                      </c:pt>
                      <c:pt idx="2212">
                        <c:v>41815</c:v>
                      </c:pt>
                      <c:pt idx="2213">
                        <c:v>41816</c:v>
                      </c:pt>
                      <c:pt idx="2214">
                        <c:v>41817</c:v>
                      </c:pt>
                      <c:pt idx="2215">
                        <c:v>41820</c:v>
                      </c:pt>
                      <c:pt idx="2216">
                        <c:v>41821</c:v>
                      </c:pt>
                      <c:pt idx="2217">
                        <c:v>41822</c:v>
                      </c:pt>
                      <c:pt idx="2218">
                        <c:v>41823</c:v>
                      </c:pt>
                      <c:pt idx="2219">
                        <c:v>41824</c:v>
                      </c:pt>
                      <c:pt idx="2220">
                        <c:v>41827</c:v>
                      </c:pt>
                      <c:pt idx="2221">
                        <c:v>41828</c:v>
                      </c:pt>
                      <c:pt idx="2222">
                        <c:v>41829</c:v>
                      </c:pt>
                      <c:pt idx="2223">
                        <c:v>41830</c:v>
                      </c:pt>
                      <c:pt idx="2224">
                        <c:v>41831</c:v>
                      </c:pt>
                      <c:pt idx="2225">
                        <c:v>41834</c:v>
                      </c:pt>
                      <c:pt idx="2226">
                        <c:v>41835</c:v>
                      </c:pt>
                      <c:pt idx="2227">
                        <c:v>41836</c:v>
                      </c:pt>
                      <c:pt idx="2228">
                        <c:v>41837</c:v>
                      </c:pt>
                      <c:pt idx="2229">
                        <c:v>41838</c:v>
                      </c:pt>
                      <c:pt idx="2230">
                        <c:v>41841</c:v>
                      </c:pt>
                      <c:pt idx="2231">
                        <c:v>41842</c:v>
                      </c:pt>
                      <c:pt idx="2232">
                        <c:v>41843</c:v>
                      </c:pt>
                      <c:pt idx="2233">
                        <c:v>41844</c:v>
                      </c:pt>
                      <c:pt idx="2234">
                        <c:v>41845</c:v>
                      </c:pt>
                      <c:pt idx="2235">
                        <c:v>41848</c:v>
                      </c:pt>
                      <c:pt idx="2236">
                        <c:v>41849</c:v>
                      </c:pt>
                      <c:pt idx="2237">
                        <c:v>41850</c:v>
                      </c:pt>
                      <c:pt idx="2238">
                        <c:v>41851</c:v>
                      </c:pt>
                      <c:pt idx="2239">
                        <c:v>41852</c:v>
                      </c:pt>
                      <c:pt idx="2240">
                        <c:v>41855</c:v>
                      </c:pt>
                      <c:pt idx="2241">
                        <c:v>41856</c:v>
                      </c:pt>
                      <c:pt idx="2242">
                        <c:v>41857</c:v>
                      </c:pt>
                      <c:pt idx="2243">
                        <c:v>41858</c:v>
                      </c:pt>
                      <c:pt idx="2244">
                        <c:v>41859</c:v>
                      </c:pt>
                      <c:pt idx="2245">
                        <c:v>41862</c:v>
                      </c:pt>
                      <c:pt idx="2246">
                        <c:v>41863</c:v>
                      </c:pt>
                      <c:pt idx="2247">
                        <c:v>41864</c:v>
                      </c:pt>
                      <c:pt idx="2248">
                        <c:v>41865</c:v>
                      </c:pt>
                      <c:pt idx="2249">
                        <c:v>41866</c:v>
                      </c:pt>
                      <c:pt idx="2250">
                        <c:v>41869</c:v>
                      </c:pt>
                      <c:pt idx="2251">
                        <c:v>41870</c:v>
                      </c:pt>
                      <c:pt idx="2252">
                        <c:v>41871</c:v>
                      </c:pt>
                      <c:pt idx="2253">
                        <c:v>41872</c:v>
                      </c:pt>
                      <c:pt idx="2254">
                        <c:v>41873</c:v>
                      </c:pt>
                      <c:pt idx="2255">
                        <c:v>41876</c:v>
                      </c:pt>
                      <c:pt idx="2256">
                        <c:v>41877</c:v>
                      </c:pt>
                      <c:pt idx="2257">
                        <c:v>41878</c:v>
                      </c:pt>
                      <c:pt idx="2258">
                        <c:v>41879</c:v>
                      </c:pt>
                      <c:pt idx="2259">
                        <c:v>41880</c:v>
                      </c:pt>
                      <c:pt idx="2260">
                        <c:v>41883</c:v>
                      </c:pt>
                      <c:pt idx="2261">
                        <c:v>41884</c:v>
                      </c:pt>
                      <c:pt idx="2262">
                        <c:v>41885</c:v>
                      </c:pt>
                      <c:pt idx="2263">
                        <c:v>41886</c:v>
                      </c:pt>
                      <c:pt idx="2264">
                        <c:v>41887</c:v>
                      </c:pt>
                      <c:pt idx="2265">
                        <c:v>41890</c:v>
                      </c:pt>
                      <c:pt idx="2266">
                        <c:v>41891</c:v>
                      </c:pt>
                      <c:pt idx="2267">
                        <c:v>41892</c:v>
                      </c:pt>
                      <c:pt idx="2268">
                        <c:v>41893</c:v>
                      </c:pt>
                      <c:pt idx="2269">
                        <c:v>41894</c:v>
                      </c:pt>
                      <c:pt idx="2270">
                        <c:v>41897</c:v>
                      </c:pt>
                      <c:pt idx="2271">
                        <c:v>41898</c:v>
                      </c:pt>
                      <c:pt idx="2272">
                        <c:v>41899</c:v>
                      </c:pt>
                      <c:pt idx="2273">
                        <c:v>41900</c:v>
                      </c:pt>
                      <c:pt idx="2274">
                        <c:v>41901</c:v>
                      </c:pt>
                      <c:pt idx="2275">
                        <c:v>41904</c:v>
                      </c:pt>
                      <c:pt idx="2276">
                        <c:v>41905</c:v>
                      </c:pt>
                      <c:pt idx="2277">
                        <c:v>41906</c:v>
                      </c:pt>
                      <c:pt idx="2278">
                        <c:v>41907</c:v>
                      </c:pt>
                      <c:pt idx="2279">
                        <c:v>41908</c:v>
                      </c:pt>
                      <c:pt idx="2280">
                        <c:v>41911</c:v>
                      </c:pt>
                      <c:pt idx="2281">
                        <c:v>41912</c:v>
                      </c:pt>
                      <c:pt idx="2282">
                        <c:v>41913</c:v>
                      </c:pt>
                      <c:pt idx="2283">
                        <c:v>41914</c:v>
                      </c:pt>
                      <c:pt idx="2284">
                        <c:v>41915</c:v>
                      </c:pt>
                      <c:pt idx="2285">
                        <c:v>41918</c:v>
                      </c:pt>
                      <c:pt idx="2286">
                        <c:v>41919</c:v>
                      </c:pt>
                      <c:pt idx="2287">
                        <c:v>41920</c:v>
                      </c:pt>
                      <c:pt idx="2288">
                        <c:v>41921</c:v>
                      </c:pt>
                      <c:pt idx="2289">
                        <c:v>41922</c:v>
                      </c:pt>
                      <c:pt idx="2290">
                        <c:v>41925</c:v>
                      </c:pt>
                      <c:pt idx="2291">
                        <c:v>41926</c:v>
                      </c:pt>
                      <c:pt idx="2292">
                        <c:v>41927</c:v>
                      </c:pt>
                      <c:pt idx="2293">
                        <c:v>41928</c:v>
                      </c:pt>
                      <c:pt idx="2294">
                        <c:v>41929</c:v>
                      </c:pt>
                      <c:pt idx="2295">
                        <c:v>41932</c:v>
                      </c:pt>
                      <c:pt idx="2296">
                        <c:v>41933</c:v>
                      </c:pt>
                      <c:pt idx="2297">
                        <c:v>41934</c:v>
                      </c:pt>
                      <c:pt idx="2298">
                        <c:v>41935</c:v>
                      </c:pt>
                      <c:pt idx="2299">
                        <c:v>41936</c:v>
                      </c:pt>
                      <c:pt idx="2300">
                        <c:v>41939</c:v>
                      </c:pt>
                      <c:pt idx="2301">
                        <c:v>41940</c:v>
                      </c:pt>
                      <c:pt idx="2302">
                        <c:v>41941</c:v>
                      </c:pt>
                      <c:pt idx="2303">
                        <c:v>41942</c:v>
                      </c:pt>
                      <c:pt idx="2304">
                        <c:v>41943</c:v>
                      </c:pt>
                      <c:pt idx="2305">
                        <c:v>41946</c:v>
                      </c:pt>
                      <c:pt idx="2306">
                        <c:v>41947</c:v>
                      </c:pt>
                      <c:pt idx="2307">
                        <c:v>41948</c:v>
                      </c:pt>
                      <c:pt idx="2308">
                        <c:v>41949</c:v>
                      </c:pt>
                      <c:pt idx="2309">
                        <c:v>41950</c:v>
                      </c:pt>
                      <c:pt idx="2310">
                        <c:v>41953</c:v>
                      </c:pt>
                      <c:pt idx="2311">
                        <c:v>41954</c:v>
                      </c:pt>
                      <c:pt idx="2312">
                        <c:v>41955</c:v>
                      </c:pt>
                      <c:pt idx="2313">
                        <c:v>41956</c:v>
                      </c:pt>
                      <c:pt idx="2314">
                        <c:v>41957</c:v>
                      </c:pt>
                      <c:pt idx="2315">
                        <c:v>41960</c:v>
                      </c:pt>
                      <c:pt idx="2316">
                        <c:v>41961</c:v>
                      </c:pt>
                      <c:pt idx="2317">
                        <c:v>41962</c:v>
                      </c:pt>
                      <c:pt idx="2318">
                        <c:v>41963</c:v>
                      </c:pt>
                      <c:pt idx="2319">
                        <c:v>41964</c:v>
                      </c:pt>
                      <c:pt idx="2320">
                        <c:v>41967</c:v>
                      </c:pt>
                      <c:pt idx="2321">
                        <c:v>41968</c:v>
                      </c:pt>
                      <c:pt idx="2322">
                        <c:v>41969</c:v>
                      </c:pt>
                      <c:pt idx="2323">
                        <c:v>41970</c:v>
                      </c:pt>
                      <c:pt idx="2324">
                        <c:v>41971</c:v>
                      </c:pt>
                      <c:pt idx="2325">
                        <c:v>41974</c:v>
                      </c:pt>
                      <c:pt idx="2326">
                        <c:v>41975</c:v>
                      </c:pt>
                      <c:pt idx="2327">
                        <c:v>41976</c:v>
                      </c:pt>
                      <c:pt idx="2328">
                        <c:v>41977</c:v>
                      </c:pt>
                      <c:pt idx="2329">
                        <c:v>41978</c:v>
                      </c:pt>
                      <c:pt idx="2330">
                        <c:v>41981</c:v>
                      </c:pt>
                      <c:pt idx="2331">
                        <c:v>41982</c:v>
                      </c:pt>
                      <c:pt idx="2332">
                        <c:v>41983</c:v>
                      </c:pt>
                      <c:pt idx="2333">
                        <c:v>41984</c:v>
                      </c:pt>
                      <c:pt idx="2334">
                        <c:v>41985</c:v>
                      </c:pt>
                      <c:pt idx="2335">
                        <c:v>41988</c:v>
                      </c:pt>
                      <c:pt idx="2336">
                        <c:v>41989</c:v>
                      </c:pt>
                      <c:pt idx="2337">
                        <c:v>41990</c:v>
                      </c:pt>
                      <c:pt idx="2338">
                        <c:v>41991</c:v>
                      </c:pt>
                      <c:pt idx="2339">
                        <c:v>41992</c:v>
                      </c:pt>
                      <c:pt idx="2340">
                        <c:v>41995</c:v>
                      </c:pt>
                      <c:pt idx="2341">
                        <c:v>41996</c:v>
                      </c:pt>
                      <c:pt idx="2342">
                        <c:v>41997</c:v>
                      </c:pt>
                      <c:pt idx="2343">
                        <c:v>41998</c:v>
                      </c:pt>
                      <c:pt idx="2344">
                        <c:v>41999</c:v>
                      </c:pt>
                      <c:pt idx="2345">
                        <c:v>42002</c:v>
                      </c:pt>
                      <c:pt idx="2346">
                        <c:v>42003</c:v>
                      </c:pt>
                      <c:pt idx="2347">
                        <c:v>42004</c:v>
                      </c:pt>
                      <c:pt idx="2348">
                        <c:v>42005</c:v>
                      </c:pt>
                      <c:pt idx="2349">
                        <c:v>42006</c:v>
                      </c:pt>
                      <c:pt idx="2350">
                        <c:v>42009</c:v>
                      </c:pt>
                      <c:pt idx="2351">
                        <c:v>42010</c:v>
                      </c:pt>
                      <c:pt idx="2352">
                        <c:v>42011</c:v>
                      </c:pt>
                      <c:pt idx="2353">
                        <c:v>42012</c:v>
                      </c:pt>
                      <c:pt idx="2354">
                        <c:v>42013</c:v>
                      </c:pt>
                      <c:pt idx="2355">
                        <c:v>42016</c:v>
                      </c:pt>
                      <c:pt idx="2356">
                        <c:v>42017</c:v>
                      </c:pt>
                      <c:pt idx="2357">
                        <c:v>42018</c:v>
                      </c:pt>
                      <c:pt idx="2358">
                        <c:v>42019</c:v>
                      </c:pt>
                      <c:pt idx="2359">
                        <c:v>42020</c:v>
                      </c:pt>
                      <c:pt idx="2360">
                        <c:v>42023</c:v>
                      </c:pt>
                      <c:pt idx="2361">
                        <c:v>42024</c:v>
                      </c:pt>
                      <c:pt idx="2362">
                        <c:v>42025</c:v>
                      </c:pt>
                      <c:pt idx="2363">
                        <c:v>42026</c:v>
                      </c:pt>
                      <c:pt idx="2364">
                        <c:v>42027</c:v>
                      </c:pt>
                      <c:pt idx="2365">
                        <c:v>42030</c:v>
                      </c:pt>
                      <c:pt idx="2366">
                        <c:v>42031</c:v>
                      </c:pt>
                      <c:pt idx="2367">
                        <c:v>42032</c:v>
                      </c:pt>
                      <c:pt idx="2368">
                        <c:v>42033</c:v>
                      </c:pt>
                      <c:pt idx="2369">
                        <c:v>42034</c:v>
                      </c:pt>
                      <c:pt idx="2370">
                        <c:v>42037</c:v>
                      </c:pt>
                      <c:pt idx="2371">
                        <c:v>42038</c:v>
                      </c:pt>
                      <c:pt idx="2372">
                        <c:v>42039</c:v>
                      </c:pt>
                      <c:pt idx="2373">
                        <c:v>42040</c:v>
                      </c:pt>
                      <c:pt idx="2374">
                        <c:v>42041</c:v>
                      </c:pt>
                      <c:pt idx="2375">
                        <c:v>42044</c:v>
                      </c:pt>
                      <c:pt idx="2376">
                        <c:v>42045</c:v>
                      </c:pt>
                      <c:pt idx="2377">
                        <c:v>42046</c:v>
                      </c:pt>
                      <c:pt idx="2378">
                        <c:v>42047</c:v>
                      </c:pt>
                      <c:pt idx="2379">
                        <c:v>42048</c:v>
                      </c:pt>
                      <c:pt idx="2380">
                        <c:v>42051</c:v>
                      </c:pt>
                      <c:pt idx="2381">
                        <c:v>42052</c:v>
                      </c:pt>
                      <c:pt idx="2382">
                        <c:v>42053</c:v>
                      </c:pt>
                      <c:pt idx="2383">
                        <c:v>42054</c:v>
                      </c:pt>
                      <c:pt idx="2384">
                        <c:v>42055</c:v>
                      </c:pt>
                      <c:pt idx="2385">
                        <c:v>42058</c:v>
                      </c:pt>
                      <c:pt idx="2386">
                        <c:v>42059</c:v>
                      </c:pt>
                      <c:pt idx="2387">
                        <c:v>42060</c:v>
                      </c:pt>
                      <c:pt idx="2388">
                        <c:v>42061</c:v>
                      </c:pt>
                      <c:pt idx="2389">
                        <c:v>42062</c:v>
                      </c:pt>
                      <c:pt idx="2390">
                        <c:v>42065</c:v>
                      </c:pt>
                      <c:pt idx="2391">
                        <c:v>42066</c:v>
                      </c:pt>
                      <c:pt idx="2392">
                        <c:v>42067</c:v>
                      </c:pt>
                      <c:pt idx="2393">
                        <c:v>42068</c:v>
                      </c:pt>
                      <c:pt idx="2394">
                        <c:v>42069</c:v>
                      </c:pt>
                      <c:pt idx="2395">
                        <c:v>42072</c:v>
                      </c:pt>
                      <c:pt idx="2396">
                        <c:v>42073</c:v>
                      </c:pt>
                      <c:pt idx="2397">
                        <c:v>42074</c:v>
                      </c:pt>
                      <c:pt idx="2398">
                        <c:v>42075</c:v>
                      </c:pt>
                      <c:pt idx="2399">
                        <c:v>42076</c:v>
                      </c:pt>
                      <c:pt idx="2400">
                        <c:v>42079</c:v>
                      </c:pt>
                      <c:pt idx="2401">
                        <c:v>42080</c:v>
                      </c:pt>
                      <c:pt idx="2402">
                        <c:v>42081</c:v>
                      </c:pt>
                      <c:pt idx="2403">
                        <c:v>42082</c:v>
                      </c:pt>
                      <c:pt idx="2404">
                        <c:v>42083</c:v>
                      </c:pt>
                      <c:pt idx="2405">
                        <c:v>42086</c:v>
                      </c:pt>
                      <c:pt idx="2406">
                        <c:v>42087</c:v>
                      </c:pt>
                      <c:pt idx="2407">
                        <c:v>42088</c:v>
                      </c:pt>
                      <c:pt idx="2408">
                        <c:v>42089</c:v>
                      </c:pt>
                      <c:pt idx="2409">
                        <c:v>42090</c:v>
                      </c:pt>
                      <c:pt idx="2410">
                        <c:v>42093</c:v>
                      </c:pt>
                      <c:pt idx="2411">
                        <c:v>42094</c:v>
                      </c:pt>
                      <c:pt idx="2412">
                        <c:v>42095</c:v>
                      </c:pt>
                      <c:pt idx="2413">
                        <c:v>42096</c:v>
                      </c:pt>
                      <c:pt idx="2414">
                        <c:v>42097</c:v>
                      </c:pt>
                      <c:pt idx="2415">
                        <c:v>42100</c:v>
                      </c:pt>
                      <c:pt idx="2416">
                        <c:v>42101</c:v>
                      </c:pt>
                      <c:pt idx="2417">
                        <c:v>42102</c:v>
                      </c:pt>
                      <c:pt idx="2418">
                        <c:v>42103</c:v>
                      </c:pt>
                      <c:pt idx="2419">
                        <c:v>42104</c:v>
                      </c:pt>
                      <c:pt idx="2420">
                        <c:v>42107</c:v>
                      </c:pt>
                      <c:pt idx="2421">
                        <c:v>42108</c:v>
                      </c:pt>
                      <c:pt idx="2422">
                        <c:v>42109</c:v>
                      </c:pt>
                      <c:pt idx="2423">
                        <c:v>42110</c:v>
                      </c:pt>
                      <c:pt idx="2424">
                        <c:v>42111</c:v>
                      </c:pt>
                      <c:pt idx="2425">
                        <c:v>42114</c:v>
                      </c:pt>
                      <c:pt idx="2426">
                        <c:v>42115</c:v>
                      </c:pt>
                      <c:pt idx="2427">
                        <c:v>42116</c:v>
                      </c:pt>
                      <c:pt idx="2428">
                        <c:v>42117</c:v>
                      </c:pt>
                      <c:pt idx="2429">
                        <c:v>42118</c:v>
                      </c:pt>
                      <c:pt idx="2430">
                        <c:v>42121</c:v>
                      </c:pt>
                      <c:pt idx="2431">
                        <c:v>42122</c:v>
                      </c:pt>
                      <c:pt idx="2432">
                        <c:v>42123</c:v>
                      </c:pt>
                      <c:pt idx="2433">
                        <c:v>42124</c:v>
                      </c:pt>
                      <c:pt idx="2434">
                        <c:v>42125</c:v>
                      </c:pt>
                      <c:pt idx="2435">
                        <c:v>42128</c:v>
                      </c:pt>
                      <c:pt idx="2436">
                        <c:v>42129</c:v>
                      </c:pt>
                      <c:pt idx="2437">
                        <c:v>42130</c:v>
                      </c:pt>
                      <c:pt idx="2438">
                        <c:v>42131</c:v>
                      </c:pt>
                      <c:pt idx="2439">
                        <c:v>42132</c:v>
                      </c:pt>
                      <c:pt idx="2440">
                        <c:v>42135</c:v>
                      </c:pt>
                      <c:pt idx="2441">
                        <c:v>42136</c:v>
                      </c:pt>
                      <c:pt idx="2442">
                        <c:v>42137</c:v>
                      </c:pt>
                      <c:pt idx="2443">
                        <c:v>42138</c:v>
                      </c:pt>
                      <c:pt idx="2444">
                        <c:v>42139</c:v>
                      </c:pt>
                      <c:pt idx="2445">
                        <c:v>42142</c:v>
                      </c:pt>
                      <c:pt idx="2446">
                        <c:v>42143</c:v>
                      </c:pt>
                      <c:pt idx="2447">
                        <c:v>42144</c:v>
                      </c:pt>
                      <c:pt idx="2448">
                        <c:v>42145</c:v>
                      </c:pt>
                      <c:pt idx="2449">
                        <c:v>42146</c:v>
                      </c:pt>
                      <c:pt idx="2450">
                        <c:v>42149</c:v>
                      </c:pt>
                      <c:pt idx="2451">
                        <c:v>42150</c:v>
                      </c:pt>
                      <c:pt idx="2452">
                        <c:v>42151</c:v>
                      </c:pt>
                      <c:pt idx="2453">
                        <c:v>42152</c:v>
                      </c:pt>
                      <c:pt idx="2454">
                        <c:v>42153</c:v>
                      </c:pt>
                      <c:pt idx="2455">
                        <c:v>42156</c:v>
                      </c:pt>
                      <c:pt idx="2456">
                        <c:v>42157</c:v>
                      </c:pt>
                      <c:pt idx="2457">
                        <c:v>42158</c:v>
                      </c:pt>
                      <c:pt idx="2458">
                        <c:v>42159</c:v>
                      </c:pt>
                      <c:pt idx="2459">
                        <c:v>42160</c:v>
                      </c:pt>
                      <c:pt idx="2460">
                        <c:v>42163</c:v>
                      </c:pt>
                      <c:pt idx="2461">
                        <c:v>42164</c:v>
                      </c:pt>
                      <c:pt idx="2462">
                        <c:v>42165</c:v>
                      </c:pt>
                      <c:pt idx="2463">
                        <c:v>42166</c:v>
                      </c:pt>
                      <c:pt idx="2464">
                        <c:v>42167</c:v>
                      </c:pt>
                      <c:pt idx="2465">
                        <c:v>42170</c:v>
                      </c:pt>
                      <c:pt idx="2466">
                        <c:v>42171</c:v>
                      </c:pt>
                      <c:pt idx="2467">
                        <c:v>42172</c:v>
                      </c:pt>
                      <c:pt idx="2468">
                        <c:v>42173</c:v>
                      </c:pt>
                      <c:pt idx="2469">
                        <c:v>42174</c:v>
                      </c:pt>
                      <c:pt idx="2470">
                        <c:v>42177</c:v>
                      </c:pt>
                      <c:pt idx="2471">
                        <c:v>42178</c:v>
                      </c:pt>
                      <c:pt idx="2472">
                        <c:v>42179</c:v>
                      </c:pt>
                      <c:pt idx="2473">
                        <c:v>42180</c:v>
                      </c:pt>
                      <c:pt idx="2474">
                        <c:v>42181</c:v>
                      </c:pt>
                      <c:pt idx="2475">
                        <c:v>42184</c:v>
                      </c:pt>
                      <c:pt idx="2476">
                        <c:v>42185</c:v>
                      </c:pt>
                      <c:pt idx="2477">
                        <c:v>42186</c:v>
                      </c:pt>
                      <c:pt idx="2478">
                        <c:v>42187</c:v>
                      </c:pt>
                      <c:pt idx="2479">
                        <c:v>42188</c:v>
                      </c:pt>
                      <c:pt idx="2480">
                        <c:v>42191</c:v>
                      </c:pt>
                      <c:pt idx="2481">
                        <c:v>42192</c:v>
                      </c:pt>
                      <c:pt idx="2482">
                        <c:v>42193</c:v>
                      </c:pt>
                      <c:pt idx="2483">
                        <c:v>42194</c:v>
                      </c:pt>
                      <c:pt idx="2484">
                        <c:v>42195</c:v>
                      </c:pt>
                      <c:pt idx="2485">
                        <c:v>42198</c:v>
                      </c:pt>
                      <c:pt idx="2486">
                        <c:v>42199</c:v>
                      </c:pt>
                      <c:pt idx="2487">
                        <c:v>42200</c:v>
                      </c:pt>
                      <c:pt idx="2488">
                        <c:v>42201</c:v>
                      </c:pt>
                      <c:pt idx="2489">
                        <c:v>42202</c:v>
                      </c:pt>
                      <c:pt idx="2490">
                        <c:v>42205</c:v>
                      </c:pt>
                      <c:pt idx="2491">
                        <c:v>42206</c:v>
                      </c:pt>
                      <c:pt idx="2492">
                        <c:v>42207</c:v>
                      </c:pt>
                      <c:pt idx="2493">
                        <c:v>42208</c:v>
                      </c:pt>
                      <c:pt idx="2494">
                        <c:v>42209</c:v>
                      </c:pt>
                      <c:pt idx="2495">
                        <c:v>42212</c:v>
                      </c:pt>
                      <c:pt idx="2496">
                        <c:v>42213</c:v>
                      </c:pt>
                      <c:pt idx="2497">
                        <c:v>42214</c:v>
                      </c:pt>
                      <c:pt idx="2498">
                        <c:v>42215</c:v>
                      </c:pt>
                      <c:pt idx="2499">
                        <c:v>42216</c:v>
                      </c:pt>
                      <c:pt idx="2500">
                        <c:v>42219</c:v>
                      </c:pt>
                      <c:pt idx="2501">
                        <c:v>42220</c:v>
                      </c:pt>
                      <c:pt idx="2502">
                        <c:v>42221</c:v>
                      </c:pt>
                      <c:pt idx="2503">
                        <c:v>42222</c:v>
                      </c:pt>
                      <c:pt idx="2504">
                        <c:v>42223</c:v>
                      </c:pt>
                      <c:pt idx="2505">
                        <c:v>42226</c:v>
                      </c:pt>
                      <c:pt idx="2506">
                        <c:v>42227</c:v>
                      </c:pt>
                      <c:pt idx="2507">
                        <c:v>42228</c:v>
                      </c:pt>
                      <c:pt idx="2508">
                        <c:v>42229</c:v>
                      </c:pt>
                      <c:pt idx="2509">
                        <c:v>42230</c:v>
                      </c:pt>
                      <c:pt idx="2510">
                        <c:v>42233</c:v>
                      </c:pt>
                      <c:pt idx="2511">
                        <c:v>42234</c:v>
                      </c:pt>
                      <c:pt idx="2512">
                        <c:v>42235</c:v>
                      </c:pt>
                      <c:pt idx="2513">
                        <c:v>42236</c:v>
                      </c:pt>
                      <c:pt idx="2514">
                        <c:v>42237</c:v>
                      </c:pt>
                      <c:pt idx="2515">
                        <c:v>42240</c:v>
                      </c:pt>
                      <c:pt idx="2516">
                        <c:v>42241</c:v>
                      </c:pt>
                      <c:pt idx="2517">
                        <c:v>42242</c:v>
                      </c:pt>
                      <c:pt idx="2518">
                        <c:v>42243</c:v>
                      </c:pt>
                      <c:pt idx="2519">
                        <c:v>42244</c:v>
                      </c:pt>
                      <c:pt idx="2520">
                        <c:v>42247</c:v>
                      </c:pt>
                      <c:pt idx="2521">
                        <c:v>42248</c:v>
                      </c:pt>
                      <c:pt idx="2522">
                        <c:v>42249</c:v>
                      </c:pt>
                      <c:pt idx="2523">
                        <c:v>42250</c:v>
                      </c:pt>
                      <c:pt idx="2524">
                        <c:v>42251</c:v>
                      </c:pt>
                      <c:pt idx="2525">
                        <c:v>42254</c:v>
                      </c:pt>
                      <c:pt idx="2526">
                        <c:v>42255</c:v>
                      </c:pt>
                      <c:pt idx="2527">
                        <c:v>42256</c:v>
                      </c:pt>
                      <c:pt idx="2528">
                        <c:v>42257</c:v>
                      </c:pt>
                      <c:pt idx="2529">
                        <c:v>42258</c:v>
                      </c:pt>
                      <c:pt idx="2530">
                        <c:v>42261</c:v>
                      </c:pt>
                      <c:pt idx="2531">
                        <c:v>42262</c:v>
                      </c:pt>
                      <c:pt idx="2532">
                        <c:v>42263</c:v>
                      </c:pt>
                      <c:pt idx="2533">
                        <c:v>42264</c:v>
                      </c:pt>
                      <c:pt idx="2534">
                        <c:v>42265</c:v>
                      </c:pt>
                      <c:pt idx="2535">
                        <c:v>42268</c:v>
                      </c:pt>
                      <c:pt idx="2536">
                        <c:v>42269</c:v>
                      </c:pt>
                      <c:pt idx="2537">
                        <c:v>42270</c:v>
                      </c:pt>
                      <c:pt idx="2538">
                        <c:v>42271</c:v>
                      </c:pt>
                      <c:pt idx="2539">
                        <c:v>42272</c:v>
                      </c:pt>
                      <c:pt idx="2540">
                        <c:v>42275</c:v>
                      </c:pt>
                      <c:pt idx="2541">
                        <c:v>42276</c:v>
                      </c:pt>
                      <c:pt idx="2542">
                        <c:v>42277</c:v>
                      </c:pt>
                      <c:pt idx="2543">
                        <c:v>42278</c:v>
                      </c:pt>
                      <c:pt idx="2544">
                        <c:v>42279</c:v>
                      </c:pt>
                      <c:pt idx="2545">
                        <c:v>42282</c:v>
                      </c:pt>
                      <c:pt idx="2546">
                        <c:v>42283</c:v>
                      </c:pt>
                      <c:pt idx="2547">
                        <c:v>42284</c:v>
                      </c:pt>
                      <c:pt idx="2548">
                        <c:v>42285</c:v>
                      </c:pt>
                      <c:pt idx="2549">
                        <c:v>42286</c:v>
                      </c:pt>
                      <c:pt idx="2550">
                        <c:v>42289</c:v>
                      </c:pt>
                      <c:pt idx="2551">
                        <c:v>42290</c:v>
                      </c:pt>
                      <c:pt idx="2552">
                        <c:v>42291</c:v>
                      </c:pt>
                      <c:pt idx="2553">
                        <c:v>42292</c:v>
                      </c:pt>
                      <c:pt idx="2554">
                        <c:v>42293</c:v>
                      </c:pt>
                      <c:pt idx="2555">
                        <c:v>42296</c:v>
                      </c:pt>
                      <c:pt idx="2556">
                        <c:v>42297</c:v>
                      </c:pt>
                      <c:pt idx="2557">
                        <c:v>42298</c:v>
                      </c:pt>
                      <c:pt idx="2558">
                        <c:v>42299</c:v>
                      </c:pt>
                      <c:pt idx="2559">
                        <c:v>42300</c:v>
                      </c:pt>
                      <c:pt idx="2560">
                        <c:v>42303</c:v>
                      </c:pt>
                      <c:pt idx="2561">
                        <c:v>42304</c:v>
                      </c:pt>
                      <c:pt idx="2562">
                        <c:v>42305</c:v>
                      </c:pt>
                      <c:pt idx="2563">
                        <c:v>42306</c:v>
                      </c:pt>
                      <c:pt idx="2564">
                        <c:v>42307</c:v>
                      </c:pt>
                      <c:pt idx="2565">
                        <c:v>42310</c:v>
                      </c:pt>
                      <c:pt idx="2566">
                        <c:v>42311</c:v>
                      </c:pt>
                      <c:pt idx="2567">
                        <c:v>42312</c:v>
                      </c:pt>
                      <c:pt idx="2568">
                        <c:v>42313</c:v>
                      </c:pt>
                      <c:pt idx="2569">
                        <c:v>42314</c:v>
                      </c:pt>
                      <c:pt idx="2570">
                        <c:v>42317</c:v>
                      </c:pt>
                      <c:pt idx="2571">
                        <c:v>42318</c:v>
                      </c:pt>
                      <c:pt idx="2572">
                        <c:v>42319</c:v>
                      </c:pt>
                      <c:pt idx="2573">
                        <c:v>42320</c:v>
                      </c:pt>
                      <c:pt idx="2574">
                        <c:v>42321</c:v>
                      </c:pt>
                      <c:pt idx="2575">
                        <c:v>42324</c:v>
                      </c:pt>
                      <c:pt idx="2576">
                        <c:v>42325</c:v>
                      </c:pt>
                      <c:pt idx="2577">
                        <c:v>42326</c:v>
                      </c:pt>
                      <c:pt idx="2578">
                        <c:v>42327</c:v>
                      </c:pt>
                      <c:pt idx="2579">
                        <c:v>42328</c:v>
                      </c:pt>
                      <c:pt idx="2580">
                        <c:v>42331</c:v>
                      </c:pt>
                      <c:pt idx="2581">
                        <c:v>42332</c:v>
                      </c:pt>
                      <c:pt idx="2582">
                        <c:v>42333</c:v>
                      </c:pt>
                      <c:pt idx="2583">
                        <c:v>42334</c:v>
                      </c:pt>
                      <c:pt idx="2584">
                        <c:v>42335</c:v>
                      </c:pt>
                      <c:pt idx="2585">
                        <c:v>42338</c:v>
                      </c:pt>
                      <c:pt idx="2586">
                        <c:v>42339</c:v>
                      </c:pt>
                      <c:pt idx="2587">
                        <c:v>42340</c:v>
                      </c:pt>
                      <c:pt idx="2588">
                        <c:v>42341</c:v>
                      </c:pt>
                      <c:pt idx="2589">
                        <c:v>42342</c:v>
                      </c:pt>
                      <c:pt idx="2590">
                        <c:v>42345</c:v>
                      </c:pt>
                      <c:pt idx="2591">
                        <c:v>42346</c:v>
                      </c:pt>
                      <c:pt idx="2592">
                        <c:v>42347</c:v>
                      </c:pt>
                      <c:pt idx="2593">
                        <c:v>42348</c:v>
                      </c:pt>
                      <c:pt idx="2594">
                        <c:v>42349</c:v>
                      </c:pt>
                      <c:pt idx="2595">
                        <c:v>42352</c:v>
                      </c:pt>
                      <c:pt idx="2596">
                        <c:v>42353</c:v>
                      </c:pt>
                      <c:pt idx="2597">
                        <c:v>42354</c:v>
                      </c:pt>
                      <c:pt idx="2598">
                        <c:v>42355</c:v>
                      </c:pt>
                      <c:pt idx="2599">
                        <c:v>42356</c:v>
                      </c:pt>
                      <c:pt idx="2600">
                        <c:v>42359</c:v>
                      </c:pt>
                      <c:pt idx="2601">
                        <c:v>42360</c:v>
                      </c:pt>
                      <c:pt idx="2602">
                        <c:v>42361</c:v>
                      </c:pt>
                      <c:pt idx="2603">
                        <c:v>42362</c:v>
                      </c:pt>
                      <c:pt idx="2604">
                        <c:v>42363</c:v>
                      </c:pt>
                      <c:pt idx="2605">
                        <c:v>42366</c:v>
                      </c:pt>
                      <c:pt idx="2606">
                        <c:v>42367</c:v>
                      </c:pt>
                      <c:pt idx="2607">
                        <c:v>42368</c:v>
                      </c:pt>
                      <c:pt idx="2608">
                        <c:v>42369</c:v>
                      </c:pt>
                      <c:pt idx="2609">
                        <c:v>42370</c:v>
                      </c:pt>
                      <c:pt idx="2610">
                        <c:v>42373</c:v>
                      </c:pt>
                      <c:pt idx="2611">
                        <c:v>42374</c:v>
                      </c:pt>
                      <c:pt idx="2612">
                        <c:v>42375</c:v>
                      </c:pt>
                      <c:pt idx="2613">
                        <c:v>42376</c:v>
                      </c:pt>
                      <c:pt idx="2614">
                        <c:v>42377</c:v>
                      </c:pt>
                      <c:pt idx="2615">
                        <c:v>42380</c:v>
                      </c:pt>
                      <c:pt idx="2616">
                        <c:v>42381</c:v>
                      </c:pt>
                      <c:pt idx="2617">
                        <c:v>42382</c:v>
                      </c:pt>
                      <c:pt idx="2618">
                        <c:v>42383</c:v>
                      </c:pt>
                      <c:pt idx="2619">
                        <c:v>42384</c:v>
                      </c:pt>
                      <c:pt idx="2620">
                        <c:v>42387</c:v>
                      </c:pt>
                      <c:pt idx="2621">
                        <c:v>42388</c:v>
                      </c:pt>
                      <c:pt idx="2622">
                        <c:v>42389</c:v>
                      </c:pt>
                      <c:pt idx="2623">
                        <c:v>42390</c:v>
                      </c:pt>
                      <c:pt idx="2624">
                        <c:v>42391</c:v>
                      </c:pt>
                      <c:pt idx="2625">
                        <c:v>42394</c:v>
                      </c:pt>
                      <c:pt idx="2626">
                        <c:v>42395</c:v>
                      </c:pt>
                      <c:pt idx="2627">
                        <c:v>42396</c:v>
                      </c:pt>
                      <c:pt idx="2628">
                        <c:v>42397</c:v>
                      </c:pt>
                      <c:pt idx="2629">
                        <c:v>42398</c:v>
                      </c:pt>
                      <c:pt idx="2630">
                        <c:v>42401</c:v>
                      </c:pt>
                      <c:pt idx="2631">
                        <c:v>42402</c:v>
                      </c:pt>
                      <c:pt idx="2632">
                        <c:v>42403</c:v>
                      </c:pt>
                      <c:pt idx="2633">
                        <c:v>42404</c:v>
                      </c:pt>
                      <c:pt idx="2634">
                        <c:v>42405</c:v>
                      </c:pt>
                      <c:pt idx="2635">
                        <c:v>42408</c:v>
                      </c:pt>
                      <c:pt idx="2636">
                        <c:v>42409</c:v>
                      </c:pt>
                      <c:pt idx="2637">
                        <c:v>42410</c:v>
                      </c:pt>
                      <c:pt idx="2638">
                        <c:v>42411</c:v>
                      </c:pt>
                      <c:pt idx="2639">
                        <c:v>42412</c:v>
                      </c:pt>
                      <c:pt idx="2640">
                        <c:v>42415</c:v>
                      </c:pt>
                      <c:pt idx="2641">
                        <c:v>42416</c:v>
                      </c:pt>
                      <c:pt idx="2642">
                        <c:v>42417</c:v>
                      </c:pt>
                      <c:pt idx="2643">
                        <c:v>42418</c:v>
                      </c:pt>
                      <c:pt idx="2644">
                        <c:v>42419</c:v>
                      </c:pt>
                      <c:pt idx="2645">
                        <c:v>42422</c:v>
                      </c:pt>
                      <c:pt idx="2646">
                        <c:v>42423</c:v>
                      </c:pt>
                      <c:pt idx="2647">
                        <c:v>42424</c:v>
                      </c:pt>
                      <c:pt idx="2648">
                        <c:v>42425</c:v>
                      </c:pt>
                      <c:pt idx="2649">
                        <c:v>42426</c:v>
                      </c:pt>
                      <c:pt idx="2650">
                        <c:v>42429</c:v>
                      </c:pt>
                      <c:pt idx="2651">
                        <c:v>42430</c:v>
                      </c:pt>
                      <c:pt idx="2652">
                        <c:v>42431</c:v>
                      </c:pt>
                      <c:pt idx="2653">
                        <c:v>42432</c:v>
                      </c:pt>
                      <c:pt idx="2654">
                        <c:v>42433</c:v>
                      </c:pt>
                      <c:pt idx="2655">
                        <c:v>42436</c:v>
                      </c:pt>
                      <c:pt idx="2656">
                        <c:v>42437</c:v>
                      </c:pt>
                      <c:pt idx="2657">
                        <c:v>42438</c:v>
                      </c:pt>
                      <c:pt idx="2658">
                        <c:v>42439</c:v>
                      </c:pt>
                      <c:pt idx="2659">
                        <c:v>42440</c:v>
                      </c:pt>
                      <c:pt idx="2660">
                        <c:v>42443</c:v>
                      </c:pt>
                      <c:pt idx="2661">
                        <c:v>42444</c:v>
                      </c:pt>
                      <c:pt idx="2662">
                        <c:v>42445</c:v>
                      </c:pt>
                      <c:pt idx="2663">
                        <c:v>42446</c:v>
                      </c:pt>
                      <c:pt idx="2664">
                        <c:v>42447</c:v>
                      </c:pt>
                      <c:pt idx="2665">
                        <c:v>42450</c:v>
                      </c:pt>
                      <c:pt idx="2666">
                        <c:v>42451</c:v>
                      </c:pt>
                      <c:pt idx="2667">
                        <c:v>42452</c:v>
                      </c:pt>
                      <c:pt idx="2668">
                        <c:v>42453</c:v>
                      </c:pt>
                      <c:pt idx="2669">
                        <c:v>42454</c:v>
                      </c:pt>
                      <c:pt idx="2670">
                        <c:v>42457</c:v>
                      </c:pt>
                      <c:pt idx="2671">
                        <c:v>42458</c:v>
                      </c:pt>
                      <c:pt idx="2672">
                        <c:v>42459</c:v>
                      </c:pt>
                      <c:pt idx="2673">
                        <c:v>42460</c:v>
                      </c:pt>
                      <c:pt idx="2674">
                        <c:v>42461</c:v>
                      </c:pt>
                      <c:pt idx="2675">
                        <c:v>42464</c:v>
                      </c:pt>
                      <c:pt idx="2676">
                        <c:v>42465</c:v>
                      </c:pt>
                      <c:pt idx="2677">
                        <c:v>42466</c:v>
                      </c:pt>
                      <c:pt idx="2678">
                        <c:v>42467</c:v>
                      </c:pt>
                      <c:pt idx="2679">
                        <c:v>42468</c:v>
                      </c:pt>
                      <c:pt idx="2680">
                        <c:v>42471</c:v>
                      </c:pt>
                      <c:pt idx="2681">
                        <c:v>42472</c:v>
                      </c:pt>
                      <c:pt idx="2682">
                        <c:v>42473</c:v>
                      </c:pt>
                      <c:pt idx="2683">
                        <c:v>42474</c:v>
                      </c:pt>
                      <c:pt idx="2684">
                        <c:v>42475</c:v>
                      </c:pt>
                      <c:pt idx="2685">
                        <c:v>42478</c:v>
                      </c:pt>
                      <c:pt idx="2686">
                        <c:v>42479</c:v>
                      </c:pt>
                      <c:pt idx="2687">
                        <c:v>42480</c:v>
                      </c:pt>
                      <c:pt idx="2688">
                        <c:v>42481</c:v>
                      </c:pt>
                      <c:pt idx="2689">
                        <c:v>42482</c:v>
                      </c:pt>
                      <c:pt idx="2690">
                        <c:v>42485</c:v>
                      </c:pt>
                      <c:pt idx="2691">
                        <c:v>42486</c:v>
                      </c:pt>
                      <c:pt idx="2692">
                        <c:v>42487</c:v>
                      </c:pt>
                      <c:pt idx="2693">
                        <c:v>42488</c:v>
                      </c:pt>
                      <c:pt idx="2694">
                        <c:v>42489</c:v>
                      </c:pt>
                      <c:pt idx="2695">
                        <c:v>42492</c:v>
                      </c:pt>
                      <c:pt idx="2696">
                        <c:v>42493</c:v>
                      </c:pt>
                      <c:pt idx="2697">
                        <c:v>42494</c:v>
                      </c:pt>
                      <c:pt idx="2698">
                        <c:v>42495</c:v>
                      </c:pt>
                      <c:pt idx="2699">
                        <c:v>42496</c:v>
                      </c:pt>
                      <c:pt idx="2700">
                        <c:v>42499</c:v>
                      </c:pt>
                      <c:pt idx="2701">
                        <c:v>42500</c:v>
                      </c:pt>
                      <c:pt idx="2702">
                        <c:v>42501</c:v>
                      </c:pt>
                      <c:pt idx="2703">
                        <c:v>42502</c:v>
                      </c:pt>
                      <c:pt idx="2704">
                        <c:v>42503</c:v>
                      </c:pt>
                      <c:pt idx="2705">
                        <c:v>42506</c:v>
                      </c:pt>
                      <c:pt idx="2706">
                        <c:v>42507</c:v>
                      </c:pt>
                      <c:pt idx="2707">
                        <c:v>42508</c:v>
                      </c:pt>
                      <c:pt idx="2708">
                        <c:v>42509</c:v>
                      </c:pt>
                      <c:pt idx="2709">
                        <c:v>42510</c:v>
                      </c:pt>
                      <c:pt idx="2710">
                        <c:v>42513</c:v>
                      </c:pt>
                      <c:pt idx="2711">
                        <c:v>42514</c:v>
                      </c:pt>
                      <c:pt idx="2712">
                        <c:v>42515</c:v>
                      </c:pt>
                      <c:pt idx="2713">
                        <c:v>42516</c:v>
                      </c:pt>
                      <c:pt idx="2714">
                        <c:v>42517</c:v>
                      </c:pt>
                      <c:pt idx="2715">
                        <c:v>42520</c:v>
                      </c:pt>
                      <c:pt idx="2716">
                        <c:v>42521</c:v>
                      </c:pt>
                      <c:pt idx="2717">
                        <c:v>42522</c:v>
                      </c:pt>
                      <c:pt idx="2718">
                        <c:v>42523</c:v>
                      </c:pt>
                      <c:pt idx="2719">
                        <c:v>42524</c:v>
                      </c:pt>
                      <c:pt idx="2720">
                        <c:v>42527</c:v>
                      </c:pt>
                      <c:pt idx="2721">
                        <c:v>42528</c:v>
                      </c:pt>
                      <c:pt idx="2722">
                        <c:v>42529</c:v>
                      </c:pt>
                      <c:pt idx="2723">
                        <c:v>42530</c:v>
                      </c:pt>
                      <c:pt idx="2724">
                        <c:v>42531</c:v>
                      </c:pt>
                      <c:pt idx="2725">
                        <c:v>42534</c:v>
                      </c:pt>
                      <c:pt idx="2726">
                        <c:v>42535</c:v>
                      </c:pt>
                      <c:pt idx="2727">
                        <c:v>42536</c:v>
                      </c:pt>
                      <c:pt idx="2728">
                        <c:v>42537</c:v>
                      </c:pt>
                      <c:pt idx="2729">
                        <c:v>42538</c:v>
                      </c:pt>
                      <c:pt idx="2730">
                        <c:v>42541</c:v>
                      </c:pt>
                      <c:pt idx="2731">
                        <c:v>42542</c:v>
                      </c:pt>
                      <c:pt idx="2732">
                        <c:v>42543</c:v>
                      </c:pt>
                      <c:pt idx="2733">
                        <c:v>42544</c:v>
                      </c:pt>
                      <c:pt idx="2734">
                        <c:v>42545</c:v>
                      </c:pt>
                      <c:pt idx="2735">
                        <c:v>42548</c:v>
                      </c:pt>
                      <c:pt idx="2736">
                        <c:v>42549</c:v>
                      </c:pt>
                      <c:pt idx="2737">
                        <c:v>42550</c:v>
                      </c:pt>
                      <c:pt idx="2738">
                        <c:v>42551</c:v>
                      </c:pt>
                      <c:pt idx="2739">
                        <c:v>42552</c:v>
                      </c:pt>
                      <c:pt idx="2740">
                        <c:v>42555</c:v>
                      </c:pt>
                      <c:pt idx="2741">
                        <c:v>42556</c:v>
                      </c:pt>
                      <c:pt idx="2742">
                        <c:v>42557</c:v>
                      </c:pt>
                      <c:pt idx="2743">
                        <c:v>42558</c:v>
                      </c:pt>
                      <c:pt idx="2744">
                        <c:v>42559</c:v>
                      </c:pt>
                      <c:pt idx="2745">
                        <c:v>42562</c:v>
                      </c:pt>
                      <c:pt idx="2746">
                        <c:v>42563</c:v>
                      </c:pt>
                      <c:pt idx="2747">
                        <c:v>42564</c:v>
                      </c:pt>
                      <c:pt idx="2748">
                        <c:v>42565</c:v>
                      </c:pt>
                      <c:pt idx="2749">
                        <c:v>42566</c:v>
                      </c:pt>
                      <c:pt idx="2750">
                        <c:v>42569</c:v>
                      </c:pt>
                      <c:pt idx="2751">
                        <c:v>42570</c:v>
                      </c:pt>
                      <c:pt idx="2752">
                        <c:v>42571</c:v>
                      </c:pt>
                      <c:pt idx="2753">
                        <c:v>42572</c:v>
                      </c:pt>
                      <c:pt idx="2754">
                        <c:v>42573</c:v>
                      </c:pt>
                      <c:pt idx="2755">
                        <c:v>42576</c:v>
                      </c:pt>
                      <c:pt idx="2756">
                        <c:v>42577</c:v>
                      </c:pt>
                      <c:pt idx="2757">
                        <c:v>42578</c:v>
                      </c:pt>
                      <c:pt idx="2758">
                        <c:v>42579</c:v>
                      </c:pt>
                      <c:pt idx="2759">
                        <c:v>42580</c:v>
                      </c:pt>
                      <c:pt idx="2760">
                        <c:v>42583</c:v>
                      </c:pt>
                      <c:pt idx="2761">
                        <c:v>42584</c:v>
                      </c:pt>
                      <c:pt idx="2762">
                        <c:v>42585</c:v>
                      </c:pt>
                      <c:pt idx="2763">
                        <c:v>42586</c:v>
                      </c:pt>
                      <c:pt idx="2764">
                        <c:v>42587</c:v>
                      </c:pt>
                      <c:pt idx="2765">
                        <c:v>42590</c:v>
                      </c:pt>
                      <c:pt idx="2766">
                        <c:v>42591</c:v>
                      </c:pt>
                      <c:pt idx="2767">
                        <c:v>42592</c:v>
                      </c:pt>
                      <c:pt idx="2768">
                        <c:v>42593</c:v>
                      </c:pt>
                      <c:pt idx="2769">
                        <c:v>42594</c:v>
                      </c:pt>
                      <c:pt idx="2770">
                        <c:v>42597</c:v>
                      </c:pt>
                      <c:pt idx="2771">
                        <c:v>42598</c:v>
                      </c:pt>
                      <c:pt idx="2772">
                        <c:v>42599</c:v>
                      </c:pt>
                      <c:pt idx="2773">
                        <c:v>42600</c:v>
                      </c:pt>
                      <c:pt idx="2774">
                        <c:v>42601</c:v>
                      </c:pt>
                      <c:pt idx="2775">
                        <c:v>42604</c:v>
                      </c:pt>
                      <c:pt idx="2776">
                        <c:v>42605</c:v>
                      </c:pt>
                      <c:pt idx="2777">
                        <c:v>42606</c:v>
                      </c:pt>
                      <c:pt idx="2778">
                        <c:v>42607</c:v>
                      </c:pt>
                      <c:pt idx="2779">
                        <c:v>42608</c:v>
                      </c:pt>
                      <c:pt idx="2780">
                        <c:v>42611</c:v>
                      </c:pt>
                      <c:pt idx="2781">
                        <c:v>42612</c:v>
                      </c:pt>
                      <c:pt idx="2782">
                        <c:v>42613</c:v>
                      </c:pt>
                      <c:pt idx="2783">
                        <c:v>42614</c:v>
                      </c:pt>
                      <c:pt idx="2784">
                        <c:v>42615</c:v>
                      </c:pt>
                      <c:pt idx="2785">
                        <c:v>42618</c:v>
                      </c:pt>
                      <c:pt idx="2786">
                        <c:v>42619</c:v>
                      </c:pt>
                      <c:pt idx="2787">
                        <c:v>42620</c:v>
                      </c:pt>
                      <c:pt idx="2788">
                        <c:v>42621</c:v>
                      </c:pt>
                      <c:pt idx="2789">
                        <c:v>42622</c:v>
                      </c:pt>
                      <c:pt idx="2790">
                        <c:v>42625</c:v>
                      </c:pt>
                      <c:pt idx="2791">
                        <c:v>42626</c:v>
                      </c:pt>
                      <c:pt idx="2792">
                        <c:v>42627</c:v>
                      </c:pt>
                      <c:pt idx="2793">
                        <c:v>42628</c:v>
                      </c:pt>
                      <c:pt idx="2794">
                        <c:v>42629</c:v>
                      </c:pt>
                      <c:pt idx="2795">
                        <c:v>42632</c:v>
                      </c:pt>
                      <c:pt idx="2796">
                        <c:v>42633</c:v>
                      </c:pt>
                      <c:pt idx="2797">
                        <c:v>42634</c:v>
                      </c:pt>
                      <c:pt idx="2798">
                        <c:v>42635</c:v>
                      </c:pt>
                      <c:pt idx="2799">
                        <c:v>42636</c:v>
                      </c:pt>
                      <c:pt idx="2800">
                        <c:v>42639</c:v>
                      </c:pt>
                      <c:pt idx="2801">
                        <c:v>42640</c:v>
                      </c:pt>
                      <c:pt idx="2802">
                        <c:v>42641</c:v>
                      </c:pt>
                      <c:pt idx="2803">
                        <c:v>42642</c:v>
                      </c:pt>
                      <c:pt idx="2804">
                        <c:v>42643</c:v>
                      </c:pt>
                      <c:pt idx="2805">
                        <c:v>42646</c:v>
                      </c:pt>
                      <c:pt idx="2806">
                        <c:v>42647</c:v>
                      </c:pt>
                      <c:pt idx="2807">
                        <c:v>42648</c:v>
                      </c:pt>
                      <c:pt idx="2808">
                        <c:v>42649</c:v>
                      </c:pt>
                      <c:pt idx="2809">
                        <c:v>42650</c:v>
                      </c:pt>
                      <c:pt idx="2810">
                        <c:v>42653</c:v>
                      </c:pt>
                      <c:pt idx="2811">
                        <c:v>42654</c:v>
                      </c:pt>
                      <c:pt idx="2812">
                        <c:v>42655</c:v>
                      </c:pt>
                      <c:pt idx="2813">
                        <c:v>42656</c:v>
                      </c:pt>
                      <c:pt idx="2814">
                        <c:v>42657</c:v>
                      </c:pt>
                      <c:pt idx="2815">
                        <c:v>42660</c:v>
                      </c:pt>
                      <c:pt idx="2816">
                        <c:v>42661</c:v>
                      </c:pt>
                      <c:pt idx="2817">
                        <c:v>42662</c:v>
                      </c:pt>
                      <c:pt idx="2818">
                        <c:v>42663</c:v>
                      </c:pt>
                      <c:pt idx="2819">
                        <c:v>42664</c:v>
                      </c:pt>
                      <c:pt idx="2820">
                        <c:v>42667</c:v>
                      </c:pt>
                      <c:pt idx="2821">
                        <c:v>42668</c:v>
                      </c:pt>
                      <c:pt idx="2822">
                        <c:v>42669</c:v>
                      </c:pt>
                      <c:pt idx="2823">
                        <c:v>42670</c:v>
                      </c:pt>
                      <c:pt idx="2824">
                        <c:v>42671</c:v>
                      </c:pt>
                      <c:pt idx="2825">
                        <c:v>42674</c:v>
                      </c:pt>
                      <c:pt idx="2826">
                        <c:v>42675</c:v>
                      </c:pt>
                      <c:pt idx="2827">
                        <c:v>42676</c:v>
                      </c:pt>
                      <c:pt idx="2828">
                        <c:v>42677</c:v>
                      </c:pt>
                      <c:pt idx="2829">
                        <c:v>42678</c:v>
                      </c:pt>
                      <c:pt idx="2830">
                        <c:v>42681</c:v>
                      </c:pt>
                      <c:pt idx="2831">
                        <c:v>42682</c:v>
                      </c:pt>
                      <c:pt idx="2832">
                        <c:v>42683</c:v>
                      </c:pt>
                      <c:pt idx="2833">
                        <c:v>42684</c:v>
                      </c:pt>
                      <c:pt idx="2834">
                        <c:v>42685</c:v>
                      </c:pt>
                      <c:pt idx="2835">
                        <c:v>42688</c:v>
                      </c:pt>
                      <c:pt idx="2836">
                        <c:v>42689</c:v>
                      </c:pt>
                      <c:pt idx="2837">
                        <c:v>42690</c:v>
                      </c:pt>
                      <c:pt idx="2838">
                        <c:v>42691</c:v>
                      </c:pt>
                      <c:pt idx="2839">
                        <c:v>42692</c:v>
                      </c:pt>
                      <c:pt idx="2840">
                        <c:v>42695</c:v>
                      </c:pt>
                      <c:pt idx="2841">
                        <c:v>42696</c:v>
                      </c:pt>
                      <c:pt idx="2842">
                        <c:v>42697</c:v>
                      </c:pt>
                      <c:pt idx="2843">
                        <c:v>42698</c:v>
                      </c:pt>
                      <c:pt idx="2844">
                        <c:v>42699</c:v>
                      </c:pt>
                      <c:pt idx="2845">
                        <c:v>42702</c:v>
                      </c:pt>
                      <c:pt idx="2846">
                        <c:v>42703</c:v>
                      </c:pt>
                      <c:pt idx="2847">
                        <c:v>42704</c:v>
                      </c:pt>
                      <c:pt idx="2848">
                        <c:v>42705</c:v>
                      </c:pt>
                      <c:pt idx="2849">
                        <c:v>42706</c:v>
                      </c:pt>
                      <c:pt idx="2850">
                        <c:v>42709</c:v>
                      </c:pt>
                      <c:pt idx="2851">
                        <c:v>42710</c:v>
                      </c:pt>
                      <c:pt idx="2852">
                        <c:v>42711</c:v>
                      </c:pt>
                      <c:pt idx="2853">
                        <c:v>42712</c:v>
                      </c:pt>
                      <c:pt idx="2854">
                        <c:v>42713</c:v>
                      </c:pt>
                      <c:pt idx="2855">
                        <c:v>42716</c:v>
                      </c:pt>
                      <c:pt idx="2856">
                        <c:v>42717</c:v>
                      </c:pt>
                      <c:pt idx="2857">
                        <c:v>42718</c:v>
                      </c:pt>
                      <c:pt idx="2858">
                        <c:v>42719</c:v>
                      </c:pt>
                      <c:pt idx="2859">
                        <c:v>42720</c:v>
                      </c:pt>
                      <c:pt idx="2860">
                        <c:v>42723</c:v>
                      </c:pt>
                      <c:pt idx="2861">
                        <c:v>42724</c:v>
                      </c:pt>
                      <c:pt idx="2862">
                        <c:v>42725</c:v>
                      </c:pt>
                      <c:pt idx="2863">
                        <c:v>42726</c:v>
                      </c:pt>
                      <c:pt idx="2864">
                        <c:v>42727</c:v>
                      </c:pt>
                      <c:pt idx="2865">
                        <c:v>42730</c:v>
                      </c:pt>
                      <c:pt idx="2866">
                        <c:v>42731</c:v>
                      </c:pt>
                      <c:pt idx="2867">
                        <c:v>42732</c:v>
                      </c:pt>
                      <c:pt idx="2868">
                        <c:v>42733</c:v>
                      </c:pt>
                      <c:pt idx="2869">
                        <c:v>42734</c:v>
                      </c:pt>
                      <c:pt idx="2870">
                        <c:v>42737</c:v>
                      </c:pt>
                      <c:pt idx="2871">
                        <c:v>42738</c:v>
                      </c:pt>
                      <c:pt idx="2872">
                        <c:v>42739</c:v>
                      </c:pt>
                      <c:pt idx="2873">
                        <c:v>42740</c:v>
                      </c:pt>
                      <c:pt idx="2874">
                        <c:v>42741</c:v>
                      </c:pt>
                      <c:pt idx="2875">
                        <c:v>42744</c:v>
                      </c:pt>
                      <c:pt idx="2876">
                        <c:v>42745</c:v>
                      </c:pt>
                      <c:pt idx="2877">
                        <c:v>42746</c:v>
                      </c:pt>
                      <c:pt idx="2878">
                        <c:v>42747</c:v>
                      </c:pt>
                      <c:pt idx="2879">
                        <c:v>42748</c:v>
                      </c:pt>
                      <c:pt idx="2880">
                        <c:v>42751</c:v>
                      </c:pt>
                      <c:pt idx="2881">
                        <c:v>42752</c:v>
                      </c:pt>
                      <c:pt idx="2882">
                        <c:v>42753</c:v>
                      </c:pt>
                      <c:pt idx="2883">
                        <c:v>42754</c:v>
                      </c:pt>
                      <c:pt idx="2884">
                        <c:v>42755</c:v>
                      </c:pt>
                      <c:pt idx="2885">
                        <c:v>42758</c:v>
                      </c:pt>
                      <c:pt idx="2886">
                        <c:v>42759</c:v>
                      </c:pt>
                      <c:pt idx="2887">
                        <c:v>42760</c:v>
                      </c:pt>
                      <c:pt idx="2888">
                        <c:v>42761</c:v>
                      </c:pt>
                      <c:pt idx="2889">
                        <c:v>42762</c:v>
                      </c:pt>
                      <c:pt idx="2890">
                        <c:v>42765</c:v>
                      </c:pt>
                      <c:pt idx="2891">
                        <c:v>42766</c:v>
                      </c:pt>
                      <c:pt idx="2892">
                        <c:v>42767</c:v>
                      </c:pt>
                      <c:pt idx="2893">
                        <c:v>42768</c:v>
                      </c:pt>
                      <c:pt idx="2894">
                        <c:v>42769</c:v>
                      </c:pt>
                      <c:pt idx="2895">
                        <c:v>42772</c:v>
                      </c:pt>
                      <c:pt idx="2896">
                        <c:v>42773</c:v>
                      </c:pt>
                      <c:pt idx="2897">
                        <c:v>42774</c:v>
                      </c:pt>
                      <c:pt idx="2898">
                        <c:v>42775</c:v>
                      </c:pt>
                      <c:pt idx="2899">
                        <c:v>42776</c:v>
                      </c:pt>
                      <c:pt idx="2900">
                        <c:v>42779</c:v>
                      </c:pt>
                      <c:pt idx="2901">
                        <c:v>42780</c:v>
                      </c:pt>
                      <c:pt idx="2902">
                        <c:v>42781</c:v>
                      </c:pt>
                      <c:pt idx="2903">
                        <c:v>42782</c:v>
                      </c:pt>
                      <c:pt idx="2904">
                        <c:v>42783</c:v>
                      </c:pt>
                      <c:pt idx="2905">
                        <c:v>42786</c:v>
                      </c:pt>
                      <c:pt idx="2906">
                        <c:v>42787</c:v>
                      </c:pt>
                      <c:pt idx="2907">
                        <c:v>42788</c:v>
                      </c:pt>
                      <c:pt idx="2908">
                        <c:v>42789</c:v>
                      </c:pt>
                      <c:pt idx="2909">
                        <c:v>42790</c:v>
                      </c:pt>
                      <c:pt idx="2910">
                        <c:v>42793</c:v>
                      </c:pt>
                      <c:pt idx="2911">
                        <c:v>42794</c:v>
                      </c:pt>
                      <c:pt idx="2912">
                        <c:v>42795</c:v>
                      </c:pt>
                      <c:pt idx="2913">
                        <c:v>42796</c:v>
                      </c:pt>
                      <c:pt idx="2914">
                        <c:v>42797</c:v>
                      </c:pt>
                      <c:pt idx="2915">
                        <c:v>42800</c:v>
                      </c:pt>
                      <c:pt idx="2916">
                        <c:v>42801</c:v>
                      </c:pt>
                      <c:pt idx="2917">
                        <c:v>42802</c:v>
                      </c:pt>
                      <c:pt idx="2918">
                        <c:v>42803</c:v>
                      </c:pt>
                      <c:pt idx="2919">
                        <c:v>42804</c:v>
                      </c:pt>
                      <c:pt idx="2920">
                        <c:v>42807</c:v>
                      </c:pt>
                      <c:pt idx="2921">
                        <c:v>42808</c:v>
                      </c:pt>
                      <c:pt idx="2922">
                        <c:v>42809</c:v>
                      </c:pt>
                      <c:pt idx="2923">
                        <c:v>42810</c:v>
                      </c:pt>
                      <c:pt idx="2924">
                        <c:v>42811</c:v>
                      </c:pt>
                      <c:pt idx="2925">
                        <c:v>42814</c:v>
                      </c:pt>
                      <c:pt idx="2926">
                        <c:v>42815</c:v>
                      </c:pt>
                      <c:pt idx="2927">
                        <c:v>42816</c:v>
                      </c:pt>
                      <c:pt idx="2928">
                        <c:v>42817</c:v>
                      </c:pt>
                      <c:pt idx="2929">
                        <c:v>42818</c:v>
                      </c:pt>
                      <c:pt idx="2930">
                        <c:v>42821</c:v>
                      </c:pt>
                      <c:pt idx="2931">
                        <c:v>42822</c:v>
                      </c:pt>
                      <c:pt idx="2932">
                        <c:v>42823</c:v>
                      </c:pt>
                      <c:pt idx="2933">
                        <c:v>42824</c:v>
                      </c:pt>
                      <c:pt idx="2934">
                        <c:v>42825</c:v>
                      </c:pt>
                      <c:pt idx="2935">
                        <c:v>42828</c:v>
                      </c:pt>
                      <c:pt idx="2936">
                        <c:v>42829</c:v>
                      </c:pt>
                      <c:pt idx="2937">
                        <c:v>42830</c:v>
                      </c:pt>
                      <c:pt idx="2938">
                        <c:v>42831</c:v>
                      </c:pt>
                      <c:pt idx="2939">
                        <c:v>42832</c:v>
                      </c:pt>
                      <c:pt idx="2940">
                        <c:v>42835</c:v>
                      </c:pt>
                      <c:pt idx="2941">
                        <c:v>42836</c:v>
                      </c:pt>
                      <c:pt idx="2942">
                        <c:v>42837</c:v>
                      </c:pt>
                      <c:pt idx="2943">
                        <c:v>42838</c:v>
                      </c:pt>
                      <c:pt idx="2944">
                        <c:v>42839</c:v>
                      </c:pt>
                      <c:pt idx="2945">
                        <c:v>42842</c:v>
                      </c:pt>
                      <c:pt idx="2946">
                        <c:v>42843</c:v>
                      </c:pt>
                      <c:pt idx="2947">
                        <c:v>42844</c:v>
                      </c:pt>
                      <c:pt idx="2948">
                        <c:v>42845</c:v>
                      </c:pt>
                      <c:pt idx="2949">
                        <c:v>42846</c:v>
                      </c:pt>
                      <c:pt idx="2950">
                        <c:v>42849</c:v>
                      </c:pt>
                      <c:pt idx="2951">
                        <c:v>42850</c:v>
                      </c:pt>
                      <c:pt idx="2952">
                        <c:v>42851</c:v>
                      </c:pt>
                      <c:pt idx="2953">
                        <c:v>42852</c:v>
                      </c:pt>
                      <c:pt idx="2954">
                        <c:v>42853</c:v>
                      </c:pt>
                      <c:pt idx="2955">
                        <c:v>42856</c:v>
                      </c:pt>
                      <c:pt idx="2956">
                        <c:v>42857</c:v>
                      </c:pt>
                      <c:pt idx="2957">
                        <c:v>42858</c:v>
                      </c:pt>
                      <c:pt idx="2958">
                        <c:v>42859</c:v>
                      </c:pt>
                      <c:pt idx="2959">
                        <c:v>42860</c:v>
                      </c:pt>
                      <c:pt idx="2960">
                        <c:v>42863</c:v>
                      </c:pt>
                      <c:pt idx="2961">
                        <c:v>42864</c:v>
                      </c:pt>
                      <c:pt idx="2962">
                        <c:v>42865</c:v>
                      </c:pt>
                      <c:pt idx="2963">
                        <c:v>42866</c:v>
                      </c:pt>
                      <c:pt idx="2964">
                        <c:v>42867</c:v>
                      </c:pt>
                      <c:pt idx="2965">
                        <c:v>42870</c:v>
                      </c:pt>
                      <c:pt idx="2966">
                        <c:v>42871</c:v>
                      </c:pt>
                      <c:pt idx="2967">
                        <c:v>42872</c:v>
                      </c:pt>
                      <c:pt idx="2968">
                        <c:v>42873</c:v>
                      </c:pt>
                      <c:pt idx="2969">
                        <c:v>42874</c:v>
                      </c:pt>
                      <c:pt idx="2970">
                        <c:v>42877</c:v>
                      </c:pt>
                      <c:pt idx="2971">
                        <c:v>42878</c:v>
                      </c:pt>
                      <c:pt idx="2972">
                        <c:v>42879</c:v>
                      </c:pt>
                      <c:pt idx="2973">
                        <c:v>42880</c:v>
                      </c:pt>
                      <c:pt idx="2974">
                        <c:v>42881</c:v>
                      </c:pt>
                      <c:pt idx="2975">
                        <c:v>42884</c:v>
                      </c:pt>
                      <c:pt idx="2976">
                        <c:v>42885</c:v>
                      </c:pt>
                      <c:pt idx="2977">
                        <c:v>42886</c:v>
                      </c:pt>
                      <c:pt idx="2978">
                        <c:v>42887</c:v>
                      </c:pt>
                      <c:pt idx="2979">
                        <c:v>42888</c:v>
                      </c:pt>
                      <c:pt idx="2980">
                        <c:v>42891</c:v>
                      </c:pt>
                      <c:pt idx="2981">
                        <c:v>42892</c:v>
                      </c:pt>
                      <c:pt idx="2982">
                        <c:v>42893</c:v>
                      </c:pt>
                      <c:pt idx="2983">
                        <c:v>42894</c:v>
                      </c:pt>
                      <c:pt idx="2984">
                        <c:v>42895</c:v>
                      </c:pt>
                      <c:pt idx="2985">
                        <c:v>42898</c:v>
                      </c:pt>
                      <c:pt idx="2986">
                        <c:v>42899</c:v>
                      </c:pt>
                      <c:pt idx="2987">
                        <c:v>42900</c:v>
                      </c:pt>
                      <c:pt idx="2988">
                        <c:v>42901</c:v>
                      </c:pt>
                      <c:pt idx="2989">
                        <c:v>42902</c:v>
                      </c:pt>
                      <c:pt idx="2990">
                        <c:v>42905</c:v>
                      </c:pt>
                      <c:pt idx="2991">
                        <c:v>42906</c:v>
                      </c:pt>
                      <c:pt idx="2992">
                        <c:v>42907</c:v>
                      </c:pt>
                      <c:pt idx="2993">
                        <c:v>42908</c:v>
                      </c:pt>
                      <c:pt idx="2994">
                        <c:v>42909</c:v>
                      </c:pt>
                      <c:pt idx="2995">
                        <c:v>42912</c:v>
                      </c:pt>
                      <c:pt idx="2996">
                        <c:v>42913</c:v>
                      </c:pt>
                      <c:pt idx="2997">
                        <c:v>42914</c:v>
                      </c:pt>
                      <c:pt idx="2998">
                        <c:v>42915</c:v>
                      </c:pt>
                      <c:pt idx="2999">
                        <c:v>42916</c:v>
                      </c:pt>
                      <c:pt idx="3000">
                        <c:v>42919</c:v>
                      </c:pt>
                      <c:pt idx="3001">
                        <c:v>42920</c:v>
                      </c:pt>
                      <c:pt idx="3002">
                        <c:v>42921</c:v>
                      </c:pt>
                      <c:pt idx="3003">
                        <c:v>42922</c:v>
                      </c:pt>
                      <c:pt idx="3004">
                        <c:v>42923</c:v>
                      </c:pt>
                      <c:pt idx="3005">
                        <c:v>42926</c:v>
                      </c:pt>
                      <c:pt idx="3006">
                        <c:v>42927</c:v>
                      </c:pt>
                      <c:pt idx="3007">
                        <c:v>42928</c:v>
                      </c:pt>
                      <c:pt idx="3008">
                        <c:v>42929</c:v>
                      </c:pt>
                      <c:pt idx="3009">
                        <c:v>42930</c:v>
                      </c:pt>
                      <c:pt idx="3010">
                        <c:v>42933</c:v>
                      </c:pt>
                      <c:pt idx="3011">
                        <c:v>42934</c:v>
                      </c:pt>
                      <c:pt idx="3012">
                        <c:v>42935</c:v>
                      </c:pt>
                      <c:pt idx="3013">
                        <c:v>42936</c:v>
                      </c:pt>
                      <c:pt idx="3014">
                        <c:v>42937</c:v>
                      </c:pt>
                      <c:pt idx="3015">
                        <c:v>42940</c:v>
                      </c:pt>
                      <c:pt idx="3016">
                        <c:v>42941</c:v>
                      </c:pt>
                      <c:pt idx="3017">
                        <c:v>42942</c:v>
                      </c:pt>
                      <c:pt idx="3018">
                        <c:v>42943</c:v>
                      </c:pt>
                      <c:pt idx="3019">
                        <c:v>42944</c:v>
                      </c:pt>
                      <c:pt idx="3020">
                        <c:v>42947</c:v>
                      </c:pt>
                      <c:pt idx="3021">
                        <c:v>42948</c:v>
                      </c:pt>
                      <c:pt idx="3022">
                        <c:v>42949</c:v>
                      </c:pt>
                      <c:pt idx="3023">
                        <c:v>42950</c:v>
                      </c:pt>
                      <c:pt idx="3024">
                        <c:v>42951</c:v>
                      </c:pt>
                      <c:pt idx="3025">
                        <c:v>42954</c:v>
                      </c:pt>
                      <c:pt idx="3026">
                        <c:v>42955</c:v>
                      </c:pt>
                      <c:pt idx="3027">
                        <c:v>42956</c:v>
                      </c:pt>
                      <c:pt idx="3028">
                        <c:v>42957</c:v>
                      </c:pt>
                      <c:pt idx="3029">
                        <c:v>42958</c:v>
                      </c:pt>
                      <c:pt idx="3030">
                        <c:v>42961</c:v>
                      </c:pt>
                      <c:pt idx="3031">
                        <c:v>42962</c:v>
                      </c:pt>
                      <c:pt idx="3032">
                        <c:v>42963</c:v>
                      </c:pt>
                      <c:pt idx="3033">
                        <c:v>42964</c:v>
                      </c:pt>
                      <c:pt idx="3034">
                        <c:v>42965</c:v>
                      </c:pt>
                      <c:pt idx="3035">
                        <c:v>42968</c:v>
                      </c:pt>
                      <c:pt idx="3036">
                        <c:v>42969</c:v>
                      </c:pt>
                      <c:pt idx="3037">
                        <c:v>42970</c:v>
                      </c:pt>
                      <c:pt idx="3038">
                        <c:v>42971</c:v>
                      </c:pt>
                      <c:pt idx="3039">
                        <c:v>42972</c:v>
                      </c:pt>
                      <c:pt idx="3040">
                        <c:v>42975</c:v>
                      </c:pt>
                      <c:pt idx="3041">
                        <c:v>42976</c:v>
                      </c:pt>
                      <c:pt idx="3042">
                        <c:v>42977</c:v>
                      </c:pt>
                      <c:pt idx="3043">
                        <c:v>42978</c:v>
                      </c:pt>
                      <c:pt idx="3044">
                        <c:v>42979</c:v>
                      </c:pt>
                      <c:pt idx="3045">
                        <c:v>42982</c:v>
                      </c:pt>
                      <c:pt idx="3046">
                        <c:v>42983</c:v>
                      </c:pt>
                      <c:pt idx="3047">
                        <c:v>42984</c:v>
                      </c:pt>
                      <c:pt idx="3048">
                        <c:v>42985</c:v>
                      </c:pt>
                      <c:pt idx="3049">
                        <c:v>42986</c:v>
                      </c:pt>
                      <c:pt idx="3050">
                        <c:v>42989</c:v>
                      </c:pt>
                      <c:pt idx="3051">
                        <c:v>42990</c:v>
                      </c:pt>
                      <c:pt idx="3052">
                        <c:v>42991</c:v>
                      </c:pt>
                      <c:pt idx="3053">
                        <c:v>42992</c:v>
                      </c:pt>
                      <c:pt idx="3054">
                        <c:v>42993</c:v>
                      </c:pt>
                      <c:pt idx="3055">
                        <c:v>42996</c:v>
                      </c:pt>
                      <c:pt idx="3056">
                        <c:v>42997</c:v>
                      </c:pt>
                      <c:pt idx="3057">
                        <c:v>42998</c:v>
                      </c:pt>
                      <c:pt idx="3058">
                        <c:v>42999</c:v>
                      </c:pt>
                      <c:pt idx="3059">
                        <c:v>43000</c:v>
                      </c:pt>
                      <c:pt idx="3060">
                        <c:v>43003</c:v>
                      </c:pt>
                      <c:pt idx="3061">
                        <c:v>43004</c:v>
                      </c:pt>
                      <c:pt idx="3062">
                        <c:v>43005</c:v>
                      </c:pt>
                      <c:pt idx="3063">
                        <c:v>43006</c:v>
                      </c:pt>
                      <c:pt idx="3064">
                        <c:v>43007</c:v>
                      </c:pt>
                      <c:pt idx="3065">
                        <c:v>43010</c:v>
                      </c:pt>
                      <c:pt idx="3066">
                        <c:v>43011</c:v>
                      </c:pt>
                      <c:pt idx="3067">
                        <c:v>43012</c:v>
                      </c:pt>
                      <c:pt idx="3068">
                        <c:v>43013</c:v>
                      </c:pt>
                      <c:pt idx="3069">
                        <c:v>43014</c:v>
                      </c:pt>
                      <c:pt idx="3070">
                        <c:v>43017</c:v>
                      </c:pt>
                      <c:pt idx="3071">
                        <c:v>43018</c:v>
                      </c:pt>
                      <c:pt idx="3072">
                        <c:v>43019</c:v>
                      </c:pt>
                      <c:pt idx="3073">
                        <c:v>43020</c:v>
                      </c:pt>
                      <c:pt idx="3074">
                        <c:v>43021</c:v>
                      </c:pt>
                      <c:pt idx="3075">
                        <c:v>43024</c:v>
                      </c:pt>
                      <c:pt idx="3076">
                        <c:v>43025</c:v>
                      </c:pt>
                      <c:pt idx="3077">
                        <c:v>43026</c:v>
                      </c:pt>
                      <c:pt idx="3078">
                        <c:v>43027</c:v>
                      </c:pt>
                      <c:pt idx="3079">
                        <c:v>43028</c:v>
                      </c:pt>
                      <c:pt idx="3080">
                        <c:v>43031</c:v>
                      </c:pt>
                      <c:pt idx="3081">
                        <c:v>43032</c:v>
                      </c:pt>
                      <c:pt idx="3082">
                        <c:v>43033</c:v>
                      </c:pt>
                      <c:pt idx="3083">
                        <c:v>43034</c:v>
                      </c:pt>
                      <c:pt idx="3084">
                        <c:v>43035</c:v>
                      </c:pt>
                      <c:pt idx="3085">
                        <c:v>43038</c:v>
                      </c:pt>
                      <c:pt idx="3086">
                        <c:v>43039</c:v>
                      </c:pt>
                      <c:pt idx="3087">
                        <c:v>43040</c:v>
                      </c:pt>
                      <c:pt idx="3088">
                        <c:v>43041</c:v>
                      </c:pt>
                      <c:pt idx="3089">
                        <c:v>43042</c:v>
                      </c:pt>
                      <c:pt idx="3090">
                        <c:v>43045</c:v>
                      </c:pt>
                      <c:pt idx="3091">
                        <c:v>43046</c:v>
                      </c:pt>
                      <c:pt idx="3092">
                        <c:v>43047</c:v>
                      </c:pt>
                      <c:pt idx="3093">
                        <c:v>43048</c:v>
                      </c:pt>
                      <c:pt idx="3094">
                        <c:v>43049</c:v>
                      </c:pt>
                      <c:pt idx="3095">
                        <c:v>43052</c:v>
                      </c:pt>
                      <c:pt idx="3096">
                        <c:v>43053</c:v>
                      </c:pt>
                      <c:pt idx="3097">
                        <c:v>43054</c:v>
                      </c:pt>
                      <c:pt idx="3098">
                        <c:v>43055</c:v>
                      </c:pt>
                      <c:pt idx="3099">
                        <c:v>43056</c:v>
                      </c:pt>
                      <c:pt idx="3100">
                        <c:v>43059</c:v>
                      </c:pt>
                      <c:pt idx="3101">
                        <c:v>43060</c:v>
                      </c:pt>
                      <c:pt idx="3102">
                        <c:v>43061</c:v>
                      </c:pt>
                      <c:pt idx="3103">
                        <c:v>43062</c:v>
                      </c:pt>
                      <c:pt idx="3104">
                        <c:v>43063</c:v>
                      </c:pt>
                      <c:pt idx="3105">
                        <c:v>43066</c:v>
                      </c:pt>
                      <c:pt idx="3106">
                        <c:v>43067</c:v>
                      </c:pt>
                      <c:pt idx="3107">
                        <c:v>43068</c:v>
                      </c:pt>
                      <c:pt idx="3108">
                        <c:v>43069</c:v>
                      </c:pt>
                      <c:pt idx="3109">
                        <c:v>43070</c:v>
                      </c:pt>
                      <c:pt idx="3110">
                        <c:v>43073</c:v>
                      </c:pt>
                      <c:pt idx="3111">
                        <c:v>43074</c:v>
                      </c:pt>
                      <c:pt idx="3112">
                        <c:v>43075</c:v>
                      </c:pt>
                      <c:pt idx="3113">
                        <c:v>43076</c:v>
                      </c:pt>
                      <c:pt idx="3114">
                        <c:v>43077</c:v>
                      </c:pt>
                      <c:pt idx="3115">
                        <c:v>43080</c:v>
                      </c:pt>
                      <c:pt idx="3116">
                        <c:v>43081</c:v>
                      </c:pt>
                      <c:pt idx="3117">
                        <c:v>43082</c:v>
                      </c:pt>
                      <c:pt idx="3118">
                        <c:v>43083</c:v>
                      </c:pt>
                      <c:pt idx="3119">
                        <c:v>43084</c:v>
                      </c:pt>
                      <c:pt idx="3120">
                        <c:v>43087</c:v>
                      </c:pt>
                      <c:pt idx="3121">
                        <c:v>43088</c:v>
                      </c:pt>
                      <c:pt idx="3122">
                        <c:v>43089</c:v>
                      </c:pt>
                      <c:pt idx="3123">
                        <c:v>43090</c:v>
                      </c:pt>
                      <c:pt idx="3124">
                        <c:v>43091</c:v>
                      </c:pt>
                      <c:pt idx="3125">
                        <c:v>43094</c:v>
                      </c:pt>
                      <c:pt idx="3126">
                        <c:v>43095</c:v>
                      </c:pt>
                      <c:pt idx="3127">
                        <c:v>43096</c:v>
                      </c:pt>
                      <c:pt idx="3128">
                        <c:v>43097</c:v>
                      </c:pt>
                      <c:pt idx="3129">
                        <c:v>43098</c:v>
                      </c:pt>
                      <c:pt idx="3130">
                        <c:v>43101</c:v>
                      </c:pt>
                      <c:pt idx="3131">
                        <c:v>43102</c:v>
                      </c:pt>
                      <c:pt idx="3132">
                        <c:v>43103</c:v>
                      </c:pt>
                      <c:pt idx="3133">
                        <c:v>43104</c:v>
                      </c:pt>
                      <c:pt idx="3134">
                        <c:v>43105</c:v>
                      </c:pt>
                      <c:pt idx="3135">
                        <c:v>43108</c:v>
                      </c:pt>
                      <c:pt idx="3136">
                        <c:v>43109</c:v>
                      </c:pt>
                      <c:pt idx="3137">
                        <c:v>43110</c:v>
                      </c:pt>
                      <c:pt idx="3138">
                        <c:v>43111</c:v>
                      </c:pt>
                      <c:pt idx="3139">
                        <c:v>43112</c:v>
                      </c:pt>
                      <c:pt idx="3140">
                        <c:v>43115</c:v>
                      </c:pt>
                      <c:pt idx="3141">
                        <c:v>43116</c:v>
                      </c:pt>
                      <c:pt idx="3142">
                        <c:v>43117</c:v>
                      </c:pt>
                      <c:pt idx="3143">
                        <c:v>43118</c:v>
                      </c:pt>
                      <c:pt idx="3144">
                        <c:v>43119</c:v>
                      </c:pt>
                      <c:pt idx="3145">
                        <c:v>43122</c:v>
                      </c:pt>
                      <c:pt idx="3146">
                        <c:v>43123</c:v>
                      </c:pt>
                      <c:pt idx="3147">
                        <c:v>43124</c:v>
                      </c:pt>
                      <c:pt idx="3148">
                        <c:v>43125</c:v>
                      </c:pt>
                      <c:pt idx="3149">
                        <c:v>43126</c:v>
                      </c:pt>
                      <c:pt idx="3150">
                        <c:v>43129</c:v>
                      </c:pt>
                      <c:pt idx="3151">
                        <c:v>43130</c:v>
                      </c:pt>
                      <c:pt idx="3152">
                        <c:v>43131</c:v>
                      </c:pt>
                      <c:pt idx="3153">
                        <c:v>43132</c:v>
                      </c:pt>
                      <c:pt idx="3154">
                        <c:v>43133</c:v>
                      </c:pt>
                      <c:pt idx="3155">
                        <c:v>43136</c:v>
                      </c:pt>
                      <c:pt idx="3156">
                        <c:v>43137</c:v>
                      </c:pt>
                      <c:pt idx="3157">
                        <c:v>43138</c:v>
                      </c:pt>
                      <c:pt idx="3158">
                        <c:v>43139</c:v>
                      </c:pt>
                      <c:pt idx="3159">
                        <c:v>43140</c:v>
                      </c:pt>
                      <c:pt idx="3160">
                        <c:v>43143</c:v>
                      </c:pt>
                      <c:pt idx="3161">
                        <c:v>43144</c:v>
                      </c:pt>
                      <c:pt idx="3162">
                        <c:v>43145</c:v>
                      </c:pt>
                      <c:pt idx="3163">
                        <c:v>43146</c:v>
                      </c:pt>
                      <c:pt idx="3164">
                        <c:v>43147</c:v>
                      </c:pt>
                      <c:pt idx="3165">
                        <c:v>43150</c:v>
                      </c:pt>
                      <c:pt idx="3166">
                        <c:v>43151</c:v>
                      </c:pt>
                      <c:pt idx="3167">
                        <c:v>43152</c:v>
                      </c:pt>
                      <c:pt idx="3168">
                        <c:v>43153</c:v>
                      </c:pt>
                      <c:pt idx="3169">
                        <c:v>43154</c:v>
                      </c:pt>
                      <c:pt idx="3170">
                        <c:v>43157</c:v>
                      </c:pt>
                      <c:pt idx="3171">
                        <c:v>43158</c:v>
                      </c:pt>
                      <c:pt idx="3172">
                        <c:v>43159</c:v>
                      </c:pt>
                      <c:pt idx="3173">
                        <c:v>43160</c:v>
                      </c:pt>
                      <c:pt idx="3174">
                        <c:v>43161</c:v>
                      </c:pt>
                      <c:pt idx="3175">
                        <c:v>43164</c:v>
                      </c:pt>
                      <c:pt idx="3176">
                        <c:v>43165</c:v>
                      </c:pt>
                      <c:pt idx="3177">
                        <c:v>43166</c:v>
                      </c:pt>
                      <c:pt idx="3178">
                        <c:v>43167</c:v>
                      </c:pt>
                      <c:pt idx="3179">
                        <c:v>43168</c:v>
                      </c:pt>
                      <c:pt idx="3180">
                        <c:v>43171</c:v>
                      </c:pt>
                      <c:pt idx="3181">
                        <c:v>43172</c:v>
                      </c:pt>
                      <c:pt idx="3182">
                        <c:v>43173</c:v>
                      </c:pt>
                      <c:pt idx="3183">
                        <c:v>43174</c:v>
                      </c:pt>
                      <c:pt idx="3184">
                        <c:v>43175</c:v>
                      </c:pt>
                      <c:pt idx="3185">
                        <c:v>43178</c:v>
                      </c:pt>
                      <c:pt idx="3186">
                        <c:v>43179</c:v>
                      </c:pt>
                      <c:pt idx="3187">
                        <c:v>43180</c:v>
                      </c:pt>
                      <c:pt idx="3188">
                        <c:v>43181</c:v>
                      </c:pt>
                      <c:pt idx="3189">
                        <c:v>43182</c:v>
                      </c:pt>
                      <c:pt idx="3190">
                        <c:v>43185</c:v>
                      </c:pt>
                      <c:pt idx="3191">
                        <c:v>43186</c:v>
                      </c:pt>
                      <c:pt idx="3192">
                        <c:v>43187</c:v>
                      </c:pt>
                      <c:pt idx="3193">
                        <c:v>43188</c:v>
                      </c:pt>
                      <c:pt idx="3194">
                        <c:v>43189</c:v>
                      </c:pt>
                      <c:pt idx="3195">
                        <c:v>43192</c:v>
                      </c:pt>
                      <c:pt idx="3196">
                        <c:v>43193</c:v>
                      </c:pt>
                      <c:pt idx="3197">
                        <c:v>43194</c:v>
                      </c:pt>
                      <c:pt idx="3198">
                        <c:v>43195</c:v>
                      </c:pt>
                      <c:pt idx="3199">
                        <c:v>43196</c:v>
                      </c:pt>
                      <c:pt idx="3200">
                        <c:v>43199</c:v>
                      </c:pt>
                      <c:pt idx="3201">
                        <c:v>43200</c:v>
                      </c:pt>
                      <c:pt idx="3202">
                        <c:v>43201</c:v>
                      </c:pt>
                      <c:pt idx="3203">
                        <c:v>43202</c:v>
                      </c:pt>
                      <c:pt idx="3204">
                        <c:v>43203</c:v>
                      </c:pt>
                      <c:pt idx="3205">
                        <c:v>43206</c:v>
                      </c:pt>
                      <c:pt idx="3206">
                        <c:v>43207</c:v>
                      </c:pt>
                      <c:pt idx="3207">
                        <c:v>43208</c:v>
                      </c:pt>
                      <c:pt idx="3208">
                        <c:v>43209</c:v>
                      </c:pt>
                      <c:pt idx="3209">
                        <c:v>43210</c:v>
                      </c:pt>
                      <c:pt idx="3210">
                        <c:v>43213</c:v>
                      </c:pt>
                      <c:pt idx="3211">
                        <c:v>43214</c:v>
                      </c:pt>
                      <c:pt idx="3212">
                        <c:v>43215</c:v>
                      </c:pt>
                      <c:pt idx="3213">
                        <c:v>43216</c:v>
                      </c:pt>
                      <c:pt idx="3214">
                        <c:v>43217</c:v>
                      </c:pt>
                      <c:pt idx="3215">
                        <c:v>43220</c:v>
                      </c:pt>
                      <c:pt idx="3216">
                        <c:v>43221</c:v>
                      </c:pt>
                      <c:pt idx="3217">
                        <c:v>43222</c:v>
                      </c:pt>
                      <c:pt idx="3218">
                        <c:v>43223</c:v>
                      </c:pt>
                      <c:pt idx="3219">
                        <c:v>43224</c:v>
                      </c:pt>
                      <c:pt idx="3220">
                        <c:v>43227</c:v>
                      </c:pt>
                      <c:pt idx="3221">
                        <c:v>43228</c:v>
                      </c:pt>
                      <c:pt idx="3222">
                        <c:v>43229</c:v>
                      </c:pt>
                      <c:pt idx="3223">
                        <c:v>43230</c:v>
                      </c:pt>
                      <c:pt idx="3224">
                        <c:v>43231</c:v>
                      </c:pt>
                      <c:pt idx="3225">
                        <c:v>43234</c:v>
                      </c:pt>
                      <c:pt idx="3226">
                        <c:v>43235</c:v>
                      </c:pt>
                      <c:pt idx="3227">
                        <c:v>43236</c:v>
                      </c:pt>
                      <c:pt idx="3228">
                        <c:v>43237</c:v>
                      </c:pt>
                      <c:pt idx="3229">
                        <c:v>43238</c:v>
                      </c:pt>
                      <c:pt idx="3230">
                        <c:v>43241</c:v>
                      </c:pt>
                      <c:pt idx="3231">
                        <c:v>43242</c:v>
                      </c:pt>
                      <c:pt idx="3232">
                        <c:v>43243</c:v>
                      </c:pt>
                      <c:pt idx="3233">
                        <c:v>43244</c:v>
                      </c:pt>
                      <c:pt idx="3234">
                        <c:v>43245</c:v>
                      </c:pt>
                      <c:pt idx="3235">
                        <c:v>43248</c:v>
                      </c:pt>
                      <c:pt idx="3236">
                        <c:v>43249</c:v>
                      </c:pt>
                      <c:pt idx="3237">
                        <c:v>43250</c:v>
                      </c:pt>
                      <c:pt idx="3238">
                        <c:v>43251</c:v>
                      </c:pt>
                      <c:pt idx="3239">
                        <c:v>43252</c:v>
                      </c:pt>
                      <c:pt idx="3240">
                        <c:v>43255</c:v>
                      </c:pt>
                      <c:pt idx="3241">
                        <c:v>43256</c:v>
                      </c:pt>
                      <c:pt idx="3242">
                        <c:v>43257</c:v>
                      </c:pt>
                      <c:pt idx="3243">
                        <c:v>43258</c:v>
                      </c:pt>
                      <c:pt idx="3244">
                        <c:v>43259</c:v>
                      </c:pt>
                      <c:pt idx="3245">
                        <c:v>43262</c:v>
                      </c:pt>
                      <c:pt idx="3246">
                        <c:v>43263</c:v>
                      </c:pt>
                      <c:pt idx="3247">
                        <c:v>43264</c:v>
                      </c:pt>
                      <c:pt idx="3248">
                        <c:v>43265</c:v>
                      </c:pt>
                      <c:pt idx="3249">
                        <c:v>43266</c:v>
                      </c:pt>
                      <c:pt idx="3250">
                        <c:v>43269</c:v>
                      </c:pt>
                      <c:pt idx="3251">
                        <c:v>43270</c:v>
                      </c:pt>
                      <c:pt idx="3252">
                        <c:v>43271</c:v>
                      </c:pt>
                      <c:pt idx="3253">
                        <c:v>43272</c:v>
                      </c:pt>
                      <c:pt idx="3254">
                        <c:v>43273</c:v>
                      </c:pt>
                      <c:pt idx="3255">
                        <c:v>43276</c:v>
                      </c:pt>
                      <c:pt idx="3256">
                        <c:v>43277</c:v>
                      </c:pt>
                      <c:pt idx="3257">
                        <c:v>43278</c:v>
                      </c:pt>
                      <c:pt idx="3258">
                        <c:v>43279</c:v>
                      </c:pt>
                      <c:pt idx="3259">
                        <c:v>43280</c:v>
                      </c:pt>
                      <c:pt idx="3260">
                        <c:v>43283</c:v>
                      </c:pt>
                      <c:pt idx="3261">
                        <c:v>43284</c:v>
                      </c:pt>
                      <c:pt idx="3262">
                        <c:v>43285</c:v>
                      </c:pt>
                      <c:pt idx="3263">
                        <c:v>43286</c:v>
                      </c:pt>
                      <c:pt idx="3264">
                        <c:v>43287</c:v>
                      </c:pt>
                      <c:pt idx="3265">
                        <c:v>43290</c:v>
                      </c:pt>
                      <c:pt idx="3266">
                        <c:v>43291</c:v>
                      </c:pt>
                      <c:pt idx="3267">
                        <c:v>43292</c:v>
                      </c:pt>
                      <c:pt idx="3268">
                        <c:v>43293</c:v>
                      </c:pt>
                      <c:pt idx="3269">
                        <c:v>43294</c:v>
                      </c:pt>
                      <c:pt idx="3270">
                        <c:v>43297</c:v>
                      </c:pt>
                      <c:pt idx="3271">
                        <c:v>43298</c:v>
                      </c:pt>
                      <c:pt idx="3272">
                        <c:v>43299</c:v>
                      </c:pt>
                      <c:pt idx="3273">
                        <c:v>43300</c:v>
                      </c:pt>
                      <c:pt idx="3274">
                        <c:v>43301</c:v>
                      </c:pt>
                      <c:pt idx="3275">
                        <c:v>43304</c:v>
                      </c:pt>
                      <c:pt idx="3276">
                        <c:v>43305</c:v>
                      </c:pt>
                      <c:pt idx="3277">
                        <c:v>43306</c:v>
                      </c:pt>
                      <c:pt idx="3278">
                        <c:v>43307</c:v>
                      </c:pt>
                      <c:pt idx="3279">
                        <c:v>43308</c:v>
                      </c:pt>
                      <c:pt idx="3280">
                        <c:v>43311</c:v>
                      </c:pt>
                      <c:pt idx="3281">
                        <c:v>43312</c:v>
                      </c:pt>
                      <c:pt idx="3282">
                        <c:v>43313</c:v>
                      </c:pt>
                      <c:pt idx="3283">
                        <c:v>43314</c:v>
                      </c:pt>
                      <c:pt idx="3284">
                        <c:v>43315</c:v>
                      </c:pt>
                      <c:pt idx="3285">
                        <c:v>43318</c:v>
                      </c:pt>
                      <c:pt idx="3286">
                        <c:v>43319</c:v>
                      </c:pt>
                      <c:pt idx="3287">
                        <c:v>43320</c:v>
                      </c:pt>
                      <c:pt idx="3288">
                        <c:v>43321</c:v>
                      </c:pt>
                      <c:pt idx="3289">
                        <c:v>43322</c:v>
                      </c:pt>
                      <c:pt idx="3290">
                        <c:v>43325</c:v>
                      </c:pt>
                      <c:pt idx="3291">
                        <c:v>43326</c:v>
                      </c:pt>
                      <c:pt idx="3292">
                        <c:v>43327</c:v>
                      </c:pt>
                      <c:pt idx="3293">
                        <c:v>43328</c:v>
                      </c:pt>
                      <c:pt idx="3294">
                        <c:v>43329</c:v>
                      </c:pt>
                      <c:pt idx="3295">
                        <c:v>43332</c:v>
                      </c:pt>
                      <c:pt idx="3296">
                        <c:v>43333</c:v>
                      </c:pt>
                      <c:pt idx="3297">
                        <c:v>43334</c:v>
                      </c:pt>
                      <c:pt idx="3298">
                        <c:v>43335</c:v>
                      </c:pt>
                      <c:pt idx="3299">
                        <c:v>43336</c:v>
                      </c:pt>
                      <c:pt idx="3300">
                        <c:v>43339</c:v>
                      </c:pt>
                      <c:pt idx="3301">
                        <c:v>43340</c:v>
                      </c:pt>
                      <c:pt idx="3302">
                        <c:v>43341</c:v>
                      </c:pt>
                      <c:pt idx="3303">
                        <c:v>43342</c:v>
                      </c:pt>
                      <c:pt idx="3304">
                        <c:v>43343</c:v>
                      </c:pt>
                      <c:pt idx="3305">
                        <c:v>43346</c:v>
                      </c:pt>
                      <c:pt idx="3306">
                        <c:v>43347</c:v>
                      </c:pt>
                      <c:pt idx="3307">
                        <c:v>43348</c:v>
                      </c:pt>
                      <c:pt idx="3308">
                        <c:v>43349</c:v>
                      </c:pt>
                      <c:pt idx="3309">
                        <c:v>43350</c:v>
                      </c:pt>
                      <c:pt idx="3310">
                        <c:v>43353</c:v>
                      </c:pt>
                      <c:pt idx="3311">
                        <c:v>43354</c:v>
                      </c:pt>
                      <c:pt idx="3312">
                        <c:v>43355</c:v>
                      </c:pt>
                      <c:pt idx="3313">
                        <c:v>43356</c:v>
                      </c:pt>
                      <c:pt idx="3314">
                        <c:v>43357</c:v>
                      </c:pt>
                      <c:pt idx="3315">
                        <c:v>43360</c:v>
                      </c:pt>
                      <c:pt idx="3316">
                        <c:v>43361</c:v>
                      </c:pt>
                      <c:pt idx="3317">
                        <c:v>43362</c:v>
                      </c:pt>
                      <c:pt idx="3318">
                        <c:v>43363</c:v>
                      </c:pt>
                      <c:pt idx="3319">
                        <c:v>43364</c:v>
                      </c:pt>
                      <c:pt idx="3320">
                        <c:v>43367</c:v>
                      </c:pt>
                      <c:pt idx="3321">
                        <c:v>43368</c:v>
                      </c:pt>
                      <c:pt idx="3322">
                        <c:v>43369</c:v>
                      </c:pt>
                      <c:pt idx="3323">
                        <c:v>43370</c:v>
                      </c:pt>
                      <c:pt idx="3324">
                        <c:v>43371</c:v>
                      </c:pt>
                      <c:pt idx="3325">
                        <c:v>43374</c:v>
                      </c:pt>
                      <c:pt idx="3326">
                        <c:v>43375</c:v>
                      </c:pt>
                      <c:pt idx="3327">
                        <c:v>43376</c:v>
                      </c:pt>
                      <c:pt idx="3328">
                        <c:v>43377</c:v>
                      </c:pt>
                      <c:pt idx="3329">
                        <c:v>43378</c:v>
                      </c:pt>
                      <c:pt idx="3330">
                        <c:v>43381</c:v>
                      </c:pt>
                      <c:pt idx="3331">
                        <c:v>43382</c:v>
                      </c:pt>
                      <c:pt idx="3332">
                        <c:v>43383</c:v>
                      </c:pt>
                      <c:pt idx="3333">
                        <c:v>43384</c:v>
                      </c:pt>
                      <c:pt idx="3334">
                        <c:v>43385</c:v>
                      </c:pt>
                      <c:pt idx="3335">
                        <c:v>43388</c:v>
                      </c:pt>
                      <c:pt idx="3336">
                        <c:v>43389</c:v>
                      </c:pt>
                      <c:pt idx="3337">
                        <c:v>43390</c:v>
                      </c:pt>
                      <c:pt idx="3338">
                        <c:v>43391</c:v>
                      </c:pt>
                      <c:pt idx="3339">
                        <c:v>43392</c:v>
                      </c:pt>
                      <c:pt idx="3340">
                        <c:v>43395</c:v>
                      </c:pt>
                      <c:pt idx="3341">
                        <c:v>43396</c:v>
                      </c:pt>
                      <c:pt idx="3342">
                        <c:v>43397</c:v>
                      </c:pt>
                      <c:pt idx="3343">
                        <c:v>43398</c:v>
                      </c:pt>
                      <c:pt idx="3344">
                        <c:v>43399</c:v>
                      </c:pt>
                      <c:pt idx="3345">
                        <c:v>43402</c:v>
                      </c:pt>
                      <c:pt idx="3346">
                        <c:v>43403</c:v>
                      </c:pt>
                      <c:pt idx="3347">
                        <c:v>43404</c:v>
                      </c:pt>
                      <c:pt idx="3348">
                        <c:v>43405</c:v>
                      </c:pt>
                      <c:pt idx="3349">
                        <c:v>43406</c:v>
                      </c:pt>
                      <c:pt idx="3350">
                        <c:v>43409</c:v>
                      </c:pt>
                      <c:pt idx="3351">
                        <c:v>43410</c:v>
                      </c:pt>
                      <c:pt idx="3352">
                        <c:v>43411</c:v>
                      </c:pt>
                      <c:pt idx="3353">
                        <c:v>43412</c:v>
                      </c:pt>
                      <c:pt idx="3354">
                        <c:v>43413</c:v>
                      </c:pt>
                      <c:pt idx="3355">
                        <c:v>43416</c:v>
                      </c:pt>
                      <c:pt idx="3356">
                        <c:v>43417</c:v>
                      </c:pt>
                      <c:pt idx="3357">
                        <c:v>43418</c:v>
                      </c:pt>
                      <c:pt idx="3358">
                        <c:v>43419</c:v>
                      </c:pt>
                      <c:pt idx="3359">
                        <c:v>43420</c:v>
                      </c:pt>
                      <c:pt idx="3360">
                        <c:v>43423</c:v>
                      </c:pt>
                      <c:pt idx="3361">
                        <c:v>43424</c:v>
                      </c:pt>
                      <c:pt idx="3362">
                        <c:v>43425</c:v>
                      </c:pt>
                      <c:pt idx="3363">
                        <c:v>43426</c:v>
                      </c:pt>
                      <c:pt idx="3364">
                        <c:v>43427</c:v>
                      </c:pt>
                      <c:pt idx="3365">
                        <c:v>43430</c:v>
                      </c:pt>
                      <c:pt idx="3366">
                        <c:v>43431</c:v>
                      </c:pt>
                      <c:pt idx="3367">
                        <c:v>43432</c:v>
                      </c:pt>
                      <c:pt idx="3368">
                        <c:v>43433</c:v>
                      </c:pt>
                      <c:pt idx="3369">
                        <c:v>43434</c:v>
                      </c:pt>
                      <c:pt idx="3370">
                        <c:v>43437</c:v>
                      </c:pt>
                      <c:pt idx="3371">
                        <c:v>43438</c:v>
                      </c:pt>
                      <c:pt idx="3372">
                        <c:v>43439</c:v>
                      </c:pt>
                      <c:pt idx="3373">
                        <c:v>43440</c:v>
                      </c:pt>
                      <c:pt idx="3374">
                        <c:v>43441</c:v>
                      </c:pt>
                      <c:pt idx="3375">
                        <c:v>43444</c:v>
                      </c:pt>
                      <c:pt idx="3376">
                        <c:v>43445</c:v>
                      </c:pt>
                      <c:pt idx="3377">
                        <c:v>43446</c:v>
                      </c:pt>
                      <c:pt idx="3378">
                        <c:v>43447</c:v>
                      </c:pt>
                      <c:pt idx="3379">
                        <c:v>43448</c:v>
                      </c:pt>
                      <c:pt idx="3380">
                        <c:v>43451</c:v>
                      </c:pt>
                      <c:pt idx="3381">
                        <c:v>43452</c:v>
                      </c:pt>
                      <c:pt idx="3382">
                        <c:v>43453</c:v>
                      </c:pt>
                      <c:pt idx="3383">
                        <c:v>43454</c:v>
                      </c:pt>
                      <c:pt idx="3384">
                        <c:v>43455</c:v>
                      </c:pt>
                      <c:pt idx="3385">
                        <c:v>43458</c:v>
                      </c:pt>
                      <c:pt idx="3386">
                        <c:v>43459</c:v>
                      </c:pt>
                      <c:pt idx="3387">
                        <c:v>43460</c:v>
                      </c:pt>
                      <c:pt idx="3388">
                        <c:v>43461</c:v>
                      </c:pt>
                      <c:pt idx="3389">
                        <c:v>43462</c:v>
                      </c:pt>
                      <c:pt idx="3390">
                        <c:v>43465</c:v>
                      </c:pt>
                      <c:pt idx="3391">
                        <c:v>43466</c:v>
                      </c:pt>
                      <c:pt idx="3392">
                        <c:v>43467</c:v>
                      </c:pt>
                      <c:pt idx="3393">
                        <c:v>43468</c:v>
                      </c:pt>
                      <c:pt idx="3394">
                        <c:v>43469</c:v>
                      </c:pt>
                      <c:pt idx="3395">
                        <c:v>43472</c:v>
                      </c:pt>
                      <c:pt idx="3396">
                        <c:v>43473</c:v>
                      </c:pt>
                      <c:pt idx="3397">
                        <c:v>43474</c:v>
                      </c:pt>
                      <c:pt idx="3398">
                        <c:v>43475</c:v>
                      </c:pt>
                      <c:pt idx="3399">
                        <c:v>43476</c:v>
                      </c:pt>
                      <c:pt idx="3400">
                        <c:v>43479</c:v>
                      </c:pt>
                      <c:pt idx="3401">
                        <c:v>43480</c:v>
                      </c:pt>
                      <c:pt idx="3402">
                        <c:v>43481</c:v>
                      </c:pt>
                      <c:pt idx="3403">
                        <c:v>43482</c:v>
                      </c:pt>
                      <c:pt idx="3404">
                        <c:v>43483</c:v>
                      </c:pt>
                      <c:pt idx="3405">
                        <c:v>43486</c:v>
                      </c:pt>
                      <c:pt idx="3406">
                        <c:v>43487</c:v>
                      </c:pt>
                      <c:pt idx="3407">
                        <c:v>43488</c:v>
                      </c:pt>
                      <c:pt idx="3408">
                        <c:v>43489</c:v>
                      </c:pt>
                      <c:pt idx="3409">
                        <c:v>43490</c:v>
                      </c:pt>
                      <c:pt idx="3410">
                        <c:v>43493</c:v>
                      </c:pt>
                      <c:pt idx="3411">
                        <c:v>43494</c:v>
                      </c:pt>
                      <c:pt idx="3412">
                        <c:v>43495</c:v>
                      </c:pt>
                      <c:pt idx="3413">
                        <c:v>43496</c:v>
                      </c:pt>
                      <c:pt idx="3414">
                        <c:v>43497</c:v>
                      </c:pt>
                      <c:pt idx="3415">
                        <c:v>43500</c:v>
                      </c:pt>
                      <c:pt idx="3416">
                        <c:v>43501</c:v>
                      </c:pt>
                      <c:pt idx="3417">
                        <c:v>43502</c:v>
                      </c:pt>
                      <c:pt idx="3418">
                        <c:v>43503</c:v>
                      </c:pt>
                      <c:pt idx="3419">
                        <c:v>43504</c:v>
                      </c:pt>
                      <c:pt idx="3420">
                        <c:v>43507</c:v>
                      </c:pt>
                      <c:pt idx="3421">
                        <c:v>43508</c:v>
                      </c:pt>
                      <c:pt idx="3422">
                        <c:v>43509</c:v>
                      </c:pt>
                      <c:pt idx="3423">
                        <c:v>43510</c:v>
                      </c:pt>
                      <c:pt idx="3424">
                        <c:v>43511</c:v>
                      </c:pt>
                      <c:pt idx="3425">
                        <c:v>43514</c:v>
                      </c:pt>
                      <c:pt idx="3426">
                        <c:v>43515</c:v>
                      </c:pt>
                      <c:pt idx="3427">
                        <c:v>43516</c:v>
                      </c:pt>
                      <c:pt idx="3428">
                        <c:v>43517</c:v>
                      </c:pt>
                      <c:pt idx="3429">
                        <c:v>43518</c:v>
                      </c:pt>
                      <c:pt idx="3430">
                        <c:v>43521</c:v>
                      </c:pt>
                      <c:pt idx="3431">
                        <c:v>43522</c:v>
                      </c:pt>
                      <c:pt idx="3432">
                        <c:v>43523</c:v>
                      </c:pt>
                      <c:pt idx="3433">
                        <c:v>43524</c:v>
                      </c:pt>
                      <c:pt idx="3434">
                        <c:v>43525</c:v>
                      </c:pt>
                      <c:pt idx="3435">
                        <c:v>43528</c:v>
                      </c:pt>
                      <c:pt idx="3436">
                        <c:v>43529</c:v>
                      </c:pt>
                      <c:pt idx="3437">
                        <c:v>43530</c:v>
                      </c:pt>
                      <c:pt idx="3438">
                        <c:v>43531</c:v>
                      </c:pt>
                      <c:pt idx="3439">
                        <c:v>43532</c:v>
                      </c:pt>
                      <c:pt idx="3440">
                        <c:v>43535</c:v>
                      </c:pt>
                      <c:pt idx="3441">
                        <c:v>43536</c:v>
                      </c:pt>
                      <c:pt idx="3442">
                        <c:v>43537</c:v>
                      </c:pt>
                      <c:pt idx="3443">
                        <c:v>43538</c:v>
                      </c:pt>
                      <c:pt idx="3444">
                        <c:v>43539</c:v>
                      </c:pt>
                      <c:pt idx="3445">
                        <c:v>43542</c:v>
                      </c:pt>
                      <c:pt idx="3446">
                        <c:v>43543</c:v>
                      </c:pt>
                      <c:pt idx="3447">
                        <c:v>43544</c:v>
                      </c:pt>
                      <c:pt idx="3448">
                        <c:v>43545</c:v>
                      </c:pt>
                      <c:pt idx="3449">
                        <c:v>43546</c:v>
                      </c:pt>
                      <c:pt idx="3450">
                        <c:v>43549</c:v>
                      </c:pt>
                      <c:pt idx="3451">
                        <c:v>43550</c:v>
                      </c:pt>
                      <c:pt idx="3452">
                        <c:v>43551</c:v>
                      </c:pt>
                      <c:pt idx="3453">
                        <c:v>43552</c:v>
                      </c:pt>
                      <c:pt idx="3454">
                        <c:v>43553</c:v>
                      </c:pt>
                      <c:pt idx="3455">
                        <c:v>43556</c:v>
                      </c:pt>
                      <c:pt idx="3456">
                        <c:v>43557</c:v>
                      </c:pt>
                      <c:pt idx="3457">
                        <c:v>43558</c:v>
                      </c:pt>
                      <c:pt idx="3458">
                        <c:v>43559</c:v>
                      </c:pt>
                      <c:pt idx="3459">
                        <c:v>43560</c:v>
                      </c:pt>
                      <c:pt idx="3460">
                        <c:v>43563</c:v>
                      </c:pt>
                      <c:pt idx="3461">
                        <c:v>43564</c:v>
                      </c:pt>
                      <c:pt idx="3462">
                        <c:v>43565</c:v>
                      </c:pt>
                      <c:pt idx="3463">
                        <c:v>43566</c:v>
                      </c:pt>
                      <c:pt idx="3464">
                        <c:v>43567</c:v>
                      </c:pt>
                      <c:pt idx="3465">
                        <c:v>43570</c:v>
                      </c:pt>
                      <c:pt idx="3466">
                        <c:v>43571</c:v>
                      </c:pt>
                      <c:pt idx="3467">
                        <c:v>43572</c:v>
                      </c:pt>
                      <c:pt idx="3468">
                        <c:v>43573</c:v>
                      </c:pt>
                      <c:pt idx="3469">
                        <c:v>43574</c:v>
                      </c:pt>
                      <c:pt idx="3470">
                        <c:v>43577</c:v>
                      </c:pt>
                      <c:pt idx="3471">
                        <c:v>43578</c:v>
                      </c:pt>
                      <c:pt idx="3472">
                        <c:v>43579</c:v>
                      </c:pt>
                      <c:pt idx="3473">
                        <c:v>43580</c:v>
                      </c:pt>
                      <c:pt idx="3474">
                        <c:v>43581</c:v>
                      </c:pt>
                      <c:pt idx="3475">
                        <c:v>43584</c:v>
                      </c:pt>
                      <c:pt idx="3476">
                        <c:v>43585</c:v>
                      </c:pt>
                      <c:pt idx="3477">
                        <c:v>43586</c:v>
                      </c:pt>
                      <c:pt idx="3478">
                        <c:v>43587</c:v>
                      </c:pt>
                      <c:pt idx="3479">
                        <c:v>43588</c:v>
                      </c:pt>
                      <c:pt idx="3480">
                        <c:v>43591</c:v>
                      </c:pt>
                      <c:pt idx="3481">
                        <c:v>43592</c:v>
                      </c:pt>
                      <c:pt idx="3482">
                        <c:v>43593</c:v>
                      </c:pt>
                      <c:pt idx="3483">
                        <c:v>43594</c:v>
                      </c:pt>
                      <c:pt idx="3484">
                        <c:v>43595</c:v>
                      </c:pt>
                      <c:pt idx="3485">
                        <c:v>43598</c:v>
                      </c:pt>
                      <c:pt idx="3486">
                        <c:v>43599</c:v>
                      </c:pt>
                      <c:pt idx="3487">
                        <c:v>43600</c:v>
                      </c:pt>
                      <c:pt idx="3488">
                        <c:v>43601</c:v>
                      </c:pt>
                      <c:pt idx="3489">
                        <c:v>43602</c:v>
                      </c:pt>
                      <c:pt idx="3490">
                        <c:v>43605</c:v>
                      </c:pt>
                      <c:pt idx="3491">
                        <c:v>43606</c:v>
                      </c:pt>
                      <c:pt idx="3492">
                        <c:v>43607</c:v>
                      </c:pt>
                      <c:pt idx="3493">
                        <c:v>43608</c:v>
                      </c:pt>
                      <c:pt idx="3494">
                        <c:v>43609</c:v>
                      </c:pt>
                      <c:pt idx="3495">
                        <c:v>43612</c:v>
                      </c:pt>
                      <c:pt idx="3496">
                        <c:v>43613</c:v>
                      </c:pt>
                      <c:pt idx="3497">
                        <c:v>43614</c:v>
                      </c:pt>
                      <c:pt idx="3498">
                        <c:v>43615</c:v>
                      </c:pt>
                      <c:pt idx="3499">
                        <c:v>43616</c:v>
                      </c:pt>
                      <c:pt idx="3500">
                        <c:v>43619</c:v>
                      </c:pt>
                      <c:pt idx="3501">
                        <c:v>43620</c:v>
                      </c:pt>
                      <c:pt idx="3502">
                        <c:v>43621</c:v>
                      </c:pt>
                      <c:pt idx="3503">
                        <c:v>43622</c:v>
                      </c:pt>
                      <c:pt idx="3504">
                        <c:v>43623</c:v>
                      </c:pt>
                      <c:pt idx="3505">
                        <c:v>43626</c:v>
                      </c:pt>
                      <c:pt idx="3506">
                        <c:v>43627</c:v>
                      </c:pt>
                      <c:pt idx="3507">
                        <c:v>43628</c:v>
                      </c:pt>
                      <c:pt idx="3508">
                        <c:v>43629</c:v>
                      </c:pt>
                      <c:pt idx="3509">
                        <c:v>43630</c:v>
                      </c:pt>
                      <c:pt idx="3510">
                        <c:v>43633</c:v>
                      </c:pt>
                      <c:pt idx="3511">
                        <c:v>43634</c:v>
                      </c:pt>
                      <c:pt idx="3512">
                        <c:v>43635</c:v>
                      </c:pt>
                      <c:pt idx="3513">
                        <c:v>43636</c:v>
                      </c:pt>
                      <c:pt idx="3514">
                        <c:v>43637</c:v>
                      </c:pt>
                      <c:pt idx="3515">
                        <c:v>43640</c:v>
                      </c:pt>
                      <c:pt idx="3516">
                        <c:v>43641</c:v>
                      </c:pt>
                      <c:pt idx="3517">
                        <c:v>43642</c:v>
                      </c:pt>
                      <c:pt idx="3518">
                        <c:v>43643</c:v>
                      </c:pt>
                      <c:pt idx="3519">
                        <c:v>43644</c:v>
                      </c:pt>
                      <c:pt idx="3520">
                        <c:v>43647</c:v>
                      </c:pt>
                      <c:pt idx="3521">
                        <c:v>43648</c:v>
                      </c:pt>
                      <c:pt idx="3522">
                        <c:v>43649</c:v>
                      </c:pt>
                      <c:pt idx="3523">
                        <c:v>43650</c:v>
                      </c:pt>
                      <c:pt idx="3524">
                        <c:v>43651</c:v>
                      </c:pt>
                      <c:pt idx="3525">
                        <c:v>43654</c:v>
                      </c:pt>
                      <c:pt idx="3526">
                        <c:v>43655</c:v>
                      </c:pt>
                      <c:pt idx="3527">
                        <c:v>43656</c:v>
                      </c:pt>
                      <c:pt idx="3528">
                        <c:v>43657</c:v>
                      </c:pt>
                      <c:pt idx="3529">
                        <c:v>43658</c:v>
                      </c:pt>
                      <c:pt idx="3530">
                        <c:v>43661</c:v>
                      </c:pt>
                      <c:pt idx="3531">
                        <c:v>43662</c:v>
                      </c:pt>
                      <c:pt idx="3532">
                        <c:v>43663</c:v>
                      </c:pt>
                      <c:pt idx="3533">
                        <c:v>43664</c:v>
                      </c:pt>
                      <c:pt idx="3534">
                        <c:v>43665</c:v>
                      </c:pt>
                      <c:pt idx="3535">
                        <c:v>43668</c:v>
                      </c:pt>
                      <c:pt idx="3536">
                        <c:v>43669</c:v>
                      </c:pt>
                      <c:pt idx="3537">
                        <c:v>43670</c:v>
                      </c:pt>
                      <c:pt idx="3538">
                        <c:v>43671</c:v>
                      </c:pt>
                      <c:pt idx="3539">
                        <c:v>43672</c:v>
                      </c:pt>
                      <c:pt idx="3540">
                        <c:v>43675</c:v>
                      </c:pt>
                      <c:pt idx="3541">
                        <c:v>43676</c:v>
                      </c:pt>
                      <c:pt idx="3542">
                        <c:v>43677</c:v>
                      </c:pt>
                      <c:pt idx="3543">
                        <c:v>43678</c:v>
                      </c:pt>
                      <c:pt idx="3544">
                        <c:v>43679</c:v>
                      </c:pt>
                      <c:pt idx="3545">
                        <c:v>43682</c:v>
                      </c:pt>
                      <c:pt idx="3546">
                        <c:v>43683</c:v>
                      </c:pt>
                      <c:pt idx="3547">
                        <c:v>43684</c:v>
                      </c:pt>
                      <c:pt idx="3548">
                        <c:v>43685</c:v>
                      </c:pt>
                      <c:pt idx="3549">
                        <c:v>43686</c:v>
                      </c:pt>
                      <c:pt idx="3550">
                        <c:v>43689</c:v>
                      </c:pt>
                      <c:pt idx="3551">
                        <c:v>43690</c:v>
                      </c:pt>
                      <c:pt idx="3552">
                        <c:v>43691</c:v>
                      </c:pt>
                      <c:pt idx="3553">
                        <c:v>43692</c:v>
                      </c:pt>
                      <c:pt idx="3554">
                        <c:v>43693</c:v>
                      </c:pt>
                      <c:pt idx="3555">
                        <c:v>43696</c:v>
                      </c:pt>
                      <c:pt idx="3556">
                        <c:v>43697</c:v>
                      </c:pt>
                      <c:pt idx="3557">
                        <c:v>43698</c:v>
                      </c:pt>
                      <c:pt idx="3558">
                        <c:v>43699</c:v>
                      </c:pt>
                      <c:pt idx="3559">
                        <c:v>43700</c:v>
                      </c:pt>
                      <c:pt idx="3560">
                        <c:v>43703</c:v>
                      </c:pt>
                      <c:pt idx="3561">
                        <c:v>43704</c:v>
                      </c:pt>
                      <c:pt idx="3562">
                        <c:v>43705</c:v>
                      </c:pt>
                      <c:pt idx="3563">
                        <c:v>43706</c:v>
                      </c:pt>
                      <c:pt idx="3564">
                        <c:v>43707</c:v>
                      </c:pt>
                      <c:pt idx="3565">
                        <c:v>43710</c:v>
                      </c:pt>
                      <c:pt idx="3566">
                        <c:v>43711</c:v>
                      </c:pt>
                      <c:pt idx="3567">
                        <c:v>43712</c:v>
                      </c:pt>
                      <c:pt idx="3568">
                        <c:v>43713</c:v>
                      </c:pt>
                      <c:pt idx="3569">
                        <c:v>43714</c:v>
                      </c:pt>
                      <c:pt idx="3570">
                        <c:v>43717</c:v>
                      </c:pt>
                      <c:pt idx="3571">
                        <c:v>43718</c:v>
                      </c:pt>
                      <c:pt idx="3572">
                        <c:v>43719</c:v>
                      </c:pt>
                      <c:pt idx="3573">
                        <c:v>43720</c:v>
                      </c:pt>
                      <c:pt idx="3574">
                        <c:v>43721</c:v>
                      </c:pt>
                      <c:pt idx="3575">
                        <c:v>43724</c:v>
                      </c:pt>
                      <c:pt idx="3576">
                        <c:v>43725</c:v>
                      </c:pt>
                      <c:pt idx="3577">
                        <c:v>43726</c:v>
                      </c:pt>
                      <c:pt idx="3578">
                        <c:v>43727</c:v>
                      </c:pt>
                      <c:pt idx="3579">
                        <c:v>43728</c:v>
                      </c:pt>
                      <c:pt idx="3580">
                        <c:v>43731</c:v>
                      </c:pt>
                      <c:pt idx="3581">
                        <c:v>43732</c:v>
                      </c:pt>
                      <c:pt idx="3582">
                        <c:v>43733</c:v>
                      </c:pt>
                      <c:pt idx="3583">
                        <c:v>43734</c:v>
                      </c:pt>
                      <c:pt idx="3584">
                        <c:v>43735</c:v>
                      </c:pt>
                      <c:pt idx="3585">
                        <c:v>43738</c:v>
                      </c:pt>
                      <c:pt idx="3586">
                        <c:v>43739</c:v>
                      </c:pt>
                      <c:pt idx="3587">
                        <c:v>43740</c:v>
                      </c:pt>
                      <c:pt idx="3588">
                        <c:v>43741</c:v>
                      </c:pt>
                      <c:pt idx="3589">
                        <c:v>43742</c:v>
                      </c:pt>
                      <c:pt idx="3590">
                        <c:v>43745</c:v>
                      </c:pt>
                      <c:pt idx="3591">
                        <c:v>43746</c:v>
                      </c:pt>
                      <c:pt idx="3592">
                        <c:v>43747</c:v>
                      </c:pt>
                      <c:pt idx="3593">
                        <c:v>43748</c:v>
                      </c:pt>
                      <c:pt idx="3594">
                        <c:v>43749</c:v>
                      </c:pt>
                      <c:pt idx="3595">
                        <c:v>43752</c:v>
                      </c:pt>
                      <c:pt idx="3596">
                        <c:v>43753</c:v>
                      </c:pt>
                      <c:pt idx="3597">
                        <c:v>43754</c:v>
                      </c:pt>
                      <c:pt idx="3598">
                        <c:v>43755</c:v>
                      </c:pt>
                      <c:pt idx="3599">
                        <c:v>43756</c:v>
                      </c:pt>
                      <c:pt idx="3600">
                        <c:v>43759</c:v>
                      </c:pt>
                      <c:pt idx="3601">
                        <c:v>43760</c:v>
                      </c:pt>
                      <c:pt idx="3602">
                        <c:v>43761</c:v>
                      </c:pt>
                      <c:pt idx="3603">
                        <c:v>43762</c:v>
                      </c:pt>
                      <c:pt idx="3604">
                        <c:v>43763</c:v>
                      </c:pt>
                      <c:pt idx="3605">
                        <c:v>43766</c:v>
                      </c:pt>
                      <c:pt idx="3606">
                        <c:v>43767</c:v>
                      </c:pt>
                      <c:pt idx="3607">
                        <c:v>43768</c:v>
                      </c:pt>
                      <c:pt idx="3608">
                        <c:v>43769</c:v>
                      </c:pt>
                      <c:pt idx="3609">
                        <c:v>43770</c:v>
                      </c:pt>
                      <c:pt idx="3610">
                        <c:v>43773</c:v>
                      </c:pt>
                      <c:pt idx="3611">
                        <c:v>43774</c:v>
                      </c:pt>
                      <c:pt idx="3612">
                        <c:v>43775</c:v>
                      </c:pt>
                      <c:pt idx="3613">
                        <c:v>43776</c:v>
                      </c:pt>
                      <c:pt idx="3614">
                        <c:v>43777</c:v>
                      </c:pt>
                      <c:pt idx="3615">
                        <c:v>43780</c:v>
                      </c:pt>
                      <c:pt idx="3616">
                        <c:v>43781</c:v>
                      </c:pt>
                      <c:pt idx="3617">
                        <c:v>43782</c:v>
                      </c:pt>
                      <c:pt idx="3618">
                        <c:v>43783</c:v>
                      </c:pt>
                      <c:pt idx="3619">
                        <c:v>43784</c:v>
                      </c:pt>
                      <c:pt idx="3620">
                        <c:v>43787</c:v>
                      </c:pt>
                      <c:pt idx="3621">
                        <c:v>43788</c:v>
                      </c:pt>
                      <c:pt idx="3622">
                        <c:v>43789</c:v>
                      </c:pt>
                      <c:pt idx="3623">
                        <c:v>43790</c:v>
                      </c:pt>
                      <c:pt idx="3624">
                        <c:v>43791</c:v>
                      </c:pt>
                      <c:pt idx="3625">
                        <c:v>43794</c:v>
                      </c:pt>
                      <c:pt idx="3626">
                        <c:v>43795</c:v>
                      </c:pt>
                      <c:pt idx="3627">
                        <c:v>43796</c:v>
                      </c:pt>
                      <c:pt idx="3628">
                        <c:v>43797</c:v>
                      </c:pt>
                      <c:pt idx="3629">
                        <c:v>43798</c:v>
                      </c:pt>
                      <c:pt idx="3630">
                        <c:v>43801</c:v>
                      </c:pt>
                      <c:pt idx="3631">
                        <c:v>43802</c:v>
                      </c:pt>
                      <c:pt idx="3632">
                        <c:v>43803</c:v>
                      </c:pt>
                      <c:pt idx="3633">
                        <c:v>43804</c:v>
                      </c:pt>
                      <c:pt idx="3634">
                        <c:v>43805</c:v>
                      </c:pt>
                      <c:pt idx="3635">
                        <c:v>43808</c:v>
                      </c:pt>
                      <c:pt idx="3636">
                        <c:v>43809</c:v>
                      </c:pt>
                      <c:pt idx="3637">
                        <c:v>43810</c:v>
                      </c:pt>
                      <c:pt idx="3638">
                        <c:v>43811</c:v>
                      </c:pt>
                      <c:pt idx="3639">
                        <c:v>43812</c:v>
                      </c:pt>
                      <c:pt idx="3640">
                        <c:v>43815</c:v>
                      </c:pt>
                      <c:pt idx="3641">
                        <c:v>43816</c:v>
                      </c:pt>
                      <c:pt idx="3642">
                        <c:v>43817</c:v>
                      </c:pt>
                      <c:pt idx="3643">
                        <c:v>43818</c:v>
                      </c:pt>
                      <c:pt idx="3644">
                        <c:v>43819</c:v>
                      </c:pt>
                      <c:pt idx="3645">
                        <c:v>43822</c:v>
                      </c:pt>
                      <c:pt idx="3646">
                        <c:v>43823</c:v>
                      </c:pt>
                      <c:pt idx="3647">
                        <c:v>43824</c:v>
                      </c:pt>
                      <c:pt idx="3648">
                        <c:v>43825</c:v>
                      </c:pt>
                      <c:pt idx="3649">
                        <c:v>43826</c:v>
                      </c:pt>
                      <c:pt idx="3650">
                        <c:v>43829</c:v>
                      </c:pt>
                      <c:pt idx="3651">
                        <c:v>43830</c:v>
                      </c:pt>
                      <c:pt idx="3652">
                        <c:v>43831</c:v>
                      </c:pt>
                      <c:pt idx="3653">
                        <c:v>43832</c:v>
                      </c:pt>
                      <c:pt idx="3654">
                        <c:v>43833</c:v>
                      </c:pt>
                      <c:pt idx="3655">
                        <c:v>43836</c:v>
                      </c:pt>
                      <c:pt idx="3656">
                        <c:v>43837</c:v>
                      </c:pt>
                      <c:pt idx="3657">
                        <c:v>43838</c:v>
                      </c:pt>
                      <c:pt idx="3658">
                        <c:v>43839</c:v>
                      </c:pt>
                      <c:pt idx="3659">
                        <c:v>43840</c:v>
                      </c:pt>
                      <c:pt idx="3660">
                        <c:v>43843</c:v>
                      </c:pt>
                      <c:pt idx="3661">
                        <c:v>43844</c:v>
                      </c:pt>
                      <c:pt idx="3662">
                        <c:v>43845</c:v>
                      </c:pt>
                      <c:pt idx="3663">
                        <c:v>43846</c:v>
                      </c:pt>
                      <c:pt idx="3664">
                        <c:v>43847</c:v>
                      </c:pt>
                      <c:pt idx="3665">
                        <c:v>43850</c:v>
                      </c:pt>
                      <c:pt idx="3666">
                        <c:v>43851</c:v>
                      </c:pt>
                      <c:pt idx="3667">
                        <c:v>43852</c:v>
                      </c:pt>
                      <c:pt idx="3668">
                        <c:v>43853</c:v>
                      </c:pt>
                      <c:pt idx="3669">
                        <c:v>43854</c:v>
                      </c:pt>
                      <c:pt idx="3670">
                        <c:v>43857</c:v>
                      </c:pt>
                      <c:pt idx="3671">
                        <c:v>43858</c:v>
                      </c:pt>
                      <c:pt idx="3672">
                        <c:v>43859</c:v>
                      </c:pt>
                      <c:pt idx="3673">
                        <c:v>43860</c:v>
                      </c:pt>
                      <c:pt idx="3674">
                        <c:v>43861</c:v>
                      </c:pt>
                      <c:pt idx="3675">
                        <c:v>43864</c:v>
                      </c:pt>
                      <c:pt idx="3676">
                        <c:v>43865</c:v>
                      </c:pt>
                      <c:pt idx="3677">
                        <c:v>43866</c:v>
                      </c:pt>
                      <c:pt idx="3678">
                        <c:v>43867</c:v>
                      </c:pt>
                      <c:pt idx="3679">
                        <c:v>43868</c:v>
                      </c:pt>
                      <c:pt idx="3680">
                        <c:v>43871</c:v>
                      </c:pt>
                      <c:pt idx="3681">
                        <c:v>43872</c:v>
                      </c:pt>
                      <c:pt idx="3682">
                        <c:v>43873</c:v>
                      </c:pt>
                      <c:pt idx="3683">
                        <c:v>43874</c:v>
                      </c:pt>
                      <c:pt idx="3684">
                        <c:v>43875</c:v>
                      </c:pt>
                      <c:pt idx="3685">
                        <c:v>43878</c:v>
                      </c:pt>
                      <c:pt idx="3686">
                        <c:v>43879</c:v>
                      </c:pt>
                      <c:pt idx="3687">
                        <c:v>43880</c:v>
                      </c:pt>
                      <c:pt idx="3688">
                        <c:v>43881</c:v>
                      </c:pt>
                      <c:pt idx="3689">
                        <c:v>43882</c:v>
                      </c:pt>
                      <c:pt idx="3690">
                        <c:v>43885</c:v>
                      </c:pt>
                      <c:pt idx="3691">
                        <c:v>43886</c:v>
                      </c:pt>
                      <c:pt idx="3692">
                        <c:v>43887</c:v>
                      </c:pt>
                      <c:pt idx="3693">
                        <c:v>43888</c:v>
                      </c:pt>
                      <c:pt idx="3694">
                        <c:v>43889</c:v>
                      </c:pt>
                      <c:pt idx="3695">
                        <c:v>43892</c:v>
                      </c:pt>
                      <c:pt idx="3696">
                        <c:v>43893</c:v>
                      </c:pt>
                      <c:pt idx="3697">
                        <c:v>43894</c:v>
                      </c:pt>
                      <c:pt idx="3698">
                        <c:v>43895</c:v>
                      </c:pt>
                      <c:pt idx="3699">
                        <c:v>43896</c:v>
                      </c:pt>
                      <c:pt idx="3700">
                        <c:v>43899</c:v>
                      </c:pt>
                      <c:pt idx="3701">
                        <c:v>43900</c:v>
                      </c:pt>
                      <c:pt idx="3702">
                        <c:v>43901</c:v>
                      </c:pt>
                      <c:pt idx="3703">
                        <c:v>43902</c:v>
                      </c:pt>
                      <c:pt idx="3704">
                        <c:v>43903</c:v>
                      </c:pt>
                      <c:pt idx="3705">
                        <c:v>43906</c:v>
                      </c:pt>
                      <c:pt idx="3706">
                        <c:v>43907</c:v>
                      </c:pt>
                      <c:pt idx="3707">
                        <c:v>43908</c:v>
                      </c:pt>
                      <c:pt idx="3708">
                        <c:v>43909</c:v>
                      </c:pt>
                      <c:pt idx="3709">
                        <c:v>43910</c:v>
                      </c:pt>
                      <c:pt idx="3710">
                        <c:v>43913</c:v>
                      </c:pt>
                      <c:pt idx="3711">
                        <c:v>43914</c:v>
                      </c:pt>
                      <c:pt idx="3712">
                        <c:v>43915</c:v>
                      </c:pt>
                      <c:pt idx="3713">
                        <c:v>43916</c:v>
                      </c:pt>
                      <c:pt idx="3714">
                        <c:v>43917</c:v>
                      </c:pt>
                      <c:pt idx="3715">
                        <c:v>43920</c:v>
                      </c:pt>
                      <c:pt idx="3716">
                        <c:v>43921</c:v>
                      </c:pt>
                      <c:pt idx="3717">
                        <c:v>43922</c:v>
                      </c:pt>
                      <c:pt idx="3718">
                        <c:v>43923</c:v>
                      </c:pt>
                      <c:pt idx="3719">
                        <c:v>43924</c:v>
                      </c:pt>
                      <c:pt idx="3720">
                        <c:v>43927</c:v>
                      </c:pt>
                      <c:pt idx="3721">
                        <c:v>43928</c:v>
                      </c:pt>
                      <c:pt idx="3722">
                        <c:v>43929</c:v>
                      </c:pt>
                      <c:pt idx="3723">
                        <c:v>43930</c:v>
                      </c:pt>
                      <c:pt idx="3724">
                        <c:v>43931</c:v>
                      </c:pt>
                      <c:pt idx="3725">
                        <c:v>43934</c:v>
                      </c:pt>
                      <c:pt idx="3726">
                        <c:v>43935</c:v>
                      </c:pt>
                      <c:pt idx="3727">
                        <c:v>43936</c:v>
                      </c:pt>
                      <c:pt idx="3728">
                        <c:v>43937</c:v>
                      </c:pt>
                      <c:pt idx="3729">
                        <c:v>43938</c:v>
                      </c:pt>
                      <c:pt idx="3730">
                        <c:v>43941</c:v>
                      </c:pt>
                      <c:pt idx="3731">
                        <c:v>43942</c:v>
                      </c:pt>
                      <c:pt idx="3732">
                        <c:v>43943</c:v>
                      </c:pt>
                      <c:pt idx="3733">
                        <c:v>43944</c:v>
                      </c:pt>
                      <c:pt idx="3734">
                        <c:v>43945</c:v>
                      </c:pt>
                      <c:pt idx="3735">
                        <c:v>43948</c:v>
                      </c:pt>
                      <c:pt idx="3736">
                        <c:v>43949</c:v>
                      </c:pt>
                      <c:pt idx="3737">
                        <c:v>43950</c:v>
                      </c:pt>
                      <c:pt idx="3738">
                        <c:v>43951</c:v>
                      </c:pt>
                      <c:pt idx="3739">
                        <c:v>43952</c:v>
                      </c:pt>
                      <c:pt idx="3740">
                        <c:v>43955</c:v>
                      </c:pt>
                      <c:pt idx="3741">
                        <c:v>43956</c:v>
                      </c:pt>
                      <c:pt idx="3742">
                        <c:v>43957</c:v>
                      </c:pt>
                      <c:pt idx="3743">
                        <c:v>43958</c:v>
                      </c:pt>
                      <c:pt idx="3744">
                        <c:v>43959</c:v>
                      </c:pt>
                      <c:pt idx="3745">
                        <c:v>43962</c:v>
                      </c:pt>
                      <c:pt idx="3746">
                        <c:v>43963</c:v>
                      </c:pt>
                      <c:pt idx="3747">
                        <c:v>43964</c:v>
                      </c:pt>
                      <c:pt idx="3748">
                        <c:v>43965</c:v>
                      </c:pt>
                      <c:pt idx="3749">
                        <c:v>43966</c:v>
                      </c:pt>
                      <c:pt idx="3750">
                        <c:v>43969</c:v>
                      </c:pt>
                      <c:pt idx="3751">
                        <c:v>43970</c:v>
                      </c:pt>
                      <c:pt idx="3752">
                        <c:v>43971</c:v>
                      </c:pt>
                      <c:pt idx="3753">
                        <c:v>43972</c:v>
                      </c:pt>
                      <c:pt idx="3754">
                        <c:v>43973</c:v>
                      </c:pt>
                      <c:pt idx="3755">
                        <c:v>43976</c:v>
                      </c:pt>
                      <c:pt idx="3756">
                        <c:v>43977</c:v>
                      </c:pt>
                      <c:pt idx="3757">
                        <c:v>43978</c:v>
                      </c:pt>
                      <c:pt idx="3758">
                        <c:v>43979</c:v>
                      </c:pt>
                      <c:pt idx="3759">
                        <c:v>43980</c:v>
                      </c:pt>
                      <c:pt idx="3760">
                        <c:v>43983</c:v>
                      </c:pt>
                      <c:pt idx="3761">
                        <c:v>43984</c:v>
                      </c:pt>
                      <c:pt idx="3762">
                        <c:v>43985</c:v>
                      </c:pt>
                      <c:pt idx="3763">
                        <c:v>43986</c:v>
                      </c:pt>
                      <c:pt idx="3764">
                        <c:v>43987</c:v>
                      </c:pt>
                      <c:pt idx="3765">
                        <c:v>43990</c:v>
                      </c:pt>
                      <c:pt idx="3766">
                        <c:v>43991</c:v>
                      </c:pt>
                      <c:pt idx="3767">
                        <c:v>43992</c:v>
                      </c:pt>
                      <c:pt idx="3768">
                        <c:v>43993</c:v>
                      </c:pt>
                      <c:pt idx="3769">
                        <c:v>43994</c:v>
                      </c:pt>
                      <c:pt idx="3770">
                        <c:v>43997</c:v>
                      </c:pt>
                      <c:pt idx="3771">
                        <c:v>43998</c:v>
                      </c:pt>
                      <c:pt idx="3772">
                        <c:v>43999</c:v>
                      </c:pt>
                      <c:pt idx="3773">
                        <c:v>44000</c:v>
                      </c:pt>
                      <c:pt idx="3774">
                        <c:v>44001</c:v>
                      </c:pt>
                      <c:pt idx="3775">
                        <c:v>44004</c:v>
                      </c:pt>
                      <c:pt idx="3776">
                        <c:v>44005</c:v>
                      </c:pt>
                      <c:pt idx="3777">
                        <c:v>44006</c:v>
                      </c:pt>
                      <c:pt idx="3778">
                        <c:v>44007</c:v>
                      </c:pt>
                      <c:pt idx="3779">
                        <c:v>44008</c:v>
                      </c:pt>
                      <c:pt idx="3780">
                        <c:v>44011</c:v>
                      </c:pt>
                      <c:pt idx="3781">
                        <c:v>44012</c:v>
                      </c:pt>
                      <c:pt idx="3782">
                        <c:v>44013</c:v>
                      </c:pt>
                      <c:pt idx="3783">
                        <c:v>44014</c:v>
                      </c:pt>
                      <c:pt idx="3784">
                        <c:v>44015</c:v>
                      </c:pt>
                      <c:pt idx="3785">
                        <c:v>44018</c:v>
                      </c:pt>
                      <c:pt idx="3786">
                        <c:v>44019</c:v>
                      </c:pt>
                      <c:pt idx="3787">
                        <c:v>44020</c:v>
                      </c:pt>
                      <c:pt idx="3788">
                        <c:v>44021</c:v>
                      </c:pt>
                      <c:pt idx="3789">
                        <c:v>44022</c:v>
                      </c:pt>
                      <c:pt idx="3790">
                        <c:v>44025</c:v>
                      </c:pt>
                      <c:pt idx="3791">
                        <c:v>44026</c:v>
                      </c:pt>
                      <c:pt idx="3792">
                        <c:v>44027</c:v>
                      </c:pt>
                      <c:pt idx="3793">
                        <c:v>44028</c:v>
                      </c:pt>
                      <c:pt idx="3794">
                        <c:v>44029</c:v>
                      </c:pt>
                      <c:pt idx="3795">
                        <c:v>44032</c:v>
                      </c:pt>
                      <c:pt idx="3796">
                        <c:v>44033</c:v>
                      </c:pt>
                      <c:pt idx="3797">
                        <c:v>44034</c:v>
                      </c:pt>
                      <c:pt idx="3798">
                        <c:v>44035</c:v>
                      </c:pt>
                      <c:pt idx="3799">
                        <c:v>44036</c:v>
                      </c:pt>
                      <c:pt idx="3800">
                        <c:v>44039</c:v>
                      </c:pt>
                      <c:pt idx="3801">
                        <c:v>44040</c:v>
                      </c:pt>
                      <c:pt idx="3802">
                        <c:v>44041</c:v>
                      </c:pt>
                      <c:pt idx="3803">
                        <c:v>44042</c:v>
                      </c:pt>
                      <c:pt idx="3804">
                        <c:v>44043</c:v>
                      </c:pt>
                      <c:pt idx="3805">
                        <c:v>44046</c:v>
                      </c:pt>
                      <c:pt idx="3806">
                        <c:v>44047</c:v>
                      </c:pt>
                      <c:pt idx="3807">
                        <c:v>44048</c:v>
                      </c:pt>
                      <c:pt idx="3808">
                        <c:v>44049</c:v>
                      </c:pt>
                      <c:pt idx="3809">
                        <c:v>44050</c:v>
                      </c:pt>
                      <c:pt idx="3810">
                        <c:v>44053</c:v>
                      </c:pt>
                      <c:pt idx="3811">
                        <c:v>44054</c:v>
                      </c:pt>
                      <c:pt idx="3812">
                        <c:v>44055</c:v>
                      </c:pt>
                      <c:pt idx="3813">
                        <c:v>44056</c:v>
                      </c:pt>
                      <c:pt idx="3814">
                        <c:v>44057</c:v>
                      </c:pt>
                      <c:pt idx="3815">
                        <c:v>44060</c:v>
                      </c:pt>
                      <c:pt idx="3816">
                        <c:v>44061</c:v>
                      </c:pt>
                      <c:pt idx="3817">
                        <c:v>44062</c:v>
                      </c:pt>
                      <c:pt idx="3818">
                        <c:v>44063</c:v>
                      </c:pt>
                      <c:pt idx="3819">
                        <c:v>44064</c:v>
                      </c:pt>
                      <c:pt idx="3820">
                        <c:v>44067</c:v>
                      </c:pt>
                      <c:pt idx="3821">
                        <c:v>44068</c:v>
                      </c:pt>
                      <c:pt idx="3822">
                        <c:v>44069</c:v>
                      </c:pt>
                      <c:pt idx="3823">
                        <c:v>44070</c:v>
                      </c:pt>
                      <c:pt idx="3824">
                        <c:v>44071</c:v>
                      </c:pt>
                      <c:pt idx="3825">
                        <c:v>44074</c:v>
                      </c:pt>
                      <c:pt idx="3826">
                        <c:v>44075</c:v>
                      </c:pt>
                      <c:pt idx="3827">
                        <c:v>44076</c:v>
                      </c:pt>
                      <c:pt idx="3828">
                        <c:v>44077</c:v>
                      </c:pt>
                      <c:pt idx="3829">
                        <c:v>44078</c:v>
                      </c:pt>
                      <c:pt idx="3830">
                        <c:v>44081</c:v>
                      </c:pt>
                      <c:pt idx="3831">
                        <c:v>44082</c:v>
                      </c:pt>
                      <c:pt idx="3832">
                        <c:v>44083</c:v>
                      </c:pt>
                      <c:pt idx="3833">
                        <c:v>44084</c:v>
                      </c:pt>
                      <c:pt idx="3834">
                        <c:v>44085</c:v>
                      </c:pt>
                      <c:pt idx="3835">
                        <c:v>44088</c:v>
                      </c:pt>
                      <c:pt idx="3836">
                        <c:v>44089</c:v>
                      </c:pt>
                      <c:pt idx="3837">
                        <c:v>44090</c:v>
                      </c:pt>
                      <c:pt idx="3838">
                        <c:v>44091</c:v>
                      </c:pt>
                      <c:pt idx="3839">
                        <c:v>44092</c:v>
                      </c:pt>
                      <c:pt idx="3840">
                        <c:v>44095</c:v>
                      </c:pt>
                      <c:pt idx="3841">
                        <c:v>44096</c:v>
                      </c:pt>
                      <c:pt idx="3842">
                        <c:v>44097</c:v>
                      </c:pt>
                      <c:pt idx="3843">
                        <c:v>44098</c:v>
                      </c:pt>
                      <c:pt idx="3844">
                        <c:v>44099</c:v>
                      </c:pt>
                      <c:pt idx="3845">
                        <c:v>44102</c:v>
                      </c:pt>
                      <c:pt idx="3846">
                        <c:v>44103</c:v>
                      </c:pt>
                      <c:pt idx="3847">
                        <c:v>44104</c:v>
                      </c:pt>
                      <c:pt idx="3848">
                        <c:v>44105</c:v>
                      </c:pt>
                      <c:pt idx="3849">
                        <c:v>44106</c:v>
                      </c:pt>
                      <c:pt idx="3850">
                        <c:v>44109</c:v>
                      </c:pt>
                      <c:pt idx="3851">
                        <c:v>44110</c:v>
                      </c:pt>
                      <c:pt idx="3852">
                        <c:v>44111</c:v>
                      </c:pt>
                      <c:pt idx="3853">
                        <c:v>44112</c:v>
                      </c:pt>
                      <c:pt idx="3854">
                        <c:v>44113</c:v>
                      </c:pt>
                      <c:pt idx="3855">
                        <c:v>44116</c:v>
                      </c:pt>
                      <c:pt idx="3856">
                        <c:v>44117</c:v>
                      </c:pt>
                      <c:pt idx="3857">
                        <c:v>44118</c:v>
                      </c:pt>
                      <c:pt idx="3858">
                        <c:v>44119</c:v>
                      </c:pt>
                      <c:pt idx="3859">
                        <c:v>44120</c:v>
                      </c:pt>
                      <c:pt idx="3860">
                        <c:v>44123</c:v>
                      </c:pt>
                      <c:pt idx="3861">
                        <c:v>44124</c:v>
                      </c:pt>
                      <c:pt idx="3862">
                        <c:v>44125</c:v>
                      </c:pt>
                      <c:pt idx="3863">
                        <c:v>44126</c:v>
                      </c:pt>
                      <c:pt idx="3864">
                        <c:v>44127</c:v>
                      </c:pt>
                      <c:pt idx="3865">
                        <c:v>44130</c:v>
                      </c:pt>
                      <c:pt idx="3866">
                        <c:v>44131</c:v>
                      </c:pt>
                      <c:pt idx="3867">
                        <c:v>44132</c:v>
                      </c:pt>
                      <c:pt idx="3868">
                        <c:v>44133</c:v>
                      </c:pt>
                      <c:pt idx="3869">
                        <c:v>44134</c:v>
                      </c:pt>
                      <c:pt idx="3870">
                        <c:v>44137</c:v>
                      </c:pt>
                      <c:pt idx="3871">
                        <c:v>44138</c:v>
                      </c:pt>
                      <c:pt idx="3872">
                        <c:v>44139</c:v>
                      </c:pt>
                      <c:pt idx="3873">
                        <c:v>44140</c:v>
                      </c:pt>
                      <c:pt idx="3874">
                        <c:v>44141</c:v>
                      </c:pt>
                      <c:pt idx="3875">
                        <c:v>44144</c:v>
                      </c:pt>
                      <c:pt idx="3876">
                        <c:v>44145</c:v>
                      </c:pt>
                      <c:pt idx="3877">
                        <c:v>44146</c:v>
                      </c:pt>
                      <c:pt idx="3878">
                        <c:v>44147</c:v>
                      </c:pt>
                      <c:pt idx="3879">
                        <c:v>44148</c:v>
                      </c:pt>
                      <c:pt idx="3880">
                        <c:v>44151</c:v>
                      </c:pt>
                      <c:pt idx="3881">
                        <c:v>44152</c:v>
                      </c:pt>
                      <c:pt idx="3882">
                        <c:v>44153</c:v>
                      </c:pt>
                      <c:pt idx="3883">
                        <c:v>44154</c:v>
                      </c:pt>
                      <c:pt idx="3884">
                        <c:v>44155</c:v>
                      </c:pt>
                      <c:pt idx="3885">
                        <c:v>44158</c:v>
                      </c:pt>
                      <c:pt idx="3886">
                        <c:v>44159</c:v>
                      </c:pt>
                      <c:pt idx="3887">
                        <c:v>44160</c:v>
                      </c:pt>
                      <c:pt idx="3888">
                        <c:v>44161</c:v>
                      </c:pt>
                      <c:pt idx="3889">
                        <c:v>44162</c:v>
                      </c:pt>
                      <c:pt idx="3890">
                        <c:v>44165</c:v>
                      </c:pt>
                      <c:pt idx="3891">
                        <c:v>44166</c:v>
                      </c:pt>
                      <c:pt idx="3892">
                        <c:v>44167</c:v>
                      </c:pt>
                      <c:pt idx="3893">
                        <c:v>44168</c:v>
                      </c:pt>
                      <c:pt idx="3894">
                        <c:v>44169</c:v>
                      </c:pt>
                      <c:pt idx="3895">
                        <c:v>44172</c:v>
                      </c:pt>
                      <c:pt idx="3896">
                        <c:v>44173</c:v>
                      </c:pt>
                      <c:pt idx="3897">
                        <c:v>44174</c:v>
                      </c:pt>
                      <c:pt idx="3898">
                        <c:v>44175</c:v>
                      </c:pt>
                      <c:pt idx="3899">
                        <c:v>44176</c:v>
                      </c:pt>
                      <c:pt idx="3900">
                        <c:v>44179</c:v>
                      </c:pt>
                      <c:pt idx="3901">
                        <c:v>44180</c:v>
                      </c:pt>
                      <c:pt idx="3902">
                        <c:v>44181</c:v>
                      </c:pt>
                      <c:pt idx="3903">
                        <c:v>44182</c:v>
                      </c:pt>
                      <c:pt idx="3904">
                        <c:v>44183</c:v>
                      </c:pt>
                      <c:pt idx="3905">
                        <c:v>44186</c:v>
                      </c:pt>
                      <c:pt idx="3906">
                        <c:v>44187</c:v>
                      </c:pt>
                      <c:pt idx="3907">
                        <c:v>44188</c:v>
                      </c:pt>
                      <c:pt idx="3908">
                        <c:v>44189</c:v>
                      </c:pt>
                      <c:pt idx="3909">
                        <c:v>44190</c:v>
                      </c:pt>
                      <c:pt idx="3910">
                        <c:v>44193</c:v>
                      </c:pt>
                      <c:pt idx="3911">
                        <c:v>44194</c:v>
                      </c:pt>
                      <c:pt idx="3912">
                        <c:v>44195</c:v>
                      </c:pt>
                      <c:pt idx="3913">
                        <c:v>44196</c:v>
                      </c:pt>
                      <c:pt idx="3914">
                        <c:v>44197</c:v>
                      </c:pt>
                      <c:pt idx="3915">
                        <c:v>44200</c:v>
                      </c:pt>
                      <c:pt idx="3916">
                        <c:v>44201</c:v>
                      </c:pt>
                      <c:pt idx="3917">
                        <c:v>44202</c:v>
                      </c:pt>
                      <c:pt idx="3918">
                        <c:v>44203</c:v>
                      </c:pt>
                      <c:pt idx="3919">
                        <c:v>44204</c:v>
                      </c:pt>
                      <c:pt idx="3920">
                        <c:v>44207</c:v>
                      </c:pt>
                      <c:pt idx="3921">
                        <c:v>44208</c:v>
                      </c:pt>
                      <c:pt idx="3922">
                        <c:v>44209</c:v>
                      </c:pt>
                      <c:pt idx="3923">
                        <c:v>44210</c:v>
                      </c:pt>
                      <c:pt idx="3924">
                        <c:v>44211</c:v>
                      </c:pt>
                      <c:pt idx="3925">
                        <c:v>44214</c:v>
                      </c:pt>
                      <c:pt idx="3926">
                        <c:v>44215</c:v>
                      </c:pt>
                      <c:pt idx="3927">
                        <c:v>44216</c:v>
                      </c:pt>
                      <c:pt idx="3928">
                        <c:v>44217</c:v>
                      </c:pt>
                      <c:pt idx="3929">
                        <c:v>44218</c:v>
                      </c:pt>
                      <c:pt idx="3930">
                        <c:v>44221</c:v>
                      </c:pt>
                      <c:pt idx="3931">
                        <c:v>44222</c:v>
                      </c:pt>
                      <c:pt idx="3932">
                        <c:v>44223</c:v>
                      </c:pt>
                      <c:pt idx="3933">
                        <c:v>44224</c:v>
                      </c:pt>
                      <c:pt idx="3934">
                        <c:v>44225</c:v>
                      </c:pt>
                      <c:pt idx="3935">
                        <c:v>44228</c:v>
                      </c:pt>
                      <c:pt idx="3936">
                        <c:v>44229</c:v>
                      </c:pt>
                      <c:pt idx="3937">
                        <c:v>44230</c:v>
                      </c:pt>
                      <c:pt idx="3938">
                        <c:v>44231</c:v>
                      </c:pt>
                      <c:pt idx="3939">
                        <c:v>44232</c:v>
                      </c:pt>
                      <c:pt idx="3940">
                        <c:v>44235</c:v>
                      </c:pt>
                      <c:pt idx="3941">
                        <c:v>44236</c:v>
                      </c:pt>
                      <c:pt idx="3942">
                        <c:v>44237</c:v>
                      </c:pt>
                      <c:pt idx="3943">
                        <c:v>44238</c:v>
                      </c:pt>
                      <c:pt idx="3944">
                        <c:v>44239</c:v>
                      </c:pt>
                      <c:pt idx="3945">
                        <c:v>44242</c:v>
                      </c:pt>
                      <c:pt idx="3946">
                        <c:v>44243</c:v>
                      </c:pt>
                      <c:pt idx="3947">
                        <c:v>44244</c:v>
                      </c:pt>
                      <c:pt idx="3948">
                        <c:v>44245</c:v>
                      </c:pt>
                      <c:pt idx="3949">
                        <c:v>44246</c:v>
                      </c:pt>
                      <c:pt idx="3950">
                        <c:v>44249</c:v>
                      </c:pt>
                      <c:pt idx="3951">
                        <c:v>44250</c:v>
                      </c:pt>
                      <c:pt idx="3952">
                        <c:v>44251</c:v>
                      </c:pt>
                      <c:pt idx="3953">
                        <c:v>44252</c:v>
                      </c:pt>
                      <c:pt idx="3954">
                        <c:v>44253</c:v>
                      </c:pt>
                      <c:pt idx="3955">
                        <c:v>44256</c:v>
                      </c:pt>
                      <c:pt idx="3956">
                        <c:v>44257</c:v>
                      </c:pt>
                      <c:pt idx="3957">
                        <c:v>44258</c:v>
                      </c:pt>
                      <c:pt idx="3958">
                        <c:v>44259</c:v>
                      </c:pt>
                      <c:pt idx="3959">
                        <c:v>44260</c:v>
                      </c:pt>
                      <c:pt idx="3960">
                        <c:v>44263</c:v>
                      </c:pt>
                      <c:pt idx="3961">
                        <c:v>44264</c:v>
                      </c:pt>
                      <c:pt idx="3962">
                        <c:v>44265</c:v>
                      </c:pt>
                      <c:pt idx="3963">
                        <c:v>44266</c:v>
                      </c:pt>
                      <c:pt idx="3964">
                        <c:v>44267</c:v>
                      </c:pt>
                      <c:pt idx="3965">
                        <c:v>44270</c:v>
                      </c:pt>
                      <c:pt idx="3966">
                        <c:v>44271</c:v>
                      </c:pt>
                      <c:pt idx="3967">
                        <c:v>44272</c:v>
                      </c:pt>
                      <c:pt idx="3968">
                        <c:v>44273</c:v>
                      </c:pt>
                      <c:pt idx="3969">
                        <c:v>44274</c:v>
                      </c:pt>
                      <c:pt idx="3970">
                        <c:v>44277</c:v>
                      </c:pt>
                      <c:pt idx="3971">
                        <c:v>44278</c:v>
                      </c:pt>
                      <c:pt idx="3972">
                        <c:v>44279</c:v>
                      </c:pt>
                      <c:pt idx="3973">
                        <c:v>44280</c:v>
                      </c:pt>
                      <c:pt idx="3974">
                        <c:v>44281</c:v>
                      </c:pt>
                      <c:pt idx="3975">
                        <c:v>44284</c:v>
                      </c:pt>
                      <c:pt idx="3976">
                        <c:v>44285</c:v>
                      </c:pt>
                      <c:pt idx="3977">
                        <c:v>44286</c:v>
                      </c:pt>
                      <c:pt idx="3978">
                        <c:v>44287</c:v>
                      </c:pt>
                      <c:pt idx="3979">
                        <c:v>44288</c:v>
                      </c:pt>
                      <c:pt idx="3980">
                        <c:v>44291</c:v>
                      </c:pt>
                      <c:pt idx="3981">
                        <c:v>44292</c:v>
                      </c:pt>
                      <c:pt idx="3982">
                        <c:v>44293</c:v>
                      </c:pt>
                      <c:pt idx="3983">
                        <c:v>44294</c:v>
                      </c:pt>
                      <c:pt idx="3984">
                        <c:v>44295</c:v>
                      </c:pt>
                      <c:pt idx="3985">
                        <c:v>44298</c:v>
                      </c:pt>
                      <c:pt idx="3986">
                        <c:v>44299</c:v>
                      </c:pt>
                      <c:pt idx="3987">
                        <c:v>44300</c:v>
                      </c:pt>
                      <c:pt idx="3988">
                        <c:v>44301</c:v>
                      </c:pt>
                      <c:pt idx="3989">
                        <c:v>44302</c:v>
                      </c:pt>
                      <c:pt idx="3990">
                        <c:v>44305</c:v>
                      </c:pt>
                      <c:pt idx="3991">
                        <c:v>44306</c:v>
                      </c:pt>
                      <c:pt idx="3992">
                        <c:v>44307</c:v>
                      </c:pt>
                      <c:pt idx="3993">
                        <c:v>44308</c:v>
                      </c:pt>
                      <c:pt idx="3994">
                        <c:v>44309</c:v>
                      </c:pt>
                      <c:pt idx="3995">
                        <c:v>44312</c:v>
                      </c:pt>
                      <c:pt idx="3996">
                        <c:v>44313</c:v>
                      </c:pt>
                      <c:pt idx="3997">
                        <c:v>44314</c:v>
                      </c:pt>
                      <c:pt idx="3998">
                        <c:v>44315</c:v>
                      </c:pt>
                      <c:pt idx="3999">
                        <c:v>44316</c:v>
                      </c:pt>
                      <c:pt idx="4000">
                        <c:v>44319</c:v>
                      </c:pt>
                      <c:pt idx="4001">
                        <c:v>44320</c:v>
                      </c:pt>
                      <c:pt idx="4002">
                        <c:v>44321</c:v>
                      </c:pt>
                      <c:pt idx="4003">
                        <c:v>44322</c:v>
                      </c:pt>
                      <c:pt idx="4004">
                        <c:v>44323</c:v>
                      </c:pt>
                      <c:pt idx="4005">
                        <c:v>44326</c:v>
                      </c:pt>
                      <c:pt idx="4006">
                        <c:v>44327</c:v>
                      </c:pt>
                      <c:pt idx="4007">
                        <c:v>44328</c:v>
                      </c:pt>
                      <c:pt idx="4008">
                        <c:v>44329</c:v>
                      </c:pt>
                      <c:pt idx="4009">
                        <c:v>44330</c:v>
                      </c:pt>
                      <c:pt idx="4010">
                        <c:v>44333</c:v>
                      </c:pt>
                      <c:pt idx="4011">
                        <c:v>44334</c:v>
                      </c:pt>
                      <c:pt idx="4012">
                        <c:v>44335</c:v>
                      </c:pt>
                      <c:pt idx="4013">
                        <c:v>44336</c:v>
                      </c:pt>
                      <c:pt idx="4014">
                        <c:v>44337</c:v>
                      </c:pt>
                      <c:pt idx="4015">
                        <c:v>44340</c:v>
                      </c:pt>
                      <c:pt idx="4016">
                        <c:v>44341</c:v>
                      </c:pt>
                      <c:pt idx="4017">
                        <c:v>44342</c:v>
                      </c:pt>
                      <c:pt idx="4018">
                        <c:v>44343</c:v>
                      </c:pt>
                      <c:pt idx="4019">
                        <c:v>44344</c:v>
                      </c:pt>
                      <c:pt idx="4020">
                        <c:v>44347</c:v>
                      </c:pt>
                      <c:pt idx="4021">
                        <c:v>44348</c:v>
                      </c:pt>
                      <c:pt idx="4022">
                        <c:v>44349</c:v>
                      </c:pt>
                      <c:pt idx="4023">
                        <c:v>44350</c:v>
                      </c:pt>
                      <c:pt idx="4024">
                        <c:v>44351</c:v>
                      </c:pt>
                      <c:pt idx="4025">
                        <c:v>44354</c:v>
                      </c:pt>
                      <c:pt idx="4026">
                        <c:v>44355</c:v>
                      </c:pt>
                      <c:pt idx="4027">
                        <c:v>44356</c:v>
                      </c:pt>
                      <c:pt idx="4028">
                        <c:v>44357</c:v>
                      </c:pt>
                      <c:pt idx="4029">
                        <c:v>44358</c:v>
                      </c:pt>
                      <c:pt idx="4030">
                        <c:v>44361</c:v>
                      </c:pt>
                      <c:pt idx="4031">
                        <c:v>44362</c:v>
                      </c:pt>
                      <c:pt idx="4032">
                        <c:v>44363</c:v>
                      </c:pt>
                      <c:pt idx="4033">
                        <c:v>44364</c:v>
                      </c:pt>
                      <c:pt idx="4034">
                        <c:v>44365</c:v>
                      </c:pt>
                      <c:pt idx="4035">
                        <c:v>44368</c:v>
                      </c:pt>
                      <c:pt idx="4036">
                        <c:v>44369</c:v>
                      </c:pt>
                      <c:pt idx="4037">
                        <c:v>44370</c:v>
                      </c:pt>
                      <c:pt idx="4038">
                        <c:v>44371</c:v>
                      </c:pt>
                      <c:pt idx="4039">
                        <c:v>44372</c:v>
                      </c:pt>
                      <c:pt idx="4040">
                        <c:v>44375</c:v>
                      </c:pt>
                      <c:pt idx="4041">
                        <c:v>44376</c:v>
                      </c:pt>
                      <c:pt idx="4042">
                        <c:v>44377</c:v>
                      </c:pt>
                      <c:pt idx="4043">
                        <c:v>44378</c:v>
                      </c:pt>
                      <c:pt idx="4044">
                        <c:v>44379</c:v>
                      </c:pt>
                      <c:pt idx="4045">
                        <c:v>44382</c:v>
                      </c:pt>
                      <c:pt idx="4046">
                        <c:v>44383</c:v>
                      </c:pt>
                      <c:pt idx="4047">
                        <c:v>44384</c:v>
                      </c:pt>
                      <c:pt idx="4048">
                        <c:v>44385</c:v>
                      </c:pt>
                      <c:pt idx="4049">
                        <c:v>44386</c:v>
                      </c:pt>
                      <c:pt idx="4050">
                        <c:v>44389</c:v>
                      </c:pt>
                      <c:pt idx="4051">
                        <c:v>44390</c:v>
                      </c:pt>
                      <c:pt idx="4052">
                        <c:v>44391</c:v>
                      </c:pt>
                      <c:pt idx="4053">
                        <c:v>44392</c:v>
                      </c:pt>
                      <c:pt idx="4054">
                        <c:v>44393</c:v>
                      </c:pt>
                      <c:pt idx="4055">
                        <c:v>44396</c:v>
                      </c:pt>
                      <c:pt idx="4056">
                        <c:v>44397</c:v>
                      </c:pt>
                      <c:pt idx="4057">
                        <c:v>44398</c:v>
                      </c:pt>
                      <c:pt idx="4058">
                        <c:v>44399</c:v>
                      </c:pt>
                      <c:pt idx="4059">
                        <c:v>44400</c:v>
                      </c:pt>
                      <c:pt idx="4060">
                        <c:v>44403</c:v>
                      </c:pt>
                      <c:pt idx="4061">
                        <c:v>44404</c:v>
                      </c:pt>
                      <c:pt idx="4062">
                        <c:v>44405</c:v>
                      </c:pt>
                      <c:pt idx="4063">
                        <c:v>44406</c:v>
                      </c:pt>
                      <c:pt idx="4064">
                        <c:v>44407</c:v>
                      </c:pt>
                      <c:pt idx="4065">
                        <c:v>44410</c:v>
                      </c:pt>
                      <c:pt idx="4066">
                        <c:v>44411</c:v>
                      </c:pt>
                      <c:pt idx="4067">
                        <c:v>44412</c:v>
                      </c:pt>
                      <c:pt idx="4068">
                        <c:v>44413</c:v>
                      </c:pt>
                      <c:pt idx="4069">
                        <c:v>44414</c:v>
                      </c:pt>
                      <c:pt idx="4070">
                        <c:v>44417</c:v>
                      </c:pt>
                      <c:pt idx="4071">
                        <c:v>44418</c:v>
                      </c:pt>
                      <c:pt idx="4072">
                        <c:v>44419</c:v>
                      </c:pt>
                      <c:pt idx="4073">
                        <c:v>44420</c:v>
                      </c:pt>
                      <c:pt idx="4074">
                        <c:v>44421</c:v>
                      </c:pt>
                      <c:pt idx="4075">
                        <c:v>44424</c:v>
                      </c:pt>
                      <c:pt idx="4076">
                        <c:v>44425</c:v>
                      </c:pt>
                      <c:pt idx="4077">
                        <c:v>44426</c:v>
                      </c:pt>
                      <c:pt idx="4078">
                        <c:v>44427</c:v>
                      </c:pt>
                      <c:pt idx="4079">
                        <c:v>44428</c:v>
                      </c:pt>
                      <c:pt idx="4080">
                        <c:v>44431</c:v>
                      </c:pt>
                      <c:pt idx="4081">
                        <c:v>44432</c:v>
                      </c:pt>
                      <c:pt idx="4082">
                        <c:v>44433</c:v>
                      </c:pt>
                      <c:pt idx="4083">
                        <c:v>44434</c:v>
                      </c:pt>
                      <c:pt idx="4084">
                        <c:v>44435</c:v>
                      </c:pt>
                      <c:pt idx="4085">
                        <c:v>44438</c:v>
                      </c:pt>
                      <c:pt idx="4086">
                        <c:v>44439</c:v>
                      </c:pt>
                      <c:pt idx="4087">
                        <c:v>44440</c:v>
                      </c:pt>
                      <c:pt idx="4088">
                        <c:v>44441</c:v>
                      </c:pt>
                      <c:pt idx="4089">
                        <c:v>44442</c:v>
                      </c:pt>
                      <c:pt idx="4090">
                        <c:v>44445</c:v>
                      </c:pt>
                      <c:pt idx="4091">
                        <c:v>44446</c:v>
                      </c:pt>
                      <c:pt idx="4092">
                        <c:v>44447</c:v>
                      </c:pt>
                      <c:pt idx="4093">
                        <c:v>44448</c:v>
                      </c:pt>
                      <c:pt idx="4094">
                        <c:v>44449</c:v>
                      </c:pt>
                      <c:pt idx="4095">
                        <c:v>44452</c:v>
                      </c:pt>
                      <c:pt idx="4096">
                        <c:v>44453</c:v>
                      </c:pt>
                      <c:pt idx="4097">
                        <c:v>44454</c:v>
                      </c:pt>
                      <c:pt idx="4098">
                        <c:v>44455</c:v>
                      </c:pt>
                      <c:pt idx="4099">
                        <c:v>44456</c:v>
                      </c:pt>
                      <c:pt idx="4100">
                        <c:v>44459</c:v>
                      </c:pt>
                      <c:pt idx="4101">
                        <c:v>44460</c:v>
                      </c:pt>
                      <c:pt idx="4102">
                        <c:v>44461</c:v>
                      </c:pt>
                      <c:pt idx="4103">
                        <c:v>44462</c:v>
                      </c:pt>
                      <c:pt idx="4104">
                        <c:v>44463</c:v>
                      </c:pt>
                      <c:pt idx="4105">
                        <c:v>44466</c:v>
                      </c:pt>
                      <c:pt idx="4106">
                        <c:v>44467</c:v>
                      </c:pt>
                      <c:pt idx="4107">
                        <c:v>44468</c:v>
                      </c:pt>
                      <c:pt idx="4108">
                        <c:v>44469</c:v>
                      </c:pt>
                      <c:pt idx="4109">
                        <c:v>44470</c:v>
                      </c:pt>
                      <c:pt idx="4110">
                        <c:v>44473</c:v>
                      </c:pt>
                      <c:pt idx="4111">
                        <c:v>44474</c:v>
                      </c:pt>
                      <c:pt idx="4112">
                        <c:v>44475</c:v>
                      </c:pt>
                      <c:pt idx="4113">
                        <c:v>44476</c:v>
                      </c:pt>
                      <c:pt idx="4114">
                        <c:v>44477</c:v>
                      </c:pt>
                      <c:pt idx="4115">
                        <c:v>44480</c:v>
                      </c:pt>
                      <c:pt idx="4116">
                        <c:v>44481</c:v>
                      </c:pt>
                      <c:pt idx="4117">
                        <c:v>44482</c:v>
                      </c:pt>
                      <c:pt idx="4118">
                        <c:v>44483</c:v>
                      </c:pt>
                      <c:pt idx="4119">
                        <c:v>44484</c:v>
                      </c:pt>
                      <c:pt idx="4120">
                        <c:v>44487</c:v>
                      </c:pt>
                      <c:pt idx="4121">
                        <c:v>44488</c:v>
                      </c:pt>
                      <c:pt idx="4122">
                        <c:v>44489</c:v>
                      </c:pt>
                      <c:pt idx="4123">
                        <c:v>44490</c:v>
                      </c:pt>
                      <c:pt idx="4124">
                        <c:v>44491</c:v>
                      </c:pt>
                      <c:pt idx="4125">
                        <c:v>44494</c:v>
                      </c:pt>
                      <c:pt idx="4126">
                        <c:v>44495</c:v>
                      </c:pt>
                      <c:pt idx="4127">
                        <c:v>44496</c:v>
                      </c:pt>
                      <c:pt idx="4128">
                        <c:v>44497</c:v>
                      </c:pt>
                      <c:pt idx="4129">
                        <c:v>44498</c:v>
                      </c:pt>
                      <c:pt idx="4130">
                        <c:v>44501</c:v>
                      </c:pt>
                      <c:pt idx="4131">
                        <c:v>44502</c:v>
                      </c:pt>
                      <c:pt idx="4132">
                        <c:v>44503</c:v>
                      </c:pt>
                      <c:pt idx="4133">
                        <c:v>44504</c:v>
                      </c:pt>
                      <c:pt idx="4134">
                        <c:v>44505</c:v>
                      </c:pt>
                      <c:pt idx="4135">
                        <c:v>44508</c:v>
                      </c:pt>
                      <c:pt idx="4136">
                        <c:v>44509</c:v>
                      </c:pt>
                      <c:pt idx="4137">
                        <c:v>44510</c:v>
                      </c:pt>
                      <c:pt idx="4138">
                        <c:v>44511</c:v>
                      </c:pt>
                      <c:pt idx="4139">
                        <c:v>44512</c:v>
                      </c:pt>
                      <c:pt idx="4140">
                        <c:v>44515</c:v>
                      </c:pt>
                      <c:pt idx="4141">
                        <c:v>44516</c:v>
                      </c:pt>
                      <c:pt idx="4142">
                        <c:v>44517</c:v>
                      </c:pt>
                      <c:pt idx="4143">
                        <c:v>44518</c:v>
                      </c:pt>
                      <c:pt idx="4144">
                        <c:v>44519</c:v>
                      </c:pt>
                      <c:pt idx="4145">
                        <c:v>44522</c:v>
                      </c:pt>
                      <c:pt idx="4146">
                        <c:v>44523</c:v>
                      </c:pt>
                      <c:pt idx="4147">
                        <c:v>44524</c:v>
                      </c:pt>
                      <c:pt idx="4148">
                        <c:v>44525</c:v>
                      </c:pt>
                      <c:pt idx="4149">
                        <c:v>44526</c:v>
                      </c:pt>
                      <c:pt idx="4150">
                        <c:v>44529</c:v>
                      </c:pt>
                      <c:pt idx="4151">
                        <c:v>44530</c:v>
                      </c:pt>
                      <c:pt idx="4152">
                        <c:v>44531</c:v>
                      </c:pt>
                      <c:pt idx="4153">
                        <c:v>44532</c:v>
                      </c:pt>
                      <c:pt idx="4154">
                        <c:v>44533</c:v>
                      </c:pt>
                      <c:pt idx="4155">
                        <c:v>44536</c:v>
                      </c:pt>
                      <c:pt idx="4156">
                        <c:v>44537</c:v>
                      </c:pt>
                      <c:pt idx="4157">
                        <c:v>44538</c:v>
                      </c:pt>
                      <c:pt idx="4158">
                        <c:v>44539</c:v>
                      </c:pt>
                      <c:pt idx="4159">
                        <c:v>44540</c:v>
                      </c:pt>
                      <c:pt idx="4160">
                        <c:v>44543</c:v>
                      </c:pt>
                      <c:pt idx="4161">
                        <c:v>44544</c:v>
                      </c:pt>
                      <c:pt idx="4162">
                        <c:v>44545</c:v>
                      </c:pt>
                      <c:pt idx="4163">
                        <c:v>44546</c:v>
                      </c:pt>
                      <c:pt idx="4164">
                        <c:v>44547</c:v>
                      </c:pt>
                      <c:pt idx="4165">
                        <c:v>44550</c:v>
                      </c:pt>
                      <c:pt idx="4166">
                        <c:v>44551</c:v>
                      </c:pt>
                      <c:pt idx="4167">
                        <c:v>44552</c:v>
                      </c:pt>
                      <c:pt idx="4168">
                        <c:v>44553</c:v>
                      </c:pt>
                      <c:pt idx="4169">
                        <c:v>44554</c:v>
                      </c:pt>
                      <c:pt idx="4170">
                        <c:v>44557</c:v>
                      </c:pt>
                      <c:pt idx="4171">
                        <c:v>44558</c:v>
                      </c:pt>
                      <c:pt idx="4172">
                        <c:v>44559</c:v>
                      </c:pt>
                      <c:pt idx="4173">
                        <c:v>44560</c:v>
                      </c:pt>
                      <c:pt idx="4174">
                        <c:v>44561</c:v>
                      </c:pt>
                      <c:pt idx="4175">
                        <c:v>44564</c:v>
                      </c:pt>
                      <c:pt idx="4176">
                        <c:v>44565</c:v>
                      </c:pt>
                      <c:pt idx="4177">
                        <c:v>44566</c:v>
                      </c:pt>
                      <c:pt idx="4178">
                        <c:v>44567</c:v>
                      </c:pt>
                      <c:pt idx="4179">
                        <c:v>44568</c:v>
                      </c:pt>
                      <c:pt idx="4180">
                        <c:v>44571</c:v>
                      </c:pt>
                      <c:pt idx="4181">
                        <c:v>44572</c:v>
                      </c:pt>
                      <c:pt idx="4182">
                        <c:v>44573</c:v>
                      </c:pt>
                      <c:pt idx="4183">
                        <c:v>44574</c:v>
                      </c:pt>
                      <c:pt idx="4184">
                        <c:v>44575</c:v>
                      </c:pt>
                      <c:pt idx="4185">
                        <c:v>44578</c:v>
                      </c:pt>
                      <c:pt idx="4186">
                        <c:v>44579</c:v>
                      </c:pt>
                      <c:pt idx="4187">
                        <c:v>44580</c:v>
                      </c:pt>
                      <c:pt idx="4188">
                        <c:v>44581</c:v>
                      </c:pt>
                      <c:pt idx="4189">
                        <c:v>44582</c:v>
                      </c:pt>
                      <c:pt idx="4190">
                        <c:v>44585</c:v>
                      </c:pt>
                      <c:pt idx="4191">
                        <c:v>44586</c:v>
                      </c:pt>
                      <c:pt idx="4192">
                        <c:v>44587</c:v>
                      </c:pt>
                      <c:pt idx="4193">
                        <c:v>44588</c:v>
                      </c:pt>
                      <c:pt idx="4194">
                        <c:v>44589</c:v>
                      </c:pt>
                      <c:pt idx="4195">
                        <c:v>44592</c:v>
                      </c:pt>
                      <c:pt idx="4196">
                        <c:v>44593</c:v>
                      </c:pt>
                      <c:pt idx="4197">
                        <c:v>44594</c:v>
                      </c:pt>
                      <c:pt idx="4198">
                        <c:v>44595</c:v>
                      </c:pt>
                      <c:pt idx="4199">
                        <c:v>44596</c:v>
                      </c:pt>
                      <c:pt idx="4200">
                        <c:v>44599</c:v>
                      </c:pt>
                      <c:pt idx="4201">
                        <c:v>44600</c:v>
                      </c:pt>
                      <c:pt idx="4202">
                        <c:v>44601</c:v>
                      </c:pt>
                      <c:pt idx="4203">
                        <c:v>44602</c:v>
                      </c:pt>
                      <c:pt idx="4204">
                        <c:v>44603</c:v>
                      </c:pt>
                      <c:pt idx="4205">
                        <c:v>44606</c:v>
                      </c:pt>
                      <c:pt idx="4206">
                        <c:v>44607</c:v>
                      </c:pt>
                      <c:pt idx="4207">
                        <c:v>44608</c:v>
                      </c:pt>
                      <c:pt idx="4208">
                        <c:v>44609</c:v>
                      </c:pt>
                      <c:pt idx="4209">
                        <c:v>44610</c:v>
                      </c:pt>
                      <c:pt idx="4210">
                        <c:v>44613</c:v>
                      </c:pt>
                      <c:pt idx="4211">
                        <c:v>44614</c:v>
                      </c:pt>
                      <c:pt idx="4212">
                        <c:v>44615</c:v>
                      </c:pt>
                      <c:pt idx="4213">
                        <c:v>44616</c:v>
                      </c:pt>
                      <c:pt idx="4214">
                        <c:v>44617</c:v>
                      </c:pt>
                      <c:pt idx="4215">
                        <c:v>44620</c:v>
                      </c:pt>
                      <c:pt idx="4216">
                        <c:v>44621</c:v>
                      </c:pt>
                      <c:pt idx="4217">
                        <c:v>44622</c:v>
                      </c:pt>
                      <c:pt idx="4218">
                        <c:v>44623</c:v>
                      </c:pt>
                      <c:pt idx="4219">
                        <c:v>44624</c:v>
                      </c:pt>
                      <c:pt idx="4220">
                        <c:v>44627</c:v>
                      </c:pt>
                      <c:pt idx="4221">
                        <c:v>44628</c:v>
                      </c:pt>
                      <c:pt idx="4222">
                        <c:v>44629</c:v>
                      </c:pt>
                      <c:pt idx="4223">
                        <c:v>44630</c:v>
                      </c:pt>
                      <c:pt idx="4224">
                        <c:v>44631</c:v>
                      </c:pt>
                      <c:pt idx="4225">
                        <c:v>44634</c:v>
                      </c:pt>
                      <c:pt idx="4226">
                        <c:v>44635</c:v>
                      </c:pt>
                      <c:pt idx="4227">
                        <c:v>44636</c:v>
                      </c:pt>
                      <c:pt idx="4228">
                        <c:v>44637</c:v>
                      </c:pt>
                      <c:pt idx="4229">
                        <c:v>44638</c:v>
                      </c:pt>
                      <c:pt idx="4230">
                        <c:v>44641</c:v>
                      </c:pt>
                      <c:pt idx="4231">
                        <c:v>44642</c:v>
                      </c:pt>
                      <c:pt idx="4232">
                        <c:v>44643</c:v>
                      </c:pt>
                      <c:pt idx="4233">
                        <c:v>44644</c:v>
                      </c:pt>
                      <c:pt idx="4234">
                        <c:v>44645</c:v>
                      </c:pt>
                      <c:pt idx="4235">
                        <c:v>44648</c:v>
                      </c:pt>
                      <c:pt idx="4236">
                        <c:v>44649</c:v>
                      </c:pt>
                      <c:pt idx="4237">
                        <c:v>44650</c:v>
                      </c:pt>
                      <c:pt idx="4238">
                        <c:v>44651</c:v>
                      </c:pt>
                      <c:pt idx="4239">
                        <c:v>44652</c:v>
                      </c:pt>
                      <c:pt idx="4240">
                        <c:v>44655</c:v>
                      </c:pt>
                      <c:pt idx="4241">
                        <c:v>44656</c:v>
                      </c:pt>
                      <c:pt idx="4242">
                        <c:v>44657</c:v>
                      </c:pt>
                      <c:pt idx="4243">
                        <c:v>44658</c:v>
                      </c:pt>
                      <c:pt idx="4244">
                        <c:v>44659</c:v>
                      </c:pt>
                      <c:pt idx="4245">
                        <c:v>44662</c:v>
                      </c:pt>
                      <c:pt idx="4246">
                        <c:v>44663</c:v>
                      </c:pt>
                      <c:pt idx="4247">
                        <c:v>44664</c:v>
                      </c:pt>
                      <c:pt idx="4248">
                        <c:v>44665</c:v>
                      </c:pt>
                      <c:pt idx="4249">
                        <c:v>44666</c:v>
                      </c:pt>
                      <c:pt idx="4250">
                        <c:v>44669</c:v>
                      </c:pt>
                      <c:pt idx="4251">
                        <c:v>44670</c:v>
                      </c:pt>
                      <c:pt idx="4252">
                        <c:v>44671</c:v>
                      </c:pt>
                      <c:pt idx="4253">
                        <c:v>44672</c:v>
                      </c:pt>
                      <c:pt idx="4254">
                        <c:v>44673</c:v>
                      </c:pt>
                      <c:pt idx="4255">
                        <c:v>44676</c:v>
                      </c:pt>
                      <c:pt idx="4256">
                        <c:v>44677</c:v>
                      </c:pt>
                      <c:pt idx="4257">
                        <c:v>44678</c:v>
                      </c:pt>
                      <c:pt idx="4258">
                        <c:v>44679</c:v>
                      </c:pt>
                      <c:pt idx="4259">
                        <c:v>44680</c:v>
                      </c:pt>
                      <c:pt idx="4260">
                        <c:v>44683</c:v>
                      </c:pt>
                      <c:pt idx="4261">
                        <c:v>44684</c:v>
                      </c:pt>
                      <c:pt idx="4262">
                        <c:v>44685</c:v>
                      </c:pt>
                      <c:pt idx="4263">
                        <c:v>44686</c:v>
                      </c:pt>
                      <c:pt idx="4264">
                        <c:v>44687</c:v>
                      </c:pt>
                      <c:pt idx="4265">
                        <c:v>44690</c:v>
                      </c:pt>
                      <c:pt idx="4266">
                        <c:v>44691</c:v>
                      </c:pt>
                      <c:pt idx="4267">
                        <c:v>44692</c:v>
                      </c:pt>
                      <c:pt idx="4268">
                        <c:v>44693</c:v>
                      </c:pt>
                      <c:pt idx="4269">
                        <c:v>44694</c:v>
                      </c:pt>
                      <c:pt idx="4270">
                        <c:v>44697</c:v>
                      </c:pt>
                      <c:pt idx="4271">
                        <c:v>44698</c:v>
                      </c:pt>
                      <c:pt idx="4272">
                        <c:v>44699</c:v>
                      </c:pt>
                      <c:pt idx="4273">
                        <c:v>44700</c:v>
                      </c:pt>
                      <c:pt idx="4274">
                        <c:v>44701</c:v>
                      </c:pt>
                      <c:pt idx="4275">
                        <c:v>44704</c:v>
                      </c:pt>
                      <c:pt idx="4276">
                        <c:v>44705</c:v>
                      </c:pt>
                      <c:pt idx="4277">
                        <c:v>44706</c:v>
                      </c:pt>
                      <c:pt idx="4278">
                        <c:v>44707</c:v>
                      </c:pt>
                      <c:pt idx="4279">
                        <c:v>44708</c:v>
                      </c:pt>
                      <c:pt idx="4280">
                        <c:v>44711</c:v>
                      </c:pt>
                      <c:pt idx="4281">
                        <c:v>44712</c:v>
                      </c:pt>
                      <c:pt idx="4282">
                        <c:v>44713</c:v>
                      </c:pt>
                      <c:pt idx="4283">
                        <c:v>44714</c:v>
                      </c:pt>
                      <c:pt idx="4284">
                        <c:v>44715</c:v>
                      </c:pt>
                      <c:pt idx="4285">
                        <c:v>44718</c:v>
                      </c:pt>
                      <c:pt idx="4286">
                        <c:v>44719</c:v>
                      </c:pt>
                      <c:pt idx="4287">
                        <c:v>44720</c:v>
                      </c:pt>
                      <c:pt idx="4288">
                        <c:v>44721</c:v>
                      </c:pt>
                      <c:pt idx="4289">
                        <c:v>44722</c:v>
                      </c:pt>
                      <c:pt idx="4290">
                        <c:v>44725</c:v>
                      </c:pt>
                      <c:pt idx="4291">
                        <c:v>44726</c:v>
                      </c:pt>
                      <c:pt idx="4292">
                        <c:v>44727</c:v>
                      </c:pt>
                      <c:pt idx="4293">
                        <c:v>44728</c:v>
                      </c:pt>
                      <c:pt idx="4294">
                        <c:v>44729</c:v>
                      </c:pt>
                      <c:pt idx="4295">
                        <c:v>44732</c:v>
                      </c:pt>
                      <c:pt idx="4296">
                        <c:v>44733</c:v>
                      </c:pt>
                      <c:pt idx="4297">
                        <c:v>44734</c:v>
                      </c:pt>
                      <c:pt idx="4298">
                        <c:v>44735</c:v>
                      </c:pt>
                      <c:pt idx="4299">
                        <c:v>44736</c:v>
                      </c:pt>
                      <c:pt idx="4300">
                        <c:v>44739</c:v>
                      </c:pt>
                      <c:pt idx="4301">
                        <c:v>44740</c:v>
                      </c:pt>
                      <c:pt idx="4302">
                        <c:v>44741</c:v>
                      </c:pt>
                      <c:pt idx="4303">
                        <c:v>44742</c:v>
                      </c:pt>
                      <c:pt idx="4304">
                        <c:v>44743</c:v>
                      </c:pt>
                      <c:pt idx="4305">
                        <c:v>44746</c:v>
                      </c:pt>
                      <c:pt idx="4306">
                        <c:v>44747</c:v>
                      </c:pt>
                      <c:pt idx="4307">
                        <c:v>44748</c:v>
                      </c:pt>
                      <c:pt idx="4308">
                        <c:v>44749</c:v>
                      </c:pt>
                      <c:pt idx="4309">
                        <c:v>44750</c:v>
                      </c:pt>
                      <c:pt idx="4310">
                        <c:v>44753</c:v>
                      </c:pt>
                      <c:pt idx="4311">
                        <c:v>44754</c:v>
                      </c:pt>
                      <c:pt idx="4312">
                        <c:v>44755</c:v>
                      </c:pt>
                      <c:pt idx="4313">
                        <c:v>44756</c:v>
                      </c:pt>
                      <c:pt idx="4314">
                        <c:v>44757</c:v>
                      </c:pt>
                      <c:pt idx="4315">
                        <c:v>44760</c:v>
                      </c:pt>
                      <c:pt idx="4316">
                        <c:v>44761</c:v>
                      </c:pt>
                      <c:pt idx="4317">
                        <c:v>44762</c:v>
                      </c:pt>
                      <c:pt idx="4318">
                        <c:v>44763</c:v>
                      </c:pt>
                      <c:pt idx="4319">
                        <c:v>44764</c:v>
                      </c:pt>
                      <c:pt idx="4320">
                        <c:v>44767</c:v>
                      </c:pt>
                      <c:pt idx="4321">
                        <c:v>44768</c:v>
                      </c:pt>
                      <c:pt idx="4322">
                        <c:v>44769</c:v>
                      </c:pt>
                      <c:pt idx="4323">
                        <c:v>44770</c:v>
                      </c:pt>
                      <c:pt idx="4324">
                        <c:v>44771</c:v>
                      </c:pt>
                      <c:pt idx="4325">
                        <c:v>44774</c:v>
                      </c:pt>
                      <c:pt idx="4326">
                        <c:v>44775</c:v>
                      </c:pt>
                      <c:pt idx="4327">
                        <c:v>44776</c:v>
                      </c:pt>
                      <c:pt idx="4328">
                        <c:v>44777</c:v>
                      </c:pt>
                      <c:pt idx="4329">
                        <c:v>44778</c:v>
                      </c:pt>
                      <c:pt idx="4330">
                        <c:v>44781</c:v>
                      </c:pt>
                      <c:pt idx="4331">
                        <c:v>44782</c:v>
                      </c:pt>
                      <c:pt idx="4332">
                        <c:v>44783</c:v>
                      </c:pt>
                      <c:pt idx="4333">
                        <c:v>44784</c:v>
                      </c:pt>
                      <c:pt idx="4334">
                        <c:v>44785</c:v>
                      </c:pt>
                      <c:pt idx="4335">
                        <c:v>44788</c:v>
                      </c:pt>
                      <c:pt idx="4336">
                        <c:v>44789</c:v>
                      </c:pt>
                      <c:pt idx="4337">
                        <c:v>44790</c:v>
                      </c:pt>
                      <c:pt idx="4338">
                        <c:v>44791</c:v>
                      </c:pt>
                      <c:pt idx="4339">
                        <c:v>44792</c:v>
                      </c:pt>
                      <c:pt idx="4340">
                        <c:v>44795</c:v>
                      </c:pt>
                      <c:pt idx="4341">
                        <c:v>44796</c:v>
                      </c:pt>
                      <c:pt idx="4342">
                        <c:v>44797</c:v>
                      </c:pt>
                      <c:pt idx="4343">
                        <c:v>44798</c:v>
                      </c:pt>
                      <c:pt idx="4344">
                        <c:v>44799</c:v>
                      </c:pt>
                      <c:pt idx="4345">
                        <c:v>44802</c:v>
                      </c:pt>
                      <c:pt idx="4346">
                        <c:v>44803</c:v>
                      </c:pt>
                      <c:pt idx="4347">
                        <c:v>44804</c:v>
                      </c:pt>
                      <c:pt idx="4348">
                        <c:v>44805</c:v>
                      </c:pt>
                      <c:pt idx="4349">
                        <c:v>44806</c:v>
                      </c:pt>
                      <c:pt idx="4350">
                        <c:v>44809</c:v>
                      </c:pt>
                      <c:pt idx="4351">
                        <c:v>44810</c:v>
                      </c:pt>
                      <c:pt idx="4352">
                        <c:v>44811</c:v>
                      </c:pt>
                      <c:pt idx="4353">
                        <c:v>44812</c:v>
                      </c:pt>
                      <c:pt idx="4354">
                        <c:v>44813</c:v>
                      </c:pt>
                      <c:pt idx="4355">
                        <c:v>44816</c:v>
                      </c:pt>
                      <c:pt idx="4356">
                        <c:v>44817</c:v>
                      </c:pt>
                      <c:pt idx="4357">
                        <c:v>44818</c:v>
                      </c:pt>
                      <c:pt idx="4358">
                        <c:v>44819</c:v>
                      </c:pt>
                      <c:pt idx="4359">
                        <c:v>44820</c:v>
                      </c:pt>
                      <c:pt idx="4360">
                        <c:v>44823</c:v>
                      </c:pt>
                      <c:pt idx="4361">
                        <c:v>44824</c:v>
                      </c:pt>
                      <c:pt idx="4362">
                        <c:v>44825</c:v>
                      </c:pt>
                      <c:pt idx="4363">
                        <c:v>44826</c:v>
                      </c:pt>
                      <c:pt idx="4364">
                        <c:v>44827</c:v>
                      </c:pt>
                      <c:pt idx="4365">
                        <c:v>44830</c:v>
                      </c:pt>
                      <c:pt idx="4366">
                        <c:v>44831</c:v>
                      </c:pt>
                      <c:pt idx="4367">
                        <c:v>44832</c:v>
                      </c:pt>
                      <c:pt idx="4368">
                        <c:v>44833</c:v>
                      </c:pt>
                      <c:pt idx="4369">
                        <c:v>44834</c:v>
                      </c:pt>
                      <c:pt idx="4370">
                        <c:v>44837</c:v>
                      </c:pt>
                      <c:pt idx="4371">
                        <c:v>44838</c:v>
                      </c:pt>
                      <c:pt idx="4372">
                        <c:v>44839</c:v>
                      </c:pt>
                      <c:pt idx="4373">
                        <c:v>44840</c:v>
                      </c:pt>
                      <c:pt idx="4374">
                        <c:v>44841</c:v>
                      </c:pt>
                      <c:pt idx="4375">
                        <c:v>44844</c:v>
                      </c:pt>
                      <c:pt idx="4376">
                        <c:v>44845</c:v>
                      </c:pt>
                      <c:pt idx="4377">
                        <c:v>44846</c:v>
                      </c:pt>
                      <c:pt idx="4378">
                        <c:v>44847</c:v>
                      </c:pt>
                      <c:pt idx="4379">
                        <c:v>44848</c:v>
                      </c:pt>
                      <c:pt idx="4380">
                        <c:v>44851</c:v>
                      </c:pt>
                      <c:pt idx="4381">
                        <c:v>44852</c:v>
                      </c:pt>
                      <c:pt idx="4382">
                        <c:v>44853</c:v>
                      </c:pt>
                      <c:pt idx="4383">
                        <c:v>44854</c:v>
                      </c:pt>
                      <c:pt idx="4384">
                        <c:v>44855</c:v>
                      </c:pt>
                      <c:pt idx="4385">
                        <c:v>44858</c:v>
                      </c:pt>
                      <c:pt idx="4386">
                        <c:v>44859</c:v>
                      </c:pt>
                      <c:pt idx="4387">
                        <c:v>44860</c:v>
                      </c:pt>
                      <c:pt idx="4388">
                        <c:v>44861</c:v>
                      </c:pt>
                      <c:pt idx="4389">
                        <c:v>44862</c:v>
                      </c:pt>
                      <c:pt idx="4390">
                        <c:v>44865</c:v>
                      </c:pt>
                      <c:pt idx="4391">
                        <c:v>44866</c:v>
                      </c:pt>
                      <c:pt idx="4392">
                        <c:v>44867</c:v>
                      </c:pt>
                      <c:pt idx="4393">
                        <c:v>44868</c:v>
                      </c:pt>
                      <c:pt idx="4394">
                        <c:v>44869</c:v>
                      </c:pt>
                      <c:pt idx="4395">
                        <c:v>44872</c:v>
                      </c:pt>
                      <c:pt idx="4396">
                        <c:v>44873</c:v>
                      </c:pt>
                      <c:pt idx="4397">
                        <c:v>44874</c:v>
                      </c:pt>
                      <c:pt idx="4398">
                        <c:v>44875</c:v>
                      </c:pt>
                      <c:pt idx="4399">
                        <c:v>44876</c:v>
                      </c:pt>
                      <c:pt idx="4400">
                        <c:v>44879</c:v>
                      </c:pt>
                      <c:pt idx="4401">
                        <c:v>44880</c:v>
                      </c:pt>
                      <c:pt idx="4402">
                        <c:v>44881</c:v>
                      </c:pt>
                      <c:pt idx="4403">
                        <c:v>44882</c:v>
                      </c:pt>
                      <c:pt idx="4404">
                        <c:v>44883</c:v>
                      </c:pt>
                      <c:pt idx="4405">
                        <c:v>44886</c:v>
                      </c:pt>
                      <c:pt idx="4406">
                        <c:v>44887</c:v>
                      </c:pt>
                      <c:pt idx="4407">
                        <c:v>44888</c:v>
                      </c:pt>
                      <c:pt idx="4408">
                        <c:v>44889</c:v>
                      </c:pt>
                      <c:pt idx="4409">
                        <c:v>44890</c:v>
                      </c:pt>
                      <c:pt idx="4410">
                        <c:v>44893</c:v>
                      </c:pt>
                      <c:pt idx="4411">
                        <c:v>44894</c:v>
                      </c:pt>
                      <c:pt idx="4412">
                        <c:v>44895</c:v>
                      </c:pt>
                      <c:pt idx="4413">
                        <c:v>44896</c:v>
                      </c:pt>
                      <c:pt idx="4414">
                        <c:v>44897</c:v>
                      </c:pt>
                      <c:pt idx="4415">
                        <c:v>44900</c:v>
                      </c:pt>
                      <c:pt idx="4416">
                        <c:v>44901</c:v>
                      </c:pt>
                      <c:pt idx="4417">
                        <c:v>44902</c:v>
                      </c:pt>
                      <c:pt idx="4418">
                        <c:v>44903</c:v>
                      </c:pt>
                      <c:pt idx="4419">
                        <c:v>44904</c:v>
                      </c:pt>
                      <c:pt idx="4420">
                        <c:v>44907</c:v>
                      </c:pt>
                      <c:pt idx="4421">
                        <c:v>44908</c:v>
                      </c:pt>
                      <c:pt idx="4422">
                        <c:v>44909</c:v>
                      </c:pt>
                      <c:pt idx="4423">
                        <c:v>44910</c:v>
                      </c:pt>
                      <c:pt idx="4424">
                        <c:v>44911</c:v>
                      </c:pt>
                      <c:pt idx="4425">
                        <c:v>44914</c:v>
                      </c:pt>
                      <c:pt idx="4426">
                        <c:v>44915</c:v>
                      </c:pt>
                      <c:pt idx="4427">
                        <c:v>44916</c:v>
                      </c:pt>
                      <c:pt idx="4428">
                        <c:v>44917</c:v>
                      </c:pt>
                      <c:pt idx="4429">
                        <c:v>44918</c:v>
                      </c:pt>
                      <c:pt idx="4430">
                        <c:v>44921</c:v>
                      </c:pt>
                      <c:pt idx="4431">
                        <c:v>44922</c:v>
                      </c:pt>
                      <c:pt idx="4432">
                        <c:v>44923</c:v>
                      </c:pt>
                      <c:pt idx="4433">
                        <c:v>44924</c:v>
                      </c:pt>
                      <c:pt idx="4434">
                        <c:v>44925</c:v>
                      </c:pt>
                      <c:pt idx="4435">
                        <c:v>44928</c:v>
                      </c:pt>
                      <c:pt idx="4436">
                        <c:v>44929</c:v>
                      </c:pt>
                      <c:pt idx="4437">
                        <c:v>44930</c:v>
                      </c:pt>
                      <c:pt idx="4438">
                        <c:v>44931</c:v>
                      </c:pt>
                      <c:pt idx="4439">
                        <c:v>44932</c:v>
                      </c:pt>
                      <c:pt idx="4440">
                        <c:v>44935</c:v>
                      </c:pt>
                      <c:pt idx="4441">
                        <c:v>44936</c:v>
                      </c:pt>
                      <c:pt idx="4442">
                        <c:v>44937</c:v>
                      </c:pt>
                      <c:pt idx="4443">
                        <c:v>44938</c:v>
                      </c:pt>
                      <c:pt idx="4444">
                        <c:v>44939</c:v>
                      </c:pt>
                      <c:pt idx="4445">
                        <c:v>44942</c:v>
                      </c:pt>
                      <c:pt idx="4446">
                        <c:v>44943</c:v>
                      </c:pt>
                      <c:pt idx="4447">
                        <c:v>44944</c:v>
                      </c:pt>
                      <c:pt idx="4448">
                        <c:v>44945</c:v>
                      </c:pt>
                      <c:pt idx="4449">
                        <c:v>44946</c:v>
                      </c:pt>
                      <c:pt idx="4450">
                        <c:v>44949</c:v>
                      </c:pt>
                      <c:pt idx="4451">
                        <c:v>44950</c:v>
                      </c:pt>
                      <c:pt idx="4452">
                        <c:v>44951</c:v>
                      </c:pt>
                      <c:pt idx="4453">
                        <c:v>44952</c:v>
                      </c:pt>
                      <c:pt idx="4454">
                        <c:v>44953</c:v>
                      </c:pt>
                      <c:pt idx="4455">
                        <c:v>44956</c:v>
                      </c:pt>
                      <c:pt idx="4456">
                        <c:v>44957</c:v>
                      </c:pt>
                      <c:pt idx="4457">
                        <c:v>44958</c:v>
                      </c:pt>
                      <c:pt idx="4458">
                        <c:v>44959</c:v>
                      </c:pt>
                      <c:pt idx="4459">
                        <c:v>44960</c:v>
                      </c:pt>
                      <c:pt idx="4460">
                        <c:v>44963</c:v>
                      </c:pt>
                      <c:pt idx="4461">
                        <c:v>44964</c:v>
                      </c:pt>
                      <c:pt idx="4462">
                        <c:v>44965</c:v>
                      </c:pt>
                      <c:pt idx="4463">
                        <c:v>44966</c:v>
                      </c:pt>
                      <c:pt idx="4464">
                        <c:v>44967</c:v>
                      </c:pt>
                      <c:pt idx="4465">
                        <c:v>44970</c:v>
                      </c:pt>
                      <c:pt idx="4466">
                        <c:v>44971</c:v>
                      </c:pt>
                      <c:pt idx="4467">
                        <c:v>44972</c:v>
                      </c:pt>
                      <c:pt idx="4468">
                        <c:v>44973</c:v>
                      </c:pt>
                      <c:pt idx="4469">
                        <c:v>44974</c:v>
                      </c:pt>
                      <c:pt idx="4470">
                        <c:v>44977</c:v>
                      </c:pt>
                      <c:pt idx="4471">
                        <c:v>44978</c:v>
                      </c:pt>
                      <c:pt idx="4472">
                        <c:v>44979</c:v>
                      </c:pt>
                      <c:pt idx="4473">
                        <c:v>44980</c:v>
                      </c:pt>
                      <c:pt idx="4474">
                        <c:v>44981</c:v>
                      </c:pt>
                      <c:pt idx="4475">
                        <c:v>44984</c:v>
                      </c:pt>
                      <c:pt idx="4476">
                        <c:v>44985</c:v>
                      </c:pt>
                      <c:pt idx="4477">
                        <c:v>44986</c:v>
                      </c:pt>
                      <c:pt idx="4478">
                        <c:v>44987</c:v>
                      </c:pt>
                      <c:pt idx="4479">
                        <c:v>44988</c:v>
                      </c:pt>
                      <c:pt idx="4480">
                        <c:v>44991</c:v>
                      </c:pt>
                      <c:pt idx="4481">
                        <c:v>44992</c:v>
                      </c:pt>
                      <c:pt idx="4482">
                        <c:v>44993</c:v>
                      </c:pt>
                      <c:pt idx="4483">
                        <c:v>44994</c:v>
                      </c:pt>
                      <c:pt idx="4484">
                        <c:v>44995</c:v>
                      </c:pt>
                      <c:pt idx="4485">
                        <c:v>44998</c:v>
                      </c:pt>
                      <c:pt idx="4486">
                        <c:v>44999</c:v>
                      </c:pt>
                      <c:pt idx="4487">
                        <c:v>45000</c:v>
                      </c:pt>
                      <c:pt idx="4488">
                        <c:v>45001</c:v>
                      </c:pt>
                      <c:pt idx="4489">
                        <c:v>45002</c:v>
                      </c:pt>
                      <c:pt idx="4490">
                        <c:v>45005</c:v>
                      </c:pt>
                      <c:pt idx="4491">
                        <c:v>45006</c:v>
                      </c:pt>
                      <c:pt idx="4492">
                        <c:v>45007</c:v>
                      </c:pt>
                      <c:pt idx="4493">
                        <c:v>45008</c:v>
                      </c:pt>
                      <c:pt idx="4494">
                        <c:v>45009</c:v>
                      </c:pt>
                      <c:pt idx="4495">
                        <c:v>45012</c:v>
                      </c:pt>
                      <c:pt idx="4496">
                        <c:v>45013</c:v>
                      </c:pt>
                      <c:pt idx="4497">
                        <c:v>45014</c:v>
                      </c:pt>
                      <c:pt idx="4498">
                        <c:v>45015</c:v>
                      </c:pt>
                      <c:pt idx="4499">
                        <c:v>45016</c:v>
                      </c:pt>
                      <c:pt idx="4500">
                        <c:v>45019</c:v>
                      </c:pt>
                      <c:pt idx="4501">
                        <c:v>45020</c:v>
                      </c:pt>
                      <c:pt idx="4502">
                        <c:v>45021</c:v>
                      </c:pt>
                      <c:pt idx="4503">
                        <c:v>45022</c:v>
                      </c:pt>
                      <c:pt idx="4504">
                        <c:v>45023</c:v>
                      </c:pt>
                      <c:pt idx="4505">
                        <c:v>45026</c:v>
                      </c:pt>
                      <c:pt idx="4506">
                        <c:v>45027</c:v>
                      </c:pt>
                      <c:pt idx="4507">
                        <c:v>45028</c:v>
                      </c:pt>
                      <c:pt idx="4508">
                        <c:v>45029</c:v>
                      </c:pt>
                      <c:pt idx="4509">
                        <c:v>45030</c:v>
                      </c:pt>
                      <c:pt idx="4510">
                        <c:v>45033</c:v>
                      </c:pt>
                      <c:pt idx="4511">
                        <c:v>45034</c:v>
                      </c:pt>
                      <c:pt idx="4512">
                        <c:v>45035</c:v>
                      </c:pt>
                      <c:pt idx="4513">
                        <c:v>45036</c:v>
                      </c:pt>
                      <c:pt idx="4514">
                        <c:v>45037</c:v>
                      </c:pt>
                      <c:pt idx="4515">
                        <c:v>45040</c:v>
                      </c:pt>
                      <c:pt idx="4516">
                        <c:v>45041</c:v>
                      </c:pt>
                      <c:pt idx="4517">
                        <c:v>45042</c:v>
                      </c:pt>
                      <c:pt idx="4518">
                        <c:v>45043</c:v>
                      </c:pt>
                      <c:pt idx="4519">
                        <c:v>45044</c:v>
                      </c:pt>
                      <c:pt idx="4520">
                        <c:v>45047</c:v>
                      </c:pt>
                      <c:pt idx="4521">
                        <c:v>45048</c:v>
                      </c:pt>
                      <c:pt idx="4522">
                        <c:v>45049</c:v>
                      </c:pt>
                      <c:pt idx="4523">
                        <c:v>45050</c:v>
                      </c:pt>
                      <c:pt idx="4524">
                        <c:v>45051</c:v>
                      </c:pt>
                      <c:pt idx="4525">
                        <c:v>45054</c:v>
                      </c:pt>
                      <c:pt idx="4526">
                        <c:v>45055</c:v>
                      </c:pt>
                      <c:pt idx="4527">
                        <c:v>45056</c:v>
                      </c:pt>
                      <c:pt idx="4528">
                        <c:v>45057</c:v>
                      </c:pt>
                      <c:pt idx="4529">
                        <c:v>45058</c:v>
                      </c:pt>
                      <c:pt idx="4530">
                        <c:v>45061</c:v>
                      </c:pt>
                      <c:pt idx="4531">
                        <c:v>45062</c:v>
                      </c:pt>
                      <c:pt idx="4532">
                        <c:v>45063</c:v>
                      </c:pt>
                      <c:pt idx="4533">
                        <c:v>45064</c:v>
                      </c:pt>
                      <c:pt idx="4534">
                        <c:v>45065</c:v>
                      </c:pt>
                      <c:pt idx="4535">
                        <c:v>45068</c:v>
                      </c:pt>
                      <c:pt idx="4536">
                        <c:v>45069</c:v>
                      </c:pt>
                      <c:pt idx="4537">
                        <c:v>45070</c:v>
                      </c:pt>
                      <c:pt idx="4538">
                        <c:v>45071</c:v>
                      </c:pt>
                      <c:pt idx="4539">
                        <c:v>45072</c:v>
                      </c:pt>
                      <c:pt idx="4540">
                        <c:v>45075</c:v>
                      </c:pt>
                      <c:pt idx="4541">
                        <c:v>45076</c:v>
                      </c:pt>
                      <c:pt idx="4542">
                        <c:v>45077</c:v>
                      </c:pt>
                      <c:pt idx="4543">
                        <c:v>45078</c:v>
                      </c:pt>
                      <c:pt idx="4544">
                        <c:v>45079</c:v>
                      </c:pt>
                      <c:pt idx="4545">
                        <c:v>45082</c:v>
                      </c:pt>
                      <c:pt idx="4546">
                        <c:v>45083</c:v>
                      </c:pt>
                      <c:pt idx="4547">
                        <c:v>45084</c:v>
                      </c:pt>
                      <c:pt idx="4548">
                        <c:v>45085</c:v>
                      </c:pt>
                      <c:pt idx="4549">
                        <c:v>45086</c:v>
                      </c:pt>
                      <c:pt idx="4550">
                        <c:v>45089</c:v>
                      </c:pt>
                      <c:pt idx="4551">
                        <c:v>45090</c:v>
                      </c:pt>
                      <c:pt idx="4552">
                        <c:v>45091</c:v>
                      </c:pt>
                      <c:pt idx="4553">
                        <c:v>45092</c:v>
                      </c:pt>
                      <c:pt idx="4554">
                        <c:v>45093</c:v>
                      </c:pt>
                      <c:pt idx="4555">
                        <c:v>45096</c:v>
                      </c:pt>
                      <c:pt idx="4556">
                        <c:v>45097</c:v>
                      </c:pt>
                      <c:pt idx="4557">
                        <c:v>45098</c:v>
                      </c:pt>
                      <c:pt idx="4558">
                        <c:v>45099</c:v>
                      </c:pt>
                      <c:pt idx="4559">
                        <c:v>45100</c:v>
                      </c:pt>
                      <c:pt idx="4560">
                        <c:v>45103</c:v>
                      </c:pt>
                      <c:pt idx="4561">
                        <c:v>45104</c:v>
                      </c:pt>
                      <c:pt idx="4562">
                        <c:v>45105</c:v>
                      </c:pt>
                      <c:pt idx="4563">
                        <c:v>45106</c:v>
                      </c:pt>
                      <c:pt idx="4564">
                        <c:v>45107</c:v>
                      </c:pt>
                      <c:pt idx="4565">
                        <c:v>45110</c:v>
                      </c:pt>
                      <c:pt idx="4566">
                        <c:v>45111</c:v>
                      </c:pt>
                      <c:pt idx="4567">
                        <c:v>45112</c:v>
                      </c:pt>
                      <c:pt idx="4568">
                        <c:v>45113</c:v>
                      </c:pt>
                      <c:pt idx="4569">
                        <c:v>45114</c:v>
                      </c:pt>
                      <c:pt idx="4570">
                        <c:v>45117</c:v>
                      </c:pt>
                      <c:pt idx="4571">
                        <c:v>45118</c:v>
                      </c:pt>
                      <c:pt idx="4572">
                        <c:v>45119</c:v>
                      </c:pt>
                      <c:pt idx="4573">
                        <c:v>45120</c:v>
                      </c:pt>
                      <c:pt idx="4574">
                        <c:v>45121</c:v>
                      </c:pt>
                      <c:pt idx="4575">
                        <c:v>45124</c:v>
                      </c:pt>
                      <c:pt idx="4576">
                        <c:v>45125</c:v>
                      </c:pt>
                      <c:pt idx="4577">
                        <c:v>45126</c:v>
                      </c:pt>
                      <c:pt idx="4578">
                        <c:v>45127</c:v>
                      </c:pt>
                      <c:pt idx="4579">
                        <c:v>45128</c:v>
                      </c:pt>
                      <c:pt idx="4580">
                        <c:v>45131</c:v>
                      </c:pt>
                      <c:pt idx="4581">
                        <c:v>45132</c:v>
                      </c:pt>
                      <c:pt idx="4582">
                        <c:v>45133</c:v>
                      </c:pt>
                      <c:pt idx="4583">
                        <c:v>45134</c:v>
                      </c:pt>
                      <c:pt idx="4584">
                        <c:v>45135</c:v>
                      </c:pt>
                      <c:pt idx="4585">
                        <c:v>45138</c:v>
                      </c:pt>
                      <c:pt idx="4586">
                        <c:v>45139</c:v>
                      </c:pt>
                      <c:pt idx="4587">
                        <c:v>45140</c:v>
                      </c:pt>
                      <c:pt idx="4588">
                        <c:v>45141</c:v>
                      </c:pt>
                      <c:pt idx="4589">
                        <c:v>45142</c:v>
                      </c:pt>
                      <c:pt idx="4590">
                        <c:v>45145</c:v>
                      </c:pt>
                      <c:pt idx="4591">
                        <c:v>45146</c:v>
                      </c:pt>
                      <c:pt idx="4592">
                        <c:v>45147</c:v>
                      </c:pt>
                      <c:pt idx="4593">
                        <c:v>45148</c:v>
                      </c:pt>
                      <c:pt idx="4594">
                        <c:v>45149</c:v>
                      </c:pt>
                      <c:pt idx="4595">
                        <c:v>45152</c:v>
                      </c:pt>
                      <c:pt idx="4596">
                        <c:v>45153</c:v>
                      </c:pt>
                      <c:pt idx="4597">
                        <c:v>45154</c:v>
                      </c:pt>
                      <c:pt idx="4598">
                        <c:v>45155</c:v>
                      </c:pt>
                      <c:pt idx="4599">
                        <c:v>45156</c:v>
                      </c:pt>
                      <c:pt idx="4600">
                        <c:v>45159</c:v>
                      </c:pt>
                      <c:pt idx="4601">
                        <c:v>45160</c:v>
                      </c:pt>
                      <c:pt idx="4602">
                        <c:v>45161</c:v>
                      </c:pt>
                      <c:pt idx="4603">
                        <c:v>45162</c:v>
                      </c:pt>
                      <c:pt idx="4604">
                        <c:v>45163</c:v>
                      </c:pt>
                      <c:pt idx="4605">
                        <c:v>45166</c:v>
                      </c:pt>
                      <c:pt idx="4606">
                        <c:v>45167</c:v>
                      </c:pt>
                      <c:pt idx="4607">
                        <c:v>45168</c:v>
                      </c:pt>
                      <c:pt idx="4608">
                        <c:v>45169</c:v>
                      </c:pt>
                      <c:pt idx="4609">
                        <c:v>45170</c:v>
                      </c:pt>
                      <c:pt idx="4610">
                        <c:v>45173</c:v>
                      </c:pt>
                      <c:pt idx="4611">
                        <c:v>45174</c:v>
                      </c:pt>
                      <c:pt idx="4612">
                        <c:v>45175</c:v>
                      </c:pt>
                      <c:pt idx="4613">
                        <c:v>45176</c:v>
                      </c:pt>
                      <c:pt idx="4614">
                        <c:v>45177</c:v>
                      </c:pt>
                      <c:pt idx="4615">
                        <c:v>45180</c:v>
                      </c:pt>
                      <c:pt idx="4616">
                        <c:v>45181</c:v>
                      </c:pt>
                      <c:pt idx="4617">
                        <c:v>45182</c:v>
                      </c:pt>
                      <c:pt idx="4618">
                        <c:v>45183</c:v>
                      </c:pt>
                      <c:pt idx="4619">
                        <c:v>45184</c:v>
                      </c:pt>
                      <c:pt idx="4620">
                        <c:v>45187</c:v>
                      </c:pt>
                      <c:pt idx="4621">
                        <c:v>45188</c:v>
                      </c:pt>
                      <c:pt idx="4622">
                        <c:v>45189</c:v>
                      </c:pt>
                      <c:pt idx="4623">
                        <c:v>45190</c:v>
                      </c:pt>
                      <c:pt idx="4624">
                        <c:v>45191</c:v>
                      </c:pt>
                      <c:pt idx="4625">
                        <c:v>45194</c:v>
                      </c:pt>
                      <c:pt idx="4626">
                        <c:v>45195</c:v>
                      </c:pt>
                      <c:pt idx="4627">
                        <c:v>45196</c:v>
                      </c:pt>
                      <c:pt idx="4628">
                        <c:v>45197</c:v>
                      </c:pt>
                      <c:pt idx="4629">
                        <c:v>45198</c:v>
                      </c:pt>
                      <c:pt idx="4630">
                        <c:v>45201</c:v>
                      </c:pt>
                      <c:pt idx="4631">
                        <c:v>45202</c:v>
                      </c:pt>
                      <c:pt idx="4632">
                        <c:v>45203</c:v>
                      </c:pt>
                      <c:pt idx="4633">
                        <c:v>45204</c:v>
                      </c:pt>
                      <c:pt idx="4634">
                        <c:v>45205</c:v>
                      </c:pt>
                      <c:pt idx="4635">
                        <c:v>45208</c:v>
                      </c:pt>
                      <c:pt idx="4636">
                        <c:v>45209</c:v>
                      </c:pt>
                      <c:pt idx="4637">
                        <c:v>45210</c:v>
                      </c:pt>
                      <c:pt idx="4638">
                        <c:v>45211</c:v>
                      </c:pt>
                      <c:pt idx="4639">
                        <c:v>45212</c:v>
                      </c:pt>
                      <c:pt idx="4640">
                        <c:v>45215</c:v>
                      </c:pt>
                      <c:pt idx="4641">
                        <c:v>45216</c:v>
                      </c:pt>
                      <c:pt idx="4642">
                        <c:v>45217</c:v>
                      </c:pt>
                      <c:pt idx="4643">
                        <c:v>45218</c:v>
                      </c:pt>
                      <c:pt idx="4644">
                        <c:v>45219</c:v>
                      </c:pt>
                      <c:pt idx="4645">
                        <c:v>45222</c:v>
                      </c:pt>
                      <c:pt idx="4646">
                        <c:v>45223</c:v>
                      </c:pt>
                      <c:pt idx="4647">
                        <c:v>45224</c:v>
                      </c:pt>
                      <c:pt idx="4648">
                        <c:v>45225</c:v>
                      </c:pt>
                      <c:pt idx="4649">
                        <c:v>45226</c:v>
                      </c:pt>
                      <c:pt idx="4650">
                        <c:v>45229</c:v>
                      </c:pt>
                      <c:pt idx="4651">
                        <c:v>45230</c:v>
                      </c:pt>
                      <c:pt idx="4652">
                        <c:v>45231</c:v>
                      </c:pt>
                      <c:pt idx="4653">
                        <c:v>45232</c:v>
                      </c:pt>
                      <c:pt idx="4654">
                        <c:v>45233</c:v>
                      </c:pt>
                      <c:pt idx="4655">
                        <c:v>45236</c:v>
                      </c:pt>
                      <c:pt idx="4656">
                        <c:v>45237</c:v>
                      </c:pt>
                      <c:pt idx="4657">
                        <c:v>45238</c:v>
                      </c:pt>
                      <c:pt idx="4658">
                        <c:v>45239</c:v>
                      </c:pt>
                      <c:pt idx="4659">
                        <c:v>45240</c:v>
                      </c:pt>
                      <c:pt idx="4660">
                        <c:v>45243</c:v>
                      </c:pt>
                      <c:pt idx="4661">
                        <c:v>45244</c:v>
                      </c:pt>
                      <c:pt idx="4662">
                        <c:v>45245</c:v>
                      </c:pt>
                      <c:pt idx="4663">
                        <c:v>45246</c:v>
                      </c:pt>
                      <c:pt idx="4664">
                        <c:v>45247</c:v>
                      </c:pt>
                      <c:pt idx="4665">
                        <c:v>45250</c:v>
                      </c:pt>
                      <c:pt idx="4666">
                        <c:v>45251</c:v>
                      </c:pt>
                      <c:pt idx="4667">
                        <c:v>45252</c:v>
                      </c:pt>
                      <c:pt idx="4668">
                        <c:v>45253</c:v>
                      </c:pt>
                      <c:pt idx="4669">
                        <c:v>45254</c:v>
                      </c:pt>
                      <c:pt idx="4670">
                        <c:v>45257</c:v>
                      </c:pt>
                      <c:pt idx="4671">
                        <c:v>45258</c:v>
                      </c:pt>
                      <c:pt idx="4672">
                        <c:v>45259</c:v>
                      </c:pt>
                      <c:pt idx="4673">
                        <c:v>45260</c:v>
                      </c:pt>
                      <c:pt idx="4674">
                        <c:v>45261</c:v>
                      </c:pt>
                      <c:pt idx="4675">
                        <c:v>45264</c:v>
                      </c:pt>
                      <c:pt idx="4676">
                        <c:v>45265</c:v>
                      </c:pt>
                      <c:pt idx="4677">
                        <c:v>45266</c:v>
                      </c:pt>
                      <c:pt idx="4678">
                        <c:v>45267</c:v>
                      </c:pt>
                      <c:pt idx="4679">
                        <c:v>45268</c:v>
                      </c:pt>
                      <c:pt idx="4680">
                        <c:v>45271</c:v>
                      </c:pt>
                      <c:pt idx="4681">
                        <c:v>45272</c:v>
                      </c:pt>
                      <c:pt idx="4682">
                        <c:v>45273</c:v>
                      </c:pt>
                      <c:pt idx="4683">
                        <c:v>45274</c:v>
                      </c:pt>
                      <c:pt idx="4684">
                        <c:v>45275</c:v>
                      </c:pt>
                      <c:pt idx="4685">
                        <c:v>45278</c:v>
                      </c:pt>
                      <c:pt idx="4686">
                        <c:v>45279</c:v>
                      </c:pt>
                      <c:pt idx="4687">
                        <c:v>45280</c:v>
                      </c:pt>
                      <c:pt idx="4688">
                        <c:v>45281</c:v>
                      </c:pt>
                      <c:pt idx="4689">
                        <c:v>45282</c:v>
                      </c:pt>
                      <c:pt idx="4690">
                        <c:v>45285</c:v>
                      </c:pt>
                      <c:pt idx="4691">
                        <c:v>45286</c:v>
                      </c:pt>
                      <c:pt idx="4692">
                        <c:v>45287</c:v>
                      </c:pt>
                      <c:pt idx="4693">
                        <c:v>45288</c:v>
                      </c:pt>
                      <c:pt idx="4694">
                        <c:v>45289</c:v>
                      </c:pt>
                      <c:pt idx="4695">
                        <c:v>45292</c:v>
                      </c:pt>
                      <c:pt idx="4696">
                        <c:v>45293</c:v>
                      </c:pt>
                      <c:pt idx="4697">
                        <c:v>45294</c:v>
                      </c:pt>
                      <c:pt idx="4698">
                        <c:v>45295</c:v>
                      </c:pt>
                      <c:pt idx="4699">
                        <c:v>45296</c:v>
                      </c:pt>
                      <c:pt idx="4700">
                        <c:v>45299</c:v>
                      </c:pt>
                      <c:pt idx="4701">
                        <c:v>45300</c:v>
                      </c:pt>
                      <c:pt idx="4702">
                        <c:v>45301</c:v>
                      </c:pt>
                      <c:pt idx="4703">
                        <c:v>45302</c:v>
                      </c:pt>
                      <c:pt idx="4704">
                        <c:v>45303</c:v>
                      </c:pt>
                      <c:pt idx="4705">
                        <c:v>45306</c:v>
                      </c:pt>
                      <c:pt idx="4706">
                        <c:v>45307</c:v>
                      </c:pt>
                      <c:pt idx="4707">
                        <c:v>45308</c:v>
                      </c:pt>
                      <c:pt idx="4708">
                        <c:v>45309</c:v>
                      </c:pt>
                      <c:pt idx="4709">
                        <c:v>45310</c:v>
                      </c:pt>
                      <c:pt idx="4710">
                        <c:v>45313</c:v>
                      </c:pt>
                      <c:pt idx="4711">
                        <c:v>45314</c:v>
                      </c:pt>
                      <c:pt idx="4712">
                        <c:v>45315</c:v>
                      </c:pt>
                      <c:pt idx="4713">
                        <c:v>45316</c:v>
                      </c:pt>
                      <c:pt idx="4714">
                        <c:v>45317</c:v>
                      </c:pt>
                      <c:pt idx="4715">
                        <c:v>45320</c:v>
                      </c:pt>
                      <c:pt idx="4716">
                        <c:v>45321</c:v>
                      </c:pt>
                      <c:pt idx="4717">
                        <c:v>45322</c:v>
                      </c:pt>
                      <c:pt idx="4718">
                        <c:v>45323</c:v>
                      </c:pt>
                      <c:pt idx="4719">
                        <c:v>45324</c:v>
                      </c:pt>
                      <c:pt idx="4720">
                        <c:v>45327</c:v>
                      </c:pt>
                      <c:pt idx="4721">
                        <c:v>45328</c:v>
                      </c:pt>
                      <c:pt idx="4722">
                        <c:v>45329</c:v>
                      </c:pt>
                      <c:pt idx="4723">
                        <c:v>45330</c:v>
                      </c:pt>
                      <c:pt idx="4724">
                        <c:v>45331</c:v>
                      </c:pt>
                      <c:pt idx="4725">
                        <c:v>45334</c:v>
                      </c:pt>
                      <c:pt idx="4726">
                        <c:v>45335</c:v>
                      </c:pt>
                      <c:pt idx="4727">
                        <c:v>45336</c:v>
                      </c:pt>
                      <c:pt idx="4728">
                        <c:v>45337</c:v>
                      </c:pt>
                      <c:pt idx="4729">
                        <c:v>45338</c:v>
                      </c:pt>
                      <c:pt idx="4730">
                        <c:v>45341</c:v>
                      </c:pt>
                      <c:pt idx="4731">
                        <c:v>45342</c:v>
                      </c:pt>
                      <c:pt idx="4732">
                        <c:v>45343</c:v>
                      </c:pt>
                      <c:pt idx="4733">
                        <c:v>45344</c:v>
                      </c:pt>
                      <c:pt idx="4734">
                        <c:v>45345</c:v>
                      </c:pt>
                      <c:pt idx="4735">
                        <c:v>45348</c:v>
                      </c:pt>
                      <c:pt idx="4736">
                        <c:v>45349</c:v>
                      </c:pt>
                      <c:pt idx="4737">
                        <c:v>45350</c:v>
                      </c:pt>
                      <c:pt idx="4738">
                        <c:v>45351</c:v>
                      </c:pt>
                      <c:pt idx="4739">
                        <c:v>45352</c:v>
                      </c:pt>
                      <c:pt idx="4740">
                        <c:v>45355</c:v>
                      </c:pt>
                      <c:pt idx="4741">
                        <c:v>45356</c:v>
                      </c:pt>
                      <c:pt idx="4742">
                        <c:v>45357</c:v>
                      </c:pt>
                      <c:pt idx="4743">
                        <c:v>45358</c:v>
                      </c:pt>
                      <c:pt idx="4744">
                        <c:v>45359</c:v>
                      </c:pt>
                      <c:pt idx="4745">
                        <c:v>45362</c:v>
                      </c:pt>
                      <c:pt idx="4746">
                        <c:v>45363</c:v>
                      </c:pt>
                      <c:pt idx="4747">
                        <c:v>45364</c:v>
                      </c:pt>
                      <c:pt idx="4748">
                        <c:v>45365</c:v>
                      </c:pt>
                      <c:pt idx="4749">
                        <c:v>45366</c:v>
                      </c:pt>
                      <c:pt idx="4750">
                        <c:v>45369</c:v>
                      </c:pt>
                      <c:pt idx="4751">
                        <c:v>45370</c:v>
                      </c:pt>
                      <c:pt idx="4752">
                        <c:v>45371</c:v>
                      </c:pt>
                      <c:pt idx="4753">
                        <c:v>45372</c:v>
                      </c:pt>
                      <c:pt idx="4754">
                        <c:v>45373</c:v>
                      </c:pt>
                      <c:pt idx="4755">
                        <c:v>45376</c:v>
                      </c:pt>
                      <c:pt idx="4756">
                        <c:v>45377</c:v>
                      </c:pt>
                      <c:pt idx="4757">
                        <c:v>45378</c:v>
                      </c:pt>
                      <c:pt idx="4758">
                        <c:v>45379</c:v>
                      </c:pt>
                      <c:pt idx="4759">
                        <c:v>45380</c:v>
                      </c:pt>
                      <c:pt idx="4760">
                        <c:v>45383</c:v>
                      </c:pt>
                      <c:pt idx="4761">
                        <c:v>45384</c:v>
                      </c:pt>
                      <c:pt idx="4762">
                        <c:v>45385</c:v>
                      </c:pt>
                      <c:pt idx="4763">
                        <c:v>45386</c:v>
                      </c:pt>
                      <c:pt idx="4764">
                        <c:v>45387</c:v>
                      </c:pt>
                      <c:pt idx="4765">
                        <c:v>45390</c:v>
                      </c:pt>
                      <c:pt idx="4766">
                        <c:v>45391</c:v>
                      </c:pt>
                      <c:pt idx="4767">
                        <c:v>45392</c:v>
                      </c:pt>
                      <c:pt idx="4768">
                        <c:v>45393</c:v>
                      </c:pt>
                      <c:pt idx="4769">
                        <c:v>45394</c:v>
                      </c:pt>
                      <c:pt idx="4770">
                        <c:v>45397</c:v>
                      </c:pt>
                      <c:pt idx="4771">
                        <c:v>45398</c:v>
                      </c:pt>
                      <c:pt idx="4772">
                        <c:v>45399</c:v>
                      </c:pt>
                      <c:pt idx="4773">
                        <c:v>45400</c:v>
                      </c:pt>
                      <c:pt idx="4774">
                        <c:v>45401</c:v>
                      </c:pt>
                      <c:pt idx="4775">
                        <c:v>45404</c:v>
                      </c:pt>
                      <c:pt idx="4776">
                        <c:v>45405</c:v>
                      </c:pt>
                      <c:pt idx="4777">
                        <c:v>45406</c:v>
                      </c:pt>
                      <c:pt idx="4778">
                        <c:v>45407</c:v>
                      </c:pt>
                      <c:pt idx="4779">
                        <c:v>45408</c:v>
                      </c:pt>
                      <c:pt idx="4780">
                        <c:v>45411</c:v>
                      </c:pt>
                      <c:pt idx="4781">
                        <c:v>45412</c:v>
                      </c:pt>
                      <c:pt idx="4782">
                        <c:v>45413</c:v>
                      </c:pt>
                      <c:pt idx="4783">
                        <c:v>45414</c:v>
                      </c:pt>
                      <c:pt idx="4784">
                        <c:v>45415</c:v>
                      </c:pt>
                      <c:pt idx="4785">
                        <c:v>45418</c:v>
                      </c:pt>
                      <c:pt idx="4786">
                        <c:v>45419</c:v>
                      </c:pt>
                      <c:pt idx="4787">
                        <c:v>45420</c:v>
                      </c:pt>
                      <c:pt idx="4788">
                        <c:v>45421</c:v>
                      </c:pt>
                      <c:pt idx="4789">
                        <c:v>45422</c:v>
                      </c:pt>
                      <c:pt idx="4790">
                        <c:v>45425</c:v>
                      </c:pt>
                      <c:pt idx="4791">
                        <c:v>45426</c:v>
                      </c:pt>
                      <c:pt idx="4792">
                        <c:v>45427</c:v>
                      </c:pt>
                      <c:pt idx="4793">
                        <c:v>45428</c:v>
                      </c:pt>
                      <c:pt idx="4794">
                        <c:v>45429</c:v>
                      </c:pt>
                      <c:pt idx="4795">
                        <c:v>45432</c:v>
                      </c:pt>
                      <c:pt idx="4796">
                        <c:v>45433</c:v>
                      </c:pt>
                      <c:pt idx="4797">
                        <c:v>45434</c:v>
                      </c:pt>
                      <c:pt idx="4798">
                        <c:v>45435</c:v>
                      </c:pt>
                      <c:pt idx="4799">
                        <c:v>45436</c:v>
                      </c:pt>
                      <c:pt idx="4800">
                        <c:v>45439</c:v>
                      </c:pt>
                      <c:pt idx="4801">
                        <c:v>45440</c:v>
                      </c:pt>
                      <c:pt idx="4802">
                        <c:v>45441</c:v>
                      </c:pt>
                      <c:pt idx="4803">
                        <c:v>45442</c:v>
                      </c:pt>
                      <c:pt idx="4804">
                        <c:v>45443</c:v>
                      </c:pt>
                      <c:pt idx="4805">
                        <c:v>45446</c:v>
                      </c:pt>
                      <c:pt idx="4806">
                        <c:v>45447</c:v>
                      </c:pt>
                      <c:pt idx="4807">
                        <c:v>45448</c:v>
                      </c:pt>
                      <c:pt idx="4808">
                        <c:v>45449</c:v>
                      </c:pt>
                      <c:pt idx="4809">
                        <c:v>45450</c:v>
                      </c:pt>
                      <c:pt idx="4810">
                        <c:v>45453</c:v>
                      </c:pt>
                      <c:pt idx="4811">
                        <c:v>45454</c:v>
                      </c:pt>
                      <c:pt idx="4812">
                        <c:v>45455</c:v>
                      </c:pt>
                      <c:pt idx="4813">
                        <c:v>45456</c:v>
                      </c:pt>
                      <c:pt idx="4814">
                        <c:v>45457</c:v>
                      </c:pt>
                      <c:pt idx="4815">
                        <c:v>45460</c:v>
                      </c:pt>
                      <c:pt idx="4816">
                        <c:v>45461</c:v>
                      </c:pt>
                      <c:pt idx="4817">
                        <c:v>45462</c:v>
                      </c:pt>
                      <c:pt idx="4818">
                        <c:v>45463</c:v>
                      </c:pt>
                      <c:pt idx="4819">
                        <c:v>45464</c:v>
                      </c:pt>
                      <c:pt idx="4820">
                        <c:v>45467</c:v>
                      </c:pt>
                      <c:pt idx="4821">
                        <c:v>45468</c:v>
                      </c:pt>
                      <c:pt idx="4822">
                        <c:v>45469</c:v>
                      </c:pt>
                      <c:pt idx="4823">
                        <c:v>45470</c:v>
                      </c:pt>
                      <c:pt idx="4824">
                        <c:v>45471</c:v>
                      </c:pt>
                      <c:pt idx="4825">
                        <c:v>45474</c:v>
                      </c:pt>
                      <c:pt idx="4826">
                        <c:v>45475</c:v>
                      </c:pt>
                      <c:pt idx="4827">
                        <c:v>45476</c:v>
                      </c:pt>
                      <c:pt idx="4828">
                        <c:v>45477</c:v>
                      </c:pt>
                      <c:pt idx="4829">
                        <c:v>45478</c:v>
                      </c:pt>
                      <c:pt idx="4830">
                        <c:v>45481</c:v>
                      </c:pt>
                      <c:pt idx="4831">
                        <c:v>45482</c:v>
                      </c:pt>
                      <c:pt idx="4832">
                        <c:v>45483</c:v>
                      </c:pt>
                      <c:pt idx="4833">
                        <c:v>45484</c:v>
                      </c:pt>
                      <c:pt idx="4834">
                        <c:v>45485</c:v>
                      </c:pt>
                      <c:pt idx="4835">
                        <c:v>45488</c:v>
                      </c:pt>
                      <c:pt idx="4836">
                        <c:v>45489</c:v>
                      </c:pt>
                      <c:pt idx="4837">
                        <c:v>45490</c:v>
                      </c:pt>
                      <c:pt idx="4838">
                        <c:v>45491</c:v>
                      </c:pt>
                      <c:pt idx="4839">
                        <c:v>45492</c:v>
                      </c:pt>
                      <c:pt idx="4840">
                        <c:v>45495</c:v>
                      </c:pt>
                      <c:pt idx="4841">
                        <c:v>45496</c:v>
                      </c:pt>
                      <c:pt idx="4842">
                        <c:v>45497</c:v>
                      </c:pt>
                      <c:pt idx="4843">
                        <c:v>45498</c:v>
                      </c:pt>
                      <c:pt idx="4844">
                        <c:v>45499</c:v>
                      </c:pt>
                      <c:pt idx="4845">
                        <c:v>45502</c:v>
                      </c:pt>
                      <c:pt idx="4846">
                        <c:v>45503</c:v>
                      </c:pt>
                      <c:pt idx="4847">
                        <c:v>45504</c:v>
                      </c:pt>
                      <c:pt idx="4848">
                        <c:v>45505</c:v>
                      </c:pt>
                      <c:pt idx="4849">
                        <c:v>45506</c:v>
                      </c:pt>
                      <c:pt idx="4850">
                        <c:v>45509</c:v>
                      </c:pt>
                      <c:pt idx="4851">
                        <c:v>45510</c:v>
                      </c:pt>
                      <c:pt idx="4852">
                        <c:v>45511</c:v>
                      </c:pt>
                      <c:pt idx="4853">
                        <c:v>45512</c:v>
                      </c:pt>
                      <c:pt idx="4854">
                        <c:v>45513</c:v>
                      </c:pt>
                      <c:pt idx="4855">
                        <c:v>45516</c:v>
                      </c:pt>
                      <c:pt idx="4856">
                        <c:v>45517</c:v>
                      </c:pt>
                      <c:pt idx="4857">
                        <c:v>45518</c:v>
                      </c:pt>
                      <c:pt idx="4858">
                        <c:v>45519</c:v>
                      </c:pt>
                      <c:pt idx="4859">
                        <c:v>45520</c:v>
                      </c:pt>
                      <c:pt idx="4860">
                        <c:v>45523</c:v>
                      </c:pt>
                      <c:pt idx="4861">
                        <c:v>45524</c:v>
                      </c:pt>
                      <c:pt idx="4862">
                        <c:v>45525</c:v>
                      </c:pt>
                      <c:pt idx="4863">
                        <c:v>45526</c:v>
                      </c:pt>
                      <c:pt idx="4864">
                        <c:v>45527</c:v>
                      </c:pt>
                      <c:pt idx="4865">
                        <c:v>45530</c:v>
                      </c:pt>
                      <c:pt idx="4866">
                        <c:v>45531</c:v>
                      </c:pt>
                      <c:pt idx="4867">
                        <c:v>45532</c:v>
                      </c:pt>
                      <c:pt idx="4868">
                        <c:v>45533</c:v>
                      </c:pt>
                      <c:pt idx="4869">
                        <c:v>45534</c:v>
                      </c:pt>
                      <c:pt idx="4870">
                        <c:v>45537</c:v>
                      </c:pt>
                      <c:pt idx="4871">
                        <c:v>45538</c:v>
                      </c:pt>
                      <c:pt idx="4872">
                        <c:v>45539</c:v>
                      </c:pt>
                      <c:pt idx="4873">
                        <c:v>45540</c:v>
                      </c:pt>
                      <c:pt idx="4874">
                        <c:v>45541</c:v>
                      </c:pt>
                      <c:pt idx="4875">
                        <c:v>45544</c:v>
                      </c:pt>
                      <c:pt idx="4876">
                        <c:v>45545</c:v>
                      </c:pt>
                      <c:pt idx="4877">
                        <c:v>45546</c:v>
                      </c:pt>
                      <c:pt idx="4878">
                        <c:v>45547</c:v>
                      </c:pt>
                      <c:pt idx="4879">
                        <c:v>45548</c:v>
                      </c:pt>
                      <c:pt idx="4880">
                        <c:v>45551</c:v>
                      </c:pt>
                      <c:pt idx="4881">
                        <c:v>45552</c:v>
                      </c:pt>
                      <c:pt idx="4882">
                        <c:v>45553</c:v>
                      </c:pt>
                      <c:pt idx="4883">
                        <c:v>45554</c:v>
                      </c:pt>
                      <c:pt idx="4884">
                        <c:v>45555</c:v>
                      </c:pt>
                      <c:pt idx="4885">
                        <c:v>45558</c:v>
                      </c:pt>
                      <c:pt idx="4886">
                        <c:v>45559</c:v>
                      </c:pt>
                      <c:pt idx="4887">
                        <c:v>45560</c:v>
                      </c:pt>
                      <c:pt idx="4888">
                        <c:v>45561</c:v>
                      </c:pt>
                      <c:pt idx="4889">
                        <c:v>45562</c:v>
                      </c:pt>
                      <c:pt idx="4890">
                        <c:v>45565</c:v>
                      </c:pt>
                      <c:pt idx="4891">
                        <c:v>45566</c:v>
                      </c:pt>
                      <c:pt idx="4892">
                        <c:v>45567</c:v>
                      </c:pt>
                      <c:pt idx="4893">
                        <c:v>45568</c:v>
                      </c:pt>
                      <c:pt idx="4894">
                        <c:v>45569</c:v>
                      </c:pt>
                      <c:pt idx="4895">
                        <c:v>45572</c:v>
                      </c:pt>
                      <c:pt idx="4896">
                        <c:v>45573</c:v>
                      </c:pt>
                      <c:pt idx="4897">
                        <c:v>45574</c:v>
                      </c:pt>
                      <c:pt idx="4898">
                        <c:v>45575</c:v>
                      </c:pt>
                      <c:pt idx="4899">
                        <c:v>45576</c:v>
                      </c:pt>
                      <c:pt idx="4900">
                        <c:v>45579</c:v>
                      </c:pt>
                      <c:pt idx="4901">
                        <c:v>45580</c:v>
                      </c:pt>
                      <c:pt idx="4902">
                        <c:v>45581</c:v>
                      </c:pt>
                      <c:pt idx="4903">
                        <c:v>45582</c:v>
                      </c:pt>
                      <c:pt idx="4904">
                        <c:v>45583</c:v>
                      </c:pt>
                      <c:pt idx="4905">
                        <c:v>45586</c:v>
                      </c:pt>
                      <c:pt idx="4906">
                        <c:v>45587</c:v>
                      </c:pt>
                      <c:pt idx="4907">
                        <c:v>45588</c:v>
                      </c:pt>
                      <c:pt idx="4908">
                        <c:v>45589</c:v>
                      </c:pt>
                      <c:pt idx="4909">
                        <c:v>45590</c:v>
                      </c:pt>
                      <c:pt idx="4910">
                        <c:v>45593</c:v>
                      </c:pt>
                      <c:pt idx="4911">
                        <c:v>45594</c:v>
                      </c:pt>
                      <c:pt idx="4912">
                        <c:v>45595</c:v>
                      </c:pt>
                      <c:pt idx="4913">
                        <c:v>45596</c:v>
                      </c:pt>
                      <c:pt idx="4914">
                        <c:v>45597</c:v>
                      </c:pt>
                      <c:pt idx="4915">
                        <c:v>45600</c:v>
                      </c:pt>
                      <c:pt idx="4916">
                        <c:v>45601</c:v>
                      </c:pt>
                      <c:pt idx="4917">
                        <c:v>45602</c:v>
                      </c:pt>
                      <c:pt idx="4918">
                        <c:v>45603</c:v>
                      </c:pt>
                      <c:pt idx="4919">
                        <c:v>45604</c:v>
                      </c:pt>
                      <c:pt idx="4920">
                        <c:v>45607</c:v>
                      </c:pt>
                      <c:pt idx="4921">
                        <c:v>45608</c:v>
                      </c:pt>
                      <c:pt idx="4922">
                        <c:v>45609</c:v>
                      </c:pt>
                      <c:pt idx="4923">
                        <c:v>45610</c:v>
                      </c:pt>
                      <c:pt idx="4924">
                        <c:v>45611</c:v>
                      </c:pt>
                      <c:pt idx="4925">
                        <c:v>45614</c:v>
                      </c:pt>
                      <c:pt idx="4926">
                        <c:v>45615</c:v>
                      </c:pt>
                      <c:pt idx="4927">
                        <c:v>45616</c:v>
                      </c:pt>
                      <c:pt idx="4928">
                        <c:v>45617</c:v>
                      </c:pt>
                      <c:pt idx="4929">
                        <c:v>45618</c:v>
                      </c:pt>
                      <c:pt idx="4930">
                        <c:v>45621</c:v>
                      </c:pt>
                      <c:pt idx="4931">
                        <c:v>45622</c:v>
                      </c:pt>
                      <c:pt idx="4932">
                        <c:v>45623</c:v>
                      </c:pt>
                      <c:pt idx="4933">
                        <c:v>45624</c:v>
                      </c:pt>
                      <c:pt idx="4934">
                        <c:v>45625</c:v>
                      </c:pt>
                      <c:pt idx="4935">
                        <c:v>45628</c:v>
                      </c:pt>
                      <c:pt idx="4936">
                        <c:v>45629</c:v>
                      </c:pt>
                      <c:pt idx="4937">
                        <c:v>45630</c:v>
                      </c:pt>
                      <c:pt idx="4938">
                        <c:v>45631</c:v>
                      </c:pt>
                      <c:pt idx="4939">
                        <c:v>45632</c:v>
                      </c:pt>
                      <c:pt idx="4940">
                        <c:v>45635</c:v>
                      </c:pt>
                      <c:pt idx="4941">
                        <c:v>45636</c:v>
                      </c:pt>
                      <c:pt idx="4942">
                        <c:v>45637</c:v>
                      </c:pt>
                      <c:pt idx="4943">
                        <c:v>45638</c:v>
                      </c:pt>
                      <c:pt idx="4944">
                        <c:v>45639</c:v>
                      </c:pt>
                      <c:pt idx="4945">
                        <c:v>45642</c:v>
                      </c:pt>
                      <c:pt idx="4946">
                        <c:v>45643</c:v>
                      </c:pt>
                      <c:pt idx="4947">
                        <c:v>45644</c:v>
                      </c:pt>
                      <c:pt idx="4948">
                        <c:v>45645</c:v>
                      </c:pt>
                      <c:pt idx="4949">
                        <c:v>45646</c:v>
                      </c:pt>
                      <c:pt idx="4950">
                        <c:v>45649</c:v>
                      </c:pt>
                      <c:pt idx="4951">
                        <c:v>45650</c:v>
                      </c:pt>
                      <c:pt idx="4952">
                        <c:v>45651</c:v>
                      </c:pt>
                      <c:pt idx="4953">
                        <c:v>45652</c:v>
                      </c:pt>
                      <c:pt idx="4954">
                        <c:v>45653</c:v>
                      </c:pt>
                      <c:pt idx="4955">
                        <c:v>45656</c:v>
                      </c:pt>
                      <c:pt idx="4956">
                        <c:v>45657</c:v>
                      </c:pt>
                      <c:pt idx="4957">
                        <c:v>45658</c:v>
                      </c:pt>
                      <c:pt idx="4958">
                        <c:v>45659</c:v>
                      </c:pt>
                      <c:pt idx="4959">
                        <c:v>45660</c:v>
                      </c:pt>
                      <c:pt idx="4960">
                        <c:v>45663</c:v>
                      </c:pt>
                      <c:pt idx="4961">
                        <c:v>45664</c:v>
                      </c:pt>
                      <c:pt idx="4962">
                        <c:v>45665</c:v>
                      </c:pt>
                      <c:pt idx="4963">
                        <c:v>45666</c:v>
                      </c:pt>
                      <c:pt idx="4964">
                        <c:v>45667</c:v>
                      </c:pt>
                      <c:pt idx="4965">
                        <c:v>45670</c:v>
                      </c:pt>
                      <c:pt idx="4966">
                        <c:v>45671</c:v>
                      </c:pt>
                      <c:pt idx="4967">
                        <c:v>45672</c:v>
                      </c:pt>
                      <c:pt idx="4968">
                        <c:v>45673</c:v>
                      </c:pt>
                      <c:pt idx="4969">
                        <c:v>45674</c:v>
                      </c:pt>
                      <c:pt idx="4970">
                        <c:v>45677</c:v>
                      </c:pt>
                      <c:pt idx="4971">
                        <c:v>45678</c:v>
                      </c:pt>
                      <c:pt idx="4972">
                        <c:v>45679</c:v>
                      </c:pt>
                      <c:pt idx="4973">
                        <c:v>45680</c:v>
                      </c:pt>
                      <c:pt idx="4974">
                        <c:v>45681</c:v>
                      </c:pt>
                      <c:pt idx="4975">
                        <c:v>45684</c:v>
                      </c:pt>
                      <c:pt idx="4976">
                        <c:v>45685</c:v>
                      </c:pt>
                      <c:pt idx="4977">
                        <c:v>45686</c:v>
                      </c:pt>
                      <c:pt idx="4978">
                        <c:v>45687</c:v>
                      </c:pt>
                      <c:pt idx="4979">
                        <c:v>45688</c:v>
                      </c:pt>
                      <c:pt idx="4980">
                        <c:v>45691</c:v>
                      </c:pt>
                      <c:pt idx="4981">
                        <c:v>45692</c:v>
                      </c:pt>
                      <c:pt idx="4982">
                        <c:v>45693</c:v>
                      </c:pt>
                      <c:pt idx="4983">
                        <c:v>45694</c:v>
                      </c:pt>
                      <c:pt idx="4984">
                        <c:v>45695</c:v>
                      </c:pt>
                      <c:pt idx="4985">
                        <c:v>45698</c:v>
                      </c:pt>
                      <c:pt idx="4986">
                        <c:v>45699</c:v>
                      </c:pt>
                      <c:pt idx="4987">
                        <c:v>45700</c:v>
                      </c:pt>
                      <c:pt idx="4988">
                        <c:v>45701</c:v>
                      </c:pt>
                      <c:pt idx="4989">
                        <c:v>45702</c:v>
                      </c:pt>
                      <c:pt idx="4990">
                        <c:v>45705</c:v>
                      </c:pt>
                      <c:pt idx="4991">
                        <c:v>45706</c:v>
                      </c:pt>
                      <c:pt idx="4992">
                        <c:v>45707</c:v>
                      </c:pt>
                      <c:pt idx="4993">
                        <c:v>45708</c:v>
                      </c:pt>
                      <c:pt idx="4994">
                        <c:v>45709</c:v>
                      </c:pt>
                      <c:pt idx="4995">
                        <c:v>45712</c:v>
                      </c:pt>
                      <c:pt idx="4996">
                        <c:v>45713</c:v>
                      </c:pt>
                      <c:pt idx="4997">
                        <c:v>45714</c:v>
                      </c:pt>
                      <c:pt idx="4998">
                        <c:v>45715</c:v>
                      </c:pt>
                      <c:pt idx="4999">
                        <c:v>45716</c:v>
                      </c:pt>
                      <c:pt idx="5000">
                        <c:v>45719</c:v>
                      </c:pt>
                      <c:pt idx="5001">
                        <c:v>45720</c:v>
                      </c:pt>
                      <c:pt idx="5002">
                        <c:v>45721</c:v>
                      </c:pt>
                      <c:pt idx="5003">
                        <c:v>45722</c:v>
                      </c:pt>
                      <c:pt idx="5004">
                        <c:v>45723</c:v>
                      </c:pt>
                      <c:pt idx="5005">
                        <c:v>45726</c:v>
                      </c:pt>
                      <c:pt idx="5006">
                        <c:v>45727</c:v>
                      </c:pt>
                      <c:pt idx="5007">
                        <c:v>45728</c:v>
                      </c:pt>
                      <c:pt idx="5008">
                        <c:v>45729</c:v>
                      </c:pt>
                      <c:pt idx="5009">
                        <c:v>45730</c:v>
                      </c:pt>
                      <c:pt idx="5010">
                        <c:v>45733</c:v>
                      </c:pt>
                      <c:pt idx="5011">
                        <c:v>45734</c:v>
                      </c:pt>
                      <c:pt idx="5012">
                        <c:v>45735</c:v>
                      </c:pt>
                      <c:pt idx="5013">
                        <c:v>45736</c:v>
                      </c:pt>
                      <c:pt idx="5014">
                        <c:v>45737</c:v>
                      </c:pt>
                      <c:pt idx="5015">
                        <c:v>45740</c:v>
                      </c:pt>
                      <c:pt idx="5016">
                        <c:v>45741</c:v>
                      </c:pt>
                      <c:pt idx="5017">
                        <c:v>45742</c:v>
                      </c:pt>
                      <c:pt idx="5018">
                        <c:v>45743</c:v>
                      </c:pt>
                      <c:pt idx="5019">
                        <c:v>45744</c:v>
                      </c:pt>
                      <c:pt idx="5020">
                        <c:v>45747</c:v>
                      </c:pt>
                      <c:pt idx="5021">
                        <c:v>45748</c:v>
                      </c:pt>
                      <c:pt idx="5022">
                        <c:v>45749</c:v>
                      </c:pt>
                      <c:pt idx="5023">
                        <c:v>45750</c:v>
                      </c:pt>
                      <c:pt idx="5024">
                        <c:v>45751</c:v>
                      </c:pt>
                      <c:pt idx="5025">
                        <c:v>45754</c:v>
                      </c:pt>
                      <c:pt idx="5026">
                        <c:v>45755</c:v>
                      </c:pt>
                      <c:pt idx="5027">
                        <c:v>45756</c:v>
                      </c:pt>
                      <c:pt idx="5028">
                        <c:v>45757</c:v>
                      </c:pt>
                      <c:pt idx="5029">
                        <c:v>45758</c:v>
                      </c:pt>
                      <c:pt idx="5030">
                        <c:v>45761</c:v>
                      </c:pt>
                      <c:pt idx="5031">
                        <c:v>45762</c:v>
                      </c:pt>
                      <c:pt idx="5032">
                        <c:v>45763</c:v>
                      </c:pt>
                      <c:pt idx="5033">
                        <c:v>45764</c:v>
                      </c:pt>
                      <c:pt idx="5034">
                        <c:v>45765</c:v>
                      </c:pt>
                      <c:pt idx="5035">
                        <c:v>45768</c:v>
                      </c:pt>
                      <c:pt idx="5036">
                        <c:v>45769</c:v>
                      </c:pt>
                      <c:pt idx="5037">
                        <c:v>45770</c:v>
                      </c:pt>
                      <c:pt idx="5038">
                        <c:v>45771</c:v>
                      </c:pt>
                      <c:pt idx="5039">
                        <c:v>45772</c:v>
                      </c:pt>
                      <c:pt idx="5040">
                        <c:v>45775</c:v>
                      </c:pt>
                      <c:pt idx="5041">
                        <c:v>45776</c:v>
                      </c:pt>
                      <c:pt idx="5042">
                        <c:v>45777</c:v>
                      </c:pt>
                      <c:pt idx="5043">
                        <c:v>45778</c:v>
                      </c:pt>
                      <c:pt idx="5044">
                        <c:v>45779</c:v>
                      </c:pt>
                      <c:pt idx="5045">
                        <c:v>45782</c:v>
                      </c:pt>
                      <c:pt idx="5046">
                        <c:v>45783</c:v>
                      </c:pt>
                      <c:pt idx="5047">
                        <c:v>45784</c:v>
                      </c:pt>
                      <c:pt idx="5048">
                        <c:v>45785</c:v>
                      </c:pt>
                      <c:pt idx="5049">
                        <c:v>45786</c:v>
                      </c:pt>
                      <c:pt idx="5050">
                        <c:v>45789</c:v>
                      </c:pt>
                      <c:pt idx="5051">
                        <c:v>45790</c:v>
                      </c:pt>
                      <c:pt idx="5052">
                        <c:v>45791</c:v>
                      </c:pt>
                      <c:pt idx="5053">
                        <c:v>45792</c:v>
                      </c:pt>
                      <c:pt idx="5054">
                        <c:v>45793</c:v>
                      </c:pt>
                      <c:pt idx="5055">
                        <c:v>45796</c:v>
                      </c:pt>
                      <c:pt idx="5056">
                        <c:v>45797</c:v>
                      </c:pt>
                      <c:pt idx="5057">
                        <c:v>45798</c:v>
                      </c:pt>
                      <c:pt idx="5058">
                        <c:v>45799</c:v>
                      </c:pt>
                      <c:pt idx="5059">
                        <c:v>45800</c:v>
                      </c:pt>
                      <c:pt idx="5060">
                        <c:v>45803</c:v>
                      </c:pt>
                      <c:pt idx="5061">
                        <c:v>45804</c:v>
                      </c:pt>
                      <c:pt idx="5062">
                        <c:v>45805</c:v>
                      </c:pt>
                      <c:pt idx="5063">
                        <c:v>45806</c:v>
                      </c:pt>
                      <c:pt idx="5064">
                        <c:v>45807</c:v>
                      </c:pt>
                      <c:pt idx="5065">
                        <c:v>45810</c:v>
                      </c:pt>
                      <c:pt idx="5066">
                        <c:v>45811</c:v>
                      </c:pt>
                      <c:pt idx="5067">
                        <c:v>45812</c:v>
                      </c:pt>
                      <c:pt idx="5068">
                        <c:v>45813</c:v>
                      </c:pt>
                      <c:pt idx="5069">
                        <c:v>45814</c:v>
                      </c:pt>
                      <c:pt idx="5070">
                        <c:v>45817</c:v>
                      </c:pt>
                      <c:pt idx="5071">
                        <c:v>45818</c:v>
                      </c:pt>
                      <c:pt idx="5072">
                        <c:v>45819</c:v>
                      </c:pt>
                      <c:pt idx="5073">
                        <c:v>45820</c:v>
                      </c:pt>
                      <c:pt idx="5074">
                        <c:v>45821</c:v>
                      </c:pt>
                      <c:pt idx="5075">
                        <c:v>45824</c:v>
                      </c:pt>
                      <c:pt idx="5076">
                        <c:v>45825</c:v>
                      </c:pt>
                      <c:pt idx="5077">
                        <c:v>45826</c:v>
                      </c:pt>
                      <c:pt idx="5078">
                        <c:v>45827</c:v>
                      </c:pt>
                      <c:pt idx="5079">
                        <c:v>45828</c:v>
                      </c:pt>
                      <c:pt idx="5080">
                        <c:v>45831</c:v>
                      </c:pt>
                      <c:pt idx="5081">
                        <c:v>45832</c:v>
                      </c:pt>
                      <c:pt idx="5082">
                        <c:v>45833</c:v>
                      </c:pt>
                      <c:pt idx="5083">
                        <c:v>45834</c:v>
                      </c:pt>
                      <c:pt idx="5084">
                        <c:v>45835</c:v>
                      </c:pt>
                      <c:pt idx="5085">
                        <c:v>45838</c:v>
                      </c:pt>
                      <c:pt idx="5086">
                        <c:v>45839</c:v>
                      </c:pt>
                      <c:pt idx="5087">
                        <c:v>45840</c:v>
                      </c:pt>
                      <c:pt idx="5088">
                        <c:v>45841</c:v>
                      </c:pt>
                      <c:pt idx="5089">
                        <c:v>45842</c:v>
                      </c:pt>
                      <c:pt idx="5090">
                        <c:v>45845</c:v>
                      </c:pt>
                      <c:pt idx="5091">
                        <c:v>45846</c:v>
                      </c:pt>
                      <c:pt idx="5092">
                        <c:v>45847</c:v>
                      </c:pt>
                      <c:pt idx="5093">
                        <c:v>45848</c:v>
                      </c:pt>
                      <c:pt idx="5094">
                        <c:v>45849</c:v>
                      </c:pt>
                      <c:pt idx="5095">
                        <c:v>45852</c:v>
                      </c:pt>
                      <c:pt idx="5096">
                        <c:v>45853</c:v>
                      </c:pt>
                      <c:pt idx="5097">
                        <c:v>45854</c:v>
                      </c:pt>
                      <c:pt idx="5098">
                        <c:v>45855</c:v>
                      </c:pt>
                      <c:pt idx="5099">
                        <c:v>45856</c:v>
                      </c:pt>
                      <c:pt idx="5100">
                        <c:v>45859</c:v>
                      </c:pt>
                      <c:pt idx="5101">
                        <c:v>45860</c:v>
                      </c:pt>
                      <c:pt idx="5102">
                        <c:v>45861</c:v>
                      </c:pt>
                      <c:pt idx="5103">
                        <c:v>45862</c:v>
                      </c:pt>
                      <c:pt idx="5104">
                        <c:v>45863</c:v>
                      </c:pt>
                      <c:pt idx="5105">
                        <c:v>45866</c:v>
                      </c:pt>
                      <c:pt idx="5106">
                        <c:v>45867</c:v>
                      </c:pt>
                      <c:pt idx="5107">
                        <c:v>45868</c:v>
                      </c:pt>
                      <c:pt idx="5108">
                        <c:v>45869</c:v>
                      </c:pt>
                      <c:pt idx="5109">
                        <c:v>45870</c:v>
                      </c:pt>
                      <c:pt idx="5110">
                        <c:v>45873</c:v>
                      </c:pt>
                      <c:pt idx="5111">
                        <c:v>45874</c:v>
                      </c:pt>
                      <c:pt idx="5112">
                        <c:v>45875</c:v>
                      </c:pt>
                      <c:pt idx="5113">
                        <c:v>45876</c:v>
                      </c:pt>
                      <c:pt idx="5114">
                        <c:v>45877</c:v>
                      </c:pt>
                      <c:pt idx="5115">
                        <c:v>45880</c:v>
                      </c:pt>
                      <c:pt idx="5116">
                        <c:v>45881</c:v>
                      </c:pt>
                      <c:pt idx="5117">
                        <c:v>45882</c:v>
                      </c:pt>
                      <c:pt idx="5118">
                        <c:v>45883</c:v>
                      </c:pt>
                      <c:pt idx="5119">
                        <c:v>45884</c:v>
                      </c:pt>
                      <c:pt idx="5120">
                        <c:v>45887</c:v>
                      </c:pt>
                      <c:pt idx="5121">
                        <c:v>45888</c:v>
                      </c:pt>
                      <c:pt idx="5122">
                        <c:v>45889</c:v>
                      </c:pt>
                      <c:pt idx="5123">
                        <c:v>45890</c:v>
                      </c:pt>
                      <c:pt idx="5124">
                        <c:v>45891</c:v>
                      </c:pt>
                      <c:pt idx="5125">
                        <c:v>45894</c:v>
                      </c:pt>
                      <c:pt idx="5126">
                        <c:v>45895</c:v>
                      </c:pt>
                      <c:pt idx="5127">
                        <c:v>45896</c:v>
                      </c:pt>
                      <c:pt idx="5128">
                        <c:v>45897</c:v>
                      </c:pt>
                      <c:pt idx="5129">
                        <c:v>45898</c:v>
                      </c:pt>
                      <c:pt idx="5130">
                        <c:v>45901</c:v>
                      </c:pt>
                      <c:pt idx="5131">
                        <c:v>45902</c:v>
                      </c:pt>
                      <c:pt idx="5132">
                        <c:v>45903</c:v>
                      </c:pt>
                      <c:pt idx="5133">
                        <c:v>45904</c:v>
                      </c:pt>
                      <c:pt idx="5134">
                        <c:v>45905</c:v>
                      </c:pt>
                      <c:pt idx="5135">
                        <c:v>45908</c:v>
                      </c:pt>
                      <c:pt idx="5136">
                        <c:v>45909</c:v>
                      </c:pt>
                      <c:pt idx="5137">
                        <c:v>45910</c:v>
                      </c:pt>
                      <c:pt idx="5138">
                        <c:v>45911</c:v>
                      </c:pt>
                      <c:pt idx="5139">
                        <c:v>45912</c:v>
                      </c:pt>
                      <c:pt idx="5140">
                        <c:v>45915</c:v>
                      </c:pt>
                      <c:pt idx="5141">
                        <c:v>45916</c:v>
                      </c:pt>
                      <c:pt idx="5142">
                        <c:v>45917</c:v>
                      </c:pt>
                      <c:pt idx="5143">
                        <c:v>45918</c:v>
                      </c:pt>
                      <c:pt idx="5144">
                        <c:v>45919</c:v>
                      </c:pt>
                      <c:pt idx="5145">
                        <c:v>45922</c:v>
                      </c:pt>
                      <c:pt idx="5146">
                        <c:v>45923</c:v>
                      </c:pt>
                      <c:pt idx="5147">
                        <c:v>45924</c:v>
                      </c:pt>
                      <c:pt idx="5148">
                        <c:v>45925</c:v>
                      </c:pt>
                      <c:pt idx="5149">
                        <c:v>45926</c:v>
                      </c:pt>
                      <c:pt idx="5150">
                        <c:v>45929</c:v>
                      </c:pt>
                      <c:pt idx="5151">
                        <c:v>45930</c:v>
                      </c:pt>
                      <c:pt idx="5152">
                        <c:v>45931</c:v>
                      </c:pt>
                      <c:pt idx="5153">
                        <c:v>45932</c:v>
                      </c:pt>
                      <c:pt idx="5154">
                        <c:v>45933</c:v>
                      </c:pt>
                      <c:pt idx="5155">
                        <c:v>45936</c:v>
                      </c:pt>
                      <c:pt idx="5156">
                        <c:v>45937</c:v>
                      </c:pt>
                      <c:pt idx="5157">
                        <c:v>45938</c:v>
                      </c:pt>
                      <c:pt idx="5158">
                        <c:v>45939</c:v>
                      </c:pt>
                      <c:pt idx="5159">
                        <c:v>45940</c:v>
                      </c:pt>
                      <c:pt idx="5160">
                        <c:v>45943</c:v>
                      </c:pt>
                      <c:pt idx="5161">
                        <c:v>45944</c:v>
                      </c:pt>
                      <c:pt idx="5162">
                        <c:v>45945</c:v>
                      </c:pt>
                      <c:pt idx="5163">
                        <c:v>45946</c:v>
                      </c:pt>
                      <c:pt idx="5164">
                        <c:v>45947</c:v>
                      </c:pt>
                      <c:pt idx="5165">
                        <c:v>45950</c:v>
                      </c:pt>
                      <c:pt idx="5166">
                        <c:v>45951</c:v>
                      </c:pt>
                      <c:pt idx="5167">
                        <c:v>45952</c:v>
                      </c:pt>
                      <c:pt idx="5168">
                        <c:v>45953</c:v>
                      </c:pt>
                      <c:pt idx="5169">
                        <c:v>45954</c:v>
                      </c:pt>
                      <c:pt idx="5170">
                        <c:v>45957</c:v>
                      </c:pt>
                      <c:pt idx="5171">
                        <c:v>45958</c:v>
                      </c:pt>
                      <c:pt idx="5172">
                        <c:v>45959</c:v>
                      </c:pt>
                      <c:pt idx="5173">
                        <c:v>45960</c:v>
                      </c:pt>
                      <c:pt idx="5174">
                        <c:v>45961</c:v>
                      </c:pt>
                      <c:pt idx="5175">
                        <c:v>45964</c:v>
                      </c:pt>
                      <c:pt idx="5176">
                        <c:v>45965</c:v>
                      </c:pt>
                      <c:pt idx="5177">
                        <c:v>45966</c:v>
                      </c:pt>
                      <c:pt idx="5178">
                        <c:v>45967</c:v>
                      </c:pt>
                      <c:pt idx="5179">
                        <c:v>45968</c:v>
                      </c:pt>
                      <c:pt idx="5180">
                        <c:v>45971</c:v>
                      </c:pt>
                      <c:pt idx="5181">
                        <c:v>45972</c:v>
                      </c:pt>
                      <c:pt idx="5182">
                        <c:v>45973</c:v>
                      </c:pt>
                      <c:pt idx="5183">
                        <c:v>45974</c:v>
                      </c:pt>
                      <c:pt idx="5184">
                        <c:v>45975</c:v>
                      </c:pt>
                      <c:pt idx="5185">
                        <c:v>45978</c:v>
                      </c:pt>
                      <c:pt idx="5186">
                        <c:v>45979</c:v>
                      </c:pt>
                      <c:pt idx="5187">
                        <c:v>45980</c:v>
                      </c:pt>
                      <c:pt idx="5188">
                        <c:v>45981</c:v>
                      </c:pt>
                      <c:pt idx="5189">
                        <c:v>45982</c:v>
                      </c:pt>
                      <c:pt idx="5190">
                        <c:v>45985</c:v>
                      </c:pt>
                      <c:pt idx="5191">
                        <c:v>45986</c:v>
                      </c:pt>
                      <c:pt idx="5192">
                        <c:v>45987</c:v>
                      </c:pt>
                      <c:pt idx="5193">
                        <c:v>45988</c:v>
                      </c:pt>
                      <c:pt idx="5194">
                        <c:v>45989</c:v>
                      </c:pt>
                      <c:pt idx="5195">
                        <c:v>45992</c:v>
                      </c:pt>
                      <c:pt idx="5196">
                        <c:v>45993</c:v>
                      </c:pt>
                      <c:pt idx="5197">
                        <c:v>45994</c:v>
                      </c:pt>
                      <c:pt idx="5198">
                        <c:v>45995</c:v>
                      </c:pt>
                      <c:pt idx="5199">
                        <c:v>45996</c:v>
                      </c:pt>
                      <c:pt idx="5200">
                        <c:v>45999</c:v>
                      </c:pt>
                      <c:pt idx="5201">
                        <c:v>46000</c:v>
                      </c:pt>
                      <c:pt idx="5202">
                        <c:v>46001</c:v>
                      </c:pt>
                      <c:pt idx="5203">
                        <c:v>46002</c:v>
                      </c:pt>
                      <c:pt idx="5204">
                        <c:v>46003</c:v>
                      </c:pt>
                      <c:pt idx="5205">
                        <c:v>46006</c:v>
                      </c:pt>
                      <c:pt idx="5206">
                        <c:v>46007</c:v>
                      </c:pt>
                      <c:pt idx="5207">
                        <c:v>46008</c:v>
                      </c:pt>
                      <c:pt idx="5208">
                        <c:v>46009</c:v>
                      </c:pt>
                      <c:pt idx="5209">
                        <c:v>46010</c:v>
                      </c:pt>
                      <c:pt idx="5210">
                        <c:v>46013</c:v>
                      </c:pt>
                      <c:pt idx="5211">
                        <c:v>46014</c:v>
                      </c:pt>
                      <c:pt idx="5212">
                        <c:v>46015</c:v>
                      </c:pt>
                      <c:pt idx="5213">
                        <c:v>46016</c:v>
                      </c:pt>
                      <c:pt idx="5214">
                        <c:v>46017</c:v>
                      </c:pt>
                      <c:pt idx="5215">
                        <c:v>46020</c:v>
                      </c:pt>
                      <c:pt idx="5216">
                        <c:v>46021</c:v>
                      </c:pt>
                      <c:pt idx="5217">
                        <c:v>46022</c:v>
                      </c:pt>
                      <c:pt idx="5218">
                        <c:v>46023</c:v>
                      </c:pt>
                      <c:pt idx="5219">
                        <c:v>46024</c:v>
                      </c:pt>
                      <c:pt idx="5220">
                        <c:v>46027</c:v>
                      </c:pt>
                      <c:pt idx="5221">
                        <c:v>46028</c:v>
                      </c:pt>
                      <c:pt idx="5222">
                        <c:v>46029</c:v>
                      </c:pt>
                      <c:pt idx="5223">
                        <c:v>46030</c:v>
                      </c:pt>
                      <c:pt idx="5224">
                        <c:v>46031</c:v>
                      </c:pt>
                      <c:pt idx="5225">
                        <c:v>46034</c:v>
                      </c:pt>
                      <c:pt idx="5226">
                        <c:v>46035</c:v>
                      </c:pt>
                      <c:pt idx="5227">
                        <c:v>46036</c:v>
                      </c:pt>
                      <c:pt idx="5228">
                        <c:v>46037</c:v>
                      </c:pt>
                      <c:pt idx="5229">
                        <c:v>46038</c:v>
                      </c:pt>
                      <c:pt idx="5230">
                        <c:v>46041</c:v>
                      </c:pt>
                      <c:pt idx="5231">
                        <c:v>46042</c:v>
                      </c:pt>
                      <c:pt idx="5232">
                        <c:v>46043</c:v>
                      </c:pt>
                      <c:pt idx="5233">
                        <c:v>46044</c:v>
                      </c:pt>
                      <c:pt idx="5234">
                        <c:v>46045</c:v>
                      </c:pt>
                      <c:pt idx="5235">
                        <c:v>46048</c:v>
                      </c:pt>
                      <c:pt idx="5236">
                        <c:v>46049</c:v>
                      </c:pt>
                      <c:pt idx="5237">
                        <c:v>46050</c:v>
                      </c:pt>
                      <c:pt idx="5238">
                        <c:v>46051</c:v>
                      </c:pt>
                      <c:pt idx="5239">
                        <c:v>46052</c:v>
                      </c:pt>
                      <c:pt idx="5240">
                        <c:v>46055</c:v>
                      </c:pt>
                      <c:pt idx="5241">
                        <c:v>46056</c:v>
                      </c:pt>
                      <c:pt idx="5242">
                        <c:v>46057</c:v>
                      </c:pt>
                      <c:pt idx="5243">
                        <c:v>46058</c:v>
                      </c:pt>
                      <c:pt idx="5244">
                        <c:v>46059</c:v>
                      </c:pt>
                      <c:pt idx="5245">
                        <c:v>46062</c:v>
                      </c:pt>
                      <c:pt idx="5246">
                        <c:v>46063</c:v>
                      </c:pt>
                      <c:pt idx="5247">
                        <c:v>46064</c:v>
                      </c:pt>
                      <c:pt idx="5248">
                        <c:v>46065</c:v>
                      </c:pt>
                      <c:pt idx="5249">
                        <c:v>46066</c:v>
                      </c:pt>
                      <c:pt idx="5250">
                        <c:v>46069</c:v>
                      </c:pt>
                      <c:pt idx="5251">
                        <c:v>46070</c:v>
                      </c:pt>
                      <c:pt idx="5252">
                        <c:v>46071</c:v>
                      </c:pt>
                      <c:pt idx="5253">
                        <c:v>46072</c:v>
                      </c:pt>
                      <c:pt idx="5254">
                        <c:v>46073</c:v>
                      </c:pt>
                      <c:pt idx="5255">
                        <c:v>46076</c:v>
                      </c:pt>
                      <c:pt idx="5256">
                        <c:v>46077</c:v>
                      </c:pt>
                      <c:pt idx="5257">
                        <c:v>46078</c:v>
                      </c:pt>
                      <c:pt idx="5258">
                        <c:v>46079</c:v>
                      </c:pt>
                      <c:pt idx="5259">
                        <c:v>46080</c:v>
                      </c:pt>
                      <c:pt idx="5260">
                        <c:v>46083</c:v>
                      </c:pt>
                      <c:pt idx="5261">
                        <c:v>46084</c:v>
                      </c:pt>
                      <c:pt idx="5262">
                        <c:v>46085</c:v>
                      </c:pt>
                      <c:pt idx="5263">
                        <c:v>46086</c:v>
                      </c:pt>
                      <c:pt idx="5264">
                        <c:v>46087</c:v>
                      </c:pt>
                      <c:pt idx="5265">
                        <c:v>46090</c:v>
                      </c:pt>
                      <c:pt idx="5266">
                        <c:v>46091</c:v>
                      </c:pt>
                      <c:pt idx="5267">
                        <c:v>46092</c:v>
                      </c:pt>
                      <c:pt idx="5268">
                        <c:v>46093</c:v>
                      </c:pt>
                      <c:pt idx="5269">
                        <c:v>46094</c:v>
                      </c:pt>
                      <c:pt idx="5270">
                        <c:v>46097</c:v>
                      </c:pt>
                      <c:pt idx="5271">
                        <c:v>46098</c:v>
                      </c:pt>
                      <c:pt idx="5272">
                        <c:v>46099</c:v>
                      </c:pt>
                      <c:pt idx="5273">
                        <c:v>46100</c:v>
                      </c:pt>
                      <c:pt idx="5274">
                        <c:v>46101</c:v>
                      </c:pt>
                      <c:pt idx="5275">
                        <c:v>46104</c:v>
                      </c:pt>
                      <c:pt idx="5276">
                        <c:v>46105</c:v>
                      </c:pt>
                      <c:pt idx="5277">
                        <c:v>46106</c:v>
                      </c:pt>
                      <c:pt idx="5278">
                        <c:v>46107</c:v>
                      </c:pt>
                      <c:pt idx="5279">
                        <c:v>46108</c:v>
                      </c:pt>
                      <c:pt idx="5280">
                        <c:v>46111</c:v>
                      </c:pt>
                      <c:pt idx="5281">
                        <c:v>46112</c:v>
                      </c:pt>
                      <c:pt idx="5282">
                        <c:v>46113</c:v>
                      </c:pt>
                      <c:pt idx="5283">
                        <c:v>46114</c:v>
                      </c:pt>
                      <c:pt idx="5284">
                        <c:v>46115</c:v>
                      </c:pt>
                      <c:pt idx="5285">
                        <c:v>46118</c:v>
                      </c:pt>
                      <c:pt idx="5286">
                        <c:v>46119</c:v>
                      </c:pt>
                      <c:pt idx="5287">
                        <c:v>46120</c:v>
                      </c:pt>
                      <c:pt idx="5288">
                        <c:v>46121</c:v>
                      </c:pt>
                      <c:pt idx="5289">
                        <c:v>46122</c:v>
                      </c:pt>
                      <c:pt idx="5290">
                        <c:v>46125</c:v>
                      </c:pt>
                      <c:pt idx="5291">
                        <c:v>46126</c:v>
                      </c:pt>
                      <c:pt idx="5292">
                        <c:v>46127</c:v>
                      </c:pt>
                      <c:pt idx="5293">
                        <c:v>46128</c:v>
                      </c:pt>
                      <c:pt idx="5294">
                        <c:v>46129</c:v>
                      </c:pt>
                      <c:pt idx="5295">
                        <c:v>46132</c:v>
                      </c:pt>
                      <c:pt idx="5296">
                        <c:v>46133</c:v>
                      </c:pt>
                      <c:pt idx="5297">
                        <c:v>46134</c:v>
                      </c:pt>
                      <c:pt idx="5298">
                        <c:v>46135</c:v>
                      </c:pt>
                      <c:pt idx="5299">
                        <c:v>46136</c:v>
                      </c:pt>
                      <c:pt idx="5300">
                        <c:v>46139</c:v>
                      </c:pt>
                      <c:pt idx="5301">
                        <c:v>46140</c:v>
                      </c:pt>
                      <c:pt idx="5302">
                        <c:v>46141</c:v>
                      </c:pt>
                      <c:pt idx="5303">
                        <c:v>46142</c:v>
                      </c:pt>
                      <c:pt idx="5304">
                        <c:v>46143</c:v>
                      </c:pt>
                      <c:pt idx="5305">
                        <c:v>46146</c:v>
                      </c:pt>
                      <c:pt idx="5306">
                        <c:v>46147</c:v>
                      </c:pt>
                      <c:pt idx="5307">
                        <c:v>46148</c:v>
                      </c:pt>
                      <c:pt idx="5308">
                        <c:v>46149</c:v>
                      </c:pt>
                      <c:pt idx="5309">
                        <c:v>46150</c:v>
                      </c:pt>
                      <c:pt idx="5310">
                        <c:v>46153</c:v>
                      </c:pt>
                      <c:pt idx="5311">
                        <c:v>46154</c:v>
                      </c:pt>
                      <c:pt idx="5312">
                        <c:v>46155</c:v>
                      </c:pt>
                      <c:pt idx="5313">
                        <c:v>46156</c:v>
                      </c:pt>
                      <c:pt idx="5314">
                        <c:v>46157</c:v>
                      </c:pt>
                      <c:pt idx="5315">
                        <c:v>46160</c:v>
                      </c:pt>
                      <c:pt idx="5316">
                        <c:v>46161</c:v>
                      </c:pt>
                      <c:pt idx="5317">
                        <c:v>46162</c:v>
                      </c:pt>
                      <c:pt idx="5318">
                        <c:v>46163</c:v>
                      </c:pt>
                      <c:pt idx="5319">
                        <c:v>46164</c:v>
                      </c:pt>
                      <c:pt idx="5320">
                        <c:v>46167</c:v>
                      </c:pt>
                      <c:pt idx="5321">
                        <c:v>46168</c:v>
                      </c:pt>
                      <c:pt idx="5322">
                        <c:v>46169</c:v>
                      </c:pt>
                      <c:pt idx="5323">
                        <c:v>46170</c:v>
                      </c:pt>
                      <c:pt idx="5324">
                        <c:v>46171</c:v>
                      </c:pt>
                      <c:pt idx="5325">
                        <c:v>46174</c:v>
                      </c:pt>
                      <c:pt idx="5326">
                        <c:v>46175</c:v>
                      </c:pt>
                      <c:pt idx="5327">
                        <c:v>46176</c:v>
                      </c:pt>
                      <c:pt idx="5328">
                        <c:v>46177</c:v>
                      </c:pt>
                      <c:pt idx="5329">
                        <c:v>46178</c:v>
                      </c:pt>
                      <c:pt idx="5330">
                        <c:v>46181</c:v>
                      </c:pt>
                      <c:pt idx="5331">
                        <c:v>46182</c:v>
                      </c:pt>
                      <c:pt idx="5332">
                        <c:v>46183</c:v>
                      </c:pt>
                      <c:pt idx="5333">
                        <c:v>46184</c:v>
                      </c:pt>
                      <c:pt idx="5334">
                        <c:v>46185</c:v>
                      </c:pt>
                      <c:pt idx="5335">
                        <c:v>46188</c:v>
                      </c:pt>
                      <c:pt idx="5336">
                        <c:v>46189</c:v>
                      </c:pt>
                      <c:pt idx="5337">
                        <c:v>46190</c:v>
                      </c:pt>
                      <c:pt idx="5338">
                        <c:v>46191</c:v>
                      </c:pt>
                    </c:numCache>
                  </c:numRef>
                </c:cat>
                <c:val>
                  <c:numRef>
                    <c:extLst>
                      <c:ext uri="{02D57815-91ED-43cb-92C2-25804820EDAC}">
                        <c15:formulaRef>
                          <c15:sqref>'worldwide policy rate'!$G$2:$G$7950</c15:sqref>
                        </c15:formulaRef>
                      </c:ext>
                    </c:extLst>
                    <c:numCache>
                      <c:formatCode>General</c:formatCode>
                      <c:ptCount val="79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15</c:v>
                      </c:pt>
                      <c:pt idx="571">
                        <c:v>15</c:v>
                      </c:pt>
                      <c:pt idx="572">
                        <c:v>15</c:v>
                      </c:pt>
                      <c:pt idx="573">
                        <c:v>15</c:v>
                      </c:pt>
                      <c:pt idx="574">
                        <c:v>15</c:v>
                      </c:pt>
                      <c:pt idx="575">
                        <c:v>15</c:v>
                      </c:pt>
                      <c:pt idx="576">
                        <c:v>15</c:v>
                      </c:pt>
                      <c:pt idx="577">
                        <c:v>15</c:v>
                      </c:pt>
                      <c:pt idx="578">
                        <c:v>15</c:v>
                      </c:pt>
                      <c:pt idx="579">
                        <c:v>15</c:v>
                      </c:pt>
                      <c:pt idx="580">
                        <c:v>15</c:v>
                      </c:pt>
                      <c:pt idx="581">
                        <c:v>15</c:v>
                      </c:pt>
                      <c:pt idx="582">
                        <c:v>15</c:v>
                      </c:pt>
                      <c:pt idx="583">
                        <c:v>15</c:v>
                      </c:pt>
                      <c:pt idx="584">
                        <c:v>15</c:v>
                      </c:pt>
                      <c:pt idx="585">
                        <c:v>15</c:v>
                      </c:pt>
                      <c:pt idx="586">
                        <c:v>15</c:v>
                      </c:pt>
                      <c:pt idx="587">
                        <c:v>15</c:v>
                      </c:pt>
                      <c:pt idx="588">
                        <c:v>15</c:v>
                      </c:pt>
                      <c:pt idx="589">
                        <c:v>15</c:v>
                      </c:pt>
                      <c:pt idx="590">
                        <c:v>15</c:v>
                      </c:pt>
                      <c:pt idx="591">
                        <c:v>14.99</c:v>
                      </c:pt>
                      <c:pt idx="592">
                        <c:v>14.99</c:v>
                      </c:pt>
                      <c:pt idx="593">
                        <c:v>14.95</c:v>
                      </c:pt>
                      <c:pt idx="594">
                        <c:v>14.95</c:v>
                      </c:pt>
                      <c:pt idx="595">
                        <c:v>14.95</c:v>
                      </c:pt>
                      <c:pt idx="596">
                        <c:v>14.92</c:v>
                      </c:pt>
                      <c:pt idx="597">
                        <c:v>14.9</c:v>
                      </c:pt>
                      <c:pt idx="598">
                        <c:v>14.85</c:v>
                      </c:pt>
                      <c:pt idx="599">
                        <c:v>14.85</c:v>
                      </c:pt>
                      <c:pt idx="600">
                        <c:v>14.88</c:v>
                      </c:pt>
                      <c:pt idx="601">
                        <c:v>14.92</c:v>
                      </c:pt>
                      <c:pt idx="602">
                        <c:v>14.88</c:v>
                      </c:pt>
                      <c:pt idx="603">
                        <c:v>14.88</c:v>
                      </c:pt>
                      <c:pt idx="604">
                        <c:v>14.88</c:v>
                      </c:pt>
                      <c:pt idx="605">
                        <c:v>14.88</c:v>
                      </c:pt>
                      <c:pt idx="606">
                        <c:v>14.91</c:v>
                      </c:pt>
                      <c:pt idx="607">
                        <c:v>14.93</c:v>
                      </c:pt>
                      <c:pt idx="608">
                        <c:v>14.93</c:v>
                      </c:pt>
                      <c:pt idx="609">
                        <c:v>14.93</c:v>
                      </c:pt>
                      <c:pt idx="610">
                        <c:v>14.93</c:v>
                      </c:pt>
                      <c:pt idx="611">
                        <c:v>14.9</c:v>
                      </c:pt>
                      <c:pt idx="612">
                        <c:v>14.87</c:v>
                      </c:pt>
                      <c:pt idx="613">
                        <c:v>14.85</c:v>
                      </c:pt>
                      <c:pt idx="614">
                        <c:v>14.8</c:v>
                      </c:pt>
                      <c:pt idx="615">
                        <c:v>14.79</c:v>
                      </c:pt>
                      <c:pt idx="616">
                        <c:v>14.8</c:v>
                      </c:pt>
                      <c:pt idx="617">
                        <c:v>14.83</c:v>
                      </c:pt>
                      <c:pt idx="618">
                        <c:v>14.99</c:v>
                      </c:pt>
                      <c:pt idx="619">
                        <c:v>15</c:v>
                      </c:pt>
                      <c:pt idx="620">
                        <c:v>15.15</c:v>
                      </c:pt>
                      <c:pt idx="621">
                        <c:v>15.26</c:v>
                      </c:pt>
                      <c:pt idx="622">
                        <c:v>15.5</c:v>
                      </c:pt>
                      <c:pt idx="623">
                        <c:v>15.66</c:v>
                      </c:pt>
                      <c:pt idx="624">
                        <c:v>15.8</c:v>
                      </c:pt>
                      <c:pt idx="625">
                        <c:v>16.09</c:v>
                      </c:pt>
                      <c:pt idx="626">
                        <c:v>18</c:v>
                      </c:pt>
                      <c:pt idx="627">
                        <c:v>18</c:v>
                      </c:pt>
                      <c:pt idx="628">
                        <c:v>18</c:v>
                      </c:pt>
                      <c:pt idx="629">
                        <c:v>18</c:v>
                      </c:pt>
                      <c:pt idx="630">
                        <c:v>18</c:v>
                      </c:pt>
                      <c:pt idx="631">
                        <c:v>18</c:v>
                      </c:pt>
                      <c:pt idx="632">
                        <c:v>18</c:v>
                      </c:pt>
                      <c:pt idx="633">
                        <c:v>17.5</c:v>
                      </c:pt>
                      <c:pt idx="634">
                        <c:v>17.5</c:v>
                      </c:pt>
                      <c:pt idx="635">
                        <c:v>17.5</c:v>
                      </c:pt>
                      <c:pt idx="636">
                        <c:v>17.5</c:v>
                      </c:pt>
                      <c:pt idx="637">
                        <c:v>17.5</c:v>
                      </c:pt>
                      <c:pt idx="638">
                        <c:v>17.5</c:v>
                      </c:pt>
                      <c:pt idx="639">
                        <c:v>17</c:v>
                      </c:pt>
                      <c:pt idx="640">
                        <c:v>17</c:v>
                      </c:pt>
                      <c:pt idx="641">
                        <c:v>17</c:v>
                      </c:pt>
                      <c:pt idx="642">
                        <c:v>17</c:v>
                      </c:pt>
                      <c:pt idx="643">
                        <c:v>17</c:v>
                      </c:pt>
                      <c:pt idx="644">
                        <c:v>20.38</c:v>
                      </c:pt>
                      <c:pt idx="645">
                        <c:v>23.99</c:v>
                      </c:pt>
                      <c:pt idx="646">
                        <c:v>20.46</c:v>
                      </c:pt>
                      <c:pt idx="647">
                        <c:v>18.71</c:v>
                      </c:pt>
                      <c:pt idx="648">
                        <c:v>17.34</c:v>
                      </c:pt>
                      <c:pt idx="649">
                        <c:v>18.309999999999999</c:v>
                      </c:pt>
                      <c:pt idx="650">
                        <c:v>20.079999999999998</c:v>
                      </c:pt>
                      <c:pt idx="651">
                        <c:v>20.21</c:v>
                      </c:pt>
                      <c:pt idx="652">
                        <c:v>20.53</c:v>
                      </c:pt>
                      <c:pt idx="653">
                        <c:v>20.38</c:v>
                      </c:pt>
                      <c:pt idx="654">
                        <c:v>20.58</c:v>
                      </c:pt>
                      <c:pt idx="655">
                        <c:v>21.12</c:v>
                      </c:pt>
                      <c:pt idx="656">
                        <c:v>21.15</c:v>
                      </c:pt>
                      <c:pt idx="657">
                        <c:v>21.15</c:v>
                      </c:pt>
                      <c:pt idx="658">
                        <c:v>21.17</c:v>
                      </c:pt>
                      <c:pt idx="659">
                        <c:v>21.21</c:v>
                      </c:pt>
                      <c:pt idx="660">
                        <c:v>21.23</c:v>
                      </c:pt>
                      <c:pt idx="661">
                        <c:v>21.25</c:v>
                      </c:pt>
                      <c:pt idx="662">
                        <c:v>21.28</c:v>
                      </c:pt>
                      <c:pt idx="663">
                        <c:v>21.28</c:v>
                      </c:pt>
                      <c:pt idx="664">
                        <c:v>21.28</c:v>
                      </c:pt>
                      <c:pt idx="665">
                        <c:v>21.29</c:v>
                      </c:pt>
                      <c:pt idx="666">
                        <c:v>21.3</c:v>
                      </c:pt>
                      <c:pt idx="667">
                        <c:v>21.32</c:v>
                      </c:pt>
                      <c:pt idx="668">
                        <c:v>21.32</c:v>
                      </c:pt>
                      <c:pt idx="669">
                        <c:v>21.32</c:v>
                      </c:pt>
                      <c:pt idx="670">
                        <c:v>21.32</c:v>
                      </c:pt>
                      <c:pt idx="671">
                        <c:v>21.33</c:v>
                      </c:pt>
                      <c:pt idx="672">
                        <c:v>21.33</c:v>
                      </c:pt>
                      <c:pt idx="673">
                        <c:v>21.34</c:v>
                      </c:pt>
                      <c:pt idx="674">
                        <c:v>21.35</c:v>
                      </c:pt>
                      <c:pt idx="675">
                        <c:v>21.35</c:v>
                      </c:pt>
                      <c:pt idx="676">
                        <c:v>21.35</c:v>
                      </c:pt>
                      <c:pt idx="677">
                        <c:v>21.35</c:v>
                      </c:pt>
                      <c:pt idx="678">
                        <c:v>21.35</c:v>
                      </c:pt>
                      <c:pt idx="679">
                        <c:v>21.36</c:v>
                      </c:pt>
                      <c:pt idx="680">
                        <c:v>21.36</c:v>
                      </c:pt>
                      <c:pt idx="681">
                        <c:v>21.36</c:v>
                      </c:pt>
                      <c:pt idx="682">
                        <c:v>21.36</c:v>
                      </c:pt>
                      <c:pt idx="683">
                        <c:v>21.36</c:v>
                      </c:pt>
                      <c:pt idx="684">
                        <c:v>21.36</c:v>
                      </c:pt>
                      <c:pt idx="685">
                        <c:v>21.37</c:v>
                      </c:pt>
                      <c:pt idx="686">
                        <c:v>21.37</c:v>
                      </c:pt>
                      <c:pt idx="687">
                        <c:v>21.37</c:v>
                      </c:pt>
                      <c:pt idx="688">
                        <c:v>21.37</c:v>
                      </c:pt>
                      <c:pt idx="689">
                        <c:v>21.37</c:v>
                      </c:pt>
                      <c:pt idx="690">
                        <c:v>21.37</c:v>
                      </c:pt>
                      <c:pt idx="691">
                        <c:v>21.37</c:v>
                      </c:pt>
                      <c:pt idx="692">
                        <c:v>21.37</c:v>
                      </c:pt>
                      <c:pt idx="693">
                        <c:v>21.37</c:v>
                      </c:pt>
                      <c:pt idx="694">
                        <c:v>21.85</c:v>
                      </c:pt>
                      <c:pt idx="695">
                        <c:v>21.85</c:v>
                      </c:pt>
                      <c:pt idx="696">
                        <c:v>21.86</c:v>
                      </c:pt>
                      <c:pt idx="697">
                        <c:v>21.86</c:v>
                      </c:pt>
                      <c:pt idx="698">
                        <c:v>21.86</c:v>
                      </c:pt>
                      <c:pt idx="699">
                        <c:v>21.86</c:v>
                      </c:pt>
                      <c:pt idx="700">
                        <c:v>21.86</c:v>
                      </c:pt>
                      <c:pt idx="701">
                        <c:v>21.86</c:v>
                      </c:pt>
                      <c:pt idx="702">
                        <c:v>21.86</c:v>
                      </c:pt>
                      <c:pt idx="703">
                        <c:v>21.86</c:v>
                      </c:pt>
                      <c:pt idx="704">
                        <c:v>21.86</c:v>
                      </c:pt>
                      <c:pt idx="705">
                        <c:v>21.86</c:v>
                      </c:pt>
                      <c:pt idx="706">
                        <c:v>21.86</c:v>
                      </c:pt>
                      <c:pt idx="707">
                        <c:v>21.86</c:v>
                      </c:pt>
                      <c:pt idx="708">
                        <c:v>21.86</c:v>
                      </c:pt>
                      <c:pt idx="709">
                        <c:v>21.86</c:v>
                      </c:pt>
                      <c:pt idx="710">
                        <c:v>21.86</c:v>
                      </c:pt>
                      <c:pt idx="711">
                        <c:v>21.86</c:v>
                      </c:pt>
                      <c:pt idx="712">
                        <c:v>21.86</c:v>
                      </c:pt>
                      <c:pt idx="713">
                        <c:v>21.86</c:v>
                      </c:pt>
                      <c:pt idx="714">
                        <c:v>21.86</c:v>
                      </c:pt>
                      <c:pt idx="715">
                        <c:v>21.86</c:v>
                      </c:pt>
                      <c:pt idx="716">
                        <c:v>21.86</c:v>
                      </c:pt>
                      <c:pt idx="717">
                        <c:v>21.86</c:v>
                      </c:pt>
                      <c:pt idx="718">
                        <c:v>21.86</c:v>
                      </c:pt>
                      <c:pt idx="719">
                        <c:v>21.86</c:v>
                      </c:pt>
                      <c:pt idx="720">
                        <c:v>21.86</c:v>
                      </c:pt>
                      <c:pt idx="721">
                        <c:v>21.86</c:v>
                      </c:pt>
                      <c:pt idx="722">
                        <c:v>21.86</c:v>
                      </c:pt>
                      <c:pt idx="723">
                        <c:v>21.86</c:v>
                      </c:pt>
                      <c:pt idx="724">
                        <c:v>21.86</c:v>
                      </c:pt>
                      <c:pt idx="725">
                        <c:v>21.86</c:v>
                      </c:pt>
                      <c:pt idx="726">
                        <c:v>21.86</c:v>
                      </c:pt>
                      <c:pt idx="727">
                        <c:v>21.61</c:v>
                      </c:pt>
                      <c:pt idx="728">
                        <c:v>21.6</c:v>
                      </c:pt>
                      <c:pt idx="729">
                        <c:v>21.34</c:v>
                      </c:pt>
                      <c:pt idx="730">
                        <c:v>21.34</c:v>
                      </c:pt>
                      <c:pt idx="731">
                        <c:v>21.25</c:v>
                      </c:pt>
                      <c:pt idx="732">
                        <c:v>21.25</c:v>
                      </c:pt>
                      <c:pt idx="733">
                        <c:v>21.15</c:v>
                      </c:pt>
                      <c:pt idx="734">
                        <c:v>21.07</c:v>
                      </c:pt>
                      <c:pt idx="735">
                        <c:v>21.02</c:v>
                      </c:pt>
                      <c:pt idx="736">
                        <c:v>20.96</c:v>
                      </c:pt>
                      <c:pt idx="737">
                        <c:v>20.92</c:v>
                      </c:pt>
                      <c:pt idx="738">
                        <c:v>20.81</c:v>
                      </c:pt>
                      <c:pt idx="739">
                        <c:v>20.72</c:v>
                      </c:pt>
                      <c:pt idx="740">
                        <c:v>20.51</c:v>
                      </c:pt>
                      <c:pt idx="741">
                        <c:v>20.46</c:v>
                      </c:pt>
                      <c:pt idx="742">
                        <c:v>20.21</c:v>
                      </c:pt>
                      <c:pt idx="743">
                        <c:v>20.16</c:v>
                      </c:pt>
                      <c:pt idx="744">
                        <c:v>20.16</c:v>
                      </c:pt>
                      <c:pt idx="745">
                        <c:v>20.079999999999998</c:v>
                      </c:pt>
                      <c:pt idx="746">
                        <c:v>20.05</c:v>
                      </c:pt>
                      <c:pt idx="747">
                        <c:v>20.03</c:v>
                      </c:pt>
                      <c:pt idx="748">
                        <c:v>20.03</c:v>
                      </c:pt>
                      <c:pt idx="749">
                        <c:v>20.03</c:v>
                      </c:pt>
                      <c:pt idx="750">
                        <c:v>20.02</c:v>
                      </c:pt>
                      <c:pt idx="751">
                        <c:v>19.989999999999998</c:v>
                      </c:pt>
                      <c:pt idx="752">
                        <c:v>19.95</c:v>
                      </c:pt>
                      <c:pt idx="753">
                        <c:v>19.93</c:v>
                      </c:pt>
                      <c:pt idx="754">
                        <c:v>19.899999999999999</c:v>
                      </c:pt>
                      <c:pt idx="755">
                        <c:v>19.88</c:v>
                      </c:pt>
                      <c:pt idx="756">
                        <c:v>19.86</c:v>
                      </c:pt>
                      <c:pt idx="757">
                        <c:v>19.829999999999998</c:v>
                      </c:pt>
                      <c:pt idx="758">
                        <c:v>19.809999999999999</c:v>
                      </c:pt>
                      <c:pt idx="759">
                        <c:v>19.760000000000002</c:v>
                      </c:pt>
                      <c:pt idx="760">
                        <c:v>19.73</c:v>
                      </c:pt>
                      <c:pt idx="761">
                        <c:v>19.73</c:v>
                      </c:pt>
                      <c:pt idx="762">
                        <c:v>19.489999999999998</c:v>
                      </c:pt>
                      <c:pt idx="763">
                        <c:v>19.41</c:v>
                      </c:pt>
                      <c:pt idx="764">
                        <c:v>19.41</c:v>
                      </c:pt>
                      <c:pt idx="765">
                        <c:v>19.41</c:v>
                      </c:pt>
                      <c:pt idx="766">
                        <c:v>19.41</c:v>
                      </c:pt>
                      <c:pt idx="767">
                        <c:v>19.41</c:v>
                      </c:pt>
                      <c:pt idx="768">
                        <c:v>19.39</c:v>
                      </c:pt>
                      <c:pt idx="769">
                        <c:v>19.36</c:v>
                      </c:pt>
                      <c:pt idx="770">
                        <c:v>19.36</c:v>
                      </c:pt>
                      <c:pt idx="771">
                        <c:v>19.36</c:v>
                      </c:pt>
                      <c:pt idx="772">
                        <c:v>19.36</c:v>
                      </c:pt>
                      <c:pt idx="773">
                        <c:v>19.36</c:v>
                      </c:pt>
                      <c:pt idx="774">
                        <c:v>19.36</c:v>
                      </c:pt>
                      <c:pt idx="775">
                        <c:v>19.350000000000001</c:v>
                      </c:pt>
                      <c:pt idx="776">
                        <c:v>19.350000000000001</c:v>
                      </c:pt>
                      <c:pt idx="777">
                        <c:v>19.350000000000001</c:v>
                      </c:pt>
                      <c:pt idx="778">
                        <c:v>19.34</c:v>
                      </c:pt>
                      <c:pt idx="779">
                        <c:v>19.34</c:v>
                      </c:pt>
                      <c:pt idx="780">
                        <c:v>19.34</c:v>
                      </c:pt>
                      <c:pt idx="781">
                        <c:v>19.329999999999998</c:v>
                      </c:pt>
                      <c:pt idx="782">
                        <c:v>19.329999999999998</c:v>
                      </c:pt>
                      <c:pt idx="783">
                        <c:v>19.32</c:v>
                      </c:pt>
                      <c:pt idx="784">
                        <c:v>19.32</c:v>
                      </c:pt>
                      <c:pt idx="785">
                        <c:v>19.309999999999999</c:v>
                      </c:pt>
                      <c:pt idx="786">
                        <c:v>19.260000000000002</c:v>
                      </c:pt>
                      <c:pt idx="787">
                        <c:v>19.16</c:v>
                      </c:pt>
                      <c:pt idx="788">
                        <c:v>19.05</c:v>
                      </c:pt>
                      <c:pt idx="789">
                        <c:v>18.989999999999998</c:v>
                      </c:pt>
                      <c:pt idx="790">
                        <c:v>18.98</c:v>
                      </c:pt>
                      <c:pt idx="791">
                        <c:v>18.97</c:v>
                      </c:pt>
                      <c:pt idx="792">
                        <c:v>18.97</c:v>
                      </c:pt>
                      <c:pt idx="793">
                        <c:v>18.97</c:v>
                      </c:pt>
                      <c:pt idx="794">
                        <c:v>18.97</c:v>
                      </c:pt>
                      <c:pt idx="795">
                        <c:v>18.97</c:v>
                      </c:pt>
                      <c:pt idx="796">
                        <c:v>18.97</c:v>
                      </c:pt>
                      <c:pt idx="797">
                        <c:v>18.96</c:v>
                      </c:pt>
                      <c:pt idx="798">
                        <c:v>18.96</c:v>
                      </c:pt>
                      <c:pt idx="799">
                        <c:v>18.95</c:v>
                      </c:pt>
                      <c:pt idx="800">
                        <c:v>18.940000000000001</c:v>
                      </c:pt>
                      <c:pt idx="801">
                        <c:v>18.920000000000002</c:v>
                      </c:pt>
                      <c:pt idx="802">
                        <c:v>18.899999999999999</c:v>
                      </c:pt>
                      <c:pt idx="803">
                        <c:v>18.87</c:v>
                      </c:pt>
                      <c:pt idx="804">
                        <c:v>18.829999999999998</c:v>
                      </c:pt>
                      <c:pt idx="805">
                        <c:v>18.73</c:v>
                      </c:pt>
                      <c:pt idx="806">
                        <c:v>18.649999999999999</c:v>
                      </c:pt>
                      <c:pt idx="807">
                        <c:v>18.579999999999998</c:v>
                      </c:pt>
                      <c:pt idx="808">
                        <c:v>18.52</c:v>
                      </c:pt>
                      <c:pt idx="809">
                        <c:v>18.28</c:v>
                      </c:pt>
                      <c:pt idx="810">
                        <c:v>17.989999999999998</c:v>
                      </c:pt>
                      <c:pt idx="811">
                        <c:v>17.84</c:v>
                      </c:pt>
                      <c:pt idx="812">
                        <c:v>17.8</c:v>
                      </c:pt>
                      <c:pt idx="813">
                        <c:v>17.75</c:v>
                      </c:pt>
                      <c:pt idx="814">
                        <c:v>17.66</c:v>
                      </c:pt>
                      <c:pt idx="815">
                        <c:v>17.61</c:v>
                      </c:pt>
                      <c:pt idx="816">
                        <c:v>17.59</c:v>
                      </c:pt>
                      <c:pt idx="817">
                        <c:v>17.559999999999999</c:v>
                      </c:pt>
                      <c:pt idx="818">
                        <c:v>17.52</c:v>
                      </c:pt>
                      <c:pt idx="819">
                        <c:v>17.510000000000002</c:v>
                      </c:pt>
                      <c:pt idx="820">
                        <c:v>17.510000000000002</c:v>
                      </c:pt>
                      <c:pt idx="821">
                        <c:v>17.47</c:v>
                      </c:pt>
                      <c:pt idx="822">
                        <c:v>17.440000000000001</c:v>
                      </c:pt>
                      <c:pt idx="823">
                        <c:v>17.420000000000002</c:v>
                      </c:pt>
                      <c:pt idx="824">
                        <c:v>17.36</c:v>
                      </c:pt>
                      <c:pt idx="825">
                        <c:v>17.3</c:v>
                      </c:pt>
                      <c:pt idx="826">
                        <c:v>17.18</c:v>
                      </c:pt>
                      <c:pt idx="827">
                        <c:v>17.12</c:v>
                      </c:pt>
                      <c:pt idx="828">
                        <c:v>17.07</c:v>
                      </c:pt>
                      <c:pt idx="829">
                        <c:v>17.010000000000002</c:v>
                      </c:pt>
                      <c:pt idx="830">
                        <c:v>16.989999999999998</c:v>
                      </c:pt>
                      <c:pt idx="831">
                        <c:v>16.95</c:v>
                      </c:pt>
                      <c:pt idx="832">
                        <c:v>16.920000000000002</c:v>
                      </c:pt>
                      <c:pt idx="833">
                        <c:v>16.899999999999999</c:v>
                      </c:pt>
                      <c:pt idx="834">
                        <c:v>16.87</c:v>
                      </c:pt>
                      <c:pt idx="835">
                        <c:v>16.829999999999998</c:v>
                      </c:pt>
                      <c:pt idx="836">
                        <c:v>16.82</c:v>
                      </c:pt>
                      <c:pt idx="837">
                        <c:v>16.8</c:v>
                      </c:pt>
                      <c:pt idx="838">
                        <c:v>16.77</c:v>
                      </c:pt>
                      <c:pt idx="839">
                        <c:v>16.75</c:v>
                      </c:pt>
                      <c:pt idx="840">
                        <c:v>16.75</c:v>
                      </c:pt>
                      <c:pt idx="841">
                        <c:v>16.72</c:v>
                      </c:pt>
                      <c:pt idx="842">
                        <c:v>16.690000000000001</c:v>
                      </c:pt>
                      <c:pt idx="843">
                        <c:v>16.670000000000002</c:v>
                      </c:pt>
                      <c:pt idx="844">
                        <c:v>16.63</c:v>
                      </c:pt>
                      <c:pt idx="845">
                        <c:v>16.59</c:v>
                      </c:pt>
                      <c:pt idx="846">
                        <c:v>16.55</c:v>
                      </c:pt>
                      <c:pt idx="847">
                        <c:v>16.5</c:v>
                      </c:pt>
                      <c:pt idx="848">
                        <c:v>16.46</c:v>
                      </c:pt>
                      <c:pt idx="849">
                        <c:v>16.46</c:v>
                      </c:pt>
                      <c:pt idx="850">
                        <c:v>16.46</c:v>
                      </c:pt>
                      <c:pt idx="851">
                        <c:v>16.39</c:v>
                      </c:pt>
                      <c:pt idx="852">
                        <c:v>16.3</c:v>
                      </c:pt>
                      <c:pt idx="853">
                        <c:v>16.190000000000001</c:v>
                      </c:pt>
                      <c:pt idx="854">
                        <c:v>16.09</c:v>
                      </c:pt>
                      <c:pt idx="855">
                        <c:v>16.010000000000002</c:v>
                      </c:pt>
                      <c:pt idx="856">
                        <c:v>16</c:v>
                      </c:pt>
                      <c:pt idx="857">
                        <c:v>15.97</c:v>
                      </c:pt>
                      <c:pt idx="858">
                        <c:v>15.95</c:v>
                      </c:pt>
                      <c:pt idx="859">
                        <c:v>15.91</c:v>
                      </c:pt>
                      <c:pt idx="860">
                        <c:v>15.88</c:v>
                      </c:pt>
                      <c:pt idx="861">
                        <c:v>15.86</c:v>
                      </c:pt>
                      <c:pt idx="862">
                        <c:v>15.83</c:v>
                      </c:pt>
                      <c:pt idx="863">
                        <c:v>15.79</c:v>
                      </c:pt>
                      <c:pt idx="864">
                        <c:v>15.77</c:v>
                      </c:pt>
                      <c:pt idx="865">
                        <c:v>15.74</c:v>
                      </c:pt>
                      <c:pt idx="866">
                        <c:v>15.74</c:v>
                      </c:pt>
                      <c:pt idx="867">
                        <c:v>15.72</c:v>
                      </c:pt>
                      <c:pt idx="868">
                        <c:v>15.69</c:v>
                      </c:pt>
                      <c:pt idx="869">
                        <c:v>15.67</c:v>
                      </c:pt>
                      <c:pt idx="870">
                        <c:v>15.63</c:v>
                      </c:pt>
                      <c:pt idx="871">
                        <c:v>15.6</c:v>
                      </c:pt>
                      <c:pt idx="872">
                        <c:v>15.56</c:v>
                      </c:pt>
                      <c:pt idx="873">
                        <c:v>15.52</c:v>
                      </c:pt>
                      <c:pt idx="874">
                        <c:v>15.51</c:v>
                      </c:pt>
                      <c:pt idx="875">
                        <c:v>15.5</c:v>
                      </c:pt>
                      <c:pt idx="876">
                        <c:v>15.48</c:v>
                      </c:pt>
                      <c:pt idx="877">
                        <c:v>15.45</c:v>
                      </c:pt>
                      <c:pt idx="878">
                        <c:v>15.46</c:v>
                      </c:pt>
                      <c:pt idx="879">
                        <c:v>15.46</c:v>
                      </c:pt>
                      <c:pt idx="880">
                        <c:v>15.46</c:v>
                      </c:pt>
                      <c:pt idx="881">
                        <c:v>15.46</c:v>
                      </c:pt>
                      <c:pt idx="882">
                        <c:v>15.46</c:v>
                      </c:pt>
                      <c:pt idx="883">
                        <c:v>15.46</c:v>
                      </c:pt>
                      <c:pt idx="884">
                        <c:v>15.46</c:v>
                      </c:pt>
                      <c:pt idx="885">
                        <c:v>15.46</c:v>
                      </c:pt>
                      <c:pt idx="886">
                        <c:v>15.46</c:v>
                      </c:pt>
                      <c:pt idx="887">
                        <c:v>15.46</c:v>
                      </c:pt>
                      <c:pt idx="888">
                        <c:v>15.46</c:v>
                      </c:pt>
                      <c:pt idx="889">
                        <c:v>15.46</c:v>
                      </c:pt>
                      <c:pt idx="890">
                        <c:v>15.46</c:v>
                      </c:pt>
                      <c:pt idx="891">
                        <c:v>15.46</c:v>
                      </c:pt>
                      <c:pt idx="892">
                        <c:v>15.46</c:v>
                      </c:pt>
                      <c:pt idx="893">
                        <c:v>15.46</c:v>
                      </c:pt>
                      <c:pt idx="894">
                        <c:v>15.46</c:v>
                      </c:pt>
                      <c:pt idx="895">
                        <c:v>15.43</c:v>
                      </c:pt>
                      <c:pt idx="896">
                        <c:v>15.41</c:v>
                      </c:pt>
                      <c:pt idx="897">
                        <c:v>15.38</c:v>
                      </c:pt>
                      <c:pt idx="898">
                        <c:v>15.35</c:v>
                      </c:pt>
                      <c:pt idx="899">
                        <c:v>15.31</c:v>
                      </c:pt>
                      <c:pt idx="900">
                        <c:v>15.28</c:v>
                      </c:pt>
                      <c:pt idx="901">
                        <c:v>15.25</c:v>
                      </c:pt>
                      <c:pt idx="902">
                        <c:v>15.25</c:v>
                      </c:pt>
                      <c:pt idx="903">
                        <c:v>15.22</c:v>
                      </c:pt>
                      <c:pt idx="904">
                        <c:v>15.19</c:v>
                      </c:pt>
                      <c:pt idx="905">
                        <c:v>15.16</c:v>
                      </c:pt>
                      <c:pt idx="906">
                        <c:v>15.13</c:v>
                      </c:pt>
                      <c:pt idx="907">
                        <c:v>15.1</c:v>
                      </c:pt>
                      <c:pt idx="908">
                        <c:v>15.07</c:v>
                      </c:pt>
                      <c:pt idx="909">
                        <c:v>15.04</c:v>
                      </c:pt>
                      <c:pt idx="910">
                        <c:v>15.01</c:v>
                      </c:pt>
                      <c:pt idx="911">
                        <c:v>14.99</c:v>
                      </c:pt>
                      <c:pt idx="912">
                        <c:v>14.92</c:v>
                      </c:pt>
                      <c:pt idx="913">
                        <c:v>14.85</c:v>
                      </c:pt>
                      <c:pt idx="914">
                        <c:v>14.78</c:v>
                      </c:pt>
                      <c:pt idx="915">
                        <c:v>14.7</c:v>
                      </c:pt>
                      <c:pt idx="916">
                        <c:v>14.63</c:v>
                      </c:pt>
                      <c:pt idx="917">
                        <c:v>14.56</c:v>
                      </c:pt>
                      <c:pt idx="918">
                        <c:v>14.49</c:v>
                      </c:pt>
                      <c:pt idx="919">
                        <c:v>14.42</c:v>
                      </c:pt>
                      <c:pt idx="920">
                        <c:v>14.35</c:v>
                      </c:pt>
                      <c:pt idx="921">
                        <c:v>14.27</c:v>
                      </c:pt>
                      <c:pt idx="922">
                        <c:v>14.19</c:v>
                      </c:pt>
                      <c:pt idx="923">
                        <c:v>14.12</c:v>
                      </c:pt>
                      <c:pt idx="924">
                        <c:v>14.05</c:v>
                      </c:pt>
                      <c:pt idx="925">
                        <c:v>13.98</c:v>
                      </c:pt>
                      <c:pt idx="926">
                        <c:v>13.91</c:v>
                      </c:pt>
                      <c:pt idx="927">
                        <c:v>13.83</c:v>
                      </c:pt>
                      <c:pt idx="928">
                        <c:v>13.75</c:v>
                      </c:pt>
                      <c:pt idx="929">
                        <c:v>13.71</c:v>
                      </c:pt>
                      <c:pt idx="930">
                        <c:v>13.7</c:v>
                      </c:pt>
                      <c:pt idx="931">
                        <c:v>13.69</c:v>
                      </c:pt>
                      <c:pt idx="932">
                        <c:v>13.68</c:v>
                      </c:pt>
                      <c:pt idx="933">
                        <c:v>13.67</c:v>
                      </c:pt>
                      <c:pt idx="934">
                        <c:v>13.65</c:v>
                      </c:pt>
                      <c:pt idx="935">
                        <c:v>13.63</c:v>
                      </c:pt>
                      <c:pt idx="936">
                        <c:v>13.63</c:v>
                      </c:pt>
                      <c:pt idx="937">
                        <c:v>13.62</c:v>
                      </c:pt>
                      <c:pt idx="938">
                        <c:v>13.61</c:v>
                      </c:pt>
                      <c:pt idx="939">
                        <c:v>13.6</c:v>
                      </c:pt>
                      <c:pt idx="940">
                        <c:v>13.6</c:v>
                      </c:pt>
                      <c:pt idx="941">
                        <c:v>13.59</c:v>
                      </c:pt>
                      <c:pt idx="942">
                        <c:v>13.58</c:v>
                      </c:pt>
                      <c:pt idx="943">
                        <c:v>13.57</c:v>
                      </c:pt>
                      <c:pt idx="944">
                        <c:v>13.56</c:v>
                      </c:pt>
                      <c:pt idx="945">
                        <c:v>13.55</c:v>
                      </c:pt>
                      <c:pt idx="946">
                        <c:v>13.54</c:v>
                      </c:pt>
                      <c:pt idx="947">
                        <c:v>13.53</c:v>
                      </c:pt>
                      <c:pt idx="948">
                        <c:v>13.52</c:v>
                      </c:pt>
                      <c:pt idx="949">
                        <c:v>13.51</c:v>
                      </c:pt>
                      <c:pt idx="950">
                        <c:v>13.5</c:v>
                      </c:pt>
                      <c:pt idx="951">
                        <c:v>13.49</c:v>
                      </c:pt>
                      <c:pt idx="952">
                        <c:v>13.48</c:v>
                      </c:pt>
                      <c:pt idx="953">
                        <c:v>13.47</c:v>
                      </c:pt>
                      <c:pt idx="954">
                        <c:v>13.46</c:v>
                      </c:pt>
                      <c:pt idx="955">
                        <c:v>13.45</c:v>
                      </c:pt>
                      <c:pt idx="956">
                        <c:v>13.44</c:v>
                      </c:pt>
                      <c:pt idx="957">
                        <c:v>13.43</c:v>
                      </c:pt>
                      <c:pt idx="958">
                        <c:v>13.42</c:v>
                      </c:pt>
                      <c:pt idx="959">
                        <c:v>13.4</c:v>
                      </c:pt>
                      <c:pt idx="960">
                        <c:v>13.37</c:v>
                      </c:pt>
                      <c:pt idx="961">
                        <c:v>13.31</c:v>
                      </c:pt>
                      <c:pt idx="962">
                        <c:v>13.25</c:v>
                      </c:pt>
                      <c:pt idx="963">
                        <c:v>13.2</c:v>
                      </c:pt>
                      <c:pt idx="964">
                        <c:v>13.15</c:v>
                      </c:pt>
                      <c:pt idx="965">
                        <c:v>13.1</c:v>
                      </c:pt>
                      <c:pt idx="966">
                        <c:v>13.05</c:v>
                      </c:pt>
                      <c:pt idx="967">
                        <c:v>13</c:v>
                      </c:pt>
                      <c:pt idx="968">
                        <c:v>12.96</c:v>
                      </c:pt>
                      <c:pt idx="969">
                        <c:v>12.91</c:v>
                      </c:pt>
                      <c:pt idx="970">
                        <c:v>12.86</c:v>
                      </c:pt>
                      <c:pt idx="971">
                        <c:v>12.81</c:v>
                      </c:pt>
                      <c:pt idx="972">
                        <c:v>12.75</c:v>
                      </c:pt>
                      <c:pt idx="973">
                        <c:v>12.6</c:v>
                      </c:pt>
                      <c:pt idx="974">
                        <c:v>12.6</c:v>
                      </c:pt>
                      <c:pt idx="975">
                        <c:v>12.5</c:v>
                      </c:pt>
                      <c:pt idx="976">
                        <c:v>12.44</c:v>
                      </c:pt>
                      <c:pt idx="977">
                        <c:v>12.41</c:v>
                      </c:pt>
                      <c:pt idx="978">
                        <c:v>12.4</c:v>
                      </c:pt>
                      <c:pt idx="979">
                        <c:v>12.39</c:v>
                      </c:pt>
                      <c:pt idx="980">
                        <c:v>12.38</c:v>
                      </c:pt>
                      <c:pt idx="981">
                        <c:v>12.37</c:v>
                      </c:pt>
                      <c:pt idx="982">
                        <c:v>12.36</c:v>
                      </c:pt>
                      <c:pt idx="983">
                        <c:v>12.35</c:v>
                      </c:pt>
                      <c:pt idx="984">
                        <c:v>12.34</c:v>
                      </c:pt>
                      <c:pt idx="985">
                        <c:v>12.33</c:v>
                      </c:pt>
                      <c:pt idx="986">
                        <c:v>12.32</c:v>
                      </c:pt>
                      <c:pt idx="987">
                        <c:v>12.31</c:v>
                      </c:pt>
                      <c:pt idx="988">
                        <c:v>12.3</c:v>
                      </c:pt>
                      <c:pt idx="989">
                        <c:v>12.29</c:v>
                      </c:pt>
                      <c:pt idx="990">
                        <c:v>12.28</c:v>
                      </c:pt>
                      <c:pt idx="991">
                        <c:v>12.27</c:v>
                      </c:pt>
                      <c:pt idx="992">
                        <c:v>12.26</c:v>
                      </c:pt>
                      <c:pt idx="993">
                        <c:v>12.25</c:v>
                      </c:pt>
                      <c:pt idx="994">
                        <c:v>12.24</c:v>
                      </c:pt>
                      <c:pt idx="995">
                        <c:v>12.23</c:v>
                      </c:pt>
                      <c:pt idx="996">
                        <c:v>12.22</c:v>
                      </c:pt>
                      <c:pt idx="997">
                        <c:v>12.21</c:v>
                      </c:pt>
                      <c:pt idx="998">
                        <c:v>12.2</c:v>
                      </c:pt>
                      <c:pt idx="999">
                        <c:v>12.19</c:v>
                      </c:pt>
                      <c:pt idx="1000">
                        <c:v>12.18</c:v>
                      </c:pt>
                      <c:pt idx="1001">
                        <c:v>12.17</c:v>
                      </c:pt>
                      <c:pt idx="1002">
                        <c:v>12.16</c:v>
                      </c:pt>
                      <c:pt idx="1003">
                        <c:v>12.15</c:v>
                      </c:pt>
                      <c:pt idx="1004">
                        <c:v>12.14</c:v>
                      </c:pt>
                      <c:pt idx="1005">
                        <c:v>12.13</c:v>
                      </c:pt>
                      <c:pt idx="1006">
                        <c:v>12.12</c:v>
                      </c:pt>
                      <c:pt idx="1007">
                        <c:v>12.11</c:v>
                      </c:pt>
                      <c:pt idx="1008">
                        <c:v>12.1</c:v>
                      </c:pt>
                      <c:pt idx="1009">
                        <c:v>12.09</c:v>
                      </c:pt>
                      <c:pt idx="1010">
                        <c:v>12.08</c:v>
                      </c:pt>
                      <c:pt idx="1011">
                        <c:v>12.07</c:v>
                      </c:pt>
                      <c:pt idx="1012">
                        <c:v>12.06</c:v>
                      </c:pt>
                      <c:pt idx="1013">
                        <c:v>12.05</c:v>
                      </c:pt>
                      <c:pt idx="1014">
                        <c:v>12.04</c:v>
                      </c:pt>
                      <c:pt idx="1015">
                        <c:v>12.03</c:v>
                      </c:pt>
                      <c:pt idx="1016">
                        <c:v>12.02</c:v>
                      </c:pt>
                      <c:pt idx="1017">
                        <c:v>12.01</c:v>
                      </c:pt>
                      <c:pt idx="1018">
                        <c:v>12</c:v>
                      </c:pt>
                      <c:pt idx="1019">
                        <c:v>12</c:v>
                      </c:pt>
                      <c:pt idx="1020">
                        <c:v>12</c:v>
                      </c:pt>
                      <c:pt idx="1021">
                        <c:v>12</c:v>
                      </c:pt>
                      <c:pt idx="1022">
                        <c:v>12</c:v>
                      </c:pt>
                      <c:pt idx="1023">
                        <c:v>12</c:v>
                      </c:pt>
                      <c:pt idx="1024">
                        <c:v>12</c:v>
                      </c:pt>
                      <c:pt idx="1025">
                        <c:v>12</c:v>
                      </c:pt>
                      <c:pt idx="1026">
                        <c:v>12</c:v>
                      </c:pt>
                      <c:pt idx="1027">
                        <c:v>12</c:v>
                      </c:pt>
                      <c:pt idx="1028">
                        <c:v>12</c:v>
                      </c:pt>
                      <c:pt idx="1029">
                        <c:v>12</c:v>
                      </c:pt>
                      <c:pt idx="1030">
                        <c:v>12</c:v>
                      </c:pt>
                      <c:pt idx="1031">
                        <c:v>12</c:v>
                      </c:pt>
                      <c:pt idx="1032">
                        <c:v>12</c:v>
                      </c:pt>
                      <c:pt idx="1033">
                        <c:v>12</c:v>
                      </c:pt>
                      <c:pt idx="1034">
                        <c:v>12</c:v>
                      </c:pt>
                      <c:pt idx="1035">
                        <c:v>12</c:v>
                      </c:pt>
                      <c:pt idx="1036">
                        <c:v>12</c:v>
                      </c:pt>
                      <c:pt idx="1037">
                        <c:v>12</c:v>
                      </c:pt>
                      <c:pt idx="1038">
                        <c:v>12</c:v>
                      </c:pt>
                      <c:pt idx="1039">
                        <c:v>12</c:v>
                      </c:pt>
                      <c:pt idx="1040">
                        <c:v>12</c:v>
                      </c:pt>
                      <c:pt idx="1041">
                        <c:v>12</c:v>
                      </c:pt>
                      <c:pt idx="1042">
                        <c:v>12</c:v>
                      </c:pt>
                      <c:pt idx="1043">
                        <c:v>12</c:v>
                      </c:pt>
                      <c:pt idx="1044">
                        <c:v>12</c:v>
                      </c:pt>
                      <c:pt idx="1045">
                        <c:v>12</c:v>
                      </c:pt>
                      <c:pt idx="1046">
                        <c:v>12</c:v>
                      </c:pt>
                      <c:pt idx="1047">
                        <c:v>12</c:v>
                      </c:pt>
                      <c:pt idx="1048">
                        <c:v>12</c:v>
                      </c:pt>
                      <c:pt idx="1049">
                        <c:v>12</c:v>
                      </c:pt>
                      <c:pt idx="1050">
                        <c:v>12</c:v>
                      </c:pt>
                      <c:pt idx="1051">
                        <c:v>12</c:v>
                      </c:pt>
                      <c:pt idx="1052">
                        <c:v>12</c:v>
                      </c:pt>
                      <c:pt idx="1053">
                        <c:v>12</c:v>
                      </c:pt>
                      <c:pt idx="1054">
                        <c:v>11.75</c:v>
                      </c:pt>
                      <c:pt idx="1055">
                        <c:v>11.75</c:v>
                      </c:pt>
                      <c:pt idx="1056">
                        <c:v>11.75</c:v>
                      </c:pt>
                      <c:pt idx="1057">
                        <c:v>11.75</c:v>
                      </c:pt>
                      <c:pt idx="1058">
                        <c:v>11.75</c:v>
                      </c:pt>
                      <c:pt idx="1059">
                        <c:v>11.75</c:v>
                      </c:pt>
                      <c:pt idx="1060">
                        <c:v>11.75</c:v>
                      </c:pt>
                      <c:pt idx="1061">
                        <c:v>11.75</c:v>
                      </c:pt>
                      <c:pt idx="1062">
                        <c:v>11.75</c:v>
                      </c:pt>
                      <c:pt idx="1063">
                        <c:v>11.75</c:v>
                      </c:pt>
                      <c:pt idx="1064">
                        <c:v>11.75</c:v>
                      </c:pt>
                      <c:pt idx="1065">
                        <c:v>11.75</c:v>
                      </c:pt>
                      <c:pt idx="1066">
                        <c:v>11.75</c:v>
                      </c:pt>
                      <c:pt idx="1067">
                        <c:v>11.75</c:v>
                      </c:pt>
                      <c:pt idx="1068">
                        <c:v>11.75</c:v>
                      </c:pt>
                      <c:pt idx="1069">
                        <c:v>11.75</c:v>
                      </c:pt>
                      <c:pt idx="1070">
                        <c:v>11.75</c:v>
                      </c:pt>
                      <c:pt idx="1071">
                        <c:v>11.75</c:v>
                      </c:pt>
                      <c:pt idx="1072">
                        <c:v>11.75</c:v>
                      </c:pt>
                      <c:pt idx="1073">
                        <c:v>11.75</c:v>
                      </c:pt>
                      <c:pt idx="1074">
                        <c:v>11.75</c:v>
                      </c:pt>
                      <c:pt idx="1075">
                        <c:v>11.75</c:v>
                      </c:pt>
                      <c:pt idx="1076">
                        <c:v>11.75</c:v>
                      </c:pt>
                      <c:pt idx="1077">
                        <c:v>11.75</c:v>
                      </c:pt>
                      <c:pt idx="1078">
                        <c:v>11.75</c:v>
                      </c:pt>
                      <c:pt idx="1079">
                        <c:v>11.75</c:v>
                      </c:pt>
                      <c:pt idx="1080">
                        <c:v>11.75</c:v>
                      </c:pt>
                      <c:pt idx="1081">
                        <c:v>11.75</c:v>
                      </c:pt>
                      <c:pt idx="1082">
                        <c:v>11.75</c:v>
                      </c:pt>
                      <c:pt idx="1083">
                        <c:v>11.75</c:v>
                      </c:pt>
                      <c:pt idx="1084">
                        <c:v>11.75</c:v>
                      </c:pt>
                      <c:pt idx="1085">
                        <c:v>11.75</c:v>
                      </c:pt>
                      <c:pt idx="1086">
                        <c:v>11.75</c:v>
                      </c:pt>
                      <c:pt idx="1087">
                        <c:v>11.75</c:v>
                      </c:pt>
                      <c:pt idx="1088">
                        <c:v>11.75</c:v>
                      </c:pt>
                      <c:pt idx="1089">
                        <c:v>11.75</c:v>
                      </c:pt>
                      <c:pt idx="1090">
                        <c:v>11.75</c:v>
                      </c:pt>
                      <c:pt idx="1091">
                        <c:v>11.75</c:v>
                      </c:pt>
                      <c:pt idx="1092">
                        <c:v>11.75</c:v>
                      </c:pt>
                      <c:pt idx="1093">
                        <c:v>11.75</c:v>
                      </c:pt>
                      <c:pt idx="1094">
                        <c:v>11.75</c:v>
                      </c:pt>
                      <c:pt idx="1095">
                        <c:v>11.75</c:v>
                      </c:pt>
                      <c:pt idx="1096">
                        <c:v>11.75</c:v>
                      </c:pt>
                      <c:pt idx="1097">
                        <c:v>11.75</c:v>
                      </c:pt>
                      <c:pt idx="1098">
                        <c:v>11.75</c:v>
                      </c:pt>
                      <c:pt idx="1099">
                        <c:v>11.75</c:v>
                      </c:pt>
                      <c:pt idx="1100">
                        <c:v>11.75</c:v>
                      </c:pt>
                      <c:pt idx="1101">
                        <c:v>11.75</c:v>
                      </c:pt>
                      <c:pt idx="1102">
                        <c:v>11.75</c:v>
                      </c:pt>
                      <c:pt idx="1103">
                        <c:v>11.75</c:v>
                      </c:pt>
                      <c:pt idx="1104">
                        <c:v>11.75</c:v>
                      </c:pt>
                      <c:pt idx="1105">
                        <c:v>11.75</c:v>
                      </c:pt>
                      <c:pt idx="1106">
                        <c:v>11.75</c:v>
                      </c:pt>
                      <c:pt idx="1107">
                        <c:v>11.75</c:v>
                      </c:pt>
                      <c:pt idx="1108">
                        <c:v>11.75</c:v>
                      </c:pt>
                      <c:pt idx="1109">
                        <c:v>11.75</c:v>
                      </c:pt>
                      <c:pt idx="1110">
                        <c:v>11.75</c:v>
                      </c:pt>
                      <c:pt idx="1111">
                        <c:v>11.75</c:v>
                      </c:pt>
                      <c:pt idx="1112">
                        <c:v>11.75</c:v>
                      </c:pt>
                      <c:pt idx="1113">
                        <c:v>11.75</c:v>
                      </c:pt>
                      <c:pt idx="1114">
                        <c:v>11.75</c:v>
                      </c:pt>
                      <c:pt idx="1115">
                        <c:v>11.75</c:v>
                      </c:pt>
                      <c:pt idx="1116">
                        <c:v>11.75</c:v>
                      </c:pt>
                      <c:pt idx="1117">
                        <c:v>11.75</c:v>
                      </c:pt>
                      <c:pt idx="1118">
                        <c:v>11.75</c:v>
                      </c:pt>
                      <c:pt idx="1119">
                        <c:v>11.75</c:v>
                      </c:pt>
                      <c:pt idx="1120">
                        <c:v>11.75</c:v>
                      </c:pt>
                      <c:pt idx="1121">
                        <c:v>11.75</c:v>
                      </c:pt>
                      <c:pt idx="1122">
                        <c:v>11.75</c:v>
                      </c:pt>
                      <c:pt idx="1123">
                        <c:v>11.75</c:v>
                      </c:pt>
                      <c:pt idx="1124">
                        <c:v>11.75</c:v>
                      </c:pt>
                      <c:pt idx="1125">
                        <c:v>11.75</c:v>
                      </c:pt>
                      <c:pt idx="1126">
                        <c:v>11.75</c:v>
                      </c:pt>
                      <c:pt idx="1127">
                        <c:v>11.75</c:v>
                      </c:pt>
                      <c:pt idx="1128">
                        <c:v>11.75</c:v>
                      </c:pt>
                      <c:pt idx="1129">
                        <c:v>11.75</c:v>
                      </c:pt>
                      <c:pt idx="1130">
                        <c:v>11.75</c:v>
                      </c:pt>
                      <c:pt idx="1131">
                        <c:v>11.75</c:v>
                      </c:pt>
                      <c:pt idx="1132">
                        <c:v>11.75</c:v>
                      </c:pt>
                      <c:pt idx="1133">
                        <c:v>11.75</c:v>
                      </c:pt>
                      <c:pt idx="1134">
                        <c:v>11.75</c:v>
                      </c:pt>
                      <c:pt idx="1135">
                        <c:v>11.75</c:v>
                      </c:pt>
                      <c:pt idx="1136">
                        <c:v>11.75</c:v>
                      </c:pt>
                      <c:pt idx="1137">
                        <c:v>11.75</c:v>
                      </c:pt>
                      <c:pt idx="1138">
                        <c:v>11.75</c:v>
                      </c:pt>
                      <c:pt idx="1139">
                        <c:v>11.75</c:v>
                      </c:pt>
                      <c:pt idx="1140">
                        <c:v>11.75</c:v>
                      </c:pt>
                      <c:pt idx="1141">
                        <c:v>11.75</c:v>
                      </c:pt>
                      <c:pt idx="1142">
                        <c:v>11.75</c:v>
                      </c:pt>
                      <c:pt idx="1143">
                        <c:v>11.75</c:v>
                      </c:pt>
                      <c:pt idx="1144">
                        <c:v>11.75</c:v>
                      </c:pt>
                      <c:pt idx="1145">
                        <c:v>11.75</c:v>
                      </c:pt>
                      <c:pt idx="1146">
                        <c:v>11.75</c:v>
                      </c:pt>
                      <c:pt idx="1147">
                        <c:v>11.75</c:v>
                      </c:pt>
                      <c:pt idx="1148">
                        <c:v>11.75</c:v>
                      </c:pt>
                      <c:pt idx="1149">
                        <c:v>11.75</c:v>
                      </c:pt>
                      <c:pt idx="1150">
                        <c:v>11.75</c:v>
                      </c:pt>
                      <c:pt idx="1151">
                        <c:v>11.75</c:v>
                      </c:pt>
                      <c:pt idx="1152">
                        <c:v>11.75</c:v>
                      </c:pt>
                      <c:pt idx="1153">
                        <c:v>11.75</c:v>
                      </c:pt>
                      <c:pt idx="1154">
                        <c:v>11.75</c:v>
                      </c:pt>
                      <c:pt idx="1155">
                        <c:v>11.75</c:v>
                      </c:pt>
                      <c:pt idx="1156">
                        <c:v>11.75</c:v>
                      </c:pt>
                      <c:pt idx="1157">
                        <c:v>11.75</c:v>
                      </c:pt>
                      <c:pt idx="1158">
                        <c:v>11.75</c:v>
                      </c:pt>
                      <c:pt idx="1159">
                        <c:v>11.75</c:v>
                      </c:pt>
                      <c:pt idx="1160">
                        <c:v>11.75</c:v>
                      </c:pt>
                      <c:pt idx="1161">
                        <c:v>11.75</c:v>
                      </c:pt>
                      <c:pt idx="1162">
                        <c:v>11.75</c:v>
                      </c:pt>
                      <c:pt idx="1163">
                        <c:v>11.75</c:v>
                      </c:pt>
                      <c:pt idx="1164">
                        <c:v>11.75</c:v>
                      </c:pt>
                      <c:pt idx="1165">
                        <c:v>11.75</c:v>
                      </c:pt>
                      <c:pt idx="1166">
                        <c:v>11.75</c:v>
                      </c:pt>
                      <c:pt idx="1167">
                        <c:v>11.75</c:v>
                      </c:pt>
                      <c:pt idx="1168">
                        <c:v>11.75</c:v>
                      </c:pt>
                      <c:pt idx="1169">
                        <c:v>11.75</c:v>
                      </c:pt>
                      <c:pt idx="1170">
                        <c:v>11.75</c:v>
                      </c:pt>
                      <c:pt idx="1171">
                        <c:v>11.75</c:v>
                      </c:pt>
                      <c:pt idx="1172">
                        <c:v>11.75</c:v>
                      </c:pt>
                      <c:pt idx="1173">
                        <c:v>11.75</c:v>
                      </c:pt>
                      <c:pt idx="1174">
                        <c:v>11.75</c:v>
                      </c:pt>
                      <c:pt idx="1175">
                        <c:v>11.75</c:v>
                      </c:pt>
                      <c:pt idx="1176">
                        <c:v>11.75</c:v>
                      </c:pt>
                      <c:pt idx="1177">
                        <c:v>11.75</c:v>
                      </c:pt>
                      <c:pt idx="1178">
                        <c:v>11.75</c:v>
                      </c:pt>
                      <c:pt idx="1179">
                        <c:v>11.75</c:v>
                      </c:pt>
                      <c:pt idx="1180">
                        <c:v>11.75</c:v>
                      </c:pt>
                      <c:pt idx="1181">
                        <c:v>11.75</c:v>
                      </c:pt>
                      <c:pt idx="1182">
                        <c:v>11.75</c:v>
                      </c:pt>
                      <c:pt idx="1183">
                        <c:v>11.75</c:v>
                      </c:pt>
                      <c:pt idx="1184">
                        <c:v>11.75</c:v>
                      </c:pt>
                      <c:pt idx="1185">
                        <c:v>11.75</c:v>
                      </c:pt>
                      <c:pt idx="1186">
                        <c:v>11.75</c:v>
                      </c:pt>
                      <c:pt idx="1187">
                        <c:v>11.75</c:v>
                      </c:pt>
                      <c:pt idx="1188">
                        <c:v>11.75</c:v>
                      </c:pt>
                      <c:pt idx="1189">
                        <c:v>11.75</c:v>
                      </c:pt>
                      <c:pt idx="1190">
                        <c:v>11.75</c:v>
                      </c:pt>
                      <c:pt idx="1191">
                        <c:v>11.75</c:v>
                      </c:pt>
                      <c:pt idx="1192">
                        <c:v>11.75</c:v>
                      </c:pt>
                      <c:pt idx="1193">
                        <c:v>11.75</c:v>
                      </c:pt>
                      <c:pt idx="1194">
                        <c:v>11.75</c:v>
                      </c:pt>
                      <c:pt idx="1195">
                        <c:v>11.75</c:v>
                      </c:pt>
                      <c:pt idx="1196">
                        <c:v>11.75</c:v>
                      </c:pt>
                      <c:pt idx="1197">
                        <c:v>11.75</c:v>
                      </c:pt>
                      <c:pt idx="1198">
                        <c:v>11.75</c:v>
                      </c:pt>
                      <c:pt idx="1199">
                        <c:v>11.75</c:v>
                      </c:pt>
                      <c:pt idx="1200">
                        <c:v>11.75</c:v>
                      </c:pt>
                      <c:pt idx="1201">
                        <c:v>11.75</c:v>
                      </c:pt>
                      <c:pt idx="1202">
                        <c:v>11.75</c:v>
                      </c:pt>
                      <c:pt idx="1203">
                        <c:v>11.75</c:v>
                      </c:pt>
                      <c:pt idx="1204">
                        <c:v>11.75</c:v>
                      </c:pt>
                      <c:pt idx="1205">
                        <c:v>11.75</c:v>
                      </c:pt>
                      <c:pt idx="1206">
                        <c:v>11.75</c:v>
                      </c:pt>
                      <c:pt idx="1207">
                        <c:v>11.75</c:v>
                      </c:pt>
                      <c:pt idx="1208">
                        <c:v>11.75</c:v>
                      </c:pt>
                      <c:pt idx="1209">
                        <c:v>11.75</c:v>
                      </c:pt>
                      <c:pt idx="1210">
                        <c:v>11.75</c:v>
                      </c:pt>
                      <c:pt idx="1211">
                        <c:v>11.75</c:v>
                      </c:pt>
                      <c:pt idx="1212">
                        <c:v>11.75</c:v>
                      </c:pt>
                      <c:pt idx="1213">
                        <c:v>11.75</c:v>
                      </c:pt>
                      <c:pt idx="1214">
                        <c:v>11.75</c:v>
                      </c:pt>
                      <c:pt idx="1215">
                        <c:v>11.75</c:v>
                      </c:pt>
                      <c:pt idx="1216">
                        <c:v>11.75</c:v>
                      </c:pt>
                      <c:pt idx="1217">
                        <c:v>11.75</c:v>
                      </c:pt>
                      <c:pt idx="1218">
                        <c:v>11.75</c:v>
                      </c:pt>
                      <c:pt idx="1219">
                        <c:v>11.75</c:v>
                      </c:pt>
                      <c:pt idx="1220">
                        <c:v>11.75</c:v>
                      </c:pt>
                      <c:pt idx="1221">
                        <c:v>11.75</c:v>
                      </c:pt>
                      <c:pt idx="1222">
                        <c:v>11.75</c:v>
                      </c:pt>
                      <c:pt idx="1223">
                        <c:v>11.75</c:v>
                      </c:pt>
                      <c:pt idx="1224">
                        <c:v>11.75</c:v>
                      </c:pt>
                      <c:pt idx="1225">
                        <c:v>11.75</c:v>
                      </c:pt>
                      <c:pt idx="1226">
                        <c:v>11.75</c:v>
                      </c:pt>
                      <c:pt idx="1227">
                        <c:v>11.75</c:v>
                      </c:pt>
                      <c:pt idx="1228">
                        <c:v>11.75</c:v>
                      </c:pt>
                      <c:pt idx="1229">
                        <c:v>11.75</c:v>
                      </c:pt>
                      <c:pt idx="1230">
                        <c:v>11.75</c:v>
                      </c:pt>
                      <c:pt idx="1231">
                        <c:v>11.75</c:v>
                      </c:pt>
                      <c:pt idx="1232">
                        <c:v>11.75</c:v>
                      </c:pt>
                      <c:pt idx="1233">
                        <c:v>11.75</c:v>
                      </c:pt>
                      <c:pt idx="1234">
                        <c:v>11.75</c:v>
                      </c:pt>
                      <c:pt idx="1235">
                        <c:v>11.75</c:v>
                      </c:pt>
                      <c:pt idx="1236">
                        <c:v>11.75</c:v>
                      </c:pt>
                      <c:pt idx="1237">
                        <c:v>11.75</c:v>
                      </c:pt>
                      <c:pt idx="1238">
                        <c:v>11.75</c:v>
                      </c:pt>
                      <c:pt idx="1239">
                        <c:v>11.75</c:v>
                      </c:pt>
                      <c:pt idx="1240">
                        <c:v>11.75</c:v>
                      </c:pt>
                      <c:pt idx="1241">
                        <c:v>11.75</c:v>
                      </c:pt>
                      <c:pt idx="1242">
                        <c:v>11.75</c:v>
                      </c:pt>
                      <c:pt idx="1243">
                        <c:v>11.75</c:v>
                      </c:pt>
                      <c:pt idx="1244">
                        <c:v>11.75</c:v>
                      </c:pt>
                      <c:pt idx="1245">
                        <c:v>11.75</c:v>
                      </c:pt>
                      <c:pt idx="1246">
                        <c:v>11.75</c:v>
                      </c:pt>
                      <c:pt idx="1247">
                        <c:v>11.75</c:v>
                      </c:pt>
                      <c:pt idx="1248">
                        <c:v>11.75</c:v>
                      </c:pt>
                      <c:pt idx="1249">
                        <c:v>11.75</c:v>
                      </c:pt>
                      <c:pt idx="1250">
                        <c:v>11.75</c:v>
                      </c:pt>
                      <c:pt idx="1251">
                        <c:v>12</c:v>
                      </c:pt>
                      <c:pt idx="1252">
                        <c:v>12</c:v>
                      </c:pt>
                      <c:pt idx="1253">
                        <c:v>12</c:v>
                      </c:pt>
                      <c:pt idx="1254">
                        <c:v>12</c:v>
                      </c:pt>
                      <c:pt idx="1255">
                        <c:v>12</c:v>
                      </c:pt>
                      <c:pt idx="1256">
                        <c:v>12</c:v>
                      </c:pt>
                      <c:pt idx="1257">
                        <c:v>12</c:v>
                      </c:pt>
                      <c:pt idx="1258">
                        <c:v>12</c:v>
                      </c:pt>
                      <c:pt idx="1259">
                        <c:v>12</c:v>
                      </c:pt>
                      <c:pt idx="1260">
                        <c:v>12</c:v>
                      </c:pt>
                      <c:pt idx="1261">
                        <c:v>12</c:v>
                      </c:pt>
                      <c:pt idx="1262">
                        <c:v>12</c:v>
                      </c:pt>
                      <c:pt idx="1263">
                        <c:v>12</c:v>
                      </c:pt>
                      <c:pt idx="1264">
                        <c:v>12</c:v>
                      </c:pt>
                      <c:pt idx="1265">
                        <c:v>12</c:v>
                      </c:pt>
                      <c:pt idx="1266">
                        <c:v>12</c:v>
                      </c:pt>
                      <c:pt idx="1267">
                        <c:v>12</c:v>
                      </c:pt>
                      <c:pt idx="1268">
                        <c:v>12</c:v>
                      </c:pt>
                      <c:pt idx="1269">
                        <c:v>12</c:v>
                      </c:pt>
                      <c:pt idx="1270">
                        <c:v>12</c:v>
                      </c:pt>
                      <c:pt idx="1271">
                        <c:v>12</c:v>
                      </c:pt>
                      <c:pt idx="1272">
                        <c:v>12</c:v>
                      </c:pt>
                      <c:pt idx="1273">
                        <c:v>12</c:v>
                      </c:pt>
                      <c:pt idx="1274">
                        <c:v>12</c:v>
                      </c:pt>
                      <c:pt idx="1275">
                        <c:v>12</c:v>
                      </c:pt>
                      <c:pt idx="1276">
                        <c:v>12</c:v>
                      </c:pt>
                      <c:pt idx="1277">
                        <c:v>12</c:v>
                      </c:pt>
                      <c:pt idx="1278">
                        <c:v>12</c:v>
                      </c:pt>
                      <c:pt idx="1279">
                        <c:v>12</c:v>
                      </c:pt>
                      <c:pt idx="1280">
                        <c:v>12</c:v>
                      </c:pt>
                      <c:pt idx="1281">
                        <c:v>12</c:v>
                      </c:pt>
                      <c:pt idx="1282">
                        <c:v>12</c:v>
                      </c:pt>
                      <c:pt idx="1283">
                        <c:v>12</c:v>
                      </c:pt>
                      <c:pt idx="1284">
                        <c:v>12</c:v>
                      </c:pt>
                      <c:pt idx="1285">
                        <c:v>12</c:v>
                      </c:pt>
                      <c:pt idx="1286">
                        <c:v>12</c:v>
                      </c:pt>
                      <c:pt idx="1287">
                        <c:v>12</c:v>
                      </c:pt>
                      <c:pt idx="1288">
                        <c:v>12</c:v>
                      </c:pt>
                      <c:pt idx="1289">
                        <c:v>12</c:v>
                      </c:pt>
                      <c:pt idx="1290">
                        <c:v>12</c:v>
                      </c:pt>
                      <c:pt idx="1291">
                        <c:v>12</c:v>
                      </c:pt>
                      <c:pt idx="1292">
                        <c:v>12</c:v>
                      </c:pt>
                      <c:pt idx="1293">
                        <c:v>12</c:v>
                      </c:pt>
                      <c:pt idx="1294">
                        <c:v>12</c:v>
                      </c:pt>
                      <c:pt idx="1295">
                        <c:v>12</c:v>
                      </c:pt>
                      <c:pt idx="1296">
                        <c:v>12</c:v>
                      </c:pt>
                      <c:pt idx="1297">
                        <c:v>12</c:v>
                      </c:pt>
                      <c:pt idx="1298">
                        <c:v>12</c:v>
                      </c:pt>
                      <c:pt idx="1299">
                        <c:v>12</c:v>
                      </c:pt>
                      <c:pt idx="1300">
                        <c:v>12</c:v>
                      </c:pt>
                      <c:pt idx="1301">
                        <c:v>12</c:v>
                      </c:pt>
                      <c:pt idx="1302">
                        <c:v>12</c:v>
                      </c:pt>
                      <c:pt idx="1303">
                        <c:v>12</c:v>
                      </c:pt>
                      <c:pt idx="1304">
                        <c:v>12</c:v>
                      </c:pt>
                      <c:pt idx="1305">
                        <c:v>12</c:v>
                      </c:pt>
                      <c:pt idx="1306">
                        <c:v>12</c:v>
                      </c:pt>
                      <c:pt idx="1307">
                        <c:v>12</c:v>
                      </c:pt>
                      <c:pt idx="1308">
                        <c:v>12</c:v>
                      </c:pt>
                      <c:pt idx="1309">
                        <c:v>12</c:v>
                      </c:pt>
                      <c:pt idx="1310">
                        <c:v>12</c:v>
                      </c:pt>
                      <c:pt idx="1311">
                        <c:v>12</c:v>
                      </c:pt>
                      <c:pt idx="1312">
                        <c:v>12</c:v>
                      </c:pt>
                      <c:pt idx="1313">
                        <c:v>12</c:v>
                      </c:pt>
                      <c:pt idx="1314">
                        <c:v>12</c:v>
                      </c:pt>
                      <c:pt idx="1315">
                        <c:v>12</c:v>
                      </c:pt>
                      <c:pt idx="1316">
                        <c:v>12</c:v>
                      </c:pt>
                      <c:pt idx="1317">
                        <c:v>12</c:v>
                      </c:pt>
                      <c:pt idx="1318">
                        <c:v>12</c:v>
                      </c:pt>
                      <c:pt idx="1319">
                        <c:v>12</c:v>
                      </c:pt>
                      <c:pt idx="1320">
                        <c:v>12</c:v>
                      </c:pt>
                      <c:pt idx="1321">
                        <c:v>12</c:v>
                      </c:pt>
                      <c:pt idx="1322">
                        <c:v>12</c:v>
                      </c:pt>
                      <c:pt idx="1323">
                        <c:v>12</c:v>
                      </c:pt>
                      <c:pt idx="1324">
                        <c:v>12</c:v>
                      </c:pt>
                      <c:pt idx="1325">
                        <c:v>12</c:v>
                      </c:pt>
                      <c:pt idx="1326">
                        <c:v>12</c:v>
                      </c:pt>
                      <c:pt idx="1327">
                        <c:v>12</c:v>
                      </c:pt>
                      <c:pt idx="1328">
                        <c:v>12</c:v>
                      </c:pt>
                      <c:pt idx="1329">
                        <c:v>12</c:v>
                      </c:pt>
                      <c:pt idx="1330">
                        <c:v>12</c:v>
                      </c:pt>
                      <c:pt idx="1331">
                        <c:v>12</c:v>
                      </c:pt>
                      <c:pt idx="1332">
                        <c:v>12</c:v>
                      </c:pt>
                      <c:pt idx="1333">
                        <c:v>12</c:v>
                      </c:pt>
                      <c:pt idx="1334">
                        <c:v>12</c:v>
                      </c:pt>
                      <c:pt idx="1335">
                        <c:v>12</c:v>
                      </c:pt>
                      <c:pt idx="1336">
                        <c:v>12</c:v>
                      </c:pt>
                      <c:pt idx="1337">
                        <c:v>12</c:v>
                      </c:pt>
                      <c:pt idx="1338">
                        <c:v>12</c:v>
                      </c:pt>
                      <c:pt idx="1339">
                        <c:v>12</c:v>
                      </c:pt>
                      <c:pt idx="1340">
                        <c:v>12</c:v>
                      </c:pt>
                      <c:pt idx="1341">
                        <c:v>12</c:v>
                      </c:pt>
                      <c:pt idx="1342">
                        <c:v>12</c:v>
                      </c:pt>
                      <c:pt idx="1343">
                        <c:v>12</c:v>
                      </c:pt>
                      <c:pt idx="1344">
                        <c:v>12</c:v>
                      </c:pt>
                      <c:pt idx="1345">
                        <c:v>12</c:v>
                      </c:pt>
                      <c:pt idx="1346">
                        <c:v>12</c:v>
                      </c:pt>
                      <c:pt idx="1347">
                        <c:v>12</c:v>
                      </c:pt>
                      <c:pt idx="1348">
                        <c:v>12</c:v>
                      </c:pt>
                      <c:pt idx="1349">
                        <c:v>12</c:v>
                      </c:pt>
                      <c:pt idx="1350">
                        <c:v>12</c:v>
                      </c:pt>
                      <c:pt idx="1351">
                        <c:v>12</c:v>
                      </c:pt>
                      <c:pt idx="1352">
                        <c:v>12</c:v>
                      </c:pt>
                      <c:pt idx="1353">
                        <c:v>12</c:v>
                      </c:pt>
                      <c:pt idx="1354">
                        <c:v>12</c:v>
                      </c:pt>
                      <c:pt idx="1355">
                        <c:v>12</c:v>
                      </c:pt>
                      <c:pt idx="1356">
                        <c:v>12</c:v>
                      </c:pt>
                      <c:pt idx="1357">
                        <c:v>12</c:v>
                      </c:pt>
                      <c:pt idx="1358">
                        <c:v>12</c:v>
                      </c:pt>
                      <c:pt idx="1359">
                        <c:v>12</c:v>
                      </c:pt>
                      <c:pt idx="1360">
                        <c:v>12</c:v>
                      </c:pt>
                      <c:pt idx="1361">
                        <c:v>12</c:v>
                      </c:pt>
                      <c:pt idx="1362">
                        <c:v>12</c:v>
                      </c:pt>
                      <c:pt idx="1363">
                        <c:v>12</c:v>
                      </c:pt>
                      <c:pt idx="1364">
                        <c:v>12</c:v>
                      </c:pt>
                      <c:pt idx="1365">
                        <c:v>12</c:v>
                      </c:pt>
                      <c:pt idx="1366">
                        <c:v>12</c:v>
                      </c:pt>
                      <c:pt idx="1367">
                        <c:v>12</c:v>
                      </c:pt>
                      <c:pt idx="1368">
                        <c:v>12</c:v>
                      </c:pt>
                      <c:pt idx="1369">
                        <c:v>12</c:v>
                      </c:pt>
                      <c:pt idx="1370">
                        <c:v>12</c:v>
                      </c:pt>
                      <c:pt idx="1371">
                        <c:v>12</c:v>
                      </c:pt>
                      <c:pt idx="1372">
                        <c:v>12</c:v>
                      </c:pt>
                      <c:pt idx="1373">
                        <c:v>12</c:v>
                      </c:pt>
                      <c:pt idx="1374">
                        <c:v>12</c:v>
                      </c:pt>
                      <c:pt idx="1375">
                        <c:v>12</c:v>
                      </c:pt>
                      <c:pt idx="1376">
                        <c:v>12</c:v>
                      </c:pt>
                      <c:pt idx="1377">
                        <c:v>12</c:v>
                      </c:pt>
                      <c:pt idx="1378">
                        <c:v>12</c:v>
                      </c:pt>
                      <c:pt idx="1379">
                        <c:v>12</c:v>
                      </c:pt>
                      <c:pt idx="1380">
                        <c:v>12</c:v>
                      </c:pt>
                      <c:pt idx="1381">
                        <c:v>12</c:v>
                      </c:pt>
                      <c:pt idx="1382">
                        <c:v>12</c:v>
                      </c:pt>
                      <c:pt idx="1383">
                        <c:v>12</c:v>
                      </c:pt>
                      <c:pt idx="1384">
                        <c:v>12</c:v>
                      </c:pt>
                      <c:pt idx="1385">
                        <c:v>12</c:v>
                      </c:pt>
                      <c:pt idx="1386">
                        <c:v>12</c:v>
                      </c:pt>
                      <c:pt idx="1387">
                        <c:v>12</c:v>
                      </c:pt>
                      <c:pt idx="1388">
                        <c:v>12</c:v>
                      </c:pt>
                      <c:pt idx="1389">
                        <c:v>12</c:v>
                      </c:pt>
                      <c:pt idx="1390">
                        <c:v>12</c:v>
                      </c:pt>
                      <c:pt idx="1391">
                        <c:v>12</c:v>
                      </c:pt>
                      <c:pt idx="1392">
                        <c:v>12</c:v>
                      </c:pt>
                      <c:pt idx="1393">
                        <c:v>12</c:v>
                      </c:pt>
                      <c:pt idx="1394">
                        <c:v>12</c:v>
                      </c:pt>
                      <c:pt idx="1395">
                        <c:v>12</c:v>
                      </c:pt>
                      <c:pt idx="1396">
                        <c:v>12</c:v>
                      </c:pt>
                      <c:pt idx="1397">
                        <c:v>12</c:v>
                      </c:pt>
                      <c:pt idx="1398">
                        <c:v>12</c:v>
                      </c:pt>
                      <c:pt idx="1399">
                        <c:v>12</c:v>
                      </c:pt>
                      <c:pt idx="1400">
                        <c:v>12</c:v>
                      </c:pt>
                      <c:pt idx="1401">
                        <c:v>12</c:v>
                      </c:pt>
                      <c:pt idx="1402">
                        <c:v>12</c:v>
                      </c:pt>
                      <c:pt idx="1403">
                        <c:v>12</c:v>
                      </c:pt>
                      <c:pt idx="1404">
                        <c:v>12</c:v>
                      </c:pt>
                      <c:pt idx="1405">
                        <c:v>12</c:v>
                      </c:pt>
                      <c:pt idx="1406">
                        <c:v>12</c:v>
                      </c:pt>
                      <c:pt idx="1407">
                        <c:v>12</c:v>
                      </c:pt>
                      <c:pt idx="1408">
                        <c:v>12</c:v>
                      </c:pt>
                      <c:pt idx="1409">
                        <c:v>12</c:v>
                      </c:pt>
                      <c:pt idx="1410">
                        <c:v>12</c:v>
                      </c:pt>
                      <c:pt idx="1411">
                        <c:v>12</c:v>
                      </c:pt>
                      <c:pt idx="1412">
                        <c:v>12</c:v>
                      </c:pt>
                      <c:pt idx="1413">
                        <c:v>12</c:v>
                      </c:pt>
                      <c:pt idx="1414">
                        <c:v>12</c:v>
                      </c:pt>
                      <c:pt idx="1415">
                        <c:v>12</c:v>
                      </c:pt>
                      <c:pt idx="1416">
                        <c:v>12</c:v>
                      </c:pt>
                      <c:pt idx="1417">
                        <c:v>12</c:v>
                      </c:pt>
                      <c:pt idx="1418">
                        <c:v>12</c:v>
                      </c:pt>
                      <c:pt idx="1419">
                        <c:v>12</c:v>
                      </c:pt>
                      <c:pt idx="1420">
                        <c:v>12</c:v>
                      </c:pt>
                      <c:pt idx="1421">
                        <c:v>12</c:v>
                      </c:pt>
                      <c:pt idx="1422">
                        <c:v>12</c:v>
                      </c:pt>
                      <c:pt idx="1423">
                        <c:v>11</c:v>
                      </c:pt>
                      <c:pt idx="1424">
                        <c:v>11</c:v>
                      </c:pt>
                      <c:pt idx="1425">
                        <c:v>11</c:v>
                      </c:pt>
                      <c:pt idx="1426">
                        <c:v>11</c:v>
                      </c:pt>
                      <c:pt idx="1427">
                        <c:v>11</c:v>
                      </c:pt>
                      <c:pt idx="1428">
                        <c:v>11</c:v>
                      </c:pt>
                      <c:pt idx="1429">
                        <c:v>11</c:v>
                      </c:pt>
                      <c:pt idx="1430">
                        <c:v>11</c:v>
                      </c:pt>
                      <c:pt idx="1431">
                        <c:v>11</c:v>
                      </c:pt>
                      <c:pt idx="1432">
                        <c:v>11</c:v>
                      </c:pt>
                      <c:pt idx="1433">
                        <c:v>11</c:v>
                      </c:pt>
                      <c:pt idx="1434">
                        <c:v>11</c:v>
                      </c:pt>
                      <c:pt idx="1435">
                        <c:v>11</c:v>
                      </c:pt>
                      <c:pt idx="1436">
                        <c:v>11</c:v>
                      </c:pt>
                      <c:pt idx="1437">
                        <c:v>11</c:v>
                      </c:pt>
                      <c:pt idx="1438">
                        <c:v>11</c:v>
                      </c:pt>
                      <c:pt idx="1439">
                        <c:v>11</c:v>
                      </c:pt>
                      <c:pt idx="1440">
                        <c:v>11</c:v>
                      </c:pt>
                      <c:pt idx="1441">
                        <c:v>11</c:v>
                      </c:pt>
                      <c:pt idx="1442">
                        <c:v>11</c:v>
                      </c:pt>
                      <c:pt idx="1443">
                        <c:v>11</c:v>
                      </c:pt>
                      <c:pt idx="1444">
                        <c:v>11</c:v>
                      </c:pt>
                      <c:pt idx="1445">
                        <c:v>11</c:v>
                      </c:pt>
                      <c:pt idx="1446">
                        <c:v>11</c:v>
                      </c:pt>
                      <c:pt idx="1447">
                        <c:v>11</c:v>
                      </c:pt>
                      <c:pt idx="1448">
                        <c:v>11</c:v>
                      </c:pt>
                      <c:pt idx="1449">
                        <c:v>11</c:v>
                      </c:pt>
                      <c:pt idx="1450">
                        <c:v>11</c:v>
                      </c:pt>
                      <c:pt idx="1451">
                        <c:v>11</c:v>
                      </c:pt>
                      <c:pt idx="1452">
                        <c:v>11</c:v>
                      </c:pt>
                      <c:pt idx="1453">
                        <c:v>11</c:v>
                      </c:pt>
                      <c:pt idx="1454">
                        <c:v>11</c:v>
                      </c:pt>
                      <c:pt idx="1455">
                        <c:v>11</c:v>
                      </c:pt>
                      <c:pt idx="1456">
                        <c:v>11</c:v>
                      </c:pt>
                      <c:pt idx="1457">
                        <c:v>11</c:v>
                      </c:pt>
                      <c:pt idx="1458">
                        <c:v>11</c:v>
                      </c:pt>
                      <c:pt idx="1459">
                        <c:v>11</c:v>
                      </c:pt>
                      <c:pt idx="1460">
                        <c:v>11</c:v>
                      </c:pt>
                      <c:pt idx="1461">
                        <c:v>11</c:v>
                      </c:pt>
                      <c:pt idx="1462">
                        <c:v>11</c:v>
                      </c:pt>
                      <c:pt idx="1463">
                        <c:v>11</c:v>
                      </c:pt>
                      <c:pt idx="1464">
                        <c:v>11</c:v>
                      </c:pt>
                      <c:pt idx="1465">
                        <c:v>11</c:v>
                      </c:pt>
                      <c:pt idx="1466">
                        <c:v>11</c:v>
                      </c:pt>
                      <c:pt idx="1467">
                        <c:v>11</c:v>
                      </c:pt>
                      <c:pt idx="1468">
                        <c:v>11</c:v>
                      </c:pt>
                      <c:pt idx="1469">
                        <c:v>11</c:v>
                      </c:pt>
                      <c:pt idx="1470">
                        <c:v>11</c:v>
                      </c:pt>
                      <c:pt idx="1471">
                        <c:v>11</c:v>
                      </c:pt>
                      <c:pt idx="1472">
                        <c:v>11</c:v>
                      </c:pt>
                      <c:pt idx="1473">
                        <c:v>11</c:v>
                      </c:pt>
                      <c:pt idx="1474">
                        <c:v>11</c:v>
                      </c:pt>
                      <c:pt idx="1475">
                        <c:v>11</c:v>
                      </c:pt>
                      <c:pt idx="1476">
                        <c:v>11</c:v>
                      </c:pt>
                      <c:pt idx="1477">
                        <c:v>11</c:v>
                      </c:pt>
                      <c:pt idx="1478">
                        <c:v>11</c:v>
                      </c:pt>
                      <c:pt idx="1479">
                        <c:v>11</c:v>
                      </c:pt>
                      <c:pt idx="1480">
                        <c:v>11</c:v>
                      </c:pt>
                      <c:pt idx="1481">
                        <c:v>11</c:v>
                      </c:pt>
                      <c:pt idx="1482">
                        <c:v>11</c:v>
                      </c:pt>
                      <c:pt idx="1483">
                        <c:v>11</c:v>
                      </c:pt>
                      <c:pt idx="1484">
                        <c:v>11</c:v>
                      </c:pt>
                      <c:pt idx="1485">
                        <c:v>11</c:v>
                      </c:pt>
                      <c:pt idx="1486">
                        <c:v>11</c:v>
                      </c:pt>
                      <c:pt idx="1487">
                        <c:v>11</c:v>
                      </c:pt>
                      <c:pt idx="1488">
                        <c:v>11</c:v>
                      </c:pt>
                      <c:pt idx="1489">
                        <c:v>11</c:v>
                      </c:pt>
                      <c:pt idx="1490">
                        <c:v>11</c:v>
                      </c:pt>
                      <c:pt idx="1491">
                        <c:v>11</c:v>
                      </c:pt>
                      <c:pt idx="1492">
                        <c:v>11</c:v>
                      </c:pt>
                      <c:pt idx="1493">
                        <c:v>9.5</c:v>
                      </c:pt>
                      <c:pt idx="1494">
                        <c:v>9.5</c:v>
                      </c:pt>
                      <c:pt idx="1495">
                        <c:v>9.5</c:v>
                      </c:pt>
                      <c:pt idx="1496">
                        <c:v>9.5</c:v>
                      </c:pt>
                      <c:pt idx="1497">
                        <c:v>9.5</c:v>
                      </c:pt>
                      <c:pt idx="1498">
                        <c:v>9.5</c:v>
                      </c:pt>
                      <c:pt idx="1499">
                        <c:v>9.5</c:v>
                      </c:pt>
                      <c:pt idx="1500">
                        <c:v>9.5</c:v>
                      </c:pt>
                      <c:pt idx="1501">
                        <c:v>9.5</c:v>
                      </c:pt>
                      <c:pt idx="1502">
                        <c:v>9.5</c:v>
                      </c:pt>
                      <c:pt idx="1503">
                        <c:v>9.5</c:v>
                      </c:pt>
                      <c:pt idx="1504">
                        <c:v>9.5</c:v>
                      </c:pt>
                      <c:pt idx="1505">
                        <c:v>9.5</c:v>
                      </c:pt>
                      <c:pt idx="1506">
                        <c:v>9.5</c:v>
                      </c:pt>
                      <c:pt idx="1507">
                        <c:v>9.5</c:v>
                      </c:pt>
                      <c:pt idx="1508">
                        <c:v>9.5</c:v>
                      </c:pt>
                      <c:pt idx="1509">
                        <c:v>9.5</c:v>
                      </c:pt>
                      <c:pt idx="1510">
                        <c:v>9.5</c:v>
                      </c:pt>
                      <c:pt idx="1511">
                        <c:v>9.5</c:v>
                      </c:pt>
                      <c:pt idx="1512">
                        <c:v>9.5</c:v>
                      </c:pt>
                      <c:pt idx="1513">
                        <c:v>9.5</c:v>
                      </c:pt>
                      <c:pt idx="1514">
                        <c:v>9.5</c:v>
                      </c:pt>
                      <c:pt idx="1515">
                        <c:v>9.5</c:v>
                      </c:pt>
                      <c:pt idx="1516">
                        <c:v>9.5</c:v>
                      </c:pt>
                      <c:pt idx="1517">
                        <c:v>9.5</c:v>
                      </c:pt>
                      <c:pt idx="1518">
                        <c:v>9.5</c:v>
                      </c:pt>
                      <c:pt idx="1519">
                        <c:v>9.5</c:v>
                      </c:pt>
                      <c:pt idx="1520">
                        <c:v>9.5</c:v>
                      </c:pt>
                      <c:pt idx="1521">
                        <c:v>9.5</c:v>
                      </c:pt>
                      <c:pt idx="1522">
                        <c:v>9.5</c:v>
                      </c:pt>
                      <c:pt idx="1523">
                        <c:v>9.5</c:v>
                      </c:pt>
                      <c:pt idx="1524">
                        <c:v>9.5</c:v>
                      </c:pt>
                      <c:pt idx="1525">
                        <c:v>9.5</c:v>
                      </c:pt>
                      <c:pt idx="1526">
                        <c:v>9.5</c:v>
                      </c:pt>
                      <c:pt idx="1527">
                        <c:v>9.5</c:v>
                      </c:pt>
                      <c:pt idx="1528">
                        <c:v>9.5</c:v>
                      </c:pt>
                      <c:pt idx="1529">
                        <c:v>9.5</c:v>
                      </c:pt>
                      <c:pt idx="1530">
                        <c:v>9.5</c:v>
                      </c:pt>
                      <c:pt idx="1531">
                        <c:v>9.5</c:v>
                      </c:pt>
                      <c:pt idx="1532">
                        <c:v>9.5</c:v>
                      </c:pt>
                      <c:pt idx="1533">
                        <c:v>9.5</c:v>
                      </c:pt>
                      <c:pt idx="1534">
                        <c:v>9.5</c:v>
                      </c:pt>
                      <c:pt idx="1535">
                        <c:v>9.5</c:v>
                      </c:pt>
                      <c:pt idx="1536">
                        <c:v>9.5</c:v>
                      </c:pt>
                      <c:pt idx="1537">
                        <c:v>9.5</c:v>
                      </c:pt>
                      <c:pt idx="1538">
                        <c:v>9.5</c:v>
                      </c:pt>
                      <c:pt idx="1539">
                        <c:v>9.5</c:v>
                      </c:pt>
                      <c:pt idx="1540">
                        <c:v>9.5</c:v>
                      </c:pt>
                      <c:pt idx="1541">
                        <c:v>9.5</c:v>
                      </c:pt>
                      <c:pt idx="1542">
                        <c:v>9.5</c:v>
                      </c:pt>
                      <c:pt idx="1543">
                        <c:v>9.5</c:v>
                      </c:pt>
                      <c:pt idx="1544">
                        <c:v>9.5</c:v>
                      </c:pt>
                      <c:pt idx="1545">
                        <c:v>9.5</c:v>
                      </c:pt>
                      <c:pt idx="1546">
                        <c:v>9.5</c:v>
                      </c:pt>
                      <c:pt idx="1547">
                        <c:v>9.5</c:v>
                      </c:pt>
                      <c:pt idx="1548">
                        <c:v>9.5</c:v>
                      </c:pt>
                      <c:pt idx="1549">
                        <c:v>9.5</c:v>
                      </c:pt>
                      <c:pt idx="1550">
                        <c:v>9.5</c:v>
                      </c:pt>
                      <c:pt idx="1551">
                        <c:v>9.5</c:v>
                      </c:pt>
                      <c:pt idx="1552">
                        <c:v>9.5</c:v>
                      </c:pt>
                      <c:pt idx="1553">
                        <c:v>9.5</c:v>
                      </c:pt>
                      <c:pt idx="1554">
                        <c:v>9.5</c:v>
                      </c:pt>
                      <c:pt idx="1555">
                        <c:v>9.5</c:v>
                      </c:pt>
                      <c:pt idx="1556">
                        <c:v>9.5</c:v>
                      </c:pt>
                      <c:pt idx="1557">
                        <c:v>9.5</c:v>
                      </c:pt>
                      <c:pt idx="1558">
                        <c:v>9.5</c:v>
                      </c:pt>
                      <c:pt idx="1559">
                        <c:v>9.5</c:v>
                      </c:pt>
                      <c:pt idx="1560">
                        <c:v>9.5</c:v>
                      </c:pt>
                      <c:pt idx="1561">
                        <c:v>9.5</c:v>
                      </c:pt>
                      <c:pt idx="1562">
                        <c:v>9.5</c:v>
                      </c:pt>
                      <c:pt idx="1563">
                        <c:v>9.5</c:v>
                      </c:pt>
                      <c:pt idx="1564">
                        <c:v>9.5</c:v>
                      </c:pt>
                      <c:pt idx="1565">
                        <c:v>9.5</c:v>
                      </c:pt>
                      <c:pt idx="1566">
                        <c:v>9.5</c:v>
                      </c:pt>
                      <c:pt idx="1567">
                        <c:v>9.5</c:v>
                      </c:pt>
                      <c:pt idx="1568">
                        <c:v>9.5</c:v>
                      </c:pt>
                      <c:pt idx="1569">
                        <c:v>9.5</c:v>
                      </c:pt>
                      <c:pt idx="1570">
                        <c:v>9.5</c:v>
                      </c:pt>
                      <c:pt idx="1571">
                        <c:v>9.5</c:v>
                      </c:pt>
                      <c:pt idx="1572">
                        <c:v>9.5</c:v>
                      </c:pt>
                      <c:pt idx="1573">
                        <c:v>9.5</c:v>
                      </c:pt>
                      <c:pt idx="1574">
                        <c:v>9.5</c:v>
                      </c:pt>
                      <c:pt idx="1575">
                        <c:v>9.5</c:v>
                      </c:pt>
                      <c:pt idx="1576">
                        <c:v>9.5</c:v>
                      </c:pt>
                      <c:pt idx="1577">
                        <c:v>9.5</c:v>
                      </c:pt>
                      <c:pt idx="1578">
                        <c:v>9.5</c:v>
                      </c:pt>
                      <c:pt idx="1579">
                        <c:v>9.5</c:v>
                      </c:pt>
                      <c:pt idx="1580">
                        <c:v>9.5</c:v>
                      </c:pt>
                      <c:pt idx="1581">
                        <c:v>9.5</c:v>
                      </c:pt>
                      <c:pt idx="1582">
                        <c:v>9.5</c:v>
                      </c:pt>
                      <c:pt idx="1583">
                        <c:v>9.5</c:v>
                      </c:pt>
                      <c:pt idx="1584">
                        <c:v>9.5</c:v>
                      </c:pt>
                      <c:pt idx="1585">
                        <c:v>9.5</c:v>
                      </c:pt>
                      <c:pt idx="1586">
                        <c:v>9.5</c:v>
                      </c:pt>
                      <c:pt idx="1587">
                        <c:v>9.5</c:v>
                      </c:pt>
                      <c:pt idx="1588">
                        <c:v>9.5</c:v>
                      </c:pt>
                      <c:pt idx="1589">
                        <c:v>9.5</c:v>
                      </c:pt>
                      <c:pt idx="1590">
                        <c:v>9.5</c:v>
                      </c:pt>
                      <c:pt idx="1591">
                        <c:v>9.5</c:v>
                      </c:pt>
                      <c:pt idx="1592">
                        <c:v>9.5</c:v>
                      </c:pt>
                      <c:pt idx="1593">
                        <c:v>9.5</c:v>
                      </c:pt>
                      <c:pt idx="1594">
                        <c:v>9.5</c:v>
                      </c:pt>
                      <c:pt idx="1595">
                        <c:v>9.5</c:v>
                      </c:pt>
                      <c:pt idx="1596">
                        <c:v>9.5</c:v>
                      </c:pt>
                      <c:pt idx="1597">
                        <c:v>9.5</c:v>
                      </c:pt>
                      <c:pt idx="1598">
                        <c:v>9.5</c:v>
                      </c:pt>
                      <c:pt idx="1599">
                        <c:v>9.5</c:v>
                      </c:pt>
                      <c:pt idx="1600">
                        <c:v>9.5</c:v>
                      </c:pt>
                      <c:pt idx="1601">
                        <c:v>9.5</c:v>
                      </c:pt>
                      <c:pt idx="1602">
                        <c:v>9.5</c:v>
                      </c:pt>
                      <c:pt idx="1603">
                        <c:v>9.5</c:v>
                      </c:pt>
                      <c:pt idx="1604">
                        <c:v>9.5</c:v>
                      </c:pt>
                      <c:pt idx="1605">
                        <c:v>9.5</c:v>
                      </c:pt>
                      <c:pt idx="1606">
                        <c:v>9.5</c:v>
                      </c:pt>
                      <c:pt idx="1607">
                        <c:v>9.5</c:v>
                      </c:pt>
                      <c:pt idx="1608">
                        <c:v>9.5</c:v>
                      </c:pt>
                      <c:pt idx="1609">
                        <c:v>9.5</c:v>
                      </c:pt>
                      <c:pt idx="1610">
                        <c:v>9.5</c:v>
                      </c:pt>
                      <c:pt idx="1611">
                        <c:v>9.5</c:v>
                      </c:pt>
                      <c:pt idx="1612">
                        <c:v>9.5</c:v>
                      </c:pt>
                      <c:pt idx="1613">
                        <c:v>9.5</c:v>
                      </c:pt>
                      <c:pt idx="1614">
                        <c:v>9.5</c:v>
                      </c:pt>
                      <c:pt idx="1615">
                        <c:v>9.5</c:v>
                      </c:pt>
                      <c:pt idx="1616">
                        <c:v>9.5</c:v>
                      </c:pt>
                      <c:pt idx="1617">
                        <c:v>11.5</c:v>
                      </c:pt>
                      <c:pt idx="1618">
                        <c:v>11.5</c:v>
                      </c:pt>
                      <c:pt idx="1619">
                        <c:v>11.5</c:v>
                      </c:pt>
                      <c:pt idx="1620">
                        <c:v>11.5</c:v>
                      </c:pt>
                      <c:pt idx="1621">
                        <c:v>11.5</c:v>
                      </c:pt>
                      <c:pt idx="1622">
                        <c:v>11.5</c:v>
                      </c:pt>
                      <c:pt idx="1623">
                        <c:v>11.5</c:v>
                      </c:pt>
                      <c:pt idx="1624">
                        <c:v>11.5</c:v>
                      </c:pt>
                      <c:pt idx="1625">
                        <c:v>11.5</c:v>
                      </c:pt>
                      <c:pt idx="1626">
                        <c:v>11.5</c:v>
                      </c:pt>
                      <c:pt idx="1627">
                        <c:v>11.5</c:v>
                      </c:pt>
                      <c:pt idx="1628">
                        <c:v>11.5</c:v>
                      </c:pt>
                      <c:pt idx="1629">
                        <c:v>11.5</c:v>
                      </c:pt>
                      <c:pt idx="1630">
                        <c:v>11.5</c:v>
                      </c:pt>
                      <c:pt idx="1631">
                        <c:v>11.5</c:v>
                      </c:pt>
                      <c:pt idx="1632">
                        <c:v>11.5</c:v>
                      </c:pt>
                      <c:pt idx="1633">
                        <c:v>11.5</c:v>
                      </c:pt>
                      <c:pt idx="1634">
                        <c:v>11.5</c:v>
                      </c:pt>
                      <c:pt idx="1635">
                        <c:v>11.5</c:v>
                      </c:pt>
                      <c:pt idx="1636">
                        <c:v>11.5</c:v>
                      </c:pt>
                      <c:pt idx="1637">
                        <c:v>11.5</c:v>
                      </c:pt>
                      <c:pt idx="1638">
                        <c:v>11.5</c:v>
                      </c:pt>
                      <c:pt idx="1639">
                        <c:v>11.5</c:v>
                      </c:pt>
                      <c:pt idx="1640">
                        <c:v>11.5</c:v>
                      </c:pt>
                      <c:pt idx="1641">
                        <c:v>11.5</c:v>
                      </c:pt>
                      <c:pt idx="1642">
                        <c:v>11.5</c:v>
                      </c:pt>
                      <c:pt idx="1643">
                        <c:v>11.5</c:v>
                      </c:pt>
                      <c:pt idx="1644">
                        <c:v>11.5</c:v>
                      </c:pt>
                      <c:pt idx="1645">
                        <c:v>11.5</c:v>
                      </c:pt>
                      <c:pt idx="1646">
                        <c:v>11.5</c:v>
                      </c:pt>
                      <c:pt idx="1647">
                        <c:v>11.5</c:v>
                      </c:pt>
                      <c:pt idx="1648">
                        <c:v>11.5</c:v>
                      </c:pt>
                      <c:pt idx="1649">
                        <c:v>11.5</c:v>
                      </c:pt>
                      <c:pt idx="1650">
                        <c:v>11.5</c:v>
                      </c:pt>
                      <c:pt idx="1651">
                        <c:v>11.5</c:v>
                      </c:pt>
                      <c:pt idx="1652">
                        <c:v>11.5</c:v>
                      </c:pt>
                      <c:pt idx="1653">
                        <c:v>11.5</c:v>
                      </c:pt>
                      <c:pt idx="1654">
                        <c:v>11.5</c:v>
                      </c:pt>
                      <c:pt idx="1655">
                        <c:v>11.5</c:v>
                      </c:pt>
                      <c:pt idx="1656">
                        <c:v>11.5</c:v>
                      </c:pt>
                      <c:pt idx="1657">
                        <c:v>11.5</c:v>
                      </c:pt>
                      <c:pt idx="1658">
                        <c:v>11.5</c:v>
                      </c:pt>
                      <c:pt idx="1659">
                        <c:v>11.5</c:v>
                      </c:pt>
                      <c:pt idx="1660">
                        <c:v>11.5</c:v>
                      </c:pt>
                      <c:pt idx="1661">
                        <c:v>11.5</c:v>
                      </c:pt>
                      <c:pt idx="1662">
                        <c:v>11.5</c:v>
                      </c:pt>
                      <c:pt idx="1663">
                        <c:v>11.5</c:v>
                      </c:pt>
                      <c:pt idx="1664">
                        <c:v>11.5</c:v>
                      </c:pt>
                      <c:pt idx="1665">
                        <c:v>11.5</c:v>
                      </c:pt>
                      <c:pt idx="1666">
                        <c:v>11.5</c:v>
                      </c:pt>
                      <c:pt idx="1667">
                        <c:v>11.5</c:v>
                      </c:pt>
                      <c:pt idx="1668">
                        <c:v>11.5</c:v>
                      </c:pt>
                      <c:pt idx="1669">
                        <c:v>11.5</c:v>
                      </c:pt>
                      <c:pt idx="1670">
                        <c:v>11.5</c:v>
                      </c:pt>
                      <c:pt idx="1671">
                        <c:v>11.5</c:v>
                      </c:pt>
                      <c:pt idx="1672">
                        <c:v>11.5</c:v>
                      </c:pt>
                      <c:pt idx="1673">
                        <c:v>11.5</c:v>
                      </c:pt>
                      <c:pt idx="1674">
                        <c:v>11.5</c:v>
                      </c:pt>
                      <c:pt idx="1675">
                        <c:v>11.5</c:v>
                      </c:pt>
                      <c:pt idx="1676">
                        <c:v>11.5</c:v>
                      </c:pt>
                      <c:pt idx="1677">
                        <c:v>11.5</c:v>
                      </c:pt>
                      <c:pt idx="1678">
                        <c:v>11.5</c:v>
                      </c:pt>
                      <c:pt idx="1679">
                        <c:v>11.5</c:v>
                      </c:pt>
                      <c:pt idx="1680">
                        <c:v>11.5</c:v>
                      </c:pt>
                      <c:pt idx="1681">
                        <c:v>11.5</c:v>
                      </c:pt>
                      <c:pt idx="1682">
                        <c:v>12.5</c:v>
                      </c:pt>
                      <c:pt idx="1683">
                        <c:v>12.5</c:v>
                      </c:pt>
                      <c:pt idx="1684">
                        <c:v>12.5</c:v>
                      </c:pt>
                      <c:pt idx="1685">
                        <c:v>12.5</c:v>
                      </c:pt>
                      <c:pt idx="1686">
                        <c:v>12.5</c:v>
                      </c:pt>
                      <c:pt idx="1687">
                        <c:v>12.5</c:v>
                      </c:pt>
                      <c:pt idx="1688">
                        <c:v>12.5</c:v>
                      </c:pt>
                      <c:pt idx="1689">
                        <c:v>12.5</c:v>
                      </c:pt>
                      <c:pt idx="1690">
                        <c:v>12.5</c:v>
                      </c:pt>
                      <c:pt idx="1691">
                        <c:v>12.5</c:v>
                      </c:pt>
                      <c:pt idx="1692">
                        <c:v>12.5</c:v>
                      </c:pt>
                      <c:pt idx="1693">
                        <c:v>12.5</c:v>
                      </c:pt>
                      <c:pt idx="1694">
                        <c:v>12.5</c:v>
                      </c:pt>
                      <c:pt idx="1695">
                        <c:v>12.5</c:v>
                      </c:pt>
                      <c:pt idx="1696">
                        <c:v>12.5</c:v>
                      </c:pt>
                      <c:pt idx="1697">
                        <c:v>12.5</c:v>
                      </c:pt>
                      <c:pt idx="1698">
                        <c:v>12.5</c:v>
                      </c:pt>
                      <c:pt idx="1699">
                        <c:v>12.5</c:v>
                      </c:pt>
                      <c:pt idx="1700">
                        <c:v>12.5</c:v>
                      </c:pt>
                      <c:pt idx="1701">
                        <c:v>12.5</c:v>
                      </c:pt>
                      <c:pt idx="1702">
                        <c:v>12.5</c:v>
                      </c:pt>
                      <c:pt idx="1703">
                        <c:v>12.5</c:v>
                      </c:pt>
                      <c:pt idx="1704">
                        <c:v>12.5</c:v>
                      </c:pt>
                      <c:pt idx="1705">
                        <c:v>12.5</c:v>
                      </c:pt>
                      <c:pt idx="1706">
                        <c:v>12.5</c:v>
                      </c:pt>
                      <c:pt idx="1707">
                        <c:v>12.5</c:v>
                      </c:pt>
                      <c:pt idx="1708">
                        <c:v>12.5</c:v>
                      </c:pt>
                      <c:pt idx="1709">
                        <c:v>12.5</c:v>
                      </c:pt>
                      <c:pt idx="1710">
                        <c:v>12.5</c:v>
                      </c:pt>
                      <c:pt idx="1711">
                        <c:v>12.5</c:v>
                      </c:pt>
                      <c:pt idx="1712">
                        <c:v>12.5</c:v>
                      </c:pt>
                      <c:pt idx="1713">
                        <c:v>12.5</c:v>
                      </c:pt>
                      <c:pt idx="1714">
                        <c:v>12.5</c:v>
                      </c:pt>
                      <c:pt idx="1715">
                        <c:v>12.5</c:v>
                      </c:pt>
                      <c:pt idx="1716">
                        <c:v>12.5</c:v>
                      </c:pt>
                      <c:pt idx="1717">
                        <c:v>12.5</c:v>
                      </c:pt>
                      <c:pt idx="1718">
                        <c:v>12.5</c:v>
                      </c:pt>
                      <c:pt idx="1719">
                        <c:v>12.5</c:v>
                      </c:pt>
                      <c:pt idx="1720">
                        <c:v>12.5</c:v>
                      </c:pt>
                      <c:pt idx="1721">
                        <c:v>12.5</c:v>
                      </c:pt>
                      <c:pt idx="1722">
                        <c:v>12.5</c:v>
                      </c:pt>
                      <c:pt idx="1723">
                        <c:v>12.5</c:v>
                      </c:pt>
                      <c:pt idx="1724">
                        <c:v>12.5</c:v>
                      </c:pt>
                      <c:pt idx="1725">
                        <c:v>12.5</c:v>
                      </c:pt>
                      <c:pt idx="1726">
                        <c:v>12.5</c:v>
                      </c:pt>
                      <c:pt idx="1727">
                        <c:v>12.5</c:v>
                      </c:pt>
                      <c:pt idx="1728">
                        <c:v>12.5</c:v>
                      </c:pt>
                      <c:pt idx="1729">
                        <c:v>12.5</c:v>
                      </c:pt>
                      <c:pt idx="1730">
                        <c:v>12.5</c:v>
                      </c:pt>
                      <c:pt idx="1731">
                        <c:v>12.5</c:v>
                      </c:pt>
                      <c:pt idx="1732">
                        <c:v>12.5</c:v>
                      </c:pt>
                      <c:pt idx="1733">
                        <c:v>12.5</c:v>
                      </c:pt>
                      <c:pt idx="1734">
                        <c:v>12.5</c:v>
                      </c:pt>
                      <c:pt idx="1735">
                        <c:v>12.5</c:v>
                      </c:pt>
                      <c:pt idx="1736">
                        <c:v>12.5</c:v>
                      </c:pt>
                      <c:pt idx="1737">
                        <c:v>12.5</c:v>
                      </c:pt>
                      <c:pt idx="1738">
                        <c:v>12.5</c:v>
                      </c:pt>
                      <c:pt idx="1739">
                        <c:v>12.5</c:v>
                      </c:pt>
                      <c:pt idx="1740">
                        <c:v>12.5</c:v>
                      </c:pt>
                      <c:pt idx="1741">
                        <c:v>12.5</c:v>
                      </c:pt>
                      <c:pt idx="1742">
                        <c:v>12.5</c:v>
                      </c:pt>
                      <c:pt idx="1743">
                        <c:v>12.5</c:v>
                      </c:pt>
                      <c:pt idx="1744">
                        <c:v>12.5</c:v>
                      </c:pt>
                      <c:pt idx="1745">
                        <c:v>12.5</c:v>
                      </c:pt>
                      <c:pt idx="1746">
                        <c:v>12.5</c:v>
                      </c:pt>
                      <c:pt idx="1747">
                        <c:v>13.5</c:v>
                      </c:pt>
                      <c:pt idx="1748">
                        <c:v>13.5</c:v>
                      </c:pt>
                      <c:pt idx="1749">
                        <c:v>13.5</c:v>
                      </c:pt>
                      <c:pt idx="1750">
                        <c:v>13.5</c:v>
                      </c:pt>
                      <c:pt idx="1751">
                        <c:v>13.5</c:v>
                      </c:pt>
                      <c:pt idx="1752">
                        <c:v>13.5</c:v>
                      </c:pt>
                      <c:pt idx="1753">
                        <c:v>13.5</c:v>
                      </c:pt>
                      <c:pt idx="1754">
                        <c:v>13.5</c:v>
                      </c:pt>
                      <c:pt idx="1755">
                        <c:v>13.5</c:v>
                      </c:pt>
                      <c:pt idx="1756">
                        <c:v>13.5</c:v>
                      </c:pt>
                      <c:pt idx="1757">
                        <c:v>13.5</c:v>
                      </c:pt>
                      <c:pt idx="1758">
                        <c:v>13.5</c:v>
                      </c:pt>
                      <c:pt idx="1759">
                        <c:v>13.5</c:v>
                      </c:pt>
                      <c:pt idx="1760">
                        <c:v>13.5</c:v>
                      </c:pt>
                      <c:pt idx="1761">
                        <c:v>13.5</c:v>
                      </c:pt>
                      <c:pt idx="1762">
                        <c:v>13.5</c:v>
                      </c:pt>
                      <c:pt idx="1763">
                        <c:v>13.5</c:v>
                      </c:pt>
                      <c:pt idx="1764">
                        <c:v>13.5</c:v>
                      </c:pt>
                      <c:pt idx="1765">
                        <c:v>13.5</c:v>
                      </c:pt>
                      <c:pt idx="1766">
                        <c:v>13.5</c:v>
                      </c:pt>
                      <c:pt idx="1767">
                        <c:v>13.5</c:v>
                      </c:pt>
                      <c:pt idx="1768">
                        <c:v>13.5</c:v>
                      </c:pt>
                      <c:pt idx="1769">
                        <c:v>13.5</c:v>
                      </c:pt>
                      <c:pt idx="1770">
                        <c:v>13.5</c:v>
                      </c:pt>
                      <c:pt idx="1771">
                        <c:v>13.5</c:v>
                      </c:pt>
                      <c:pt idx="1772">
                        <c:v>13.5</c:v>
                      </c:pt>
                      <c:pt idx="1773">
                        <c:v>13.5</c:v>
                      </c:pt>
                      <c:pt idx="1774">
                        <c:v>13.5</c:v>
                      </c:pt>
                      <c:pt idx="1775">
                        <c:v>13.5</c:v>
                      </c:pt>
                      <c:pt idx="1776">
                        <c:v>13.5</c:v>
                      </c:pt>
                      <c:pt idx="1777">
                        <c:v>13.5</c:v>
                      </c:pt>
                      <c:pt idx="1778">
                        <c:v>13.5</c:v>
                      </c:pt>
                      <c:pt idx="1779">
                        <c:v>13.5</c:v>
                      </c:pt>
                      <c:pt idx="1780">
                        <c:v>13.5</c:v>
                      </c:pt>
                      <c:pt idx="1781">
                        <c:v>13.5</c:v>
                      </c:pt>
                      <c:pt idx="1782">
                        <c:v>13.5</c:v>
                      </c:pt>
                      <c:pt idx="1783">
                        <c:v>13.5</c:v>
                      </c:pt>
                      <c:pt idx="1784">
                        <c:v>13.5</c:v>
                      </c:pt>
                      <c:pt idx="1785">
                        <c:v>13.5</c:v>
                      </c:pt>
                      <c:pt idx="1786">
                        <c:v>13.5</c:v>
                      </c:pt>
                      <c:pt idx="1787">
                        <c:v>13.5</c:v>
                      </c:pt>
                      <c:pt idx="1788">
                        <c:v>13.5</c:v>
                      </c:pt>
                      <c:pt idx="1789">
                        <c:v>13.5</c:v>
                      </c:pt>
                      <c:pt idx="1790">
                        <c:v>13.5</c:v>
                      </c:pt>
                      <c:pt idx="1791">
                        <c:v>13.5</c:v>
                      </c:pt>
                      <c:pt idx="1792">
                        <c:v>13.5</c:v>
                      </c:pt>
                      <c:pt idx="1793">
                        <c:v>13.5</c:v>
                      </c:pt>
                      <c:pt idx="1794">
                        <c:v>13.5</c:v>
                      </c:pt>
                      <c:pt idx="1795">
                        <c:v>13.5</c:v>
                      </c:pt>
                      <c:pt idx="1796">
                        <c:v>13.5</c:v>
                      </c:pt>
                      <c:pt idx="1797">
                        <c:v>13.5</c:v>
                      </c:pt>
                      <c:pt idx="1798">
                        <c:v>13.5</c:v>
                      </c:pt>
                      <c:pt idx="1799">
                        <c:v>13.5</c:v>
                      </c:pt>
                      <c:pt idx="1800">
                        <c:v>13.5</c:v>
                      </c:pt>
                      <c:pt idx="1801">
                        <c:v>13.5</c:v>
                      </c:pt>
                      <c:pt idx="1802">
                        <c:v>13.5</c:v>
                      </c:pt>
                      <c:pt idx="1803">
                        <c:v>13.5</c:v>
                      </c:pt>
                      <c:pt idx="1804">
                        <c:v>13.5</c:v>
                      </c:pt>
                      <c:pt idx="1805">
                        <c:v>13.5</c:v>
                      </c:pt>
                      <c:pt idx="1806">
                        <c:v>13.5</c:v>
                      </c:pt>
                      <c:pt idx="1807">
                        <c:v>13.5</c:v>
                      </c:pt>
                      <c:pt idx="1808">
                        <c:v>13.5</c:v>
                      </c:pt>
                      <c:pt idx="1809">
                        <c:v>13.5</c:v>
                      </c:pt>
                      <c:pt idx="1810">
                        <c:v>13.5</c:v>
                      </c:pt>
                      <c:pt idx="1811">
                        <c:v>13.5</c:v>
                      </c:pt>
                      <c:pt idx="1812">
                        <c:v>13.5</c:v>
                      </c:pt>
                      <c:pt idx="1813">
                        <c:v>13.5</c:v>
                      </c:pt>
                      <c:pt idx="1814">
                        <c:v>13.5</c:v>
                      </c:pt>
                      <c:pt idx="1815">
                        <c:v>13.5</c:v>
                      </c:pt>
                      <c:pt idx="1816">
                        <c:v>13.5</c:v>
                      </c:pt>
                      <c:pt idx="1817">
                        <c:v>13.5</c:v>
                      </c:pt>
                      <c:pt idx="1818">
                        <c:v>13.5</c:v>
                      </c:pt>
                      <c:pt idx="1819">
                        <c:v>13.5</c:v>
                      </c:pt>
                      <c:pt idx="1820">
                        <c:v>13.5</c:v>
                      </c:pt>
                      <c:pt idx="1821">
                        <c:v>13.5</c:v>
                      </c:pt>
                      <c:pt idx="1822">
                        <c:v>13.5</c:v>
                      </c:pt>
                      <c:pt idx="1823">
                        <c:v>13.5</c:v>
                      </c:pt>
                      <c:pt idx="1824">
                        <c:v>13.5</c:v>
                      </c:pt>
                      <c:pt idx="1825">
                        <c:v>13.5</c:v>
                      </c:pt>
                      <c:pt idx="1826">
                        <c:v>13.5</c:v>
                      </c:pt>
                      <c:pt idx="1827">
                        <c:v>13.5</c:v>
                      </c:pt>
                      <c:pt idx="1828">
                        <c:v>13.5</c:v>
                      </c:pt>
                      <c:pt idx="1829">
                        <c:v>13.5</c:v>
                      </c:pt>
                      <c:pt idx="1830">
                        <c:v>13.5</c:v>
                      </c:pt>
                      <c:pt idx="1831">
                        <c:v>13.5</c:v>
                      </c:pt>
                      <c:pt idx="1832">
                        <c:v>13.5</c:v>
                      </c:pt>
                      <c:pt idx="1833">
                        <c:v>13.5</c:v>
                      </c:pt>
                      <c:pt idx="1834">
                        <c:v>13.5</c:v>
                      </c:pt>
                      <c:pt idx="1835">
                        <c:v>13.5</c:v>
                      </c:pt>
                      <c:pt idx="1836">
                        <c:v>13.5</c:v>
                      </c:pt>
                      <c:pt idx="1837">
                        <c:v>13.5</c:v>
                      </c:pt>
                      <c:pt idx="1838">
                        <c:v>13.5</c:v>
                      </c:pt>
                      <c:pt idx="1839">
                        <c:v>13.5</c:v>
                      </c:pt>
                      <c:pt idx="1840">
                        <c:v>13.5</c:v>
                      </c:pt>
                      <c:pt idx="1841">
                        <c:v>13.5</c:v>
                      </c:pt>
                      <c:pt idx="1842">
                        <c:v>13.5</c:v>
                      </c:pt>
                      <c:pt idx="1843">
                        <c:v>13.5</c:v>
                      </c:pt>
                      <c:pt idx="1844">
                        <c:v>13.5</c:v>
                      </c:pt>
                      <c:pt idx="1845">
                        <c:v>13.5</c:v>
                      </c:pt>
                      <c:pt idx="1846">
                        <c:v>13.5</c:v>
                      </c:pt>
                      <c:pt idx="1847">
                        <c:v>13.5</c:v>
                      </c:pt>
                      <c:pt idx="1848">
                        <c:v>13.5</c:v>
                      </c:pt>
                      <c:pt idx="1849">
                        <c:v>13.5</c:v>
                      </c:pt>
                      <c:pt idx="1850">
                        <c:v>13.5</c:v>
                      </c:pt>
                      <c:pt idx="1851">
                        <c:v>13.5</c:v>
                      </c:pt>
                      <c:pt idx="1852">
                        <c:v>13.5</c:v>
                      </c:pt>
                      <c:pt idx="1853">
                        <c:v>13.5</c:v>
                      </c:pt>
                      <c:pt idx="1854">
                        <c:v>13.5</c:v>
                      </c:pt>
                      <c:pt idx="1855">
                        <c:v>13.5</c:v>
                      </c:pt>
                      <c:pt idx="1856">
                        <c:v>13.5</c:v>
                      </c:pt>
                      <c:pt idx="1857">
                        <c:v>13.5</c:v>
                      </c:pt>
                      <c:pt idx="1858">
                        <c:v>13.5</c:v>
                      </c:pt>
                      <c:pt idx="1859">
                        <c:v>13.5</c:v>
                      </c:pt>
                      <c:pt idx="1860">
                        <c:v>13.5</c:v>
                      </c:pt>
                      <c:pt idx="1861">
                        <c:v>13.5</c:v>
                      </c:pt>
                      <c:pt idx="1862">
                        <c:v>13.5</c:v>
                      </c:pt>
                      <c:pt idx="1863">
                        <c:v>13.5</c:v>
                      </c:pt>
                      <c:pt idx="1864">
                        <c:v>13.5</c:v>
                      </c:pt>
                      <c:pt idx="1865">
                        <c:v>13.5</c:v>
                      </c:pt>
                      <c:pt idx="1866">
                        <c:v>13.5</c:v>
                      </c:pt>
                      <c:pt idx="1867">
                        <c:v>13.5</c:v>
                      </c:pt>
                      <c:pt idx="1868">
                        <c:v>13.5</c:v>
                      </c:pt>
                      <c:pt idx="1869">
                        <c:v>13.5</c:v>
                      </c:pt>
                      <c:pt idx="1870">
                        <c:v>13.5</c:v>
                      </c:pt>
                      <c:pt idx="1871">
                        <c:v>13.5</c:v>
                      </c:pt>
                      <c:pt idx="1872">
                        <c:v>13.5</c:v>
                      </c:pt>
                      <c:pt idx="1873">
                        <c:v>13.5</c:v>
                      </c:pt>
                      <c:pt idx="1874">
                        <c:v>13.5</c:v>
                      </c:pt>
                      <c:pt idx="1875">
                        <c:v>13.5</c:v>
                      </c:pt>
                      <c:pt idx="1876">
                        <c:v>13.5</c:v>
                      </c:pt>
                      <c:pt idx="1877">
                        <c:v>13.5</c:v>
                      </c:pt>
                      <c:pt idx="1878">
                        <c:v>13.5</c:v>
                      </c:pt>
                      <c:pt idx="1879">
                        <c:v>13.5</c:v>
                      </c:pt>
                      <c:pt idx="1880">
                        <c:v>13.5</c:v>
                      </c:pt>
                      <c:pt idx="1881">
                        <c:v>13.5</c:v>
                      </c:pt>
                      <c:pt idx="1882">
                        <c:v>13.5</c:v>
                      </c:pt>
                      <c:pt idx="1883">
                        <c:v>13.5</c:v>
                      </c:pt>
                      <c:pt idx="1884">
                        <c:v>13.5</c:v>
                      </c:pt>
                      <c:pt idx="1885">
                        <c:v>13.5</c:v>
                      </c:pt>
                      <c:pt idx="1886">
                        <c:v>13.5</c:v>
                      </c:pt>
                      <c:pt idx="1887">
                        <c:v>13.5</c:v>
                      </c:pt>
                      <c:pt idx="1888">
                        <c:v>13.5</c:v>
                      </c:pt>
                      <c:pt idx="1889">
                        <c:v>13.5</c:v>
                      </c:pt>
                      <c:pt idx="1890">
                        <c:v>13.5</c:v>
                      </c:pt>
                      <c:pt idx="1891">
                        <c:v>13.5</c:v>
                      </c:pt>
                      <c:pt idx="1892">
                        <c:v>13.5</c:v>
                      </c:pt>
                      <c:pt idx="1893">
                        <c:v>13.5</c:v>
                      </c:pt>
                      <c:pt idx="1894">
                        <c:v>13.5</c:v>
                      </c:pt>
                      <c:pt idx="1895">
                        <c:v>13.5</c:v>
                      </c:pt>
                      <c:pt idx="1896">
                        <c:v>13.5</c:v>
                      </c:pt>
                      <c:pt idx="1897">
                        <c:v>13.5</c:v>
                      </c:pt>
                      <c:pt idx="1898">
                        <c:v>13.5</c:v>
                      </c:pt>
                      <c:pt idx="1899">
                        <c:v>13.5</c:v>
                      </c:pt>
                      <c:pt idx="1900">
                        <c:v>13.5</c:v>
                      </c:pt>
                      <c:pt idx="1901">
                        <c:v>13.5</c:v>
                      </c:pt>
                      <c:pt idx="1902">
                        <c:v>13.5</c:v>
                      </c:pt>
                      <c:pt idx="1903">
                        <c:v>13.5</c:v>
                      </c:pt>
                      <c:pt idx="1904">
                        <c:v>13.5</c:v>
                      </c:pt>
                      <c:pt idx="1905">
                        <c:v>13.5</c:v>
                      </c:pt>
                      <c:pt idx="1906">
                        <c:v>13.5</c:v>
                      </c:pt>
                      <c:pt idx="1907">
                        <c:v>13.5</c:v>
                      </c:pt>
                      <c:pt idx="1908">
                        <c:v>13.5</c:v>
                      </c:pt>
                      <c:pt idx="1909">
                        <c:v>13.5</c:v>
                      </c:pt>
                      <c:pt idx="1910">
                        <c:v>13.5</c:v>
                      </c:pt>
                      <c:pt idx="1911">
                        <c:v>13.5</c:v>
                      </c:pt>
                      <c:pt idx="1912">
                        <c:v>13.5</c:v>
                      </c:pt>
                      <c:pt idx="1913">
                        <c:v>13.5</c:v>
                      </c:pt>
                      <c:pt idx="1914">
                        <c:v>13.5</c:v>
                      </c:pt>
                      <c:pt idx="1915">
                        <c:v>13.5</c:v>
                      </c:pt>
                      <c:pt idx="1916">
                        <c:v>13.5</c:v>
                      </c:pt>
                      <c:pt idx="1917">
                        <c:v>13.5</c:v>
                      </c:pt>
                      <c:pt idx="1918">
                        <c:v>13.5</c:v>
                      </c:pt>
                      <c:pt idx="1919">
                        <c:v>13.5</c:v>
                      </c:pt>
                      <c:pt idx="1920">
                        <c:v>13.5</c:v>
                      </c:pt>
                      <c:pt idx="1921">
                        <c:v>13.5</c:v>
                      </c:pt>
                      <c:pt idx="1922">
                        <c:v>13.5</c:v>
                      </c:pt>
                      <c:pt idx="1923">
                        <c:v>13.5</c:v>
                      </c:pt>
                      <c:pt idx="1924">
                        <c:v>13.5</c:v>
                      </c:pt>
                      <c:pt idx="1925">
                        <c:v>13.5</c:v>
                      </c:pt>
                      <c:pt idx="1926">
                        <c:v>13.5</c:v>
                      </c:pt>
                      <c:pt idx="1927">
                        <c:v>13.5</c:v>
                      </c:pt>
                      <c:pt idx="1928">
                        <c:v>13.5</c:v>
                      </c:pt>
                      <c:pt idx="1929">
                        <c:v>13.5</c:v>
                      </c:pt>
                      <c:pt idx="1930">
                        <c:v>13.5</c:v>
                      </c:pt>
                      <c:pt idx="1931">
                        <c:v>13.5</c:v>
                      </c:pt>
                      <c:pt idx="1932">
                        <c:v>13.5</c:v>
                      </c:pt>
                      <c:pt idx="1933">
                        <c:v>13.5</c:v>
                      </c:pt>
                      <c:pt idx="1934">
                        <c:v>13.5</c:v>
                      </c:pt>
                      <c:pt idx="1935">
                        <c:v>13.5</c:v>
                      </c:pt>
                      <c:pt idx="1936">
                        <c:v>13.5</c:v>
                      </c:pt>
                      <c:pt idx="1937">
                        <c:v>13.5</c:v>
                      </c:pt>
                      <c:pt idx="1938">
                        <c:v>13.5</c:v>
                      </c:pt>
                      <c:pt idx="1939">
                        <c:v>13.5</c:v>
                      </c:pt>
                      <c:pt idx="1940">
                        <c:v>13.5</c:v>
                      </c:pt>
                      <c:pt idx="1941">
                        <c:v>13.5</c:v>
                      </c:pt>
                      <c:pt idx="1942">
                        <c:v>12</c:v>
                      </c:pt>
                      <c:pt idx="1943">
                        <c:v>12</c:v>
                      </c:pt>
                      <c:pt idx="1944">
                        <c:v>12</c:v>
                      </c:pt>
                      <c:pt idx="1945">
                        <c:v>12</c:v>
                      </c:pt>
                      <c:pt idx="1946">
                        <c:v>12</c:v>
                      </c:pt>
                      <c:pt idx="1947">
                        <c:v>12</c:v>
                      </c:pt>
                      <c:pt idx="1948">
                        <c:v>12</c:v>
                      </c:pt>
                      <c:pt idx="1949">
                        <c:v>12</c:v>
                      </c:pt>
                      <c:pt idx="1950">
                        <c:v>12</c:v>
                      </c:pt>
                      <c:pt idx="1951">
                        <c:v>12</c:v>
                      </c:pt>
                      <c:pt idx="1952">
                        <c:v>12</c:v>
                      </c:pt>
                      <c:pt idx="1953">
                        <c:v>12</c:v>
                      </c:pt>
                      <c:pt idx="1954">
                        <c:v>12</c:v>
                      </c:pt>
                      <c:pt idx="1955">
                        <c:v>12</c:v>
                      </c:pt>
                      <c:pt idx="1956">
                        <c:v>12</c:v>
                      </c:pt>
                      <c:pt idx="1957">
                        <c:v>12</c:v>
                      </c:pt>
                      <c:pt idx="1958">
                        <c:v>12</c:v>
                      </c:pt>
                      <c:pt idx="1959">
                        <c:v>12</c:v>
                      </c:pt>
                      <c:pt idx="1960">
                        <c:v>12</c:v>
                      </c:pt>
                      <c:pt idx="1961">
                        <c:v>12</c:v>
                      </c:pt>
                      <c:pt idx="1962">
                        <c:v>12</c:v>
                      </c:pt>
                      <c:pt idx="1963">
                        <c:v>12</c:v>
                      </c:pt>
                      <c:pt idx="1964">
                        <c:v>12</c:v>
                      </c:pt>
                      <c:pt idx="1965">
                        <c:v>12</c:v>
                      </c:pt>
                      <c:pt idx="1966">
                        <c:v>12</c:v>
                      </c:pt>
                      <c:pt idx="1967">
                        <c:v>12</c:v>
                      </c:pt>
                      <c:pt idx="1968">
                        <c:v>12</c:v>
                      </c:pt>
                      <c:pt idx="1969">
                        <c:v>12</c:v>
                      </c:pt>
                      <c:pt idx="1970">
                        <c:v>12</c:v>
                      </c:pt>
                      <c:pt idx="1971">
                        <c:v>12</c:v>
                      </c:pt>
                      <c:pt idx="1972">
                        <c:v>12</c:v>
                      </c:pt>
                      <c:pt idx="1973">
                        <c:v>12</c:v>
                      </c:pt>
                      <c:pt idx="1974">
                        <c:v>12</c:v>
                      </c:pt>
                      <c:pt idx="1975">
                        <c:v>12</c:v>
                      </c:pt>
                      <c:pt idx="1976">
                        <c:v>12</c:v>
                      </c:pt>
                      <c:pt idx="1977">
                        <c:v>12</c:v>
                      </c:pt>
                      <c:pt idx="1978">
                        <c:v>12</c:v>
                      </c:pt>
                      <c:pt idx="1979">
                        <c:v>12</c:v>
                      </c:pt>
                      <c:pt idx="1980">
                        <c:v>12</c:v>
                      </c:pt>
                      <c:pt idx="1981">
                        <c:v>12</c:v>
                      </c:pt>
                      <c:pt idx="1982">
                        <c:v>12</c:v>
                      </c:pt>
                      <c:pt idx="1983">
                        <c:v>12</c:v>
                      </c:pt>
                      <c:pt idx="1984">
                        <c:v>12</c:v>
                      </c:pt>
                      <c:pt idx="1985">
                        <c:v>12</c:v>
                      </c:pt>
                      <c:pt idx="1986">
                        <c:v>12</c:v>
                      </c:pt>
                      <c:pt idx="1987">
                        <c:v>11</c:v>
                      </c:pt>
                      <c:pt idx="1988">
                        <c:v>11</c:v>
                      </c:pt>
                      <c:pt idx="1989">
                        <c:v>11</c:v>
                      </c:pt>
                      <c:pt idx="1990">
                        <c:v>11</c:v>
                      </c:pt>
                      <c:pt idx="1991">
                        <c:v>11</c:v>
                      </c:pt>
                      <c:pt idx="1992">
                        <c:v>11</c:v>
                      </c:pt>
                      <c:pt idx="1993">
                        <c:v>11</c:v>
                      </c:pt>
                      <c:pt idx="1994">
                        <c:v>11</c:v>
                      </c:pt>
                      <c:pt idx="1995">
                        <c:v>11</c:v>
                      </c:pt>
                      <c:pt idx="1996">
                        <c:v>11</c:v>
                      </c:pt>
                      <c:pt idx="1997">
                        <c:v>11</c:v>
                      </c:pt>
                      <c:pt idx="1998">
                        <c:v>11</c:v>
                      </c:pt>
                      <c:pt idx="1999">
                        <c:v>11</c:v>
                      </c:pt>
                      <c:pt idx="2000">
                        <c:v>11</c:v>
                      </c:pt>
                      <c:pt idx="2001">
                        <c:v>11</c:v>
                      </c:pt>
                      <c:pt idx="2002">
                        <c:v>11</c:v>
                      </c:pt>
                      <c:pt idx="2003">
                        <c:v>11</c:v>
                      </c:pt>
                      <c:pt idx="2004">
                        <c:v>11</c:v>
                      </c:pt>
                      <c:pt idx="2005">
                        <c:v>11</c:v>
                      </c:pt>
                      <c:pt idx="2006">
                        <c:v>10</c:v>
                      </c:pt>
                      <c:pt idx="2007">
                        <c:v>10</c:v>
                      </c:pt>
                      <c:pt idx="2008">
                        <c:v>10</c:v>
                      </c:pt>
                      <c:pt idx="2009">
                        <c:v>10</c:v>
                      </c:pt>
                      <c:pt idx="2010">
                        <c:v>10</c:v>
                      </c:pt>
                      <c:pt idx="2011">
                        <c:v>10</c:v>
                      </c:pt>
                      <c:pt idx="2012">
                        <c:v>10</c:v>
                      </c:pt>
                      <c:pt idx="2013">
                        <c:v>10</c:v>
                      </c:pt>
                      <c:pt idx="2014">
                        <c:v>10</c:v>
                      </c:pt>
                      <c:pt idx="2015">
                        <c:v>10</c:v>
                      </c:pt>
                      <c:pt idx="2016">
                        <c:v>10</c:v>
                      </c:pt>
                      <c:pt idx="2017">
                        <c:v>10</c:v>
                      </c:pt>
                      <c:pt idx="2018">
                        <c:v>10</c:v>
                      </c:pt>
                      <c:pt idx="2019">
                        <c:v>10</c:v>
                      </c:pt>
                      <c:pt idx="2020">
                        <c:v>10</c:v>
                      </c:pt>
                      <c:pt idx="2021">
                        <c:v>10</c:v>
                      </c:pt>
                      <c:pt idx="2022">
                        <c:v>10</c:v>
                      </c:pt>
                      <c:pt idx="2023">
                        <c:v>10</c:v>
                      </c:pt>
                      <c:pt idx="2024">
                        <c:v>10</c:v>
                      </c:pt>
                      <c:pt idx="2025">
                        <c:v>10</c:v>
                      </c:pt>
                      <c:pt idx="2026">
                        <c:v>10</c:v>
                      </c:pt>
                      <c:pt idx="2027">
                        <c:v>10</c:v>
                      </c:pt>
                      <c:pt idx="2028">
                        <c:v>10</c:v>
                      </c:pt>
                      <c:pt idx="2029">
                        <c:v>10</c:v>
                      </c:pt>
                      <c:pt idx="2030">
                        <c:v>10</c:v>
                      </c:pt>
                      <c:pt idx="2031">
                        <c:v>10</c:v>
                      </c:pt>
                      <c:pt idx="2032">
                        <c:v>8.5</c:v>
                      </c:pt>
                      <c:pt idx="2033">
                        <c:v>8.5</c:v>
                      </c:pt>
                      <c:pt idx="2034">
                        <c:v>8.5</c:v>
                      </c:pt>
                      <c:pt idx="2035">
                        <c:v>8.5</c:v>
                      </c:pt>
                      <c:pt idx="2036">
                        <c:v>8.5</c:v>
                      </c:pt>
                      <c:pt idx="2037">
                        <c:v>8.5</c:v>
                      </c:pt>
                      <c:pt idx="2038">
                        <c:v>8.5</c:v>
                      </c:pt>
                      <c:pt idx="2039">
                        <c:v>8.5</c:v>
                      </c:pt>
                      <c:pt idx="2040">
                        <c:v>8.5</c:v>
                      </c:pt>
                      <c:pt idx="2041">
                        <c:v>8.5</c:v>
                      </c:pt>
                      <c:pt idx="2042">
                        <c:v>8.5</c:v>
                      </c:pt>
                      <c:pt idx="2043">
                        <c:v>8.5</c:v>
                      </c:pt>
                      <c:pt idx="2044">
                        <c:v>8.5</c:v>
                      </c:pt>
                      <c:pt idx="2045">
                        <c:v>8.5</c:v>
                      </c:pt>
                      <c:pt idx="2046">
                        <c:v>8.5</c:v>
                      </c:pt>
                      <c:pt idx="2047">
                        <c:v>8.5</c:v>
                      </c:pt>
                      <c:pt idx="2048">
                        <c:v>8.5</c:v>
                      </c:pt>
                      <c:pt idx="2049">
                        <c:v>8.5</c:v>
                      </c:pt>
                      <c:pt idx="2050">
                        <c:v>8.5</c:v>
                      </c:pt>
                      <c:pt idx="2051">
                        <c:v>8.5</c:v>
                      </c:pt>
                      <c:pt idx="2052">
                        <c:v>8.5</c:v>
                      </c:pt>
                      <c:pt idx="2053">
                        <c:v>8.5</c:v>
                      </c:pt>
                      <c:pt idx="2054">
                        <c:v>8.5</c:v>
                      </c:pt>
                      <c:pt idx="2055">
                        <c:v>8.5</c:v>
                      </c:pt>
                      <c:pt idx="2056">
                        <c:v>8.5</c:v>
                      </c:pt>
                      <c:pt idx="2057">
                        <c:v>8.5</c:v>
                      </c:pt>
                      <c:pt idx="2058">
                        <c:v>8.5</c:v>
                      </c:pt>
                      <c:pt idx="2059">
                        <c:v>8.5</c:v>
                      </c:pt>
                      <c:pt idx="2060">
                        <c:v>8.5</c:v>
                      </c:pt>
                      <c:pt idx="2061">
                        <c:v>8.5</c:v>
                      </c:pt>
                      <c:pt idx="2062">
                        <c:v>8.5</c:v>
                      </c:pt>
                      <c:pt idx="2063">
                        <c:v>8.5</c:v>
                      </c:pt>
                      <c:pt idx="2064">
                        <c:v>8.5</c:v>
                      </c:pt>
                      <c:pt idx="2065">
                        <c:v>8.5</c:v>
                      </c:pt>
                      <c:pt idx="2066">
                        <c:v>8.5</c:v>
                      </c:pt>
                      <c:pt idx="2067">
                        <c:v>8.5</c:v>
                      </c:pt>
                      <c:pt idx="2068">
                        <c:v>8.5</c:v>
                      </c:pt>
                      <c:pt idx="2069">
                        <c:v>8.5</c:v>
                      </c:pt>
                      <c:pt idx="2070">
                        <c:v>8.5</c:v>
                      </c:pt>
                      <c:pt idx="2071">
                        <c:v>8.5</c:v>
                      </c:pt>
                      <c:pt idx="2072">
                        <c:v>8.5</c:v>
                      </c:pt>
                      <c:pt idx="2073">
                        <c:v>8.5</c:v>
                      </c:pt>
                      <c:pt idx="2074">
                        <c:v>8.5</c:v>
                      </c:pt>
                      <c:pt idx="2075">
                        <c:v>8.5</c:v>
                      </c:pt>
                      <c:pt idx="2076">
                        <c:v>8.5</c:v>
                      </c:pt>
                      <c:pt idx="2077">
                        <c:v>8.5</c:v>
                      </c:pt>
                      <c:pt idx="2078">
                        <c:v>8.5</c:v>
                      </c:pt>
                      <c:pt idx="2079">
                        <c:v>8.5</c:v>
                      </c:pt>
                      <c:pt idx="2080">
                        <c:v>8.5</c:v>
                      </c:pt>
                      <c:pt idx="2081">
                        <c:v>8.5</c:v>
                      </c:pt>
                      <c:pt idx="2082">
                        <c:v>8.5</c:v>
                      </c:pt>
                      <c:pt idx="2083">
                        <c:v>8.5</c:v>
                      </c:pt>
                      <c:pt idx="2084">
                        <c:v>8.5</c:v>
                      </c:pt>
                      <c:pt idx="2085">
                        <c:v>8.5</c:v>
                      </c:pt>
                      <c:pt idx="2086">
                        <c:v>8</c:v>
                      </c:pt>
                      <c:pt idx="2087">
                        <c:v>8</c:v>
                      </c:pt>
                      <c:pt idx="2088">
                        <c:v>8</c:v>
                      </c:pt>
                      <c:pt idx="2089">
                        <c:v>8</c:v>
                      </c:pt>
                      <c:pt idx="2090">
                        <c:v>8</c:v>
                      </c:pt>
                      <c:pt idx="2091">
                        <c:v>8</c:v>
                      </c:pt>
                      <c:pt idx="2092">
                        <c:v>8</c:v>
                      </c:pt>
                      <c:pt idx="2093">
                        <c:v>8</c:v>
                      </c:pt>
                      <c:pt idx="2094">
                        <c:v>8</c:v>
                      </c:pt>
                      <c:pt idx="2095">
                        <c:v>8</c:v>
                      </c:pt>
                      <c:pt idx="2096">
                        <c:v>8</c:v>
                      </c:pt>
                      <c:pt idx="2097">
                        <c:v>8</c:v>
                      </c:pt>
                      <c:pt idx="2098">
                        <c:v>8</c:v>
                      </c:pt>
                      <c:pt idx="2099">
                        <c:v>8</c:v>
                      </c:pt>
                      <c:pt idx="2100">
                        <c:v>8</c:v>
                      </c:pt>
                      <c:pt idx="2101">
                        <c:v>8</c:v>
                      </c:pt>
                      <c:pt idx="2102">
                        <c:v>8</c:v>
                      </c:pt>
                      <c:pt idx="2103">
                        <c:v>8</c:v>
                      </c:pt>
                      <c:pt idx="2104">
                        <c:v>8</c:v>
                      </c:pt>
                      <c:pt idx="2105">
                        <c:v>8</c:v>
                      </c:pt>
                      <c:pt idx="2106">
                        <c:v>8</c:v>
                      </c:pt>
                      <c:pt idx="2107">
                        <c:v>8</c:v>
                      </c:pt>
                      <c:pt idx="2108">
                        <c:v>8</c:v>
                      </c:pt>
                      <c:pt idx="2109">
                        <c:v>8</c:v>
                      </c:pt>
                      <c:pt idx="2110">
                        <c:v>8</c:v>
                      </c:pt>
                      <c:pt idx="2111">
                        <c:v>8</c:v>
                      </c:pt>
                      <c:pt idx="2112">
                        <c:v>8</c:v>
                      </c:pt>
                      <c:pt idx="2113">
                        <c:v>8</c:v>
                      </c:pt>
                      <c:pt idx="2114">
                        <c:v>8</c:v>
                      </c:pt>
                      <c:pt idx="2115">
                        <c:v>8</c:v>
                      </c:pt>
                      <c:pt idx="2116">
                        <c:v>8</c:v>
                      </c:pt>
                      <c:pt idx="2117">
                        <c:v>8</c:v>
                      </c:pt>
                      <c:pt idx="2118">
                        <c:v>8</c:v>
                      </c:pt>
                      <c:pt idx="2119">
                        <c:v>8</c:v>
                      </c:pt>
                      <c:pt idx="2120">
                        <c:v>8</c:v>
                      </c:pt>
                      <c:pt idx="2121">
                        <c:v>8</c:v>
                      </c:pt>
                      <c:pt idx="2122">
                        <c:v>8</c:v>
                      </c:pt>
                      <c:pt idx="2123">
                        <c:v>8</c:v>
                      </c:pt>
                      <c:pt idx="2124">
                        <c:v>8</c:v>
                      </c:pt>
                      <c:pt idx="2125">
                        <c:v>8</c:v>
                      </c:pt>
                      <c:pt idx="2126">
                        <c:v>8</c:v>
                      </c:pt>
                      <c:pt idx="2127">
                        <c:v>8</c:v>
                      </c:pt>
                      <c:pt idx="2128">
                        <c:v>8</c:v>
                      </c:pt>
                      <c:pt idx="2129">
                        <c:v>8</c:v>
                      </c:pt>
                      <c:pt idx="2130">
                        <c:v>8</c:v>
                      </c:pt>
                      <c:pt idx="2131">
                        <c:v>8</c:v>
                      </c:pt>
                      <c:pt idx="2132">
                        <c:v>8</c:v>
                      </c:pt>
                      <c:pt idx="2133">
                        <c:v>8</c:v>
                      </c:pt>
                      <c:pt idx="2134">
                        <c:v>8</c:v>
                      </c:pt>
                      <c:pt idx="2135">
                        <c:v>8</c:v>
                      </c:pt>
                      <c:pt idx="2136">
                        <c:v>8</c:v>
                      </c:pt>
                      <c:pt idx="2137">
                        <c:v>8</c:v>
                      </c:pt>
                      <c:pt idx="2138">
                        <c:v>8</c:v>
                      </c:pt>
                      <c:pt idx="2139">
                        <c:v>8</c:v>
                      </c:pt>
                      <c:pt idx="2140">
                        <c:v>8</c:v>
                      </c:pt>
                      <c:pt idx="2141">
                        <c:v>8</c:v>
                      </c:pt>
                      <c:pt idx="2142">
                        <c:v>8</c:v>
                      </c:pt>
                      <c:pt idx="2143">
                        <c:v>8</c:v>
                      </c:pt>
                      <c:pt idx="2144">
                        <c:v>8</c:v>
                      </c:pt>
                      <c:pt idx="2145">
                        <c:v>8</c:v>
                      </c:pt>
                      <c:pt idx="2146">
                        <c:v>8</c:v>
                      </c:pt>
                      <c:pt idx="2147">
                        <c:v>8</c:v>
                      </c:pt>
                      <c:pt idx="2148">
                        <c:v>8</c:v>
                      </c:pt>
                      <c:pt idx="2149">
                        <c:v>8</c:v>
                      </c:pt>
                      <c:pt idx="2150">
                        <c:v>8</c:v>
                      </c:pt>
                      <c:pt idx="2151">
                        <c:v>8</c:v>
                      </c:pt>
                      <c:pt idx="2152">
                        <c:v>8</c:v>
                      </c:pt>
                      <c:pt idx="2153">
                        <c:v>8</c:v>
                      </c:pt>
                      <c:pt idx="2154">
                        <c:v>8</c:v>
                      </c:pt>
                      <c:pt idx="2155">
                        <c:v>8</c:v>
                      </c:pt>
                      <c:pt idx="2156">
                        <c:v>8</c:v>
                      </c:pt>
                      <c:pt idx="2157">
                        <c:v>8</c:v>
                      </c:pt>
                      <c:pt idx="2158">
                        <c:v>8</c:v>
                      </c:pt>
                      <c:pt idx="2159">
                        <c:v>8</c:v>
                      </c:pt>
                      <c:pt idx="2160">
                        <c:v>8</c:v>
                      </c:pt>
                      <c:pt idx="2161">
                        <c:v>8</c:v>
                      </c:pt>
                      <c:pt idx="2162">
                        <c:v>8</c:v>
                      </c:pt>
                      <c:pt idx="2163">
                        <c:v>8</c:v>
                      </c:pt>
                      <c:pt idx="2164">
                        <c:v>8</c:v>
                      </c:pt>
                      <c:pt idx="2165">
                        <c:v>8</c:v>
                      </c:pt>
                      <c:pt idx="2166">
                        <c:v>8</c:v>
                      </c:pt>
                      <c:pt idx="2167">
                        <c:v>8</c:v>
                      </c:pt>
                      <c:pt idx="2168">
                        <c:v>8</c:v>
                      </c:pt>
                      <c:pt idx="2169">
                        <c:v>8</c:v>
                      </c:pt>
                      <c:pt idx="2170">
                        <c:v>8</c:v>
                      </c:pt>
                      <c:pt idx="2171">
                        <c:v>8</c:v>
                      </c:pt>
                      <c:pt idx="2172">
                        <c:v>8</c:v>
                      </c:pt>
                      <c:pt idx="2173">
                        <c:v>8</c:v>
                      </c:pt>
                      <c:pt idx="2174">
                        <c:v>8</c:v>
                      </c:pt>
                      <c:pt idx="2175">
                        <c:v>8</c:v>
                      </c:pt>
                      <c:pt idx="2176">
                        <c:v>8</c:v>
                      </c:pt>
                      <c:pt idx="2177">
                        <c:v>8</c:v>
                      </c:pt>
                      <c:pt idx="2178">
                        <c:v>8</c:v>
                      </c:pt>
                      <c:pt idx="2179">
                        <c:v>8</c:v>
                      </c:pt>
                      <c:pt idx="2180">
                        <c:v>8</c:v>
                      </c:pt>
                      <c:pt idx="2181">
                        <c:v>8</c:v>
                      </c:pt>
                      <c:pt idx="2182">
                        <c:v>8</c:v>
                      </c:pt>
                      <c:pt idx="2183">
                        <c:v>8</c:v>
                      </c:pt>
                      <c:pt idx="2184">
                        <c:v>8</c:v>
                      </c:pt>
                      <c:pt idx="2185">
                        <c:v>8</c:v>
                      </c:pt>
                      <c:pt idx="2186">
                        <c:v>8</c:v>
                      </c:pt>
                      <c:pt idx="2187">
                        <c:v>8</c:v>
                      </c:pt>
                      <c:pt idx="2188">
                        <c:v>8</c:v>
                      </c:pt>
                      <c:pt idx="2189">
                        <c:v>8</c:v>
                      </c:pt>
                      <c:pt idx="2190">
                        <c:v>8</c:v>
                      </c:pt>
                      <c:pt idx="2191">
                        <c:v>8</c:v>
                      </c:pt>
                      <c:pt idx="2192">
                        <c:v>8</c:v>
                      </c:pt>
                      <c:pt idx="2193">
                        <c:v>8</c:v>
                      </c:pt>
                      <c:pt idx="2194">
                        <c:v>8</c:v>
                      </c:pt>
                      <c:pt idx="2195">
                        <c:v>8</c:v>
                      </c:pt>
                      <c:pt idx="2196">
                        <c:v>8</c:v>
                      </c:pt>
                      <c:pt idx="2197">
                        <c:v>8</c:v>
                      </c:pt>
                      <c:pt idx="2198">
                        <c:v>8</c:v>
                      </c:pt>
                      <c:pt idx="2199">
                        <c:v>8</c:v>
                      </c:pt>
                      <c:pt idx="2200">
                        <c:v>8</c:v>
                      </c:pt>
                      <c:pt idx="2201">
                        <c:v>8</c:v>
                      </c:pt>
                      <c:pt idx="2202">
                        <c:v>8</c:v>
                      </c:pt>
                      <c:pt idx="2203">
                        <c:v>8</c:v>
                      </c:pt>
                      <c:pt idx="2204">
                        <c:v>8</c:v>
                      </c:pt>
                      <c:pt idx="2205">
                        <c:v>8</c:v>
                      </c:pt>
                      <c:pt idx="2206">
                        <c:v>8</c:v>
                      </c:pt>
                      <c:pt idx="2207">
                        <c:v>8</c:v>
                      </c:pt>
                      <c:pt idx="2208">
                        <c:v>8</c:v>
                      </c:pt>
                      <c:pt idx="2209">
                        <c:v>8</c:v>
                      </c:pt>
                      <c:pt idx="2210">
                        <c:v>8</c:v>
                      </c:pt>
                      <c:pt idx="2211">
                        <c:v>8</c:v>
                      </c:pt>
                      <c:pt idx="2212">
                        <c:v>8</c:v>
                      </c:pt>
                      <c:pt idx="2213">
                        <c:v>8</c:v>
                      </c:pt>
                      <c:pt idx="2214">
                        <c:v>8</c:v>
                      </c:pt>
                      <c:pt idx="2215">
                        <c:v>8</c:v>
                      </c:pt>
                      <c:pt idx="2216">
                        <c:v>8</c:v>
                      </c:pt>
                      <c:pt idx="2217">
                        <c:v>8</c:v>
                      </c:pt>
                      <c:pt idx="2218">
                        <c:v>8</c:v>
                      </c:pt>
                      <c:pt idx="2219">
                        <c:v>8</c:v>
                      </c:pt>
                      <c:pt idx="2220">
                        <c:v>8</c:v>
                      </c:pt>
                      <c:pt idx="2221">
                        <c:v>8</c:v>
                      </c:pt>
                      <c:pt idx="2222">
                        <c:v>8</c:v>
                      </c:pt>
                      <c:pt idx="2223">
                        <c:v>8</c:v>
                      </c:pt>
                      <c:pt idx="2224">
                        <c:v>8</c:v>
                      </c:pt>
                      <c:pt idx="2225">
                        <c:v>8</c:v>
                      </c:pt>
                      <c:pt idx="2226">
                        <c:v>8</c:v>
                      </c:pt>
                      <c:pt idx="2227">
                        <c:v>8</c:v>
                      </c:pt>
                      <c:pt idx="2228">
                        <c:v>8</c:v>
                      </c:pt>
                      <c:pt idx="2229">
                        <c:v>8</c:v>
                      </c:pt>
                      <c:pt idx="2230">
                        <c:v>8</c:v>
                      </c:pt>
                      <c:pt idx="2231">
                        <c:v>8</c:v>
                      </c:pt>
                      <c:pt idx="2232">
                        <c:v>8</c:v>
                      </c:pt>
                      <c:pt idx="2233">
                        <c:v>8</c:v>
                      </c:pt>
                      <c:pt idx="2234">
                        <c:v>8</c:v>
                      </c:pt>
                      <c:pt idx="2235">
                        <c:v>8</c:v>
                      </c:pt>
                      <c:pt idx="2236">
                        <c:v>8</c:v>
                      </c:pt>
                      <c:pt idx="2237">
                        <c:v>8</c:v>
                      </c:pt>
                      <c:pt idx="2238">
                        <c:v>8</c:v>
                      </c:pt>
                      <c:pt idx="2239">
                        <c:v>8</c:v>
                      </c:pt>
                      <c:pt idx="2240">
                        <c:v>8</c:v>
                      </c:pt>
                      <c:pt idx="2241">
                        <c:v>8</c:v>
                      </c:pt>
                      <c:pt idx="2242">
                        <c:v>8</c:v>
                      </c:pt>
                      <c:pt idx="2243">
                        <c:v>8</c:v>
                      </c:pt>
                      <c:pt idx="2244">
                        <c:v>8</c:v>
                      </c:pt>
                      <c:pt idx="2245">
                        <c:v>8</c:v>
                      </c:pt>
                      <c:pt idx="2246">
                        <c:v>8</c:v>
                      </c:pt>
                      <c:pt idx="2247">
                        <c:v>8</c:v>
                      </c:pt>
                      <c:pt idx="2248">
                        <c:v>8</c:v>
                      </c:pt>
                      <c:pt idx="2249">
                        <c:v>8</c:v>
                      </c:pt>
                      <c:pt idx="2250">
                        <c:v>8</c:v>
                      </c:pt>
                      <c:pt idx="2251">
                        <c:v>8</c:v>
                      </c:pt>
                      <c:pt idx="2252">
                        <c:v>8</c:v>
                      </c:pt>
                      <c:pt idx="2253">
                        <c:v>8</c:v>
                      </c:pt>
                      <c:pt idx="2254">
                        <c:v>8</c:v>
                      </c:pt>
                      <c:pt idx="2255">
                        <c:v>8</c:v>
                      </c:pt>
                      <c:pt idx="2256">
                        <c:v>8</c:v>
                      </c:pt>
                      <c:pt idx="2257">
                        <c:v>8</c:v>
                      </c:pt>
                      <c:pt idx="2258">
                        <c:v>8</c:v>
                      </c:pt>
                      <c:pt idx="2259">
                        <c:v>8</c:v>
                      </c:pt>
                      <c:pt idx="2260">
                        <c:v>8</c:v>
                      </c:pt>
                      <c:pt idx="2261">
                        <c:v>8</c:v>
                      </c:pt>
                      <c:pt idx="2262">
                        <c:v>8</c:v>
                      </c:pt>
                      <c:pt idx="2263">
                        <c:v>8</c:v>
                      </c:pt>
                      <c:pt idx="2264">
                        <c:v>8</c:v>
                      </c:pt>
                      <c:pt idx="2265">
                        <c:v>8</c:v>
                      </c:pt>
                      <c:pt idx="2266">
                        <c:v>8</c:v>
                      </c:pt>
                      <c:pt idx="2267">
                        <c:v>8</c:v>
                      </c:pt>
                      <c:pt idx="2268">
                        <c:v>8</c:v>
                      </c:pt>
                      <c:pt idx="2269">
                        <c:v>8</c:v>
                      </c:pt>
                      <c:pt idx="2270">
                        <c:v>8</c:v>
                      </c:pt>
                      <c:pt idx="2271">
                        <c:v>8</c:v>
                      </c:pt>
                      <c:pt idx="2272">
                        <c:v>8</c:v>
                      </c:pt>
                      <c:pt idx="2273">
                        <c:v>8</c:v>
                      </c:pt>
                      <c:pt idx="2274">
                        <c:v>8</c:v>
                      </c:pt>
                      <c:pt idx="2275">
                        <c:v>8</c:v>
                      </c:pt>
                      <c:pt idx="2276">
                        <c:v>8</c:v>
                      </c:pt>
                      <c:pt idx="2277">
                        <c:v>8</c:v>
                      </c:pt>
                      <c:pt idx="2278">
                        <c:v>8</c:v>
                      </c:pt>
                      <c:pt idx="2279">
                        <c:v>8</c:v>
                      </c:pt>
                      <c:pt idx="2280">
                        <c:v>8</c:v>
                      </c:pt>
                      <c:pt idx="2281">
                        <c:v>8</c:v>
                      </c:pt>
                      <c:pt idx="2282">
                        <c:v>8</c:v>
                      </c:pt>
                      <c:pt idx="2283">
                        <c:v>8</c:v>
                      </c:pt>
                      <c:pt idx="2284">
                        <c:v>8</c:v>
                      </c:pt>
                      <c:pt idx="2285">
                        <c:v>8</c:v>
                      </c:pt>
                      <c:pt idx="2286">
                        <c:v>8</c:v>
                      </c:pt>
                      <c:pt idx="2287">
                        <c:v>8</c:v>
                      </c:pt>
                      <c:pt idx="2288">
                        <c:v>8</c:v>
                      </c:pt>
                      <c:pt idx="2289">
                        <c:v>8</c:v>
                      </c:pt>
                      <c:pt idx="2290">
                        <c:v>8</c:v>
                      </c:pt>
                      <c:pt idx="2291">
                        <c:v>8</c:v>
                      </c:pt>
                      <c:pt idx="2292">
                        <c:v>8</c:v>
                      </c:pt>
                      <c:pt idx="2293">
                        <c:v>8</c:v>
                      </c:pt>
                      <c:pt idx="2294">
                        <c:v>8</c:v>
                      </c:pt>
                      <c:pt idx="2295">
                        <c:v>8</c:v>
                      </c:pt>
                      <c:pt idx="2296">
                        <c:v>8</c:v>
                      </c:pt>
                      <c:pt idx="2297">
                        <c:v>8</c:v>
                      </c:pt>
                      <c:pt idx="2298">
                        <c:v>8</c:v>
                      </c:pt>
                      <c:pt idx="2299">
                        <c:v>8</c:v>
                      </c:pt>
                      <c:pt idx="2300">
                        <c:v>8</c:v>
                      </c:pt>
                      <c:pt idx="2301">
                        <c:v>8</c:v>
                      </c:pt>
                      <c:pt idx="2302">
                        <c:v>8</c:v>
                      </c:pt>
                      <c:pt idx="2303">
                        <c:v>8</c:v>
                      </c:pt>
                      <c:pt idx="2304">
                        <c:v>7.5</c:v>
                      </c:pt>
                      <c:pt idx="2305">
                        <c:v>7.5</c:v>
                      </c:pt>
                      <c:pt idx="2306">
                        <c:v>7.5</c:v>
                      </c:pt>
                      <c:pt idx="2307">
                        <c:v>7.5</c:v>
                      </c:pt>
                      <c:pt idx="2308">
                        <c:v>7.5</c:v>
                      </c:pt>
                      <c:pt idx="2309">
                        <c:v>7.5</c:v>
                      </c:pt>
                      <c:pt idx="2310">
                        <c:v>7.5</c:v>
                      </c:pt>
                      <c:pt idx="2311">
                        <c:v>7.5</c:v>
                      </c:pt>
                      <c:pt idx="2312">
                        <c:v>7.5</c:v>
                      </c:pt>
                      <c:pt idx="2313">
                        <c:v>7.5</c:v>
                      </c:pt>
                      <c:pt idx="2314">
                        <c:v>7.5</c:v>
                      </c:pt>
                      <c:pt idx="2315">
                        <c:v>7.5</c:v>
                      </c:pt>
                      <c:pt idx="2316">
                        <c:v>7.5</c:v>
                      </c:pt>
                      <c:pt idx="2317">
                        <c:v>7.5</c:v>
                      </c:pt>
                      <c:pt idx="2318">
                        <c:v>7.5</c:v>
                      </c:pt>
                      <c:pt idx="2319">
                        <c:v>7.5</c:v>
                      </c:pt>
                      <c:pt idx="2320">
                        <c:v>7.5</c:v>
                      </c:pt>
                      <c:pt idx="2321">
                        <c:v>7.5</c:v>
                      </c:pt>
                      <c:pt idx="2322">
                        <c:v>7.5</c:v>
                      </c:pt>
                      <c:pt idx="2323">
                        <c:v>7.5</c:v>
                      </c:pt>
                      <c:pt idx="2324">
                        <c:v>7.5</c:v>
                      </c:pt>
                      <c:pt idx="2325">
                        <c:v>7.5</c:v>
                      </c:pt>
                      <c:pt idx="2326">
                        <c:v>7.5</c:v>
                      </c:pt>
                      <c:pt idx="2327">
                        <c:v>7.5</c:v>
                      </c:pt>
                      <c:pt idx="2328">
                        <c:v>7.5</c:v>
                      </c:pt>
                      <c:pt idx="2329">
                        <c:v>7.5</c:v>
                      </c:pt>
                      <c:pt idx="2330">
                        <c:v>7.5</c:v>
                      </c:pt>
                      <c:pt idx="2331">
                        <c:v>7.5</c:v>
                      </c:pt>
                      <c:pt idx="2332">
                        <c:v>7.5</c:v>
                      </c:pt>
                      <c:pt idx="2333">
                        <c:v>7.5</c:v>
                      </c:pt>
                      <c:pt idx="2334">
                        <c:v>7.5</c:v>
                      </c:pt>
                      <c:pt idx="2335">
                        <c:v>7.5</c:v>
                      </c:pt>
                      <c:pt idx="2336">
                        <c:v>7.5</c:v>
                      </c:pt>
                      <c:pt idx="2337">
                        <c:v>7.5</c:v>
                      </c:pt>
                      <c:pt idx="2338">
                        <c:v>7.5</c:v>
                      </c:pt>
                      <c:pt idx="2339">
                        <c:v>7.5</c:v>
                      </c:pt>
                      <c:pt idx="2340">
                        <c:v>7.5</c:v>
                      </c:pt>
                      <c:pt idx="2341">
                        <c:v>7.5</c:v>
                      </c:pt>
                      <c:pt idx="2342">
                        <c:v>7.5</c:v>
                      </c:pt>
                      <c:pt idx="2343">
                        <c:v>7.5</c:v>
                      </c:pt>
                      <c:pt idx="2344">
                        <c:v>7.5</c:v>
                      </c:pt>
                      <c:pt idx="2345">
                        <c:v>7.5</c:v>
                      </c:pt>
                      <c:pt idx="2346">
                        <c:v>7.5</c:v>
                      </c:pt>
                      <c:pt idx="2347">
                        <c:v>7.5</c:v>
                      </c:pt>
                      <c:pt idx="2348">
                        <c:v>7.5</c:v>
                      </c:pt>
                      <c:pt idx="2349">
                        <c:v>7.5</c:v>
                      </c:pt>
                      <c:pt idx="2350">
                        <c:v>7.5</c:v>
                      </c:pt>
                      <c:pt idx="2351">
                        <c:v>7.5</c:v>
                      </c:pt>
                      <c:pt idx="2352">
                        <c:v>7.5</c:v>
                      </c:pt>
                      <c:pt idx="2353">
                        <c:v>7.5</c:v>
                      </c:pt>
                      <c:pt idx="2354">
                        <c:v>7.5</c:v>
                      </c:pt>
                      <c:pt idx="2355">
                        <c:v>7.5</c:v>
                      </c:pt>
                      <c:pt idx="2356">
                        <c:v>7.5</c:v>
                      </c:pt>
                      <c:pt idx="2357">
                        <c:v>7.5</c:v>
                      </c:pt>
                      <c:pt idx="2358">
                        <c:v>7.5</c:v>
                      </c:pt>
                      <c:pt idx="2359">
                        <c:v>7.5</c:v>
                      </c:pt>
                      <c:pt idx="2360">
                        <c:v>7.5</c:v>
                      </c:pt>
                      <c:pt idx="2361">
                        <c:v>7.5</c:v>
                      </c:pt>
                      <c:pt idx="2362">
                        <c:v>7.5</c:v>
                      </c:pt>
                      <c:pt idx="2363">
                        <c:v>7.5</c:v>
                      </c:pt>
                      <c:pt idx="2364">
                        <c:v>7.5</c:v>
                      </c:pt>
                      <c:pt idx="2365">
                        <c:v>7.5</c:v>
                      </c:pt>
                      <c:pt idx="2366">
                        <c:v>7.5</c:v>
                      </c:pt>
                      <c:pt idx="2367">
                        <c:v>7.5</c:v>
                      </c:pt>
                      <c:pt idx="2368">
                        <c:v>7.5</c:v>
                      </c:pt>
                      <c:pt idx="2369">
                        <c:v>7.5</c:v>
                      </c:pt>
                      <c:pt idx="2370">
                        <c:v>7.5</c:v>
                      </c:pt>
                      <c:pt idx="2371">
                        <c:v>7.5</c:v>
                      </c:pt>
                      <c:pt idx="2372">
                        <c:v>7.5</c:v>
                      </c:pt>
                      <c:pt idx="2373">
                        <c:v>7.5</c:v>
                      </c:pt>
                      <c:pt idx="2374">
                        <c:v>7.5</c:v>
                      </c:pt>
                      <c:pt idx="2375">
                        <c:v>7.5</c:v>
                      </c:pt>
                      <c:pt idx="2376">
                        <c:v>7.5</c:v>
                      </c:pt>
                      <c:pt idx="2377">
                        <c:v>7.5</c:v>
                      </c:pt>
                      <c:pt idx="2378">
                        <c:v>7.5</c:v>
                      </c:pt>
                      <c:pt idx="2379">
                        <c:v>7.5</c:v>
                      </c:pt>
                      <c:pt idx="2380">
                        <c:v>7.5</c:v>
                      </c:pt>
                      <c:pt idx="2381">
                        <c:v>7.5</c:v>
                      </c:pt>
                      <c:pt idx="2382">
                        <c:v>7.5</c:v>
                      </c:pt>
                      <c:pt idx="2383">
                        <c:v>7.5</c:v>
                      </c:pt>
                      <c:pt idx="2384">
                        <c:v>7.5</c:v>
                      </c:pt>
                      <c:pt idx="2385">
                        <c:v>7.5</c:v>
                      </c:pt>
                      <c:pt idx="2386">
                        <c:v>7.5</c:v>
                      </c:pt>
                      <c:pt idx="2387">
                        <c:v>7.5</c:v>
                      </c:pt>
                      <c:pt idx="2388">
                        <c:v>7.5</c:v>
                      </c:pt>
                      <c:pt idx="2389">
                        <c:v>7.5</c:v>
                      </c:pt>
                      <c:pt idx="2390">
                        <c:v>7.5</c:v>
                      </c:pt>
                      <c:pt idx="2391">
                        <c:v>7.5</c:v>
                      </c:pt>
                      <c:pt idx="2392">
                        <c:v>7.5</c:v>
                      </c:pt>
                      <c:pt idx="2393">
                        <c:v>7.5</c:v>
                      </c:pt>
                      <c:pt idx="2394">
                        <c:v>7.5</c:v>
                      </c:pt>
                      <c:pt idx="2395">
                        <c:v>7.5</c:v>
                      </c:pt>
                      <c:pt idx="2396">
                        <c:v>7.5</c:v>
                      </c:pt>
                      <c:pt idx="2397">
                        <c:v>7.5</c:v>
                      </c:pt>
                      <c:pt idx="2398">
                        <c:v>7.5</c:v>
                      </c:pt>
                      <c:pt idx="2399">
                        <c:v>7.5</c:v>
                      </c:pt>
                      <c:pt idx="2400">
                        <c:v>7.5</c:v>
                      </c:pt>
                      <c:pt idx="2401">
                        <c:v>7.5</c:v>
                      </c:pt>
                      <c:pt idx="2402">
                        <c:v>7.5</c:v>
                      </c:pt>
                      <c:pt idx="2403">
                        <c:v>7.5</c:v>
                      </c:pt>
                      <c:pt idx="2404">
                        <c:v>7.5</c:v>
                      </c:pt>
                      <c:pt idx="2405">
                        <c:v>7.5</c:v>
                      </c:pt>
                      <c:pt idx="2406">
                        <c:v>7.5</c:v>
                      </c:pt>
                      <c:pt idx="2407">
                        <c:v>7.5</c:v>
                      </c:pt>
                      <c:pt idx="2408">
                        <c:v>7.5</c:v>
                      </c:pt>
                      <c:pt idx="2409">
                        <c:v>7.5</c:v>
                      </c:pt>
                      <c:pt idx="2410">
                        <c:v>7.5</c:v>
                      </c:pt>
                      <c:pt idx="2411">
                        <c:v>7.5</c:v>
                      </c:pt>
                      <c:pt idx="2412">
                        <c:v>7.5</c:v>
                      </c:pt>
                      <c:pt idx="2413">
                        <c:v>7.5</c:v>
                      </c:pt>
                      <c:pt idx="2414">
                        <c:v>7.5</c:v>
                      </c:pt>
                      <c:pt idx="2415">
                        <c:v>7.5</c:v>
                      </c:pt>
                      <c:pt idx="2416">
                        <c:v>7.5</c:v>
                      </c:pt>
                      <c:pt idx="2417">
                        <c:v>7.5</c:v>
                      </c:pt>
                      <c:pt idx="2418">
                        <c:v>7.5</c:v>
                      </c:pt>
                      <c:pt idx="2419">
                        <c:v>7.5</c:v>
                      </c:pt>
                      <c:pt idx="2420">
                        <c:v>7.5</c:v>
                      </c:pt>
                      <c:pt idx="2421">
                        <c:v>7.5</c:v>
                      </c:pt>
                      <c:pt idx="2422">
                        <c:v>7</c:v>
                      </c:pt>
                      <c:pt idx="2423">
                        <c:v>7</c:v>
                      </c:pt>
                      <c:pt idx="2424">
                        <c:v>7</c:v>
                      </c:pt>
                      <c:pt idx="2425">
                        <c:v>7</c:v>
                      </c:pt>
                      <c:pt idx="2426">
                        <c:v>7</c:v>
                      </c:pt>
                      <c:pt idx="2427">
                        <c:v>7</c:v>
                      </c:pt>
                      <c:pt idx="2428">
                        <c:v>7</c:v>
                      </c:pt>
                      <c:pt idx="2429">
                        <c:v>7</c:v>
                      </c:pt>
                      <c:pt idx="2430">
                        <c:v>7</c:v>
                      </c:pt>
                      <c:pt idx="2431">
                        <c:v>7</c:v>
                      </c:pt>
                      <c:pt idx="2432">
                        <c:v>7</c:v>
                      </c:pt>
                      <c:pt idx="2433">
                        <c:v>7</c:v>
                      </c:pt>
                      <c:pt idx="2434">
                        <c:v>7</c:v>
                      </c:pt>
                      <c:pt idx="2435">
                        <c:v>7</c:v>
                      </c:pt>
                      <c:pt idx="2436">
                        <c:v>7</c:v>
                      </c:pt>
                      <c:pt idx="2437">
                        <c:v>7</c:v>
                      </c:pt>
                      <c:pt idx="2438">
                        <c:v>7</c:v>
                      </c:pt>
                      <c:pt idx="2439">
                        <c:v>7</c:v>
                      </c:pt>
                      <c:pt idx="2440">
                        <c:v>7</c:v>
                      </c:pt>
                      <c:pt idx="2441">
                        <c:v>7</c:v>
                      </c:pt>
                      <c:pt idx="2442">
                        <c:v>7</c:v>
                      </c:pt>
                      <c:pt idx="2443">
                        <c:v>7</c:v>
                      </c:pt>
                      <c:pt idx="2444">
                        <c:v>7</c:v>
                      </c:pt>
                      <c:pt idx="2445">
                        <c:v>7</c:v>
                      </c:pt>
                      <c:pt idx="2446">
                        <c:v>7</c:v>
                      </c:pt>
                      <c:pt idx="2447">
                        <c:v>7</c:v>
                      </c:pt>
                      <c:pt idx="2448">
                        <c:v>7</c:v>
                      </c:pt>
                      <c:pt idx="2449">
                        <c:v>7</c:v>
                      </c:pt>
                      <c:pt idx="2450">
                        <c:v>7</c:v>
                      </c:pt>
                      <c:pt idx="2451">
                        <c:v>7</c:v>
                      </c:pt>
                      <c:pt idx="2452">
                        <c:v>7</c:v>
                      </c:pt>
                      <c:pt idx="2453">
                        <c:v>7</c:v>
                      </c:pt>
                      <c:pt idx="2454">
                        <c:v>7</c:v>
                      </c:pt>
                      <c:pt idx="2455">
                        <c:v>7</c:v>
                      </c:pt>
                      <c:pt idx="2456">
                        <c:v>7</c:v>
                      </c:pt>
                      <c:pt idx="2457">
                        <c:v>7</c:v>
                      </c:pt>
                      <c:pt idx="2458">
                        <c:v>7</c:v>
                      </c:pt>
                      <c:pt idx="2459">
                        <c:v>7</c:v>
                      </c:pt>
                      <c:pt idx="2460">
                        <c:v>7</c:v>
                      </c:pt>
                      <c:pt idx="2461">
                        <c:v>7</c:v>
                      </c:pt>
                      <c:pt idx="2462">
                        <c:v>7</c:v>
                      </c:pt>
                      <c:pt idx="2463">
                        <c:v>7</c:v>
                      </c:pt>
                      <c:pt idx="2464">
                        <c:v>7</c:v>
                      </c:pt>
                      <c:pt idx="2465">
                        <c:v>7</c:v>
                      </c:pt>
                      <c:pt idx="2466">
                        <c:v>7</c:v>
                      </c:pt>
                      <c:pt idx="2467">
                        <c:v>7</c:v>
                      </c:pt>
                      <c:pt idx="2468">
                        <c:v>7</c:v>
                      </c:pt>
                      <c:pt idx="2469">
                        <c:v>7</c:v>
                      </c:pt>
                      <c:pt idx="2470">
                        <c:v>7</c:v>
                      </c:pt>
                      <c:pt idx="2471">
                        <c:v>7</c:v>
                      </c:pt>
                      <c:pt idx="2472">
                        <c:v>7</c:v>
                      </c:pt>
                      <c:pt idx="2473">
                        <c:v>7</c:v>
                      </c:pt>
                      <c:pt idx="2474">
                        <c:v>7</c:v>
                      </c:pt>
                      <c:pt idx="2475">
                        <c:v>7</c:v>
                      </c:pt>
                      <c:pt idx="2476">
                        <c:v>7</c:v>
                      </c:pt>
                      <c:pt idx="2477">
                        <c:v>7</c:v>
                      </c:pt>
                      <c:pt idx="2478">
                        <c:v>7</c:v>
                      </c:pt>
                      <c:pt idx="2479">
                        <c:v>7</c:v>
                      </c:pt>
                      <c:pt idx="2480">
                        <c:v>7</c:v>
                      </c:pt>
                      <c:pt idx="2481">
                        <c:v>7</c:v>
                      </c:pt>
                      <c:pt idx="2482">
                        <c:v>7</c:v>
                      </c:pt>
                      <c:pt idx="2483">
                        <c:v>7</c:v>
                      </c:pt>
                      <c:pt idx="2484">
                        <c:v>7</c:v>
                      </c:pt>
                      <c:pt idx="2485">
                        <c:v>7</c:v>
                      </c:pt>
                      <c:pt idx="2486">
                        <c:v>7</c:v>
                      </c:pt>
                      <c:pt idx="2487">
                        <c:v>7</c:v>
                      </c:pt>
                      <c:pt idx="2488">
                        <c:v>7</c:v>
                      </c:pt>
                      <c:pt idx="2489">
                        <c:v>7</c:v>
                      </c:pt>
                      <c:pt idx="2490">
                        <c:v>7</c:v>
                      </c:pt>
                      <c:pt idx="2491">
                        <c:v>7</c:v>
                      </c:pt>
                      <c:pt idx="2492">
                        <c:v>7</c:v>
                      </c:pt>
                      <c:pt idx="2493">
                        <c:v>7</c:v>
                      </c:pt>
                      <c:pt idx="2494">
                        <c:v>7</c:v>
                      </c:pt>
                      <c:pt idx="2495">
                        <c:v>7</c:v>
                      </c:pt>
                      <c:pt idx="2496">
                        <c:v>7</c:v>
                      </c:pt>
                      <c:pt idx="2497">
                        <c:v>7</c:v>
                      </c:pt>
                      <c:pt idx="2498">
                        <c:v>7</c:v>
                      </c:pt>
                      <c:pt idx="2499">
                        <c:v>7</c:v>
                      </c:pt>
                      <c:pt idx="2500">
                        <c:v>7</c:v>
                      </c:pt>
                      <c:pt idx="2501">
                        <c:v>7</c:v>
                      </c:pt>
                      <c:pt idx="2502">
                        <c:v>7</c:v>
                      </c:pt>
                      <c:pt idx="2503">
                        <c:v>7</c:v>
                      </c:pt>
                      <c:pt idx="2504">
                        <c:v>7</c:v>
                      </c:pt>
                      <c:pt idx="2505">
                        <c:v>7</c:v>
                      </c:pt>
                      <c:pt idx="2506">
                        <c:v>7</c:v>
                      </c:pt>
                      <c:pt idx="2507">
                        <c:v>7</c:v>
                      </c:pt>
                      <c:pt idx="2508">
                        <c:v>7</c:v>
                      </c:pt>
                      <c:pt idx="2509">
                        <c:v>7</c:v>
                      </c:pt>
                      <c:pt idx="2510">
                        <c:v>7</c:v>
                      </c:pt>
                      <c:pt idx="2511">
                        <c:v>7</c:v>
                      </c:pt>
                      <c:pt idx="2512">
                        <c:v>7</c:v>
                      </c:pt>
                      <c:pt idx="2513">
                        <c:v>7</c:v>
                      </c:pt>
                      <c:pt idx="2514">
                        <c:v>7</c:v>
                      </c:pt>
                      <c:pt idx="2515">
                        <c:v>7</c:v>
                      </c:pt>
                      <c:pt idx="2516">
                        <c:v>7</c:v>
                      </c:pt>
                      <c:pt idx="2517">
                        <c:v>7</c:v>
                      </c:pt>
                      <c:pt idx="2518">
                        <c:v>7</c:v>
                      </c:pt>
                      <c:pt idx="2519">
                        <c:v>7</c:v>
                      </c:pt>
                      <c:pt idx="2520">
                        <c:v>7</c:v>
                      </c:pt>
                      <c:pt idx="2521">
                        <c:v>7</c:v>
                      </c:pt>
                      <c:pt idx="2522">
                        <c:v>7</c:v>
                      </c:pt>
                      <c:pt idx="2523">
                        <c:v>7</c:v>
                      </c:pt>
                      <c:pt idx="2524">
                        <c:v>7</c:v>
                      </c:pt>
                      <c:pt idx="2525">
                        <c:v>7</c:v>
                      </c:pt>
                      <c:pt idx="2526">
                        <c:v>7</c:v>
                      </c:pt>
                      <c:pt idx="2527">
                        <c:v>7</c:v>
                      </c:pt>
                      <c:pt idx="2528">
                        <c:v>7</c:v>
                      </c:pt>
                      <c:pt idx="2529">
                        <c:v>7</c:v>
                      </c:pt>
                      <c:pt idx="2530">
                        <c:v>7</c:v>
                      </c:pt>
                      <c:pt idx="2531">
                        <c:v>7</c:v>
                      </c:pt>
                      <c:pt idx="2532">
                        <c:v>7</c:v>
                      </c:pt>
                      <c:pt idx="2533">
                        <c:v>7</c:v>
                      </c:pt>
                      <c:pt idx="2534">
                        <c:v>7</c:v>
                      </c:pt>
                      <c:pt idx="2535">
                        <c:v>7</c:v>
                      </c:pt>
                      <c:pt idx="2536">
                        <c:v>7</c:v>
                      </c:pt>
                      <c:pt idx="2537">
                        <c:v>7</c:v>
                      </c:pt>
                      <c:pt idx="2538">
                        <c:v>7</c:v>
                      </c:pt>
                      <c:pt idx="2539">
                        <c:v>7</c:v>
                      </c:pt>
                      <c:pt idx="2540">
                        <c:v>7</c:v>
                      </c:pt>
                      <c:pt idx="2541">
                        <c:v>7</c:v>
                      </c:pt>
                      <c:pt idx="2542">
                        <c:v>7</c:v>
                      </c:pt>
                      <c:pt idx="2543">
                        <c:v>7</c:v>
                      </c:pt>
                      <c:pt idx="2544">
                        <c:v>7</c:v>
                      </c:pt>
                      <c:pt idx="2545">
                        <c:v>7</c:v>
                      </c:pt>
                      <c:pt idx="2546">
                        <c:v>7</c:v>
                      </c:pt>
                      <c:pt idx="2547">
                        <c:v>7</c:v>
                      </c:pt>
                      <c:pt idx="2548">
                        <c:v>7</c:v>
                      </c:pt>
                      <c:pt idx="2549">
                        <c:v>7</c:v>
                      </c:pt>
                      <c:pt idx="2550">
                        <c:v>7</c:v>
                      </c:pt>
                      <c:pt idx="2551">
                        <c:v>7</c:v>
                      </c:pt>
                      <c:pt idx="2552">
                        <c:v>7</c:v>
                      </c:pt>
                      <c:pt idx="2553">
                        <c:v>7</c:v>
                      </c:pt>
                      <c:pt idx="2554">
                        <c:v>7</c:v>
                      </c:pt>
                      <c:pt idx="2555">
                        <c:v>7</c:v>
                      </c:pt>
                      <c:pt idx="2556">
                        <c:v>7</c:v>
                      </c:pt>
                      <c:pt idx="2557">
                        <c:v>7</c:v>
                      </c:pt>
                      <c:pt idx="2558">
                        <c:v>7</c:v>
                      </c:pt>
                      <c:pt idx="2559">
                        <c:v>7</c:v>
                      </c:pt>
                      <c:pt idx="2560">
                        <c:v>7</c:v>
                      </c:pt>
                      <c:pt idx="2561">
                        <c:v>7</c:v>
                      </c:pt>
                      <c:pt idx="2562">
                        <c:v>7</c:v>
                      </c:pt>
                      <c:pt idx="2563">
                        <c:v>7</c:v>
                      </c:pt>
                      <c:pt idx="2564">
                        <c:v>7</c:v>
                      </c:pt>
                      <c:pt idx="2565">
                        <c:v>7</c:v>
                      </c:pt>
                      <c:pt idx="2566">
                        <c:v>7</c:v>
                      </c:pt>
                      <c:pt idx="2567">
                        <c:v>7</c:v>
                      </c:pt>
                      <c:pt idx="2568">
                        <c:v>7</c:v>
                      </c:pt>
                      <c:pt idx="2569">
                        <c:v>7</c:v>
                      </c:pt>
                      <c:pt idx="2570">
                        <c:v>7</c:v>
                      </c:pt>
                      <c:pt idx="2571">
                        <c:v>7</c:v>
                      </c:pt>
                      <c:pt idx="2572">
                        <c:v>7</c:v>
                      </c:pt>
                      <c:pt idx="2573">
                        <c:v>7</c:v>
                      </c:pt>
                      <c:pt idx="2574">
                        <c:v>7</c:v>
                      </c:pt>
                      <c:pt idx="2575">
                        <c:v>7</c:v>
                      </c:pt>
                      <c:pt idx="2576">
                        <c:v>7</c:v>
                      </c:pt>
                      <c:pt idx="2577">
                        <c:v>7</c:v>
                      </c:pt>
                      <c:pt idx="2578">
                        <c:v>7</c:v>
                      </c:pt>
                      <c:pt idx="2579">
                        <c:v>7</c:v>
                      </c:pt>
                      <c:pt idx="2580">
                        <c:v>7</c:v>
                      </c:pt>
                      <c:pt idx="2581">
                        <c:v>7</c:v>
                      </c:pt>
                      <c:pt idx="2582">
                        <c:v>7</c:v>
                      </c:pt>
                      <c:pt idx="2583">
                        <c:v>7</c:v>
                      </c:pt>
                      <c:pt idx="2584">
                        <c:v>7</c:v>
                      </c:pt>
                      <c:pt idx="2585">
                        <c:v>7</c:v>
                      </c:pt>
                      <c:pt idx="2586">
                        <c:v>7</c:v>
                      </c:pt>
                      <c:pt idx="2587">
                        <c:v>7</c:v>
                      </c:pt>
                      <c:pt idx="2588">
                        <c:v>7</c:v>
                      </c:pt>
                      <c:pt idx="2589">
                        <c:v>7</c:v>
                      </c:pt>
                      <c:pt idx="2590">
                        <c:v>7</c:v>
                      </c:pt>
                      <c:pt idx="2591">
                        <c:v>7</c:v>
                      </c:pt>
                      <c:pt idx="2592">
                        <c:v>7</c:v>
                      </c:pt>
                      <c:pt idx="2593">
                        <c:v>7</c:v>
                      </c:pt>
                      <c:pt idx="2594">
                        <c:v>7</c:v>
                      </c:pt>
                      <c:pt idx="2595">
                        <c:v>7</c:v>
                      </c:pt>
                      <c:pt idx="2596">
                        <c:v>7</c:v>
                      </c:pt>
                      <c:pt idx="2597">
                        <c:v>7</c:v>
                      </c:pt>
                      <c:pt idx="2598">
                        <c:v>7</c:v>
                      </c:pt>
                      <c:pt idx="2599">
                        <c:v>7</c:v>
                      </c:pt>
                      <c:pt idx="2600">
                        <c:v>7</c:v>
                      </c:pt>
                      <c:pt idx="2601">
                        <c:v>7</c:v>
                      </c:pt>
                      <c:pt idx="2602">
                        <c:v>7</c:v>
                      </c:pt>
                      <c:pt idx="2603">
                        <c:v>7</c:v>
                      </c:pt>
                      <c:pt idx="2604">
                        <c:v>7</c:v>
                      </c:pt>
                      <c:pt idx="2605">
                        <c:v>7</c:v>
                      </c:pt>
                      <c:pt idx="2606">
                        <c:v>7</c:v>
                      </c:pt>
                      <c:pt idx="2607">
                        <c:v>7</c:v>
                      </c:pt>
                      <c:pt idx="2608">
                        <c:v>7</c:v>
                      </c:pt>
                      <c:pt idx="2609">
                        <c:v>7</c:v>
                      </c:pt>
                      <c:pt idx="2610">
                        <c:v>7</c:v>
                      </c:pt>
                      <c:pt idx="2611">
                        <c:v>7</c:v>
                      </c:pt>
                      <c:pt idx="2612">
                        <c:v>7</c:v>
                      </c:pt>
                      <c:pt idx="2613">
                        <c:v>7</c:v>
                      </c:pt>
                      <c:pt idx="2614">
                        <c:v>7</c:v>
                      </c:pt>
                      <c:pt idx="2615">
                        <c:v>7</c:v>
                      </c:pt>
                      <c:pt idx="2616">
                        <c:v>7</c:v>
                      </c:pt>
                      <c:pt idx="2617">
                        <c:v>7</c:v>
                      </c:pt>
                      <c:pt idx="2618">
                        <c:v>7</c:v>
                      </c:pt>
                      <c:pt idx="2619">
                        <c:v>7</c:v>
                      </c:pt>
                      <c:pt idx="2620">
                        <c:v>7</c:v>
                      </c:pt>
                      <c:pt idx="2621">
                        <c:v>7</c:v>
                      </c:pt>
                      <c:pt idx="2622">
                        <c:v>7</c:v>
                      </c:pt>
                      <c:pt idx="2623">
                        <c:v>7</c:v>
                      </c:pt>
                      <c:pt idx="2624">
                        <c:v>7</c:v>
                      </c:pt>
                      <c:pt idx="2625">
                        <c:v>7</c:v>
                      </c:pt>
                      <c:pt idx="2626">
                        <c:v>7</c:v>
                      </c:pt>
                      <c:pt idx="2627">
                        <c:v>7</c:v>
                      </c:pt>
                      <c:pt idx="2628">
                        <c:v>7</c:v>
                      </c:pt>
                      <c:pt idx="2629">
                        <c:v>7</c:v>
                      </c:pt>
                      <c:pt idx="2630">
                        <c:v>7</c:v>
                      </c:pt>
                      <c:pt idx="2631">
                        <c:v>7</c:v>
                      </c:pt>
                      <c:pt idx="2632">
                        <c:v>7</c:v>
                      </c:pt>
                      <c:pt idx="2633">
                        <c:v>7</c:v>
                      </c:pt>
                      <c:pt idx="2634">
                        <c:v>7</c:v>
                      </c:pt>
                      <c:pt idx="2635">
                        <c:v>7</c:v>
                      </c:pt>
                      <c:pt idx="2636">
                        <c:v>7</c:v>
                      </c:pt>
                      <c:pt idx="2637">
                        <c:v>7</c:v>
                      </c:pt>
                      <c:pt idx="2638">
                        <c:v>7</c:v>
                      </c:pt>
                      <c:pt idx="2639">
                        <c:v>7</c:v>
                      </c:pt>
                      <c:pt idx="2640">
                        <c:v>7</c:v>
                      </c:pt>
                      <c:pt idx="2641">
                        <c:v>7</c:v>
                      </c:pt>
                      <c:pt idx="2642">
                        <c:v>7</c:v>
                      </c:pt>
                      <c:pt idx="2643">
                        <c:v>7</c:v>
                      </c:pt>
                      <c:pt idx="2644">
                        <c:v>7</c:v>
                      </c:pt>
                      <c:pt idx="2645">
                        <c:v>7</c:v>
                      </c:pt>
                      <c:pt idx="2646">
                        <c:v>7</c:v>
                      </c:pt>
                      <c:pt idx="2647">
                        <c:v>7</c:v>
                      </c:pt>
                      <c:pt idx="2648">
                        <c:v>7</c:v>
                      </c:pt>
                      <c:pt idx="2649">
                        <c:v>7</c:v>
                      </c:pt>
                      <c:pt idx="2650">
                        <c:v>7</c:v>
                      </c:pt>
                      <c:pt idx="2651">
                        <c:v>7</c:v>
                      </c:pt>
                      <c:pt idx="2652">
                        <c:v>7</c:v>
                      </c:pt>
                      <c:pt idx="2653">
                        <c:v>7</c:v>
                      </c:pt>
                      <c:pt idx="2654">
                        <c:v>7</c:v>
                      </c:pt>
                      <c:pt idx="2655">
                        <c:v>7</c:v>
                      </c:pt>
                      <c:pt idx="2656">
                        <c:v>7</c:v>
                      </c:pt>
                      <c:pt idx="2657">
                        <c:v>7</c:v>
                      </c:pt>
                      <c:pt idx="2658">
                        <c:v>7</c:v>
                      </c:pt>
                      <c:pt idx="2659">
                        <c:v>7</c:v>
                      </c:pt>
                      <c:pt idx="2660">
                        <c:v>7</c:v>
                      </c:pt>
                      <c:pt idx="2661">
                        <c:v>7</c:v>
                      </c:pt>
                      <c:pt idx="2662">
                        <c:v>7</c:v>
                      </c:pt>
                      <c:pt idx="2663">
                        <c:v>7</c:v>
                      </c:pt>
                      <c:pt idx="2664">
                        <c:v>7</c:v>
                      </c:pt>
                      <c:pt idx="2665">
                        <c:v>7</c:v>
                      </c:pt>
                      <c:pt idx="2666">
                        <c:v>7</c:v>
                      </c:pt>
                      <c:pt idx="2667">
                        <c:v>7</c:v>
                      </c:pt>
                      <c:pt idx="2668">
                        <c:v>7</c:v>
                      </c:pt>
                      <c:pt idx="2669">
                        <c:v>7</c:v>
                      </c:pt>
                      <c:pt idx="2670">
                        <c:v>7</c:v>
                      </c:pt>
                      <c:pt idx="2671">
                        <c:v>7</c:v>
                      </c:pt>
                      <c:pt idx="2672">
                        <c:v>7</c:v>
                      </c:pt>
                      <c:pt idx="2673">
                        <c:v>7</c:v>
                      </c:pt>
                      <c:pt idx="2674">
                        <c:v>7</c:v>
                      </c:pt>
                      <c:pt idx="2675">
                        <c:v>7</c:v>
                      </c:pt>
                      <c:pt idx="2676">
                        <c:v>7</c:v>
                      </c:pt>
                      <c:pt idx="2677">
                        <c:v>7</c:v>
                      </c:pt>
                      <c:pt idx="2678">
                        <c:v>7</c:v>
                      </c:pt>
                      <c:pt idx="2679">
                        <c:v>7</c:v>
                      </c:pt>
                      <c:pt idx="2680">
                        <c:v>7</c:v>
                      </c:pt>
                      <c:pt idx="2681">
                        <c:v>7</c:v>
                      </c:pt>
                      <c:pt idx="2682">
                        <c:v>7</c:v>
                      </c:pt>
                      <c:pt idx="2683">
                        <c:v>7</c:v>
                      </c:pt>
                      <c:pt idx="2684">
                        <c:v>7</c:v>
                      </c:pt>
                      <c:pt idx="2685">
                        <c:v>7</c:v>
                      </c:pt>
                      <c:pt idx="2686">
                        <c:v>7</c:v>
                      </c:pt>
                      <c:pt idx="2687">
                        <c:v>7</c:v>
                      </c:pt>
                      <c:pt idx="2688">
                        <c:v>7</c:v>
                      </c:pt>
                      <c:pt idx="2689">
                        <c:v>7</c:v>
                      </c:pt>
                      <c:pt idx="2690">
                        <c:v>7</c:v>
                      </c:pt>
                      <c:pt idx="2691">
                        <c:v>7</c:v>
                      </c:pt>
                      <c:pt idx="2692">
                        <c:v>7</c:v>
                      </c:pt>
                      <c:pt idx="2693">
                        <c:v>7</c:v>
                      </c:pt>
                      <c:pt idx="2694">
                        <c:v>7</c:v>
                      </c:pt>
                      <c:pt idx="2695">
                        <c:v>7</c:v>
                      </c:pt>
                      <c:pt idx="2696">
                        <c:v>7</c:v>
                      </c:pt>
                      <c:pt idx="2697">
                        <c:v>7</c:v>
                      </c:pt>
                      <c:pt idx="2698">
                        <c:v>7</c:v>
                      </c:pt>
                      <c:pt idx="2699">
                        <c:v>7</c:v>
                      </c:pt>
                      <c:pt idx="2700">
                        <c:v>7</c:v>
                      </c:pt>
                      <c:pt idx="2701">
                        <c:v>7</c:v>
                      </c:pt>
                      <c:pt idx="2702">
                        <c:v>7</c:v>
                      </c:pt>
                      <c:pt idx="2703">
                        <c:v>7</c:v>
                      </c:pt>
                      <c:pt idx="2704">
                        <c:v>7</c:v>
                      </c:pt>
                      <c:pt idx="2705">
                        <c:v>7</c:v>
                      </c:pt>
                      <c:pt idx="2706">
                        <c:v>7</c:v>
                      </c:pt>
                      <c:pt idx="2707">
                        <c:v>7</c:v>
                      </c:pt>
                      <c:pt idx="2708">
                        <c:v>7</c:v>
                      </c:pt>
                      <c:pt idx="2709">
                        <c:v>7</c:v>
                      </c:pt>
                      <c:pt idx="2710">
                        <c:v>7</c:v>
                      </c:pt>
                      <c:pt idx="2711">
                        <c:v>7</c:v>
                      </c:pt>
                      <c:pt idx="2712">
                        <c:v>7</c:v>
                      </c:pt>
                      <c:pt idx="2713">
                        <c:v>7</c:v>
                      </c:pt>
                      <c:pt idx="2714">
                        <c:v>7</c:v>
                      </c:pt>
                      <c:pt idx="2715">
                        <c:v>7</c:v>
                      </c:pt>
                      <c:pt idx="2716">
                        <c:v>7</c:v>
                      </c:pt>
                      <c:pt idx="2717">
                        <c:v>7</c:v>
                      </c:pt>
                      <c:pt idx="2718">
                        <c:v>7</c:v>
                      </c:pt>
                      <c:pt idx="2719">
                        <c:v>7</c:v>
                      </c:pt>
                      <c:pt idx="2720">
                        <c:v>7</c:v>
                      </c:pt>
                      <c:pt idx="2721">
                        <c:v>7</c:v>
                      </c:pt>
                      <c:pt idx="2722">
                        <c:v>7</c:v>
                      </c:pt>
                      <c:pt idx="2723">
                        <c:v>7</c:v>
                      </c:pt>
                      <c:pt idx="2724">
                        <c:v>7</c:v>
                      </c:pt>
                      <c:pt idx="2725">
                        <c:v>7</c:v>
                      </c:pt>
                      <c:pt idx="2726">
                        <c:v>7</c:v>
                      </c:pt>
                      <c:pt idx="2727">
                        <c:v>7</c:v>
                      </c:pt>
                      <c:pt idx="2728">
                        <c:v>7</c:v>
                      </c:pt>
                      <c:pt idx="2729">
                        <c:v>7</c:v>
                      </c:pt>
                      <c:pt idx="2730">
                        <c:v>7</c:v>
                      </c:pt>
                      <c:pt idx="2731">
                        <c:v>7</c:v>
                      </c:pt>
                      <c:pt idx="2732">
                        <c:v>7</c:v>
                      </c:pt>
                      <c:pt idx="2733">
                        <c:v>7</c:v>
                      </c:pt>
                      <c:pt idx="2734">
                        <c:v>7</c:v>
                      </c:pt>
                      <c:pt idx="2735">
                        <c:v>7</c:v>
                      </c:pt>
                      <c:pt idx="2736">
                        <c:v>7</c:v>
                      </c:pt>
                      <c:pt idx="2737">
                        <c:v>7</c:v>
                      </c:pt>
                      <c:pt idx="2738">
                        <c:v>7.5</c:v>
                      </c:pt>
                      <c:pt idx="2739">
                        <c:v>7.5</c:v>
                      </c:pt>
                      <c:pt idx="2740">
                        <c:v>7.5</c:v>
                      </c:pt>
                      <c:pt idx="2741">
                        <c:v>7.5</c:v>
                      </c:pt>
                      <c:pt idx="2742">
                        <c:v>7.5</c:v>
                      </c:pt>
                      <c:pt idx="2743">
                        <c:v>7.5</c:v>
                      </c:pt>
                      <c:pt idx="2744">
                        <c:v>7.5</c:v>
                      </c:pt>
                      <c:pt idx="2745">
                        <c:v>7.5</c:v>
                      </c:pt>
                      <c:pt idx="2746">
                        <c:v>7.5</c:v>
                      </c:pt>
                      <c:pt idx="2747">
                        <c:v>7.5</c:v>
                      </c:pt>
                      <c:pt idx="2748">
                        <c:v>7.5</c:v>
                      </c:pt>
                      <c:pt idx="2749">
                        <c:v>7.5</c:v>
                      </c:pt>
                      <c:pt idx="2750">
                        <c:v>7.5</c:v>
                      </c:pt>
                      <c:pt idx="2751">
                        <c:v>7.5</c:v>
                      </c:pt>
                      <c:pt idx="2752">
                        <c:v>7.5</c:v>
                      </c:pt>
                      <c:pt idx="2753">
                        <c:v>7.5</c:v>
                      </c:pt>
                      <c:pt idx="2754">
                        <c:v>7.5</c:v>
                      </c:pt>
                      <c:pt idx="2755">
                        <c:v>7.5</c:v>
                      </c:pt>
                      <c:pt idx="2756">
                        <c:v>7.5</c:v>
                      </c:pt>
                      <c:pt idx="2757">
                        <c:v>7.5</c:v>
                      </c:pt>
                      <c:pt idx="2758">
                        <c:v>7.5</c:v>
                      </c:pt>
                      <c:pt idx="2759">
                        <c:v>7.5</c:v>
                      </c:pt>
                      <c:pt idx="2760">
                        <c:v>7.5</c:v>
                      </c:pt>
                      <c:pt idx="2761">
                        <c:v>7.5</c:v>
                      </c:pt>
                      <c:pt idx="2762">
                        <c:v>7.5</c:v>
                      </c:pt>
                      <c:pt idx="2763">
                        <c:v>7.5</c:v>
                      </c:pt>
                      <c:pt idx="2764">
                        <c:v>7.5</c:v>
                      </c:pt>
                      <c:pt idx="2765">
                        <c:v>7.5</c:v>
                      </c:pt>
                      <c:pt idx="2766">
                        <c:v>7.5</c:v>
                      </c:pt>
                      <c:pt idx="2767">
                        <c:v>7.5</c:v>
                      </c:pt>
                      <c:pt idx="2768">
                        <c:v>7.5</c:v>
                      </c:pt>
                      <c:pt idx="2769">
                        <c:v>7.5</c:v>
                      </c:pt>
                      <c:pt idx="2770">
                        <c:v>7.5</c:v>
                      </c:pt>
                      <c:pt idx="2771">
                        <c:v>7.5</c:v>
                      </c:pt>
                      <c:pt idx="2772">
                        <c:v>7.5</c:v>
                      </c:pt>
                      <c:pt idx="2773">
                        <c:v>7.5</c:v>
                      </c:pt>
                      <c:pt idx="2774">
                        <c:v>7.5</c:v>
                      </c:pt>
                      <c:pt idx="2775">
                        <c:v>7.5</c:v>
                      </c:pt>
                      <c:pt idx="2776">
                        <c:v>7.5</c:v>
                      </c:pt>
                      <c:pt idx="2777">
                        <c:v>7.5</c:v>
                      </c:pt>
                      <c:pt idx="2778">
                        <c:v>7.5</c:v>
                      </c:pt>
                      <c:pt idx="2779">
                        <c:v>7.5</c:v>
                      </c:pt>
                      <c:pt idx="2780">
                        <c:v>7.5</c:v>
                      </c:pt>
                      <c:pt idx="2781">
                        <c:v>7.5</c:v>
                      </c:pt>
                      <c:pt idx="2782">
                        <c:v>8</c:v>
                      </c:pt>
                      <c:pt idx="2783">
                        <c:v>8</c:v>
                      </c:pt>
                      <c:pt idx="2784">
                        <c:v>8</c:v>
                      </c:pt>
                      <c:pt idx="2785">
                        <c:v>8</c:v>
                      </c:pt>
                      <c:pt idx="2786">
                        <c:v>8</c:v>
                      </c:pt>
                      <c:pt idx="2787">
                        <c:v>8</c:v>
                      </c:pt>
                      <c:pt idx="2788">
                        <c:v>8</c:v>
                      </c:pt>
                      <c:pt idx="2789">
                        <c:v>8</c:v>
                      </c:pt>
                      <c:pt idx="2790">
                        <c:v>8</c:v>
                      </c:pt>
                      <c:pt idx="2791">
                        <c:v>8</c:v>
                      </c:pt>
                      <c:pt idx="2792">
                        <c:v>8</c:v>
                      </c:pt>
                      <c:pt idx="2793">
                        <c:v>8</c:v>
                      </c:pt>
                      <c:pt idx="2794">
                        <c:v>8</c:v>
                      </c:pt>
                      <c:pt idx="2795">
                        <c:v>8</c:v>
                      </c:pt>
                      <c:pt idx="2796">
                        <c:v>8</c:v>
                      </c:pt>
                      <c:pt idx="2797">
                        <c:v>8</c:v>
                      </c:pt>
                      <c:pt idx="2798">
                        <c:v>8</c:v>
                      </c:pt>
                      <c:pt idx="2799">
                        <c:v>8</c:v>
                      </c:pt>
                      <c:pt idx="2800">
                        <c:v>8</c:v>
                      </c:pt>
                      <c:pt idx="2801">
                        <c:v>8</c:v>
                      </c:pt>
                      <c:pt idx="2802">
                        <c:v>8</c:v>
                      </c:pt>
                      <c:pt idx="2803">
                        <c:v>8</c:v>
                      </c:pt>
                      <c:pt idx="2804">
                        <c:v>8</c:v>
                      </c:pt>
                      <c:pt idx="2805">
                        <c:v>8</c:v>
                      </c:pt>
                      <c:pt idx="2806">
                        <c:v>8</c:v>
                      </c:pt>
                      <c:pt idx="2807">
                        <c:v>8</c:v>
                      </c:pt>
                      <c:pt idx="2808">
                        <c:v>8</c:v>
                      </c:pt>
                      <c:pt idx="2809">
                        <c:v>8</c:v>
                      </c:pt>
                      <c:pt idx="2810">
                        <c:v>8</c:v>
                      </c:pt>
                      <c:pt idx="2811">
                        <c:v>8</c:v>
                      </c:pt>
                      <c:pt idx="2812">
                        <c:v>8</c:v>
                      </c:pt>
                      <c:pt idx="2813">
                        <c:v>8</c:v>
                      </c:pt>
                      <c:pt idx="2814">
                        <c:v>8</c:v>
                      </c:pt>
                      <c:pt idx="2815">
                        <c:v>8</c:v>
                      </c:pt>
                      <c:pt idx="2816">
                        <c:v>8</c:v>
                      </c:pt>
                      <c:pt idx="2817">
                        <c:v>8</c:v>
                      </c:pt>
                      <c:pt idx="2818">
                        <c:v>8</c:v>
                      </c:pt>
                      <c:pt idx="2819">
                        <c:v>8</c:v>
                      </c:pt>
                      <c:pt idx="2820">
                        <c:v>8</c:v>
                      </c:pt>
                      <c:pt idx="2821">
                        <c:v>8</c:v>
                      </c:pt>
                      <c:pt idx="2822">
                        <c:v>8</c:v>
                      </c:pt>
                      <c:pt idx="2823">
                        <c:v>8</c:v>
                      </c:pt>
                      <c:pt idx="2824">
                        <c:v>8</c:v>
                      </c:pt>
                      <c:pt idx="2825">
                        <c:v>8.5</c:v>
                      </c:pt>
                      <c:pt idx="2826">
                        <c:v>8.5</c:v>
                      </c:pt>
                      <c:pt idx="2827">
                        <c:v>8.5</c:v>
                      </c:pt>
                      <c:pt idx="2828">
                        <c:v>8.5</c:v>
                      </c:pt>
                      <c:pt idx="2829">
                        <c:v>8.5</c:v>
                      </c:pt>
                      <c:pt idx="2830">
                        <c:v>8.5</c:v>
                      </c:pt>
                      <c:pt idx="2831">
                        <c:v>8.5</c:v>
                      </c:pt>
                      <c:pt idx="2832">
                        <c:v>8.5</c:v>
                      </c:pt>
                      <c:pt idx="2833">
                        <c:v>8.5</c:v>
                      </c:pt>
                      <c:pt idx="2834">
                        <c:v>8.5</c:v>
                      </c:pt>
                      <c:pt idx="2835">
                        <c:v>8.5</c:v>
                      </c:pt>
                      <c:pt idx="2836">
                        <c:v>8.5</c:v>
                      </c:pt>
                      <c:pt idx="2837">
                        <c:v>8.5</c:v>
                      </c:pt>
                      <c:pt idx="2838">
                        <c:v>8.5</c:v>
                      </c:pt>
                      <c:pt idx="2839">
                        <c:v>8.5</c:v>
                      </c:pt>
                      <c:pt idx="2840">
                        <c:v>8.5</c:v>
                      </c:pt>
                      <c:pt idx="2841">
                        <c:v>8.5</c:v>
                      </c:pt>
                      <c:pt idx="2842">
                        <c:v>8.5</c:v>
                      </c:pt>
                      <c:pt idx="2843">
                        <c:v>8.5</c:v>
                      </c:pt>
                      <c:pt idx="2844">
                        <c:v>8.5</c:v>
                      </c:pt>
                      <c:pt idx="2845">
                        <c:v>8.5</c:v>
                      </c:pt>
                      <c:pt idx="2846">
                        <c:v>8.5</c:v>
                      </c:pt>
                      <c:pt idx="2847">
                        <c:v>8.5</c:v>
                      </c:pt>
                      <c:pt idx="2848">
                        <c:v>8.5</c:v>
                      </c:pt>
                      <c:pt idx="2849">
                        <c:v>8.5</c:v>
                      </c:pt>
                      <c:pt idx="2850">
                        <c:v>8.5</c:v>
                      </c:pt>
                      <c:pt idx="2851">
                        <c:v>8.5</c:v>
                      </c:pt>
                      <c:pt idx="2852">
                        <c:v>8.5</c:v>
                      </c:pt>
                      <c:pt idx="2853">
                        <c:v>8.5</c:v>
                      </c:pt>
                      <c:pt idx="2854">
                        <c:v>8.5</c:v>
                      </c:pt>
                      <c:pt idx="2855">
                        <c:v>8.5</c:v>
                      </c:pt>
                      <c:pt idx="2856">
                        <c:v>8.5</c:v>
                      </c:pt>
                      <c:pt idx="2857">
                        <c:v>8.5</c:v>
                      </c:pt>
                      <c:pt idx="2858">
                        <c:v>8.5</c:v>
                      </c:pt>
                      <c:pt idx="2859">
                        <c:v>8.5</c:v>
                      </c:pt>
                      <c:pt idx="2860">
                        <c:v>8.5</c:v>
                      </c:pt>
                      <c:pt idx="2861">
                        <c:v>8.5</c:v>
                      </c:pt>
                      <c:pt idx="2862">
                        <c:v>8.5</c:v>
                      </c:pt>
                      <c:pt idx="2863">
                        <c:v>8.5</c:v>
                      </c:pt>
                      <c:pt idx="2864">
                        <c:v>8.5</c:v>
                      </c:pt>
                      <c:pt idx="2865">
                        <c:v>8.5</c:v>
                      </c:pt>
                      <c:pt idx="2866">
                        <c:v>8.5</c:v>
                      </c:pt>
                      <c:pt idx="2867">
                        <c:v>8.5</c:v>
                      </c:pt>
                      <c:pt idx="2868">
                        <c:v>8.5</c:v>
                      </c:pt>
                      <c:pt idx="2869">
                        <c:v>8.5</c:v>
                      </c:pt>
                      <c:pt idx="2870">
                        <c:v>8.5</c:v>
                      </c:pt>
                      <c:pt idx="2871">
                        <c:v>8.5</c:v>
                      </c:pt>
                      <c:pt idx="2872">
                        <c:v>8.5</c:v>
                      </c:pt>
                      <c:pt idx="2873">
                        <c:v>8.5</c:v>
                      </c:pt>
                      <c:pt idx="2874">
                        <c:v>8.5</c:v>
                      </c:pt>
                      <c:pt idx="2875">
                        <c:v>8.5</c:v>
                      </c:pt>
                      <c:pt idx="2876">
                        <c:v>8.5</c:v>
                      </c:pt>
                      <c:pt idx="2877">
                        <c:v>8.5</c:v>
                      </c:pt>
                      <c:pt idx="2878">
                        <c:v>8.5</c:v>
                      </c:pt>
                      <c:pt idx="2879">
                        <c:v>8.5</c:v>
                      </c:pt>
                      <c:pt idx="2880">
                        <c:v>8.5</c:v>
                      </c:pt>
                      <c:pt idx="2881">
                        <c:v>8.5</c:v>
                      </c:pt>
                      <c:pt idx="2882">
                        <c:v>8.5</c:v>
                      </c:pt>
                      <c:pt idx="2883">
                        <c:v>8.5</c:v>
                      </c:pt>
                      <c:pt idx="2884">
                        <c:v>8.5</c:v>
                      </c:pt>
                      <c:pt idx="2885">
                        <c:v>8.5</c:v>
                      </c:pt>
                      <c:pt idx="2886">
                        <c:v>8.5</c:v>
                      </c:pt>
                      <c:pt idx="2887">
                        <c:v>8.5</c:v>
                      </c:pt>
                      <c:pt idx="2888">
                        <c:v>8.5</c:v>
                      </c:pt>
                      <c:pt idx="2889">
                        <c:v>8.5</c:v>
                      </c:pt>
                      <c:pt idx="2890">
                        <c:v>8.5</c:v>
                      </c:pt>
                      <c:pt idx="2891">
                        <c:v>8.5</c:v>
                      </c:pt>
                      <c:pt idx="2892">
                        <c:v>8.5</c:v>
                      </c:pt>
                      <c:pt idx="2893">
                        <c:v>8.5</c:v>
                      </c:pt>
                      <c:pt idx="2894">
                        <c:v>8.5</c:v>
                      </c:pt>
                      <c:pt idx="2895">
                        <c:v>8.5</c:v>
                      </c:pt>
                      <c:pt idx="2896">
                        <c:v>8.5</c:v>
                      </c:pt>
                      <c:pt idx="2897">
                        <c:v>8.5</c:v>
                      </c:pt>
                      <c:pt idx="2898">
                        <c:v>8.5</c:v>
                      </c:pt>
                      <c:pt idx="2899">
                        <c:v>8.5</c:v>
                      </c:pt>
                      <c:pt idx="2900">
                        <c:v>8.5</c:v>
                      </c:pt>
                      <c:pt idx="2901">
                        <c:v>8.5</c:v>
                      </c:pt>
                      <c:pt idx="2902">
                        <c:v>8.5</c:v>
                      </c:pt>
                      <c:pt idx="2903">
                        <c:v>8.5</c:v>
                      </c:pt>
                      <c:pt idx="2904">
                        <c:v>8.5</c:v>
                      </c:pt>
                      <c:pt idx="2905">
                        <c:v>8.5</c:v>
                      </c:pt>
                      <c:pt idx="2906">
                        <c:v>8.5</c:v>
                      </c:pt>
                      <c:pt idx="2907">
                        <c:v>8.5</c:v>
                      </c:pt>
                      <c:pt idx="2908">
                        <c:v>8.5</c:v>
                      </c:pt>
                      <c:pt idx="2909">
                        <c:v>8.5</c:v>
                      </c:pt>
                      <c:pt idx="2910">
                        <c:v>8.5</c:v>
                      </c:pt>
                      <c:pt idx="2911">
                        <c:v>9</c:v>
                      </c:pt>
                      <c:pt idx="2912">
                        <c:v>9</c:v>
                      </c:pt>
                      <c:pt idx="2913">
                        <c:v>9</c:v>
                      </c:pt>
                      <c:pt idx="2914">
                        <c:v>9</c:v>
                      </c:pt>
                      <c:pt idx="2915">
                        <c:v>9</c:v>
                      </c:pt>
                      <c:pt idx="2916">
                        <c:v>9</c:v>
                      </c:pt>
                      <c:pt idx="2917">
                        <c:v>9</c:v>
                      </c:pt>
                      <c:pt idx="2918">
                        <c:v>9</c:v>
                      </c:pt>
                      <c:pt idx="2919">
                        <c:v>9</c:v>
                      </c:pt>
                      <c:pt idx="2920">
                        <c:v>9</c:v>
                      </c:pt>
                      <c:pt idx="2921">
                        <c:v>9</c:v>
                      </c:pt>
                      <c:pt idx="2922">
                        <c:v>9</c:v>
                      </c:pt>
                      <c:pt idx="2923">
                        <c:v>9</c:v>
                      </c:pt>
                      <c:pt idx="2924">
                        <c:v>9</c:v>
                      </c:pt>
                      <c:pt idx="2925">
                        <c:v>9</c:v>
                      </c:pt>
                      <c:pt idx="2926">
                        <c:v>9</c:v>
                      </c:pt>
                      <c:pt idx="2927">
                        <c:v>9</c:v>
                      </c:pt>
                      <c:pt idx="2928">
                        <c:v>9</c:v>
                      </c:pt>
                      <c:pt idx="2929">
                        <c:v>9</c:v>
                      </c:pt>
                      <c:pt idx="2930">
                        <c:v>9</c:v>
                      </c:pt>
                      <c:pt idx="2931">
                        <c:v>9</c:v>
                      </c:pt>
                      <c:pt idx="2932">
                        <c:v>9</c:v>
                      </c:pt>
                      <c:pt idx="2933">
                        <c:v>9</c:v>
                      </c:pt>
                      <c:pt idx="2934">
                        <c:v>9</c:v>
                      </c:pt>
                      <c:pt idx="2935">
                        <c:v>9</c:v>
                      </c:pt>
                      <c:pt idx="2936">
                        <c:v>9</c:v>
                      </c:pt>
                      <c:pt idx="2937">
                        <c:v>9</c:v>
                      </c:pt>
                      <c:pt idx="2938">
                        <c:v>9</c:v>
                      </c:pt>
                      <c:pt idx="2939">
                        <c:v>9</c:v>
                      </c:pt>
                      <c:pt idx="2940">
                        <c:v>9</c:v>
                      </c:pt>
                      <c:pt idx="2941">
                        <c:v>9</c:v>
                      </c:pt>
                      <c:pt idx="2942">
                        <c:v>9</c:v>
                      </c:pt>
                      <c:pt idx="2943">
                        <c:v>9</c:v>
                      </c:pt>
                      <c:pt idx="2944">
                        <c:v>9</c:v>
                      </c:pt>
                      <c:pt idx="2945">
                        <c:v>9</c:v>
                      </c:pt>
                      <c:pt idx="2946">
                        <c:v>9</c:v>
                      </c:pt>
                      <c:pt idx="2947">
                        <c:v>9</c:v>
                      </c:pt>
                      <c:pt idx="2948">
                        <c:v>9</c:v>
                      </c:pt>
                      <c:pt idx="2949">
                        <c:v>9</c:v>
                      </c:pt>
                      <c:pt idx="2950">
                        <c:v>9</c:v>
                      </c:pt>
                      <c:pt idx="2951">
                        <c:v>9</c:v>
                      </c:pt>
                      <c:pt idx="2952">
                        <c:v>9</c:v>
                      </c:pt>
                      <c:pt idx="2953">
                        <c:v>9</c:v>
                      </c:pt>
                      <c:pt idx="2954">
                        <c:v>9</c:v>
                      </c:pt>
                      <c:pt idx="2955">
                        <c:v>9</c:v>
                      </c:pt>
                      <c:pt idx="2956">
                        <c:v>9</c:v>
                      </c:pt>
                      <c:pt idx="2957">
                        <c:v>9</c:v>
                      </c:pt>
                      <c:pt idx="2958">
                        <c:v>9</c:v>
                      </c:pt>
                      <c:pt idx="2959">
                        <c:v>9</c:v>
                      </c:pt>
                      <c:pt idx="2960">
                        <c:v>9</c:v>
                      </c:pt>
                      <c:pt idx="2961">
                        <c:v>9</c:v>
                      </c:pt>
                      <c:pt idx="2962">
                        <c:v>9</c:v>
                      </c:pt>
                      <c:pt idx="2963">
                        <c:v>9</c:v>
                      </c:pt>
                      <c:pt idx="2964">
                        <c:v>9</c:v>
                      </c:pt>
                      <c:pt idx="2965">
                        <c:v>9</c:v>
                      </c:pt>
                      <c:pt idx="2966">
                        <c:v>9</c:v>
                      </c:pt>
                      <c:pt idx="2967">
                        <c:v>9</c:v>
                      </c:pt>
                      <c:pt idx="2968">
                        <c:v>9</c:v>
                      </c:pt>
                      <c:pt idx="2969">
                        <c:v>9</c:v>
                      </c:pt>
                      <c:pt idx="2970">
                        <c:v>9</c:v>
                      </c:pt>
                      <c:pt idx="2971">
                        <c:v>9</c:v>
                      </c:pt>
                      <c:pt idx="2972">
                        <c:v>9</c:v>
                      </c:pt>
                      <c:pt idx="2973">
                        <c:v>9</c:v>
                      </c:pt>
                      <c:pt idx="2974">
                        <c:v>9</c:v>
                      </c:pt>
                      <c:pt idx="2975">
                        <c:v>9</c:v>
                      </c:pt>
                      <c:pt idx="2976">
                        <c:v>9</c:v>
                      </c:pt>
                      <c:pt idx="2977">
                        <c:v>9</c:v>
                      </c:pt>
                      <c:pt idx="2978">
                        <c:v>9</c:v>
                      </c:pt>
                      <c:pt idx="2979">
                        <c:v>9</c:v>
                      </c:pt>
                      <c:pt idx="2980">
                        <c:v>9</c:v>
                      </c:pt>
                      <c:pt idx="2981">
                        <c:v>9</c:v>
                      </c:pt>
                      <c:pt idx="2982">
                        <c:v>9</c:v>
                      </c:pt>
                      <c:pt idx="2983">
                        <c:v>9</c:v>
                      </c:pt>
                      <c:pt idx="2984">
                        <c:v>9</c:v>
                      </c:pt>
                      <c:pt idx="2985">
                        <c:v>9</c:v>
                      </c:pt>
                      <c:pt idx="2986">
                        <c:v>9</c:v>
                      </c:pt>
                      <c:pt idx="2987">
                        <c:v>9</c:v>
                      </c:pt>
                      <c:pt idx="2988">
                        <c:v>9</c:v>
                      </c:pt>
                      <c:pt idx="2989">
                        <c:v>9</c:v>
                      </c:pt>
                      <c:pt idx="2990">
                        <c:v>9</c:v>
                      </c:pt>
                      <c:pt idx="2991">
                        <c:v>9</c:v>
                      </c:pt>
                      <c:pt idx="2992">
                        <c:v>9</c:v>
                      </c:pt>
                      <c:pt idx="2993">
                        <c:v>9</c:v>
                      </c:pt>
                      <c:pt idx="2994">
                        <c:v>9</c:v>
                      </c:pt>
                      <c:pt idx="2995">
                        <c:v>9</c:v>
                      </c:pt>
                      <c:pt idx="2996">
                        <c:v>9</c:v>
                      </c:pt>
                      <c:pt idx="2997">
                        <c:v>9</c:v>
                      </c:pt>
                      <c:pt idx="2998">
                        <c:v>9</c:v>
                      </c:pt>
                      <c:pt idx="2999">
                        <c:v>9.5</c:v>
                      </c:pt>
                      <c:pt idx="3000">
                        <c:v>9.5</c:v>
                      </c:pt>
                      <c:pt idx="3001">
                        <c:v>9.5</c:v>
                      </c:pt>
                      <c:pt idx="3002">
                        <c:v>9.5</c:v>
                      </c:pt>
                      <c:pt idx="3003">
                        <c:v>9.5</c:v>
                      </c:pt>
                      <c:pt idx="3004">
                        <c:v>9.5</c:v>
                      </c:pt>
                      <c:pt idx="3005">
                        <c:v>9.5</c:v>
                      </c:pt>
                      <c:pt idx="3006">
                        <c:v>9.5</c:v>
                      </c:pt>
                      <c:pt idx="3007">
                        <c:v>9.5</c:v>
                      </c:pt>
                      <c:pt idx="3008">
                        <c:v>9.5</c:v>
                      </c:pt>
                      <c:pt idx="3009">
                        <c:v>9.5</c:v>
                      </c:pt>
                      <c:pt idx="3010">
                        <c:v>9.5</c:v>
                      </c:pt>
                      <c:pt idx="3011">
                        <c:v>9.5</c:v>
                      </c:pt>
                      <c:pt idx="3012">
                        <c:v>9.5</c:v>
                      </c:pt>
                      <c:pt idx="3013">
                        <c:v>9.5</c:v>
                      </c:pt>
                      <c:pt idx="3014">
                        <c:v>9.5</c:v>
                      </c:pt>
                      <c:pt idx="3015">
                        <c:v>9.5</c:v>
                      </c:pt>
                      <c:pt idx="3016">
                        <c:v>9.5</c:v>
                      </c:pt>
                      <c:pt idx="3017">
                        <c:v>9.5</c:v>
                      </c:pt>
                      <c:pt idx="3018">
                        <c:v>9.5</c:v>
                      </c:pt>
                      <c:pt idx="3019">
                        <c:v>9.5</c:v>
                      </c:pt>
                      <c:pt idx="3020">
                        <c:v>9.5</c:v>
                      </c:pt>
                      <c:pt idx="3021">
                        <c:v>9.5</c:v>
                      </c:pt>
                      <c:pt idx="3022">
                        <c:v>9.5</c:v>
                      </c:pt>
                      <c:pt idx="3023">
                        <c:v>9.5</c:v>
                      </c:pt>
                      <c:pt idx="3024">
                        <c:v>9.5</c:v>
                      </c:pt>
                      <c:pt idx="3025">
                        <c:v>9.5</c:v>
                      </c:pt>
                      <c:pt idx="3026">
                        <c:v>9.5</c:v>
                      </c:pt>
                      <c:pt idx="3027">
                        <c:v>9.5</c:v>
                      </c:pt>
                      <c:pt idx="3028">
                        <c:v>9.5</c:v>
                      </c:pt>
                      <c:pt idx="3029">
                        <c:v>9.5</c:v>
                      </c:pt>
                      <c:pt idx="3030">
                        <c:v>9.5</c:v>
                      </c:pt>
                      <c:pt idx="3031">
                        <c:v>9.5</c:v>
                      </c:pt>
                      <c:pt idx="3032">
                        <c:v>9.5</c:v>
                      </c:pt>
                      <c:pt idx="3033">
                        <c:v>9.5</c:v>
                      </c:pt>
                      <c:pt idx="3034">
                        <c:v>9.5</c:v>
                      </c:pt>
                      <c:pt idx="3035">
                        <c:v>9.5</c:v>
                      </c:pt>
                      <c:pt idx="3036">
                        <c:v>9.5</c:v>
                      </c:pt>
                      <c:pt idx="3037">
                        <c:v>9.5</c:v>
                      </c:pt>
                      <c:pt idx="3038">
                        <c:v>9.5</c:v>
                      </c:pt>
                      <c:pt idx="3039">
                        <c:v>9.5</c:v>
                      </c:pt>
                      <c:pt idx="3040">
                        <c:v>9.5</c:v>
                      </c:pt>
                      <c:pt idx="3041">
                        <c:v>9.5</c:v>
                      </c:pt>
                      <c:pt idx="3042">
                        <c:v>9.5</c:v>
                      </c:pt>
                      <c:pt idx="3043">
                        <c:v>10</c:v>
                      </c:pt>
                      <c:pt idx="3044">
                        <c:v>10</c:v>
                      </c:pt>
                      <c:pt idx="3045">
                        <c:v>10</c:v>
                      </c:pt>
                      <c:pt idx="3046">
                        <c:v>10</c:v>
                      </c:pt>
                      <c:pt idx="3047">
                        <c:v>10</c:v>
                      </c:pt>
                      <c:pt idx="3048">
                        <c:v>10</c:v>
                      </c:pt>
                      <c:pt idx="3049">
                        <c:v>10</c:v>
                      </c:pt>
                      <c:pt idx="3050">
                        <c:v>10</c:v>
                      </c:pt>
                      <c:pt idx="3051">
                        <c:v>10</c:v>
                      </c:pt>
                      <c:pt idx="3052">
                        <c:v>10</c:v>
                      </c:pt>
                      <c:pt idx="3053">
                        <c:v>10</c:v>
                      </c:pt>
                      <c:pt idx="3054">
                        <c:v>10</c:v>
                      </c:pt>
                      <c:pt idx="3055">
                        <c:v>10</c:v>
                      </c:pt>
                      <c:pt idx="3056">
                        <c:v>10</c:v>
                      </c:pt>
                      <c:pt idx="3057">
                        <c:v>10</c:v>
                      </c:pt>
                      <c:pt idx="3058">
                        <c:v>10</c:v>
                      </c:pt>
                      <c:pt idx="3059">
                        <c:v>10</c:v>
                      </c:pt>
                      <c:pt idx="3060">
                        <c:v>10</c:v>
                      </c:pt>
                      <c:pt idx="3061">
                        <c:v>10</c:v>
                      </c:pt>
                      <c:pt idx="3062">
                        <c:v>10</c:v>
                      </c:pt>
                      <c:pt idx="3063">
                        <c:v>10</c:v>
                      </c:pt>
                      <c:pt idx="3064">
                        <c:v>10</c:v>
                      </c:pt>
                      <c:pt idx="3065">
                        <c:v>10</c:v>
                      </c:pt>
                      <c:pt idx="3066">
                        <c:v>10</c:v>
                      </c:pt>
                      <c:pt idx="3067">
                        <c:v>10</c:v>
                      </c:pt>
                      <c:pt idx="3068">
                        <c:v>10</c:v>
                      </c:pt>
                      <c:pt idx="3069">
                        <c:v>10</c:v>
                      </c:pt>
                      <c:pt idx="3070">
                        <c:v>10</c:v>
                      </c:pt>
                      <c:pt idx="3071">
                        <c:v>10</c:v>
                      </c:pt>
                      <c:pt idx="3072">
                        <c:v>10</c:v>
                      </c:pt>
                      <c:pt idx="3073">
                        <c:v>10</c:v>
                      </c:pt>
                      <c:pt idx="3074">
                        <c:v>10</c:v>
                      </c:pt>
                      <c:pt idx="3075">
                        <c:v>10</c:v>
                      </c:pt>
                      <c:pt idx="3076">
                        <c:v>10</c:v>
                      </c:pt>
                      <c:pt idx="3077">
                        <c:v>10</c:v>
                      </c:pt>
                      <c:pt idx="3078">
                        <c:v>10</c:v>
                      </c:pt>
                      <c:pt idx="3079">
                        <c:v>10</c:v>
                      </c:pt>
                      <c:pt idx="3080">
                        <c:v>10</c:v>
                      </c:pt>
                      <c:pt idx="3081">
                        <c:v>10</c:v>
                      </c:pt>
                      <c:pt idx="3082">
                        <c:v>10</c:v>
                      </c:pt>
                      <c:pt idx="3083">
                        <c:v>10</c:v>
                      </c:pt>
                      <c:pt idx="3084">
                        <c:v>10</c:v>
                      </c:pt>
                      <c:pt idx="3085">
                        <c:v>10</c:v>
                      </c:pt>
                      <c:pt idx="3086">
                        <c:v>10.5</c:v>
                      </c:pt>
                      <c:pt idx="3087">
                        <c:v>10.5</c:v>
                      </c:pt>
                      <c:pt idx="3088">
                        <c:v>10.5</c:v>
                      </c:pt>
                      <c:pt idx="3089">
                        <c:v>10.5</c:v>
                      </c:pt>
                      <c:pt idx="3090">
                        <c:v>10.5</c:v>
                      </c:pt>
                      <c:pt idx="3091">
                        <c:v>10.5</c:v>
                      </c:pt>
                      <c:pt idx="3092">
                        <c:v>10.5</c:v>
                      </c:pt>
                      <c:pt idx="3093">
                        <c:v>10.5</c:v>
                      </c:pt>
                      <c:pt idx="3094">
                        <c:v>10.5</c:v>
                      </c:pt>
                      <c:pt idx="3095">
                        <c:v>10.5</c:v>
                      </c:pt>
                      <c:pt idx="3096">
                        <c:v>10.5</c:v>
                      </c:pt>
                      <c:pt idx="3097">
                        <c:v>10.5</c:v>
                      </c:pt>
                      <c:pt idx="3098">
                        <c:v>10.5</c:v>
                      </c:pt>
                      <c:pt idx="3099">
                        <c:v>10.5</c:v>
                      </c:pt>
                      <c:pt idx="3100">
                        <c:v>10.5</c:v>
                      </c:pt>
                      <c:pt idx="3101">
                        <c:v>10.5</c:v>
                      </c:pt>
                      <c:pt idx="3102">
                        <c:v>10.5</c:v>
                      </c:pt>
                      <c:pt idx="3103">
                        <c:v>10.5</c:v>
                      </c:pt>
                      <c:pt idx="3104">
                        <c:v>10.5</c:v>
                      </c:pt>
                      <c:pt idx="3105">
                        <c:v>10.5</c:v>
                      </c:pt>
                      <c:pt idx="3106">
                        <c:v>10.5</c:v>
                      </c:pt>
                      <c:pt idx="3107">
                        <c:v>10.5</c:v>
                      </c:pt>
                      <c:pt idx="3108">
                        <c:v>10.5</c:v>
                      </c:pt>
                      <c:pt idx="3109">
                        <c:v>10.5</c:v>
                      </c:pt>
                      <c:pt idx="3110">
                        <c:v>10.5</c:v>
                      </c:pt>
                      <c:pt idx="3111">
                        <c:v>10.5</c:v>
                      </c:pt>
                      <c:pt idx="3112">
                        <c:v>10.5</c:v>
                      </c:pt>
                      <c:pt idx="3113">
                        <c:v>10.5</c:v>
                      </c:pt>
                      <c:pt idx="3114">
                        <c:v>10.5</c:v>
                      </c:pt>
                      <c:pt idx="3115">
                        <c:v>10.5</c:v>
                      </c:pt>
                      <c:pt idx="3116">
                        <c:v>10.5</c:v>
                      </c:pt>
                      <c:pt idx="3117">
                        <c:v>10.5</c:v>
                      </c:pt>
                      <c:pt idx="3118">
                        <c:v>10.5</c:v>
                      </c:pt>
                      <c:pt idx="3119">
                        <c:v>10.5</c:v>
                      </c:pt>
                      <c:pt idx="3120">
                        <c:v>10.5</c:v>
                      </c:pt>
                      <c:pt idx="3121">
                        <c:v>10.5</c:v>
                      </c:pt>
                      <c:pt idx="3122">
                        <c:v>10.5</c:v>
                      </c:pt>
                      <c:pt idx="3123">
                        <c:v>10.5</c:v>
                      </c:pt>
                      <c:pt idx="3124">
                        <c:v>10.5</c:v>
                      </c:pt>
                      <c:pt idx="3125">
                        <c:v>10.5</c:v>
                      </c:pt>
                      <c:pt idx="3126">
                        <c:v>10.5</c:v>
                      </c:pt>
                      <c:pt idx="3127">
                        <c:v>10.5</c:v>
                      </c:pt>
                      <c:pt idx="3128">
                        <c:v>10.5</c:v>
                      </c:pt>
                      <c:pt idx="3129">
                        <c:v>10.5</c:v>
                      </c:pt>
                      <c:pt idx="3130">
                        <c:v>10.5</c:v>
                      </c:pt>
                      <c:pt idx="3131">
                        <c:v>10.5</c:v>
                      </c:pt>
                      <c:pt idx="3132">
                        <c:v>10.5</c:v>
                      </c:pt>
                      <c:pt idx="3133">
                        <c:v>10.5</c:v>
                      </c:pt>
                      <c:pt idx="3134">
                        <c:v>10.5</c:v>
                      </c:pt>
                      <c:pt idx="3135">
                        <c:v>10.5</c:v>
                      </c:pt>
                      <c:pt idx="3136">
                        <c:v>10.5</c:v>
                      </c:pt>
                      <c:pt idx="3137">
                        <c:v>10.5</c:v>
                      </c:pt>
                      <c:pt idx="3138">
                        <c:v>10.5</c:v>
                      </c:pt>
                      <c:pt idx="3139">
                        <c:v>10.5</c:v>
                      </c:pt>
                      <c:pt idx="3140">
                        <c:v>10.5</c:v>
                      </c:pt>
                      <c:pt idx="3141">
                        <c:v>10.5</c:v>
                      </c:pt>
                      <c:pt idx="3142">
                        <c:v>10.5</c:v>
                      </c:pt>
                      <c:pt idx="3143">
                        <c:v>10.5</c:v>
                      </c:pt>
                      <c:pt idx="3144">
                        <c:v>10.5</c:v>
                      </c:pt>
                      <c:pt idx="3145">
                        <c:v>10.5</c:v>
                      </c:pt>
                      <c:pt idx="3146">
                        <c:v>10.5</c:v>
                      </c:pt>
                      <c:pt idx="3147">
                        <c:v>10.5</c:v>
                      </c:pt>
                      <c:pt idx="3148">
                        <c:v>10.5</c:v>
                      </c:pt>
                      <c:pt idx="3149">
                        <c:v>10.5</c:v>
                      </c:pt>
                      <c:pt idx="3150">
                        <c:v>10.5</c:v>
                      </c:pt>
                      <c:pt idx="3151">
                        <c:v>10.5</c:v>
                      </c:pt>
                      <c:pt idx="3152">
                        <c:v>11</c:v>
                      </c:pt>
                      <c:pt idx="3153">
                        <c:v>11</c:v>
                      </c:pt>
                      <c:pt idx="3154">
                        <c:v>11</c:v>
                      </c:pt>
                      <c:pt idx="3155">
                        <c:v>11</c:v>
                      </c:pt>
                      <c:pt idx="3156">
                        <c:v>11</c:v>
                      </c:pt>
                      <c:pt idx="3157">
                        <c:v>11</c:v>
                      </c:pt>
                      <c:pt idx="3158">
                        <c:v>11</c:v>
                      </c:pt>
                      <c:pt idx="3159">
                        <c:v>11</c:v>
                      </c:pt>
                      <c:pt idx="3160">
                        <c:v>11</c:v>
                      </c:pt>
                      <c:pt idx="3161">
                        <c:v>11</c:v>
                      </c:pt>
                      <c:pt idx="3162">
                        <c:v>11</c:v>
                      </c:pt>
                      <c:pt idx="3163">
                        <c:v>11</c:v>
                      </c:pt>
                      <c:pt idx="3164">
                        <c:v>11</c:v>
                      </c:pt>
                      <c:pt idx="3165">
                        <c:v>11</c:v>
                      </c:pt>
                      <c:pt idx="3166">
                        <c:v>11</c:v>
                      </c:pt>
                      <c:pt idx="3167">
                        <c:v>11</c:v>
                      </c:pt>
                      <c:pt idx="3168">
                        <c:v>11</c:v>
                      </c:pt>
                      <c:pt idx="3169">
                        <c:v>11</c:v>
                      </c:pt>
                      <c:pt idx="3170">
                        <c:v>11</c:v>
                      </c:pt>
                      <c:pt idx="3171">
                        <c:v>11</c:v>
                      </c:pt>
                      <c:pt idx="3172">
                        <c:v>11</c:v>
                      </c:pt>
                      <c:pt idx="3173">
                        <c:v>11</c:v>
                      </c:pt>
                      <c:pt idx="3174">
                        <c:v>11</c:v>
                      </c:pt>
                      <c:pt idx="3175">
                        <c:v>11</c:v>
                      </c:pt>
                      <c:pt idx="3176">
                        <c:v>11</c:v>
                      </c:pt>
                      <c:pt idx="3177">
                        <c:v>11</c:v>
                      </c:pt>
                      <c:pt idx="3178">
                        <c:v>11</c:v>
                      </c:pt>
                      <c:pt idx="3179">
                        <c:v>11</c:v>
                      </c:pt>
                      <c:pt idx="3180">
                        <c:v>11</c:v>
                      </c:pt>
                      <c:pt idx="3181">
                        <c:v>11</c:v>
                      </c:pt>
                      <c:pt idx="3182">
                        <c:v>11</c:v>
                      </c:pt>
                      <c:pt idx="3183">
                        <c:v>11</c:v>
                      </c:pt>
                      <c:pt idx="3184">
                        <c:v>11</c:v>
                      </c:pt>
                      <c:pt idx="3185">
                        <c:v>11</c:v>
                      </c:pt>
                      <c:pt idx="3186">
                        <c:v>11</c:v>
                      </c:pt>
                      <c:pt idx="3187">
                        <c:v>11</c:v>
                      </c:pt>
                      <c:pt idx="3188">
                        <c:v>11</c:v>
                      </c:pt>
                      <c:pt idx="3189">
                        <c:v>11</c:v>
                      </c:pt>
                      <c:pt idx="3190">
                        <c:v>11</c:v>
                      </c:pt>
                      <c:pt idx="3191">
                        <c:v>11</c:v>
                      </c:pt>
                      <c:pt idx="3192">
                        <c:v>11</c:v>
                      </c:pt>
                      <c:pt idx="3193">
                        <c:v>11</c:v>
                      </c:pt>
                      <c:pt idx="3194">
                        <c:v>11</c:v>
                      </c:pt>
                      <c:pt idx="3195">
                        <c:v>11</c:v>
                      </c:pt>
                      <c:pt idx="3196">
                        <c:v>11</c:v>
                      </c:pt>
                      <c:pt idx="3197">
                        <c:v>11</c:v>
                      </c:pt>
                      <c:pt idx="3198">
                        <c:v>11</c:v>
                      </c:pt>
                      <c:pt idx="3199">
                        <c:v>11</c:v>
                      </c:pt>
                      <c:pt idx="3200">
                        <c:v>11</c:v>
                      </c:pt>
                      <c:pt idx="3201">
                        <c:v>11</c:v>
                      </c:pt>
                      <c:pt idx="3202">
                        <c:v>11</c:v>
                      </c:pt>
                      <c:pt idx="3203">
                        <c:v>11</c:v>
                      </c:pt>
                      <c:pt idx="3204">
                        <c:v>11</c:v>
                      </c:pt>
                      <c:pt idx="3205">
                        <c:v>11</c:v>
                      </c:pt>
                      <c:pt idx="3206">
                        <c:v>11</c:v>
                      </c:pt>
                      <c:pt idx="3207">
                        <c:v>11</c:v>
                      </c:pt>
                      <c:pt idx="3208">
                        <c:v>11</c:v>
                      </c:pt>
                      <c:pt idx="3209">
                        <c:v>11</c:v>
                      </c:pt>
                      <c:pt idx="3210">
                        <c:v>11</c:v>
                      </c:pt>
                      <c:pt idx="3211">
                        <c:v>11</c:v>
                      </c:pt>
                      <c:pt idx="3212">
                        <c:v>11</c:v>
                      </c:pt>
                      <c:pt idx="3213">
                        <c:v>11</c:v>
                      </c:pt>
                      <c:pt idx="3214">
                        <c:v>11</c:v>
                      </c:pt>
                      <c:pt idx="3215">
                        <c:v>11</c:v>
                      </c:pt>
                      <c:pt idx="3216">
                        <c:v>11.5</c:v>
                      </c:pt>
                      <c:pt idx="3217">
                        <c:v>11.5</c:v>
                      </c:pt>
                      <c:pt idx="3218">
                        <c:v>11.5</c:v>
                      </c:pt>
                      <c:pt idx="3219">
                        <c:v>11.5</c:v>
                      </c:pt>
                      <c:pt idx="3220">
                        <c:v>11.5</c:v>
                      </c:pt>
                      <c:pt idx="3221">
                        <c:v>11.5</c:v>
                      </c:pt>
                      <c:pt idx="3222">
                        <c:v>11.5</c:v>
                      </c:pt>
                      <c:pt idx="3223">
                        <c:v>11.5</c:v>
                      </c:pt>
                      <c:pt idx="3224">
                        <c:v>11.5</c:v>
                      </c:pt>
                      <c:pt idx="3225">
                        <c:v>11.5</c:v>
                      </c:pt>
                      <c:pt idx="3226">
                        <c:v>11.5</c:v>
                      </c:pt>
                      <c:pt idx="3227">
                        <c:v>11.5</c:v>
                      </c:pt>
                      <c:pt idx="3228">
                        <c:v>11.5</c:v>
                      </c:pt>
                      <c:pt idx="3229">
                        <c:v>11.5</c:v>
                      </c:pt>
                      <c:pt idx="3230">
                        <c:v>11.5</c:v>
                      </c:pt>
                      <c:pt idx="3231">
                        <c:v>11.5</c:v>
                      </c:pt>
                      <c:pt idx="3232">
                        <c:v>11.5</c:v>
                      </c:pt>
                      <c:pt idx="3233">
                        <c:v>11.5</c:v>
                      </c:pt>
                      <c:pt idx="3234">
                        <c:v>11.5</c:v>
                      </c:pt>
                      <c:pt idx="3235">
                        <c:v>11.5</c:v>
                      </c:pt>
                      <c:pt idx="3236">
                        <c:v>11.5</c:v>
                      </c:pt>
                      <c:pt idx="3237">
                        <c:v>11.5</c:v>
                      </c:pt>
                      <c:pt idx="3238">
                        <c:v>11.5</c:v>
                      </c:pt>
                      <c:pt idx="3239">
                        <c:v>11.5</c:v>
                      </c:pt>
                      <c:pt idx="3240">
                        <c:v>11.5</c:v>
                      </c:pt>
                      <c:pt idx="3241">
                        <c:v>11.5</c:v>
                      </c:pt>
                      <c:pt idx="3242">
                        <c:v>11.5</c:v>
                      </c:pt>
                      <c:pt idx="3243">
                        <c:v>11.5</c:v>
                      </c:pt>
                      <c:pt idx="3244">
                        <c:v>11.5</c:v>
                      </c:pt>
                      <c:pt idx="3245">
                        <c:v>11.5</c:v>
                      </c:pt>
                      <c:pt idx="3246">
                        <c:v>11.5</c:v>
                      </c:pt>
                      <c:pt idx="3247">
                        <c:v>12</c:v>
                      </c:pt>
                      <c:pt idx="3248">
                        <c:v>12</c:v>
                      </c:pt>
                      <c:pt idx="3249">
                        <c:v>12</c:v>
                      </c:pt>
                      <c:pt idx="3250">
                        <c:v>12</c:v>
                      </c:pt>
                      <c:pt idx="3251">
                        <c:v>12</c:v>
                      </c:pt>
                      <c:pt idx="3252">
                        <c:v>12</c:v>
                      </c:pt>
                      <c:pt idx="3253">
                        <c:v>12</c:v>
                      </c:pt>
                      <c:pt idx="3254">
                        <c:v>12</c:v>
                      </c:pt>
                      <c:pt idx="3255">
                        <c:v>12</c:v>
                      </c:pt>
                      <c:pt idx="3256">
                        <c:v>12</c:v>
                      </c:pt>
                      <c:pt idx="3257">
                        <c:v>12</c:v>
                      </c:pt>
                      <c:pt idx="3258">
                        <c:v>12</c:v>
                      </c:pt>
                      <c:pt idx="3259">
                        <c:v>12</c:v>
                      </c:pt>
                      <c:pt idx="3260">
                        <c:v>12</c:v>
                      </c:pt>
                      <c:pt idx="3261">
                        <c:v>12</c:v>
                      </c:pt>
                      <c:pt idx="3262">
                        <c:v>12</c:v>
                      </c:pt>
                      <c:pt idx="3263">
                        <c:v>12</c:v>
                      </c:pt>
                      <c:pt idx="3264">
                        <c:v>12</c:v>
                      </c:pt>
                      <c:pt idx="3265">
                        <c:v>12</c:v>
                      </c:pt>
                      <c:pt idx="3266">
                        <c:v>12</c:v>
                      </c:pt>
                      <c:pt idx="3267">
                        <c:v>12</c:v>
                      </c:pt>
                      <c:pt idx="3268">
                        <c:v>12</c:v>
                      </c:pt>
                      <c:pt idx="3269">
                        <c:v>12</c:v>
                      </c:pt>
                      <c:pt idx="3270">
                        <c:v>12</c:v>
                      </c:pt>
                      <c:pt idx="3271">
                        <c:v>12</c:v>
                      </c:pt>
                      <c:pt idx="3272">
                        <c:v>12</c:v>
                      </c:pt>
                      <c:pt idx="3273">
                        <c:v>12</c:v>
                      </c:pt>
                      <c:pt idx="3274">
                        <c:v>12</c:v>
                      </c:pt>
                      <c:pt idx="3275">
                        <c:v>12</c:v>
                      </c:pt>
                      <c:pt idx="3276">
                        <c:v>12</c:v>
                      </c:pt>
                      <c:pt idx="3277">
                        <c:v>12</c:v>
                      </c:pt>
                      <c:pt idx="3278">
                        <c:v>12</c:v>
                      </c:pt>
                      <c:pt idx="3279">
                        <c:v>12</c:v>
                      </c:pt>
                      <c:pt idx="3280">
                        <c:v>12</c:v>
                      </c:pt>
                      <c:pt idx="3281">
                        <c:v>12</c:v>
                      </c:pt>
                      <c:pt idx="3282">
                        <c:v>12</c:v>
                      </c:pt>
                      <c:pt idx="3283">
                        <c:v>12</c:v>
                      </c:pt>
                      <c:pt idx="3284">
                        <c:v>12</c:v>
                      </c:pt>
                      <c:pt idx="3285">
                        <c:v>12</c:v>
                      </c:pt>
                      <c:pt idx="3286">
                        <c:v>12</c:v>
                      </c:pt>
                      <c:pt idx="3287">
                        <c:v>12</c:v>
                      </c:pt>
                      <c:pt idx="3288">
                        <c:v>12</c:v>
                      </c:pt>
                      <c:pt idx="3289">
                        <c:v>12</c:v>
                      </c:pt>
                      <c:pt idx="3290">
                        <c:v>12</c:v>
                      </c:pt>
                      <c:pt idx="3291">
                        <c:v>12</c:v>
                      </c:pt>
                      <c:pt idx="3292">
                        <c:v>12</c:v>
                      </c:pt>
                      <c:pt idx="3293">
                        <c:v>12</c:v>
                      </c:pt>
                      <c:pt idx="3294">
                        <c:v>12</c:v>
                      </c:pt>
                      <c:pt idx="3295">
                        <c:v>12</c:v>
                      </c:pt>
                      <c:pt idx="3296">
                        <c:v>12</c:v>
                      </c:pt>
                      <c:pt idx="3297">
                        <c:v>12</c:v>
                      </c:pt>
                      <c:pt idx="3298">
                        <c:v>12</c:v>
                      </c:pt>
                      <c:pt idx="3299">
                        <c:v>12</c:v>
                      </c:pt>
                      <c:pt idx="3300">
                        <c:v>12</c:v>
                      </c:pt>
                      <c:pt idx="3301">
                        <c:v>12</c:v>
                      </c:pt>
                      <c:pt idx="3302">
                        <c:v>12</c:v>
                      </c:pt>
                      <c:pt idx="3303">
                        <c:v>12</c:v>
                      </c:pt>
                      <c:pt idx="3304">
                        <c:v>12</c:v>
                      </c:pt>
                      <c:pt idx="3305">
                        <c:v>12</c:v>
                      </c:pt>
                      <c:pt idx="3306">
                        <c:v>12</c:v>
                      </c:pt>
                      <c:pt idx="3307">
                        <c:v>12</c:v>
                      </c:pt>
                      <c:pt idx="3308">
                        <c:v>12</c:v>
                      </c:pt>
                      <c:pt idx="3309">
                        <c:v>12</c:v>
                      </c:pt>
                      <c:pt idx="3310">
                        <c:v>12</c:v>
                      </c:pt>
                      <c:pt idx="3311">
                        <c:v>12</c:v>
                      </c:pt>
                      <c:pt idx="3312">
                        <c:v>12</c:v>
                      </c:pt>
                      <c:pt idx="3313">
                        <c:v>12</c:v>
                      </c:pt>
                      <c:pt idx="3314">
                        <c:v>12</c:v>
                      </c:pt>
                      <c:pt idx="3315">
                        <c:v>12</c:v>
                      </c:pt>
                      <c:pt idx="3316">
                        <c:v>12</c:v>
                      </c:pt>
                      <c:pt idx="3317">
                        <c:v>12</c:v>
                      </c:pt>
                      <c:pt idx="3318">
                        <c:v>12</c:v>
                      </c:pt>
                      <c:pt idx="3319">
                        <c:v>12</c:v>
                      </c:pt>
                      <c:pt idx="3320">
                        <c:v>12</c:v>
                      </c:pt>
                      <c:pt idx="3321">
                        <c:v>12</c:v>
                      </c:pt>
                      <c:pt idx="3322">
                        <c:v>12</c:v>
                      </c:pt>
                      <c:pt idx="3323">
                        <c:v>12</c:v>
                      </c:pt>
                      <c:pt idx="3324">
                        <c:v>12</c:v>
                      </c:pt>
                      <c:pt idx="3325">
                        <c:v>12</c:v>
                      </c:pt>
                      <c:pt idx="3326">
                        <c:v>12</c:v>
                      </c:pt>
                      <c:pt idx="3327">
                        <c:v>12</c:v>
                      </c:pt>
                      <c:pt idx="3328">
                        <c:v>12</c:v>
                      </c:pt>
                      <c:pt idx="3329">
                        <c:v>12</c:v>
                      </c:pt>
                      <c:pt idx="3330">
                        <c:v>12</c:v>
                      </c:pt>
                      <c:pt idx="3331">
                        <c:v>12</c:v>
                      </c:pt>
                      <c:pt idx="3332">
                        <c:v>12</c:v>
                      </c:pt>
                      <c:pt idx="3333">
                        <c:v>12</c:v>
                      </c:pt>
                      <c:pt idx="3334">
                        <c:v>12</c:v>
                      </c:pt>
                      <c:pt idx="3335">
                        <c:v>12</c:v>
                      </c:pt>
                      <c:pt idx="3336">
                        <c:v>12</c:v>
                      </c:pt>
                      <c:pt idx="3337">
                        <c:v>12</c:v>
                      </c:pt>
                      <c:pt idx="3338">
                        <c:v>12</c:v>
                      </c:pt>
                      <c:pt idx="3339">
                        <c:v>12</c:v>
                      </c:pt>
                      <c:pt idx="3340">
                        <c:v>12</c:v>
                      </c:pt>
                      <c:pt idx="3341">
                        <c:v>12</c:v>
                      </c:pt>
                      <c:pt idx="3342">
                        <c:v>12</c:v>
                      </c:pt>
                      <c:pt idx="3343">
                        <c:v>12</c:v>
                      </c:pt>
                      <c:pt idx="3344">
                        <c:v>12</c:v>
                      </c:pt>
                      <c:pt idx="3345">
                        <c:v>12</c:v>
                      </c:pt>
                      <c:pt idx="3346">
                        <c:v>12</c:v>
                      </c:pt>
                      <c:pt idx="3347">
                        <c:v>12</c:v>
                      </c:pt>
                      <c:pt idx="3348">
                        <c:v>12</c:v>
                      </c:pt>
                      <c:pt idx="3349">
                        <c:v>12</c:v>
                      </c:pt>
                      <c:pt idx="3350">
                        <c:v>12</c:v>
                      </c:pt>
                      <c:pt idx="3351">
                        <c:v>12</c:v>
                      </c:pt>
                      <c:pt idx="3352">
                        <c:v>12</c:v>
                      </c:pt>
                      <c:pt idx="3353">
                        <c:v>12</c:v>
                      </c:pt>
                      <c:pt idx="3354">
                        <c:v>12</c:v>
                      </c:pt>
                      <c:pt idx="3355">
                        <c:v>12</c:v>
                      </c:pt>
                      <c:pt idx="3356">
                        <c:v>12</c:v>
                      </c:pt>
                      <c:pt idx="3357">
                        <c:v>12</c:v>
                      </c:pt>
                      <c:pt idx="3358">
                        <c:v>12</c:v>
                      </c:pt>
                      <c:pt idx="3359">
                        <c:v>12</c:v>
                      </c:pt>
                      <c:pt idx="3360">
                        <c:v>12</c:v>
                      </c:pt>
                      <c:pt idx="3361">
                        <c:v>12</c:v>
                      </c:pt>
                      <c:pt idx="3362">
                        <c:v>12</c:v>
                      </c:pt>
                      <c:pt idx="3363">
                        <c:v>12</c:v>
                      </c:pt>
                      <c:pt idx="3364">
                        <c:v>12</c:v>
                      </c:pt>
                      <c:pt idx="3365">
                        <c:v>12</c:v>
                      </c:pt>
                      <c:pt idx="3366">
                        <c:v>12</c:v>
                      </c:pt>
                      <c:pt idx="3367">
                        <c:v>12</c:v>
                      </c:pt>
                      <c:pt idx="3368">
                        <c:v>12</c:v>
                      </c:pt>
                      <c:pt idx="3369">
                        <c:v>12</c:v>
                      </c:pt>
                      <c:pt idx="3370">
                        <c:v>12</c:v>
                      </c:pt>
                      <c:pt idx="3371">
                        <c:v>12</c:v>
                      </c:pt>
                      <c:pt idx="3372">
                        <c:v>12</c:v>
                      </c:pt>
                      <c:pt idx="3373">
                        <c:v>12</c:v>
                      </c:pt>
                      <c:pt idx="3374">
                        <c:v>12</c:v>
                      </c:pt>
                      <c:pt idx="3375">
                        <c:v>12</c:v>
                      </c:pt>
                      <c:pt idx="3376">
                        <c:v>12</c:v>
                      </c:pt>
                      <c:pt idx="3377">
                        <c:v>11.5</c:v>
                      </c:pt>
                      <c:pt idx="3378">
                        <c:v>11.5</c:v>
                      </c:pt>
                      <c:pt idx="3379">
                        <c:v>11.5</c:v>
                      </c:pt>
                      <c:pt idx="3380">
                        <c:v>11.5</c:v>
                      </c:pt>
                      <c:pt idx="3381">
                        <c:v>11.5</c:v>
                      </c:pt>
                      <c:pt idx="3382">
                        <c:v>11.5</c:v>
                      </c:pt>
                      <c:pt idx="3383">
                        <c:v>11.5</c:v>
                      </c:pt>
                      <c:pt idx="3384">
                        <c:v>11.5</c:v>
                      </c:pt>
                      <c:pt idx="3385">
                        <c:v>11.5</c:v>
                      </c:pt>
                      <c:pt idx="3386">
                        <c:v>11.5</c:v>
                      </c:pt>
                      <c:pt idx="3387">
                        <c:v>11.5</c:v>
                      </c:pt>
                      <c:pt idx="3388">
                        <c:v>11.5</c:v>
                      </c:pt>
                      <c:pt idx="3389">
                        <c:v>11.5</c:v>
                      </c:pt>
                      <c:pt idx="3390">
                        <c:v>11.5</c:v>
                      </c:pt>
                      <c:pt idx="3391">
                        <c:v>11.5</c:v>
                      </c:pt>
                      <c:pt idx="3392">
                        <c:v>11.5</c:v>
                      </c:pt>
                      <c:pt idx="3393">
                        <c:v>11.5</c:v>
                      </c:pt>
                      <c:pt idx="3394">
                        <c:v>11.5</c:v>
                      </c:pt>
                      <c:pt idx="3395">
                        <c:v>11.5</c:v>
                      </c:pt>
                      <c:pt idx="3396">
                        <c:v>11.5</c:v>
                      </c:pt>
                      <c:pt idx="3397">
                        <c:v>11.5</c:v>
                      </c:pt>
                      <c:pt idx="3398">
                        <c:v>11.5</c:v>
                      </c:pt>
                      <c:pt idx="3399">
                        <c:v>11.5</c:v>
                      </c:pt>
                      <c:pt idx="3400">
                        <c:v>11.5</c:v>
                      </c:pt>
                      <c:pt idx="3401">
                        <c:v>11.5</c:v>
                      </c:pt>
                      <c:pt idx="3402">
                        <c:v>11.5</c:v>
                      </c:pt>
                      <c:pt idx="3403">
                        <c:v>11.5</c:v>
                      </c:pt>
                      <c:pt idx="3404">
                        <c:v>11.5</c:v>
                      </c:pt>
                      <c:pt idx="3405">
                        <c:v>11.5</c:v>
                      </c:pt>
                      <c:pt idx="3406">
                        <c:v>11.5</c:v>
                      </c:pt>
                      <c:pt idx="3407">
                        <c:v>11.5</c:v>
                      </c:pt>
                      <c:pt idx="3408">
                        <c:v>11.5</c:v>
                      </c:pt>
                      <c:pt idx="3409">
                        <c:v>11.5</c:v>
                      </c:pt>
                      <c:pt idx="3410">
                        <c:v>11.5</c:v>
                      </c:pt>
                      <c:pt idx="3411">
                        <c:v>11.5</c:v>
                      </c:pt>
                      <c:pt idx="3412">
                        <c:v>11.5</c:v>
                      </c:pt>
                      <c:pt idx="3413">
                        <c:v>11.5</c:v>
                      </c:pt>
                      <c:pt idx="3414">
                        <c:v>11.5</c:v>
                      </c:pt>
                      <c:pt idx="3415">
                        <c:v>11.5</c:v>
                      </c:pt>
                      <c:pt idx="3416">
                        <c:v>11.5</c:v>
                      </c:pt>
                      <c:pt idx="3417">
                        <c:v>11.5</c:v>
                      </c:pt>
                      <c:pt idx="3418">
                        <c:v>10.5</c:v>
                      </c:pt>
                      <c:pt idx="3419">
                        <c:v>10.5</c:v>
                      </c:pt>
                      <c:pt idx="3420">
                        <c:v>10.5</c:v>
                      </c:pt>
                      <c:pt idx="3421">
                        <c:v>10.5</c:v>
                      </c:pt>
                      <c:pt idx="3422">
                        <c:v>10.5</c:v>
                      </c:pt>
                      <c:pt idx="3423">
                        <c:v>10.5</c:v>
                      </c:pt>
                      <c:pt idx="3424">
                        <c:v>10.5</c:v>
                      </c:pt>
                      <c:pt idx="3425">
                        <c:v>10.5</c:v>
                      </c:pt>
                      <c:pt idx="3426">
                        <c:v>10.5</c:v>
                      </c:pt>
                      <c:pt idx="3427">
                        <c:v>10.5</c:v>
                      </c:pt>
                      <c:pt idx="3428">
                        <c:v>10.5</c:v>
                      </c:pt>
                      <c:pt idx="3429">
                        <c:v>10.5</c:v>
                      </c:pt>
                      <c:pt idx="3430">
                        <c:v>10.5</c:v>
                      </c:pt>
                      <c:pt idx="3431">
                        <c:v>10.5</c:v>
                      </c:pt>
                      <c:pt idx="3432">
                        <c:v>10.5</c:v>
                      </c:pt>
                      <c:pt idx="3433">
                        <c:v>10.5</c:v>
                      </c:pt>
                      <c:pt idx="3434">
                        <c:v>10.5</c:v>
                      </c:pt>
                      <c:pt idx="3435">
                        <c:v>10.5</c:v>
                      </c:pt>
                      <c:pt idx="3436">
                        <c:v>10.5</c:v>
                      </c:pt>
                      <c:pt idx="3437">
                        <c:v>10.5</c:v>
                      </c:pt>
                      <c:pt idx="3438">
                        <c:v>10.5</c:v>
                      </c:pt>
                      <c:pt idx="3439">
                        <c:v>10.5</c:v>
                      </c:pt>
                      <c:pt idx="3440">
                        <c:v>10.5</c:v>
                      </c:pt>
                      <c:pt idx="3441">
                        <c:v>10.5</c:v>
                      </c:pt>
                      <c:pt idx="3442">
                        <c:v>10.5</c:v>
                      </c:pt>
                      <c:pt idx="3443">
                        <c:v>10.5</c:v>
                      </c:pt>
                      <c:pt idx="3444">
                        <c:v>10.5</c:v>
                      </c:pt>
                      <c:pt idx="3445">
                        <c:v>10.5</c:v>
                      </c:pt>
                      <c:pt idx="3446">
                        <c:v>10.5</c:v>
                      </c:pt>
                      <c:pt idx="3447">
                        <c:v>10.5</c:v>
                      </c:pt>
                      <c:pt idx="3448">
                        <c:v>10.5</c:v>
                      </c:pt>
                      <c:pt idx="3449">
                        <c:v>10.5</c:v>
                      </c:pt>
                      <c:pt idx="3450">
                        <c:v>10.5</c:v>
                      </c:pt>
                      <c:pt idx="3451">
                        <c:v>9.5</c:v>
                      </c:pt>
                      <c:pt idx="3452">
                        <c:v>9.5</c:v>
                      </c:pt>
                      <c:pt idx="3453">
                        <c:v>9.5</c:v>
                      </c:pt>
                      <c:pt idx="3454">
                        <c:v>9.5</c:v>
                      </c:pt>
                      <c:pt idx="3455">
                        <c:v>9.5</c:v>
                      </c:pt>
                      <c:pt idx="3456">
                        <c:v>9.5</c:v>
                      </c:pt>
                      <c:pt idx="3457">
                        <c:v>9.5</c:v>
                      </c:pt>
                      <c:pt idx="3458">
                        <c:v>9.5</c:v>
                      </c:pt>
                      <c:pt idx="3459">
                        <c:v>9.5</c:v>
                      </c:pt>
                      <c:pt idx="3460">
                        <c:v>9.5</c:v>
                      </c:pt>
                      <c:pt idx="3461">
                        <c:v>9.5</c:v>
                      </c:pt>
                      <c:pt idx="3462">
                        <c:v>9.5</c:v>
                      </c:pt>
                      <c:pt idx="3463">
                        <c:v>9.5</c:v>
                      </c:pt>
                      <c:pt idx="3464">
                        <c:v>9.5</c:v>
                      </c:pt>
                      <c:pt idx="3465">
                        <c:v>9.5</c:v>
                      </c:pt>
                      <c:pt idx="3466">
                        <c:v>9.5</c:v>
                      </c:pt>
                      <c:pt idx="3467">
                        <c:v>9.5</c:v>
                      </c:pt>
                      <c:pt idx="3468">
                        <c:v>9.5</c:v>
                      </c:pt>
                      <c:pt idx="3469">
                        <c:v>9.5</c:v>
                      </c:pt>
                      <c:pt idx="3470">
                        <c:v>9.5</c:v>
                      </c:pt>
                      <c:pt idx="3471">
                        <c:v>9.5</c:v>
                      </c:pt>
                      <c:pt idx="3472">
                        <c:v>9.5</c:v>
                      </c:pt>
                      <c:pt idx="3473">
                        <c:v>9.5</c:v>
                      </c:pt>
                      <c:pt idx="3474">
                        <c:v>9.5</c:v>
                      </c:pt>
                      <c:pt idx="3475">
                        <c:v>9.5</c:v>
                      </c:pt>
                      <c:pt idx="3476">
                        <c:v>9.5</c:v>
                      </c:pt>
                      <c:pt idx="3477">
                        <c:v>9.5</c:v>
                      </c:pt>
                      <c:pt idx="3478">
                        <c:v>8.5</c:v>
                      </c:pt>
                      <c:pt idx="3479">
                        <c:v>8.5</c:v>
                      </c:pt>
                      <c:pt idx="3480">
                        <c:v>8.5</c:v>
                      </c:pt>
                      <c:pt idx="3481">
                        <c:v>8.5</c:v>
                      </c:pt>
                      <c:pt idx="3482">
                        <c:v>8.5</c:v>
                      </c:pt>
                      <c:pt idx="3483">
                        <c:v>8.5</c:v>
                      </c:pt>
                      <c:pt idx="3484">
                        <c:v>8.5</c:v>
                      </c:pt>
                      <c:pt idx="3485">
                        <c:v>8.5</c:v>
                      </c:pt>
                      <c:pt idx="3486">
                        <c:v>8.5</c:v>
                      </c:pt>
                      <c:pt idx="3487">
                        <c:v>8.5</c:v>
                      </c:pt>
                      <c:pt idx="3488">
                        <c:v>8.5</c:v>
                      </c:pt>
                      <c:pt idx="3489">
                        <c:v>8.5</c:v>
                      </c:pt>
                      <c:pt idx="3490">
                        <c:v>8.5</c:v>
                      </c:pt>
                      <c:pt idx="3491">
                        <c:v>8.5</c:v>
                      </c:pt>
                      <c:pt idx="3492">
                        <c:v>8.5</c:v>
                      </c:pt>
                      <c:pt idx="3493">
                        <c:v>8.5</c:v>
                      </c:pt>
                      <c:pt idx="3494">
                        <c:v>8.5</c:v>
                      </c:pt>
                      <c:pt idx="3495">
                        <c:v>8.5</c:v>
                      </c:pt>
                      <c:pt idx="3496">
                        <c:v>8.5</c:v>
                      </c:pt>
                      <c:pt idx="3497">
                        <c:v>8.5</c:v>
                      </c:pt>
                      <c:pt idx="3498">
                        <c:v>7.5</c:v>
                      </c:pt>
                      <c:pt idx="3499">
                        <c:v>7.5</c:v>
                      </c:pt>
                      <c:pt idx="3500">
                        <c:v>7.5</c:v>
                      </c:pt>
                      <c:pt idx="3501">
                        <c:v>7.5</c:v>
                      </c:pt>
                      <c:pt idx="3502">
                        <c:v>7.5</c:v>
                      </c:pt>
                      <c:pt idx="3503">
                        <c:v>7.5</c:v>
                      </c:pt>
                      <c:pt idx="3504">
                        <c:v>7.5</c:v>
                      </c:pt>
                      <c:pt idx="3505">
                        <c:v>7.5</c:v>
                      </c:pt>
                      <c:pt idx="3506">
                        <c:v>7.5</c:v>
                      </c:pt>
                      <c:pt idx="3507">
                        <c:v>7.5</c:v>
                      </c:pt>
                      <c:pt idx="3508">
                        <c:v>7.5</c:v>
                      </c:pt>
                      <c:pt idx="3509">
                        <c:v>7.5</c:v>
                      </c:pt>
                      <c:pt idx="3510">
                        <c:v>7.5</c:v>
                      </c:pt>
                      <c:pt idx="3511">
                        <c:v>7.5</c:v>
                      </c:pt>
                      <c:pt idx="3512">
                        <c:v>7.5</c:v>
                      </c:pt>
                      <c:pt idx="3513">
                        <c:v>7.5</c:v>
                      </c:pt>
                      <c:pt idx="3514">
                        <c:v>7.5</c:v>
                      </c:pt>
                      <c:pt idx="3515">
                        <c:v>7.5</c:v>
                      </c:pt>
                      <c:pt idx="3516">
                        <c:v>7.5</c:v>
                      </c:pt>
                      <c:pt idx="3517">
                        <c:v>7.5</c:v>
                      </c:pt>
                      <c:pt idx="3518">
                        <c:v>7.5</c:v>
                      </c:pt>
                      <c:pt idx="3519">
                        <c:v>7.5</c:v>
                      </c:pt>
                      <c:pt idx="3520">
                        <c:v>7.5</c:v>
                      </c:pt>
                      <c:pt idx="3521">
                        <c:v>7.5</c:v>
                      </c:pt>
                      <c:pt idx="3522">
                        <c:v>7.5</c:v>
                      </c:pt>
                      <c:pt idx="3523">
                        <c:v>7.5</c:v>
                      </c:pt>
                      <c:pt idx="3524">
                        <c:v>7.5</c:v>
                      </c:pt>
                      <c:pt idx="3525">
                        <c:v>7.5</c:v>
                      </c:pt>
                      <c:pt idx="3526">
                        <c:v>7.5</c:v>
                      </c:pt>
                      <c:pt idx="3527">
                        <c:v>7.5</c:v>
                      </c:pt>
                      <c:pt idx="3528">
                        <c:v>7.5</c:v>
                      </c:pt>
                      <c:pt idx="3529">
                        <c:v>7.5</c:v>
                      </c:pt>
                      <c:pt idx="3530">
                        <c:v>7.5</c:v>
                      </c:pt>
                      <c:pt idx="3531">
                        <c:v>7.5</c:v>
                      </c:pt>
                      <c:pt idx="3532">
                        <c:v>7.5</c:v>
                      </c:pt>
                      <c:pt idx="3533">
                        <c:v>7.5</c:v>
                      </c:pt>
                      <c:pt idx="3534">
                        <c:v>7.5</c:v>
                      </c:pt>
                      <c:pt idx="3535">
                        <c:v>7.5</c:v>
                      </c:pt>
                      <c:pt idx="3536">
                        <c:v>7.5</c:v>
                      </c:pt>
                      <c:pt idx="3537">
                        <c:v>7.5</c:v>
                      </c:pt>
                      <c:pt idx="3538">
                        <c:v>7.5</c:v>
                      </c:pt>
                      <c:pt idx="3539">
                        <c:v>7.5</c:v>
                      </c:pt>
                      <c:pt idx="3540">
                        <c:v>7.5</c:v>
                      </c:pt>
                      <c:pt idx="3541">
                        <c:v>7.5</c:v>
                      </c:pt>
                      <c:pt idx="3542">
                        <c:v>7.5</c:v>
                      </c:pt>
                      <c:pt idx="3543">
                        <c:v>7.5</c:v>
                      </c:pt>
                      <c:pt idx="3544">
                        <c:v>7.5</c:v>
                      </c:pt>
                      <c:pt idx="3545">
                        <c:v>7.5</c:v>
                      </c:pt>
                      <c:pt idx="3546">
                        <c:v>7.5</c:v>
                      </c:pt>
                      <c:pt idx="3547">
                        <c:v>7.5</c:v>
                      </c:pt>
                      <c:pt idx="3548">
                        <c:v>7.5</c:v>
                      </c:pt>
                      <c:pt idx="3549">
                        <c:v>7.5</c:v>
                      </c:pt>
                      <c:pt idx="3550">
                        <c:v>7.5</c:v>
                      </c:pt>
                      <c:pt idx="3551">
                        <c:v>7.5</c:v>
                      </c:pt>
                      <c:pt idx="3552">
                        <c:v>7.5</c:v>
                      </c:pt>
                      <c:pt idx="3553">
                        <c:v>7</c:v>
                      </c:pt>
                      <c:pt idx="3554">
                        <c:v>7</c:v>
                      </c:pt>
                      <c:pt idx="3555">
                        <c:v>7</c:v>
                      </c:pt>
                      <c:pt idx="3556">
                        <c:v>7</c:v>
                      </c:pt>
                      <c:pt idx="3557">
                        <c:v>7</c:v>
                      </c:pt>
                      <c:pt idx="3558">
                        <c:v>7</c:v>
                      </c:pt>
                      <c:pt idx="3559">
                        <c:v>7</c:v>
                      </c:pt>
                      <c:pt idx="3560">
                        <c:v>7</c:v>
                      </c:pt>
                      <c:pt idx="3561">
                        <c:v>7</c:v>
                      </c:pt>
                      <c:pt idx="3562">
                        <c:v>7</c:v>
                      </c:pt>
                      <c:pt idx="3563">
                        <c:v>7</c:v>
                      </c:pt>
                      <c:pt idx="3564">
                        <c:v>7</c:v>
                      </c:pt>
                      <c:pt idx="3565">
                        <c:v>7</c:v>
                      </c:pt>
                      <c:pt idx="3566">
                        <c:v>7</c:v>
                      </c:pt>
                      <c:pt idx="3567">
                        <c:v>7</c:v>
                      </c:pt>
                      <c:pt idx="3568">
                        <c:v>7</c:v>
                      </c:pt>
                      <c:pt idx="3569">
                        <c:v>7</c:v>
                      </c:pt>
                      <c:pt idx="3570">
                        <c:v>7</c:v>
                      </c:pt>
                      <c:pt idx="3571">
                        <c:v>7</c:v>
                      </c:pt>
                      <c:pt idx="3572">
                        <c:v>7</c:v>
                      </c:pt>
                      <c:pt idx="3573">
                        <c:v>7</c:v>
                      </c:pt>
                      <c:pt idx="3574">
                        <c:v>7</c:v>
                      </c:pt>
                      <c:pt idx="3575">
                        <c:v>7</c:v>
                      </c:pt>
                      <c:pt idx="3576">
                        <c:v>7</c:v>
                      </c:pt>
                      <c:pt idx="3577">
                        <c:v>7</c:v>
                      </c:pt>
                      <c:pt idx="3578">
                        <c:v>7</c:v>
                      </c:pt>
                      <c:pt idx="3579">
                        <c:v>7</c:v>
                      </c:pt>
                      <c:pt idx="3580">
                        <c:v>7</c:v>
                      </c:pt>
                      <c:pt idx="3581">
                        <c:v>7</c:v>
                      </c:pt>
                      <c:pt idx="3582">
                        <c:v>7</c:v>
                      </c:pt>
                      <c:pt idx="3583">
                        <c:v>7</c:v>
                      </c:pt>
                      <c:pt idx="3584">
                        <c:v>7</c:v>
                      </c:pt>
                      <c:pt idx="3585">
                        <c:v>7</c:v>
                      </c:pt>
                      <c:pt idx="3586">
                        <c:v>7</c:v>
                      </c:pt>
                      <c:pt idx="3587">
                        <c:v>7</c:v>
                      </c:pt>
                      <c:pt idx="3588">
                        <c:v>7</c:v>
                      </c:pt>
                      <c:pt idx="3589">
                        <c:v>7</c:v>
                      </c:pt>
                      <c:pt idx="3590">
                        <c:v>7</c:v>
                      </c:pt>
                      <c:pt idx="3591">
                        <c:v>7</c:v>
                      </c:pt>
                      <c:pt idx="3592">
                        <c:v>7</c:v>
                      </c:pt>
                      <c:pt idx="3593">
                        <c:v>7</c:v>
                      </c:pt>
                      <c:pt idx="3594">
                        <c:v>7</c:v>
                      </c:pt>
                      <c:pt idx="3595">
                        <c:v>7</c:v>
                      </c:pt>
                      <c:pt idx="3596">
                        <c:v>7</c:v>
                      </c:pt>
                      <c:pt idx="3597">
                        <c:v>7</c:v>
                      </c:pt>
                      <c:pt idx="3598">
                        <c:v>7</c:v>
                      </c:pt>
                      <c:pt idx="3599">
                        <c:v>7</c:v>
                      </c:pt>
                      <c:pt idx="3600">
                        <c:v>7</c:v>
                      </c:pt>
                      <c:pt idx="3601">
                        <c:v>7</c:v>
                      </c:pt>
                      <c:pt idx="3602">
                        <c:v>7</c:v>
                      </c:pt>
                      <c:pt idx="3603">
                        <c:v>7</c:v>
                      </c:pt>
                      <c:pt idx="3604">
                        <c:v>7</c:v>
                      </c:pt>
                      <c:pt idx="3605">
                        <c:v>7</c:v>
                      </c:pt>
                      <c:pt idx="3606">
                        <c:v>7</c:v>
                      </c:pt>
                      <c:pt idx="3607">
                        <c:v>7</c:v>
                      </c:pt>
                      <c:pt idx="3608">
                        <c:v>7</c:v>
                      </c:pt>
                      <c:pt idx="3609">
                        <c:v>7</c:v>
                      </c:pt>
                      <c:pt idx="3610">
                        <c:v>7</c:v>
                      </c:pt>
                      <c:pt idx="3611">
                        <c:v>7</c:v>
                      </c:pt>
                      <c:pt idx="3612">
                        <c:v>7</c:v>
                      </c:pt>
                      <c:pt idx="3613">
                        <c:v>7</c:v>
                      </c:pt>
                      <c:pt idx="3614">
                        <c:v>7</c:v>
                      </c:pt>
                      <c:pt idx="3615">
                        <c:v>7</c:v>
                      </c:pt>
                      <c:pt idx="3616">
                        <c:v>7</c:v>
                      </c:pt>
                      <c:pt idx="3617">
                        <c:v>7</c:v>
                      </c:pt>
                      <c:pt idx="3618">
                        <c:v>7</c:v>
                      </c:pt>
                      <c:pt idx="3619">
                        <c:v>7</c:v>
                      </c:pt>
                      <c:pt idx="3620">
                        <c:v>7</c:v>
                      </c:pt>
                      <c:pt idx="3621">
                        <c:v>7</c:v>
                      </c:pt>
                      <c:pt idx="3622">
                        <c:v>7</c:v>
                      </c:pt>
                      <c:pt idx="3623">
                        <c:v>7</c:v>
                      </c:pt>
                      <c:pt idx="3624">
                        <c:v>7</c:v>
                      </c:pt>
                      <c:pt idx="3625">
                        <c:v>7</c:v>
                      </c:pt>
                      <c:pt idx="3626">
                        <c:v>7</c:v>
                      </c:pt>
                      <c:pt idx="3627">
                        <c:v>7</c:v>
                      </c:pt>
                      <c:pt idx="3628">
                        <c:v>7</c:v>
                      </c:pt>
                      <c:pt idx="3629">
                        <c:v>7</c:v>
                      </c:pt>
                      <c:pt idx="3630">
                        <c:v>7</c:v>
                      </c:pt>
                      <c:pt idx="3631">
                        <c:v>7</c:v>
                      </c:pt>
                      <c:pt idx="3632">
                        <c:v>7</c:v>
                      </c:pt>
                      <c:pt idx="3633">
                        <c:v>7</c:v>
                      </c:pt>
                      <c:pt idx="3634">
                        <c:v>7</c:v>
                      </c:pt>
                      <c:pt idx="3635">
                        <c:v>7</c:v>
                      </c:pt>
                      <c:pt idx="3636">
                        <c:v>7</c:v>
                      </c:pt>
                      <c:pt idx="3637">
                        <c:v>7</c:v>
                      </c:pt>
                      <c:pt idx="3638">
                        <c:v>7</c:v>
                      </c:pt>
                      <c:pt idx="3639">
                        <c:v>7</c:v>
                      </c:pt>
                      <c:pt idx="3640">
                        <c:v>7</c:v>
                      </c:pt>
                      <c:pt idx="3641">
                        <c:v>7</c:v>
                      </c:pt>
                      <c:pt idx="3642">
                        <c:v>7</c:v>
                      </c:pt>
                      <c:pt idx="3643">
                        <c:v>7</c:v>
                      </c:pt>
                      <c:pt idx="3644">
                        <c:v>7</c:v>
                      </c:pt>
                      <c:pt idx="3645">
                        <c:v>7</c:v>
                      </c:pt>
                      <c:pt idx="3646">
                        <c:v>7</c:v>
                      </c:pt>
                      <c:pt idx="3647">
                        <c:v>7</c:v>
                      </c:pt>
                      <c:pt idx="3648">
                        <c:v>7</c:v>
                      </c:pt>
                      <c:pt idx="3649">
                        <c:v>7</c:v>
                      </c:pt>
                      <c:pt idx="3650">
                        <c:v>7</c:v>
                      </c:pt>
                      <c:pt idx="3651">
                        <c:v>7</c:v>
                      </c:pt>
                      <c:pt idx="3652">
                        <c:v>7</c:v>
                      </c:pt>
                      <c:pt idx="3653">
                        <c:v>7</c:v>
                      </c:pt>
                      <c:pt idx="3654">
                        <c:v>7</c:v>
                      </c:pt>
                      <c:pt idx="3655">
                        <c:v>7</c:v>
                      </c:pt>
                      <c:pt idx="3656">
                        <c:v>7</c:v>
                      </c:pt>
                      <c:pt idx="3657">
                        <c:v>7</c:v>
                      </c:pt>
                      <c:pt idx="3658">
                        <c:v>7</c:v>
                      </c:pt>
                      <c:pt idx="3659">
                        <c:v>7</c:v>
                      </c:pt>
                      <c:pt idx="3660">
                        <c:v>7</c:v>
                      </c:pt>
                      <c:pt idx="3661">
                        <c:v>7</c:v>
                      </c:pt>
                      <c:pt idx="3662">
                        <c:v>7</c:v>
                      </c:pt>
                      <c:pt idx="3663">
                        <c:v>7</c:v>
                      </c:pt>
                      <c:pt idx="3664">
                        <c:v>7</c:v>
                      </c:pt>
                      <c:pt idx="3665">
                        <c:v>7</c:v>
                      </c:pt>
                      <c:pt idx="3666">
                        <c:v>7</c:v>
                      </c:pt>
                      <c:pt idx="3667">
                        <c:v>7</c:v>
                      </c:pt>
                      <c:pt idx="3668">
                        <c:v>7</c:v>
                      </c:pt>
                      <c:pt idx="3669">
                        <c:v>7</c:v>
                      </c:pt>
                      <c:pt idx="3670">
                        <c:v>7</c:v>
                      </c:pt>
                      <c:pt idx="3671">
                        <c:v>7</c:v>
                      </c:pt>
                      <c:pt idx="3672">
                        <c:v>7</c:v>
                      </c:pt>
                      <c:pt idx="3673">
                        <c:v>7</c:v>
                      </c:pt>
                      <c:pt idx="3674">
                        <c:v>7</c:v>
                      </c:pt>
                      <c:pt idx="3675">
                        <c:v>7</c:v>
                      </c:pt>
                      <c:pt idx="3676">
                        <c:v>7</c:v>
                      </c:pt>
                      <c:pt idx="3677">
                        <c:v>7</c:v>
                      </c:pt>
                      <c:pt idx="3678">
                        <c:v>7</c:v>
                      </c:pt>
                      <c:pt idx="3679">
                        <c:v>7</c:v>
                      </c:pt>
                      <c:pt idx="3680">
                        <c:v>7</c:v>
                      </c:pt>
                      <c:pt idx="3681">
                        <c:v>7</c:v>
                      </c:pt>
                      <c:pt idx="3682">
                        <c:v>7</c:v>
                      </c:pt>
                      <c:pt idx="3683">
                        <c:v>7</c:v>
                      </c:pt>
                      <c:pt idx="3684">
                        <c:v>7</c:v>
                      </c:pt>
                      <c:pt idx="3685">
                        <c:v>7</c:v>
                      </c:pt>
                      <c:pt idx="3686">
                        <c:v>7</c:v>
                      </c:pt>
                      <c:pt idx="3687">
                        <c:v>7</c:v>
                      </c:pt>
                      <c:pt idx="3688">
                        <c:v>7</c:v>
                      </c:pt>
                      <c:pt idx="3689">
                        <c:v>7</c:v>
                      </c:pt>
                      <c:pt idx="3690">
                        <c:v>7</c:v>
                      </c:pt>
                      <c:pt idx="3691">
                        <c:v>7</c:v>
                      </c:pt>
                      <c:pt idx="3692">
                        <c:v>7</c:v>
                      </c:pt>
                      <c:pt idx="3693">
                        <c:v>7</c:v>
                      </c:pt>
                      <c:pt idx="3694">
                        <c:v>7</c:v>
                      </c:pt>
                      <c:pt idx="3695">
                        <c:v>7</c:v>
                      </c:pt>
                      <c:pt idx="3696">
                        <c:v>7</c:v>
                      </c:pt>
                      <c:pt idx="3697">
                        <c:v>7</c:v>
                      </c:pt>
                      <c:pt idx="3698">
                        <c:v>7</c:v>
                      </c:pt>
                      <c:pt idx="3699">
                        <c:v>7</c:v>
                      </c:pt>
                      <c:pt idx="3700">
                        <c:v>7</c:v>
                      </c:pt>
                      <c:pt idx="3701">
                        <c:v>7</c:v>
                      </c:pt>
                      <c:pt idx="3702">
                        <c:v>7</c:v>
                      </c:pt>
                      <c:pt idx="3703">
                        <c:v>7</c:v>
                      </c:pt>
                      <c:pt idx="3704">
                        <c:v>7</c:v>
                      </c:pt>
                      <c:pt idx="3705">
                        <c:v>7</c:v>
                      </c:pt>
                      <c:pt idx="3706">
                        <c:v>7</c:v>
                      </c:pt>
                      <c:pt idx="3707">
                        <c:v>7</c:v>
                      </c:pt>
                      <c:pt idx="3708">
                        <c:v>7</c:v>
                      </c:pt>
                      <c:pt idx="3709">
                        <c:v>7</c:v>
                      </c:pt>
                      <c:pt idx="3710">
                        <c:v>7</c:v>
                      </c:pt>
                      <c:pt idx="3711">
                        <c:v>7</c:v>
                      </c:pt>
                      <c:pt idx="3712">
                        <c:v>7</c:v>
                      </c:pt>
                      <c:pt idx="3713">
                        <c:v>6.5</c:v>
                      </c:pt>
                      <c:pt idx="3714">
                        <c:v>6.5</c:v>
                      </c:pt>
                      <c:pt idx="3715">
                        <c:v>6.5</c:v>
                      </c:pt>
                      <c:pt idx="3716">
                        <c:v>6.5</c:v>
                      </c:pt>
                      <c:pt idx="3717">
                        <c:v>6.5</c:v>
                      </c:pt>
                      <c:pt idx="3718">
                        <c:v>6.5</c:v>
                      </c:pt>
                      <c:pt idx="3719">
                        <c:v>6.5</c:v>
                      </c:pt>
                      <c:pt idx="3720">
                        <c:v>6.5</c:v>
                      </c:pt>
                      <c:pt idx="3721">
                        <c:v>6.5</c:v>
                      </c:pt>
                      <c:pt idx="3722">
                        <c:v>6.5</c:v>
                      </c:pt>
                      <c:pt idx="3723">
                        <c:v>6.5</c:v>
                      </c:pt>
                      <c:pt idx="3724">
                        <c:v>6.5</c:v>
                      </c:pt>
                      <c:pt idx="3725">
                        <c:v>6.5</c:v>
                      </c:pt>
                      <c:pt idx="3726">
                        <c:v>6.5</c:v>
                      </c:pt>
                      <c:pt idx="3727">
                        <c:v>6.5</c:v>
                      </c:pt>
                      <c:pt idx="3728">
                        <c:v>6.5</c:v>
                      </c:pt>
                      <c:pt idx="3729">
                        <c:v>6.5</c:v>
                      </c:pt>
                      <c:pt idx="3730">
                        <c:v>6.5</c:v>
                      </c:pt>
                      <c:pt idx="3731">
                        <c:v>6.5</c:v>
                      </c:pt>
                      <c:pt idx="3732">
                        <c:v>6.5</c:v>
                      </c:pt>
                      <c:pt idx="3733">
                        <c:v>6.5</c:v>
                      </c:pt>
                      <c:pt idx="3734">
                        <c:v>6.5</c:v>
                      </c:pt>
                      <c:pt idx="3735">
                        <c:v>6.5</c:v>
                      </c:pt>
                      <c:pt idx="3736">
                        <c:v>6.5</c:v>
                      </c:pt>
                      <c:pt idx="3737">
                        <c:v>6.5</c:v>
                      </c:pt>
                      <c:pt idx="3738">
                        <c:v>6.5</c:v>
                      </c:pt>
                      <c:pt idx="3739">
                        <c:v>6.5</c:v>
                      </c:pt>
                      <c:pt idx="3740">
                        <c:v>6.5</c:v>
                      </c:pt>
                      <c:pt idx="3741">
                        <c:v>6.5</c:v>
                      </c:pt>
                      <c:pt idx="3742">
                        <c:v>6.5</c:v>
                      </c:pt>
                      <c:pt idx="3743">
                        <c:v>6.5</c:v>
                      </c:pt>
                      <c:pt idx="3744">
                        <c:v>6.5</c:v>
                      </c:pt>
                      <c:pt idx="3745">
                        <c:v>6.5</c:v>
                      </c:pt>
                      <c:pt idx="3746">
                        <c:v>6.5</c:v>
                      </c:pt>
                      <c:pt idx="3747">
                        <c:v>6.5</c:v>
                      </c:pt>
                      <c:pt idx="3748">
                        <c:v>6.5</c:v>
                      </c:pt>
                      <c:pt idx="3749">
                        <c:v>6.5</c:v>
                      </c:pt>
                      <c:pt idx="3750">
                        <c:v>6.5</c:v>
                      </c:pt>
                      <c:pt idx="3751">
                        <c:v>6.5</c:v>
                      </c:pt>
                      <c:pt idx="3752">
                        <c:v>6.5</c:v>
                      </c:pt>
                      <c:pt idx="3753">
                        <c:v>6.5</c:v>
                      </c:pt>
                      <c:pt idx="3754">
                        <c:v>6.5</c:v>
                      </c:pt>
                      <c:pt idx="3755">
                        <c:v>6.5</c:v>
                      </c:pt>
                      <c:pt idx="3756">
                        <c:v>6.5</c:v>
                      </c:pt>
                      <c:pt idx="3757">
                        <c:v>6.5</c:v>
                      </c:pt>
                      <c:pt idx="3758">
                        <c:v>6.5</c:v>
                      </c:pt>
                      <c:pt idx="3759">
                        <c:v>6.5</c:v>
                      </c:pt>
                      <c:pt idx="3760">
                        <c:v>6.5</c:v>
                      </c:pt>
                      <c:pt idx="3761">
                        <c:v>6.5</c:v>
                      </c:pt>
                      <c:pt idx="3762">
                        <c:v>6.5</c:v>
                      </c:pt>
                      <c:pt idx="3763">
                        <c:v>6.5</c:v>
                      </c:pt>
                      <c:pt idx="3764">
                        <c:v>6.5</c:v>
                      </c:pt>
                      <c:pt idx="3765">
                        <c:v>6.5</c:v>
                      </c:pt>
                      <c:pt idx="3766">
                        <c:v>6.5</c:v>
                      </c:pt>
                      <c:pt idx="3767">
                        <c:v>6.5</c:v>
                      </c:pt>
                      <c:pt idx="3768">
                        <c:v>6.5</c:v>
                      </c:pt>
                      <c:pt idx="3769">
                        <c:v>6.5</c:v>
                      </c:pt>
                      <c:pt idx="3770">
                        <c:v>6.5</c:v>
                      </c:pt>
                      <c:pt idx="3771">
                        <c:v>6.5</c:v>
                      </c:pt>
                      <c:pt idx="3772">
                        <c:v>6.5</c:v>
                      </c:pt>
                      <c:pt idx="3773">
                        <c:v>6.5</c:v>
                      </c:pt>
                      <c:pt idx="3774">
                        <c:v>6.5</c:v>
                      </c:pt>
                      <c:pt idx="3775">
                        <c:v>6.5</c:v>
                      </c:pt>
                      <c:pt idx="3776">
                        <c:v>6.5</c:v>
                      </c:pt>
                      <c:pt idx="3777">
                        <c:v>6.5</c:v>
                      </c:pt>
                      <c:pt idx="3778">
                        <c:v>6.5</c:v>
                      </c:pt>
                      <c:pt idx="3779">
                        <c:v>6.5</c:v>
                      </c:pt>
                      <c:pt idx="3780">
                        <c:v>6.5</c:v>
                      </c:pt>
                      <c:pt idx="3781">
                        <c:v>6.5</c:v>
                      </c:pt>
                      <c:pt idx="3782">
                        <c:v>6.5</c:v>
                      </c:pt>
                      <c:pt idx="3783">
                        <c:v>6.5</c:v>
                      </c:pt>
                      <c:pt idx="3784">
                        <c:v>6.5</c:v>
                      </c:pt>
                      <c:pt idx="3785">
                        <c:v>6.5</c:v>
                      </c:pt>
                      <c:pt idx="3786">
                        <c:v>6.5</c:v>
                      </c:pt>
                      <c:pt idx="3787">
                        <c:v>6.5</c:v>
                      </c:pt>
                      <c:pt idx="3788">
                        <c:v>6.5</c:v>
                      </c:pt>
                      <c:pt idx="3789">
                        <c:v>6.5</c:v>
                      </c:pt>
                      <c:pt idx="3790">
                        <c:v>6.5</c:v>
                      </c:pt>
                      <c:pt idx="3791">
                        <c:v>6.5</c:v>
                      </c:pt>
                      <c:pt idx="3792">
                        <c:v>6.5</c:v>
                      </c:pt>
                      <c:pt idx="3793">
                        <c:v>6.5</c:v>
                      </c:pt>
                      <c:pt idx="3794">
                        <c:v>6.5</c:v>
                      </c:pt>
                      <c:pt idx="3795">
                        <c:v>6.5</c:v>
                      </c:pt>
                      <c:pt idx="3796">
                        <c:v>6.5</c:v>
                      </c:pt>
                      <c:pt idx="3797">
                        <c:v>6.5</c:v>
                      </c:pt>
                      <c:pt idx="3798">
                        <c:v>6.5</c:v>
                      </c:pt>
                      <c:pt idx="3799">
                        <c:v>6.5</c:v>
                      </c:pt>
                      <c:pt idx="3800">
                        <c:v>6.5</c:v>
                      </c:pt>
                      <c:pt idx="3801">
                        <c:v>6.5</c:v>
                      </c:pt>
                      <c:pt idx="3802">
                        <c:v>6.5</c:v>
                      </c:pt>
                      <c:pt idx="3803">
                        <c:v>6.5</c:v>
                      </c:pt>
                      <c:pt idx="3804">
                        <c:v>6.5</c:v>
                      </c:pt>
                      <c:pt idx="3805">
                        <c:v>6.5</c:v>
                      </c:pt>
                      <c:pt idx="3806">
                        <c:v>6.5</c:v>
                      </c:pt>
                      <c:pt idx="3807">
                        <c:v>6.5</c:v>
                      </c:pt>
                      <c:pt idx="3808">
                        <c:v>6.5</c:v>
                      </c:pt>
                      <c:pt idx="3809">
                        <c:v>6.5</c:v>
                      </c:pt>
                      <c:pt idx="3810">
                        <c:v>6.5</c:v>
                      </c:pt>
                      <c:pt idx="3811">
                        <c:v>6.5</c:v>
                      </c:pt>
                      <c:pt idx="3812">
                        <c:v>6.5</c:v>
                      </c:pt>
                      <c:pt idx="3813">
                        <c:v>6.5</c:v>
                      </c:pt>
                      <c:pt idx="3814">
                        <c:v>6.5</c:v>
                      </c:pt>
                      <c:pt idx="3815">
                        <c:v>6.5</c:v>
                      </c:pt>
                      <c:pt idx="3816">
                        <c:v>6.5</c:v>
                      </c:pt>
                      <c:pt idx="3817">
                        <c:v>6.5</c:v>
                      </c:pt>
                      <c:pt idx="3818">
                        <c:v>6.5</c:v>
                      </c:pt>
                      <c:pt idx="3819">
                        <c:v>6.5</c:v>
                      </c:pt>
                      <c:pt idx="3820">
                        <c:v>6.5</c:v>
                      </c:pt>
                      <c:pt idx="3821">
                        <c:v>6.5</c:v>
                      </c:pt>
                      <c:pt idx="3822">
                        <c:v>6.5</c:v>
                      </c:pt>
                      <c:pt idx="3823">
                        <c:v>6.5</c:v>
                      </c:pt>
                      <c:pt idx="3824">
                        <c:v>6.5</c:v>
                      </c:pt>
                      <c:pt idx="3825">
                        <c:v>6.5</c:v>
                      </c:pt>
                      <c:pt idx="3826">
                        <c:v>6.5</c:v>
                      </c:pt>
                      <c:pt idx="3827">
                        <c:v>6.5</c:v>
                      </c:pt>
                      <c:pt idx="3828">
                        <c:v>6.5</c:v>
                      </c:pt>
                      <c:pt idx="3829">
                        <c:v>6.5</c:v>
                      </c:pt>
                      <c:pt idx="3830">
                        <c:v>6.5</c:v>
                      </c:pt>
                      <c:pt idx="3831">
                        <c:v>6.5</c:v>
                      </c:pt>
                      <c:pt idx="3832">
                        <c:v>6.5</c:v>
                      </c:pt>
                      <c:pt idx="3833">
                        <c:v>6</c:v>
                      </c:pt>
                      <c:pt idx="3834">
                        <c:v>6</c:v>
                      </c:pt>
                      <c:pt idx="3835">
                        <c:v>6</c:v>
                      </c:pt>
                      <c:pt idx="3836">
                        <c:v>6</c:v>
                      </c:pt>
                      <c:pt idx="3837">
                        <c:v>6</c:v>
                      </c:pt>
                      <c:pt idx="3838">
                        <c:v>6</c:v>
                      </c:pt>
                      <c:pt idx="3839">
                        <c:v>6</c:v>
                      </c:pt>
                      <c:pt idx="3840">
                        <c:v>6</c:v>
                      </c:pt>
                      <c:pt idx="3841">
                        <c:v>6</c:v>
                      </c:pt>
                      <c:pt idx="3842">
                        <c:v>6</c:v>
                      </c:pt>
                      <c:pt idx="3843">
                        <c:v>6</c:v>
                      </c:pt>
                      <c:pt idx="3844">
                        <c:v>6</c:v>
                      </c:pt>
                      <c:pt idx="3845">
                        <c:v>6</c:v>
                      </c:pt>
                      <c:pt idx="3846">
                        <c:v>6</c:v>
                      </c:pt>
                      <c:pt idx="3847">
                        <c:v>6</c:v>
                      </c:pt>
                      <c:pt idx="3848">
                        <c:v>6</c:v>
                      </c:pt>
                      <c:pt idx="3849">
                        <c:v>6</c:v>
                      </c:pt>
                      <c:pt idx="3850">
                        <c:v>6</c:v>
                      </c:pt>
                      <c:pt idx="3851">
                        <c:v>6</c:v>
                      </c:pt>
                      <c:pt idx="3852">
                        <c:v>6</c:v>
                      </c:pt>
                      <c:pt idx="3853">
                        <c:v>6</c:v>
                      </c:pt>
                      <c:pt idx="3854">
                        <c:v>6</c:v>
                      </c:pt>
                      <c:pt idx="3855">
                        <c:v>6</c:v>
                      </c:pt>
                      <c:pt idx="3856">
                        <c:v>6</c:v>
                      </c:pt>
                      <c:pt idx="3857">
                        <c:v>6</c:v>
                      </c:pt>
                      <c:pt idx="3858">
                        <c:v>6</c:v>
                      </c:pt>
                      <c:pt idx="3859">
                        <c:v>6</c:v>
                      </c:pt>
                      <c:pt idx="3860">
                        <c:v>6</c:v>
                      </c:pt>
                      <c:pt idx="3861">
                        <c:v>6</c:v>
                      </c:pt>
                      <c:pt idx="3862">
                        <c:v>6</c:v>
                      </c:pt>
                      <c:pt idx="3863">
                        <c:v>6</c:v>
                      </c:pt>
                      <c:pt idx="3864">
                        <c:v>6</c:v>
                      </c:pt>
                      <c:pt idx="3865">
                        <c:v>6</c:v>
                      </c:pt>
                      <c:pt idx="3866">
                        <c:v>6</c:v>
                      </c:pt>
                      <c:pt idx="3867">
                        <c:v>6</c:v>
                      </c:pt>
                      <c:pt idx="3868">
                        <c:v>6</c:v>
                      </c:pt>
                      <c:pt idx="3869">
                        <c:v>6</c:v>
                      </c:pt>
                      <c:pt idx="3870">
                        <c:v>6</c:v>
                      </c:pt>
                      <c:pt idx="3871">
                        <c:v>6</c:v>
                      </c:pt>
                      <c:pt idx="3872">
                        <c:v>6</c:v>
                      </c:pt>
                      <c:pt idx="3873">
                        <c:v>6</c:v>
                      </c:pt>
                      <c:pt idx="3874">
                        <c:v>6</c:v>
                      </c:pt>
                      <c:pt idx="3875">
                        <c:v>6</c:v>
                      </c:pt>
                      <c:pt idx="3876">
                        <c:v>6</c:v>
                      </c:pt>
                      <c:pt idx="3877">
                        <c:v>6</c:v>
                      </c:pt>
                      <c:pt idx="3878">
                        <c:v>6</c:v>
                      </c:pt>
                      <c:pt idx="3879">
                        <c:v>6</c:v>
                      </c:pt>
                      <c:pt idx="3880">
                        <c:v>6</c:v>
                      </c:pt>
                      <c:pt idx="3881">
                        <c:v>6</c:v>
                      </c:pt>
                      <c:pt idx="3882">
                        <c:v>6</c:v>
                      </c:pt>
                      <c:pt idx="3883">
                        <c:v>5.5</c:v>
                      </c:pt>
                      <c:pt idx="3884">
                        <c:v>5.5</c:v>
                      </c:pt>
                      <c:pt idx="3885">
                        <c:v>5.5</c:v>
                      </c:pt>
                      <c:pt idx="3886">
                        <c:v>5.5</c:v>
                      </c:pt>
                      <c:pt idx="3887">
                        <c:v>5.5</c:v>
                      </c:pt>
                      <c:pt idx="3888">
                        <c:v>5.5</c:v>
                      </c:pt>
                      <c:pt idx="3889">
                        <c:v>5.5</c:v>
                      </c:pt>
                      <c:pt idx="3890">
                        <c:v>5.5</c:v>
                      </c:pt>
                      <c:pt idx="3891">
                        <c:v>5.5</c:v>
                      </c:pt>
                      <c:pt idx="3892">
                        <c:v>5.5</c:v>
                      </c:pt>
                      <c:pt idx="3893">
                        <c:v>5.5</c:v>
                      </c:pt>
                      <c:pt idx="3894">
                        <c:v>5.5</c:v>
                      </c:pt>
                      <c:pt idx="3895">
                        <c:v>5.5</c:v>
                      </c:pt>
                      <c:pt idx="3896">
                        <c:v>5.5</c:v>
                      </c:pt>
                      <c:pt idx="3897">
                        <c:v>5.5</c:v>
                      </c:pt>
                      <c:pt idx="3898">
                        <c:v>5.5</c:v>
                      </c:pt>
                      <c:pt idx="3899">
                        <c:v>5.5</c:v>
                      </c:pt>
                      <c:pt idx="3900">
                        <c:v>5.5</c:v>
                      </c:pt>
                      <c:pt idx="3901">
                        <c:v>5.5</c:v>
                      </c:pt>
                      <c:pt idx="3902">
                        <c:v>5.5</c:v>
                      </c:pt>
                      <c:pt idx="3903">
                        <c:v>5.5</c:v>
                      </c:pt>
                      <c:pt idx="3904">
                        <c:v>5.5</c:v>
                      </c:pt>
                      <c:pt idx="3905">
                        <c:v>5.5</c:v>
                      </c:pt>
                      <c:pt idx="3906">
                        <c:v>5.5</c:v>
                      </c:pt>
                      <c:pt idx="3907">
                        <c:v>5.5</c:v>
                      </c:pt>
                      <c:pt idx="3908">
                        <c:v>5.5</c:v>
                      </c:pt>
                      <c:pt idx="3909">
                        <c:v>5.5</c:v>
                      </c:pt>
                      <c:pt idx="3910">
                        <c:v>5.5</c:v>
                      </c:pt>
                      <c:pt idx="3911">
                        <c:v>5.5</c:v>
                      </c:pt>
                      <c:pt idx="3912">
                        <c:v>5.5</c:v>
                      </c:pt>
                      <c:pt idx="3913">
                        <c:v>5.5</c:v>
                      </c:pt>
                      <c:pt idx="3914">
                        <c:v>5.5</c:v>
                      </c:pt>
                      <c:pt idx="3915">
                        <c:v>5.5</c:v>
                      </c:pt>
                      <c:pt idx="3916">
                        <c:v>5.5</c:v>
                      </c:pt>
                      <c:pt idx="3917">
                        <c:v>5.5</c:v>
                      </c:pt>
                      <c:pt idx="3918">
                        <c:v>5.5</c:v>
                      </c:pt>
                      <c:pt idx="3919">
                        <c:v>5.5</c:v>
                      </c:pt>
                      <c:pt idx="3920">
                        <c:v>5.5</c:v>
                      </c:pt>
                      <c:pt idx="3921">
                        <c:v>5.5</c:v>
                      </c:pt>
                      <c:pt idx="3922">
                        <c:v>5.5</c:v>
                      </c:pt>
                      <c:pt idx="3923">
                        <c:v>5.5</c:v>
                      </c:pt>
                      <c:pt idx="3924">
                        <c:v>5.5</c:v>
                      </c:pt>
                      <c:pt idx="3925">
                        <c:v>5.5</c:v>
                      </c:pt>
                      <c:pt idx="3926">
                        <c:v>5.5</c:v>
                      </c:pt>
                      <c:pt idx="3927">
                        <c:v>5.5</c:v>
                      </c:pt>
                      <c:pt idx="3928">
                        <c:v>5.5</c:v>
                      </c:pt>
                      <c:pt idx="3929">
                        <c:v>5.5</c:v>
                      </c:pt>
                      <c:pt idx="3930">
                        <c:v>5.5</c:v>
                      </c:pt>
                      <c:pt idx="3931">
                        <c:v>5.5</c:v>
                      </c:pt>
                      <c:pt idx="3932">
                        <c:v>5.5</c:v>
                      </c:pt>
                      <c:pt idx="3933">
                        <c:v>5.5</c:v>
                      </c:pt>
                      <c:pt idx="3934">
                        <c:v>5.5</c:v>
                      </c:pt>
                      <c:pt idx="3935">
                        <c:v>5.5</c:v>
                      </c:pt>
                      <c:pt idx="3936">
                        <c:v>5.5</c:v>
                      </c:pt>
                      <c:pt idx="3937">
                        <c:v>5.5</c:v>
                      </c:pt>
                      <c:pt idx="3938">
                        <c:v>5.5</c:v>
                      </c:pt>
                      <c:pt idx="3939">
                        <c:v>5.5</c:v>
                      </c:pt>
                      <c:pt idx="3940">
                        <c:v>5.5</c:v>
                      </c:pt>
                      <c:pt idx="3941">
                        <c:v>5.5</c:v>
                      </c:pt>
                      <c:pt idx="3942">
                        <c:v>5.5</c:v>
                      </c:pt>
                      <c:pt idx="3943">
                        <c:v>5.5</c:v>
                      </c:pt>
                      <c:pt idx="3944">
                        <c:v>5.5</c:v>
                      </c:pt>
                      <c:pt idx="3945">
                        <c:v>5.5</c:v>
                      </c:pt>
                      <c:pt idx="3946">
                        <c:v>5.5</c:v>
                      </c:pt>
                      <c:pt idx="3947">
                        <c:v>5.5</c:v>
                      </c:pt>
                      <c:pt idx="3948">
                        <c:v>5.5</c:v>
                      </c:pt>
                      <c:pt idx="3949">
                        <c:v>5.5</c:v>
                      </c:pt>
                      <c:pt idx="3950">
                        <c:v>5.5</c:v>
                      </c:pt>
                      <c:pt idx="3951">
                        <c:v>5.5</c:v>
                      </c:pt>
                      <c:pt idx="3952">
                        <c:v>5.5</c:v>
                      </c:pt>
                      <c:pt idx="3953">
                        <c:v>5.5</c:v>
                      </c:pt>
                      <c:pt idx="3954">
                        <c:v>5.5</c:v>
                      </c:pt>
                      <c:pt idx="3955">
                        <c:v>5.5</c:v>
                      </c:pt>
                      <c:pt idx="3956">
                        <c:v>5.5</c:v>
                      </c:pt>
                      <c:pt idx="3957">
                        <c:v>5.5</c:v>
                      </c:pt>
                      <c:pt idx="3958">
                        <c:v>5.5</c:v>
                      </c:pt>
                      <c:pt idx="3959">
                        <c:v>5.5</c:v>
                      </c:pt>
                      <c:pt idx="3960">
                        <c:v>5.5</c:v>
                      </c:pt>
                      <c:pt idx="3961">
                        <c:v>5.5</c:v>
                      </c:pt>
                      <c:pt idx="3962">
                        <c:v>5.5</c:v>
                      </c:pt>
                      <c:pt idx="3963">
                        <c:v>5.5</c:v>
                      </c:pt>
                      <c:pt idx="3964">
                        <c:v>5.5</c:v>
                      </c:pt>
                      <c:pt idx="3965">
                        <c:v>5.5</c:v>
                      </c:pt>
                      <c:pt idx="3966">
                        <c:v>5.5</c:v>
                      </c:pt>
                      <c:pt idx="3967">
                        <c:v>5.5</c:v>
                      </c:pt>
                      <c:pt idx="3968">
                        <c:v>5.5</c:v>
                      </c:pt>
                      <c:pt idx="3969">
                        <c:v>5.5</c:v>
                      </c:pt>
                      <c:pt idx="3970">
                        <c:v>5.5</c:v>
                      </c:pt>
                      <c:pt idx="3971">
                        <c:v>5.5</c:v>
                      </c:pt>
                      <c:pt idx="3972">
                        <c:v>5.5</c:v>
                      </c:pt>
                      <c:pt idx="3973">
                        <c:v>5.5</c:v>
                      </c:pt>
                      <c:pt idx="3974">
                        <c:v>5.5</c:v>
                      </c:pt>
                      <c:pt idx="3975">
                        <c:v>5.5</c:v>
                      </c:pt>
                      <c:pt idx="3976">
                        <c:v>5.5</c:v>
                      </c:pt>
                      <c:pt idx="3977">
                        <c:v>5.5</c:v>
                      </c:pt>
                      <c:pt idx="3978">
                        <c:v>5.5</c:v>
                      </c:pt>
                      <c:pt idx="3979">
                        <c:v>5.5</c:v>
                      </c:pt>
                      <c:pt idx="3980">
                        <c:v>5.5</c:v>
                      </c:pt>
                      <c:pt idx="3981">
                        <c:v>5.5</c:v>
                      </c:pt>
                      <c:pt idx="3982">
                        <c:v>5.5</c:v>
                      </c:pt>
                      <c:pt idx="3983">
                        <c:v>5.5</c:v>
                      </c:pt>
                      <c:pt idx="3984">
                        <c:v>5.5</c:v>
                      </c:pt>
                      <c:pt idx="3985">
                        <c:v>5.5</c:v>
                      </c:pt>
                      <c:pt idx="3986">
                        <c:v>5.5</c:v>
                      </c:pt>
                      <c:pt idx="3987">
                        <c:v>5.5</c:v>
                      </c:pt>
                      <c:pt idx="3988">
                        <c:v>5.5</c:v>
                      </c:pt>
                      <c:pt idx="3989">
                        <c:v>5.5</c:v>
                      </c:pt>
                      <c:pt idx="3990">
                        <c:v>5.5</c:v>
                      </c:pt>
                      <c:pt idx="3991">
                        <c:v>5.5</c:v>
                      </c:pt>
                      <c:pt idx="3992">
                        <c:v>5.5</c:v>
                      </c:pt>
                      <c:pt idx="3993">
                        <c:v>5.5</c:v>
                      </c:pt>
                      <c:pt idx="3994">
                        <c:v>5.5</c:v>
                      </c:pt>
                      <c:pt idx="3995">
                        <c:v>5.5</c:v>
                      </c:pt>
                      <c:pt idx="3996">
                        <c:v>5.5</c:v>
                      </c:pt>
                      <c:pt idx="3997">
                        <c:v>5.5</c:v>
                      </c:pt>
                      <c:pt idx="3998">
                        <c:v>5.5</c:v>
                      </c:pt>
                      <c:pt idx="3999">
                        <c:v>5.5</c:v>
                      </c:pt>
                      <c:pt idx="4000">
                        <c:v>5.5</c:v>
                      </c:pt>
                      <c:pt idx="4001">
                        <c:v>5.5</c:v>
                      </c:pt>
                      <c:pt idx="4002">
                        <c:v>5.5</c:v>
                      </c:pt>
                      <c:pt idx="4003">
                        <c:v>5.5</c:v>
                      </c:pt>
                      <c:pt idx="4004">
                        <c:v>5.5</c:v>
                      </c:pt>
                      <c:pt idx="4005">
                        <c:v>5.5</c:v>
                      </c:pt>
                      <c:pt idx="4006">
                        <c:v>5.5</c:v>
                      </c:pt>
                      <c:pt idx="4007">
                        <c:v>5.5</c:v>
                      </c:pt>
                      <c:pt idx="4008">
                        <c:v>5.5</c:v>
                      </c:pt>
                      <c:pt idx="4009">
                        <c:v>5.5</c:v>
                      </c:pt>
                      <c:pt idx="4010">
                        <c:v>5.5</c:v>
                      </c:pt>
                      <c:pt idx="4011">
                        <c:v>5.5</c:v>
                      </c:pt>
                      <c:pt idx="4012">
                        <c:v>5.5</c:v>
                      </c:pt>
                      <c:pt idx="4013">
                        <c:v>5.5</c:v>
                      </c:pt>
                      <c:pt idx="4014">
                        <c:v>5.5</c:v>
                      </c:pt>
                      <c:pt idx="4015">
                        <c:v>5.5</c:v>
                      </c:pt>
                      <c:pt idx="4016">
                        <c:v>5.5</c:v>
                      </c:pt>
                      <c:pt idx="4017">
                        <c:v>5.5</c:v>
                      </c:pt>
                      <c:pt idx="4018">
                        <c:v>5.5</c:v>
                      </c:pt>
                      <c:pt idx="4019">
                        <c:v>5.5</c:v>
                      </c:pt>
                      <c:pt idx="4020">
                        <c:v>5.5</c:v>
                      </c:pt>
                      <c:pt idx="4021">
                        <c:v>5.5</c:v>
                      </c:pt>
                      <c:pt idx="4022">
                        <c:v>5.5</c:v>
                      </c:pt>
                      <c:pt idx="4023">
                        <c:v>5.5</c:v>
                      </c:pt>
                      <c:pt idx="4024">
                        <c:v>5.5</c:v>
                      </c:pt>
                      <c:pt idx="4025">
                        <c:v>5.5</c:v>
                      </c:pt>
                      <c:pt idx="4026">
                        <c:v>5.5</c:v>
                      </c:pt>
                      <c:pt idx="4027">
                        <c:v>5.5</c:v>
                      </c:pt>
                      <c:pt idx="4028">
                        <c:v>5.5</c:v>
                      </c:pt>
                      <c:pt idx="4029">
                        <c:v>5.5</c:v>
                      </c:pt>
                      <c:pt idx="4030">
                        <c:v>5.5</c:v>
                      </c:pt>
                      <c:pt idx="4031">
                        <c:v>5.5</c:v>
                      </c:pt>
                      <c:pt idx="4032">
                        <c:v>5.5</c:v>
                      </c:pt>
                      <c:pt idx="4033">
                        <c:v>5.5</c:v>
                      </c:pt>
                      <c:pt idx="4034">
                        <c:v>5.5</c:v>
                      </c:pt>
                      <c:pt idx="4035">
                        <c:v>5.5</c:v>
                      </c:pt>
                      <c:pt idx="4036">
                        <c:v>5.5</c:v>
                      </c:pt>
                      <c:pt idx="4037">
                        <c:v>5.5</c:v>
                      </c:pt>
                      <c:pt idx="4038">
                        <c:v>5.5</c:v>
                      </c:pt>
                      <c:pt idx="4039">
                        <c:v>5.5</c:v>
                      </c:pt>
                      <c:pt idx="4040">
                        <c:v>5.5</c:v>
                      </c:pt>
                      <c:pt idx="4041">
                        <c:v>5.5</c:v>
                      </c:pt>
                      <c:pt idx="4042">
                        <c:v>5.5</c:v>
                      </c:pt>
                      <c:pt idx="4043">
                        <c:v>5.5</c:v>
                      </c:pt>
                      <c:pt idx="4044">
                        <c:v>5.5</c:v>
                      </c:pt>
                      <c:pt idx="4045">
                        <c:v>5.5</c:v>
                      </c:pt>
                      <c:pt idx="4046">
                        <c:v>5.5</c:v>
                      </c:pt>
                      <c:pt idx="4047">
                        <c:v>5.5</c:v>
                      </c:pt>
                      <c:pt idx="4048">
                        <c:v>5.5</c:v>
                      </c:pt>
                      <c:pt idx="4049">
                        <c:v>5.5</c:v>
                      </c:pt>
                      <c:pt idx="4050">
                        <c:v>5.5</c:v>
                      </c:pt>
                      <c:pt idx="4051">
                        <c:v>5.5</c:v>
                      </c:pt>
                      <c:pt idx="4052">
                        <c:v>5.5</c:v>
                      </c:pt>
                      <c:pt idx="4053">
                        <c:v>5.5</c:v>
                      </c:pt>
                      <c:pt idx="4054">
                        <c:v>5.5</c:v>
                      </c:pt>
                      <c:pt idx="4055">
                        <c:v>5.5</c:v>
                      </c:pt>
                      <c:pt idx="4056">
                        <c:v>5.5</c:v>
                      </c:pt>
                      <c:pt idx="4057">
                        <c:v>5.5</c:v>
                      </c:pt>
                      <c:pt idx="4058">
                        <c:v>5.5</c:v>
                      </c:pt>
                      <c:pt idx="4059">
                        <c:v>5.5</c:v>
                      </c:pt>
                      <c:pt idx="4060">
                        <c:v>5.5</c:v>
                      </c:pt>
                      <c:pt idx="4061">
                        <c:v>5.5</c:v>
                      </c:pt>
                      <c:pt idx="4062">
                        <c:v>5.5</c:v>
                      </c:pt>
                      <c:pt idx="4063">
                        <c:v>5.5</c:v>
                      </c:pt>
                      <c:pt idx="4064">
                        <c:v>5.5</c:v>
                      </c:pt>
                      <c:pt idx="4065">
                        <c:v>5.5</c:v>
                      </c:pt>
                      <c:pt idx="4066">
                        <c:v>5.5</c:v>
                      </c:pt>
                      <c:pt idx="4067">
                        <c:v>5.5</c:v>
                      </c:pt>
                      <c:pt idx="4068">
                        <c:v>5.5</c:v>
                      </c:pt>
                      <c:pt idx="4069">
                        <c:v>5.5</c:v>
                      </c:pt>
                      <c:pt idx="4070">
                        <c:v>5.5</c:v>
                      </c:pt>
                      <c:pt idx="4071">
                        <c:v>5.5</c:v>
                      </c:pt>
                      <c:pt idx="4072">
                        <c:v>5.5</c:v>
                      </c:pt>
                      <c:pt idx="4073">
                        <c:v>5.5</c:v>
                      </c:pt>
                      <c:pt idx="4074">
                        <c:v>5.5</c:v>
                      </c:pt>
                      <c:pt idx="4075">
                        <c:v>5.5</c:v>
                      </c:pt>
                      <c:pt idx="4076">
                        <c:v>5.5</c:v>
                      </c:pt>
                      <c:pt idx="4077">
                        <c:v>5.5</c:v>
                      </c:pt>
                      <c:pt idx="4078">
                        <c:v>5.5</c:v>
                      </c:pt>
                      <c:pt idx="4079">
                        <c:v>5.5</c:v>
                      </c:pt>
                      <c:pt idx="4080">
                        <c:v>5.5</c:v>
                      </c:pt>
                      <c:pt idx="4081">
                        <c:v>5.5</c:v>
                      </c:pt>
                      <c:pt idx="4082">
                        <c:v>5.5</c:v>
                      </c:pt>
                      <c:pt idx="4083">
                        <c:v>5.5</c:v>
                      </c:pt>
                      <c:pt idx="4084">
                        <c:v>5.5</c:v>
                      </c:pt>
                      <c:pt idx="4085">
                        <c:v>5.5</c:v>
                      </c:pt>
                      <c:pt idx="4086">
                        <c:v>5.5</c:v>
                      </c:pt>
                      <c:pt idx="4087">
                        <c:v>5.5</c:v>
                      </c:pt>
                      <c:pt idx="4088">
                        <c:v>5.5</c:v>
                      </c:pt>
                      <c:pt idx="4089">
                        <c:v>5.5</c:v>
                      </c:pt>
                      <c:pt idx="4090">
                        <c:v>5.5</c:v>
                      </c:pt>
                      <c:pt idx="4091">
                        <c:v>5.5</c:v>
                      </c:pt>
                      <c:pt idx="4092">
                        <c:v>5.5</c:v>
                      </c:pt>
                      <c:pt idx="4093">
                        <c:v>5.5</c:v>
                      </c:pt>
                      <c:pt idx="4094">
                        <c:v>5.5</c:v>
                      </c:pt>
                      <c:pt idx="4095">
                        <c:v>5.5</c:v>
                      </c:pt>
                      <c:pt idx="4096">
                        <c:v>5.5</c:v>
                      </c:pt>
                      <c:pt idx="4097">
                        <c:v>5.5</c:v>
                      </c:pt>
                      <c:pt idx="4098">
                        <c:v>5.5</c:v>
                      </c:pt>
                      <c:pt idx="4099">
                        <c:v>5.5</c:v>
                      </c:pt>
                      <c:pt idx="4100">
                        <c:v>5.5</c:v>
                      </c:pt>
                      <c:pt idx="4101">
                        <c:v>5.5</c:v>
                      </c:pt>
                      <c:pt idx="4102">
                        <c:v>5.5</c:v>
                      </c:pt>
                      <c:pt idx="4103">
                        <c:v>5.5</c:v>
                      </c:pt>
                      <c:pt idx="4104">
                        <c:v>5.5</c:v>
                      </c:pt>
                      <c:pt idx="4105">
                        <c:v>5.5</c:v>
                      </c:pt>
                      <c:pt idx="4106">
                        <c:v>5.5</c:v>
                      </c:pt>
                      <c:pt idx="4107">
                        <c:v>5.5</c:v>
                      </c:pt>
                      <c:pt idx="4108">
                        <c:v>5.5</c:v>
                      </c:pt>
                      <c:pt idx="4109">
                        <c:v>5.5</c:v>
                      </c:pt>
                      <c:pt idx="4110">
                        <c:v>5.5</c:v>
                      </c:pt>
                      <c:pt idx="4111">
                        <c:v>5.5</c:v>
                      </c:pt>
                      <c:pt idx="4112">
                        <c:v>5.5</c:v>
                      </c:pt>
                      <c:pt idx="4113">
                        <c:v>5.5</c:v>
                      </c:pt>
                      <c:pt idx="4114">
                        <c:v>5.5</c:v>
                      </c:pt>
                      <c:pt idx="4115">
                        <c:v>5.5</c:v>
                      </c:pt>
                      <c:pt idx="4116">
                        <c:v>5.5</c:v>
                      </c:pt>
                      <c:pt idx="4117">
                        <c:v>5.5</c:v>
                      </c:pt>
                      <c:pt idx="4118">
                        <c:v>5.5</c:v>
                      </c:pt>
                      <c:pt idx="4119">
                        <c:v>5.5</c:v>
                      </c:pt>
                      <c:pt idx="4120">
                        <c:v>5.5</c:v>
                      </c:pt>
                      <c:pt idx="4121">
                        <c:v>5.5</c:v>
                      </c:pt>
                      <c:pt idx="4122">
                        <c:v>5.5</c:v>
                      </c:pt>
                      <c:pt idx="4123">
                        <c:v>5.5</c:v>
                      </c:pt>
                      <c:pt idx="4124">
                        <c:v>5.5</c:v>
                      </c:pt>
                      <c:pt idx="4125">
                        <c:v>5.5</c:v>
                      </c:pt>
                      <c:pt idx="4126">
                        <c:v>5.5</c:v>
                      </c:pt>
                      <c:pt idx="4127">
                        <c:v>5.5</c:v>
                      </c:pt>
                      <c:pt idx="4128">
                        <c:v>5.5</c:v>
                      </c:pt>
                      <c:pt idx="4129">
                        <c:v>5.5</c:v>
                      </c:pt>
                      <c:pt idx="4130">
                        <c:v>5.5</c:v>
                      </c:pt>
                      <c:pt idx="4131">
                        <c:v>5.5</c:v>
                      </c:pt>
                      <c:pt idx="4132">
                        <c:v>5.5</c:v>
                      </c:pt>
                      <c:pt idx="4133">
                        <c:v>5.5</c:v>
                      </c:pt>
                      <c:pt idx="4134">
                        <c:v>5.5</c:v>
                      </c:pt>
                      <c:pt idx="4135">
                        <c:v>5.5</c:v>
                      </c:pt>
                      <c:pt idx="4136">
                        <c:v>5.5</c:v>
                      </c:pt>
                      <c:pt idx="4137">
                        <c:v>5.5</c:v>
                      </c:pt>
                      <c:pt idx="4138">
                        <c:v>5.5</c:v>
                      </c:pt>
                      <c:pt idx="4139">
                        <c:v>5.5</c:v>
                      </c:pt>
                      <c:pt idx="4140">
                        <c:v>5.5</c:v>
                      </c:pt>
                      <c:pt idx="4141">
                        <c:v>5.5</c:v>
                      </c:pt>
                      <c:pt idx="4142">
                        <c:v>5.5</c:v>
                      </c:pt>
                      <c:pt idx="4143">
                        <c:v>5.5</c:v>
                      </c:pt>
                      <c:pt idx="4144">
                        <c:v>5.5</c:v>
                      </c:pt>
                      <c:pt idx="4145">
                        <c:v>5.5</c:v>
                      </c:pt>
                      <c:pt idx="4146">
                        <c:v>5.5</c:v>
                      </c:pt>
                      <c:pt idx="4147">
                        <c:v>5.5</c:v>
                      </c:pt>
                      <c:pt idx="4148">
                        <c:v>5.5</c:v>
                      </c:pt>
                      <c:pt idx="4149">
                        <c:v>5.5</c:v>
                      </c:pt>
                      <c:pt idx="4150">
                        <c:v>5.5</c:v>
                      </c:pt>
                      <c:pt idx="4151">
                        <c:v>5.5</c:v>
                      </c:pt>
                      <c:pt idx="4152">
                        <c:v>5.5</c:v>
                      </c:pt>
                      <c:pt idx="4153">
                        <c:v>5.5</c:v>
                      </c:pt>
                      <c:pt idx="4154">
                        <c:v>5.5</c:v>
                      </c:pt>
                      <c:pt idx="4155">
                        <c:v>5.5</c:v>
                      </c:pt>
                      <c:pt idx="4156">
                        <c:v>5.5</c:v>
                      </c:pt>
                      <c:pt idx="4157">
                        <c:v>5.5</c:v>
                      </c:pt>
                      <c:pt idx="4158">
                        <c:v>5.5</c:v>
                      </c:pt>
                      <c:pt idx="4159">
                        <c:v>5.5</c:v>
                      </c:pt>
                      <c:pt idx="4160">
                        <c:v>5.5</c:v>
                      </c:pt>
                      <c:pt idx="4161">
                        <c:v>5.5</c:v>
                      </c:pt>
                      <c:pt idx="4162">
                        <c:v>5.5</c:v>
                      </c:pt>
                      <c:pt idx="4163">
                        <c:v>5.5</c:v>
                      </c:pt>
                      <c:pt idx="4164">
                        <c:v>5.5</c:v>
                      </c:pt>
                      <c:pt idx="4165">
                        <c:v>5.5</c:v>
                      </c:pt>
                      <c:pt idx="4166">
                        <c:v>5.5</c:v>
                      </c:pt>
                      <c:pt idx="4167">
                        <c:v>5.5</c:v>
                      </c:pt>
                      <c:pt idx="4168">
                        <c:v>5.5</c:v>
                      </c:pt>
                      <c:pt idx="4169">
                        <c:v>5.5</c:v>
                      </c:pt>
                      <c:pt idx="4170">
                        <c:v>5.5</c:v>
                      </c:pt>
                      <c:pt idx="4171">
                        <c:v>5.5</c:v>
                      </c:pt>
                      <c:pt idx="4172">
                        <c:v>5.5</c:v>
                      </c:pt>
                      <c:pt idx="4173">
                        <c:v>5.5</c:v>
                      </c:pt>
                      <c:pt idx="4174">
                        <c:v>5.5</c:v>
                      </c:pt>
                      <c:pt idx="4175">
                        <c:v>5.5</c:v>
                      </c:pt>
                      <c:pt idx="4176">
                        <c:v>5.5</c:v>
                      </c:pt>
                      <c:pt idx="4177">
                        <c:v>5.5</c:v>
                      </c:pt>
                      <c:pt idx="4178">
                        <c:v>5.5</c:v>
                      </c:pt>
                      <c:pt idx="4179">
                        <c:v>5.5</c:v>
                      </c:pt>
                      <c:pt idx="4180">
                        <c:v>5.5</c:v>
                      </c:pt>
                      <c:pt idx="4181">
                        <c:v>5.5</c:v>
                      </c:pt>
                      <c:pt idx="4182">
                        <c:v>5.5</c:v>
                      </c:pt>
                      <c:pt idx="4183">
                        <c:v>5.5</c:v>
                      </c:pt>
                      <c:pt idx="4184">
                        <c:v>5.5</c:v>
                      </c:pt>
                      <c:pt idx="4185">
                        <c:v>5.5</c:v>
                      </c:pt>
                      <c:pt idx="4186">
                        <c:v>5.5</c:v>
                      </c:pt>
                      <c:pt idx="4187">
                        <c:v>5.5</c:v>
                      </c:pt>
                      <c:pt idx="4188">
                        <c:v>5.5</c:v>
                      </c:pt>
                      <c:pt idx="4189">
                        <c:v>5.5</c:v>
                      </c:pt>
                      <c:pt idx="4190">
                        <c:v>5.5</c:v>
                      </c:pt>
                      <c:pt idx="4191">
                        <c:v>5.5</c:v>
                      </c:pt>
                      <c:pt idx="4192">
                        <c:v>5.5</c:v>
                      </c:pt>
                      <c:pt idx="4193">
                        <c:v>5.5</c:v>
                      </c:pt>
                      <c:pt idx="4194">
                        <c:v>5.5</c:v>
                      </c:pt>
                      <c:pt idx="4195">
                        <c:v>5.5</c:v>
                      </c:pt>
                      <c:pt idx="4196">
                        <c:v>5.5</c:v>
                      </c:pt>
                      <c:pt idx="4197">
                        <c:v>5.5</c:v>
                      </c:pt>
                      <c:pt idx="4198">
                        <c:v>5.5</c:v>
                      </c:pt>
                      <c:pt idx="4199">
                        <c:v>5.5</c:v>
                      </c:pt>
                      <c:pt idx="4200">
                        <c:v>5.5</c:v>
                      </c:pt>
                      <c:pt idx="4201">
                        <c:v>5.5</c:v>
                      </c:pt>
                      <c:pt idx="4202">
                        <c:v>5.5</c:v>
                      </c:pt>
                      <c:pt idx="4203">
                        <c:v>5.5</c:v>
                      </c:pt>
                      <c:pt idx="4204">
                        <c:v>5.5</c:v>
                      </c:pt>
                      <c:pt idx="4205">
                        <c:v>5.5</c:v>
                      </c:pt>
                      <c:pt idx="4206">
                        <c:v>5.5</c:v>
                      </c:pt>
                      <c:pt idx="4207">
                        <c:v>5.5</c:v>
                      </c:pt>
                      <c:pt idx="4208">
                        <c:v>5.5</c:v>
                      </c:pt>
                      <c:pt idx="4209">
                        <c:v>5.5</c:v>
                      </c:pt>
                      <c:pt idx="4210">
                        <c:v>5.5</c:v>
                      </c:pt>
                      <c:pt idx="4211">
                        <c:v>5.5</c:v>
                      </c:pt>
                      <c:pt idx="4212">
                        <c:v>5.5</c:v>
                      </c:pt>
                      <c:pt idx="4213">
                        <c:v>5.5</c:v>
                      </c:pt>
                      <c:pt idx="4214">
                        <c:v>5.5</c:v>
                      </c:pt>
                      <c:pt idx="4215">
                        <c:v>5.5</c:v>
                      </c:pt>
                      <c:pt idx="4216">
                        <c:v>5.5</c:v>
                      </c:pt>
                      <c:pt idx="4217">
                        <c:v>5.5</c:v>
                      </c:pt>
                      <c:pt idx="4218">
                        <c:v>5.5</c:v>
                      </c:pt>
                      <c:pt idx="4219">
                        <c:v>5.5</c:v>
                      </c:pt>
                      <c:pt idx="4220">
                        <c:v>5.5</c:v>
                      </c:pt>
                      <c:pt idx="4221">
                        <c:v>5.5</c:v>
                      </c:pt>
                      <c:pt idx="4222">
                        <c:v>5.5</c:v>
                      </c:pt>
                      <c:pt idx="4223">
                        <c:v>5.5</c:v>
                      </c:pt>
                      <c:pt idx="4224">
                        <c:v>5.5</c:v>
                      </c:pt>
                      <c:pt idx="4225">
                        <c:v>5.5</c:v>
                      </c:pt>
                      <c:pt idx="4226">
                        <c:v>5.5</c:v>
                      </c:pt>
                      <c:pt idx="4227">
                        <c:v>5.5</c:v>
                      </c:pt>
                      <c:pt idx="4228">
                        <c:v>5.5</c:v>
                      </c:pt>
                      <c:pt idx="4229">
                        <c:v>5.5</c:v>
                      </c:pt>
                      <c:pt idx="4230">
                        <c:v>5.5</c:v>
                      </c:pt>
                      <c:pt idx="4231">
                        <c:v>5.5</c:v>
                      </c:pt>
                      <c:pt idx="4232">
                        <c:v>5.5</c:v>
                      </c:pt>
                      <c:pt idx="4233">
                        <c:v>5.5</c:v>
                      </c:pt>
                      <c:pt idx="4234">
                        <c:v>5.5</c:v>
                      </c:pt>
                      <c:pt idx="4235">
                        <c:v>5.5</c:v>
                      </c:pt>
                      <c:pt idx="4236">
                        <c:v>5.5</c:v>
                      </c:pt>
                      <c:pt idx="4237">
                        <c:v>5.5</c:v>
                      </c:pt>
                      <c:pt idx="4238">
                        <c:v>5.5</c:v>
                      </c:pt>
                      <c:pt idx="4239">
                        <c:v>5.5</c:v>
                      </c:pt>
                      <c:pt idx="4240">
                        <c:v>5.5</c:v>
                      </c:pt>
                      <c:pt idx="4241">
                        <c:v>5.5</c:v>
                      </c:pt>
                      <c:pt idx="4242">
                        <c:v>5.5</c:v>
                      </c:pt>
                      <c:pt idx="4243">
                        <c:v>5.5</c:v>
                      </c:pt>
                      <c:pt idx="4244">
                        <c:v>5.5</c:v>
                      </c:pt>
                      <c:pt idx="4245">
                        <c:v>5.5</c:v>
                      </c:pt>
                      <c:pt idx="4246">
                        <c:v>5.5</c:v>
                      </c:pt>
                      <c:pt idx="4247">
                        <c:v>5.5</c:v>
                      </c:pt>
                      <c:pt idx="4248">
                        <c:v>5.5</c:v>
                      </c:pt>
                      <c:pt idx="4249">
                        <c:v>5.5</c:v>
                      </c:pt>
                      <c:pt idx="4250">
                        <c:v>5.5</c:v>
                      </c:pt>
                      <c:pt idx="4251">
                        <c:v>5.5</c:v>
                      </c:pt>
                      <c:pt idx="4252">
                        <c:v>5.5</c:v>
                      </c:pt>
                      <c:pt idx="4253">
                        <c:v>5.5</c:v>
                      </c:pt>
                      <c:pt idx="4254">
                        <c:v>5.5</c:v>
                      </c:pt>
                      <c:pt idx="4255">
                        <c:v>5.5</c:v>
                      </c:pt>
                      <c:pt idx="4256">
                        <c:v>5.5</c:v>
                      </c:pt>
                      <c:pt idx="4257">
                        <c:v>5.5</c:v>
                      </c:pt>
                      <c:pt idx="4258">
                        <c:v>5.5</c:v>
                      </c:pt>
                      <c:pt idx="4259">
                        <c:v>5.5</c:v>
                      </c:pt>
                      <c:pt idx="4260">
                        <c:v>5.5</c:v>
                      </c:pt>
                      <c:pt idx="4261">
                        <c:v>5.5</c:v>
                      </c:pt>
                      <c:pt idx="4262">
                        <c:v>5.5</c:v>
                      </c:pt>
                      <c:pt idx="4263">
                        <c:v>5.5</c:v>
                      </c:pt>
                      <c:pt idx="4264">
                        <c:v>5.5</c:v>
                      </c:pt>
                      <c:pt idx="4265">
                        <c:v>5.5</c:v>
                      </c:pt>
                      <c:pt idx="4266">
                        <c:v>5.5</c:v>
                      </c:pt>
                      <c:pt idx="4267">
                        <c:v>5.5</c:v>
                      </c:pt>
                      <c:pt idx="4268">
                        <c:v>5.5</c:v>
                      </c:pt>
                      <c:pt idx="4269">
                        <c:v>5.5</c:v>
                      </c:pt>
                      <c:pt idx="4270">
                        <c:v>5.5</c:v>
                      </c:pt>
                      <c:pt idx="4271">
                        <c:v>5.5</c:v>
                      </c:pt>
                      <c:pt idx="4272">
                        <c:v>5.5</c:v>
                      </c:pt>
                      <c:pt idx="4273">
                        <c:v>5.5</c:v>
                      </c:pt>
                      <c:pt idx="4274">
                        <c:v>5.5</c:v>
                      </c:pt>
                      <c:pt idx="4275">
                        <c:v>5.5</c:v>
                      </c:pt>
                      <c:pt idx="4276">
                        <c:v>5.5</c:v>
                      </c:pt>
                      <c:pt idx="4277">
                        <c:v>5.5</c:v>
                      </c:pt>
                      <c:pt idx="4278">
                        <c:v>5.5</c:v>
                      </c:pt>
                      <c:pt idx="4279">
                        <c:v>5.5</c:v>
                      </c:pt>
                      <c:pt idx="4280">
                        <c:v>5.5</c:v>
                      </c:pt>
                      <c:pt idx="4281">
                        <c:v>5.5</c:v>
                      </c:pt>
                      <c:pt idx="4282">
                        <c:v>5.5</c:v>
                      </c:pt>
                      <c:pt idx="4283">
                        <c:v>5.5</c:v>
                      </c:pt>
                      <c:pt idx="4284">
                        <c:v>5.5</c:v>
                      </c:pt>
                      <c:pt idx="4285">
                        <c:v>5.5</c:v>
                      </c:pt>
                      <c:pt idx="4286">
                        <c:v>5.5</c:v>
                      </c:pt>
                      <c:pt idx="4287">
                        <c:v>5.5</c:v>
                      </c:pt>
                      <c:pt idx="4288">
                        <c:v>5.5</c:v>
                      </c:pt>
                      <c:pt idx="4289">
                        <c:v>5.5</c:v>
                      </c:pt>
                      <c:pt idx="4290">
                        <c:v>5.5</c:v>
                      </c:pt>
                      <c:pt idx="4291">
                        <c:v>5.5</c:v>
                      </c:pt>
                      <c:pt idx="4292">
                        <c:v>5.5</c:v>
                      </c:pt>
                      <c:pt idx="4293">
                        <c:v>5.5</c:v>
                      </c:pt>
                      <c:pt idx="4294">
                        <c:v>5.5</c:v>
                      </c:pt>
                      <c:pt idx="4295">
                        <c:v>5.5</c:v>
                      </c:pt>
                      <c:pt idx="4296">
                        <c:v>5.5</c:v>
                      </c:pt>
                      <c:pt idx="4297">
                        <c:v>5.5</c:v>
                      </c:pt>
                      <c:pt idx="4298">
                        <c:v>5.5</c:v>
                      </c:pt>
                      <c:pt idx="4299">
                        <c:v>5.5</c:v>
                      </c:pt>
                      <c:pt idx="4300">
                        <c:v>5.5</c:v>
                      </c:pt>
                      <c:pt idx="4301">
                        <c:v>5.5</c:v>
                      </c:pt>
                      <c:pt idx="4302">
                        <c:v>5.5</c:v>
                      </c:pt>
                      <c:pt idx="4303">
                        <c:v>5.5</c:v>
                      </c:pt>
                      <c:pt idx="4304">
                        <c:v>5.5</c:v>
                      </c:pt>
                      <c:pt idx="4305">
                        <c:v>5.5</c:v>
                      </c:pt>
                      <c:pt idx="4306">
                        <c:v>5.5</c:v>
                      </c:pt>
                      <c:pt idx="4307">
                        <c:v>5.5</c:v>
                      </c:pt>
                      <c:pt idx="4308">
                        <c:v>5.5</c:v>
                      </c:pt>
                      <c:pt idx="4309">
                        <c:v>5.5</c:v>
                      </c:pt>
                      <c:pt idx="4310">
                        <c:v>5.5</c:v>
                      </c:pt>
                      <c:pt idx="4311">
                        <c:v>5.5</c:v>
                      </c:pt>
                      <c:pt idx="4312">
                        <c:v>5.5</c:v>
                      </c:pt>
                      <c:pt idx="4313">
                        <c:v>5.5</c:v>
                      </c:pt>
                      <c:pt idx="4314">
                        <c:v>5.5</c:v>
                      </c:pt>
                      <c:pt idx="4315">
                        <c:v>5.5</c:v>
                      </c:pt>
                      <c:pt idx="4316">
                        <c:v>5.5</c:v>
                      </c:pt>
                      <c:pt idx="4317">
                        <c:v>5.5</c:v>
                      </c:pt>
                      <c:pt idx="4318">
                        <c:v>5.5</c:v>
                      </c:pt>
                      <c:pt idx="4319">
                        <c:v>5</c:v>
                      </c:pt>
                      <c:pt idx="4320">
                        <c:v>5</c:v>
                      </c:pt>
                      <c:pt idx="4321">
                        <c:v>5</c:v>
                      </c:pt>
                      <c:pt idx="4322">
                        <c:v>5</c:v>
                      </c:pt>
                      <c:pt idx="4323">
                        <c:v>5</c:v>
                      </c:pt>
                      <c:pt idx="4324">
                        <c:v>5</c:v>
                      </c:pt>
                      <c:pt idx="4325">
                        <c:v>5</c:v>
                      </c:pt>
                      <c:pt idx="4326">
                        <c:v>5</c:v>
                      </c:pt>
                      <c:pt idx="4327">
                        <c:v>5</c:v>
                      </c:pt>
                      <c:pt idx="4328">
                        <c:v>5</c:v>
                      </c:pt>
                      <c:pt idx="4329">
                        <c:v>5</c:v>
                      </c:pt>
                      <c:pt idx="4330">
                        <c:v>5</c:v>
                      </c:pt>
                      <c:pt idx="4331">
                        <c:v>5</c:v>
                      </c:pt>
                      <c:pt idx="4332">
                        <c:v>5</c:v>
                      </c:pt>
                      <c:pt idx="4333">
                        <c:v>5</c:v>
                      </c:pt>
                      <c:pt idx="4334">
                        <c:v>5</c:v>
                      </c:pt>
                      <c:pt idx="4335">
                        <c:v>5</c:v>
                      </c:pt>
                      <c:pt idx="4336">
                        <c:v>5</c:v>
                      </c:pt>
                      <c:pt idx="4337">
                        <c:v>5</c:v>
                      </c:pt>
                      <c:pt idx="4338">
                        <c:v>5</c:v>
                      </c:pt>
                      <c:pt idx="4339">
                        <c:v>5</c:v>
                      </c:pt>
                      <c:pt idx="4340">
                        <c:v>5</c:v>
                      </c:pt>
                      <c:pt idx="4341">
                        <c:v>5</c:v>
                      </c:pt>
                      <c:pt idx="4342">
                        <c:v>5</c:v>
                      </c:pt>
                      <c:pt idx="4343">
                        <c:v>5</c:v>
                      </c:pt>
                      <c:pt idx="4344">
                        <c:v>5</c:v>
                      </c:pt>
                      <c:pt idx="4345">
                        <c:v>5</c:v>
                      </c:pt>
                      <c:pt idx="4346">
                        <c:v>5</c:v>
                      </c:pt>
                      <c:pt idx="4347">
                        <c:v>5</c:v>
                      </c:pt>
                      <c:pt idx="4348">
                        <c:v>5</c:v>
                      </c:pt>
                      <c:pt idx="4349">
                        <c:v>5</c:v>
                      </c:pt>
                      <c:pt idx="4350">
                        <c:v>5</c:v>
                      </c:pt>
                      <c:pt idx="4351">
                        <c:v>5</c:v>
                      </c:pt>
                      <c:pt idx="4352">
                        <c:v>5</c:v>
                      </c:pt>
                      <c:pt idx="4353">
                        <c:v>5</c:v>
                      </c:pt>
                      <c:pt idx="4354">
                        <c:v>5</c:v>
                      </c:pt>
                      <c:pt idx="4355">
                        <c:v>5</c:v>
                      </c:pt>
                      <c:pt idx="4356">
                        <c:v>5</c:v>
                      </c:pt>
                      <c:pt idx="4357">
                        <c:v>5</c:v>
                      </c:pt>
                      <c:pt idx="4358">
                        <c:v>5</c:v>
                      </c:pt>
                      <c:pt idx="4359">
                        <c:v>5</c:v>
                      </c:pt>
                      <c:pt idx="4360">
                        <c:v>5</c:v>
                      </c:pt>
                      <c:pt idx="4361">
                        <c:v>5</c:v>
                      </c:pt>
                      <c:pt idx="4362">
                        <c:v>5</c:v>
                      </c:pt>
                      <c:pt idx="4363">
                        <c:v>5</c:v>
                      </c:pt>
                      <c:pt idx="4364">
                        <c:v>5</c:v>
                      </c:pt>
                      <c:pt idx="4365">
                        <c:v>5</c:v>
                      </c:pt>
                      <c:pt idx="4366">
                        <c:v>5</c:v>
                      </c:pt>
                      <c:pt idx="4367">
                        <c:v>5</c:v>
                      </c:pt>
                      <c:pt idx="4368">
                        <c:v>5</c:v>
                      </c:pt>
                      <c:pt idx="4369">
                        <c:v>5</c:v>
                      </c:pt>
                      <c:pt idx="4370">
                        <c:v>5</c:v>
                      </c:pt>
                      <c:pt idx="4371">
                        <c:v>5</c:v>
                      </c:pt>
                      <c:pt idx="4372">
                        <c:v>5</c:v>
                      </c:pt>
                      <c:pt idx="4373">
                        <c:v>5</c:v>
                      </c:pt>
                      <c:pt idx="4374">
                        <c:v>5</c:v>
                      </c:pt>
                      <c:pt idx="4375">
                        <c:v>5</c:v>
                      </c:pt>
                      <c:pt idx="4376">
                        <c:v>5</c:v>
                      </c:pt>
                      <c:pt idx="4377">
                        <c:v>5</c:v>
                      </c:pt>
                      <c:pt idx="4378">
                        <c:v>5</c:v>
                      </c:pt>
                      <c:pt idx="4379">
                        <c:v>5</c:v>
                      </c:pt>
                      <c:pt idx="4380">
                        <c:v>5</c:v>
                      </c:pt>
                      <c:pt idx="4381">
                        <c:v>5</c:v>
                      </c:pt>
                      <c:pt idx="4382">
                        <c:v>5</c:v>
                      </c:pt>
                      <c:pt idx="4383">
                        <c:v>5</c:v>
                      </c:pt>
                      <c:pt idx="4384">
                        <c:v>5</c:v>
                      </c:pt>
                      <c:pt idx="4385">
                        <c:v>5</c:v>
                      </c:pt>
                      <c:pt idx="4386">
                        <c:v>5</c:v>
                      </c:pt>
                      <c:pt idx="4387">
                        <c:v>5</c:v>
                      </c:pt>
                      <c:pt idx="4388">
                        <c:v>5</c:v>
                      </c:pt>
                      <c:pt idx="4389">
                        <c:v>5</c:v>
                      </c:pt>
                      <c:pt idx="4390">
                        <c:v>5</c:v>
                      </c:pt>
                      <c:pt idx="4391">
                        <c:v>5</c:v>
                      </c:pt>
                      <c:pt idx="4392">
                        <c:v>5</c:v>
                      </c:pt>
                      <c:pt idx="4393">
                        <c:v>5</c:v>
                      </c:pt>
                      <c:pt idx="4394">
                        <c:v>5</c:v>
                      </c:pt>
                      <c:pt idx="4395">
                        <c:v>5</c:v>
                      </c:pt>
                      <c:pt idx="4396">
                        <c:v>5</c:v>
                      </c:pt>
                      <c:pt idx="4397">
                        <c:v>5</c:v>
                      </c:pt>
                      <c:pt idx="4398">
                        <c:v>5</c:v>
                      </c:pt>
                      <c:pt idx="4399">
                        <c:v>5</c:v>
                      </c:pt>
                      <c:pt idx="4400">
                        <c:v>5</c:v>
                      </c:pt>
                      <c:pt idx="4401">
                        <c:v>5</c:v>
                      </c:pt>
                      <c:pt idx="4402">
                        <c:v>5</c:v>
                      </c:pt>
                      <c:pt idx="4403">
                        <c:v>5</c:v>
                      </c:pt>
                      <c:pt idx="4404">
                        <c:v>5</c:v>
                      </c:pt>
                      <c:pt idx="4405">
                        <c:v>5</c:v>
                      </c:pt>
                      <c:pt idx="4406">
                        <c:v>5</c:v>
                      </c:pt>
                      <c:pt idx="4407">
                        <c:v>5</c:v>
                      </c:pt>
                      <c:pt idx="4408">
                        <c:v>5</c:v>
                      </c:pt>
                      <c:pt idx="4409">
                        <c:v>5</c:v>
                      </c:pt>
                      <c:pt idx="4410">
                        <c:v>5</c:v>
                      </c:pt>
                      <c:pt idx="4411">
                        <c:v>5</c:v>
                      </c:pt>
                      <c:pt idx="4412">
                        <c:v>5</c:v>
                      </c:pt>
                      <c:pt idx="4413">
                        <c:v>5</c:v>
                      </c:pt>
                      <c:pt idx="4414">
                        <c:v>5</c:v>
                      </c:pt>
                      <c:pt idx="4415">
                        <c:v>5</c:v>
                      </c:pt>
                      <c:pt idx="4416">
                        <c:v>5</c:v>
                      </c:pt>
                      <c:pt idx="4417">
                        <c:v>5</c:v>
                      </c:pt>
                      <c:pt idx="4418">
                        <c:v>5</c:v>
                      </c:pt>
                      <c:pt idx="4419">
                        <c:v>5</c:v>
                      </c:pt>
                      <c:pt idx="4420">
                        <c:v>5</c:v>
                      </c:pt>
                      <c:pt idx="4421">
                        <c:v>5</c:v>
                      </c:pt>
                      <c:pt idx="4422">
                        <c:v>5</c:v>
                      </c:pt>
                      <c:pt idx="4423">
                        <c:v>5</c:v>
                      </c:pt>
                      <c:pt idx="4424">
                        <c:v>5</c:v>
                      </c:pt>
                      <c:pt idx="4425">
                        <c:v>5</c:v>
                      </c:pt>
                      <c:pt idx="4426">
                        <c:v>5</c:v>
                      </c:pt>
                      <c:pt idx="4427">
                        <c:v>5</c:v>
                      </c:pt>
                      <c:pt idx="4428">
                        <c:v>5</c:v>
                      </c:pt>
                      <c:pt idx="4429">
                        <c:v>5</c:v>
                      </c:pt>
                      <c:pt idx="4430">
                        <c:v>5</c:v>
                      </c:pt>
                      <c:pt idx="4431">
                        <c:v>5</c:v>
                      </c:pt>
                      <c:pt idx="4432">
                        <c:v>5</c:v>
                      </c:pt>
                      <c:pt idx="4433">
                        <c:v>5</c:v>
                      </c:pt>
                      <c:pt idx="4434">
                        <c:v>5</c:v>
                      </c:pt>
                      <c:pt idx="4435">
                        <c:v>5</c:v>
                      </c:pt>
                      <c:pt idx="4436">
                        <c:v>5</c:v>
                      </c:pt>
                      <c:pt idx="4437">
                        <c:v>5</c:v>
                      </c:pt>
                      <c:pt idx="4438">
                        <c:v>5</c:v>
                      </c:pt>
                      <c:pt idx="4439">
                        <c:v>5</c:v>
                      </c:pt>
                      <c:pt idx="4440">
                        <c:v>5</c:v>
                      </c:pt>
                      <c:pt idx="4441">
                        <c:v>5</c:v>
                      </c:pt>
                      <c:pt idx="4442">
                        <c:v>5</c:v>
                      </c:pt>
                      <c:pt idx="4443">
                        <c:v>5</c:v>
                      </c:pt>
                      <c:pt idx="4444">
                        <c:v>5</c:v>
                      </c:pt>
                      <c:pt idx="4445">
                        <c:v>5</c:v>
                      </c:pt>
                      <c:pt idx="4446">
                        <c:v>5</c:v>
                      </c:pt>
                      <c:pt idx="4447">
                        <c:v>5</c:v>
                      </c:pt>
                      <c:pt idx="4448">
                        <c:v>5</c:v>
                      </c:pt>
                      <c:pt idx="4449">
                        <c:v>5</c:v>
                      </c:pt>
                      <c:pt idx="4450">
                        <c:v>5</c:v>
                      </c:pt>
                      <c:pt idx="4451">
                        <c:v>5</c:v>
                      </c:pt>
                      <c:pt idx="4452">
                        <c:v>5</c:v>
                      </c:pt>
                      <c:pt idx="4453">
                        <c:v>5</c:v>
                      </c:pt>
                      <c:pt idx="4454">
                        <c:v>5</c:v>
                      </c:pt>
                      <c:pt idx="4455">
                        <c:v>5</c:v>
                      </c:pt>
                      <c:pt idx="4456">
                        <c:v>5</c:v>
                      </c:pt>
                      <c:pt idx="4457">
                        <c:v>5</c:v>
                      </c:pt>
                      <c:pt idx="4458">
                        <c:v>5</c:v>
                      </c:pt>
                      <c:pt idx="4459">
                        <c:v>5</c:v>
                      </c:pt>
                      <c:pt idx="4460">
                        <c:v>5</c:v>
                      </c:pt>
                      <c:pt idx="4461">
                        <c:v>5</c:v>
                      </c:pt>
                      <c:pt idx="4462">
                        <c:v>5</c:v>
                      </c:pt>
                      <c:pt idx="4463">
                        <c:v>5</c:v>
                      </c:pt>
                      <c:pt idx="4464">
                        <c:v>5</c:v>
                      </c:pt>
                      <c:pt idx="4465">
                        <c:v>5</c:v>
                      </c:pt>
                      <c:pt idx="4466">
                        <c:v>5</c:v>
                      </c:pt>
                      <c:pt idx="4467">
                        <c:v>5</c:v>
                      </c:pt>
                      <c:pt idx="4468">
                        <c:v>5</c:v>
                      </c:pt>
                      <c:pt idx="4469">
                        <c:v>5</c:v>
                      </c:pt>
                      <c:pt idx="4470">
                        <c:v>5</c:v>
                      </c:pt>
                      <c:pt idx="4471">
                        <c:v>5</c:v>
                      </c:pt>
                      <c:pt idx="4472">
                        <c:v>5</c:v>
                      </c:pt>
                      <c:pt idx="4473">
                        <c:v>5</c:v>
                      </c:pt>
                      <c:pt idx="4474">
                        <c:v>5</c:v>
                      </c:pt>
                      <c:pt idx="4475">
                        <c:v>5</c:v>
                      </c:pt>
                      <c:pt idx="4476">
                        <c:v>5</c:v>
                      </c:pt>
                      <c:pt idx="4477">
                        <c:v>5</c:v>
                      </c:pt>
                      <c:pt idx="4478">
                        <c:v>5</c:v>
                      </c:pt>
                      <c:pt idx="4479">
                        <c:v>5</c:v>
                      </c:pt>
                      <c:pt idx="4480">
                        <c:v>5</c:v>
                      </c:pt>
                      <c:pt idx="4481">
                        <c:v>5</c:v>
                      </c:pt>
                      <c:pt idx="4482">
                        <c:v>5</c:v>
                      </c:pt>
                      <c:pt idx="4483">
                        <c:v>5</c:v>
                      </c:pt>
                      <c:pt idx="4484">
                        <c:v>5</c:v>
                      </c:pt>
                      <c:pt idx="4485">
                        <c:v>5</c:v>
                      </c:pt>
                      <c:pt idx="4486">
                        <c:v>5</c:v>
                      </c:pt>
                      <c:pt idx="4487">
                        <c:v>5</c:v>
                      </c:pt>
                      <c:pt idx="4488">
                        <c:v>5</c:v>
                      </c:pt>
                      <c:pt idx="4489">
                        <c:v>5</c:v>
                      </c:pt>
                      <c:pt idx="4490">
                        <c:v>5</c:v>
                      </c:pt>
                      <c:pt idx="4491">
                        <c:v>5</c:v>
                      </c:pt>
                      <c:pt idx="4492">
                        <c:v>5</c:v>
                      </c:pt>
                      <c:pt idx="4493">
                        <c:v>5</c:v>
                      </c:pt>
                      <c:pt idx="4494">
                        <c:v>5</c:v>
                      </c:pt>
                      <c:pt idx="4495">
                        <c:v>5</c:v>
                      </c:pt>
                      <c:pt idx="4496">
                        <c:v>5</c:v>
                      </c:pt>
                      <c:pt idx="4497">
                        <c:v>5</c:v>
                      </c:pt>
                      <c:pt idx="4498">
                        <c:v>5</c:v>
                      </c:pt>
                      <c:pt idx="4499">
                        <c:v>5</c:v>
                      </c:pt>
                      <c:pt idx="4500">
                        <c:v>5</c:v>
                      </c:pt>
                      <c:pt idx="4501">
                        <c:v>5</c:v>
                      </c:pt>
                      <c:pt idx="4502">
                        <c:v>5</c:v>
                      </c:pt>
                      <c:pt idx="4503">
                        <c:v>5</c:v>
                      </c:pt>
                      <c:pt idx="4504">
                        <c:v>5</c:v>
                      </c:pt>
                      <c:pt idx="4505">
                        <c:v>5</c:v>
                      </c:pt>
                      <c:pt idx="4506">
                        <c:v>5</c:v>
                      </c:pt>
                      <c:pt idx="4507">
                        <c:v>5</c:v>
                      </c:pt>
                      <c:pt idx="4508">
                        <c:v>5</c:v>
                      </c:pt>
                      <c:pt idx="4509">
                        <c:v>5</c:v>
                      </c:pt>
                      <c:pt idx="4510">
                        <c:v>5</c:v>
                      </c:pt>
                      <c:pt idx="4511">
                        <c:v>5</c:v>
                      </c:pt>
                      <c:pt idx="4512">
                        <c:v>5</c:v>
                      </c:pt>
                      <c:pt idx="4513">
                        <c:v>5</c:v>
                      </c:pt>
                      <c:pt idx="4514">
                        <c:v>5</c:v>
                      </c:pt>
                      <c:pt idx="4515">
                        <c:v>5</c:v>
                      </c:pt>
                      <c:pt idx="4516">
                        <c:v>5</c:v>
                      </c:pt>
                      <c:pt idx="4517">
                        <c:v>5</c:v>
                      </c:pt>
                      <c:pt idx="4518">
                        <c:v>5</c:v>
                      </c:pt>
                      <c:pt idx="4519">
                        <c:v>5</c:v>
                      </c:pt>
                      <c:pt idx="4520">
                        <c:v>5</c:v>
                      </c:pt>
                      <c:pt idx="4521">
                        <c:v>5</c:v>
                      </c:pt>
                      <c:pt idx="4522">
                        <c:v>5</c:v>
                      </c:pt>
                      <c:pt idx="4523">
                        <c:v>5</c:v>
                      </c:pt>
                      <c:pt idx="4524">
                        <c:v>5</c:v>
                      </c:pt>
                      <c:pt idx="4525">
                        <c:v>5</c:v>
                      </c:pt>
                      <c:pt idx="4526">
                        <c:v>5</c:v>
                      </c:pt>
                      <c:pt idx="4527">
                        <c:v>5</c:v>
                      </c:pt>
                      <c:pt idx="4528">
                        <c:v>5</c:v>
                      </c:pt>
                      <c:pt idx="4529">
                        <c:v>5</c:v>
                      </c:pt>
                      <c:pt idx="4530">
                        <c:v>5</c:v>
                      </c:pt>
                      <c:pt idx="4531">
                        <c:v>5</c:v>
                      </c:pt>
                      <c:pt idx="4532">
                        <c:v>5</c:v>
                      </c:pt>
                      <c:pt idx="4533">
                        <c:v>5</c:v>
                      </c:pt>
                      <c:pt idx="4534">
                        <c:v>5</c:v>
                      </c:pt>
                      <c:pt idx="4535">
                        <c:v>5</c:v>
                      </c:pt>
                      <c:pt idx="4536">
                        <c:v>5</c:v>
                      </c:pt>
                      <c:pt idx="4537">
                        <c:v>5</c:v>
                      </c:pt>
                      <c:pt idx="4538">
                        <c:v>5</c:v>
                      </c:pt>
                      <c:pt idx="4539">
                        <c:v>5</c:v>
                      </c:pt>
                      <c:pt idx="4540">
                        <c:v>5</c:v>
                      </c:pt>
                      <c:pt idx="4541">
                        <c:v>5</c:v>
                      </c:pt>
                      <c:pt idx="4542">
                        <c:v>5</c:v>
                      </c:pt>
                      <c:pt idx="4543">
                        <c:v>5</c:v>
                      </c:pt>
                      <c:pt idx="4544">
                        <c:v>5</c:v>
                      </c:pt>
                      <c:pt idx="4545">
                        <c:v>5</c:v>
                      </c:pt>
                      <c:pt idx="4546">
                        <c:v>5</c:v>
                      </c:pt>
                      <c:pt idx="4547">
                        <c:v>5</c:v>
                      </c:pt>
                      <c:pt idx="4548">
                        <c:v>5</c:v>
                      </c:pt>
                      <c:pt idx="4549">
                        <c:v>5</c:v>
                      </c:pt>
                      <c:pt idx="4550">
                        <c:v>5</c:v>
                      </c:pt>
                      <c:pt idx="4551">
                        <c:v>5</c:v>
                      </c:pt>
                      <c:pt idx="4552">
                        <c:v>5</c:v>
                      </c:pt>
                      <c:pt idx="4553">
                        <c:v>5</c:v>
                      </c:pt>
                      <c:pt idx="4554">
                        <c:v>5</c:v>
                      </c:pt>
                      <c:pt idx="4555">
                        <c:v>5</c:v>
                      </c:pt>
                      <c:pt idx="4556">
                        <c:v>5</c:v>
                      </c:pt>
                      <c:pt idx="4557">
                        <c:v>5</c:v>
                      </c:pt>
                      <c:pt idx="4558">
                        <c:v>5</c:v>
                      </c:pt>
                      <c:pt idx="4559">
                        <c:v>5</c:v>
                      </c:pt>
                      <c:pt idx="4560">
                        <c:v>5</c:v>
                      </c:pt>
                      <c:pt idx="4561">
                        <c:v>5</c:v>
                      </c:pt>
                      <c:pt idx="4562">
                        <c:v>5</c:v>
                      </c:pt>
                      <c:pt idx="4563">
                        <c:v>5</c:v>
                      </c:pt>
                      <c:pt idx="4564">
                        <c:v>5</c:v>
                      </c:pt>
                      <c:pt idx="4565">
                        <c:v>5</c:v>
                      </c:pt>
                      <c:pt idx="4566">
                        <c:v>5</c:v>
                      </c:pt>
                      <c:pt idx="4567">
                        <c:v>5</c:v>
                      </c:pt>
                      <c:pt idx="4568">
                        <c:v>5</c:v>
                      </c:pt>
                      <c:pt idx="4569">
                        <c:v>5</c:v>
                      </c:pt>
                      <c:pt idx="4570">
                        <c:v>5</c:v>
                      </c:pt>
                      <c:pt idx="4571">
                        <c:v>5</c:v>
                      </c:pt>
                      <c:pt idx="4572">
                        <c:v>5</c:v>
                      </c:pt>
                      <c:pt idx="4573">
                        <c:v>5</c:v>
                      </c:pt>
                      <c:pt idx="4574">
                        <c:v>5</c:v>
                      </c:pt>
                      <c:pt idx="4575">
                        <c:v>5</c:v>
                      </c:pt>
                      <c:pt idx="4576">
                        <c:v>5</c:v>
                      </c:pt>
                      <c:pt idx="4577">
                        <c:v>5</c:v>
                      </c:pt>
                      <c:pt idx="4578">
                        <c:v>5</c:v>
                      </c:pt>
                      <c:pt idx="4579">
                        <c:v>5</c:v>
                      </c:pt>
                      <c:pt idx="4580">
                        <c:v>5</c:v>
                      </c:pt>
                      <c:pt idx="4581">
                        <c:v>5</c:v>
                      </c:pt>
                      <c:pt idx="4582">
                        <c:v>5</c:v>
                      </c:pt>
                      <c:pt idx="4583">
                        <c:v>5</c:v>
                      </c:pt>
                      <c:pt idx="4584">
                        <c:v>5</c:v>
                      </c:pt>
                      <c:pt idx="4585">
                        <c:v>5</c:v>
                      </c:pt>
                      <c:pt idx="4586">
                        <c:v>5</c:v>
                      </c:pt>
                      <c:pt idx="4587">
                        <c:v>5</c:v>
                      </c:pt>
                      <c:pt idx="4588">
                        <c:v>5</c:v>
                      </c:pt>
                      <c:pt idx="4589">
                        <c:v>5</c:v>
                      </c:pt>
                      <c:pt idx="4590">
                        <c:v>5</c:v>
                      </c:pt>
                      <c:pt idx="4591">
                        <c:v>5</c:v>
                      </c:pt>
                      <c:pt idx="4592">
                        <c:v>5</c:v>
                      </c:pt>
                      <c:pt idx="4593">
                        <c:v>5</c:v>
                      </c:pt>
                      <c:pt idx="4594">
                        <c:v>5</c:v>
                      </c:pt>
                      <c:pt idx="4595">
                        <c:v>5</c:v>
                      </c:pt>
                      <c:pt idx="4596">
                        <c:v>5</c:v>
                      </c:pt>
                      <c:pt idx="4597">
                        <c:v>5</c:v>
                      </c:pt>
                      <c:pt idx="4598">
                        <c:v>5</c:v>
                      </c:pt>
                      <c:pt idx="4599">
                        <c:v>5</c:v>
                      </c:pt>
                      <c:pt idx="4600">
                        <c:v>5</c:v>
                      </c:pt>
                      <c:pt idx="4601">
                        <c:v>5</c:v>
                      </c:pt>
                      <c:pt idx="4602">
                        <c:v>5</c:v>
                      </c:pt>
                      <c:pt idx="4603">
                        <c:v>5</c:v>
                      </c:pt>
                      <c:pt idx="4604">
                        <c:v>5</c:v>
                      </c:pt>
                      <c:pt idx="4605">
                        <c:v>5</c:v>
                      </c:pt>
                      <c:pt idx="4606">
                        <c:v>5</c:v>
                      </c:pt>
                      <c:pt idx="4607">
                        <c:v>5</c:v>
                      </c:pt>
                      <c:pt idx="4608">
                        <c:v>5</c:v>
                      </c:pt>
                      <c:pt idx="4609">
                        <c:v>5</c:v>
                      </c:pt>
                      <c:pt idx="4610">
                        <c:v>5</c:v>
                      </c:pt>
                      <c:pt idx="4611">
                        <c:v>5</c:v>
                      </c:pt>
                      <c:pt idx="4612">
                        <c:v>5</c:v>
                      </c:pt>
                      <c:pt idx="4613">
                        <c:v>5</c:v>
                      </c:pt>
                      <c:pt idx="4614">
                        <c:v>5</c:v>
                      </c:pt>
                      <c:pt idx="4615">
                        <c:v>5</c:v>
                      </c:pt>
                      <c:pt idx="4616">
                        <c:v>5</c:v>
                      </c:pt>
                      <c:pt idx="4617">
                        <c:v>5</c:v>
                      </c:pt>
                      <c:pt idx="4618">
                        <c:v>5</c:v>
                      </c:pt>
                      <c:pt idx="4619">
                        <c:v>5</c:v>
                      </c:pt>
                      <c:pt idx="4620">
                        <c:v>5</c:v>
                      </c:pt>
                      <c:pt idx="4621">
                        <c:v>5</c:v>
                      </c:pt>
                      <c:pt idx="4622">
                        <c:v>5</c:v>
                      </c:pt>
                      <c:pt idx="4623">
                        <c:v>5</c:v>
                      </c:pt>
                      <c:pt idx="4624">
                        <c:v>5</c:v>
                      </c:pt>
                      <c:pt idx="4625">
                        <c:v>5</c:v>
                      </c:pt>
                      <c:pt idx="4626">
                        <c:v>5</c:v>
                      </c:pt>
                      <c:pt idx="4627">
                        <c:v>5</c:v>
                      </c:pt>
                      <c:pt idx="4628">
                        <c:v>5</c:v>
                      </c:pt>
                      <c:pt idx="4629">
                        <c:v>5</c:v>
                      </c:pt>
                      <c:pt idx="4630">
                        <c:v>5</c:v>
                      </c:pt>
                      <c:pt idx="4631">
                        <c:v>5</c:v>
                      </c:pt>
                      <c:pt idx="4632">
                        <c:v>5</c:v>
                      </c:pt>
                      <c:pt idx="4633">
                        <c:v>5</c:v>
                      </c:pt>
                      <c:pt idx="4634">
                        <c:v>5</c:v>
                      </c:pt>
                      <c:pt idx="4635">
                        <c:v>5</c:v>
                      </c:pt>
                      <c:pt idx="4636">
                        <c:v>5</c:v>
                      </c:pt>
                      <c:pt idx="4637">
                        <c:v>5</c:v>
                      </c:pt>
                      <c:pt idx="4638">
                        <c:v>5</c:v>
                      </c:pt>
                      <c:pt idx="4639">
                        <c:v>5</c:v>
                      </c:pt>
                      <c:pt idx="4640">
                        <c:v>5</c:v>
                      </c:pt>
                      <c:pt idx="4641">
                        <c:v>5</c:v>
                      </c:pt>
                      <c:pt idx="4642">
                        <c:v>5</c:v>
                      </c:pt>
                      <c:pt idx="4643">
                        <c:v>5</c:v>
                      </c:pt>
                      <c:pt idx="4644">
                        <c:v>5</c:v>
                      </c:pt>
                      <c:pt idx="4645">
                        <c:v>5</c:v>
                      </c:pt>
                      <c:pt idx="4646">
                        <c:v>5</c:v>
                      </c:pt>
                      <c:pt idx="4647">
                        <c:v>5</c:v>
                      </c:pt>
                      <c:pt idx="4648">
                        <c:v>5</c:v>
                      </c:pt>
                      <c:pt idx="4649">
                        <c:v>5</c:v>
                      </c:pt>
                      <c:pt idx="4650">
                        <c:v>5</c:v>
                      </c:pt>
                      <c:pt idx="4651">
                        <c:v>5</c:v>
                      </c:pt>
                      <c:pt idx="4652">
                        <c:v>5</c:v>
                      </c:pt>
                      <c:pt idx="4653">
                        <c:v>5</c:v>
                      </c:pt>
                      <c:pt idx="4654">
                        <c:v>5</c:v>
                      </c:pt>
                      <c:pt idx="4655">
                        <c:v>5</c:v>
                      </c:pt>
                      <c:pt idx="4656">
                        <c:v>5</c:v>
                      </c:pt>
                      <c:pt idx="4657">
                        <c:v>5</c:v>
                      </c:pt>
                      <c:pt idx="4658">
                        <c:v>5</c:v>
                      </c:pt>
                      <c:pt idx="4659">
                        <c:v>5</c:v>
                      </c:pt>
                      <c:pt idx="4660">
                        <c:v>5</c:v>
                      </c:pt>
                      <c:pt idx="4661">
                        <c:v>5</c:v>
                      </c:pt>
                      <c:pt idx="4662">
                        <c:v>5</c:v>
                      </c:pt>
                      <c:pt idx="4663">
                        <c:v>5</c:v>
                      </c:pt>
                      <c:pt idx="4664">
                        <c:v>5</c:v>
                      </c:pt>
                      <c:pt idx="4665">
                        <c:v>5</c:v>
                      </c:pt>
                      <c:pt idx="4666">
                        <c:v>5</c:v>
                      </c:pt>
                      <c:pt idx="4667">
                        <c:v>5</c:v>
                      </c:pt>
                      <c:pt idx="4668">
                        <c:v>5</c:v>
                      </c:pt>
                      <c:pt idx="4669">
                        <c:v>5</c:v>
                      </c:pt>
                      <c:pt idx="4670">
                        <c:v>5</c:v>
                      </c:pt>
                      <c:pt idx="4671">
                        <c:v>5</c:v>
                      </c:pt>
                      <c:pt idx="4672">
                        <c:v>5</c:v>
                      </c:pt>
                      <c:pt idx="4673">
                        <c:v>5</c:v>
                      </c:pt>
                      <c:pt idx="4674">
                        <c:v>5</c:v>
                      </c:pt>
                      <c:pt idx="4675">
                        <c:v>5</c:v>
                      </c:pt>
                      <c:pt idx="4676">
                        <c:v>5</c:v>
                      </c:pt>
                      <c:pt idx="4677">
                        <c:v>5</c:v>
                      </c:pt>
                      <c:pt idx="4678">
                        <c:v>5</c:v>
                      </c:pt>
                      <c:pt idx="4679">
                        <c:v>5</c:v>
                      </c:pt>
                      <c:pt idx="4680">
                        <c:v>5</c:v>
                      </c:pt>
                      <c:pt idx="4681">
                        <c:v>5</c:v>
                      </c:pt>
                      <c:pt idx="4682">
                        <c:v>5</c:v>
                      </c:pt>
                      <c:pt idx="4683">
                        <c:v>5</c:v>
                      </c:pt>
                      <c:pt idx="4684">
                        <c:v>5</c:v>
                      </c:pt>
                      <c:pt idx="4685">
                        <c:v>5</c:v>
                      </c:pt>
                      <c:pt idx="4686">
                        <c:v>5</c:v>
                      </c:pt>
                      <c:pt idx="4687">
                        <c:v>5</c:v>
                      </c:pt>
                      <c:pt idx="4688">
                        <c:v>5</c:v>
                      </c:pt>
                      <c:pt idx="4689">
                        <c:v>5</c:v>
                      </c:pt>
                      <c:pt idx="4690">
                        <c:v>5</c:v>
                      </c:pt>
                      <c:pt idx="4691">
                        <c:v>5</c:v>
                      </c:pt>
                      <c:pt idx="4692">
                        <c:v>5</c:v>
                      </c:pt>
                      <c:pt idx="4693">
                        <c:v>5</c:v>
                      </c:pt>
                      <c:pt idx="4694">
                        <c:v>5</c:v>
                      </c:pt>
                      <c:pt idx="4695">
                        <c:v>5</c:v>
                      </c:pt>
                      <c:pt idx="4696">
                        <c:v>5</c:v>
                      </c:pt>
                      <c:pt idx="4697">
                        <c:v>5</c:v>
                      </c:pt>
                      <c:pt idx="4698">
                        <c:v>5</c:v>
                      </c:pt>
                      <c:pt idx="4699">
                        <c:v>5</c:v>
                      </c:pt>
                      <c:pt idx="4700">
                        <c:v>5</c:v>
                      </c:pt>
                      <c:pt idx="4701">
                        <c:v>5</c:v>
                      </c:pt>
                      <c:pt idx="4702">
                        <c:v>5</c:v>
                      </c:pt>
                      <c:pt idx="4703">
                        <c:v>5</c:v>
                      </c:pt>
                      <c:pt idx="4704">
                        <c:v>5</c:v>
                      </c:pt>
                      <c:pt idx="4705">
                        <c:v>5</c:v>
                      </c:pt>
                      <c:pt idx="4706">
                        <c:v>5</c:v>
                      </c:pt>
                      <c:pt idx="4707">
                        <c:v>5</c:v>
                      </c:pt>
                      <c:pt idx="4708">
                        <c:v>5</c:v>
                      </c:pt>
                      <c:pt idx="4709">
                        <c:v>5</c:v>
                      </c:pt>
                      <c:pt idx="4710">
                        <c:v>5</c:v>
                      </c:pt>
                      <c:pt idx="4711">
                        <c:v>5</c:v>
                      </c:pt>
                      <c:pt idx="4712">
                        <c:v>5</c:v>
                      </c:pt>
                      <c:pt idx="4713">
                        <c:v>5</c:v>
                      </c:pt>
                      <c:pt idx="4714">
                        <c:v>5</c:v>
                      </c:pt>
                      <c:pt idx="4715">
                        <c:v>5</c:v>
                      </c:pt>
                      <c:pt idx="4716">
                        <c:v>5</c:v>
                      </c:pt>
                      <c:pt idx="4717">
                        <c:v>5.5</c:v>
                      </c:pt>
                      <c:pt idx="4718">
                        <c:v>5.5</c:v>
                      </c:pt>
                      <c:pt idx="4719">
                        <c:v>5.5</c:v>
                      </c:pt>
                      <c:pt idx="4720">
                        <c:v>5.5</c:v>
                      </c:pt>
                      <c:pt idx="4721">
                        <c:v>5.5</c:v>
                      </c:pt>
                      <c:pt idx="4722">
                        <c:v>5.5</c:v>
                      </c:pt>
                      <c:pt idx="4723">
                        <c:v>5.5</c:v>
                      </c:pt>
                      <c:pt idx="4724">
                        <c:v>5.5</c:v>
                      </c:pt>
                      <c:pt idx="4725">
                        <c:v>5.5</c:v>
                      </c:pt>
                      <c:pt idx="4726">
                        <c:v>5.5</c:v>
                      </c:pt>
                      <c:pt idx="4727">
                        <c:v>5.5</c:v>
                      </c:pt>
                      <c:pt idx="4728">
                        <c:v>5.5</c:v>
                      </c:pt>
                      <c:pt idx="4729">
                        <c:v>5.5</c:v>
                      </c:pt>
                      <c:pt idx="4730">
                        <c:v>5.5</c:v>
                      </c:pt>
                      <c:pt idx="4731">
                        <c:v>5.5</c:v>
                      </c:pt>
                      <c:pt idx="4732">
                        <c:v>5.5</c:v>
                      </c:pt>
                      <c:pt idx="4733">
                        <c:v>5.5</c:v>
                      </c:pt>
                      <c:pt idx="4734">
                        <c:v>5.5</c:v>
                      </c:pt>
                      <c:pt idx="4735">
                        <c:v>5.5</c:v>
                      </c:pt>
                      <c:pt idx="4736">
                        <c:v>5.5</c:v>
                      </c:pt>
                      <c:pt idx="4737">
                        <c:v>5.5</c:v>
                      </c:pt>
                      <c:pt idx="4738">
                        <c:v>5.5</c:v>
                      </c:pt>
                      <c:pt idx="4739">
                        <c:v>5.5</c:v>
                      </c:pt>
                      <c:pt idx="4740">
                        <c:v>5.5</c:v>
                      </c:pt>
                      <c:pt idx="4741">
                        <c:v>5.5</c:v>
                      </c:pt>
                      <c:pt idx="4742">
                        <c:v>5.5</c:v>
                      </c:pt>
                      <c:pt idx="4743">
                        <c:v>5.5</c:v>
                      </c:pt>
                      <c:pt idx="4744">
                        <c:v>5.5</c:v>
                      </c:pt>
                      <c:pt idx="4745">
                        <c:v>5.5</c:v>
                      </c:pt>
                      <c:pt idx="4746">
                        <c:v>5.5</c:v>
                      </c:pt>
                      <c:pt idx="4747">
                        <c:v>5.5</c:v>
                      </c:pt>
                      <c:pt idx="4748">
                        <c:v>5.5</c:v>
                      </c:pt>
                      <c:pt idx="4749">
                        <c:v>5.5</c:v>
                      </c:pt>
                      <c:pt idx="4750">
                        <c:v>5.5</c:v>
                      </c:pt>
                      <c:pt idx="4751">
                        <c:v>5.5</c:v>
                      </c:pt>
                      <c:pt idx="4752">
                        <c:v>5.5</c:v>
                      </c:pt>
                      <c:pt idx="4753">
                        <c:v>5.5</c:v>
                      </c:pt>
                      <c:pt idx="4754">
                        <c:v>5.5</c:v>
                      </c:pt>
                      <c:pt idx="4755">
                        <c:v>5.5</c:v>
                      </c:pt>
                      <c:pt idx="4756">
                        <c:v>5.5</c:v>
                      </c:pt>
                      <c:pt idx="4757">
                        <c:v>5.5</c:v>
                      </c:pt>
                      <c:pt idx="4758">
                        <c:v>5.5</c:v>
                      </c:pt>
                      <c:pt idx="4759">
                        <c:v>5.5</c:v>
                      </c:pt>
                      <c:pt idx="4760">
                        <c:v>5.5</c:v>
                      </c:pt>
                      <c:pt idx="4761">
                        <c:v>5.5</c:v>
                      </c:pt>
                      <c:pt idx="4762">
                        <c:v>5.5</c:v>
                      </c:pt>
                      <c:pt idx="4763">
                        <c:v>5.5</c:v>
                      </c:pt>
                      <c:pt idx="4764">
                        <c:v>5.5</c:v>
                      </c:pt>
                      <c:pt idx="4765">
                        <c:v>5.5</c:v>
                      </c:pt>
                      <c:pt idx="4766">
                        <c:v>5.5</c:v>
                      </c:pt>
                      <c:pt idx="4767">
                        <c:v>5.5</c:v>
                      </c:pt>
                      <c:pt idx="4768">
                        <c:v>5.5</c:v>
                      </c:pt>
                      <c:pt idx="4769">
                        <c:v>5.5</c:v>
                      </c:pt>
                      <c:pt idx="4770">
                        <c:v>5.5</c:v>
                      </c:pt>
                      <c:pt idx="4771">
                        <c:v>5.5</c:v>
                      </c:pt>
                      <c:pt idx="4772">
                        <c:v>5.5</c:v>
                      </c:pt>
                      <c:pt idx="4773">
                        <c:v>5.5</c:v>
                      </c:pt>
                      <c:pt idx="4774">
                        <c:v>5.5</c:v>
                      </c:pt>
                      <c:pt idx="4775">
                        <c:v>5.5</c:v>
                      </c:pt>
                      <c:pt idx="4776">
                        <c:v>5.5</c:v>
                      </c:pt>
                      <c:pt idx="4777">
                        <c:v>5.5</c:v>
                      </c:pt>
                      <c:pt idx="4778">
                        <c:v>5.5</c:v>
                      </c:pt>
                      <c:pt idx="4779">
                        <c:v>5.5</c:v>
                      </c:pt>
                      <c:pt idx="4780">
                        <c:v>5.5</c:v>
                      </c:pt>
                      <c:pt idx="4781">
                        <c:v>5.5</c:v>
                      </c:pt>
                      <c:pt idx="4782">
                        <c:v>5.5</c:v>
                      </c:pt>
                      <c:pt idx="4783">
                        <c:v>5.5</c:v>
                      </c:pt>
                      <c:pt idx="4784">
                        <c:v>5.5</c:v>
                      </c:pt>
                      <c:pt idx="4785">
                        <c:v>5.5</c:v>
                      </c:pt>
                      <c:pt idx="4786">
                        <c:v>5.5</c:v>
                      </c:pt>
                      <c:pt idx="4787">
                        <c:v>5.5</c:v>
                      </c:pt>
                      <c:pt idx="4788">
                        <c:v>5.5</c:v>
                      </c:pt>
                      <c:pt idx="4789">
                        <c:v>5.5</c:v>
                      </c:pt>
                      <c:pt idx="4790">
                        <c:v>5.5</c:v>
                      </c:pt>
                      <c:pt idx="4791">
                        <c:v>5.5</c:v>
                      </c:pt>
                      <c:pt idx="4792">
                        <c:v>5.5</c:v>
                      </c:pt>
                      <c:pt idx="4793">
                        <c:v>5.5</c:v>
                      </c:pt>
                      <c:pt idx="4794">
                        <c:v>5.5</c:v>
                      </c:pt>
                      <c:pt idx="4795">
                        <c:v>5.5</c:v>
                      </c:pt>
                      <c:pt idx="4796">
                        <c:v>5.5</c:v>
                      </c:pt>
                      <c:pt idx="4797">
                        <c:v>5.5</c:v>
                      </c:pt>
                      <c:pt idx="4798">
                        <c:v>5.5</c:v>
                      </c:pt>
                      <c:pt idx="4799">
                        <c:v>5.5</c:v>
                      </c:pt>
                      <c:pt idx="4800">
                        <c:v>5.5</c:v>
                      </c:pt>
                      <c:pt idx="4801">
                        <c:v>5.5</c:v>
                      </c:pt>
                      <c:pt idx="4802">
                        <c:v>5.5</c:v>
                      </c:pt>
                      <c:pt idx="4803">
                        <c:v>5.5</c:v>
                      </c:pt>
                      <c:pt idx="4804">
                        <c:v>5.5</c:v>
                      </c:pt>
                      <c:pt idx="4805">
                        <c:v>5.5</c:v>
                      </c:pt>
                      <c:pt idx="4806">
                        <c:v>5.5</c:v>
                      </c:pt>
                      <c:pt idx="4807">
                        <c:v>5.5</c:v>
                      </c:pt>
                      <c:pt idx="4808">
                        <c:v>5.5</c:v>
                      </c:pt>
                      <c:pt idx="4809">
                        <c:v>5.5</c:v>
                      </c:pt>
                      <c:pt idx="4810">
                        <c:v>5.5</c:v>
                      </c:pt>
                      <c:pt idx="4811">
                        <c:v>5.5</c:v>
                      </c:pt>
                      <c:pt idx="4812">
                        <c:v>5.5</c:v>
                      </c:pt>
                      <c:pt idx="4813">
                        <c:v>5.5</c:v>
                      </c:pt>
                      <c:pt idx="4814">
                        <c:v>5.5</c:v>
                      </c:pt>
                      <c:pt idx="4815">
                        <c:v>5.5</c:v>
                      </c:pt>
                      <c:pt idx="4816">
                        <c:v>5.5</c:v>
                      </c:pt>
                      <c:pt idx="4817">
                        <c:v>5.5</c:v>
                      </c:pt>
                      <c:pt idx="4818">
                        <c:v>5.5</c:v>
                      </c:pt>
                      <c:pt idx="4819">
                        <c:v>5.5</c:v>
                      </c:pt>
                      <c:pt idx="4820">
                        <c:v>5.5</c:v>
                      </c:pt>
                      <c:pt idx="4821">
                        <c:v>5.5</c:v>
                      </c:pt>
                      <c:pt idx="4822">
                        <c:v>5.5</c:v>
                      </c:pt>
                      <c:pt idx="4823">
                        <c:v>5.5</c:v>
                      </c:pt>
                      <c:pt idx="4824">
                        <c:v>5.5</c:v>
                      </c:pt>
                      <c:pt idx="4825">
                        <c:v>5.5</c:v>
                      </c:pt>
                      <c:pt idx="4826">
                        <c:v>5.5</c:v>
                      </c:pt>
                      <c:pt idx="4827">
                        <c:v>5.5</c:v>
                      </c:pt>
                      <c:pt idx="4828">
                        <c:v>5.5</c:v>
                      </c:pt>
                      <c:pt idx="4829">
                        <c:v>5.5</c:v>
                      </c:pt>
                      <c:pt idx="4830">
                        <c:v>5.5</c:v>
                      </c:pt>
                      <c:pt idx="4831">
                        <c:v>5.5</c:v>
                      </c:pt>
                      <c:pt idx="4832">
                        <c:v>5.5</c:v>
                      </c:pt>
                      <c:pt idx="4833">
                        <c:v>5.5</c:v>
                      </c:pt>
                      <c:pt idx="4834">
                        <c:v>5.5</c:v>
                      </c:pt>
                      <c:pt idx="4835">
                        <c:v>5.5</c:v>
                      </c:pt>
                      <c:pt idx="4836">
                        <c:v>5.5</c:v>
                      </c:pt>
                      <c:pt idx="4837">
                        <c:v>5.5</c:v>
                      </c:pt>
                      <c:pt idx="4838">
                        <c:v>5.75</c:v>
                      </c:pt>
                      <c:pt idx="4839">
                        <c:v>5.75</c:v>
                      </c:pt>
                      <c:pt idx="4840">
                        <c:v>5.75</c:v>
                      </c:pt>
                      <c:pt idx="4841">
                        <c:v>5.75</c:v>
                      </c:pt>
                      <c:pt idx="4842">
                        <c:v>5.75</c:v>
                      </c:pt>
                      <c:pt idx="4843">
                        <c:v>5.75</c:v>
                      </c:pt>
                      <c:pt idx="4844">
                        <c:v>5.75</c:v>
                      </c:pt>
                      <c:pt idx="4845">
                        <c:v>5.75</c:v>
                      </c:pt>
                      <c:pt idx="4846">
                        <c:v>5.75</c:v>
                      </c:pt>
                      <c:pt idx="4847">
                        <c:v>5.75</c:v>
                      </c:pt>
                      <c:pt idx="4848">
                        <c:v>5.75</c:v>
                      </c:pt>
                      <c:pt idx="4849">
                        <c:v>5.75</c:v>
                      </c:pt>
                      <c:pt idx="4850">
                        <c:v>5.75</c:v>
                      </c:pt>
                      <c:pt idx="4851">
                        <c:v>5.75</c:v>
                      </c:pt>
                      <c:pt idx="4852">
                        <c:v>5.75</c:v>
                      </c:pt>
                      <c:pt idx="4853">
                        <c:v>5.75</c:v>
                      </c:pt>
                      <c:pt idx="4854">
                        <c:v>5.75</c:v>
                      </c:pt>
                      <c:pt idx="4855">
                        <c:v>5.75</c:v>
                      </c:pt>
                      <c:pt idx="4856">
                        <c:v>5.75</c:v>
                      </c:pt>
                      <c:pt idx="4857">
                        <c:v>5.75</c:v>
                      </c:pt>
                      <c:pt idx="4858">
                        <c:v>5.75</c:v>
                      </c:pt>
                      <c:pt idx="4859">
                        <c:v>5.75</c:v>
                      </c:pt>
                      <c:pt idx="4860">
                        <c:v>5.75</c:v>
                      </c:pt>
                      <c:pt idx="4861">
                        <c:v>5.75</c:v>
                      </c:pt>
                      <c:pt idx="4862">
                        <c:v>5.75</c:v>
                      </c:pt>
                      <c:pt idx="4863">
                        <c:v>5.75</c:v>
                      </c:pt>
                      <c:pt idx="4864">
                        <c:v>5.75</c:v>
                      </c:pt>
                      <c:pt idx="4865">
                        <c:v>5.75</c:v>
                      </c:pt>
                      <c:pt idx="4866">
                        <c:v>5.75</c:v>
                      </c:pt>
                      <c:pt idx="4867">
                        <c:v>5.75</c:v>
                      </c:pt>
                      <c:pt idx="4868">
                        <c:v>5.75</c:v>
                      </c:pt>
                      <c:pt idx="4869">
                        <c:v>5.75</c:v>
                      </c:pt>
                      <c:pt idx="4870">
                        <c:v>5.75</c:v>
                      </c:pt>
                      <c:pt idx="4871">
                        <c:v>5.75</c:v>
                      </c:pt>
                      <c:pt idx="4872">
                        <c:v>5.75</c:v>
                      </c:pt>
                      <c:pt idx="4873">
                        <c:v>5.75</c:v>
                      </c:pt>
                      <c:pt idx="4874">
                        <c:v>5.75</c:v>
                      </c:pt>
                      <c:pt idx="4875">
                        <c:v>5.75</c:v>
                      </c:pt>
                      <c:pt idx="4876">
                        <c:v>5.75</c:v>
                      </c:pt>
                      <c:pt idx="4877">
                        <c:v>5.75</c:v>
                      </c:pt>
                      <c:pt idx="4878">
                        <c:v>5.75</c:v>
                      </c:pt>
                      <c:pt idx="4879">
                        <c:v>5.75</c:v>
                      </c:pt>
                      <c:pt idx="4880">
                        <c:v>5.75</c:v>
                      </c:pt>
                      <c:pt idx="4881">
                        <c:v>5.75</c:v>
                      </c:pt>
                      <c:pt idx="4882">
                        <c:v>5.75</c:v>
                      </c:pt>
                      <c:pt idx="4883">
                        <c:v>5.75</c:v>
                      </c:pt>
                      <c:pt idx="4884">
                        <c:v>5.75</c:v>
                      </c:pt>
                      <c:pt idx="4885">
                        <c:v>5.75</c:v>
                      </c:pt>
                      <c:pt idx="4886">
                        <c:v>5.75</c:v>
                      </c:pt>
                      <c:pt idx="4887">
                        <c:v>5.75</c:v>
                      </c:pt>
                      <c:pt idx="4888">
                        <c:v>5.75</c:v>
                      </c:pt>
                      <c:pt idx="4889">
                        <c:v>5.75</c:v>
                      </c:pt>
                      <c:pt idx="4890">
                        <c:v>5.75</c:v>
                      </c:pt>
                      <c:pt idx="4891">
                        <c:v>5.75</c:v>
                      </c:pt>
                      <c:pt idx="4892">
                        <c:v>5.75</c:v>
                      </c:pt>
                      <c:pt idx="4893">
                        <c:v>5.75</c:v>
                      </c:pt>
                      <c:pt idx="4894">
                        <c:v>5.75</c:v>
                      </c:pt>
                      <c:pt idx="4895">
                        <c:v>5.75</c:v>
                      </c:pt>
                      <c:pt idx="4896">
                        <c:v>5.75</c:v>
                      </c:pt>
                      <c:pt idx="4897">
                        <c:v>5.75</c:v>
                      </c:pt>
                      <c:pt idx="4898">
                        <c:v>5.75</c:v>
                      </c:pt>
                      <c:pt idx="4899">
                        <c:v>5.75</c:v>
                      </c:pt>
                      <c:pt idx="4900">
                        <c:v>5.75</c:v>
                      </c:pt>
                      <c:pt idx="4901">
                        <c:v>5.75</c:v>
                      </c:pt>
                      <c:pt idx="4902">
                        <c:v>5.75</c:v>
                      </c:pt>
                      <c:pt idx="4903">
                        <c:v>5.75</c:v>
                      </c:pt>
                      <c:pt idx="4904">
                        <c:v>5.75</c:v>
                      </c:pt>
                      <c:pt idx="4905">
                        <c:v>5.75</c:v>
                      </c:pt>
                      <c:pt idx="4906">
                        <c:v>5.75</c:v>
                      </c:pt>
                      <c:pt idx="4907">
                        <c:v>5.75</c:v>
                      </c:pt>
                      <c:pt idx="4908">
                        <c:v>5.75</c:v>
                      </c:pt>
                      <c:pt idx="4909">
                        <c:v>5.75</c:v>
                      </c:pt>
                      <c:pt idx="4910">
                        <c:v>5.75</c:v>
                      </c:pt>
                      <c:pt idx="4911">
                        <c:v>5.75</c:v>
                      </c:pt>
                      <c:pt idx="4912">
                        <c:v>5.75</c:v>
                      </c:pt>
                      <c:pt idx="4913">
                        <c:v>5.75</c:v>
                      </c:pt>
                      <c:pt idx="4914">
                        <c:v>5.75</c:v>
                      </c:pt>
                      <c:pt idx="4915">
                        <c:v>5.75</c:v>
                      </c:pt>
                      <c:pt idx="4916">
                        <c:v>5.75</c:v>
                      </c:pt>
                      <c:pt idx="4917">
                        <c:v>5.75</c:v>
                      </c:pt>
                      <c:pt idx="4918">
                        <c:v>5.75</c:v>
                      </c:pt>
                      <c:pt idx="4919">
                        <c:v>5.75</c:v>
                      </c:pt>
                      <c:pt idx="4920">
                        <c:v>5.75</c:v>
                      </c:pt>
                      <c:pt idx="4921">
                        <c:v>5.75</c:v>
                      </c:pt>
                      <c:pt idx="4922">
                        <c:v>5.75</c:v>
                      </c:pt>
                      <c:pt idx="4923">
                        <c:v>5.75</c:v>
                      </c:pt>
                      <c:pt idx="4924">
                        <c:v>5.75</c:v>
                      </c:pt>
                      <c:pt idx="4925">
                        <c:v>5.75</c:v>
                      </c:pt>
                      <c:pt idx="4926">
                        <c:v>5.75</c:v>
                      </c:pt>
                      <c:pt idx="4927">
                        <c:v>5.75</c:v>
                      </c:pt>
                      <c:pt idx="4928">
                        <c:v>5.75</c:v>
                      </c:pt>
                      <c:pt idx="4929">
                        <c:v>5.75</c:v>
                      </c:pt>
                      <c:pt idx="4930">
                        <c:v>5.75</c:v>
                      </c:pt>
                      <c:pt idx="4931">
                        <c:v>5.75</c:v>
                      </c:pt>
                      <c:pt idx="4932">
                        <c:v>5.75</c:v>
                      </c:pt>
                      <c:pt idx="4933">
                        <c:v>5.75</c:v>
                      </c:pt>
                      <c:pt idx="4934">
                        <c:v>5.75</c:v>
                      </c:pt>
                      <c:pt idx="4935">
                        <c:v>5.75</c:v>
                      </c:pt>
                      <c:pt idx="4936">
                        <c:v>5.75</c:v>
                      </c:pt>
                      <c:pt idx="4937">
                        <c:v>5.75</c:v>
                      </c:pt>
                      <c:pt idx="4938">
                        <c:v>5.75</c:v>
                      </c:pt>
                      <c:pt idx="4939">
                        <c:v>5.75</c:v>
                      </c:pt>
                      <c:pt idx="4940">
                        <c:v>5.75</c:v>
                      </c:pt>
                      <c:pt idx="4941">
                        <c:v>5.75</c:v>
                      </c:pt>
                      <c:pt idx="4942">
                        <c:v>5.75</c:v>
                      </c:pt>
                      <c:pt idx="4943">
                        <c:v>5.75</c:v>
                      </c:pt>
                      <c:pt idx="4944">
                        <c:v>5.75</c:v>
                      </c:pt>
                      <c:pt idx="4945">
                        <c:v>5.75</c:v>
                      </c:pt>
                      <c:pt idx="4946">
                        <c:v>5.75</c:v>
                      </c:pt>
                      <c:pt idx="4947">
                        <c:v>5.75</c:v>
                      </c:pt>
                      <c:pt idx="4948">
                        <c:v>5.75</c:v>
                      </c:pt>
                      <c:pt idx="4949">
                        <c:v>5.75</c:v>
                      </c:pt>
                      <c:pt idx="4950">
                        <c:v>5.75</c:v>
                      </c:pt>
                      <c:pt idx="4951">
                        <c:v>5.75</c:v>
                      </c:pt>
                      <c:pt idx="4952">
                        <c:v>5.75</c:v>
                      </c:pt>
                      <c:pt idx="4953">
                        <c:v>5.75</c:v>
                      </c:pt>
                      <c:pt idx="4954">
                        <c:v>5.75</c:v>
                      </c:pt>
                      <c:pt idx="4955">
                        <c:v>5.75</c:v>
                      </c:pt>
                      <c:pt idx="4956">
                        <c:v>5.75</c:v>
                      </c:pt>
                      <c:pt idx="4957">
                        <c:v>5.75</c:v>
                      </c:pt>
                      <c:pt idx="4958">
                        <c:v>5.75</c:v>
                      </c:pt>
                      <c:pt idx="4959">
                        <c:v>5.75</c:v>
                      </c:pt>
                      <c:pt idx="4960">
                        <c:v>5.75</c:v>
                      </c:pt>
                      <c:pt idx="4961">
                        <c:v>5.75</c:v>
                      </c:pt>
                      <c:pt idx="4962">
                        <c:v>5.75</c:v>
                      </c:pt>
                      <c:pt idx="4963">
                        <c:v>5.75</c:v>
                      </c:pt>
                      <c:pt idx="4964">
                        <c:v>5.75</c:v>
                      </c:pt>
                      <c:pt idx="4965">
                        <c:v>5.75</c:v>
                      </c:pt>
                      <c:pt idx="4966">
                        <c:v>5.75</c:v>
                      </c:pt>
                      <c:pt idx="4967">
                        <c:v>5.75</c:v>
                      </c:pt>
                      <c:pt idx="4968">
                        <c:v>5.75</c:v>
                      </c:pt>
                      <c:pt idx="4969">
                        <c:v>5.75</c:v>
                      </c:pt>
                      <c:pt idx="4970">
                        <c:v>5.75</c:v>
                      </c:pt>
                      <c:pt idx="4971">
                        <c:v>5.75</c:v>
                      </c:pt>
                      <c:pt idx="4972">
                        <c:v>5.75</c:v>
                      </c:pt>
                      <c:pt idx="4973">
                        <c:v>5.75</c:v>
                      </c:pt>
                      <c:pt idx="4974">
                        <c:v>5.75</c:v>
                      </c:pt>
                      <c:pt idx="4975">
                        <c:v>5.75</c:v>
                      </c:pt>
                      <c:pt idx="4976">
                        <c:v>5.75</c:v>
                      </c:pt>
                      <c:pt idx="4977">
                        <c:v>5.75</c:v>
                      </c:pt>
                      <c:pt idx="4978">
                        <c:v>5.75</c:v>
                      </c:pt>
                      <c:pt idx="4979">
                        <c:v>5.75</c:v>
                      </c:pt>
                      <c:pt idx="4980">
                        <c:v>5.75</c:v>
                      </c:pt>
                      <c:pt idx="4981">
                        <c:v>5.75</c:v>
                      </c:pt>
                      <c:pt idx="4982">
                        <c:v>5.75</c:v>
                      </c:pt>
                      <c:pt idx="4983">
                        <c:v>5.75</c:v>
                      </c:pt>
                      <c:pt idx="4984">
                        <c:v>5.75</c:v>
                      </c:pt>
                      <c:pt idx="4985">
                        <c:v>5.75</c:v>
                      </c:pt>
                      <c:pt idx="4986">
                        <c:v>5.75</c:v>
                      </c:pt>
                      <c:pt idx="4987">
                        <c:v>5.75</c:v>
                      </c:pt>
                      <c:pt idx="4988">
                        <c:v>5.75</c:v>
                      </c:pt>
                      <c:pt idx="4989">
                        <c:v>5.75</c:v>
                      </c:pt>
                      <c:pt idx="4990">
                        <c:v>5.75</c:v>
                      </c:pt>
                      <c:pt idx="4991">
                        <c:v>5.75</c:v>
                      </c:pt>
                      <c:pt idx="4992">
                        <c:v>5.75</c:v>
                      </c:pt>
                      <c:pt idx="4993">
                        <c:v>5.75</c:v>
                      </c:pt>
                      <c:pt idx="4994">
                        <c:v>5.75</c:v>
                      </c:pt>
                      <c:pt idx="4995">
                        <c:v>5.75</c:v>
                      </c:pt>
                      <c:pt idx="4996">
                        <c:v>5.75</c:v>
                      </c:pt>
                      <c:pt idx="4997">
                        <c:v>5.75</c:v>
                      </c:pt>
                      <c:pt idx="4998">
                        <c:v>5.75</c:v>
                      </c:pt>
                      <c:pt idx="4999">
                        <c:v>5.75</c:v>
                      </c:pt>
                      <c:pt idx="5000">
                        <c:v>5.75</c:v>
                      </c:pt>
                      <c:pt idx="5001">
                        <c:v>5.75</c:v>
                      </c:pt>
                      <c:pt idx="5002">
                        <c:v>5.75</c:v>
                      </c:pt>
                      <c:pt idx="5003">
                        <c:v>5.75</c:v>
                      </c:pt>
                      <c:pt idx="5004">
                        <c:v>5.75</c:v>
                      </c:pt>
                      <c:pt idx="5005">
                        <c:v>5.75</c:v>
                      </c:pt>
                      <c:pt idx="5006">
                        <c:v>5.75</c:v>
                      </c:pt>
                      <c:pt idx="5007">
                        <c:v>5.75</c:v>
                      </c:pt>
                      <c:pt idx="5008">
                        <c:v>5.75</c:v>
                      </c:pt>
                      <c:pt idx="5009">
                        <c:v>5.75</c:v>
                      </c:pt>
                      <c:pt idx="5010">
                        <c:v>5.75</c:v>
                      </c:pt>
                      <c:pt idx="5011">
                        <c:v>5.75</c:v>
                      </c:pt>
                      <c:pt idx="5012">
                        <c:v>5.75</c:v>
                      </c:pt>
                      <c:pt idx="5013">
                        <c:v>5.75</c:v>
                      </c:pt>
                      <c:pt idx="5014">
                        <c:v>5.75</c:v>
                      </c:pt>
                      <c:pt idx="5015">
                        <c:v>5.75</c:v>
                      </c:pt>
                      <c:pt idx="5016">
                        <c:v>5.75</c:v>
                      </c:pt>
                      <c:pt idx="5017">
                        <c:v>5.75</c:v>
                      </c:pt>
                      <c:pt idx="5018">
                        <c:v>5.75</c:v>
                      </c:pt>
                      <c:pt idx="5019">
                        <c:v>5.75</c:v>
                      </c:pt>
                      <c:pt idx="5020">
                        <c:v>5.75</c:v>
                      </c:pt>
                      <c:pt idx="5021">
                        <c:v>5.75</c:v>
                      </c:pt>
                      <c:pt idx="5022">
                        <c:v>5.75</c:v>
                      </c:pt>
                      <c:pt idx="5023">
                        <c:v>5.75</c:v>
                      </c:pt>
                      <c:pt idx="5024">
                        <c:v>5.75</c:v>
                      </c:pt>
                      <c:pt idx="5025">
                        <c:v>5.75</c:v>
                      </c:pt>
                      <c:pt idx="5026">
                        <c:v>5.75</c:v>
                      </c:pt>
                      <c:pt idx="5027">
                        <c:v>5.75</c:v>
                      </c:pt>
                      <c:pt idx="5028">
                        <c:v>5.75</c:v>
                      </c:pt>
                      <c:pt idx="5029">
                        <c:v>5.75</c:v>
                      </c:pt>
                      <c:pt idx="5030">
                        <c:v>5.75</c:v>
                      </c:pt>
                      <c:pt idx="5031">
                        <c:v>5.75</c:v>
                      </c:pt>
                      <c:pt idx="5032">
                        <c:v>5.75</c:v>
                      </c:pt>
                      <c:pt idx="5033">
                        <c:v>5.75</c:v>
                      </c:pt>
                      <c:pt idx="5034">
                        <c:v>5.75</c:v>
                      </c:pt>
                      <c:pt idx="5035">
                        <c:v>5.75</c:v>
                      </c:pt>
                      <c:pt idx="5036">
                        <c:v>5.75</c:v>
                      </c:pt>
                      <c:pt idx="5037">
                        <c:v>5.75</c:v>
                      </c:pt>
                      <c:pt idx="5038">
                        <c:v>5.75</c:v>
                      </c:pt>
                      <c:pt idx="5039">
                        <c:v>5.75</c:v>
                      </c:pt>
                      <c:pt idx="5040">
                        <c:v>5.75</c:v>
                      </c:pt>
                      <c:pt idx="5041">
                        <c:v>5.75</c:v>
                      </c:pt>
                      <c:pt idx="5042">
                        <c:v>5.75</c:v>
                      </c:pt>
                      <c:pt idx="5043">
                        <c:v>5.75</c:v>
                      </c:pt>
                      <c:pt idx="5044">
                        <c:v>5.75</c:v>
                      </c:pt>
                      <c:pt idx="5045">
                        <c:v>5.75</c:v>
                      </c:pt>
                      <c:pt idx="5046">
                        <c:v>5.75</c:v>
                      </c:pt>
                      <c:pt idx="5047">
                        <c:v>5.75</c:v>
                      </c:pt>
                      <c:pt idx="5048">
                        <c:v>5.75</c:v>
                      </c:pt>
                      <c:pt idx="5049">
                        <c:v>5.75</c:v>
                      </c:pt>
                      <c:pt idx="5050">
                        <c:v>5.75</c:v>
                      </c:pt>
                      <c:pt idx="5051">
                        <c:v>5.75</c:v>
                      </c:pt>
                      <c:pt idx="5052">
                        <c:v>5.75</c:v>
                      </c:pt>
                      <c:pt idx="5053">
                        <c:v>5.75</c:v>
                      </c:pt>
                      <c:pt idx="5054">
                        <c:v>5.75</c:v>
                      </c:pt>
                      <c:pt idx="5055">
                        <c:v>5.75</c:v>
                      </c:pt>
                      <c:pt idx="5056">
                        <c:v>5.75</c:v>
                      </c:pt>
                      <c:pt idx="5057">
                        <c:v>5.75</c:v>
                      </c:pt>
                      <c:pt idx="5058">
                        <c:v>5.75</c:v>
                      </c:pt>
                      <c:pt idx="5059">
                        <c:v>5.75</c:v>
                      </c:pt>
                      <c:pt idx="5060">
                        <c:v>5.75</c:v>
                      </c:pt>
                      <c:pt idx="5061">
                        <c:v>5.75</c:v>
                      </c:pt>
                      <c:pt idx="5062">
                        <c:v>5.75</c:v>
                      </c:pt>
                      <c:pt idx="5063">
                        <c:v>5.75</c:v>
                      </c:pt>
                      <c:pt idx="5064">
                        <c:v>5.75</c:v>
                      </c:pt>
                      <c:pt idx="5065">
                        <c:v>5.75</c:v>
                      </c:pt>
                      <c:pt idx="5066">
                        <c:v>5.75</c:v>
                      </c:pt>
                      <c:pt idx="5067">
                        <c:v>5.75</c:v>
                      </c:pt>
                      <c:pt idx="5068">
                        <c:v>5.75</c:v>
                      </c:pt>
                      <c:pt idx="5069">
                        <c:v>5.75</c:v>
                      </c:pt>
                      <c:pt idx="5070">
                        <c:v>5.75</c:v>
                      </c:pt>
                      <c:pt idx="5071">
                        <c:v>5.75</c:v>
                      </c:pt>
                      <c:pt idx="5072">
                        <c:v>5.75</c:v>
                      </c:pt>
                      <c:pt idx="5073">
                        <c:v>5.75</c:v>
                      </c:pt>
                      <c:pt idx="5074">
                        <c:v>5.75</c:v>
                      </c:pt>
                      <c:pt idx="5075">
                        <c:v>5.75</c:v>
                      </c:pt>
                      <c:pt idx="5076">
                        <c:v>5.75</c:v>
                      </c:pt>
                      <c:pt idx="5077">
                        <c:v>5.75</c:v>
                      </c:pt>
                      <c:pt idx="5078">
                        <c:v>5.75</c:v>
                      </c:pt>
                      <c:pt idx="5079">
                        <c:v>5.75</c:v>
                      </c:pt>
                      <c:pt idx="5080">
                        <c:v>5.75</c:v>
                      </c:pt>
                      <c:pt idx="5081">
                        <c:v>5.75</c:v>
                      </c:pt>
                      <c:pt idx="5082">
                        <c:v>5.75</c:v>
                      </c:pt>
                      <c:pt idx="5083">
                        <c:v>5.75</c:v>
                      </c:pt>
                      <c:pt idx="5084">
                        <c:v>5.75</c:v>
                      </c:pt>
                      <c:pt idx="5085">
                        <c:v>5.75</c:v>
                      </c:pt>
                      <c:pt idx="5086">
                        <c:v>5.75</c:v>
                      </c:pt>
                      <c:pt idx="5087">
                        <c:v>5.75</c:v>
                      </c:pt>
                      <c:pt idx="5088">
                        <c:v>5.75</c:v>
                      </c:pt>
                      <c:pt idx="5089">
                        <c:v>5.75</c:v>
                      </c:pt>
                      <c:pt idx="5090">
                        <c:v>5.75</c:v>
                      </c:pt>
                      <c:pt idx="5091">
                        <c:v>5.75</c:v>
                      </c:pt>
                      <c:pt idx="5092">
                        <c:v>5.75</c:v>
                      </c:pt>
                      <c:pt idx="5093">
                        <c:v>5.75</c:v>
                      </c:pt>
                      <c:pt idx="5094">
                        <c:v>5.75</c:v>
                      </c:pt>
                      <c:pt idx="5095">
                        <c:v>5.75</c:v>
                      </c:pt>
                      <c:pt idx="5096">
                        <c:v>5.75</c:v>
                      </c:pt>
                      <c:pt idx="5097">
                        <c:v>5.75</c:v>
                      </c:pt>
                      <c:pt idx="5098">
                        <c:v>5.75</c:v>
                      </c:pt>
                      <c:pt idx="5099">
                        <c:v>5.75</c:v>
                      </c:pt>
                      <c:pt idx="5100">
                        <c:v>5.75</c:v>
                      </c:pt>
                      <c:pt idx="5101">
                        <c:v>5.75</c:v>
                      </c:pt>
                      <c:pt idx="5102">
                        <c:v>5.75</c:v>
                      </c:pt>
                      <c:pt idx="5103">
                        <c:v>6</c:v>
                      </c:pt>
                      <c:pt idx="5104">
                        <c:v>6</c:v>
                      </c:pt>
                      <c:pt idx="5105">
                        <c:v>6</c:v>
                      </c:pt>
                      <c:pt idx="5106">
                        <c:v>6</c:v>
                      </c:pt>
                      <c:pt idx="5107">
                        <c:v>6</c:v>
                      </c:pt>
                      <c:pt idx="5108">
                        <c:v>6</c:v>
                      </c:pt>
                      <c:pt idx="5109">
                        <c:v>6</c:v>
                      </c:pt>
                      <c:pt idx="5110">
                        <c:v>6</c:v>
                      </c:pt>
                      <c:pt idx="5111">
                        <c:v>6</c:v>
                      </c:pt>
                      <c:pt idx="5112">
                        <c:v>6</c:v>
                      </c:pt>
                      <c:pt idx="5113">
                        <c:v>6</c:v>
                      </c:pt>
                      <c:pt idx="5114">
                        <c:v>6</c:v>
                      </c:pt>
                      <c:pt idx="5115">
                        <c:v>6</c:v>
                      </c:pt>
                      <c:pt idx="5116">
                        <c:v>6</c:v>
                      </c:pt>
                      <c:pt idx="5117">
                        <c:v>6</c:v>
                      </c:pt>
                      <c:pt idx="5118">
                        <c:v>6</c:v>
                      </c:pt>
                      <c:pt idx="5119">
                        <c:v>6</c:v>
                      </c:pt>
                      <c:pt idx="5120">
                        <c:v>6</c:v>
                      </c:pt>
                      <c:pt idx="5121">
                        <c:v>6</c:v>
                      </c:pt>
                      <c:pt idx="5122">
                        <c:v>6</c:v>
                      </c:pt>
                      <c:pt idx="5123">
                        <c:v>6</c:v>
                      </c:pt>
                      <c:pt idx="5124">
                        <c:v>6</c:v>
                      </c:pt>
                      <c:pt idx="5125">
                        <c:v>6</c:v>
                      </c:pt>
                      <c:pt idx="5126">
                        <c:v>6</c:v>
                      </c:pt>
                      <c:pt idx="5127">
                        <c:v>6</c:v>
                      </c:pt>
                      <c:pt idx="5128">
                        <c:v>6</c:v>
                      </c:pt>
                      <c:pt idx="5129">
                        <c:v>6</c:v>
                      </c:pt>
                      <c:pt idx="5130">
                        <c:v>6</c:v>
                      </c:pt>
                      <c:pt idx="5131">
                        <c:v>6</c:v>
                      </c:pt>
                      <c:pt idx="5132">
                        <c:v>6</c:v>
                      </c:pt>
                      <c:pt idx="5133">
                        <c:v>6</c:v>
                      </c:pt>
                      <c:pt idx="5134">
                        <c:v>6</c:v>
                      </c:pt>
                      <c:pt idx="5135">
                        <c:v>6</c:v>
                      </c:pt>
                      <c:pt idx="5136">
                        <c:v>6</c:v>
                      </c:pt>
                      <c:pt idx="5137">
                        <c:v>6</c:v>
                      </c:pt>
                      <c:pt idx="5138">
                        <c:v>6</c:v>
                      </c:pt>
                      <c:pt idx="5139">
                        <c:v>6</c:v>
                      </c:pt>
                      <c:pt idx="5140">
                        <c:v>6</c:v>
                      </c:pt>
                      <c:pt idx="5141">
                        <c:v>6</c:v>
                      </c:pt>
                      <c:pt idx="5142">
                        <c:v>6</c:v>
                      </c:pt>
                      <c:pt idx="5143">
                        <c:v>6</c:v>
                      </c:pt>
                      <c:pt idx="5144">
                        <c:v>6</c:v>
                      </c:pt>
                      <c:pt idx="5145">
                        <c:v>6</c:v>
                      </c:pt>
                      <c:pt idx="5146">
                        <c:v>6</c:v>
                      </c:pt>
                      <c:pt idx="5147">
                        <c:v>6</c:v>
                      </c:pt>
                      <c:pt idx="5148">
                        <c:v>6</c:v>
                      </c:pt>
                      <c:pt idx="5149">
                        <c:v>6</c:v>
                      </c:pt>
                      <c:pt idx="5150">
                        <c:v>6</c:v>
                      </c:pt>
                      <c:pt idx="5151">
                        <c:v>6</c:v>
                      </c:pt>
                      <c:pt idx="5152">
                        <c:v>6</c:v>
                      </c:pt>
                      <c:pt idx="5153">
                        <c:v>6</c:v>
                      </c:pt>
                      <c:pt idx="5154">
                        <c:v>6</c:v>
                      </c:pt>
                      <c:pt idx="5155">
                        <c:v>6</c:v>
                      </c:pt>
                      <c:pt idx="5156">
                        <c:v>6</c:v>
                      </c:pt>
                      <c:pt idx="5157">
                        <c:v>6</c:v>
                      </c:pt>
                      <c:pt idx="5158">
                        <c:v>6</c:v>
                      </c:pt>
                      <c:pt idx="5159">
                        <c:v>6</c:v>
                      </c:pt>
                      <c:pt idx="5160">
                        <c:v>6</c:v>
                      </c:pt>
                      <c:pt idx="5161">
                        <c:v>6</c:v>
                      </c:pt>
                      <c:pt idx="5162">
                        <c:v>6</c:v>
                      </c:pt>
                      <c:pt idx="5163">
                        <c:v>6</c:v>
                      </c:pt>
                      <c:pt idx="5164">
                        <c:v>6</c:v>
                      </c:pt>
                      <c:pt idx="5165">
                        <c:v>6</c:v>
                      </c:pt>
                      <c:pt idx="5166">
                        <c:v>6</c:v>
                      </c:pt>
                      <c:pt idx="5167">
                        <c:v>6</c:v>
                      </c:pt>
                      <c:pt idx="5168">
                        <c:v>6</c:v>
                      </c:pt>
                      <c:pt idx="5169">
                        <c:v>6</c:v>
                      </c:pt>
                      <c:pt idx="5170">
                        <c:v>6</c:v>
                      </c:pt>
                      <c:pt idx="5171">
                        <c:v>6</c:v>
                      </c:pt>
                      <c:pt idx="5172">
                        <c:v>6</c:v>
                      </c:pt>
                      <c:pt idx="5173">
                        <c:v>6</c:v>
                      </c:pt>
                      <c:pt idx="5174">
                        <c:v>6</c:v>
                      </c:pt>
                      <c:pt idx="5175">
                        <c:v>6</c:v>
                      </c:pt>
                      <c:pt idx="5176">
                        <c:v>6</c:v>
                      </c:pt>
                      <c:pt idx="5177">
                        <c:v>6</c:v>
                      </c:pt>
                      <c:pt idx="5178">
                        <c:v>6</c:v>
                      </c:pt>
                      <c:pt idx="5179">
                        <c:v>6</c:v>
                      </c:pt>
                      <c:pt idx="5180">
                        <c:v>6</c:v>
                      </c:pt>
                      <c:pt idx="5181">
                        <c:v>6</c:v>
                      </c:pt>
                      <c:pt idx="5182">
                        <c:v>6</c:v>
                      </c:pt>
                      <c:pt idx="5183">
                        <c:v>6</c:v>
                      </c:pt>
                      <c:pt idx="5184">
                        <c:v>6</c:v>
                      </c:pt>
                      <c:pt idx="5185">
                        <c:v>6</c:v>
                      </c:pt>
                      <c:pt idx="5186">
                        <c:v>6</c:v>
                      </c:pt>
                      <c:pt idx="5187">
                        <c:v>6</c:v>
                      </c:pt>
                      <c:pt idx="5188">
                        <c:v>6.25</c:v>
                      </c:pt>
                      <c:pt idx="5189">
                        <c:v>6.25</c:v>
                      </c:pt>
                      <c:pt idx="5190">
                        <c:v>6.25</c:v>
                      </c:pt>
                      <c:pt idx="5191">
                        <c:v>6.25</c:v>
                      </c:pt>
                      <c:pt idx="5192">
                        <c:v>6.25</c:v>
                      </c:pt>
                      <c:pt idx="5193">
                        <c:v>6.25</c:v>
                      </c:pt>
                      <c:pt idx="5194">
                        <c:v>6.25</c:v>
                      </c:pt>
                      <c:pt idx="5195">
                        <c:v>6.25</c:v>
                      </c:pt>
                      <c:pt idx="5196">
                        <c:v>6.25</c:v>
                      </c:pt>
                      <c:pt idx="5197">
                        <c:v>6.25</c:v>
                      </c:pt>
                      <c:pt idx="5198">
                        <c:v>6.25</c:v>
                      </c:pt>
                      <c:pt idx="5199">
                        <c:v>6.25</c:v>
                      </c:pt>
                      <c:pt idx="5200">
                        <c:v>6.25</c:v>
                      </c:pt>
                      <c:pt idx="5201">
                        <c:v>6.25</c:v>
                      </c:pt>
                      <c:pt idx="5202">
                        <c:v>6.25</c:v>
                      </c:pt>
                      <c:pt idx="5203">
                        <c:v>6.25</c:v>
                      </c:pt>
                      <c:pt idx="5204">
                        <c:v>6.25</c:v>
                      </c:pt>
                      <c:pt idx="5205">
                        <c:v>6.25</c:v>
                      </c:pt>
                      <c:pt idx="5206">
                        <c:v>6.25</c:v>
                      </c:pt>
                      <c:pt idx="5207">
                        <c:v>6.25</c:v>
                      </c:pt>
                      <c:pt idx="5208">
                        <c:v>6.25</c:v>
                      </c:pt>
                      <c:pt idx="5209">
                        <c:v>6.25</c:v>
                      </c:pt>
                      <c:pt idx="5210">
                        <c:v>6.25</c:v>
                      </c:pt>
                      <c:pt idx="5211">
                        <c:v>6.25</c:v>
                      </c:pt>
                      <c:pt idx="5212">
                        <c:v>6.25</c:v>
                      </c:pt>
                      <c:pt idx="5213">
                        <c:v>6.25</c:v>
                      </c:pt>
                      <c:pt idx="5214">
                        <c:v>6.25</c:v>
                      </c:pt>
                      <c:pt idx="5215">
                        <c:v>6.25</c:v>
                      </c:pt>
                      <c:pt idx="5216">
                        <c:v>6.25</c:v>
                      </c:pt>
                      <c:pt idx="5217">
                        <c:v>6.25</c:v>
                      </c:pt>
                      <c:pt idx="5218">
                        <c:v>6.25</c:v>
                      </c:pt>
                      <c:pt idx="5219">
                        <c:v>6.25</c:v>
                      </c:pt>
                      <c:pt idx="5220">
                        <c:v>6.25</c:v>
                      </c:pt>
                      <c:pt idx="5221">
                        <c:v>6.25</c:v>
                      </c:pt>
                      <c:pt idx="5222">
                        <c:v>6.25</c:v>
                      </c:pt>
                      <c:pt idx="5223">
                        <c:v>6.25</c:v>
                      </c:pt>
                      <c:pt idx="5224">
                        <c:v>6.25</c:v>
                      </c:pt>
                      <c:pt idx="5225">
                        <c:v>6.25</c:v>
                      </c:pt>
                      <c:pt idx="5226">
                        <c:v>6.25</c:v>
                      </c:pt>
                      <c:pt idx="5227">
                        <c:v>6.25</c:v>
                      </c:pt>
                      <c:pt idx="5228">
                        <c:v>6.25</c:v>
                      </c:pt>
                      <c:pt idx="5229">
                        <c:v>6.25</c:v>
                      </c:pt>
                      <c:pt idx="5230">
                        <c:v>6.25</c:v>
                      </c:pt>
                      <c:pt idx="5231">
                        <c:v>6.25</c:v>
                      </c:pt>
                      <c:pt idx="5232">
                        <c:v>6.25</c:v>
                      </c:pt>
                      <c:pt idx="5233">
                        <c:v>6.25</c:v>
                      </c:pt>
                      <c:pt idx="5234">
                        <c:v>6.25</c:v>
                      </c:pt>
                      <c:pt idx="5235">
                        <c:v>6.25</c:v>
                      </c:pt>
                      <c:pt idx="5236">
                        <c:v>6.25</c:v>
                      </c:pt>
                      <c:pt idx="5237">
                        <c:v>6.25</c:v>
                      </c:pt>
                      <c:pt idx="5238">
                        <c:v>6.75</c:v>
                      </c:pt>
                      <c:pt idx="5239">
                        <c:v>6.75</c:v>
                      </c:pt>
                      <c:pt idx="5240">
                        <c:v>6.75</c:v>
                      </c:pt>
                      <c:pt idx="5241">
                        <c:v>6.75</c:v>
                      </c:pt>
                      <c:pt idx="5242">
                        <c:v>6.75</c:v>
                      </c:pt>
                      <c:pt idx="5243">
                        <c:v>6.75</c:v>
                      </c:pt>
                      <c:pt idx="5244">
                        <c:v>6.75</c:v>
                      </c:pt>
                      <c:pt idx="5245">
                        <c:v>6.75</c:v>
                      </c:pt>
                      <c:pt idx="5246">
                        <c:v>6.75</c:v>
                      </c:pt>
                      <c:pt idx="5247">
                        <c:v>6.75</c:v>
                      </c:pt>
                      <c:pt idx="5248">
                        <c:v>6.75</c:v>
                      </c:pt>
                      <c:pt idx="5249">
                        <c:v>6.75</c:v>
                      </c:pt>
                      <c:pt idx="5250">
                        <c:v>6.75</c:v>
                      </c:pt>
                      <c:pt idx="5251">
                        <c:v>6.75</c:v>
                      </c:pt>
                      <c:pt idx="5252">
                        <c:v>6.75</c:v>
                      </c:pt>
                      <c:pt idx="5253">
                        <c:v>6.75</c:v>
                      </c:pt>
                      <c:pt idx="5254">
                        <c:v>6.75</c:v>
                      </c:pt>
                      <c:pt idx="5255">
                        <c:v>6.75</c:v>
                      </c:pt>
                      <c:pt idx="5256">
                        <c:v>6.75</c:v>
                      </c:pt>
                      <c:pt idx="5257">
                        <c:v>6.75</c:v>
                      </c:pt>
                      <c:pt idx="5258">
                        <c:v>6.75</c:v>
                      </c:pt>
                      <c:pt idx="5259">
                        <c:v>6.75</c:v>
                      </c:pt>
                      <c:pt idx="5260">
                        <c:v>6.75</c:v>
                      </c:pt>
                      <c:pt idx="5261">
                        <c:v>6.75</c:v>
                      </c:pt>
                      <c:pt idx="5262">
                        <c:v>6.75</c:v>
                      </c:pt>
                      <c:pt idx="5263">
                        <c:v>6.75</c:v>
                      </c:pt>
                      <c:pt idx="5264">
                        <c:v>6.75</c:v>
                      </c:pt>
                      <c:pt idx="5265">
                        <c:v>6.75</c:v>
                      </c:pt>
                      <c:pt idx="5266">
                        <c:v>6.75</c:v>
                      </c:pt>
                      <c:pt idx="5267">
                        <c:v>6.75</c:v>
                      </c:pt>
                      <c:pt idx="5268">
                        <c:v>6.75</c:v>
                      </c:pt>
                      <c:pt idx="5269">
                        <c:v>6.75</c:v>
                      </c:pt>
                      <c:pt idx="5270">
                        <c:v>6.75</c:v>
                      </c:pt>
                      <c:pt idx="5271">
                        <c:v>6.75</c:v>
                      </c:pt>
                      <c:pt idx="5272">
                        <c:v>6.75</c:v>
                      </c:pt>
                      <c:pt idx="5273">
                        <c:v>7</c:v>
                      </c:pt>
                      <c:pt idx="5274">
                        <c:v>7</c:v>
                      </c:pt>
                      <c:pt idx="5275">
                        <c:v>7</c:v>
                      </c:pt>
                      <c:pt idx="5276">
                        <c:v>7</c:v>
                      </c:pt>
                      <c:pt idx="5277">
                        <c:v>7</c:v>
                      </c:pt>
                      <c:pt idx="5278">
                        <c:v>7</c:v>
                      </c:pt>
                      <c:pt idx="5279">
                        <c:v>7</c:v>
                      </c:pt>
                      <c:pt idx="5280">
                        <c:v>7</c:v>
                      </c:pt>
                      <c:pt idx="5281">
                        <c:v>7</c:v>
                      </c:pt>
                      <c:pt idx="5282">
                        <c:v>7</c:v>
                      </c:pt>
                      <c:pt idx="5283">
                        <c:v>7</c:v>
                      </c:pt>
                      <c:pt idx="5284">
                        <c:v>7</c:v>
                      </c:pt>
                      <c:pt idx="5285">
                        <c:v>7</c:v>
                      </c:pt>
                      <c:pt idx="5286">
                        <c:v>7</c:v>
                      </c:pt>
                      <c:pt idx="5287">
                        <c:v>7</c:v>
                      </c:pt>
                      <c:pt idx="5288">
                        <c:v>7</c:v>
                      </c:pt>
                      <c:pt idx="5289">
                        <c:v>7</c:v>
                      </c:pt>
                      <c:pt idx="5290">
                        <c:v>7</c:v>
                      </c:pt>
                      <c:pt idx="5291">
                        <c:v>7</c:v>
                      </c:pt>
                      <c:pt idx="5292">
                        <c:v>7</c:v>
                      </c:pt>
                      <c:pt idx="5293">
                        <c:v>7</c:v>
                      </c:pt>
                      <c:pt idx="5294">
                        <c:v>7</c:v>
                      </c:pt>
                      <c:pt idx="5295">
                        <c:v>7</c:v>
                      </c:pt>
                      <c:pt idx="5296">
                        <c:v>7</c:v>
                      </c:pt>
                      <c:pt idx="5297">
                        <c:v>7</c:v>
                      </c:pt>
                      <c:pt idx="5298">
                        <c:v>7</c:v>
                      </c:pt>
                      <c:pt idx="5299">
                        <c:v>7</c:v>
                      </c:pt>
                      <c:pt idx="5300">
                        <c:v>7</c:v>
                      </c:pt>
                      <c:pt idx="5301">
                        <c:v>7</c:v>
                      </c:pt>
                      <c:pt idx="5302">
                        <c:v>7</c:v>
                      </c:pt>
                      <c:pt idx="5303">
                        <c:v>7</c:v>
                      </c:pt>
                      <c:pt idx="5304">
                        <c:v>7</c:v>
                      </c:pt>
                      <c:pt idx="5305">
                        <c:v>7</c:v>
                      </c:pt>
                      <c:pt idx="5306">
                        <c:v>7</c:v>
                      </c:pt>
                      <c:pt idx="5307">
                        <c:v>7</c:v>
                      </c:pt>
                      <c:pt idx="5308">
                        <c:v>7</c:v>
                      </c:pt>
                      <c:pt idx="5309">
                        <c:v>7</c:v>
                      </c:pt>
                      <c:pt idx="5310">
                        <c:v>7</c:v>
                      </c:pt>
                      <c:pt idx="5311">
                        <c:v>7</c:v>
                      </c:pt>
                      <c:pt idx="5312">
                        <c:v>7</c:v>
                      </c:pt>
                      <c:pt idx="5313">
                        <c:v>7</c:v>
                      </c:pt>
                      <c:pt idx="5314">
                        <c:v>7</c:v>
                      </c:pt>
                      <c:pt idx="5315">
                        <c:v>7</c:v>
                      </c:pt>
                      <c:pt idx="5316">
                        <c:v>7</c:v>
                      </c:pt>
                      <c:pt idx="5317">
                        <c:v>7</c:v>
                      </c:pt>
                      <c:pt idx="5318">
                        <c:v>7</c:v>
                      </c:pt>
                      <c:pt idx="5319">
                        <c:v>7</c:v>
                      </c:pt>
                      <c:pt idx="5320">
                        <c:v>7</c:v>
                      </c:pt>
                      <c:pt idx="5321">
                        <c:v>7</c:v>
                      </c:pt>
                      <c:pt idx="5322">
                        <c:v>7</c:v>
                      </c:pt>
                      <c:pt idx="5323">
                        <c:v>7</c:v>
                      </c:pt>
                      <c:pt idx="5324">
                        <c:v>7</c:v>
                      </c:pt>
                      <c:pt idx="5325">
                        <c:v>7</c:v>
                      </c:pt>
                      <c:pt idx="5326">
                        <c:v>7</c:v>
                      </c:pt>
                      <c:pt idx="5327">
                        <c:v>7</c:v>
                      </c:pt>
                      <c:pt idx="5328">
                        <c:v>7</c:v>
                      </c:pt>
                      <c:pt idx="5329">
                        <c:v>7</c:v>
                      </c:pt>
                      <c:pt idx="5330">
                        <c:v>7</c:v>
                      </c:pt>
                      <c:pt idx="5331">
                        <c:v>7</c:v>
                      </c:pt>
                      <c:pt idx="5332">
                        <c:v>7</c:v>
                      </c:pt>
                      <c:pt idx="5333">
                        <c:v>7</c:v>
                      </c:pt>
                      <c:pt idx="5334">
                        <c:v>7</c:v>
                      </c:pt>
                      <c:pt idx="5335">
                        <c:v>7</c:v>
                      </c:pt>
                      <c:pt idx="5336">
                        <c:v>7</c:v>
                      </c:pt>
                      <c:pt idx="5337">
                        <c:v>7</c:v>
                      </c:pt>
                      <c:pt idx="5338">
                        <c:v>7</c:v>
                      </c:pt>
                      <c:pt idx="5339">
                        <c:v>7</c:v>
                      </c:pt>
                      <c:pt idx="5340">
                        <c:v>7</c:v>
                      </c:pt>
                      <c:pt idx="5341">
                        <c:v>7</c:v>
                      </c:pt>
                      <c:pt idx="5342">
                        <c:v>7</c:v>
                      </c:pt>
                      <c:pt idx="5343">
                        <c:v>7</c:v>
                      </c:pt>
                      <c:pt idx="5344">
                        <c:v>7</c:v>
                      </c:pt>
                      <c:pt idx="5345">
                        <c:v>7</c:v>
                      </c:pt>
                      <c:pt idx="5346">
                        <c:v>7</c:v>
                      </c:pt>
                      <c:pt idx="5347">
                        <c:v>7</c:v>
                      </c:pt>
                      <c:pt idx="5348">
                        <c:v>7</c:v>
                      </c:pt>
                      <c:pt idx="5349">
                        <c:v>7</c:v>
                      </c:pt>
                      <c:pt idx="5350">
                        <c:v>7</c:v>
                      </c:pt>
                      <c:pt idx="5351">
                        <c:v>7</c:v>
                      </c:pt>
                      <c:pt idx="5352">
                        <c:v>7</c:v>
                      </c:pt>
                      <c:pt idx="5353">
                        <c:v>7</c:v>
                      </c:pt>
                      <c:pt idx="5354">
                        <c:v>7</c:v>
                      </c:pt>
                      <c:pt idx="5355">
                        <c:v>7</c:v>
                      </c:pt>
                      <c:pt idx="5356">
                        <c:v>7</c:v>
                      </c:pt>
                      <c:pt idx="5357">
                        <c:v>7</c:v>
                      </c:pt>
                      <c:pt idx="5358">
                        <c:v>7</c:v>
                      </c:pt>
                      <c:pt idx="5359">
                        <c:v>7</c:v>
                      </c:pt>
                      <c:pt idx="5360">
                        <c:v>7</c:v>
                      </c:pt>
                      <c:pt idx="5361">
                        <c:v>7</c:v>
                      </c:pt>
                      <c:pt idx="5362">
                        <c:v>7</c:v>
                      </c:pt>
                      <c:pt idx="5363">
                        <c:v>7</c:v>
                      </c:pt>
                      <c:pt idx="5364">
                        <c:v>7</c:v>
                      </c:pt>
                      <c:pt idx="5365">
                        <c:v>7</c:v>
                      </c:pt>
                      <c:pt idx="5366">
                        <c:v>7</c:v>
                      </c:pt>
                      <c:pt idx="5367">
                        <c:v>7</c:v>
                      </c:pt>
                      <c:pt idx="5368">
                        <c:v>7</c:v>
                      </c:pt>
                      <c:pt idx="5369">
                        <c:v>7</c:v>
                      </c:pt>
                      <c:pt idx="5370">
                        <c:v>7</c:v>
                      </c:pt>
                      <c:pt idx="5371">
                        <c:v>7</c:v>
                      </c:pt>
                      <c:pt idx="5372">
                        <c:v>7</c:v>
                      </c:pt>
                      <c:pt idx="5373">
                        <c:v>7</c:v>
                      </c:pt>
                      <c:pt idx="5374">
                        <c:v>7</c:v>
                      </c:pt>
                      <c:pt idx="5375">
                        <c:v>7</c:v>
                      </c:pt>
                      <c:pt idx="5376">
                        <c:v>7</c:v>
                      </c:pt>
                      <c:pt idx="5377">
                        <c:v>7</c:v>
                      </c:pt>
                      <c:pt idx="5378">
                        <c:v>7</c:v>
                      </c:pt>
                      <c:pt idx="5379">
                        <c:v>7</c:v>
                      </c:pt>
                      <c:pt idx="5380">
                        <c:v>7</c:v>
                      </c:pt>
                      <c:pt idx="5381">
                        <c:v>7</c:v>
                      </c:pt>
                      <c:pt idx="5382">
                        <c:v>7</c:v>
                      </c:pt>
                      <c:pt idx="5383">
                        <c:v>7</c:v>
                      </c:pt>
                      <c:pt idx="5384">
                        <c:v>7</c:v>
                      </c:pt>
                      <c:pt idx="5385">
                        <c:v>7</c:v>
                      </c:pt>
                      <c:pt idx="5386">
                        <c:v>7</c:v>
                      </c:pt>
                      <c:pt idx="5387">
                        <c:v>7</c:v>
                      </c:pt>
                      <c:pt idx="5388">
                        <c:v>7</c:v>
                      </c:pt>
                      <c:pt idx="5389">
                        <c:v>7</c:v>
                      </c:pt>
                      <c:pt idx="5390">
                        <c:v>7</c:v>
                      </c:pt>
                      <c:pt idx="5391">
                        <c:v>7</c:v>
                      </c:pt>
                      <c:pt idx="5392">
                        <c:v>7</c:v>
                      </c:pt>
                      <c:pt idx="5393">
                        <c:v>7</c:v>
                      </c:pt>
                      <c:pt idx="5394">
                        <c:v>7</c:v>
                      </c:pt>
                      <c:pt idx="5395">
                        <c:v>7</c:v>
                      </c:pt>
                      <c:pt idx="5396">
                        <c:v>7</c:v>
                      </c:pt>
                      <c:pt idx="5397">
                        <c:v>7</c:v>
                      </c:pt>
                      <c:pt idx="5398">
                        <c:v>7</c:v>
                      </c:pt>
                      <c:pt idx="5399">
                        <c:v>7</c:v>
                      </c:pt>
                      <c:pt idx="5400">
                        <c:v>7</c:v>
                      </c:pt>
                      <c:pt idx="5401">
                        <c:v>7</c:v>
                      </c:pt>
                      <c:pt idx="5402">
                        <c:v>7</c:v>
                      </c:pt>
                      <c:pt idx="5403">
                        <c:v>7</c:v>
                      </c:pt>
                      <c:pt idx="5404">
                        <c:v>7</c:v>
                      </c:pt>
                      <c:pt idx="5405">
                        <c:v>7</c:v>
                      </c:pt>
                      <c:pt idx="5406">
                        <c:v>7</c:v>
                      </c:pt>
                      <c:pt idx="5407">
                        <c:v>7</c:v>
                      </c:pt>
                      <c:pt idx="5408">
                        <c:v>7</c:v>
                      </c:pt>
                      <c:pt idx="5409">
                        <c:v>7</c:v>
                      </c:pt>
                      <c:pt idx="5410">
                        <c:v>7</c:v>
                      </c:pt>
                      <c:pt idx="5411">
                        <c:v>7</c:v>
                      </c:pt>
                      <c:pt idx="5412">
                        <c:v>7</c:v>
                      </c:pt>
                      <c:pt idx="5413">
                        <c:v>7</c:v>
                      </c:pt>
                      <c:pt idx="5414">
                        <c:v>7</c:v>
                      </c:pt>
                      <c:pt idx="5415">
                        <c:v>7</c:v>
                      </c:pt>
                      <c:pt idx="5416">
                        <c:v>7</c:v>
                      </c:pt>
                      <c:pt idx="5417">
                        <c:v>7</c:v>
                      </c:pt>
                      <c:pt idx="5418">
                        <c:v>7</c:v>
                      </c:pt>
                      <c:pt idx="5419">
                        <c:v>7</c:v>
                      </c:pt>
                      <c:pt idx="5420">
                        <c:v>7</c:v>
                      </c:pt>
                      <c:pt idx="5421">
                        <c:v>7</c:v>
                      </c:pt>
                      <c:pt idx="5422">
                        <c:v>7</c:v>
                      </c:pt>
                      <c:pt idx="5423">
                        <c:v>7</c:v>
                      </c:pt>
                      <c:pt idx="5424">
                        <c:v>7</c:v>
                      </c:pt>
                      <c:pt idx="5425">
                        <c:v>7</c:v>
                      </c:pt>
                      <c:pt idx="5426">
                        <c:v>7</c:v>
                      </c:pt>
                      <c:pt idx="5427">
                        <c:v>7</c:v>
                      </c:pt>
                      <c:pt idx="5428">
                        <c:v>7</c:v>
                      </c:pt>
                      <c:pt idx="5429">
                        <c:v>7</c:v>
                      </c:pt>
                      <c:pt idx="5430">
                        <c:v>7</c:v>
                      </c:pt>
                      <c:pt idx="5431">
                        <c:v>7</c:v>
                      </c:pt>
                      <c:pt idx="5432">
                        <c:v>7</c:v>
                      </c:pt>
                      <c:pt idx="5433">
                        <c:v>7</c:v>
                      </c:pt>
                      <c:pt idx="5434">
                        <c:v>7</c:v>
                      </c:pt>
                      <c:pt idx="5435">
                        <c:v>7</c:v>
                      </c:pt>
                      <c:pt idx="5436">
                        <c:v>7</c:v>
                      </c:pt>
                      <c:pt idx="5437">
                        <c:v>7</c:v>
                      </c:pt>
                      <c:pt idx="5438">
                        <c:v>7</c:v>
                      </c:pt>
                      <c:pt idx="5439">
                        <c:v>7</c:v>
                      </c:pt>
                      <c:pt idx="5440">
                        <c:v>7</c:v>
                      </c:pt>
                      <c:pt idx="5441">
                        <c:v>7</c:v>
                      </c:pt>
                      <c:pt idx="5442">
                        <c:v>7</c:v>
                      </c:pt>
                      <c:pt idx="5443">
                        <c:v>7</c:v>
                      </c:pt>
                      <c:pt idx="5444">
                        <c:v>7</c:v>
                      </c:pt>
                      <c:pt idx="5445">
                        <c:v>7</c:v>
                      </c:pt>
                      <c:pt idx="5446">
                        <c:v>7</c:v>
                      </c:pt>
                      <c:pt idx="5447">
                        <c:v>7</c:v>
                      </c:pt>
                      <c:pt idx="5448">
                        <c:v>7</c:v>
                      </c:pt>
                      <c:pt idx="5449">
                        <c:v>7</c:v>
                      </c:pt>
                      <c:pt idx="5450">
                        <c:v>7</c:v>
                      </c:pt>
                      <c:pt idx="5451">
                        <c:v>7</c:v>
                      </c:pt>
                      <c:pt idx="5452">
                        <c:v>7</c:v>
                      </c:pt>
                      <c:pt idx="5453">
                        <c:v>7</c:v>
                      </c:pt>
                      <c:pt idx="5454">
                        <c:v>7</c:v>
                      </c:pt>
                      <c:pt idx="5455">
                        <c:v>7</c:v>
                      </c:pt>
                      <c:pt idx="5456">
                        <c:v>7</c:v>
                      </c:pt>
                      <c:pt idx="5457">
                        <c:v>7</c:v>
                      </c:pt>
                      <c:pt idx="5458">
                        <c:v>7</c:v>
                      </c:pt>
                      <c:pt idx="5459">
                        <c:v>7</c:v>
                      </c:pt>
                      <c:pt idx="5460">
                        <c:v>7</c:v>
                      </c:pt>
                      <c:pt idx="5461">
                        <c:v>7</c:v>
                      </c:pt>
                      <c:pt idx="5462">
                        <c:v>7</c:v>
                      </c:pt>
                      <c:pt idx="5463">
                        <c:v>7</c:v>
                      </c:pt>
                      <c:pt idx="5464">
                        <c:v>7</c:v>
                      </c:pt>
                      <c:pt idx="5465">
                        <c:v>7</c:v>
                      </c:pt>
                      <c:pt idx="5466">
                        <c:v>7</c:v>
                      </c:pt>
                      <c:pt idx="5467">
                        <c:v>7</c:v>
                      </c:pt>
                      <c:pt idx="5468">
                        <c:v>7</c:v>
                      </c:pt>
                      <c:pt idx="5469">
                        <c:v>7</c:v>
                      </c:pt>
                      <c:pt idx="5470">
                        <c:v>7</c:v>
                      </c:pt>
                      <c:pt idx="5471">
                        <c:v>7</c:v>
                      </c:pt>
                      <c:pt idx="5472">
                        <c:v>7</c:v>
                      </c:pt>
                      <c:pt idx="5473">
                        <c:v>7</c:v>
                      </c:pt>
                      <c:pt idx="5474">
                        <c:v>7</c:v>
                      </c:pt>
                      <c:pt idx="5475">
                        <c:v>7</c:v>
                      </c:pt>
                      <c:pt idx="5476">
                        <c:v>7</c:v>
                      </c:pt>
                      <c:pt idx="5477">
                        <c:v>7</c:v>
                      </c:pt>
                      <c:pt idx="5478">
                        <c:v>7</c:v>
                      </c:pt>
                      <c:pt idx="5479">
                        <c:v>7</c:v>
                      </c:pt>
                      <c:pt idx="5480">
                        <c:v>7</c:v>
                      </c:pt>
                      <c:pt idx="5481">
                        <c:v>7</c:v>
                      </c:pt>
                      <c:pt idx="5482">
                        <c:v>7</c:v>
                      </c:pt>
                      <c:pt idx="5483">
                        <c:v>7</c:v>
                      </c:pt>
                      <c:pt idx="5484">
                        <c:v>7</c:v>
                      </c:pt>
                      <c:pt idx="5485">
                        <c:v>7</c:v>
                      </c:pt>
                      <c:pt idx="5486">
                        <c:v>7</c:v>
                      </c:pt>
                      <c:pt idx="5487">
                        <c:v>7</c:v>
                      </c:pt>
                      <c:pt idx="5488">
                        <c:v>7</c:v>
                      </c:pt>
                      <c:pt idx="5489">
                        <c:v>7</c:v>
                      </c:pt>
                      <c:pt idx="5490">
                        <c:v>7</c:v>
                      </c:pt>
                      <c:pt idx="5491">
                        <c:v>7</c:v>
                      </c:pt>
                      <c:pt idx="5492">
                        <c:v>7</c:v>
                      </c:pt>
                      <c:pt idx="5493">
                        <c:v>7</c:v>
                      </c:pt>
                      <c:pt idx="5494">
                        <c:v>7</c:v>
                      </c:pt>
                      <c:pt idx="5495">
                        <c:v>7</c:v>
                      </c:pt>
                      <c:pt idx="5496">
                        <c:v>7</c:v>
                      </c:pt>
                      <c:pt idx="5497">
                        <c:v>7</c:v>
                      </c:pt>
                      <c:pt idx="5498">
                        <c:v>7</c:v>
                      </c:pt>
                      <c:pt idx="5499">
                        <c:v>7</c:v>
                      </c:pt>
                      <c:pt idx="5500">
                        <c:v>7</c:v>
                      </c:pt>
                      <c:pt idx="5501">
                        <c:v>7</c:v>
                      </c:pt>
                      <c:pt idx="5502">
                        <c:v>7</c:v>
                      </c:pt>
                      <c:pt idx="5503">
                        <c:v>7</c:v>
                      </c:pt>
                      <c:pt idx="5504">
                        <c:v>7</c:v>
                      </c:pt>
                      <c:pt idx="5505">
                        <c:v>7</c:v>
                      </c:pt>
                      <c:pt idx="5506">
                        <c:v>7</c:v>
                      </c:pt>
                      <c:pt idx="5507">
                        <c:v>7</c:v>
                      </c:pt>
                      <c:pt idx="5508">
                        <c:v>7</c:v>
                      </c:pt>
                      <c:pt idx="5509">
                        <c:v>7</c:v>
                      </c:pt>
                      <c:pt idx="5510">
                        <c:v>7</c:v>
                      </c:pt>
                      <c:pt idx="5511">
                        <c:v>7</c:v>
                      </c:pt>
                      <c:pt idx="5512">
                        <c:v>7</c:v>
                      </c:pt>
                      <c:pt idx="5513">
                        <c:v>7</c:v>
                      </c:pt>
                      <c:pt idx="5514">
                        <c:v>7</c:v>
                      </c:pt>
                      <c:pt idx="5515">
                        <c:v>7</c:v>
                      </c:pt>
                      <c:pt idx="5516">
                        <c:v>7</c:v>
                      </c:pt>
                      <c:pt idx="5517">
                        <c:v>7</c:v>
                      </c:pt>
                      <c:pt idx="5518">
                        <c:v>7</c:v>
                      </c:pt>
                      <c:pt idx="5519">
                        <c:v>7</c:v>
                      </c:pt>
                      <c:pt idx="5520">
                        <c:v>7</c:v>
                      </c:pt>
                      <c:pt idx="5521">
                        <c:v>7</c:v>
                      </c:pt>
                      <c:pt idx="5522">
                        <c:v>7</c:v>
                      </c:pt>
                      <c:pt idx="5523">
                        <c:v>7</c:v>
                      </c:pt>
                      <c:pt idx="5524">
                        <c:v>7</c:v>
                      </c:pt>
                      <c:pt idx="5525">
                        <c:v>7</c:v>
                      </c:pt>
                      <c:pt idx="5526">
                        <c:v>7</c:v>
                      </c:pt>
                      <c:pt idx="5527">
                        <c:v>7</c:v>
                      </c:pt>
                      <c:pt idx="5528">
                        <c:v>7</c:v>
                      </c:pt>
                      <c:pt idx="5529">
                        <c:v>7</c:v>
                      </c:pt>
                      <c:pt idx="5530">
                        <c:v>7</c:v>
                      </c:pt>
                      <c:pt idx="5531">
                        <c:v>7</c:v>
                      </c:pt>
                      <c:pt idx="5532">
                        <c:v>7</c:v>
                      </c:pt>
                      <c:pt idx="5533">
                        <c:v>7</c:v>
                      </c:pt>
                      <c:pt idx="5534">
                        <c:v>7</c:v>
                      </c:pt>
                      <c:pt idx="5535">
                        <c:v>7</c:v>
                      </c:pt>
                      <c:pt idx="5536">
                        <c:v>7</c:v>
                      </c:pt>
                      <c:pt idx="5537">
                        <c:v>7</c:v>
                      </c:pt>
                      <c:pt idx="5538">
                        <c:v>7</c:v>
                      </c:pt>
                      <c:pt idx="5539">
                        <c:v>7</c:v>
                      </c:pt>
                      <c:pt idx="5540">
                        <c:v>7</c:v>
                      </c:pt>
                      <c:pt idx="5541">
                        <c:v>7</c:v>
                      </c:pt>
                      <c:pt idx="5542">
                        <c:v>7</c:v>
                      </c:pt>
                      <c:pt idx="5543">
                        <c:v>7</c:v>
                      </c:pt>
                      <c:pt idx="5544">
                        <c:v>7</c:v>
                      </c:pt>
                      <c:pt idx="5545">
                        <c:v>7</c:v>
                      </c:pt>
                      <c:pt idx="5546">
                        <c:v>7</c:v>
                      </c:pt>
                      <c:pt idx="5547">
                        <c:v>7</c:v>
                      </c:pt>
                      <c:pt idx="5548">
                        <c:v>7</c:v>
                      </c:pt>
                      <c:pt idx="5549">
                        <c:v>7</c:v>
                      </c:pt>
                      <c:pt idx="5550">
                        <c:v>7</c:v>
                      </c:pt>
                      <c:pt idx="5551">
                        <c:v>7</c:v>
                      </c:pt>
                      <c:pt idx="5552">
                        <c:v>7</c:v>
                      </c:pt>
                      <c:pt idx="5553">
                        <c:v>7</c:v>
                      </c:pt>
                      <c:pt idx="5554">
                        <c:v>7</c:v>
                      </c:pt>
                      <c:pt idx="5555">
                        <c:v>7</c:v>
                      </c:pt>
                      <c:pt idx="5556">
                        <c:v>7</c:v>
                      </c:pt>
                      <c:pt idx="5557">
                        <c:v>7</c:v>
                      </c:pt>
                      <c:pt idx="5558">
                        <c:v>7</c:v>
                      </c:pt>
                      <c:pt idx="5559">
                        <c:v>7</c:v>
                      </c:pt>
                      <c:pt idx="5560">
                        <c:v>7</c:v>
                      </c:pt>
                      <c:pt idx="5561">
                        <c:v>7</c:v>
                      </c:pt>
                      <c:pt idx="5562">
                        <c:v>7</c:v>
                      </c:pt>
                      <c:pt idx="5563">
                        <c:v>7</c:v>
                      </c:pt>
                      <c:pt idx="5564">
                        <c:v>7</c:v>
                      </c:pt>
                      <c:pt idx="5565">
                        <c:v>7</c:v>
                      </c:pt>
                      <c:pt idx="5566">
                        <c:v>7</c:v>
                      </c:pt>
                      <c:pt idx="5567">
                        <c:v>7</c:v>
                      </c:pt>
                      <c:pt idx="5568">
                        <c:v>7</c:v>
                      </c:pt>
                      <c:pt idx="5569">
                        <c:v>7</c:v>
                      </c:pt>
                      <c:pt idx="5570">
                        <c:v>7</c:v>
                      </c:pt>
                      <c:pt idx="5571">
                        <c:v>7</c:v>
                      </c:pt>
                      <c:pt idx="5572">
                        <c:v>7</c:v>
                      </c:pt>
                      <c:pt idx="5573">
                        <c:v>7</c:v>
                      </c:pt>
                      <c:pt idx="5574">
                        <c:v>7</c:v>
                      </c:pt>
                      <c:pt idx="5575">
                        <c:v>7</c:v>
                      </c:pt>
                      <c:pt idx="5576">
                        <c:v>7</c:v>
                      </c:pt>
                      <c:pt idx="5577">
                        <c:v>7</c:v>
                      </c:pt>
                      <c:pt idx="5578">
                        <c:v>7</c:v>
                      </c:pt>
                      <c:pt idx="5579">
                        <c:v>7</c:v>
                      </c:pt>
                      <c:pt idx="5580">
                        <c:v>7</c:v>
                      </c:pt>
                      <c:pt idx="5581">
                        <c:v>7</c:v>
                      </c:pt>
                      <c:pt idx="5582">
                        <c:v>7</c:v>
                      </c:pt>
                      <c:pt idx="5583">
                        <c:v>7</c:v>
                      </c:pt>
                      <c:pt idx="5584">
                        <c:v>7</c:v>
                      </c:pt>
                      <c:pt idx="5585">
                        <c:v>7</c:v>
                      </c:pt>
                      <c:pt idx="5586">
                        <c:v>7</c:v>
                      </c:pt>
                      <c:pt idx="5587">
                        <c:v>7</c:v>
                      </c:pt>
                      <c:pt idx="5588">
                        <c:v>7</c:v>
                      </c:pt>
                      <c:pt idx="5589">
                        <c:v>7</c:v>
                      </c:pt>
                      <c:pt idx="5590">
                        <c:v>7</c:v>
                      </c:pt>
                      <c:pt idx="5591">
                        <c:v>7</c:v>
                      </c:pt>
                      <c:pt idx="5592">
                        <c:v>7</c:v>
                      </c:pt>
                      <c:pt idx="5593">
                        <c:v>7</c:v>
                      </c:pt>
                      <c:pt idx="5594">
                        <c:v>7</c:v>
                      </c:pt>
                      <c:pt idx="5595">
                        <c:v>7</c:v>
                      </c:pt>
                      <c:pt idx="5596">
                        <c:v>7</c:v>
                      </c:pt>
                      <c:pt idx="5597">
                        <c:v>7</c:v>
                      </c:pt>
                      <c:pt idx="5598">
                        <c:v>7</c:v>
                      </c:pt>
                      <c:pt idx="5599">
                        <c:v>7</c:v>
                      </c:pt>
                      <c:pt idx="5600">
                        <c:v>7</c:v>
                      </c:pt>
                      <c:pt idx="5601">
                        <c:v>7</c:v>
                      </c:pt>
                      <c:pt idx="5602">
                        <c:v>7</c:v>
                      </c:pt>
                      <c:pt idx="5603">
                        <c:v>7</c:v>
                      </c:pt>
                      <c:pt idx="5604">
                        <c:v>7</c:v>
                      </c:pt>
                      <c:pt idx="5605">
                        <c:v>7</c:v>
                      </c:pt>
                      <c:pt idx="5606">
                        <c:v>7</c:v>
                      </c:pt>
                      <c:pt idx="5607">
                        <c:v>7</c:v>
                      </c:pt>
                      <c:pt idx="5608">
                        <c:v>7</c:v>
                      </c:pt>
                      <c:pt idx="5609">
                        <c:v>7</c:v>
                      </c:pt>
                      <c:pt idx="5610">
                        <c:v>7</c:v>
                      </c:pt>
                      <c:pt idx="5611">
                        <c:v>7</c:v>
                      </c:pt>
                      <c:pt idx="5612">
                        <c:v>7</c:v>
                      </c:pt>
                      <c:pt idx="5613">
                        <c:v>7</c:v>
                      </c:pt>
                      <c:pt idx="5614">
                        <c:v>7</c:v>
                      </c:pt>
                      <c:pt idx="5615">
                        <c:v>7</c:v>
                      </c:pt>
                      <c:pt idx="5616">
                        <c:v>7</c:v>
                      </c:pt>
                      <c:pt idx="5617">
                        <c:v>7</c:v>
                      </c:pt>
                      <c:pt idx="5618">
                        <c:v>7</c:v>
                      </c:pt>
                      <c:pt idx="5619">
                        <c:v>7</c:v>
                      </c:pt>
                      <c:pt idx="5620">
                        <c:v>7</c:v>
                      </c:pt>
                      <c:pt idx="5621">
                        <c:v>7</c:v>
                      </c:pt>
                      <c:pt idx="5622">
                        <c:v>7</c:v>
                      </c:pt>
                      <c:pt idx="5623">
                        <c:v>6.75</c:v>
                      </c:pt>
                      <c:pt idx="5624">
                        <c:v>6.75</c:v>
                      </c:pt>
                      <c:pt idx="5625">
                        <c:v>6.75</c:v>
                      </c:pt>
                      <c:pt idx="5626">
                        <c:v>6.75</c:v>
                      </c:pt>
                      <c:pt idx="5627">
                        <c:v>6.75</c:v>
                      </c:pt>
                      <c:pt idx="5628">
                        <c:v>6.75</c:v>
                      </c:pt>
                      <c:pt idx="5629">
                        <c:v>6.75</c:v>
                      </c:pt>
                      <c:pt idx="5630">
                        <c:v>6.75</c:v>
                      </c:pt>
                      <c:pt idx="5631">
                        <c:v>6.75</c:v>
                      </c:pt>
                      <c:pt idx="5632">
                        <c:v>6.75</c:v>
                      </c:pt>
                      <c:pt idx="5633">
                        <c:v>6.75</c:v>
                      </c:pt>
                      <c:pt idx="5634">
                        <c:v>6.75</c:v>
                      </c:pt>
                      <c:pt idx="5635">
                        <c:v>6.75</c:v>
                      </c:pt>
                      <c:pt idx="5636">
                        <c:v>6.75</c:v>
                      </c:pt>
                      <c:pt idx="5637">
                        <c:v>6.75</c:v>
                      </c:pt>
                      <c:pt idx="5638">
                        <c:v>6.75</c:v>
                      </c:pt>
                      <c:pt idx="5639">
                        <c:v>6.75</c:v>
                      </c:pt>
                      <c:pt idx="5640">
                        <c:v>6.75</c:v>
                      </c:pt>
                      <c:pt idx="5641">
                        <c:v>6.75</c:v>
                      </c:pt>
                      <c:pt idx="5642">
                        <c:v>6.75</c:v>
                      </c:pt>
                      <c:pt idx="5643">
                        <c:v>6.75</c:v>
                      </c:pt>
                      <c:pt idx="5644">
                        <c:v>6.75</c:v>
                      </c:pt>
                      <c:pt idx="5645">
                        <c:v>6.75</c:v>
                      </c:pt>
                      <c:pt idx="5646">
                        <c:v>6.75</c:v>
                      </c:pt>
                      <c:pt idx="5647">
                        <c:v>6.75</c:v>
                      </c:pt>
                      <c:pt idx="5648">
                        <c:v>6.75</c:v>
                      </c:pt>
                      <c:pt idx="5649">
                        <c:v>6.75</c:v>
                      </c:pt>
                      <c:pt idx="5650">
                        <c:v>6.75</c:v>
                      </c:pt>
                      <c:pt idx="5651">
                        <c:v>6.75</c:v>
                      </c:pt>
                      <c:pt idx="5652">
                        <c:v>6.75</c:v>
                      </c:pt>
                      <c:pt idx="5653">
                        <c:v>6.75</c:v>
                      </c:pt>
                      <c:pt idx="5654">
                        <c:v>6.75</c:v>
                      </c:pt>
                      <c:pt idx="5655">
                        <c:v>6.75</c:v>
                      </c:pt>
                      <c:pt idx="5656">
                        <c:v>6.75</c:v>
                      </c:pt>
                      <c:pt idx="5657">
                        <c:v>6.75</c:v>
                      </c:pt>
                      <c:pt idx="5658">
                        <c:v>6.75</c:v>
                      </c:pt>
                      <c:pt idx="5659">
                        <c:v>6.75</c:v>
                      </c:pt>
                      <c:pt idx="5660">
                        <c:v>6.75</c:v>
                      </c:pt>
                      <c:pt idx="5661">
                        <c:v>6.75</c:v>
                      </c:pt>
                      <c:pt idx="5662">
                        <c:v>6.75</c:v>
                      </c:pt>
                      <c:pt idx="5663">
                        <c:v>6.75</c:v>
                      </c:pt>
                      <c:pt idx="5664">
                        <c:v>6.75</c:v>
                      </c:pt>
                      <c:pt idx="5665">
                        <c:v>6.75</c:v>
                      </c:pt>
                      <c:pt idx="5666">
                        <c:v>6.75</c:v>
                      </c:pt>
                      <c:pt idx="5667">
                        <c:v>6.75</c:v>
                      </c:pt>
                      <c:pt idx="5668">
                        <c:v>6.75</c:v>
                      </c:pt>
                      <c:pt idx="5669">
                        <c:v>6.75</c:v>
                      </c:pt>
                      <c:pt idx="5670">
                        <c:v>6.75</c:v>
                      </c:pt>
                      <c:pt idx="5671">
                        <c:v>6.75</c:v>
                      </c:pt>
                      <c:pt idx="5672">
                        <c:v>6.75</c:v>
                      </c:pt>
                      <c:pt idx="5673">
                        <c:v>6.75</c:v>
                      </c:pt>
                      <c:pt idx="5674">
                        <c:v>6.75</c:v>
                      </c:pt>
                      <c:pt idx="5675">
                        <c:v>6.75</c:v>
                      </c:pt>
                      <c:pt idx="5676">
                        <c:v>6.75</c:v>
                      </c:pt>
                      <c:pt idx="5677">
                        <c:v>6.75</c:v>
                      </c:pt>
                      <c:pt idx="5678">
                        <c:v>6.75</c:v>
                      </c:pt>
                      <c:pt idx="5679">
                        <c:v>6.75</c:v>
                      </c:pt>
                      <c:pt idx="5680">
                        <c:v>6.75</c:v>
                      </c:pt>
                      <c:pt idx="5681">
                        <c:v>6.75</c:v>
                      </c:pt>
                      <c:pt idx="5682">
                        <c:v>6.75</c:v>
                      </c:pt>
                      <c:pt idx="5683">
                        <c:v>6.75</c:v>
                      </c:pt>
                      <c:pt idx="5684">
                        <c:v>6.75</c:v>
                      </c:pt>
                      <c:pt idx="5685">
                        <c:v>6.75</c:v>
                      </c:pt>
                      <c:pt idx="5686">
                        <c:v>6.75</c:v>
                      </c:pt>
                      <c:pt idx="5687">
                        <c:v>6.75</c:v>
                      </c:pt>
                      <c:pt idx="5688">
                        <c:v>6.75</c:v>
                      </c:pt>
                      <c:pt idx="5689">
                        <c:v>6.75</c:v>
                      </c:pt>
                      <c:pt idx="5690">
                        <c:v>6.75</c:v>
                      </c:pt>
                      <c:pt idx="5691">
                        <c:v>6.75</c:v>
                      </c:pt>
                      <c:pt idx="5692">
                        <c:v>6.75</c:v>
                      </c:pt>
                      <c:pt idx="5693">
                        <c:v>6.75</c:v>
                      </c:pt>
                      <c:pt idx="5694">
                        <c:v>6.75</c:v>
                      </c:pt>
                      <c:pt idx="5695">
                        <c:v>6.75</c:v>
                      </c:pt>
                      <c:pt idx="5696">
                        <c:v>6.75</c:v>
                      </c:pt>
                      <c:pt idx="5697">
                        <c:v>6.75</c:v>
                      </c:pt>
                      <c:pt idx="5698">
                        <c:v>6.75</c:v>
                      </c:pt>
                      <c:pt idx="5699">
                        <c:v>6.75</c:v>
                      </c:pt>
                      <c:pt idx="5700">
                        <c:v>6.75</c:v>
                      </c:pt>
                      <c:pt idx="5701">
                        <c:v>6.75</c:v>
                      </c:pt>
                      <c:pt idx="5702">
                        <c:v>6.75</c:v>
                      </c:pt>
                      <c:pt idx="5703">
                        <c:v>6.75</c:v>
                      </c:pt>
                      <c:pt idx="5704">
                        <c:v>6.75</c:v>
                      </c:pt>
                      <c:pt idx="5705">
                        <c:v>6.75</c:v>
                      </c:pt>
                      <c:pt idx="5706">
                        <c:v>6.75</c:v>
                      </c:pt>
                      <c:pt idx="5707">
                        <c:v>6.75</c:v>
                      </c:pt>
                      <c:pt idx="5708">
                        <c:v>6.75</c:v>
                      </c:pt>
                      <c:pt idx="5709">
                        <c:v>6.75</c:v>
                      </c:pt>
                      <c:pt idx="5710">
                        <c:v>6.75</c:v>
                      </c:pt>
                      <c:pt idx="5711">
                        <c:v>6.75</c:v>
                      </c:pt>
                      <c:pt idx="5712">
                        <c:v>6.75</c:v>
                      </c:pt>
                      <c:pt idx="5713">
                        <c:v>6.75</c:v>
                      </c:pt>
                      <c:pt idx="5714">
                        <c:v>6.75</c:v>
                      </c:pt>
                      <c:pt idx="5715">
                        <c:v>6.75</c:v>
                      </c:pt>
                      <c:pt idx="5716">
                        <c:v>6.75</c:v>
                      </c:pt>
                      <c:pt idx="5717">
                        <c:v>6.75</c:v>
                      </c:pt>
                      <c:pt idx="5718">
                        <c:v>6.75</c:v>
                      </c:pt>
                      <c:pt idx="5719">
                        <c:v>6.75</c:v>
                      </c:pt>
                      <c:pt idx="5720">
                        <c:v>6.75</c:v>
                      </c:pt>
                      <c:pt idx="5721">
                        <c:v>6.75</c:v>
                      </c:pt>
                      <c:pt idx="5722">
                        <c:v>6.75</c:v>
                      </c:pt>
                      <c:pt idx="5723">
                        <c:v>6.75</c:v>
                      </c:pt>
                      <c:pt idx="5724">
                        <c:v>6.75</c:v>
                      </c:pt>
                      <c:pt idx="5725">
                        <c:v>6.75</c:v>
                      </c:pt>
                      <c:pt idx="5726">
                        <c:v>6.75</c:v>
                      </c:pt>
                      <c:pt idx="5727">
                        <c:v>6.75</c:v>
                      </c:pt>
                      <c:pt idx="5728">
                        <c:v>6.75</c:v>
                      </c:pt>
                      <c:pt idx="5729">
                        <c:v>6.75</c:v>
                      </c:pt>
                      <c:pt idx="5730">
                        <c:v>6.75</c:v>
                      </c:pt>
                      <c:pt idx="5731">
                        <c:v>6.75</c:v>
                      </c:pt>
                      <c:pt idx="5732">
                        <c:v>6.75</c:v>
                      </c:pt>
                      <c:pt idx="5733">
                        <c:v>6.75</c:v>
                      </c:pt>
                      <c:pt idx="5734">
                        <c:v>6.75</c:v>
                      </c:pt>
                      <c:pt idx="5735">
                        <c:v>6.75</c:v>
                      </c:pt>
                      <c:pt idx="5736">
                        <c:v>6.75</c:v>
                      </c:pt>
                      <c:pt idx="5737">
                        <c:v>6.75</c:v>
                      </c:pt>
                      <c:pt idx="5738">
                        <c:v>6.75</c:v>
                      </c:pt>
                      <c:pt idx="5739">
                        <c:v>6.75</c:v>
                      </c:pt>
                      <c:pt idx="5740">
                        <c:v>6.75</c:v>
                      </c:pt>
                      <c:pt idx="5741">
                        <c:v>6.75</c:v>
                      </c:pt>
                      <c:pt idx="5742">
                        <c:v>6.75</c:v>
                      </c:pt>
                      <c:pt idx="5743">
                        <c:v>6.75</c:v>
                      </c:pt>
                      <c:pt idx="5744">
                        <c:v>6.75</c:v>
                      </c:pt>
                      <c:pt idx="5745">
                        <c:v>6.75</c:v>
                      </c:pt>
                      <c:pt idx="5746">
                        <c:v>6.75</c:v>
                      </c:pt>
                      <c:pt idx="5747">
                        <c:v>6.75</c:v>
                      </c:pt>
                      <c:pt idx="5748">
                        <c:v>6.75</c:v>
                      </c:pt>
                      <c:pt idx="5749">
                        <c:v>6.75</c:v>
                      </c:pt>
                      <c:pt idx="5750">
                        <c:v>6.75</c:v>
                      </c:pt>
                      <c:pt idx="5751">
                        <c:v>6.75</c:v>
                      </c:pt>
                      <c:pt idx="5752">
                        <c:v>6.75</c:v>
                      </c:pt>
                      <c:pt idx="5753">
                        <c:v>6.75</c:v>
                      </c:pt>
                      <c:pt idx="5754">
                        <c:v>6.75</c:v>
                      </c:pt>
                      <c:pt idx="5755">
                        <c:v>6.75</c:v>
                      </c:pt>
                      <c:pt idx="5756">
                        <c:v>6.75</c:v>
                      </c:pt>
                      <c:pt idx="5757">
                        <c:v>6.75</c:v>
                      </c:pt>
                      <c:pt idx="5758">
                        <c:v>6.75</c:v>
                      </c:pt>
                      <c:pt idx="5759">
                        <c:v>6.75</c:v>
                      </c:pt>
                      <c:pt idx="5760">
                        <c:v>6.75</c:v>
                      </c:pt>
                      <c:pt idx="5761">
                        <c:v>6.75</c:v>
                      </c:pt>
                      <c:pt idx="5762">
                        <c:v>6.75</c:v>
                      </c:pt>
                      <c:pt idx="5763">
                        <c:v>6.75</c:v>
                      </c:pt>
                      <c:pt idx="5764">
                        <c:v>6.75</c:v>
                      </c:pt>
                      <c:pt idx="5765">
                        <c:v>6.75</c:v>
                      </c:pt>
                      <c:pt idx="5766">
                        <c:v>6.75</c:v>
                      </c:pt>
                      <c:pt idx="5767">
                        <c:v>6.75</c:v>
                      </c:pt>
                      <c:pt idx="5768">
                        <c:v>6.75</c:v>
                      </c:pt>
                      <c:pt idx="5769">
                        <c:v>6.75</c:v>
                      </c:pt>
                      <c:pt idx="5770">
                        <c:v>6.75</c:v>
                      </c:pt>
                      <c:pt idx="5771">
                        <c:v>6.75</c:v>
                      </c:pt>
                      <c:pt idx="5772">
                        <c:v>6.75</c:v>
                      </c:pt>
                      <c:pt idx="5773">
                        <c:v>6.75</c:v>
                      </c:pt>
                      <c:pt idx="5774">
                        <c:v>6.75</c:v>
                      </c:pt>
                      <c:pt idx="5775">
                        <c:v>6.75</c:v>
                      </c:pt>
                      <c:pt idx="5776">
                        <c:v>6.75</c:v>
                      </c:pt>
                      <c:pt idx="5777">
                        <c:v>6.75</c:v>
                      </c:pt>
                      <c:pt idx="5778">
                        <c:v>6.75</c:v>
                      </c:pt>
                      <c:pt idx="5779">
                        <c:v>6.75</c:v>
                      </c:pt>
                      <c:pt idx="5780">
                        <c:v>6.75</c:v>
                      </c:pt>
                      <c:pt idx="5781">
                        <c:v>6.75</c:v>
                      </c:pt>
                      <c:pt idx="5782">
                        <c:v>6.75</c:v>
                      </c:pt>
                      <c:pt idx="5783">
                        <c:v>6.75</c:v>
                      </c:pt>
                      <c:pt idx="5784">
                        <c:v>6.75</c:v>
                      </c:pt>
                      <c:pt idx="5785">
                        <c:v>6.75</c:v>
                      </c:pt>
                      <c:pt idx="5786">
                        <c:v>6.75</c:v>
                      </c:pt>
                      <c:pt idx="5787">
                        <c:v>6.75</c:v>
                      </c:pt>
                      <c:pt idx="5788">
                        <c:v>6.75</c:v>
                      </c:pt>
                      <c:pt idx="5789">
                        <c:v>6.75</c:v>
                      </c:pt>
                      <c:pt idx="5790">
                        <c:v>6.75</c:v>
                      </c:pt>
                      <c:pt idx="5791">
                        <c:v>6.75</c:v>
                      </c:pt>
                      <c:pt idx="5792">
                        <c:v>6.75</c:v>
                      </c:pt>
                      <c:pt idx="5793">
                        <c:v>6.75</c:v>
                      </c:pt>
                      <c:pt idx="5794">
                        <c:v>6.75</c:v>
                      </c:pt>
                      <c:pt idx="5795">
                        <c:v>6.75</c:v>
                      </c:pt>
                      <c:pt idx="5796">
                        <c:v>6.75</c:v>
                      </c:pt>
                      <c:pt idx="5797">
                        <c:v>6.75</c:v>
                      </c:pt>
                      <c:pt idx="5798">
                        <c:v>6.75</c:v>
                      </c:pt>
                      <c:pt idx="5799">
                        <c:v>6.75</c:v>
                      </c:pt>
                      <c:pt idx="5800">
                        <c:v>6.75</c:v>
                      </c:pt>
                      <c:pt idx="5801">
                        <c:v>6.75</c:v>
                      </c:pt>
                      <c:pt idx="5802">
                        <c:v>6.5</c:v>
                      </c:pt>
                      <c:pt idx="5803">
                        <c:v>6.5</c:v>
                      </c:pt>
                      <c:pt idx="5804">
                        <c:v>6.5</c:v>
                      </c:pt>
                      <c:pt idx="5805">
                        <c:v>6.5</c:v>
                      </c:pt>
                      <c:pt idx="5806">
                        <c:v>6.5</c:v>
                      </c:pt>
                      <c:pt idx="5807">
                        <c:v>6.5</c:v>
                      </c:pt>
                      <c:pt idx="5808">
                        <c:v>6.5</c:v>
                      </c:pt>
                      <c:pt idx="5809">
                        <c:v>6.5</c:v>
                      </c:pt>
                      <c:pt idx="5810">
                        <c:v>6.5</c:v>
                      </c:pt>
                      <c:pt idx="5811">
                        <c:v>6.5</c:v>
                      </c:pt>
                      <c:pt idx="5812">
                        <c:v>6.5</c:v>
                      </c:pt>
                      <c:pt idx="5813">
                        <c:v>6.5</c:v>
                      </c:pt>
                      <c:pt idx="5814">
                        <c:v>6.5</c:v>
                      </c:pt>
                      <c:pt idx="5815">
                        <c:v>6.5</c:v>
                      </c:pt>
                      <c:pt idx="5816">
                        <c:v>6.5</c:v>
                      </c:pt>
                      <c:pt idx="5817">
                        <c:v>6.5</c:v>
                      </c:pt>
                      <c:pt idx="5818">
                        <c:v>6.5</c:v>
                      </c:pt>
                      <c:pt idx="5819">
                        <c:v>6.5</c:v>
                      </c:pt>
                      <c:pt idx="5820">
                        <c:v>6.5</c:v>
                      </c:pt>
                      <c:pt idx="5821">
                        <c:v>6.5</c:v>
                      </c:pt>
                      <c:pt idx="5822">
                        <c:v>6.5</c:v>
                      </c:pt>
                      <c:pt idx="5823">
                        <c:v>6.5</c:v>
                      </c:pt>
                      <c:pt idx="5824">
                        <c:v>6.5</c:v>
                      </c:pt>
                      <c:pt idx="5825">
                        <c:v>6.5</c:v>
                      </c:pt>
                      <c:pt idx="5826">
                        <c:v>6.5</c:v>
                      </c:pt>
                      <c:pt idx="5827">
                        <c:v>6.5</c:v>
                      </c:pt>
                      <c:pt idx="5828">
                        <c:v>6.5</c:v>
                      </c:pt>
                      <c:pt idx="5829">
                        <c:v>6.5</c:v>
                      </c:pt>
                      <c:pt idx="5830">
                        <c:v>6.5</c:v>
                      </c:pt>
                      <c:pt idx="5831">
                        <c:v>6.5</c:v>
                      </c:pt>
                      <c:pt idx="5832">
                        <c:v>6.5</c:v>
                      </c:pt>
                      <c:pt idx="5833">
                        <c:v>6.5</c:v>
                      </c:pt>
                      <c:pt idx="5834">
                        <c:v>6.5</c:v>
                      </c:pt>
                      <c:pt idx="5835">
                        <c:v>6.5</c:v>
                      </c:pt>
                      <c:pt idx="5836">
                        <c:v>6.5</c:v>
                      </c:pt>
                      <c:pt idx="5837">
                        <c:v>6.5</c:v>
                      </c:pt>
                      <c:pt idx="5838">
                        <c:v>6.5</c:v>
                      </c:pt>
                      <c:pt idx="5839">
                        <c:v>6.5</c:v>
                      </c:pt>
                      <c:pt idx="5840">
                        <c:v>6.5</c:v>
                      </c:pt>
                      <c:pt idx="5841">
                        <c:v>6.5</c:v>
                      </c:pt>
                      <c:pt idx="5842">
                        <c:v>6.5</c:v>
                      </c:pt>
                      <c:pt idx="5843">
                        <c:v>6.5</c:v>
                      </c:pt>
                      <c:pt idx="5844">
                        <c:v>6.5</c:v>
                      </c:pt>
                      <c:pt idx="5845">
                        <c:v>6.5</c:v>
                      </c:pt>
                      <c:pt idx="5846">
                        <c:v>6.5</c:v>
                      </c:pt>
                      <c:pt idx="5847">
                        <c:v>6.5</c:v>
                      </c:pt>
                      <c:pt idx="5848">
                        <c:v>6.5</c:v>
                      </c:pt>
                      <c:pt idx="5849">
                        <c:v>6.5</c:v>
                      </c:pt>
                      <c:pt idx="5850">
                        <c:v>6.5</c:v>
                      </c:pt>
                      <c:pt idx="5851">
                        <c:v>6.5</c:v>
                      </c:pt>
                      <c:pt idx="5852">
                        <c:v>6.5</c:v>
                      </c:pt>
                      <c:pt idx="5853">
                        <c:v>6.5</c:v>
                      </c:pt>
                      <c:pt idx="5854">
                        <c:v>6.5</c:v>
                      </c:pt>
                      <c:pt idx="5855">
                        <c:v>6.5</c:v>
                      </c:pt>
                      <c:pt idx="5856">
                        <c:v>6.5</c:v>
                      </c:pt>
                      <c:pt idx="5857">
                        <c:v>6.5</c:v>
                      </c:pt>
                      <c:pt idx="5858">
                        <c:v>6.5</c:v>
                      </c:pt>
                      <c:pt idx="5859">
                        <c:v>6.5</c:v>
                      </c:pt>
                      <c:pt idx="5860">
                        <c:v>6.5</c:v>
                      </c:pt>
                      <c:pt idx="5861">
                        <c:v>6.5</c:v>
                      </c:pt>
                      <c:pt idx="5862">
                        <c:v>6.5</c:v>
                      </c:pt>
                      <c:pt idx="5863">
                        <c:v>6.5</c:v>
                      </c:pt>
                      <c:pt idx="5864">
                        <c:v>6.5</c:v>
                      </c:pt>
                      <c:pt idx="5865">
                        <c:v>6.5</c:v>
                      </c:pt>
                      <c:pt idx="5866">
                        <c:v>6.5</c:v>
                      </c:pt>
                      <c:pt idx="5867">
                        <c:v>6.5</c:v>
                      </c:pt>
                      <c:pt idx="5868">
                        <c:v>6.5</c:v>
                      </c:pt>
                      <c:pt idx="5869">
                        <c:v>6.5</c:v>
                      </c:pt>
                      <c:pt idx="5870">
                        <c:v>6.5</c:v>
                      </c:pt>
                      <c:pt idx="5871">
                        <c:v>6.5</c:v>
                      </c:pt>
                      <c:pt idx="5872">
                        <c:v>6.5</c:v>
                      </c:pt>
                      <c:pt idx="5873">
                        <c:v>6.5</c:v>
                      </c:pt>
                      <c:pt idx="5874">
                        <c:v>6.5</c:v>
                      </c:pt>
                      <c:pt idx="5875">
                        <c:v>6.5</c:v>
                      </c:pt>
                      <c:pt idx="5876">
                        <c:v>6.5</c:v>
                      </c:pt>
                      <c:pt idx="5877">
                        <c:v>6.5</c:v>
                      </c:pt>
                      <c:pt idx="5878">
                        <c:v>6.5</c:v>
                      </c:pt>
                      <c:pt idx="5879">
                        <c:v>6.5</c:v>
                      </c:pt>
                      <c:pt idx="5880">
                        <c:v>6.5</c:v>
                      </c:pt>
                      <c:pt idx="5881">
                        <c:v>6.5</c:v>
                      </c:pt>
                      <c:pt idx="5882">
                        <c:v>6.5</c:v>
                      </c:pt>
                      <c:pt idx="5883">
                        <c:v>6.5</c:v>
                      </c:pt>
                      <c:pt idx="5884">
                        <c:v>6.5</c:v>
                      </c:pt>
                      <c:pt idx="5885">
                        <c:v>6.5</c:v>
                      </c:pt>
                      <c:pt idx="5886">
                        <c:v>6.5</c:v>
                      </c:pt>
                      <c:pt idx="5887">
                        <c:v>6.5</c:v>
                      </c:pt>
                      <c:pt idx="5888">
                        <c:v>6.5</c:v>
                      </c:pt>
                      <c:pt idx="5889">
                        <c:v>6.5</c:v>
                      </c:pt>
                      <c:pt idx="5890">
                        <c:v>6.5</c:v>
                      </c:pt>
                      <c:pt idx="5891">
                        <c:v>6.5</c:v>
                      </c:pt>
                      <c:pt idx="5892">
                        <c:v>6.5</c:v>
                      </c:pt>
                      <c:pt idx="5893">
                        <c:v>6.5</c:v>
                      </c:pt>
                      <c:pt idx="5894">
                        <c:v>6.5</c:v>
                      </c:pt>
                      <c:pt idx="5895">
                        <c:v>6.5</c:v>
                      </c:pt>
                      <c:pt idx="5896">
                        <c:v>6.5</c:v>
                      </c:pt>
                      <c:pt idx="5897">
                        <c:v>6.5</c:v>
                      </c:pt>
                      <c:pt idx="5898">
                        <c:v>6.5</c:v>
                      </c:pt>
                      <c:pt idx="5899">
                        <c:v>6.5</c:v>
                      </c:pt>
                      <c:pt idx="5900">
                        <c:v>6.5</c:v>
                      </c:pt>
                      <c:pt idx="5901">
                        <c:v>6.5</c:v>
                      </c:pt>
                      <c:pt idx="5902">
                        <c:v>6.5</c:v>
                      </c:pt>
                      <c:pt idx="5903">
                        <c:v>6.5</c:v>
                      </c:pt>
                      <c:pt idx="5904">
                        <c:v>6.5</c:v>
                      </c:pt>
                      <c:pt idx="5905">
                        <c:v>6.5</c:v>
                      </c:pt>
                      <c:pt idx="5906">
                        <c:v>6.5</c:v>
                      </c:pt>
                      <c:pt idx="5907">
                        <c:v>6.5</c:v>
                      </c:pt>
                      <c:pt idx="5908">
                        <c:v>6.5</c:v>
                      </c:pt>
                      <c:pt idx="5909">
                        <c:v>6.5</c:v>
                      </c:pt>
                      <c:pt idx="5910">
                        <c:v>6.5</c:v>
                      </c:pt>
                      <c:pt idx="5911">
                        <c:v>6.5</c:v>
                      </c:pt>
                      <c:pt idx="5912">
                        <c:v>6.5</c:v>
                      </c:pt>
                      <c:pt idx="5913">
                        <c:v>6.5</c:v>
                      </c:pt>
                      <c:pt idx="5914">
                        <c:v>6.5</c:v>
                      </c:pt>
                      <c:pt idx="5915">
                        <c:v>6.5</c:v>
                      </c:pt>
                      <c:pt idx="5916">
                        <c:v>6.5</c:v>
                      </c:pt>
                      <c:pt idx="5917">
                        <c:v>6.5</c:v>
                      </c:pt>
                      <c:pt idx="5918">
                        <c:v>6.5</c:v>
                      </c:pt>
                      <c:pt idx="5919">
                        <c:v>6.5</c:v>
                      </c:pt>
                      <c:pt idx="5920">
                        <c:v>6.5</c:v>
                      </c:pt>
                      <c:pt idx="5921">
                        <c:v>6.5</c:v>
                      </c:pt>
                      <c:pt idx="5922">
                        <c:v>6.5</c:v>
                      </c:pt>
                      <c:pt idx="5923">
                        <c:v>6.5</c:v>
                      </c:pt>
                      <c:pt idx="5924">
                        <c:v>6.5</c:v>
                      </c:pt>
                      <c:pt idx="5925">
                        <c:v>6.5</c:v>
                      </c:pt>
                      <c:pt idx="5926">
                        <c:v>6.5</c:v>
                      </c:pt>
                      <c:pt idx="5927">
                        <c:v>6.5</c:v>
                      </c:pt>
                      <c:pt idx="5928">
                        <c:v>6.5</c:v>
                      </c:pt>
                      <c:pt idx="5929">
                        <c:v>6.5</c:v>
                      </c:pt>
                      <c:pt idx="5930">
                        <c:v>6.5</c:v>
                      </c:pt>
                      <c:pt idx="5931">
                        <c:v>6.5</c:v>
                      </c:pt>
                      <c:pt idx="5932">
                        <c:v>6.5</c:v>
                      </c:pt>
                      <c:pt idx="5933">
                        <c:v>6.5</c:v>
                      </c:pt>
                      <c:pt idx="5934">
                        <c:v>6.5</c:v>
                      </c:pt>
                      <c:pt idx="5935">
                        <c:v>6.5</c:v>
                      </c:pt>
                      <c:pt idx="5936">
                        <c:v>6.5</c:v>
                      </c:pt>
                      <c:pt idx="5937">
                        <c:v>6.5</c:v>
                      </c:pt>
                      <c:pt idx="5938">
                        <c:v>6.5</c:v>
                      </c:pt>
                      <c:pt idx="5939">
                        <c:v>6.5</c:v>
                      </c:pt>
                      <c:pt idx="5940">
                        <c:v>6.5</c:v>
                      </c:pt>
                      <c:pt idx="5941">
                        <c:v>6.5</c:v>
                      </c:pt>
                      <c:pt idx="5942">
                        <c:v>6.5</c:v>
                      </c:pt>
                      <c:pt idx="5943">
                        <c:v>6.5</c:v>
                      </c:pt>
                      <c:pt idx="5944">
                        <c:v>6.5</c:v>
                      </c:pt>
                      <c:pt idx="5945">
                        <c:v>6.5</c:v>
                      </c:pt>
                      <c:pt idx="5946">
                        <c:v>6.5</c:v>
                      </c:pt>
                      <c:pt idx="5947">
                        <c:v>6.5</c:v>
                      </c:pt>
                      <c:pt idx="5948">
                        <c:v>6.5</c:v>
                      </c:pt>
                      <c:pt idx="5949">
                        <c:v>6.5</c:v>
                      </c:pt>
                      <c:pt idx="5950">
                        <c:v>6.5</c:v>
                      </c:pt>
                      <c:pt idx="5951">
                        <c:v>6.5</c:v>
                      </c:pt>
                      <c:pt idx="5952">
                        <c:v>6.5</c:v>
                      </c:pt>
                      <c:pt idx="5953">
                        <c:v>6.5</c:v>
                      </c:pt>
                      <c:pt idx="5954">
                        <c:v>6.5</c:v>
                      </c:pt>
                      <c:pt idx="5955">
                        <c:v>6.5</c:v>
                      </c:pt>
                      <c:pt idx="5956">
                        <c:v>6.5</c:v>
                      </c:pt>
                      <c:pt idx="5957">
                        <c:v>6.5</c:v>
                      </c:pt>
                      <c:pt idx="5958">
                        <c:v>6.5</c:v>
                      </c:pt>
                      <c:pt idx="5959">
                        <c:v>6.5</c:v>
                      </c:pt>
                      <c:pt idx="5960">
                        <c:v>6.5</c:v>
                      </c:pt>
                      <c:pt idx="5961">
                        <c:v>6.5</c:v>
                      </c:pt>
                      <c:pt idx="5962">
                        <c:v>6.5</c:v>
                      </c:pt>
                      <c:pt idx="5963">
                        <c:v>6.5</c:v>
                      </c:pt>
                      <c:pt idx="5964">
                        <c:v>6.5</c:v>
                      </c:pt>
                      <c:pt idx="5965">
                        <c:v>6.5</c:v>
                      </c:pt>
                      <c:pt idx="5966">
                        <c:v>6.5</c:v>
                      </c:pt>
                      <c:pt idx="5967">
                        <c:v>6.5</c:v>
                      </c:pt>
                      <c:pt idx="5968">
                        <c:v>6.5</c:v>
                      </c:pt>
                      <c:pt idx="5969">
                        <c:v>6.5</c:v>
                      </c:pt>
                      <c:pt idx="5970">
                        <c:v>6.5</c:v>
                      </c:pt>
                      <c:pt idx="5971">
                        <c:v>6.5</c:v>
                      </c:pt>
                      <c:pt idx="5972">
                        <c:v>6.5</c:v>
                      </c:pt>
                      <c:pt idx="5973">
                        <c:v>6.75</c:v>
                      </c:pt>
                      <c:pt idx="5974">
                        <c:v>6.75</c:v>
                      </c:pt>
                      <c:pt idx="5975">
                        <c:v>6.75</c:v>
                      </c:pt>
                      <c:pt idx="5976">
                        <c:v>6.75</c:v>
                      </c:pt>
                      <c:pt idx="5977">
                        <c:v>6.75</c:v>
                      </c:pt>
                      <c:pt idx="5978">
                        <c:v>6.75</c:v>
                      </c:pt>
                      <c:pt idx="5979">
                        <c:v>6.75</c:v>
                      </c:pt>
                      <c:pt idx="5980">
                        <c:v>6.75</c:v>
                      </c:pt>
                      <c:pt idx="5981">
                        <c:v>6.75</c:v>
                      </c:pt>
                      <c:pt idx="5982">
                        <c:v>6.75</c:v>
                      </c:pt>
                      <c:pt idx="5983">
                        <c:v>6.75</c:v>
                      </c:pt>
                      <c:pt idx="5984">
                        <c:v>6.75</c:v>
                      </c:pt>
                      <c:pt idx="5985">
                        <c:v>6.75</c:v>
                      </c:pt>
                      <c:pt idx="5986">
                        <c:v>6.75</c:v>
                      </c:pt>
                      <c:pt idx="5987">
                        <c:v>6.75</c:v>
                      </c:pt>
                      <c:pt idx="5988">
                        <c:v>6.75</c:v>
                      </c:pt>
                      <c:pt idx="5989">
                        <c:v>6.75</c:v>
                      </c:pt>
                      <c:pt idx="5990">
                        <c:v>6.75</c:v>
                      </c:pt>
                      <c:pt idx="5991">
                        <c:v>6.75</c:v>
                      </c:pt>
                      <c:pt idx="5992">
                        <c:v>6.75</c:v>
                      </c:pt>
                      <c:pt idx="5993">
                        <c:v>6.75</c:v>
                      </c:pt>
                      <c:pt idx="5994">
                        <c:v>6.75</c:v>
                      </c:pt>
                      <c:pt idx="5995">
                        <c:v>6.75</c:v>
                      </c:pt>
                      <c:pt idx="5996">
                        <c:v>6.75</c:v>
                      </c:pt>
                      <c:pt idx="5997">
                        <c:v>6.75</c:v>
                      </c:pt>
                      <c:pt idx="5998">
                        <c:v>6.75</c:v>
                      </c:pt>
                      <c:pt idx="5999">
                        <c:v>6.75</c:v>
                      </c:pt>
                      <c:pt idx="6000">
                        <c:v>6.75</c:v>
                      </c:pt>
                      <c:pt idx="6001">
                        <c:v>6.75</c:v>
                      </c:pt>
                      <c:pt idx="6002">
                        <c:v>6.75</c:v>
                      </c:pt>
                      <c:pt idx="6003">
                        <c:v>6.75</c:v>
                      </c:pt>
                      <c:pt idx="6004">
                        <c:v>6.75</c:v>
                      </c:pt>
                      <c:pt idx="6005">
                        <c:v>6.75</c:v>
                      </c:pt>
                      <c:pt idx="6006">
                        <c:v>6.75</c:v>
                      </c:pt>
                      <c:pt idx="6007">
                        <c:v>6.75</c:v>
                      </c:pt>
                      <c:pt idx="6008">
                        <c:v>6.75</c:v>
                      </c:pt>
                      <c:pt idx="6009">
                        <c:v>6.75</c:v>
                      </c:pt>
                      <c:pt idx="6010">
                        <c:v>6.75</c:v>
                      </c:pt>
                      <c:pt idx="6011">
                        <c:v>6.75</c:v>
                      </c:pt>
                      <c:pt idx="6012">
                        <c:v>6.75</c:v>
                      </c:pt>
                      <c:pt idx="6013">
                        <c:v>6.75</c:v>
                      </c:pt>
                      <c:pt idx="6014">
                        <c:v>6.75</c:v>
                      </c:pt>
                      <c:pt idx="6015">
                        <c:v>6.75</c:v>
                      </c:pt>
                      <c:pt idx="6016">
                        <c:v>6.75</c:v>
                      </c:pt>
                      <c:pt idx="6017">
                        <c:v>6.75</c:v>
                      </c:pt>
                      <c:pt idx="6018">
                        <c:v>6.75</c:v>
                      </c:pt>
                      <c:pt idx="6019">
                        <c:v>6.75</c:v>
                      </c:pt>
                      <c:pt idx="6020">
                        <c:v>6.75</c:v>
                      </c:pt>
                      <c:pt idx="6021">
                        <c:v>6.75</c:v>
                      </c:pt>
                      <c:pt idx="6022">
                        <c:v>6.75</c:v>
                      </c:pt>
                      <c:pt idx="6023">
                        <c:v>6.75</c:v>
                      </c:pt>
                      <c:pt idx="6024">
                        <c:v>6.75</c:v>
                      </c:pt>
                      <c:pt idx="6025">
                        <c:v>6.75</c:v>
                      </c:pt>
                      <c:pt idx="6026">
                        <c:v>6.75</c:v>
                      </c:pt>
                      <c:pt idx="6027">
                        <c:v>6.75</c:v>
                      </c:pt>
                      <c:pt idx="6028">
                        <c:v>6.75</c:v>
                      </c:pt>
                      <c:pt idx="6029">
                        <c:v>6.75</c:v>
                      </c:pt>
                      <c:pt idx="6030">
                        <c:v>6.75</c:v>
                      </c:pt>
                      <c:pt idx="6031">
                        <c:v>6.75</c:v>
                      </c:pt>
                      <c:pt idx="6032">
                        <c:v>6.75</c:v>
                      </c:pt>
                      <c:pt idx="6033">
                        <c:v>6.75</c:v>
                      </c:pt>
                      <c:pt idx="6034">
                        <c:v>6.75</c:v>
                      </c:pt>
                      <c:pt idx="6035">
                        <c:v>6.75</c:v>
                      </c:pt>
                      <c:pt idx="6036">
                        <c:v>6.75</c:v>
                      </c:pt>
                      <c:pt idx="6037">
                        <c:v>6.75</c:v>
                      </c:pt>
                      <c:pt idx="6038">
                        <c:v>6.75</c:v>
                      </c:pt>
                      <c:pt idx="6039">
                        <c:v>6.75</c:v>
                      </c:pt>
                      <c:pt idx="6040">
                        <c:v>6.75</c:v>
                      </c:pt>
                      <c:pt idx="6041">
                        <c:v>6.75</c:v>
                      </c:pt>
                      <c:pt idx="6042">
                        <c:v>6.75</c:v>
                      </c:pt>
                      <c:pt idx="6043">
                        <c:v>6.75</c:v>
                      </c:pt>
                      <c:pt idx="6044">
                        <c:v>6.75</c:v>
                      </c:pt>
                      <c:pt idx="6045">
                        <c:v>6.75</c:v>
                      </c:pt>
                      <c:pt idx="6046">
                        <c:v>6.75</c:v>
                      </c:pt>
                      <c:pt idx="6047">
                        <c:v>6.75</c:v>
                      </c:pt>
                      <c:pt idx="6048">
                        <c:v>6.75</c:v>
                      </c:pt>
                      <c:pt idx="6049">
                        <c:v>6.75</c:v>
                      </c:pt>
                      <c:pt idx="6050">
                        <c:v>6.75</c:v>
                      </c:pt>
                      <c:pt idx="6051">
                        <c:v>6.75</c:v>
                      </c:pt>
                      <c:pt idx="6052">
                        <c:v>6.75</c:v>
                      </c:pt>
                      <c:pt idx="6053">
                        <c:v>6.75</c:v>
                      </c:pt>
                      <c:pt idx="6054">
                        <c:v>6.75</c:v>
                      </c:pt>
                      <c:pt idx="6055">
                        <c:v>6.75</c:v>
                      </c:pt>
                      <c:pt idx="6056">
                        <c:v>6.75</c:v>
                      </c:pt>
                      <c:pt idx="6057">
                        <c:v>6.75</c:v>
                      </c:pt>
                      <c:pt idx="6058">
                        <c:v>6.75</c:v>
                      </c:pt>
                      <c:pt idx="6059">
                        <c:v>6.75</c:v>
                      </c:pt>
                      <c:pt idx="6060">
                        <c:v>6.75</c:v>
                      </c:pt>
                      <c:pt idx="6061">
                        <c:v>6.75</c:v>
                      </c:pt>
                      <c:pt idx="6062">
                        <c:v>6.75</c:v>
                      </c:pt>
                      <c:pt idx="6063">
                        <c:v>6.75</c:v>
                      </c:pt>
                      <c:pt idx="6064">
                        <c:v>6.75</c:v>
                      </c:pt>
                      <c:pt idx="6065">
                        <c:v>6.75</c:v>
                      </c:pt>
                      <c:pt idx="6066">
                        <c:v>6.75</c:v>
                      </c:pt>
                      <c:pt idx="6067">
                        <c:v>6.75</c:v>
                      </c:pt>
                      <c:pt idx="6068">
                        <c:v>6.75</c:v>
                      </c:pt>
                      <c:pt idx="6069">
                        <c:v>6.75</c:v>
                      </c:pt>
                      <c:pt idx="6070">
                        <c:v>6.75</c:v>
                      </c:pt>
                      <c:pt idx="6071">
                        <c:v>6.75</c:v>
                      </c:pt>
                      <c:pt idx="6072">
                        <c:v>6.75</c:v>
                      </c:pt>
                      <c:pt idx="6073">
                        <c:v>6.75</c:v>
                      </c:pt>
                      <c:pt idx="6074">
                        <c:v>6.75</c:v>
                      </c:pt>
                      <c:pt idx="6075">
                        <c:v>6.75</c:v>
                      </c:pt>
                      <c:pt idx="6076">
                        <c:v>6.75</c:v>
                      </c:pt>
                      <c:pt idx="6077">
                        <c:v>6.75</c:v>
                      </c:pt>
                      <c:pt idx="6078">
                        <c:v>6.75</c:v>
                      </c:pt>
                      <c:pt idx="6079">
                        <c:v>6.75</c:v>
                      </c:pt>
                      <c:pt idx="6080">
                        <c:v>6.75</c:v>
                      </c:pt>
                      <c:pt idx="6081">
                        <c:v>6.75</c:v>
                      </c:pt>
                      <c:pt idx="6082">
                        <c:v>6.75</c:v>
                      </c:pt>
                      <c:pt idx="6083">
                        <c:v>6.75</c:v>
                      </c:pt>
                      <c:pt idx="6084">
                        <c:v>6.75</c:v>
                      </c:pt>
                      <c:pt idx="6085">
                        <c:v>6.75</c:v>
                      </c:pt>
                      <c:pt idx="6086">
                        <c:v>6.75</c:v>
                      </c:pt>
                      <c:pt idx="6087">
                        <c:v>6.75</c:v>
                      </c:pt>
                      <c:pt idx="6088">
                        <c:v>6.75</c:v>
                      </c:pt>
                      <c:pt idx="6089">
                        <c:v>6.75</c:v>
                      </c:pt>
                      <c:pt idx="6090">
                        <c:v>6.75</c:v>
                      </c:pt>
                      <c:pt idx="6091">
                        <c:v>6.75</c:v>
                      </c:pt>
                      <c:pt idx="6092">
                        <c:v>6.75</c:v>
                      </c:pt>
                      <c:pt idx="6093">
                        <c:v>6.75</c:v>
                      </c:pt>
                      <c:pt idx="6094">
                        <c:v>6.75</c:v>
                      </c:pt>
                      <c:pt idx="6095">
                        <c:v>6.75</c:v>
                      </c:pt>
                      <c:pt idx="6096">
                        <c:v>6.75</c:v>
                      </c:pt>
                      <c:pt idx="6097">
                        <c:v>6.75</c:v>
                      </c:pt>
                      <c:pt idx="6098">
                        <c:v>6.75</c:v>
                      </c:pt>
                      <c:pt idx="6099">
                        <c:v>6.75</c:v>
                      </c:pt>
                      <c:pt idx="6100">
                        <c:v>6.75</c:v>
                      </c:pt>
                      <c:pt idx="6101">
                        <c:v>6.75</c:v>
                      </c:pt>
                      <c:pt idx="6102">
                        <c:v>6.75</c:v>
                      </c:pt>
                      <c:pt idx="6103">
                        <c:v>6.75</c:v>
                      </c:pt>
                      <c:pt idx="6104">
                        <c:v>6.75</c:v>
                      </c:pt>
                      <c:pt idx="6105">
                        <c:v>6.75</c:v>
                      </c:pt>
                      <c:pt idx="6106">
                        <c:v>6.75</c:v>
                      </c:pt>
                      <c:pt idx="6107">
                        <c:v>6.75</c:v>
                      </c:pt>
                      <c:pt idx="6108">
                        <c:v>6.75</c:v>
                      </c:pt>
                      <c:pt idx="6109">
                        <c:v>6.75</c:v>
                      </c:pt>
                      <c:pt idx="6110">
                        <c:v>6.75</c:v>
                      </c:pt>
                      <c:pt idx="6111">
                        <c:v>6.75</c:v>
                      </c:pt>
                      <c:pt idx="6112">
                        <c:v>6.75</c:v>
                      </c:pt>
                      <c:pt idx="6113">
                        <c:v>6.75</c:v>
                      </c:pt>
                      <c:pt idx="6114">
                        <c:v>6.75</c:v>
                      </c:pt>
                      <c:pt idx="6115">
                        <c:v>6.75</c:v>
                      </c:pt>
                      <c:pt idx="6116">
                        <c:v>6.75</c:v>
                      </c:pt>
                      <c:pt idx="6117">
                        <c:v>6.75</c:v>
                      </c:pt>
                      <c:pt idx="6118">
                        <c:v>6.75</c:v>
                      </c:pt>
                      <c:pt idx="6119">
                        <c:v>6.75</c:v>
                      </c:pt>
                      <c:pt idx="6120">
                        <c:v>6.75</c:v>
                      </c:pt>
                      <c:pt idx="6121">
                        <c:v>6.75</c:v>
                      </c:pt>
                      <c:pt idx="6122">
                        <c:v>6.75</c:v>
                      </c:pt>
                      <c:pt idx="6123">
                        <c:v>6.75</c:v>
                      </c:pt>
                      <c:pt idx="6124">
                        <c:v>6.75</c:v>
                      </c:pt>
                      <c:pt idx="6125">
                        <c:v>6.75</c:v>
                      </c:pt>
                      <c:pt idx="6126">
                        <c:v>6.75</c:v>
                      </c:pt>
                      <c:pt idx="6127">
                        <c:v>6.75</c:v>
                      </c:pt>
                      <c:pt idx="6128">
                        <c:v>6.75</c:v>
                      </c:pt>
                      <c:pt idx="6129">
                        <c:v>6.75</c:v>
                      </c:pt>
                      <c:pt idx="6130">
                        <c:v>6.75</c:v>
                      </c:pt>
                      <c:pt idx="6131">
                        <c:v>6.75</c:v>
                      </c:pt>
                      <c:pt idx="6132">
                        <c:v>6.75</c:v>
                      </c:pt>
                      <c:pt idx="6133">
                        <c:v>6.75</c:v>
                      </c:pt>
                      <c:pt idx="6134">
                        <c:v>6.75</c:v>
                      </c:pt>
                      <c:pt idx="6135">
                        <c:v>6.75</c:v>
                      </c:pt>
                      <c:pt idx="6136">
                        <c:v>6.75</c:v>
                      </c:pt>
                      <c:pt idx="6137">
                        <c:v>6.75</c:v>
                      </c:pt>
                      <c:pt idx="6138">
                        <c:v>6.75</c:v>
                      </c:pt>
                      <c:pt idx="6139">
                        <c:v>6.75</c:v>
                      </c:pt>
                      <c:pt idx="6140">
                        <c:v>6.75</c:v>
                      </c:pt>
                      <c:pt idx="6141">
                        <c:v>6.75</c:v>
                      </c:pt>
                      <c:pt idx="6142">
                        <c:v>6.75</c:v>
                      </c:pt>
                      <c:pt idx="6143">
                        <c:v>6.5</c:v>
                      </c:pt>
                      <c:pt idx="6144">
                        <c:v>6.5</c:v>
                      </c:pt>
                      <c:pt idx="6145">
                        <c:v>6.5</c:v>
                      </c:pt>
                      <c:pt idx="6146">
                        <c:v>6.5</c:v>
                      </c:pt>
                      <c:pt idx="6147">
                        <c:v>6.5</c:v>
                      </c:pt>
                      <c:pt idx="6148">
                        <c:v>6.5</c:v>
                      </c:pt>
                      <c:pt idx="6149">
                        <c:v>6.5</c:v>
                      </c:pt>
                      <c:pt idx="6150">
                        <c:v>6.5</c:v>
                      </c:pt>
                      <c:pt idx="6151">
                        <c:v>6.5</c:v>
                      </c:pt>
                      <c:pt idx="6152">
                        <c:v>6.5</c:v>
                      </c:pt>
                      <c:pt idx="6153">
                        <c:v>6.5</c:v>
                      </c:pt>
                      <c:pt idx="6154">
                        <c:v>6.5</c:v>
                      </c:pt>
                      <c:pt idx="6155">
                        <c:v>6.5</c:v>
                      </c:pt>
                      <c:pt idx="6156">
                        <c:v>6.5</c:v>
                      </c:pt>
                      <c:pt idx="6157">
                        <c:v>6.5</c:v>
                      </c:pt>
                      <c:pt idx="6158">
                        <c:v>6.5</c:v>
                      </c:pt>
                      <c:pt idx="6159">
                        <c:v>6.5</c:v>
                      </c:pt>
                      <c:pt idx="6160">
                        <c:v>6.5</c:v>
                      </c:pt>
                      <c:pt idx="6161">
                        <c:v>6.5</c:v>
                      </c:pt>
                      <c:pt idx="6162">
                        <c:v>6.5</c:v>
                      </c:pt>
                      <c:pt idx="6163">
                        <c:v>6.5</c:v>
                      </c:pt>
                      <c:pt idx="6164">
                        <c:v>6.5</c:v>
                      </c:pt>
                      <c:pt idx="6165">
                        <c:v>6.5</c:v>
                      </c:pt>
                      <c:pt idx="6166">
                        <c:v>6.5</c:v>
                      </c:pt>
                      <c:pt idx="6167">
                        <c:v>6.5</c:v>
                      </c:pt>
                      <c:pt idx="6168">
                        <c:v>6.5</c:v>
                      </c:pt>
                      <c:pt idx="6169">
                        <c:v>6.5</c:v>
                      </c:pt>
                      <c:pt idx="6170">
                        <c:v>6.5</c:v>
                      </c:pt>
                      <c:pt idx="6171">
                        <c:v>6.5</c:v>
                      </c:pt>
                      <c:pt idx="6172">
                        <c:v>6.5</c:v>
                      </c:pt>
                      <c:pt idx="6173">
                        <c:v>6.5</c:v>
                      </c:pt>
                      <c:pt idx="6174">
                        <c:v>6.5</c:v>
                      </c:pt>
                      <c:pt idx="6175">
                        <c:v>6.5</c:v>
                      </c:pt>
                      <c:pt idx="6176">
                        <c:v>6.5</c:v>
                      </c:pt>
                      <c:pt idx="6177">
                        <c:v>6.5</c:v>
                      </c:pt>
                      <c:pt idx="6178">
                        <c:v>6.5</c:v>
                      </c:pt>
                      <c:pt idx="6179">
                        <c:v>6.5</c:v>
                      </c:pt>
                      <c:pt idx="6180">
                        <c:v>6.5</c:v>
                      </c:pt>
                      <c:pt idx="6181">
                        <c:v>6.5</c:v>
                      </c:pt>
                      <c:pt idx="6182">
                        <c:v>6.5</c:v>
                      </c:pt>
                      <c:pt idx="6183">
                        <c:v>6.5</c:v>
                      </c:pt>
                      <c:pt idx="6184">
                        <c:v>6.5</c:v>
                      </c:pt>
                      <c:pt idx="6185">
                        <c:v>6.5</c:v>
                      </c:pt>
                      <c:pt idx="6186">
                        <c:v>6.5</c:v>
                      </c:pt>
                      <c:pt idx="6187">
                        <c:v>6.5</c:v>
                      </c:pt>
                      <c:pt idx="6188">
                        <c:v>6.5</c:v>
                      </c:pt>
                      <c:pt idx="6189">
                        <c:v>6.5</c:v>
                      </c:pt>
                      <c:pt idx="6190">
                        <c:v>6.5</c:v>
                      </c:pt>
                      <c:pt idx="6191">
                        <c:v>6.5</c:v>
                      </c:pt>
                      <c:pt idx="6192">
                        <c:v>6.5</c:v>
                      </c:pt>
                      <c:pt idx="6193">
                        <c:v>6.5</c:v>
                      </c:pt>
                      <c:pt idx="6194">
                        <c:v>6.5</c:v>
                      </c:pt>
                      <c:pt idx="6195">
                        <c:v>6.5</c:v>
                      </c:pt>
                      <c:pt idx="6196">
                        <c:v>6.5</c:v>
                      </c:pt>
                      <c:pt idx="6197">
                        <c:v>6.5</c:v>
                      </c:pt>
                      <c:pt idx="6198">
                        <c:v>6.5</c:v>
                      </c:pt>
                      <c:pt idx="6199">
                        <c:v>6.5</c:v>
                      </c:pt>
                      <c:pt idx="6200">
                        <c:v>6.5</c:v>
                      </c:pt>
                      <c:pt idx="6201">
                        <c:v>6.5</c:v>
                      </c:pt>
                      <c:pt idx="6202">
                        <c:v>6.5</c:v>
                      </c:pt>
                      <c:pt idx="6203">
                        <c:v>6.5</c:v>
                      </c:pt>
                      <c:pt idx="6204">
                        <c:v>6.5</c:v>
                      </c:pt>
                      <c:pt idx="6205">
                        <c:v>6.5</c:v>
                      </c:pt>
                      <c:pt idx="6206">
                        <c:v>6.5</c:v>
                      </c:pt>
                      <c:pt idx="6207">
                        <c:v>6.5</c:v>
                      </c:pt>
                      <c:pt idx="6208">
                        <c:v>6.5</c:v>
                      </c:pt>
                      <c:pt idx="6209">
                        <c:v>6.5</c:v>
                      </c:pt>
                      <c:pt idx="6210">
                        <c:v>6.5</c:v>
                      </c:pt>
                      <c:pt idx="6211">
                        <c:v>6.5</c:v>
                      </c:pt>
                      <c:pt idx="6212">
                        <c:v>6.5</c:v>
                      </c:pt>
                      <c:pt idx="6213">
                        <c:v>6.5</c:v>
                      </c:pt>
                      <c:pt idx="6214">
                        <c:v>6.5</c:v>
                      </c:pt>
                      <c:pt idx="6215">
                        <c:v>6.5</c:v>
                      </c:pt>
                      <c:pt idx="6216">
                        <c:v>6.5</c:v>
                      </c:pt>
                      <c:pt idx="6217">
                        <c:v>6.5</c:v>
                      </c:pt>
                      <c:pt idx="6218">
                        <c:v>6.5</c:v>
                      </c:pt>
                      <c:pt idx="6219">
                        <c:v>6.5</c:v>
                      </c:pt>
                      <c:pt idx="6220">
                        <c:v>6.5</c:v>
                      </c:pt>
                      <c:pt idx="6221">
                        <c:v>6.5</c:v>
                      </c:pt>
                      <c:pt idx="6222">
                        <c:v>6.5</c:v>
                      </c:pt>
                      <c:pt idx="6223">
                        <c:v>6.5</c:v>
                      </c:pt>
                      <c:pt idx="6224">
                        <c:v>6.5</c:v>
                      </c:pt>
                      <c:pt idx="6225">
                        <c:v>6.5</c:v>
                      </c:pt>
                      <c:pt idx="6226">
                        <c:v>6.5</c:v>
                      </c:pt>
                      <c:pt idx="6227">
                        <c:v>6.5</c:v>
                      </c:pt>
                      <c:pt idx="6228">
                        <c:v>6.5</c:v>
                      </c:pt>
                      <c:pt idx="6229">
                        <c:v>6.5</c:v>
                      </c:pt>
                      <c:pt idx="6230">
                        <c:v>6.5</c:v>
                      </c:pt>
                      <c:pt idx="6231">
                        <c:v>6.5</c:v>
                      </c:pt>
                      <c:pt idx="6232">
                        <c:v>6.5</c:v>
                      </c:pt>
                      <c:pt idx="6233">
                        <c:v>6.5</c:v>
                      </c:pt>
                      <c:pt idx="6234">
                        <c:v>6.5</c:v>
                      </c:pt>
                      <c:pt idx="6235">
                        <c:v>6.5</c:v>
                      </c:pt>
                      <c:pt idx="6236">
                        <c:v>6.5</c:v>
                      </c:pt>
                      <c:pt idx="6237">
                        <c:v>6.5</c:v>
                      </c:pt>
                      <c:pt idx="6238">
                        <c:v>6.5</c:v>
                      </c:pt>
                      <c:pt idx="6239">
                        <c:v>6.5</c:v>
                      </c:pt>
                      <c:pt idx="6240">
                        <c:v>6.5</c:v>
                      </c:pt>
                      <c:pt idx="6241">
                        <c:v>6.5</c:v>
                      </c:pt>
                      <c:pt idx="6242">
                        <c:v>6.5</c:v>
                      </c:pt>
                      <c:pt idx="6243">
                        <c:v>6.5</c:v>
                      </c:pt>
                      <c:pt idx="6244">
                        <c:v>6.5</c:v>
                      </c:pt>
                      <c:pt idx="6245">
                        <c:v>6.5</c:v>
                      </c:pt>
                      <c:pt idx="6246">
                        <c:v>6.5</c:v>
                      </c:pt>
                      <c:pt idx="6247">
                        <c:v>6.5</c:v>
                      </c:pt>
                      <c:pt idx="6248">
                        <c:v>6.5</c:v>
                      </c:pt>
                      <c:pt idx="6249">
                        <c:v>6.5</c:v>
                      </c:pt>
                      <c:pt idx="6250">
                        <c:v>6.5</c:v>
                      </c:pt>
                      <c:pt idx="6251">
                        <c:v>6.5</c:v>
                      </c:pt>
                      <c:pt idx="6252">
                        <c:v>6.5</c:v>
                      </c:pt>
                      <c:pt idx="6253">
                        <c:v>6.5</c:v>
                      </c:pt>
                      <c:pt idx="6254">
                        <c:v>6.5</c:v>
                      </c:pt>
                      <c:pt idx="6255">
                        <c:v>6.5</c:v>
                      </c:pt>
                      <c:pt idx="6256">
                        <c:v>6.5</c:v>
                      </c:pt>
                      <c:pt idx="6257">
                        <c:v>6.5</c:v>
                      </c:pt>
                      <c:pt idx="6258">
                        <c:v>6.5</c:v>
                      </c:pt>
                      <c:pt idx="6259">
                        <c:v>6.5</c:v>
                      </c:pt>
                      <c:pt idx="6260">
                        <c:v>6.5</c:v>
                      </c:pt>
                      <c:pt idx="6261">
                        <c:v>6.5</c:v>
                      </c:pt>
                      <c:pt idx="6262">
                        <c:v>6.5</c:v>
                      </c:pt>
                      <c:pt idx="6263">
                        <c:v>6.5</c:v>
                      </c:pt>
                      <c:pt idx="6264">
                        <c:v>6.5</c:v>
                      </c:pt>
                      <c:pt idx="6265">
                        <c:v>6.5</c:v>
                      </c:pt>
                      <c:pt idx="6266">
                        <c:v>6.5</c:v>
                      </c:pt>
                      <c:pt idx="6267">
                        <c:v>6.5</c:v>
                      </c:pt>
                      <c:pt idx="6268">
                        <c:v>6.5</c:v>
                      </c:pt>
                      <c:pt idx="6269">
                        <c:v>6.5</c:v>
                      </c:pt>
                      <c:pt idx="6270">
                        <c:v>6.5</c:v>
                      </c:pt>
                      <c:pt idx="6271">
                        <c:v>6.5</c:v>
                      </c:pt>
                      <c:pt idx="6272">
                        <c:v>6.5</c:v>
                      </c:pt>
                      <c:pt idx="6273">
                        <c:v>6.25</c:v>
                      </c:pt>
                      <c:pt idx="6274">
                        <c:v>6.25</c:v>
                      </c:pt>
                      <c:pt idx="6275">
                        <c:v>6.25</c:v>
                      </c:pt>
                      <c:pt idx="6276">
                        <c:v>6.25</c:v>
                      </c:pt>
                      <c:pt idx="6277">
                        <c:v>6.25</c:v>
                      </c:pt>
                      <c:pt idx="6278">
                        <c:v>6.25</c:v>
                      </c:pt>
                      <c:pt idx="6279">
                        <c:v>6.25</c:v>
                      </c:pt>
                      <c:pt idx="6280">
                        <c:v>6.25</c:v>
                      </c:pt>
                      <c:pt idx="6281">
                        <c:v>6.25</c:v>
                      </c:pt>
                      <c:pt idx="6282">
                        <c:v>6.25</c:v>
                      </c:pt>
                      <c:pt idx="6283">
                        <c:v>6.25</c:v>
                      </c:pt>
                      <c:pt idx="6284">
                        <c:v>6.25</c:v>
                      </c:pt>
                      <c:pt idx="6285">
                        <c:v>6.25</c:v>
                      </c:pt>
                      <c:pt idx="6286">
                        <c:v>6.25</c:v>
                      </c:pt>
                      <c:pt idx="6287">
                        <c:v>6.25</c:v>
                      </c:pt>
                      <c:pt idx="6288">
                        <c:v>6.25</c:v>
                      </c:pt>
                      <c:pt idx="6289">
                        <c:v>6.25</c:v>
                      </c:pt>
                      <c:pt idx="6290">
                        <c:v>6.25</c:v>
                      </c:pt>
                      <c:pt idx="6291">
                        <c:v>6.25</c:v>
                      </c:pt>
                      <c:pt idx="6292">
                        <c:v>6.25</c:v>
                      </c:pt>
                      <c:pt idx="6293">
                        <c:v>6.25</c:v>
                      </c:pt>
                      <c:pt idx="6294">
                        <c:v>6.25</c:v>
                      </c:pt>
                      <c:pt idx="6295">
                        <c:v>6.25</c:v>
                      </c:pt>
                      <c:pt idx="6296">
                        <c:v>6.25</c:v>
                      </c:pt>
                      <c:pt idx="6297">
                        <c:v>6.25</c:v>
                      </c:pt>
                      <c:pt idx="6298">
                        <c:v>6.25</c:v>
                      </c:pt>
                      <c:pt idx="6299">
                        <c:v>6.25</c:v>
                      </c:pt>
                      <c:pt idx="6300">
                        <c:v>6.25</c:v>
                      </c:pt>
                      <c:pt idx="6301">
                        <c:v>6.25</c:v>
                      </c:pt>
                      <c:pt idx="6302">
                        <c:v>6.25</c:v>
                      </c:pt>
                      <c:pt idx="6303">
                        <c:v>6.25</c:v>
                      </c:pt>
                      <c:pt idx="6304">
                        <c:v>6.25</c:v>
                      </c:pt>
                      <c:pt idx="6305">
                        <c:v>6.25</c:v>
                      </c:pt>
                      <c:pt idx="6306">
                        <c:v>6.25</c:v>
                      </c:pt>
                      <c:pt idx="6307">
                        <c:v>6.25</c:v>
                      </c:pt>
                      <c:pt idx="6308">
                        <c:v>6.25</c:v>
                      </c:pt>
                      <c:pt idx="6309">
                        <c:v>6.25</c:v>
                      </c:pt>
                      <c:pt idx="6310">
                        <c:v>6.25</c:v>
                      </c:pt>
                      <c:pt idx="6311">
                        <c:v>6.25</c:v>
                      </c:pt>
                      <c:pt idx="6312">
                        <c:v>6.25</c:v>
                      </c:pt>
                      <c:pt idx="6313">
                        <c:v>6.25</c:v>
                      </c:pt>
                      <c:pt idx="6314">
                        <c:v>6.25</c:v>
                      </c:pt>
                      <c:pt idx="6315">
                        <c:v>6.25</c:v>
                      </c:pt>
                      <c:pt idx="6316">
                        <c:v>6.25</c:v>
                      </c:pt>
                      <c:pt idx="6317">
                        <c:v>6.25</c:v>
                      </c:pt>
                      <c:pt idx="6318">
                        <c:v>5.25</c:v>
                      </c:pt>
                      <c:pt idx="6319">
                        <c:v>5.25</c:v>
                      </c:pt>
                      <c:pt idx="6320">
                        <c:v>5.25</c:v>
                      </c:pt>
                      <c:pt idx="6321">
                        <c:v>5.25</c:v>
                      </c:pt>
                      <c:pt idx="6322">
                        <c:v>5.25</c:v>
                      </c:pt>
                      <c:pt idx="6323">
                        <c:v>5.25</c:v>
                      </c:pt>
                      <c:pt idx="6324">
                        <c:v>5.25</c:v>
                      </c:pt>
                      <c:pt idx="6325">
                        <c:v>5.25</c:v>
                      </c:pt>
                      <c:pt idx="6326">
                        <c:v>5.25</c:v>
                      </c:pt>
                      <c:pt idx="6327">
                        <c:v>5.25</c:v>
                      </c:pt>
                      <c:pt idx="6328">
                        <c:v>5.25</c:v>
                      </c:pt>
                      <c:pt idx="6329">
                        <c:v>5.25</c:v>
                      </c:pt>
                      <c:pt idx="6330">
                        <c:v>5.25</c:v>
                      </c:pt>
                      <c:pt idx="6331">
                        <c:v>5.25</c:v>
                      </c:pt>
                      <c:pt idx="6332">
                        <c:v>5.25</c:v>
                      </c:pt>
                      <c:pt idx="6333">
                        <c:v>5.25</c:v>
                      </c:pt>
                      <c:pt idx="6334">
                        <c:v>5.25</c:v>
                      </c:pt>
                      <c:pt idx="6335">
                        <c:v>5.25</c:v>
                      </c:pt>
                      <c:pt idx="6336">
                        <c:v>4.25</c:v>
                      </c:pt>
                      <c:pt idx="6337">
                        <c:v>4.25</c:v>
                      </c:pt>
                      <c:pt idx="6338">
                        <c:v>4.25</c:v>
                      </c:pt>
                      <c:pt idx="6339">
                        <c:v>4.25</c:v>
                      </c:pt>
                      <c:pt idx="6340">
                        <c:v>4.25</c:v>
                      </c:pt>
                      <c:pt idx="6341">
                        <c:v>4.25</c:v>
                      </c:pt>
                      <c:pt idx="6342">
                        <c:v>4.25</c:v>
                      </c:pt>
                      <c:pt idx="6343">
                        <c:v>4.25</c:v>
                      </c:pt>
                      <c:pt idx="6344">
                        <c:v>4.25</c:v>
                      </c:pt>
                      <c:pt idx="6345">
                        <c:v>4.25</c:v>
                      </c:pt>
                      <c:pt idx="6346">
                        <c:v>4.25</c:v>
                      </c:pt>
                      <c:pt idx="6347">
                        <c:v>4.25</c:v>
                      </c:pt>
                      <c:pt idx="6348">
                        <c:v>4.25</c:v>
                      </c:pt>
                      <c:pt idx="6349">
                        <c:v>4.25</c:v>
                      </c:pt>
                      <c:pt idx="6350">
                        <c:v>4.25</c:v>
                      </c:pt>
                      <c:pt idx="6351">
                        <c:v>4.25</c:v>
                      </c:pt>
                      <c:pt idx="6352">
                        <c:v>4.25</c:v>
                      </c:pt>
                      <c:pt idx="6353">
                        <c:v>4.25</c:v>
                      </c:pt>
                      <c:pt idx="6354">
                        <c:v>4.25</c:v>
                      </c:pt>
                      <c:pt idx="6355">
                        <c:v>4.25</c:v>
                      </c:pt>
                      <c:pt idx="6356">
                        <c:v>4.25</c:v>
                      </c:pt>
                      <c:pt idx="6357">
                        <c:v>4.25</c:v>
                      </c:pt>
                      <c:pt idx="6358">
                        <c:v>4.25</c:v>
                      </c:pt>
                      <c:pt idx="6359">
                        <c:v>4.25</c:v>
                      </c:pt>
                      <c:pt idx="6360">
                        <c:v>4.25</c:v>
                      </c:pt>
                      <c:pt idx="6361">
                        <c:v>4.25</c:v>
                      </c:pt>
                      <c:pt idx="6362">
                        <c:v>4.25</c:v>
                      </c:pt>
                      <c:pt idx="6363">
                        <c:v>3.75</c:v>
                      </c:pt>
                      <c:pt idx="6364">
                        <c:v>3.75</c:v>
                      </c:pt>
                      <c:pt idx="6365">
                        <c:v>3.75</c:v>
                      </c:pt>
                      <c:pt idx="6366">
                        <c:v>3.75</c:v>
                      </c:pt>
                      <c:pt idx="6367">
                        <c:v>3.75</c:v>
                      </c:pt>
                      <c:pt idx="6368">
                        <c:v>3.75</c:v>
                      </c:pt>
                      <c:pt idx="6369">
                        <c:v>3.75</c:v>
                      </c:pt>
                      <c:pt idx="6370">
                        <c:v>3.75</c:v>
                      </c:pt>
                      <c:pt idx="6371">
                        <c:v>3.75</c:v>
                      </c:pt>
                      <c:pt idx="6372">
                        <c:v>3.75</c:v>
                      </c:pt>
                      <c:pt idx="6373">
                        <c:v>3.75</c:v>
                      </c:pt>
                      <c:pt idx="6374">
                        <c:v>3.75</c:v>
                      </c:pt>
                      <c:pt idx="6375">
                        <c:v>3.75</c:v>
                      </c:pt>
                      <c:pt idx="6376">
                        <c:v>3.75</c:v>
                      </c:pt>
                      <c:pt idx="6377">
                        <c:v>3.75</c:v>
                      </c:pt>
                      <c:pt idx="6378">
                        <c:v>3.75</c:v>
                      </c:pt>
                      <c:pt idx="6379">
                        <c:v>3.75</c:v>
                      </c:pt>
                      <c:pt idx="6380">
                        <c:v>3.75</c:v>
                      </c:pt>
                      <c:pt idx="6381">
                        <c:v>3.75</c:v>
                      </c:pt>
                      <c:pt idx="6382">
                        <c:v>3.75</c:v>
                      </c:pt>
                      <c:pt idx="6383">
                        <c:v>3.75</c:v>
                      </c:pt>
                      <c:pt idx="6384">
                        <c:v>3.75</c:v>
                      </c:pt>
                      <c:pt idx="6385">
                        <c:v>3.75</c:v>
                      </c:pt>
                      <c:pt idx="6386">
                        <c:v>3.75</c:v>
                      </c:pt>
                      <c:pt idx="6387">
                        <c:v>3.75</c:v>
                      </c:pt>
                      <c:pt idx="6388">
                        <c:v>3.75</c:v>
                      </c:pt>
                      <c:pt idx="6389">
                        <c:v>3.75</c:v>
                      </c:pt>
                      <c:pt idx="6390">
                        <c:v>3.75</c:v>
                      </c:pt>
                      <c:pt idx="6391">
                        <c:v>3.75</c:v>
                      </c:pt>
                      <c:pt idx="6392">
                        <c:v>3.75</c:v>
                      </c:pt>
                      <c:pt idx="6393">
                        <c:v>3.75</c:v>
                      </c:pt>
                      <c:pt idx="6394">
                        <c:v>3.75</c:v>
                      </c:pt>
                      <c:pt idx="6395">
                        <c:v>3.75</c:v>
                      </c:pt>
                      <c:pt idx="6396">
                        <c:v>3.75</c:v>
                      </c:pt>
                      <c:pt idx="6397">
                        <c:v>3.75</c:v>
                      </c:pt>
                      <c:pt idx="6398">
                        <c:v>3.75</c:v>
                      </c:pt>
                      <c:pt idx="6399">
                        <c:v>3.75</c:v>
                      </c:pt>
                      <c:pt idx="6400">
                        <c:v>3.75</c:v>
                      </c:pt>
                      <c:pt idx="6401">
                        <c:v>3.75</c:v>
                      </c:pt>
                      <c:pt idx="6402">
                        <c:v>3.75</c:v>
                      </c:pt>
                      <c:pt idx="6403">
                        <c:v>3.75</c:v>
                      </c:pt>
                      <c:pt idx="6404">
                        <c:v>3.75</c:v>
                      </c:pt>
                      <c:pt idx="6405">
                        <c:v>3.75</c:v>
                      </c:pt>
                      <c:pt idx="6406">
                        <c:v>3.75</c:v>
                      </c:pt>
                      <c:pt idx="6407">
                        <c:v>3.75</c:v>
                      </c:pt>
                      <c:pt idx="6408">
                        <c:v>3.5</c:v>
                      </c:pt>
                      <c:pt idx="6409">
                        <c:v>3.5</c:v>
                      </c:pt>
                      <c:pt idx="6410">
                        <c:v>3.5</c:v>
                      </c:pt>
                      <c:pt idx="6411">
                        <c:v>3.5</c:v>
                      </c:pt>
                      <c:pt idx="6412">
                        <c:v>3.5</c:v>
                      </c:pt>
                      <c:pt idx="6413">
                        <c:v>3.5</c:v>
                      </c:pt>
                      <c:pt idx="6414">
                        <c:v>3.5</c:v>
                      </c:pt>
                      <c:pt idx="6415">
                        <c:v>3.5</c:v>
                      </c:pt>
                      <c:pt idx="6416">
                        <c:v>3.5</c:v>
                      </c:pt>
                      <c:pt idx="6417">
                        <c:v>3.5</c:v>
                      </c:pt>
                      <c:pt idx="6418">
                        <c:v>3.5</c:v>
                      </c:pt>
                      <c:pt idx="6419">
                        <c:v>3.5</c:v>
                      </c:pt>
                      <c:pt idx="6420">
                        <c:v>3.5</c:v>
                      </c:pt>
                      <c:pt idx="6421">
                        <c:v>3.5</c:v>
                      </c:pt>
                      <c:pt idx="6422">
                        <c:v>3.5</c:v>
                      </c:pt>
                      <c:pt idx="6423">
                        <c:v>3.5</c:v>
                      </c:pt>
                      <c:pt idx="6424">
                        <c:v>3.5</c:v>
                      </c:pt>
                      <c:pt idx="6425">
                        <c:v>3.5</c:v>
                      </c:pt>
                      <c:pt idx="6426">
                        <c:v>3.5</c:v>
                      </c:pt>
                      <c:pt idx="6427">
                        <c:v>3.5</c:v>
                      </c:pt>
                      <c:pt idx="6428">
                        <c:v>3.5</c:v>
                      </c:pt>
                      <c:pt idx="6429">
                        <c:v>3.5</c:v>
                      </c:pt>
                      <c:pt idx="6430">
                        <c:v>3.5</c:v>
                      </c:pt>
                      <c:pt idx="6431">
                        <c:v>3.5</c:v>
                      </c:pt>
                      <c:pt idx="6432">
                        <c:v>3.5</c:v>
                      </c:pt>
                      <c:pt idx="6433">
                        <c:v>3.5</c:v>
                      </c:pt>
                      <c:pt idx="6434">
                        <c:v>3.5</c:v>
                      </c:pt>
                      <c:pt idx="6435">
                        <c:v>3.5</c:v>
                      </c:pt>
                      <c:pt idx="6436">
                        <c:v>3.5</c:v>
                      </c:pt>
                      <c:pt idx="6437">
                        <c:v>3.5</c:v>
                      </c:pt>
                      <c:pt idx="6438">
                        <c:v>3.5</c:v>
                      </c:pt>
                      <c:pt idx="6439">
                        <c:v>3.5</c:v>
                      </c:pt>
                      <c:pt idx="6440">
                        <c:v>3.5</c:v>
                      </c:pt>
                      <c:pt idx="6441">
                        <c:v>3.5</c:v>
                      </c:pt>
                      <c:pt idx="6442">
                        <c:v>3.5</c:v>
                      </c:pt>
                      <c:pt idx="6443">
                        <c:v>3.5</c:v>
                      </c:pt>
                      <c:pt idx="6444">
                        <c:v>3.5</c:v>
                      </c:pt>
                      <c:pt idx="6445">
                        <c:v>3.5</c:v>
                      </c:pt>
                      <c:pt idx="6446">
                        <c:v>3.5</c:v>
                      </c:pt>
                      <c:pt idx="6447">
                        <c:v>3.5</c:v>
                      </c:pt>
                      <c:pt idx="6448">
                        <c:v>3.5</c:v>
                      </c:pt>
                      <c:pt idx="6449">
                        <c:v>3.5</c:v>
                      </c:pt>
                      <c:pt idx="6450">
                        <c:v>3.5</c:v>
                      </c:pt>
                      <c:pt idx="6451">
                        <c:v>3.5</c:v>
                      </c:pt>
                      <c:pt idx="6452">
                        <c:v>3.5</c:v>
                      </c:pt>
                      <c:pt idx="6453">
                        <c:v>3.5</c:v>
                      </c:pt>
                      <c:pt idx="6454">
                        <c:v>3.5</c:v>
                      </c:pt>
                      <c:pt idx="6455">
                        <c:v>3.5</c:v>
                      </c:pt>
                      <c:pt idx="6456">
                        <c:v>3.5</c:v>
                      </c:pt>
                      <c:pt idx="6457">
                        <c:v>3.5</c:v>
                      </c:pt>
                      <c:pt idx="6458">
                        <c:v>3.5</c:v>
                      </c:pt>
                      <c:pt idx="6459">
                        <c:v>3.5</c:v>
                      </c:pt>
                      <c:pt idx="6460">
                        <c:v>3.5</c:v>
                      </c:pt>
                      <c:pt idx="6461">
                        <c:v>3.5</c:v>
                      </c:pt>
                      <c:pt idx="6462">
                        <c:v>3.5</c:v>
                      </c:pt>
                      <c:pt idx="6463">
                        <c:v>3.5</c:v>
                      </c:pt>
                      <c:pt idx="6464">
                        <c:v>3.5</c:v>
                      </c:pt>
                      <c:pt idx="6465">
                        <c:v>3.5</c:v>
                      </c:pt>
                      <c:pt idx="6466">
                        <c:v>3.5</c:v>
                      </c:pt>
                      <c:pt idx="6467">
                        <c:v>3.5</c:v>
                      </c:pt>
                      <c:pt idx="6468">
                        <c:v>3.5</c:v>
                      </c:pt>
                      <c:pt idx="6469">
                        <c:v>3.5</c:v>
                      </c:pt>
                      <c:pt idx="6470">
                        <c:v>3.5</c:v>
                      </c:pt>
                      <c:pt idx="6471">
                        <c:v>3.5</c:v>
                      </c:pt>
                      <c:pt idx="6472">
                        <c:v>3.5</c:v>
                      </c:pt>
                      <c:pt idx="6473">
                        <c:v>3.5</c:v>
                      </c:pt>
                      <c:pt idx="6474">
                        <c:v>3.5</c:v>
                      </c:pt>
                      <c:pt idx="6475">
                        <c:v>3.5</c:v>
                      </c:pt>
                      <c:pt idx="6476">
                        <c:v>3.5</c:v>
                      </c:pt>
                      <c:pt idx="6477">
                        <c:v>3.5</c:v>
                      </c:pt>
                      <c:pt idx="6478">
                        <c:v>3.5</c:v>
                      </c:pt>
                      <c:pt idx="6479">
                        <c:v>3.5</c:v>
                      </c:pt>
                      <c:pt idx="6480">
                        <c:v>3.5</c:v>
                      </c:pt>
                      <c:pt idx="6481">
                        <c:v>3.5</c:v>
                      </c:pt>
                      <c:pt idx="6482">
                        <c:v>3.5</c:v>
                      </c:pt>
                      <c:pt idx="6483">
                        <c:v>3.5</c:v>
                      </c:pt>
                      <c:pt idx="6484">
                        <c:v>3.5</c:v>
                      </c:pt>
                      <c:pt idx="6485">
                        <c:v>3.5</c:v>
                      </c:pt>
                      <c:pt idx="6486">
                        <c:v>3.5</c:v>
                      </c:pt>
                      <c:pt idx="6487">
                        <c:v>3.5</c:v>
                      </c:pt>
                      <c:pt idx="6488">
                        <c:v>3.5</c:v>
                      </c:pt>
                      <c:pt idx="6489">
                        <c:v>3.5</c:v>
                      </c:pt>
                      <c:pt idx="6490">
                        <c:v>3.5</c:v>
                      </c:pt>
                      <c:pt idx="6491">
                        <c:v>3.5</c:v>
                      </c:pt>
                      <c:pt idx="6492">
                        <c:v>3.5</c:v>
                      </c:pt>
                      <c:pt idx="6493">
                        <c:v>3.5</c:v>
                      </c:pt>
                      <c:pt idx="6494">
                        <c:v>3.5</c:v>
                      </c:pt>
                      <c:pt idx="6495">
                        <c:v>3.5</c:v>
                      </c:pt>
                      <c:pt idx="6496">
                        <c:v>3.5</c:v>
                      </c:pt>
                      <c:pt idx="6497">
                        <c:v>3.5</c:v>
                      </c:pt>
                      <c:pt idx="6498">
                        <c:v>3.5</c:v>
                      </c:pt>
                      <c:pt idx="6499">
                        <c:v>3.5</c:v>
                      </c:pt>
                      <c:pt idx="6500">
                        <c:v>3.5</c:v>
                      </c:pt>
                      <c:pt idx="6501">
                        <c:v>3.5</c:v>
                      </c:pt>
                      <c:pt idx="6502">
                        <c:v>3.5</c:v>
                      </c:pt>
                      <c:pt idx="6503">
                        <c:v>3.5</c:v>
                      </c:pt>
                      <c:pt idx="6504">
                        <c:v>3.5</c:v>
                      </c:pt>
                      <c:pt idx="6505">
                        <c:v>3.5</c:v>
                      </c:pt>
                      <c:pt idx="6506">
                        <c:v>3.5</c:v>
                      </c:pt>
                      <c:pt idx="6507">
                        <c:v>3.5</c:v>
                      </c:pt>
                      <c:pt idx="6508">
                        <c:v>3.5</c:v>
                      </c:pt>
                      <c:pt idx="6509">
                        <c:v>3.5</c:v>
                      </c:pt>
                      <c:pt idx="6510">
                        <c:v>3.5</c:v>
                      </c:pt>
                      <c:pt idx="6511">
                        <c:v>3.5</c:v>
                      </c:pt>
                      <c:pt idx="6512">
                        <c:v>3.5</c:v>
                      </c:pt>
                      <c:pt idx="6513">
                        <c:v>3.5</c:v>
                      </c:pt>
                      <c:pt idx="6514">
                        <c:v>3.5</c:v>
                      </c:pt>
                      <c:pt idx="6515">
                        <c:v>3.5</c:v>
                      </c:pt>
                      <c:pt idx="6516">
                        <c:v>3.5</c:v>
                      </c:pt>
                      <c:pt idx="6517">
                        <c:v>3.5</c:v>
                      </c:pt>
                      <c:pt idx="6518">
                        <c:v>3.5</c:v>
                      </c:pt>
                      <c:pt idx="6519">
                        <c:v>3.5</c:v>
                      </c:pt>
                      <c:pt idx="6520">
                        <c:v>3.5</c:v>
                      </c:pt>
                      <c:pt idx="6521">
                        <c:v>3.5</c:v>
                      </c:pt>
                      <c:pt idx="6522">
                        <c:v>3.5</c:v>
                      </c:pt>
                      <c:pt idx="6523">
                        <c:v>3.5</c:v>
                      </c:pt>
                      <c:pt idx="6524">
                        <c:v>3.5</c:v>
                      </c:pt>
                      <c:pt idx="6525">
                        <c:v>3.5</c:v>
                      </c:pt>
                      <c:pt idx="6526">
                        <c:v>3.5</c:v>
                      </c:pt>
                      <c:pt idx="6527">
                        <c:v>3.5</c:v>
                      </c:pt>
                      <c:pt idx="6528">
                        <c:v>3.5</c:v>
                      </c:pt>
                      <c:pt idx="6529">
                        <c:v>3.5</c:v>
                      </c:pt>
                      <c:pt idx="6530">
                        <c:v>3.5</c:v>
                      </c:pt>
                      <c:pt idx="6531">
                        <c:v>3.5</c:v>
                      </c:pt>
                      <c:pt idx="6532">
                        <c:v>3.5</c:v>
                      </c:pt>
                      <c:pt idx="6533">
                        <c:v>3.5</c:v>
                      </c:pt>
                      <c:pt idx="6534">
                        <c:v>3.5</c:v>
                      </c:pt>
                      <c:pt idx="6535">
                        <c:v>3.5</c:v>
                      </c:pt>
                      <c:pt idx="6536">
                        <c:v>3.5</c:v>
                      </c:pt>
                      <c:pt idx="6537">
                        <c:v>3.5</c:v>
                      </c:pt>
                      <c:pt idx="6538">
                        <c:v>3.5</c:v>
                      </c:pt>
                      <c:pt idx="6539">
                        <c:v>3.5</c:v>
                      </c:pt>
                      <c:pt idx="6540">
                        <c:v>3.5</c:v>
                      </c:pt>
                      <c:pt idx="6541">
                        <c:v>3.5</c:v>
                      </c:pt>
                      <c:pt idx="6542">
                        <c:v>3.5</c:v>
                      </c:pt>
                      <c:pt idx="6543">
                        <c:v>3.5</c:v>
                      </c:pt>
                      <c:pt idx="6544">
                        <c:v>3.5</c:v>
                      </c:pt>
                      <c:pt idx="6545">
                        <c:v>3.5</c:v>
                      </c:pt>
                      <c:pt idx="6546">
                        <c:v>3.5</c:v>
                      </c:pt>
                      <c:pt idx="6547">
                        <c:v>3.5</c:v>
                      </c:pt>
                      <c:pt idx="6548">
                        <c:v>3.5</c:v>
                      </c:pt>
                      <c:pt idx="6549">
                        <c:v>3.5</c:v>
                      </c:pt>
                      <c:pt idx="6550">
                        <c:v>3.5</c:v>
                      </c:pt>
                      <c:pt idx="6551">
                        <c:v>3.5</c:v>
                      </c:pt>
                      <c:pt idx="6552">
                        <c:v>3.5</c:v>
                      </c:pt>
                      <c:pt idx="6553">
                        <c:v>3.5</c:v>
                      </c:pt>
                      <c:pt idx="6554">
                        <c:v>3.5</c:v>
                      </c:pt>
                      <c:pt idx="6555">
                        <c:v>3.5</c:v>
                      </c:pt>
                      <c:pt idx="6556">
                        <c:v>3.5</c:v>
                      </c:pt>
                      <c:pt idx="6557">
                        <c:v>3.5</c:v>
                      </c:pt>
                      <c:pt idx="6558">
                        <c:v>3.5</c:v>
                      </c:pt>
                      <c:pt idx="6559">
                        <c:v>3.5</c:v>
                      </c:pt>
                      <c:pt idx="6560">
                        <c:v>3.5</c:v>
                      </c:pt>
                      <c:pt idx="6561">
                        <c:v>3.5</c:v>
                      </c:pt>
                      <c:pt idx="6562">
                        <c:v>3.5</c:v>
                      </c:pt>
                      <c:pt idx="6563">
                        <c:v>3.5</c:v>
                      </c:pt>
                      <c:pt idx="6564">
                        <c:v>3.5</c:v>
                      </c:pt>
                      <c:pt idx="6565">
                        <c:v>3.5</c:v>
                      </c:pt>
                      <c:pt idx="6566">
                        <c:v>3.5</c:v>
                      </c:pt>
                      <c:pt idx="6567">
                        <c:v>3.5</c:v>
                      </c:pt>
                      <c:pt idx="6568">
                        <c:v>3.5</c:v>
                      </c:pt>
                      <c:pt idx="6569">
                        <c:v>3.5</c:v>
                      </c:pt>
                      <c:pt idx="6570">
                        <c:v>3.5</c:v>
                      </c:pt>
                      <c:pt idx="6571">
                        <c:v>3.5</c:v>
                      </c:pt>
                      <c:pt idx="6572">
                        <c:v>3.5</c:v>
                      </c:pt>
                      <c:pt idx="6573">
                        <c:v>3.5</c:v>
                      </c:pt>
                      <c:pt idx="6574">
                        <c:v>3.5</c:v>
                      </c:pt>
                      <c:pt idx="6575">
                        <c:v>3.5</c:v>
                      </c:pt>
                      <c:pt idx="6576">
                        <c:v>3.5</c:v>
                      </c:pt>
                      <c:pt idx="6577">
                        <c:v>3.5</c:v>
                      </c:pt>
                      <c:pt idx="6578">
                        <c:v>3.5</c:v>
                      </c:pt>
                      <c:pt idx="6579">
                        <c:v>3.5</c:v>
                      </c:pt>
                      <c:pt idx="6580">
                        <c:v>3.5</c:v>
                      </c:pt>
                      <c:pt idx="6581">
                        <c:v>3.5</c:v>
                      </c:pt>
                      <c:pt idx="6582">
                        <c:v>3.5</c:v>
                      </c:pt>
                      <c:pt idx="6583">
                        <c:v>3.5</c:v>
                      </c:pt>
                      <c:pt idx="6584">
                        <c:v>3.5</c:v>
                      </c:pt>
                      <c:pt idx="6585">
                        <c:v>3.5</c:v>
                      </c:pt>
                      <c:pt idx="6586">
                        <c:v>3.5</c:v>
                      </c:pt>
                      <c:pt idx="6587">
                        <c:v>3.5</c:v>
                      </c:pt>
                      <c:pt idx="6588">
                        <c:v>3.5</c:v>
                      </c:pt>
                      <c:pt idx="6589">
                        <c:v>3.5</c:v>
                      </c:pt>
                      <c:pt idx="6590">
                        <c:v>3.5</c:v>
                      </c:pt>
                      <c:pt idx="6591">
                        <c:v>3.5</c:v>
                      </c:pt>
                      <c:pt idx="6592">
                        <c:v>3.5</c:v>
                      </c:pt>
                      <c:pt idx="6593">
                        <c:v>3.5</c:v>
                      </c:pt>
                      <c:pt idx="6594">
                        <c:v>3.5</c:v>
                      </c:pt>
                      <c:pt idx="6595">
                        <c:v>3.5</c:v>
                      </c:pt>
                      <c:pt idx="6596">
                        <c:v>3.5</c:v>
                      </c:pt>
                      <c:pt idx="6597">
                        <c:v>3.5</c:v>
                      </c:pt>
                      <c:pt idx="6598">
                        <c:v>3.5</c:v>
                      </c:pt>
                      <c:pt idx="6599">
                        <c:v>3.5</c:v>
                      </c:pt>
                      <c:pt idx="6600">
                        <c:v>3.5</c:v>
                      </c:pt>
                      <c:pt idx="6601">
                        <c:v>3.5</c:v>
                      </c:pt>
                      <c:pt idx="6602">
                        <c:v>3.5</c:v>
                      </c:pt>
                      <c:pt idx="6603">
                        <c:v>3.5</c:v>
                      </c:pt>
                      <c:pt idx="6604">
                        <c:v>3.5</c:v>
                      </c:pt>
                      <c:pt idx="6605">
                        <c:v>3.5</c:v>
                      </c:pt>
                      <c:pt idx="6606">
                        <c:v>3.5</c:v>
                      </c:pt>
                      <c:pt idx="6607">
                        <c:v>3.5</c:v>
                      </c:pt>
                      <c:pt idx="6608">
                        <c:v>3.5</c:v>
                      </c:pt>
                      <c:pt idx="6609">
                        <c:v>3.5</c:v>
                      </c:pt>
                      <c:pt idx="6610">
                        <c:v>3.5</c:v>
                      </c:pt>
                      <c:pt idx="6611">
                        <c:v>3.5</c:v>
                      </c:pt>
                      <c:pt idx="6612">
                        <c:v>3.5</c:v>
                      </c:pt>
                      <c:pt idx="6613">
                        <c:v>3.5</c:v>
                      </c:pt>
                      <c:pt idx="6614">
                        <c:v>3.5</c:v>
                      </c:pt>
                      <c:pt idx="6615">
                        <c:v>3.5</c:v>
                      </c:pt>
                      <c:pt idx="6616">
                        <c:v>3.5</c:v>
                      </c:pt>
                      <c:pt idx="6617">
                        <c:v>3.5</c:v>
                      </c:pt>
                      <c:pt idx="6618">
                        <c:v>3.5</c:v>
                      </c:pt>
                      <c:pt idx="6619">
                        <c:v>3.5</c:v>
                      </c:pt>
                      <c:pt idx="6620">
                        <c:v>3.5</c:v>
                      </c:pt>
                      <c:pt idx="6621">
                        <c:v>3.5</c:v>
                      </c:pt>
                      <c:pt idx="6622">
                        <c:v>3.5</c:v>
                      </c:pt>
                      <c:pt idx="6623">
                        <c:v>3.5</c:v>
                      </c:pt>
                      <c:pt idx="6624">
                        <c:v>3.5</c:v>
                      </c:pt>
                      <c:pt idx="6625">
                        <c:v>3.5</c:v>
                      </c:pt>
                      <c:pt idx="6626">
                        <c:v>3.5</c:v>
                      </c:pt>
                      <c:pt idx="6627">
                        <c:v>3.5</c:v>
                      </c:pt>
                      <c:pt idx="6628">
                        <c:v>3.5</c:v>
                      </c:pt>
                      <c:pt idx="6629">
                        <c:v>3.5</c:v>
                      </c:pt>
                      <c:pt idx="6630">
                        <c:v>3.5</c:v>
                      </c:pt>
                      <c:pt idx="6631">
                        <c:v>3.5</c:v>
                      </c:pt>
                      <c:pt idx="6632">
                        <c:v>3.5</c:v>
                      </c:pt>
                      <c:pt idx="6633">
                        <c:v>3.5</c:v>
                      </c:pt>
                      <c:pt idx="6634">
                        <c:v>3.5</c:v>
                      </c:pt>
                      <c:pt idx="6635">
                        <c:v>3.5</c:v>
                      </c:pt>
                      <c:pt idx="6636">
                        <c:v>3.5</c:v>
                      </c:pt>
                      <c:pt idx="6637">
                        <c:v>3.5</c:v>
                      </c:pt>
                      <c:pt idx="6638">
                        <c:v>3.5</c:v>
                      </c:pt>
                      <c:pt idx="6639">
                        <c:v>3.5</c:v>
                      </c:pt>
                      <c:pt idx="6640">
                        <c:v>3.5</c:v>
                      </c:pt>
                      <c:pt idx="6641">
                        <c:v>3.5</c:v>
                      </c:pt>
                      <c:pt idx="6642">
                        <c:v>3.5</c:v>
                      </c:pt>
                      <c:pt idx="6643">
                        <c:v>3.5</c:v>
                      </c:pt>
                      <c:pt idx="6644">
                        <c:v>3.5</c:v>
                      </c:pt>
                      <c:pt idx="6645">
                        <c:v>3.5</c:v>
                      </c:pt>
                      <c:pt idx="6646">
                        <c:v>3.5</c:v>
                      </c:pt>
                      <c:pt idx="6647">
                        <c:v>3.5</c:v>
                      </c:pt>
                      <c:pt idx="6648">
                        <c:v>3.5</c:v>
                      </c:pt>
                      <c:pt idx="6649">
                        <c:v>3.5</c:v>
                      </c:pt>
                      <c:pt idx="6650">
                        <c:v>3.5</c:v>
                      </c:pt>
                      <c:pt idx="6651">
                        <c:v>3.5</c:v>
                      </c:pt>
                      <c:pt idx="6652">
                        <c:v>3.5</c:v>
                      </c:pt>
                      <c:pt idx="6653">
                        <c:v>3.5</c:v>
                      </c:pt>
                      <c:pt idx="6654">
                        <c:v>3.5</c:v>
                      </c:pt>
                      <c:pt idx="6655">
                        <c:v>3.5</c:v>
                      </c:pt>
                      <c:pt idx="6656">
                        <c:v>3.5</c:v>
                      </c:pt>
                      <c:pt idx="6657">
                        <c:v>3.5</c:v>
                      </c:pt>
                      <c:pt idx="6658">
                        <c:v>3.5</c:v>
                      </c:pt>
                      <c:pt idx="6659">
                        <c:v>3.5</c:v>
                      </c:pt>
                      <c:pt idx="6660">
                        <c:v>3.5</c:v>
                      </c:pt>
                      <c:pt idx="6661">
                        <c:v>3.5</c:v>
                      </c:pt>
                      <c:pt idx="6662">
                        <c:v>3.5</c:v>
                      </c:pt>
                      <c:pt idx="6663">
                        <c:v>3.5</c:v>
                      </c:pt>
                      <c:pt idx="6664">
                        <c:v>3.5</c:v>
                      </c:pt>
                      <c:pt idx="6665">
                        <c:v>3.5</c:v>
                      </c:pt>
                      <c:pt idx="6666">
                        <c:v>3.5</c:v>
                      </c:pt>
                      <c:pt idx="6667">
                        <c:v>3.5</c:v>
                      </c:pt>
                      <c:pt idx="6668">
                        <c:v>3.5</c:v>
                      </c:pt>
                      <c:pt idx="6669">
                        <c:v>3.5</c:v>
                      </c:pt>
                      <c:pt idx="6670">
                        <c:v>3.5</c:v>
                      </c:pt>
                      <c:pt idx="6671">
                        <c:v>3.5</c:v>
                      </c:pt>
                      <c:pt idx="6672">
                        <c:v>3.5</c:v>
                      </c:pt>
                      <c:pt idx="6673">
                        <c:v>3.5</c:v>
                      </c:pt>
                      <c:pt idx="6674">
                        <c:v>3.5</c:v>
                      </c:pt>
                      <c:pt idx="6675">
                        <c:v>3.5</c:v>
                      </c:pt>
                      <c:pt idx="6676">
                        <c:v>3.5</c:v>
                      </c:pt>
                      <c:pt idx="6677">
                        <c:v>3.5</c:v>
                      </c:pt>
                      <c:pt idx="6678">
                        <c:v>3.5</c:v>
                      </c:pt>
                      <c:pt idx="6679">
                        <c:v>3.5</c:v>
                      </c:pt>
                      <c:pt idx="6680">
                        <c:v>3.5</c:v>
                      </c:pt>
                      <c:pt idx="6681">
                        <c:v>3.5</c:v>
                      </c:pt>
                      <c:pt idx="6682">
                        <c:v>3.5</c:v>
                      </c:pt>
                      <c:pt idx="6683">
                        <c:v>3.5</c:v>
                      </c:pt>
                      <c:pt idx="6684">
                        <c:v>3.5</c:v>
                      </c:pt>
                      <c:pt idx="6685">
                        <c:v>3.5</c:v>
                      </c:pt>
                      <c:pt idx="6686">
                        <c:v>3.5</c:v>
                      </c:pt>
                      <c:pt idx="6687">
                        <c:v>3.5</c:v>
                      </c:pt>
                      <c:pt idx="6688">
                        <c:v>3.5</c:v>
                      </c:pt>
                      <c:pt idx="6689">
                        <c:v>3.5</c:v>
                      </c:pt>
                      <c:pt idx="6690">
                        <c:v>3.5</c:v>
                      </c:pt>
                      <c:pt idx="6691">
                        <c:v>3.5</c:v>
                      </c:pt>
                      <c:pt idx="6692">
                        <c:v>3.5</c:v>
                      </c:pt>
                      <c:pt idx="6693">
                        <c:v>3.5</c:v>
                      </c:pt>
                      <c:pt idx="6694">
                        <c:v>3.5</c:v>
                      </c:pt>
                      <c:pt idx="6695">
                        <c:v>3.5</c:v>
                      </c:pt>
                      <c:pt idx="6696">
                        <c:v>3.5</c:v>
                      </c:pt>
                      <c:pt idx="6697">
                        <c:v>3.5</c:v>
                      </c:pt>
                      <c:pt idx="6698">
                        <c:v>3.5</c:v>
                      </c:pt>
                      <c:pt idx="6699">
                        <c:v>3.5</c:v>
                      </c:pt>
                      <c:pt idx="6700">
                        <c:v>3.5</c:v>
                      </c:pt>
                      <c:pt idx="6701">
                        <c:v>3.5</c:v>
                      </c:pt>
                      <c:pt idx="6702">
                        <c:v>3.5</c:v>
                      </c:pt>
                      <c:pt idx="6703">
                        <c:v>3.5</c:v>
                      </c:pt>
                      <c:pt idx="6704">
                        <c:v>3.5</c:v>
                      </c:pt>
                      <c:pt idx="6705">
                        <c:v>3.5</c:v>
                      </c:pt>
                      <c:pt idx="6706">
                        <c:v>3.5</c:v>
                      </c:pt>
                      <c:pt idx="6707">
                        <c:v>3.5</c:v>
                      </c:pt>
                      <c:pt idx="6708">
                        <c:v>3.5</c:v>
                      </c:pt>
                      <c:pt idx="6709">
                        <c:v>3.5</c:v>
                      </c:pt>
                      <c:pt idx="6710">
                        <c:v>3.5</c:v>
                      </c:pt>
                      <c:pt idx="6711">
                        <c:v>3.5</c:v>
                      </c:pt>
                      <c:pt idx="6712">
                        <c:v>3.5</c:v>
                      </c:pt>
                      <c:pt idx="6713">
                        <c:v>3.5</c:v>
                      </c:pt>
                      <c:pt idx="6714">
                        <c:v>3.5</c:v>
                      </c:pt>
                      <c:pt idx="6715">
                        <c:v>3.5</c:v>
                      </c:pt>
                      <c:pt idx="6716">
                        <c:v>3.5</c:v>
                      </c:pt>
                      <c:pt idx="6717">
                        <c:v>3.5</c:v>
                      </c:pt>
                      <c:pt idx="6718">
                        <c:v>3.5</c:v>
                      </c:pt>
                      <c:pt idx="6719">
                        <c:v>3.5</c:v>
                      </c:pt>
                      <c:pt idx="6720">
                        <c:v>3.5</c:v>
                      </c:pt>
                      <c:pt idx="6721">
                        <c:v>3.5</c:v>
                      </c:pt>
                      <c:pt idx="6722">
                        <c:v>3.5</c:v>
                      </c:pt>
                      <c:pt idx="6723">
                        <c:v>3.5</c:v>
                      </c:pt>
                      <c:pt idx="6724">
                        <c:v>3.5</c:v>
                      </c:pt>
                      <c:pt idx="6725">
                        <c:v>3.5</c:v>
                      </c:pt>
                      <c:pt idx="6726">
                        <c:v>3.5</c:v>
                      </c:pt>
                      <c:pt idx="6727">
                        <c:v>3.5</c:v>
                      </c:pt>
                      <c:pt idx="6728">
                        <c:v>3.5</c:v>
                      </c:pt>
                      <c:pt idx="6729">
                        <c:v>3.5</c:v>
                      </c:pt>
                      <c:pt idx="6730">
                        <c:v>3.5</c:v>
                      </c:pt>
                      <c:pt idx="6731">
                        <c:v>3.5</c:v>
                      </c:pt>
                      <c:pt idx="6732">
                        <c:v>3.5</c:v>
                      </c:pt>
                      <c:pt idx="6733">
                        <c:v>3.5</c:v>
                      </c:pt>
                      <c:pt idx="6734">
                        <c:v>3.5</c:v>
                      </c:pt>
                      <c:pt idx="6735">
                        <c:v>3.5</c:v>
                      </c:pt>
                      <c:pt idx="6736">
                        <c:v>3.5</c:v>
                      </c:pt>
                      <c:pt idx="6737">
                        <c:v>3.5</c:v>
                      </c:pt>
                      <c:pt idx="6738">
                        <c:v>3.5</c:v>
                      </c:pt>
                      <c:pt idx="6739">
                        <c:v>3.5</c:v>
                      </c:pt>
                      <c:pt idx="6740">
                        <c:v>3.5</c:v>
                      </c:pt>
                      <c:pt idx="6741">
                        <c:v>3.5</c:v>
                      </c:pt>
                      <c:pt idx="6742">
                        <c:v>3.5</c:v>
                      </c:pt>
                      <c:pt idx="6743">
                        <c:v>3.5</c:v>
                      </c:pt>
                      <c:pt idx="6744">
                        <c:v>3.5</c:v>
                      </c:pt>
                      <c:pt idx="6745">
                        <c:v>3.5</c:v>
                      </c:pt>
                      <c:pt idx="6746">
                        <c:v>3.5</c:v>
                      </c:pt>
                      <c:pt idx="6747">
                        <c:v>3.5</c:v>
                      </c:pt>
                      <c:pt idx="6748">
                        <c:v>3.5</c:v>
                      </c:pt>
                      <c:pt idx="6749">
                        <c:v>3.5</c:v>
                      </c:pt>
                      <c:pt idx="6750">
                        <c:v>3.5</c:v>
                      </c:pt>
                      <c:pt idx="6751">
                        <c:v>3.5</c:v>
                      </c:pt>
                      <c:pt idx="6752">
                        <c:v>3.5</c:v>
                      </c:pt>
                      <c:pt idx="6753">
                        <c:v>3.75</c:v>
                      </c:pt>
                      <c:pt idx="6754">
                        <c:v>3.75</c:v>
                      </c:pt>
                      <c:pt idx="6755">
                        <c:v>3.75</c:v>
                      </c:pt>
                      <c:pt idx="6756">
                        <c:v>3.75</c:v>
                      </c:pt>
                      <c:pt idx="6757">
                        <c:v>3.75</c:v>
                      </c:pt>
                      <c:pt idx="6758">
                        <c:v>3.75</c:v>
                      </c:pt>
                      <c:pt idx="6759">
                        <c:v>3.75</c:v>
                      </c:pt>
                      <c:pt idx="6760">
                        <c:v>3.75</c:v>
                      </c:pt>
                      <c:pt idx="6761">
                        <c:v>3.75</c:v>
                      </c:pt>
                      <c:pt idx="6762">
                        <c:v>3.75</c:v>
                      </c:pt>
                      <c:pt idx="6763">
                        <c:v>3.75</c:v>
                      </c:pt>
                      <c:pt idx="6764">
                        <c:v>3.75</c:v>
                      </c:pt>
                      <c:pt idx="6765">
                        <c:v>3.75</c:v>
                      </c:pt>
                      <c:pt idx="6766">
                        <c:v>3.75</c:v>
                      </c:pt>
                      <c:pt idx="6767">
                        <c:v>3.75</c:v>
                      </c:pt>
                      <c:pt idx="6768">
                        <c:v>3.75</c:v>
                      </c:pt>
                      <c:pt idx="6769">
                        <c:v>3.75</c:v>
                      </c:pt>
                      <c:pt idx="6770">
                        <c:v>3.75</c:v>
                      </c:pt>
                      <c:pt idx="6771">
                        <c:v>3.75</c:v>
                      </c:pt>
                      <c:pt idx="6772">
                        <c:v>3.75</c:v>
                      </c:pt>
                      <c:pt idx="6773">
                        <c:v>3.75</c:v>
                      </c:pt>
                      <c:pt idx="6774">
                        <c:v>3.75</c:v>
                      </c:pt>
                      <c:pt idx="6775">
                        <c:v>3.75</c:v>
                      </c:pt>
                      <c:pt idx="6776">
                        <c:v>3.75</c:v>
                      </c:pt>
                      <c:pt idx="6777">
                        <c:v>3.75</c:v>
                      </c:pt>
                      <c:pt idx="6778">
                        <c:v>3.75</c:v>
                      </c:pt>
                      <c:pt idx="6779">
                        <c:v>3.75</c:v>
                      </c:pt>
                      <c:pt idx="6780">
                        <c:v>3.75</c:v>
                      </c:pt>
                      <c:pt idx="6781">
                        <c:v>3.75</c:v>
                      </c:pt>
                      <c:pt idx="6782">
                        <c:v>3.75</c:v>
                      </c:pt>
                      <c:pt idx="6783">
                        <c:v>3.75</c:v>
                      </c:pt>
                      <c:pt idx="6784">
                        <c:v>3.75</c:v>
                      </c:pt>
                      <c:pt idx="6785">
                        <c:v>3.75</c:v>
                      </c:pt>
                      <c:pt idx="6786">
                        <c:v>3.75</c:v>
                      </c:pt>
                      <c:pt idx="6787">
                        <c:v>3.75</c:v>
                      </c:pt>
                      <c:pt idx="6788">
                        <c:v>3.75</c:v>
                      </c:pt>
                      <c:pt idx="6789">
                        <c:v>3.75</c:v>
                      </c:pt>
                      <c:pt idx="6790">
                        <c:v>3.75</c:v>
                      </c:pt>
                      <c:pt idx="6791">
                        <c:v>3.75</c:v>
                      </c:pt>
                      <c:pt idx="6792">
                        <c:v>3.75</c:v>
                      </c:pt>
                      <c:pt idx="6793">
                        <c:v>3.75</c:v>
                      </c:pt>
                      <c:pt idx="6794">
                        <c:v>3.75</c:v>
                      </c:pt>
                      <c:pt idx="6795">
                        <c:v>3.75</c:v>
                      </c:pt>
                      <c:pt idx="6796">
                        <c:v>3.75</c:v>
                      </c:pt>
                      <c:pt idx="6797">
                        <c:v>3.75</c:v>
                      </c:pt>
                      <c:pt idx="6798">
                        <c:v>3.75</c:v>
                      </c:pt>
                      <c:pt idx="6799">
                        <c:v>3.75</c:v>
                      </c:pt>
                      <c:pt idx="6800">
                        <c:v>3.75</c:v>
                      </c:pt>
                      <c:pt idx="6801">
                        <c:v>3.75</c:v>
                      </c:pt>
                      <c:pt idx="6802">
                        <c:v>3.75</c:v>
                      </c:pt>
                      <c:pt idx="6803">
                        <c:v>4</c:v>
                      </c:pt>
                      <c:pt idx="6804">
                        <c:v>4</c:v>
                      </c:pt>
                      <c:pt idx="6805">
                        <c:v>4</c:v>
                      </c:pt>
                      <c:pt idx="6806">
                        <c:v>4</c:v>
                      </c:pt>
                      <c:pt idx="6807">
                        <c:v>4</c:v>
                      </c:pt>
                      <c:pt idx="6808">
                        <c:v>4</c:v>
                      </c:pt>
                      <c:pt idx="6809">
                        <c:v>4</c:v>
                      </c:pt>
                      <c:pt idx="6810">
                        <c:v>4</c:v>
                      </c:pt>
                      <c:pt idx="6811">
                        <c:v>4</c:v>
                      </c:pt>
                      <c:pt idx="6812">
                        <c:v>4</c:v>
                      </c:pt>
                      <c:pt idx="6813">
                        <c:v>4</c:v>
                      </c:pt>
                      <c:pt idx="6814">
                        <c:v>4</c:v>
                      </c:pt>
                      <c:pt idx="6815">
                        <c:v>4</c:v>
                      </c:pt>
                      <c:pt idx="6816">
                        <c:v>4</c:v>
                      </c:pt>
                      <c:pt idx="6817">
                        <c:v>4</c:v>
                      </c:pt>
                      <c:pt idx="6818">
                        <c:v>4</c:v>
                      </c:pt>
                      <c:pt idx="6819">
                        <c:v>4</c:v>
                      </c:pt>
                      <c:pt idx="6820">
                        <c:v>4</c:v>
                      </c:pt>
                      <c:pt idx="6821">
                        <c:v>4</c:v>
                      </c:pt>
                      <c:pt idx="6822">
                        <c:v>4</c:v>
                      </c:pt>
                      <c:pt idx="6823">
                        <c:v>4</c:v>
                      </c:pt>
                      <c:pt idx="6824">
                        <c:v>4</c:v>
                      </c:pt>
                      <c:pt idx="6825">
                        <c:v>4</c:v>
                      </c:pt>
                      <c:pt idx="6826">
                        <c:v>4</c:v>
                      </c:pt>
                      <c:pt idx="6827">
                        <c:v>4</c:v>
                      </c:pt>
                      <c:pt idx="6828">
                        <c:v>4</c:v>
                      </c:pt>
                      <c:pt idx="6829">
                        <c:v>4</c:v>
                      </c:pt>
                      <c:pt idx="6830">
                        <c:v>4</c:v>
                      </c:pt>
                      <c:pt idx="6831">
                        <c:v>4</c:v>
                      </c:pt>
                      <c:pt idx="6832">
                        <c:v>4</c:v>
                      </c:pt>
                      <c:pt idx="6833">
                        <c:v>4</c:v>
                      </c:pt>
                      <c:pt idx="6834">
                        <c:v>4</c:v>
                      </c:pt>
                      <c:pt idx="6835">
                        <c:v>4</c:v>
                      </c:pt>
                      <c:pt idx="6836">
                        <c:v>4</c:v>
                      </c:pt>
                      <c:pt idx="6837">
                        <c:v>4</c:v>
                      </c:pt>
                      <c:pt idx="6838">
                        <c:v>4</c:v>
                      </c:pt>
                      <c:pt idx="6839">
                        <c:v>4</c:v>
                      </c:pt>
                      <c:pt idx="6840">
                        <c:v>4</c:v>
                      </c:pt>
                      <c:pt idx="6841">
                        <c:v>4</c:v>
                      </c:pt>
                      <c:pt idx="6842">
                        <c:v>4</c:v>
                      </c:pt>
                      <c:pt idx="6843">
                        <c:v>4.25</c:v>
                      </c:pt>
                      <c:pt idx="6844">
                        <c:v>4.25</c:v>
                      </c:pt>
                      <c:pt idx="6845">
                        <c:v>4.25</c:v>
                      </c:pt>
                      <c:pt idx="6846">
                        <c:v>4.25</c:v>
                      </c:pt>
                      <c:pt idx="6847">
                        <c:v>4.25</c:v>
                      </c:pt>
                      <c:pt idx="6848">
                        <c:v>4.25</c:v>
                      </c:pt>
                      <c:pt idx="6849">
                        <c:v>4.25</c:v>
                      </c:pt>
                      <c:pt idx="6850">
                        <c:v>4.25</c:v>
                      </c:pt>
                      <c:pt idx="6851">
                        <c:v>4.25</c:v>
                      </c:pt>
                      <c:pt idx="6852">
                        <c:v>4.25</c:v>
                      </c:pt>
                      <c:pt idx="6853">
                        <c:v>4.25</c:v>
                      </c:pt>
                      <c:pt idx="6854">
                        <c:v>4.25</c:v>
                      </c:pt>
                      <c:pt idx="6855">
                        <c:v>4.25</c:v>
                      </c:pt>
                      <c:pt idx="6856">
                        <c:v>4.25</c:v>
                      </c:pt>
                      <c:pt idx="6857">
                        <c:v>4.25</c:v>
                      </c:pt>
                      <c:pt idx="6858">
                        <c:v>4.25</c:v>
                      </c:pt>
                      <c:pt idx="6859">
                        <c:v>4.25</c:v>
                      </c:pt>
                      <c:pt idx="6860">
                        <c:v>4.25</c:v>
                      </c:pt>
                      <c:pt idx="6861">
                        <c:v>4.25</c:v>
                      </c:pt>
                      <c:pt idx="6862">
                        <c:v>4.25</c:v>
                      </c:pt>
                      <c:pt idx="6863">
                        <c:v>4.25</c:v>
                      </c:pt>
                      <c:pt idx="6864">
                        <c:v>4.25</c:v>
                      </c:pt>
                      <c:pt idx="6865">
                        <c:v>4.25</c:v>
                      </c:pt>
                      <c:pt idx="6866">
                        <c:v>4.25</c:v>
                      </c:pt>
                      <c:pt idx="6867">
                        <c:v>4.25</c:v>
                      </c:pt>
                      <c:pt idx="6868">
                        <c:v>4.25</c:v>
                      </c:pt>
                      <c:pt idx="6869">
                        <c:v>4.25</c:v>
                      </c:pt>
                      <c:pt idx="6870">
                        <c:v>4.25</c:v>
                      </c:pt>
                      <c:pt idx="6871">
                        <c:v>4.25</c:v>
                      </c:pt>
                      <c:pt idx="6872">
                        <c:v>4.25</c:v>
                      </c:pt>
                      <c:pt idx="6873">
                        <c:v>4.25</c:v>
                      </c:pt>
                      <c:pt idx="6874">
                        <c:v>4.25</c:v>
                      </c:pt>
                      <c:pt idx="6875">
                        <c:v>4.25</c:v>
                      </c:pt>
                      <c:pt idx="6876">
                        <c:v>4.25</c:v>
                      </c:pt>
                      <c:pt idx="6877">
                        <c:v>4.25</c:v>
                      </c:pt>
                      <c:pt idx="6878">
                        <c:v>4.25</c:v>
                      </c:pt>
                      <c:pt idx="6879">
                        <c:v>4.25</c:v>
                      </c:pt>
                      <c:pt idx="6880">
                        <c:v>4.25</c:v>
                      </c:pt>
                      <c:pt idx="6881">
                        <c:v>4.25</c:v>
                      </c:pt>
                      <c:pt idx="6882">
                        <c:v>4.25</c:v>
                      </c:pt>
                      <c:pt idx="6883">
                        <c:v>4.75</c:v>
                      </c:pt>
                      <c:pt idx="6884">
                        <c:v>4.75</c:v>
                      </c:pt>
                      <c:pt idx="6885">
                        <c:v>4.75</c:v>
                      </c:pt>
                      <c:pt idx="6886">
                        <c:v>4.75</c:v>
                      </c:pt>
                      <c:pt idx="6887">
                        <c:v>4.75</c:v>
                      </c:pt>
                      <c:pt idx="6888">
                        <c:v>4.75</c:v>
                      </c:pt>
                      <c:pt idx="6889">
                        <c:v>4.75</c:v>
                      </c:pt>
                      <c:pt idx="6890">
                        <c:v>4.75</c:v>
                      </c:pt>
                      <c:pt idx="6891">
                        <c:v>4.75</c:v>
                      </c:pt>
                      <c:pt idx="6892">
                        <c:v>4.75</c:v>
                      </c:pt>
                      <c:pt idx="6893">
                        <c:v>4.75</c:v>
                      </c:pt>
                      <c:pt idx="6894">
                        <c:v>4.75</c:v>
                      </c:pt>
                      <c:pt idx="6895">
                        <c:v>4.75</c:v>
                      </c:pt>
                      <c:pt idx="6896">
                        <c:v>4.75</c:v>
                      </c:pt>
                      <c:pt idx="6897">
                        <c:v>4.75</c:v>
                      </c:pt>
                      <c:pt idx="6898">
                        <c:v>4.75</c:v>
                      </c:pt>
                      <c:pt idx="6899">
                        <c:v>4.75</c:v>
                      </c:pt>
                      <c:pt idx="6900">
                        <c:v>4.75</c:v>
                      </c:pt>
                      <c:pt idx="6901">
                        <c:v>4.75</c:v>
                      </c:pt>
                      <c:pt idx="6902">
                        <c:v>4.75</c:v>
                      </c:pt>
                      <c:pt idx="6903">
                        <c:v>4.75</c:v>
                      </c:pt>
                      <c:pt idx="6904">
                        <c:v>4.75</c:v>
                      </c:pt>
                      <c:pt idx="6905">
                        <c:v>4.75</c:v>
                      </c:pt>
                      <c:pt idx="6906">
                        <c:v>4.75</c:v>
                      </c:pt>
                      <c:pt idx="6907">
                        <c:v>4.75</c:v>
                      </c:pt>
                      <c:pt idx="6908">
                        <c:v>4.75</c:v>
                      </c:pt>
                      <c:pt idx="6909">
                        <c:v>4.75</c:v>
                      </c:pt>
                      <c:pt idx="6910">
                        <c:v>4.75</c:v>
                      </c:pt>
                      <c:pt idx="6911">
                        <c:v>4.75</c:v>
                      </c:pt>
                      <c:pt idx="6912">
                        <c:v>4.75</c:v>
                      </c:pt>
                      <c:pt idx="6913">
                        <c:v>4.75</c:v>
                      </c:pt>
                      <c:pt idx="6914">
                        <c:v>4.75</c:v>
                      </c:pt>
                      <c:pt idx="6915">
                        <c:v>4.75</c:v>
                      </c:pt>
                      <c:pt idx="6916">
                        <c:v>4.75</c:v>
                      </c:pt>
                      <c:pt idx="6917">
                        <c:v>4.75</c:v>
                      </c:pt>
                      <c:pt idx="6918">
                        <c:v>4.75</c:v>
                      </c:pt>
                      <c:pt idx="6919">
                        <c:v>4.75</c:v>
                      </c:pt>
                      <c:pt idx="6920">
                        <c:v>4.75</c:v>
                      </c:pt>
                      <c:pt idx="6921">
                        <c:v>4.75</c:v>
                      </c:pt>
                      <c:pt idx="6922">
                        <c:v>4.75</c:v>
                      </c:pt>
                      <c:pt idx="6923">
                        <c:v>4.75</c:v>
                      </c:pt>
                      <c:pt idx="6924">
                        <c:v>4.75</c:v>
                      </c:pt>
                      <c:pt idx="6925">
                        <c:v>4.75</c:v>
                      </c:pt>
                      <c:pt idx="6926">
                        <c:v>4.75</c:v>
                      </c:pt>
                      <c:pt idx="6927">
                        <c:v>4.75</c:v>
                      </c:pt>
                      <c:pt idx="6928">
                        <c:v>5.5</c:v>
                      </c:pt>
                      <c:pt idx="6929">
                        <c:v>5.5</c:v>
                      </c:pt>
                      <c:pt idx="6930">
                        <c:v>5.5</c:v>
                      </c:pt>
                      <c:pt idx="6931">
                        <c:v>5.5</c:v>
                      </c:pt>
                      <c:pt idx="6932">
                        <c:v>5.5</c:v>
                      </c:pt>
                      <c:pt idx="6933">
                        <c:v>5.5</c:v>
                      </c:pt>
                      <c:pt idx="6934">
                        <c:v>5.5</c:v>
                      </c:pt>
                      <c:pt idx="6935">
                        <c:v>5.5</c:v>
                      </c:pt>
                      <c:pt idx="6936">
                        <c:v>5.5</c:v>
                      </c:pt>
                      <c:pt idx="6937">
                        <c:v>5.5</c:v>
                      </c:pt>
                      <c:pt idx="6938">
                        <c:v>5.5</c:v>
                      </c:pt>
                      <c:pt idx="6939">
                        <c:v>5.5</c:v>
                      </c:pt>
                      <c:pt idx="6940">
                        <c:v>5.5</c:v>
                      </c:pt>
                      <c:pt idx="6941">
                        <c:v>5.5</c:v>
                      </c:pt>
                      <c:pt idx="6942">
                        <c:v>5.5</c:v>
                      </c:pt>
                      <c:pt idx="6943">
                        <c:v>5.5</c:v>
                      </c:pt>
                      <c:pt idx="6944">
                        <c:v>5.5</c:v>
                      </c:pt>
                      <c:pt idx="6945">
                        <c:v>5.5</c:v>
                      </c:pt>
                      <c:pt idx="6946">
                        <c:v>5.5</c:v>
                      </c:pt>
                      <c:pt idx="6947">
                        <c:v>5.5</c:v>
                      </c:pt>
                      <c:pt idx="6948">
                        <c:v>5.5</c:v>
                      </c:pt>
                      <c:pt idx="6949">
                        <c:v>5.5</c:v>
                      </c:pt>
                      <c:pt idx="6950">
                        <c:v>5.5</c:v>
                      </c:pt>
                      <c:pt idx="6951">
                        <c:v>5.5</c:v>
                      </c:pt>
                      <c:pt idx="6952">
                        <c:v>5.5</c:v>
                      </c:pt>
                      <c:pt idx="6953">
                        <c:v>5.5</c:v>
                      </c:pt>
                      <c:pt idx="6954">
                        <c:v>5.5</c:v>
                      </c:pt>
                      <c:pt idx="6955">
                        <c:v>5.5</c:v>
                      </c:pt>
                      <c:pt idx="6956">
                        <c:v>5.5</c:v>
                      </c:pt>
                      <c:pt idx="6957">
                        <c:v>5.5</c:v>
                      </c:pt>
                      <c:pt idx="6958">
                        <c:v>5.5</c:v>
                      </c:pt>
                      <c:pt idx="6959">
                        <c:v>5.5</c:v>
                      </c:pt>
                      <c:pt idx="6960">
                        <c:v>5.5</c:v>
                      </c:pt>
                      <c:pt idx="6961">
                        <c:v>5.5</c:v>
                      </c:pt>
                      <c:pt idx="6962">
                        <c:v>5.5</c:v>
                      </c:pt>
                      <c:pt idx="6963">
                        <c:v>5.5</c:v>
                      </c:pt>
                      <c:pt idx="6964">
                        <c:v>5.5</c:v>
                      </c:pt>
                      <c:pt idx="6965">
                        <c:v>5.5</c:v>
                      </c:pt>
                      <c:pt idx="6966">
                        <c:v>5.5</c:v>
                      </c:pt>
                      <c:pt idx="6967">
                        <c:v>5.5</c:v>
                      </c:pt>
                      <c:pt idx="6968">
                        <c:v>5.5</c:v>
                      </c:pt>
                      <c:pt idx="6969">
                        <c:v>5.5</c:v>
                      </c:pt>
                      <c:pt idx="6970">
                        <c:v>5.5</c:v>
                      </c:pt>
                      <c:pt idx="6971">
                        <c:v>5.5</c:v>
                      </c:pt>
                      <c:pt idx="6972">
                        <c:v>5.5</c:v>
                      </c:pt>
                      <c:pt idx="6973">
                        <c:v>6.25</c:v>
                      </c:pt>
                      <c:pt idx="6974">
                        <c:v>6.25</c:v>
                      </c:pt>
                      <c:pt idx="6975">
                        <c:v>6.25</c:v>
                      </c:pt>
                      <c:pt idx="6976">
                        <c:v>6.25</c:v>
                      </c:pt>
                      <c:pt idx="6977">
                        <c:v>6.25</c:v>
                      </c:pt>
                      <c:pt idx="6978">
                        <c:v>6.25</c:v>
                      </c:pt>
                      <c:pt idx="6979">
                        <c:v>6.25</c:v>
                      </c:pt>
                      <c:pt idx="6980">
                        <c:v>6.25</c:v>
                      </c:pt>
                      <c:pt idx="6981">
                        <c:v>6.25</c:v>
                      </c:pt>
                      <c:pt idx="6982">
                        <c:v>6.25</c:v>
                      </c:pt>
                      <c:pt idx="6983">
                        <c:v>6.25</c:v>
                      </c:pt>
                      <c:pt idx="6984">
                        <c:v>6.25</c:v>
                      </c:pt>
                      <c:pt idx="6985">
                        <c:v>6.25</c:v>
                      </c:pt>
                      <c:pt idx="6986">
                        <c:v>6.25</c:v>
                      </c:pt>
                      <c:pt idx="6987">
                        <c:v>6.25</c:v>
                      </c:pt>
                      <c:pt idx="6988">
                        <c:v>6.25</c:v>
                      </c:pt>
                      <c:pt idx="6989">
                        <c:v>6.25</c:v>
                      </c:pt>
                      <c:pt idx="6990">
                        <c:v>6.25</c:v>
                      </c:pt>
                      <c:pt idx="6991">
                        <c:v>6.25</c:v>
                      </c:pt>
                      <c:pt idx="6992">
                        <c:v>6.25</c:v>
                      </c:pt>
                      <c:pt idx="6993">
                        <c:v>6.25</c:v>
                      </c:pt>
                      <c:pt idx="6994">
                        <c:v>6.25</c:v>
                      </c:pt>
                      <c:pt idx="6995">
                        <c:v>6.25</c:v>
                      </c:pt>
                      <c:pt idx="6996">
                        <c:v>6.25</c:v>
                      </c:pt>
                      <c:pt idx="6997">
                        <c:v>6.25</c:v>
                      </c:pt>
                      <c:pt idx="6998">
                        <c:v>6.25</c:v>
                      </c:pt>
                      <c:pt idx="6999">
                        <c:v>6.25</c:v>
                      </c:pt>
                      <c:pt idx="7000">
                        <c:v>6.25</c:v>
                      </c:pt>
                      <c:pt idx="7001">
                        <c:v>6.25</c:v>
                      </c:pt>
                      <c:pt idx="7002">
                        <c:v>6.25</c:v>
                      </c:pt>
                      <c:pt idx="7003">
                        <c:v>6.25</c:v>
                      </c:pt>
                      <c:pt idx="7004">
                        <c:v>6.25</c:v>
                      </c:pt>
                      <c:pt idx="7005">
                        <c:v>6.25</c:v>
                      </c:pt>
                      <c:pt idx="7006">
                        <c:v>6.25</c:v>
                      </c:pt>
                      <c:pt idx="7007">
                        <c:v>6.25</c:v>
                      </c:pt>
                      <c:pt idx="7008">
                        <c:v>6.25</c:v>
                      </c:pt>
                      <c:pt idx="7009">
                        <c:v>6.25</c:v>
                      </c:pt>
                      <c:pt idx="7010">
                        <c:v>6.25</c:v>
                      </c:pt>
                      <c:pt idx="7011">
                        <c:v>6.25</c:v>
                      </c:pt>
                      <c:pt idx="7012">
                        <c:v>6.25</c:v>
                      </c:pt>
                      <c:pt idx="7013">
                        <c:v>6.25</c:v>
                      </c:pt>
                      <c:pt idx="7014">
                        <c:v>6.25</c:v>
                      </c:pt>
                      <c:pt idx="7015">
                        <c:v>6.25</c:v>
                      </c:pt>
                      <c:pt idx="7016">
                        <c:v>6.25</c:v>
                      </c:pt>
                      <c:pt idx="7017">
                        <c:v>6.25</c:v>
                      </c:pt>
                      <c:pt idx="7018">
                        <c:v>7</c:v>
                      </c:pt>
                      <c:pt idx="7019">
                        <c:v>7</c:v>
                      </c:pt>
                      <c:pt idx="7020">
                        <c:v>7</c:v>
                      </c:pt>
                      <c:pt idx="7021">
                        <c:v>7</c:v>
                      </c:pt>
                      <c:pt idx="7022">
                        <c:v>7</c:v>
                      </c:pt>
                      <c:pt idx="7023">
                        <c:v>7</c:v>
                      </c:pt>
                      <c:pt idx="7024">
                        <c:v>7</c:v>
                      </c:pt>
                      <c:pt idx="7025">
                        <c:v>7</c:v>
                      </c:pt>
                      <c:pt idx="7026">
                        <c:v>7</c:v>
                      </c:pt>
                      <c:pt idx="7027">
                        <c:v>7</c:v>
                      </c:pt>
                      <c:pt idx="7028">
                        <c:v>7</c:v>
                      </c:pt>
                      <c:pt idx="7029">
                        <c:v>7</c:v>
                      </c:pt>
                      <c:pt idx="7030">
                        <c:v>7</c:v>
                      </c:pt>
                      <c:pt idx="7031">
                        <c:v>7</c:v>
                      </c:pt>
                      <c:pt idx="7032">
                        <c:v>7</c:v>
                      </c:pt>
                      <c:pt idx="7033">
                        <c:v>7</c:v>
                      </c:pt>
                      <c:pt idx="7034">
                        <c:v>7</c:v>
                      </c:pt>
                      <c:pt idx="7035">
                        <c:v>7</c:v>
                      </c:pt>
                      <c:pt idx="7036">
                        <c:v>7</c:v>
                      </c:pt>
                      <c:pt idx="7037">
                        <c:v>7</c:v>
                      </c:pt>
                      <c:pt idx="7038">
                        <c:v>7</c:v>
                      </c:pt>
                      <c:pt idx="7039">
                        <c:v>7</c:v>
                      </c:pt>
                      <c:pt idx="7040">
                        <c:v>7</c:v>
                      </c:pt>
                      <c:pt idx="7041">
                        <c:v>7</c:v>
                      </c:pt>
                      <c:pt idx="7042">
                        <c:v>7</c:v>
                      </c:pt>
                      <c:pt idx="7043">
                        <c:v>7</c:v>
                      </c:pt>
                      <c:pt idx="7044">
                        <c:v>7</c:v>
                      </c:pt>
                      <c:pt idx="7045">
                        <c:v>7</c:v>
                      </c:pt>
                      <c:pt idx="7046">
                        <c:v>7</c:v>
                      </c:pt>
                      <c:pt idx="7047">
                        <c:v>7</c:v>
                      </c:pt>
                      <c:pt idx="7048">
                        <c:v>7</c:v>
                      </c:pt>
                      <c:pt idx="7049">
                        <c:v>7</c:v>
                      </c:pt>
                      <c:pt idx="7050">
                        <c:v>7</c:v>
                      </c:pt>
                      <c:pt idx="7051">
                        <c:v>7</c:v>
                      </c:pt>
                      <c:pt idx="7052">
                        <c:v>7</c:v>
                      </c:pt>
                      <c:pt idx="7053">
                        <c:v>7</c:v>
                      </c:pt>
                      <c:pt idx="7054">
                        <c:v>7</c:v>
                      </c:pt>
                      <c:pt idx="7055">
                        <c:v>7</c:v>
                      </c:pt>
                      <c:pt idx="7056">
                        <c:v>7</c:v>
                      </c:pt>
                      <c:pt idx="7057">
                        <c:v>7</c:v>
                      </c:pt>
                      <c:pt idx="7058">
                        <c:v>7</c:v>
                      </c:pt>
                      <c:pt idx="7059">
                        <c:v>7</c:v>
                      </c:pt>
                      <c:pt idx="7060">
                        <c:v>7</c:v>
                      </c:pt>
                      <c:pt idx="7061">
                        <c:v>7</c:v>
                      </c:pt>
                      <c:pt idx="7062">
                        <c:v>7</c:v>
                      </c:pt>
                      <c:pt idx="7063">
                        <c:v>7.25</c:v>
                      </c:pt>
                      <c:pt idx="7064">
                        <c:v>7.25</c:v>
                      </c:pt>
                      <c:pt idx="7065">
                        <c:v>7.25</c:v>
                      </c:pt>
                      <c:pt idx="7066">
                        <c:v>7.25</c:v>
                      </c:pt>
                      <c:pt idx="7067">
                        <c:v>7.25</c:v>
                      </c:pt>
                      <c:pt idx="7068">
                        <c:v>7.25</c:v>
                      </c:pt>
                      <c:pt idx="7069">
                        <c:v>7.25</c:v>
                      </c:pt>
                      <c:pt idx="7070">
                        <c:v>7.25</c:v>
                      </c:pt>
                      <c:pt idx="7071">
                        <c:v>7.25</c:v>
                      </c:pt>
                      <c:pt idx="7072">
                        <c:v>7.25</c:v>
                      </c:pt>
                      <c:pt idx="7073">
                        <c:v>7.25</c:v>
                      </c:pt>
                      <c:pt idx="7074">
                        <c:v>7.25</c:v>
                      </c:pt>
                      <c:pt idx="7075">
                        <c:v>7.25</c:v>
                      </c:pt>
                      <c:pt idx="7076">
                        <c:v>7.25</c:v>
                      </c:pt>
                      <c:pt idx="7077">
                        <c:v>7.25</c:v>
                      </c:pt>
                      <c:pt idx="7078">
                        <c:v>7.25</c:v>
                      </c:pt>
                      <c:pt idx="7079">
                        <c:v>7.25</c:v>
                      </c:pt>
                      <c:pt idx="7080">
                        <c:v>7.25</c:v>
                      </c:pt>
                      <c:pt idx="7081">
                        <c:v>7.25</c:v>
                      </c:pt>
                      <c:pt idx="7082">
                        <c:v>7.25</c:v>
                      </c:pt>
                      <c:pt idx="7083">
                        <c:v>7.25</c:v>
                      </c:pt>
                      <c:pt idx="7084">
                        <c:v>7.25</c:v>
                      </c:pt>
                      <c:pt idx="7085">
                        <c:v>7.25</c:v>
                      </c:pt>
                      <c:pt idx="7086">
                        <c:v>7.25</c:v>
                      </c:pt>
                      <c:pt idx="7087">
                        <c:v>7.25</c:v>
                      </c:pt>
                      <c:pt idx="7088">
                        <c:v>7.25</c:v>
                      </c:pt>
                      <c:pt idx="7089">
                        <c:v>7.25</c:v>
                      </c:pt>
                      <c:pt idx="7090">
                        <c:v>7.25</c:v>
                      </c:pt>
                      <c:pt idx="7091">
                        <c:v>7.25</c:v>
                      </c:pt>
                      <c:pt idx="7092">
                        <c:v>7.25</c:v>
                      </c:pt>
                      <c:pt idx="7093">
                        <c:v>7.25</c:v>
                      </c:pt>
                      <c:pt idx="7094">
                        <c:v>7.25</c:v>
                      </c:pt>
                      <c:pt idx="7095">
                        <c:v>7.25</c:v>
                      </c:pt>
                      <c:pt idx="7096">
                        <c:v>7.25</c:v>
                      </c:pt>
                      <c:pt idx="7097">
                        <c:v>7.25</c:v>
                      </c:pt>
                      <c:pt idx="7098">
                        <c:v>7.25</c:v>
                      </c:pt>
                      <c:pt idx="7099">
                        <c:v>7.25</c:v>
                      </c:pt>
                      <c:pt idx="7100">
                        <c:v>7.25</c:v>
                      </c:pt>
                      <c:pt idx="7101">
                        <c:v>7.25</c:v>
                      </c:pt>
                      <c:pt idx="7102">
                        <c:v>7.25</c:v>
                      </c:pt>
                      <c:pt idx="7103">
                        <c:v>7.25</c:v>
                      </c:pt>
                      <c:pt idx="7104">
                        <c:v>7.25</c:v>
                      </c:pt>
                      <c:pt idx="7105">
                        <c:v>7.25</c:v>
                      </c:pt>
                      <c:pt idx="7106">
                        <c:v>7.25</c:v>
                      </c:pt>
                      <c:pt idx="7107">
                        <c:v>7.25</c:v>
                      </c:pt>
                      <c:pt idx="7108">
                        <c:v>7.75</c:v>
                      </c:pt>
                      <c:pt idx="7109">
                        <c:v>7.75</c:v>
                      </c:pt>
                      <c:pt idx="7110">
                        <c:v>7.75</c:v>
                      </c:pt>
                      <c:pt idx="7111">
                        <c:v>7.75</c:v>
                      </c:pt>
                      <c:pt idx="7112">
                        <c:v>7.75</c:v>
                      </c:pt>
                      <c:pt idx="7113">
                        <c:v>7.75</c:v>
                      </c:pt>
                      <c:pt idx="7114">
                        <c:v>7.75</c:v>
                      </c:pt>
                      <c:pt idx="7115">
                        <c:v>7.75</c:v>
                      </c:pt>
                      <c:pt idx="7116">
                        <c:v>7.75</c:v>
                      </c:pt>
                      <c:pt idx="7117">
                        <c:v>7.75</c:v>
                      </c:pt>
                      <c:pt idx="7118">
                        <c:v>7.75</c:v>
                      </c:pt>
                      <c:pt idx="7119">
                        <c:v>7.75</c:v>
                      </c:pt>
                      <c:pt idx="7120">
                        <c:v>7.75</c:v>
                      </c:pt>
                      <c:pt idx="7121">
                        <c:v>7.75</c:v>
                      </c:pt>
                      <c:pt idx="7122">
                        <c:v>7.75</c:v>
                      </c:pt>
                      <c:pt idx="7123">
                        <c:v>7.75</c:v>
                      </c:pt>
                      <c:pt idx="7124">
                        <c:v>7.75</c:v>
                      </c:pt>
                      <c:pt idx="7125">
                        <c:v>7.75</c:v>
                      </c:pt>
                      <c:pt idx="7126">
                        <c:v>7.75</c:v>
                      </c:pt>
                      <c:pt idx="7127">
                        <c:v>7.75</c:v>
                      </c:pt>
                      <c:pt idx="7128">
                        <c:v>7.75</c:v>
                      </c:pt>
                      <c:pt idx="7129">
                        <c:v>7.75</c:v>
                      </c:pt>
                      <c:pt idx="7130">
                        <c:v>7.75</c:v>
                      </c:pt>
                      <c:pt idx="7131">
                        <c:v>7.75</c:v>
                      </c:pt>
                      <c:pt idx="7132">
                        <c:v>7.75</c:v>
                      </c:pt>
                      <c:pt idx="7133">
                        <c:v>7.75</c:v>
                      </c:pt>
                      <c:pt idx="7134">
                        <c:v>7.75</c:v>
                      </c:pt>
                      <c:pt idx="7135">
                        <c:v>7.75</c:v>
                      </c:pt>
                      <c:pt idx="7136">
                        <c:v>7.75</c:v>
                      </c:pt>
                      <c:pt idx="7137">
                        <c:v>7.75</c:v>
                      </c:pt>
                      <c:pt idx="7138">
                        <c:v>7.75</c:v>
                      </c:pt>
                      <c:pt idx="7139">
                        <c:v>7.75</c:v>
                      </c:pt>
                      <c:pt idx="7140">
                        <c:v>7.75</c:v>
                      </c:pt>
                      <c:pt idx="7141">
                        <c:v>7.75</c:v>
                      </c:pt>
                      <c:pt idx="7142">
                        <c:v>7.75</c:v>
                      </c:pt>
                      <c:pt idx="7143">
                        <c:v>7.75</c:v>
                      </c:pt>
                      <c:pt idx="7144">
                        <c:v>7.75</c:v>
                      </c:pt>
                      <c:pt idx="7145">
                        <c:v>7.75</c:v>
                      </c:pt>
                      <c:pt idx="7146">
                        <c:v>7.75</c:v>
                      </c:pt>
                      <c:pt idx="7147">
                        <c:v>7.75</c:v>
                      </c:pt>
                      <c:pt idx="7148">
                        <c:v>8.25</c:v>
                      </c:pt>
                      <c:pt idx="7149">
                        <c:v>8.25</c:v>
                      </c:pt>
                      <c:pt idx="7150">
                        <c:v>8.25</c:v>
                      </c:pt>
                      <c:pt idx="7151">
                        <c:v>8.25</c:v>
                      </c:pt>
                      <c:pt idx="7152">
                        <c:v>8.25</c:v>
                      </c:pt>
                      <c:pt idx="7153">
                        <c:v>8.25</c:v>
                      </c:pt>
                      <c:pt idx="7154">
                        <c:v>8.25</c:v>
                      </c:pt>
                      <c:pt idx="7155">
                        <c:v>8.25</c:v>
                      </c:pt>
                      <c:pt idx="7156">
                        <c:v>8.25</c:v>
                      </c:pt>
                      <c:pt idx="7157">
                        <c:v>8.25</c:v>
                      </c:pt>
                      <c:pt idx="7158">
                        <c:v>8.25</c:v>
                      </c:pt>
                      <c:pt idx="7159">
                        <c:v>8.25</c:v>
                      </c:pt>
                      <c:pt idx="7160">
                        <c:v>8.25</c:v>
                      </c:pt>
                      <c:pt idx="7161">
                        <c:v>8.25</c:v>
                      </c:pt>
                      <c:pt idx="7162">
                        <c:v>8.25</c:v>
                      </c:pt>
                      <c:pt idx="7163">
                        <c:v>8.25</c:v>
                      </c:pt>
                      <c:pt idx="7164">
                        <c:v>8.25</c:v>
                      </c:pt>
                      <c:pt idx="7165">
                        <c:v>8.25</c:v>
                      </c:pt>
                      <c:pt idx="7166">
                        <c:v>8.25</c:v>
                      </c:pt>
                      <c:pt idx="7167">
                        <c:v>8.25</c:v>
                      </c:pt>
                      <c:pt idx="7168">
                        <c:v>8.25</c:v>
                      </c:pt>
                      <c:pt idx="7169">
                        <c:v>8.25</c:v>
                      </c:pt>
                      <c:pt idx="7170">
                        <c:v>8.25</c:v>
                      </c:pt>
                      <c:pt idx="7171">
                        <c:v>8.25</c:v>
                      </c:pt>
                      <c:pt idx="7172">
                        <c:v>8.25</c:v>
                      </c:pt>
                      <c:pt idx="7173">
                        <c:v>8.25</c:v>
                      </c:pt>
                      <c:pt idx="7174">
                        <c:v>8.25</c:v>
                      </c:pt>
                      <c:pt idx="7175">
                        <c:v>8.25</c:v>
                      </c:pt>
                      <c:pt idx="7176">
                        <c:v>8.25</c:v>
                      </c:pt>
                      <c:pt idx="7177">
                        <c:v>8.25</c:v>
                      </c:pt>
                      <c:pt idx="7178">
                        <c:v>8.25</c:v>
                      </c:pt>
                      <c:pt idx="7179">
                        <c:v>8.25</c:v>
                      </c:pt>
                      <c:pt idx="7180">
                        <c:v>8.25</c:v>
                      </c:pt>
                      <c:pt idx="7181">
                        <c:v>8.25</c:v>
                      </c:pt>
                      <c:pt idx="7182">
                        <c:v>8.25</c:v>
                      </c:pt>
                      <c:pt idx="7183">
                        <c:v>8.25</c:v>
                      </c:pt>
                      <c:pt idx="7184">
                        <c:v>8.25</c:v>
                      </c:pt>
                      <c:pt idx="7185">
                        <c:v>8.25</c:v>
                      </c:pt>
                      <c:pt idx="7186">
                        <c:v>8.25</c:v>
                      </c:pt>
                      <c:pt idx="7187">
                        <c:v>8.25</c:v>
                      </c:pt>
                      <c:pt idx="7188">
                        <c:v>8.25</c:v>
                      </c:pt>
                      <c:pt idx="7189">
                        <c:v>8.25</c:v>
                      </c:pt>
                      <c:pt idx="7190">
                        <c:v>8.25</c:v>
                      </c:pt>
                      <c:pt idx="7191">
                        <c:v>8.25</c:v>
                      </c:pt>
                      <c:pt idx="7192">
                        <c:v>8.25</c:v>
                      </c:pt>
                      <c:pt idx="7193">
                        <c:v>8.25</c:v>
                      </c:pt>
                      <c:pt idx="7194">
                        <c:v>8.25</c:v>
                      </c:pt>
                      <c:pt idx="7195">
                        <c:v>8.25</c:v>
                      </c:pt>
                      <c:pt idx="7196">
                        <c:v>8.25</c:v>
                      </c:pt>
                      <c:pt idx="7197">
                        <c:v>8.25</c:v>
                      </c:pt>
                      <c:pt idx="7198">
                        <c:v>8.25</c:v>
                      </c:pt>
                      <c:pt idx="7199">
                        <c:v>8.25</c:v>
                      </c:pt>
                      <c:pt idx="7200">
                        <c:v>8.25</c:v>
                      </c:pt>
                      <c:pt idx="7201">
                        <c:v>8.25</c:v>
                      </c:pt>
                      <c:pt idx="7202">
                        <c:v>8.25</c:v>
                      </c:pt>
                      <c:pt idx="7203">
                        <c:v>8.25</c:v>
                      </c:pt>
                      <c:pt idx="7204">
                        <c:v>8.25</c:v>
                      </c:pt>
                      <c:pt idx="7205">
                        <c:v>8.25</c:v>
                      </c:pt>
                      <c:pt idx="7206">
                        <c:v>8.25</c:v>
                      </c:pt>
                      <c:pt idx="7207">
                        <c:v>8.25</c:v>
                      </c:pt>
                      <c:pt idx="7208">
                        <c:v>8.25</c:v>
                      </c:pt>
                      <c:pt idx="7209">
                        <c:v>8.25</c:v>
                      </c:pt>
                      <c:pt idx="7210">
                        <c:v>8.25</c:v>
                      </c:pt>
                      <c:pt idx="7211">
                        <c:v>8.25</c:v>
                      </c:pt>
                      <c:pt idx="7212">
                        <c:v>8.25</c:v>
                      </c:pt>
                      <c:pt idx="7213">
                        <c:v>8.25</c:v>
                      </c:pt>
                      <c:pt idx="7214">
                        <c:v>8.25</c:v>
                      </c:pt>
                      <c:pt idx="7215">
                        <c:v>8.25</c:v>
                      </c:pt>
                      <c:pt idx="7216">
                        <c:v>8.25</c:v>
                      </c:pt>
                      <c:pt idx="7217">
                        <c:v>8.25</c:v>
                      </c:pt>
                      <c:pt idx="7218">
                        <c:v>8.25</c:v>
                      </c:pt>
                      <c:pt idx="7219">
                        <c:v>8.25</c:v>
                      </c:pt>
                      <c:pt idx="7220">
                        <c:v>8.25</c:v>
                      </c:pt>
                      <c:pt idx="7221">
                        <c:v>8.25</c:v>
                      </c:pt>
                      <c:pt idx="7222">
                        <c:v>8.25</c:v>
                      </c:pt>
                      <c:pt idx="7223">
                        <c:v>8.25</c:v>
                      </c:pt>
                      <c:pt idx="7224">
                        <c:v>8.25</c:v>
                      </c:pt>
                      <c:pt idx="7225">
                        <c:v>8.25</c:v>
                      </c:pt>
                      <c:pt idx="7226">
                        <c:v>8.25</c:v>
                      </c:pt>
                      <c:pt idx="7227">
                        <c:v>8.25</c:v>
                      </c:pt>
                      <c:pt idx="7228">
                        <c:v>8.25</c:v>
                      </c:pt>
                      <c:pt idx="7229">
                        <c:v>8.25</c:v>
                      </c:pt>
                      <c:pt idx="7230">
                        <c:v>8.25</c:v>
                      </c:pt>
                      <c:pt idx="7231">
                        <c:v>8.25</c:v>
                      </c:pt>
                      <c:pt idx="7232">
                        <c:v>8.25</c:v>
                      </c:pt>
                      <c:pt idx="7233">
                        <c:v>8.25</c:v>
                      </c:pt>
                      <c:pt idx="7234">
                        <c:v>8.25</c:v>
                      </c:pt>
                      <c:pt idx="7235">
                        <c:v>8.25</c:v>
                      </c:pt>
                      <c:pt idx="7236">
                        <c:v>8.25</c:v>
                      </c:pt>
                      <c:pt idx="7237">
                        <c:v>8.25</c:v>
                      </c:pt>
                      <c:pt idx="7238">
                        <c:v>8.25</c:v>
                      </c:pt>
                      <c:pt idx="7239">
                        <c:v>8.25</c:v>
                      </c:pt>
                      <c:pt idx="7240">
                        <c:v>8.25</c:v>
                      </c:pt>
                      <c:pt idx="7241">
                        <c:v>8.25</c:v>
                      </c:pt>
                      <c:pt idx="7242">
                        <c:v>8.25</c:v>
                      </c:pt>
                      <c:pt idx="7243">
                        <c:v>8.25</c:v>
                      </c:pt>
                      <c:pt idx="7244">
                        <c:v>8.25</c:v>
                      </c:pt>
                      <c:pt idx="7245">
                        <c:v>8.25</c:v>
                      </c:pt>
                      <c:pt idx="7246">
                        <c:v>8.25</c:v>
                      </c:pt>
                      <c:pt idx="7247">
                        <c:v>8.25</c:v>
                      </c:pt>
                      <c:pt idx="7248">
                        <c:v>8.25</c:v>
                      </c:pt>
                      <c:pt idx="7249">
                        <c:v>8.25</c:v>
                      </c:pt>
                      <c:pt idx="7250">
                        <c:v>8.25</c:v>
                      </c:pt>
                      <c:pt idx="7251">
                        <c:v>8.25</c:v>
                      </c:pt>
                      <c:pt idx="7252">
                        <c:v>8.25</c:v>
                      </c:pt>
                      <c:pt idx="7253">
                        <c:v>8.25</c:v>
                      </c:pt>
                      <c:pt idx="7254">
                        <c:v>8.25</c:v>
                      </c:pt>
                      <c:pt idx="7255">
                        <c:v>8.25</c:v>
                      </c:pt>
                      <c:pt idx="7256">
                        <c:v>8.25</c:v>
                      </c:pt>
                      <c:pt idx="7257">
                        <c:v>8.25</c:v>
                      </c:pt>
                      <c:pt idx="7258">
                        <c:v>8.25</c:v>
                      </c:pt>
                      <c:pt idx="7259">
                        <c:v>8.25</c:v>
                      </c:pt>
                      <c:pt idx="7260">
                        <c:v>8.25</c:v>
                      </c:pt>
                      <c:pt idx="7261">
                        <c:v>8.25</c:v>
                      </c:pt>
                      <c:pt idx="7262">
                        <c:v>8.25</c:v>
                      </c:pt>
                      <c:pt idx="7263">
                        <c:v>8.25</c:v>
                      </c:pt>
                      <c:pt idx="7264">
                        <c:v>8.25</c:v>
                      </c:pt>
                      <c:pt idx="7265">
                        <c:v>8.25</c:v>
                      </c:pt>
                      <c:pt idx="7266">
                        <c:v>8.25</c:v>
                      </c:pt>
                      <c:pt idx="7267">
                        <c:v>8.25</c:v>
                      </c:pt>
                      <c:pt idx="7268">
                        <c:v>8.25</c:v>
                      </c:pt>
                      <c:pt idx="7269">
                        <c:v>8.25</c:v>
                      </c:pt>
                      <c:pt idx="7270">
                        <c:v>8.25</c:v>
                      </c:pt>
                      <c:pt idx="7271">
                        <c:v>8.25</c:v>
                      </c:pt>
                      <c:pt idx="7272">
                        <c:v>8.25</c:v>
                      </c:pt>
                      <c:pt idx="7273">
                        <c:v>8.25</c:v>
                      </c:pt>
                      <c:pt idx="7274">
                        <c:v>8.25</c:v>
                      </c:pt>
                      <c:pt idx="7275">
                        <c:v>8.25</c:v>
                      </c:pt>
                      <c:pt idx="7276">
                        <c:v>8.25</c:v>
                      </c:pt>
                      <c:pt idx="7277">
                        <c:v>8.25</c:v>
                      </c:pt>
                      <c:pt idx="7278">
                        <c:v>8.25</c:v>
                      </c:pt>
                      <c:pt idx="7279">
                        <c:v>8.25</c:v>
                      </c:pt>
                      <c:pt idx="7280">
                        <c:v>8.25</c:v>
                      </c:pt>
                      <c:pt idx="7281">
                        <c:v>8.25</c:v>
                      </c:pt>
                      <c:pt idx="7282">
                        <c:v>8.25</c:v>
                      </c:pt>
                      <c:pt idx="7283">
                        <c:v>8.25</c:v>
                      </c:pt>
                      <c:pt idx="7284">
                        <c:v>8.25</c:v>
                      </c:pt>
                      <c:pt idx="7285">
                        <c:v>8.25</c:v>
                      </c:pt>
                      <c:pt idx="7286">
                        <c:v>8.25</c:v>
                      </c:pt>
                      <c:pt idx="7287">
                        <c:v>8.25</c:v>
                      </c:pt>
                      <c:pt idx="7288">
                        <c:v>8.25</c:v>
                      </c:pt>
                      <c:pt idx="7289">
                        <c:v>8.25</c:v>
                      </c:pt>
                      <c:pt idx="7290">
                        <c:v>8.25</c:v>
                      </c:pt>
                      <c:pt idx="7291">
                        <c:v>8.25</c:v>
                      </c:pt>
                      <c:pt idx="7292">
                        <c:v>8.25</c:v>
                      </c:pt>
                      <c:pt idx="7293">
                        <c:v>8.25</c:v>
                      </c:pt>
                      <c:pt idx="7294">
                        <c:v>8.25</c:v>
                      </c:pt>
                      <c:pt idx="7295">
                        <c:v>8.25</c:v>
                      </c:pt>
                      <c:pt idx="7296">
                        <c:v>8.25</c:v>
                      </c:pt>
                      <c:pt idx="7297">
                        <c:v>8.25</c:v>
                      </c:pt>
                      <c:pt idx="7298">
                        <c:v>8.25</c:v>
                      </c:pt>
                      <c:pt idx="7299">
                        <c:v>8.25</c:v>
                      </c:pt>
                      <c:pt idx="7300">
                        <c:v>8.25</c:v>
                      </c:pt>
                      <c:pt idx="7301">
                        <c:v>8.25</c:v>
                      </c:pt>
                      <c:pt idx="7302">
                        <c:v>8.25</c:v>
                      </c:pt>
                      <c:pt idx="7303">
                        <c:v>8.25</c:v>
                      </c:pt>
                      <c:pt idx="7304">
                        <c:v>8.25</c:v>
                      </c:pt>
                      <c:pt idx="7305">
                        <c:v>8.25</c:v>
                      </c:pt>
                      <c:pt idx="7306">
                        <c:v>8.25</c:v>
                      </c:pt>
                      <c:pt idx="7307">
                        <c:v>8.25</c:v>
                      </c:pt>
                      <c:pt idx="7308">
                        <c:v>8.25</c:v>
                      </c:pt>
                      <c:pt idx="7309">
                        <c:v>8.25</c:v>
                      </c:pt>
                      <c:pt idx="7310">
                        <c:v>8.25</c:v>
                      </c:pt>
                      <c:pt idx="7311">
                        <c:v>8.25</c:v>
                      </c:pt>
                      <c:pt idx="7312">
                        <c:v>8.25</c:v>
                      </c:pt>
                      <c:pt idx="7313">
                        <c:v>8.25</c:v>
                      </c:pt>
                      <c:pt idx="7314">
                        <c:v>8.25</c:v>
                      </c:pt>
                      <c:pt idx="7315">
                        <c:v>8.25</c:v>
                      </c:pt>
                      <c:pt idx="7316">
                        <c:v>8.25</c:v>
                      </c:pt>
                      <c:pt idx="7317">
                        <c:v>8.25</c:v>
                      </c:pt>
                      <c:pt idx="7318">
                        <c:v>8.25</c:v>
                      </c:pt>
                      <c:pt idx="7319">
                        <c:v>8.25</c:v>
                      </c:pt>
                      <c:pt idx="7320">
                        <c:v>8.25</c:v>
                      </c:pt>
                      <c:pt idx="7321">
                        <c:v>8.25</c:v>
                      </c:pt>
                      <c:pt idx="7322">
                        <c:v>8.25</c:v>
                      </c:pt>
                      <c:pt idx="7323">
                        <c:v>8.25</c:v>
                      </c:pt>
                      <c:pt idx="7324">
                        <c:v>8.25</c:v>
                      </c:pt>
                      <c:pt idx="7325">
                        <c:v>8.25</c:v>
                      </c:pt>
                      <c:pt idx="7326">
                        <c:v>8.25</c:v>
                      </c:pt>
                      <c:pt idx="7327">
                        <c:v>8.25</c:v>
                      </c:pt>
                      <c:pt idx="7328">
                        <c:v>8.25</c:v>
                      </c:pt>
                      <c:pt idx="7329">
                        <c:v>8.25</c:v>
                      </c:pt>
                      <c:pt idx="7330">
                        <c:v>8.25</c:v>
                      </c:pt>
                      <c:pt idx="7331">
                        <c:v>8.25</c:v>
                      </c:pt>
                      <c:pt idx="7332">
                        <c:v>8.25</c:v>
                      </c:pt>
                      <c:pt idx="7333">
                        <c:v>8.25</c:v>
                      </c:pt>
                      <c:pt idx="7334">
                        <c:v>8.25</c:v>
                      </c:pt>
                      <c:pt idx="7335">
                        <c:v>8.25</c:v>
                      </c:pt>
                      <c:pt idx="7336">
                        <c:v>8.25</c:v>
                      </c:pt>
                      <c:pt idx="7337">
                        <c:v>8.25</c:v>
                      </c:pt>
                      <c:pt idx="7338">
                        <c:v>8.25</c:v>
                      </c:pt>
                      <c:pt idx="7339">
                        <c:v>8.25</c:v>
                      </c:pt>
                      <c:pt idx="7340">
                        <c:v>8.25</c:v>
                      </c:pt>
                      <c:pt idx="7341">
                        <c:v>8.25</c:v>
                      </c:pt>
                      <c:pt idx="7342">
                        <c:v>8.25</c:v>
                      </c:pt>
                      <c:pt idx="7343">
                        <c:v>8.25</c:v>
                      </c:pt>
                      <c:pt idx="7344">
                        <c:v>8.25</c:v>
                      </c:pt>
                      <c:pt idx="7345">
                        <c:v>8.25</c:v>
                      </c:pt>
                      <c:pt idx="7346">
                        <c:v>8.25</c:v>
                      </c:pt>
                      <c:pt idx="7347">
                        <c:v>8.25</c:v>
                      </c:pt>
                      <c:pt idx="7348">
                        <c:v>8.25</c:v>
                      </c:pt>
                      <c:pt idx="7349">
                        <c:v>8.25</c:v>
                      </c:pt>
                      <c:pt idx="7350">
                        <c:v>8.25</c:v>
                      </c:pt>
                      <c:pt idx="7351">
                        <c:v>8.25</c:v>
                      </c:pt>
                      <c:pt idx="7352">
                        <c:v>8.25</c:v>
                      </c:pt>
                      <c:pt idx="7353">
                        <c:v>8.25</c:v>
                      </c:pt>
                      <c:pt idx="7354">
                        <c:v>8.25</c:v>
                      </c:pt>
                      <c:pt idx="7355">
                        <c:v>8.25</c:v>
                      </c:pt>
                      <c:pt idx="7356">
                        <c:v>8.25</c:v>
                      </c:pt>
                      <c:pt idx="7357">
                        <c:v>8.25</c:v>
                      </c:pt>
                      <c:pt idx="7358">
                        <c:v>8.25</c:v>
                      </c:pt>
                      <c:pt idx="7359">
                        <c:v>8.25</c:v>
                      </c:pt>
                      <c:pt idx="7360">
                        <c:v>8.25</c:v>
                      </c:pt>
                      <c:pt idx="7361">
                        <c:v>8.25</c:v>
                      </c:pt>
                      <c:pt idx="7362">
                        <c:v>8.25</c:v>
                      </c:pt>
                      <c:pt idx="7363">
                        <c:v>8.25</c:v>
                      </c:pt>
                      <c:pt idx="7364">
                        <c:v>8.25</c:v>
                      </c:pt>
                      <c:pt idx="7365">
                        <c:v>8.25</c:v>
                      </c:pt>
                      <c:pt idx="7366">
                        <c:v>8.25</c:v>
                      </c:pt>
                      <c:pt idx="7367">
                        <c:v>8.25</c:v>
                      </c:pt>
                      <c:pt idx="7368">
                        <c:v>8.25</c:v>
                      </c:pt>
                      <c:pt idx="7369">
                        <c:v>8.25</c:v>
                      </c:pt>
                      <c:pt idx="7370">
                        <c:v>8.25</c:v>
                      </c:pt>
                      <c:pt idx="7371">
                        <c:v>8.25</c:v>
                      </c:pt>
                      <c:pt idx="7372">
                        <c:v>8.25</c:v>
                      </c:pt>
                      <c:pt idx="7373">
                        <c:v>8.25</c:v>
                      </c:pt>
                      <c:pt idx="7374">
                        <c:v>8.25</c:v>
                      </c:pt>
                      <c:pt idx="7375">
                        <c:v>8.25</c:v>
                      </c:pt>
                      <c:pt idx="7376">
                        <c:v>8.25</c:v>
                      </c:pt>
                      <c:pt idx="7377">
                        <c:v>8.25</c:v>
                      </c:pt>
                      <c:pt idx="7378">
                        <c:v>8.25</c:v>
                      </c:pt>
                      <c:pt idx="7379">
                        <c:v>8.25</c:v>
                      </c:pt>
                      <c:pt idx="7380">
                        <c:v>8.25</c:v>
                      </c:pt>
                      <c:pt idx="7381">
                        <c:v>8.25</c:v>
                      </c:pt>
                      <c:pt idx="7382">
                        <c:v>8.25</c:v>
                      </c:pt>
                      <c:pt idx="7383">
                        <c:v>8.25</c:v>
                      </c:pt>
                      <c:pt idx="7384">
                        <c:v>8.25</c:v>
                      </c:pt>
                      <c:pt idx="7385">
                        <c:v>8.25</c:v>
                      </c:pt>
                      <c:pt idx="7386">
                        <c:v>8.25</c:v>
                      </c:pt>
                      <c:pt idx="7387">
                        <c:v>8.25</c:v>
                      </c:pt>
                      <c:pt idx="7388">
                        <c:v>8.25</c:v>
                      </c:pt>
                      <c:pt idx="7389">
                        <c:v>8.25</c:v>
                      </c:pt>
                      <c:pt idx="7390">
                        <c:v>8.25</c:v>
                      </c:pt>
                      <c:pt idx="7391">
                        <c:v>8.25</c:v>
                      </c:pt>
                      <c:pt idx="7392">
                        <c:v>8.25</c:v>
                      </c:pt>
                      <c:pt idx="7393">
                        <c:v>8.25</c:v>
                      </c:pt>
                      <c:pt idx="7394">
                        <c:v>8.25</c:v>
                      </c:pt>
                      <c:pt idx="7395">
                        <c:v>8.25</c:v>
                      </c:pt>
                      <c:pt idx="7396">
                        <c:v>8.25</c:v>
                      </c:pt>
                      <c:pt idx="7397">
                        <c:v>8.25</c:v>
                      </c:pt>
                      <c:pt idx="7398">
                        <c:v>8.25</c:v>
                      </c:pt>
                      <c:pt idx="7399">
                        <c:v>8.25</c:v>
                      </c:pt>
                      <c:pt idx="7400">
                        <c:v>8.25</c:v>
                      </c:pt>
                      <c:pt idx="7401">
                        <c:v>8.25</c:v>
                      </c:pt>
                      <c:pt idx="7402">
                        <c:v>8.25</c:v>
                      </c:pt>
                      <c:pt idx="7403">
                        <c:v>8.25</c:v>
                      </c:pt>
                      <c:pt idx="7404">
                        <c:v>8.25</c:v>
                      </c:pt>
                      <c:pt idx="7405">
                        <c:v>8.25</c:v>
                      </c:pt>
                      <c:pt idx="7406">
                        <c:v>8.25</c:v>
                      </c:pt>
                      <c:pt idx="7407">
                        <c:v>8.25</c:v>
                      </c:pt>
                      <c:pt idx="7408">
                        <c:v>8.25</c:v>
                      </c:pt>
                      <c:pt idx="7409">
                        <c:v>8.25</c:v>
                      </c:pt>
                      <c:pt idx="7410">
                        <c:v>8.25</c:v>
                      </c:pt>
                      <c:pt idx="7411">
                        <c:v>8.25</c:v>
                      </c:pt>
                      <c:pt idx="7412">
                        <c:v>8.25</c:v>
                      </c:pt>
                      <c:pt idx="7413">
                        <c:v>8.25</c:v>
                      </c:pt>
                      <c:pt idx="7414">
                        <c:v>8.25</c:v>
                      </c:pt>
                      <c:pt idx="7415">
                        <c:v>8.25</c:v>
                      </c:pt>
                      <c:pt idx="7416">
                        <c:v>8.25</c:v>
                      </c:pt>
                      <c:pt idx="7417">
                        <c:v>8.25</c:v>
                      </c:pt>
                      <c:pt idx="7418">
                        <c:v>8.25</c:v>
                      </c:pt>
                      <c:pt idx="7419">
                        <c:v>8.25</c:v>
                      </c:pt>
                      <c:pt idx="7420">
                        <c:v>8.25</c:v>
                      </c:pt>
                      <c:pt idx="7421">
                        <c:v>8.25</c:v>
                      </c:pt>
                      <c:pt idx="7422">
                        <c:v>8.25</c:v>
                      </c:pt>
                      <c:pt idx="7423">
                        <c:v>8.25</c:v>
                      </c:pt>
                      <c:pt idx="7424">
                        <c:v>8.25</c:v>
                      </c:pt>
                      <c:pt idx="7425">
                        <c:v>8.25</c:v>
                      </c:pt>
                      <c:pt idx="7426">
                        <c:v>8.25</c:v>
                      </c:pt>
                      <c:pt idx="7427">
                        <c:v>8.25</c:v>
                      </c:pt>
                      <c:pt idx="7428">
                        <c:v>8.25</c:v>
                      </c:pt>
                      <c:pt idx="7429">
                        <c:v>8.25</c:v>
                      </c:pt>
                      <c:pt idx="7430">
                        <c:v>8.25</c:v>
                      </c:pt>
                      <c:pt idx="7431">
                        <c:v>8.25</c:v>
                      </c:pt>
                      <c:pt idx="7432">
                        <c:v>8.25</c:v>
                      </c:pt>
                      <c:pt idx="7433">
                        <c:v>8.25</c:v>
                      </c:pt>
                      <c:pt idx="7434">
                        <c:v>8.25</c:v>
                      </c:pt>
                      <c:pt idx="7435">
                        <c:v>8.25</c:v>
                      </c:pt>
                      <c:pt idx="7436">
                        <c:v>8.25</c:v>
                      </c:pt>
                      <c:pt idx="7437">
                        <c:v>8.25</c:v>
                      </c:pt>
                      <c:pt idx="7438">
                        <c:v>8.25</c:v>
                      </c:pt>
                      <c:pt idx="7439">
                        <c:v>8.25</c:v>
                      </c:pt>
                      <c:pt idx="7440">
                        <c:v>8.25</c:v>
                      </c:pt>
                      <c:pt idx="7441">
                        <c:v>8.25</c:v>
                      </c:pt>
                      <c:pt idx="7442">
                        <c:v>8.25</c:v>
                      </c:pt>
                      <c:pt idx="7443">
                        <c:v>8.25</c:v>
                      </c:pt>
                      <c:pt idx="7444">
                        <c:v>8.25</c:v>
                      </c:pt>
                      <c:pt idx="7445">
                        <c:v>8.25</c:v>
                      </c:pt>
                      <c:pt idx="7446">
                        <c:v>8.25</c:v>
                      </c:pt>
                      <c:pt idx="7447">
                        <c:v>8.25</c:v>
                      </c:pt>
                      <c:pt idx="7448">
                        <c:v>8.25</c:v>
                      </c:pt>
                      <c:pt idx="7449">
                        <c:v>8.25</c:v>
                      </c:pt>
                      <c:pt idx="7450">
                        <c:v>8.25</c:v>
                      </c:pt>
                      <c:pt idx="7451">
                        <c:v>8.25</c:v>
                      </c:pt>
                      <c:pt idx="7452">
                        <c:v>8.25</c:v>
                      </c:pt>
                      <c:pt idx="7453">
                        <c:v>8.25</c:v>
                      </c:pt>
                      <c:pt idx="7454">
                        <c:v>8.25</c:v>
                      </c:pt>
                      <c:pt idx="7455">
                        <c:v>8.25</c:v>
                      </c:pt>
                      <c:pt idx="7456">
                        <c:v>8.25</c:v>
                      </c:pt>
                      <c:pt idx="7457">
                        <c:v>8.25</c:v>
                      </c:pt>
                      <c:pt idx="7458">
                        <c:v>8.25</c:v>
                      </c:pt>
                      <c:pt idx="7459">
                        <c:v>8.25</c:v>
                      </c:pt>
                      <c:pt idx="7460">
                        <c:v>8.25</c:v>
                      </c:pt>
                      <c:pt idx="7461">
                        <c:v>8.25</c:v>
                      </c:pt>
                      <c:pt idx="7462">
                        <c:v>8.25</c:v>
                      </c:pt>
                      <c:pt idx="7463">
                        <c:v>8.25</c:v>
                      </c:pt>
                      <c:pt idx="7464">
                        <c:v>8.25</c:v>
                      </c:pt>
                      <c:pt idx="7465">
                        <c:v>8.25</c:v>
                      </c:pt>
                      <c:pt idx="7466">
                        <c:v>8.25</c:v>
                      </c:pt>
                      <c:pt idx="7467">
                        <c:v>8.25</c:v>
                      </c:pt>
                      <c:pt idx="7468">
                        <c:v>8.25</c:v>
                      </c:pt>
                      <c:pt idx="7469">
                        <c:v>8.25</c:v>
                      </c:pt>
                      <c:pt idx="7470">
                        <c:v>8.25</c:v>
                      </c:pt>
                      <c:pt idx="7471">
                        <c:v>8.25</c:v>
                      </c:pt>
                      <c:pt idx="7472">
                        <c:v>8.25</c:v>
                      </c:pt>
                      <c:pt idx="7473">
                        <c:v>8.25</c:v>
                      </c:pt>
                      <c:pt idx="7474">
                        <c:v>8.25</c:v>
                      </c:pt>
                      <c:pt idx="7475">
                        <c:v>8.25</c:v>
                      </c:pt>
                      <c:pt idx="7476">
                        <c:v>8.25</c:v>
                      </c:pt>
                      <c:pt idx="7477">
                        <c:v>8.25</c:v>
                      </c:pt>
                      <c:pt idx="7478">
                        <c:v>8.25</c:v>
                      </c:pt>
                      <c:pt idx="7479">
                        <c:v>8.25</c:v>
                      </c:pt>
                      <c:pt idx="7480">
                        <c:v>8.25</c:v>
                      </c:pt>
                      <c:pt idx="7481">
                        <c:v>8.25</c:v>
                      </c:pt>
                      <c:pt idx="7482">
                        <c:v>8.25</c:v>
                      </c:pt>
                      <c:pt idx="7483">
                        <c:v>8.25</c:v>
                      </c:pt>
                      <c:pt idx="7484">
                        <c:v>8.25</c:v>
                      </c:pt>
                      <c:pt idx="7485">
                        <c:v>8.25</c:v>
                      </c:pt>
                      <c:pt idx="7486">
                        <c:v>8.25</c:v>
                      </c:pt>
                      <c:pt idx="7487">
                        <c:v>8.25</c:v>
                      </c:pt>
                      <c:pt idx="7488">
                        <c:v>8.25</c:v>
                      </c:pt>
                      <c:pt idx="7489">
                        <c:v>8.25</c:v>
                      </c:pt>
                      <c:pt idx="7490">
                        <c:v>8.25</c:v>
                      </c:pt>
                      <c:pt idx="7491">
                        <c:v>8.25</c:v>
                      </c:pt>
                      <c:pt idx="7492">
                        <c:v>8.25</c:v>
                      </c:pt>
                      <c:pt idx="7493">
                        <c:v>8</c:v>
                      </c:pt>
                      <c:pt idx="7494">
                        <c:v>8</c:v>
                      </c:pt>
                      <c:pt idx="7495">
                        <c:v>8</c:v>
                      </c:pt>
                      <c:pt idx="7496">
                        <c:v>8</c:v>
                      </c:pt>
                      <c:pt idx="7497">
                        <c:v>8</c:v>
                      </c:pt>
                      <c:pt idx="7498">
                        <c:v>8</c:v>
                      </c:pt>
                      <c:pt idx="7499">
                        <c:v>8</c:v>
                      </c:pt>
                      <c:pt idx="7500">
                        <c:v>8</c:v>
                      </c:pt>
                      <c:pt idx="7501">
                        <c:v>8</c:v>
                      </c:pt>
                      <c:pt idx="7502">
                        <c:v>8</c:v>
                      </c:pt>
                      <c:pt idx="7503">
                        <c:v>8</c:v>
                      </c:pt>
                      <c:pt idx="7504">
                        <c:v>8</c:v>
                      </c:pt>
                      <c:pt idx="7505">
                        <c:v>8</c:v>
                      </c:pt>
                      <c:pt idx="7506">
                        <c:v>8</c:v>
                      </c:pt>
                      <c:pt idx="7507">
                        <c:v>8</c:v>
                      </c:pt>
                      <c:pt idx="7508">
                        <c:v>8</c:v>
                      </c:pt>
                      <c:pt idx="7509">
                        <c:v>8</c:v>
                      </c:pt>
                      <c:pt idx="7510">
                        <c:v>8</c:v>
                      </c:pt>
                      <c:pt idx="7511">
                        <c:v>8</c:v>
                      </c:pt>
                      <c:pt idx="7512">
                        <c:v>8</c:v>
                      </c:pt>
                      <c:pt idx="7513">
                        <c:v>8</c:v>
                      </c:pt>
                      <c:pt idx="7514">
                        <c:v>8</c:v>
                      </c:pt>
                      <c:pt idx="7515">
                        <c:v>8</c:v>
                      </c:pt>
                      <c:pt idx="7516">
                        <c:v>8</c:v>
                      </c:pt>
                      <c:pt idx="7517">
                        <c:v>8</c:v>
                      </c:pt>
                      <c:pt idx="7518">
                        <c:v>8</c:v>
                      </c:pt>
                      <c:pt idx="7519">
                        <c:v>8</c:v>
                      </c:pt>
                      <c:pt idx="7520">
                        <c:v>8</c:v>
                      </c:pt>
                      <c:pt idx="7521">
                        <c:v>8</c:v>
                      </c:pt>
                      <c:pt idx="7522">
                        <c:v>8</c:v>
                      </c:pt>
                      <c:pt idx="7523">
                        <c:v>8</c:v>
                      </c:pt>
                      <c:pt idx="7524">
                        <c:v>8</c:v>
                      </c:pt>
                      <c:pt idx="7525">
                        <c:v>8</c:v>
                      </c:pt>
                      <c:pt idx="7526">
                        <c:v>8</c:v>
                      </c:pt>
                      <c:pt idx="7527">
                        <c:v>8</c:v>
                      </c:pt>
                      <c:pt idx="7528">
                        <c:v>8</c:v>
                      </c:pt>
                      <c:pt idx="7529">
                        <c:v>8</c:v>
                      </c:pt>
                      <c:pt idx="7530">
                        <c:v>8</c:v>
                      </c:pt>
                      <c:pt idx="7531">
                        <c:v>8</c:v>
                      </c:pt>
                      <c:pt idx="7532">
                        <c:v>8</c:v>
                      </c:pt>
                      <c:pt idx="7533">
                        <c:v>8</c:v>
                      </c:pt>
                      <c:pt idx="7534">
                        <c:v>8</c:v>
                      </c:pt>
                      <c:pt idx="7535">
                        <c:v>8</c:v>
                      </c:pt>
                      <c:pt idx="7536">
                        <c:v>8</c:v>
                      </c:pt>
                      <c:pt idx="7537">
                        <c:v>8</c:v>
                      </c:pt>
                      <c:pt idx="7538">
                        <c:v>7.75</c:v>
                      </c:pt>
                      <c:pt idx="7539">
                        <c:v>7.75</c:v>
                      </c:pt>
                      <c:pt idx="7540">
                        <c:v>7.75</c:v>
                      </c:pt>
                      <c:pt idx="7541">
                        <c:v>7.75</c:v>
                      </c:pt>
                      <c:pt idx="7542">
                        <c:v>7.75</c:v>
                      </c:pt>
                      <c:pt idx="7543">
                        <c:v>7.75</c:v>
                      </c:pt>
                      <c:pt idx="7544">
                        <c:v>7.75</c:v>
                      </c:pt>
                      <c:pt idx="7545">
                        <c:v>7.75</c:v>
                      </c:pt>
                      <c:pt idx="7546">
                        <c:v>7.75</c:v>
                      </c:pt>
                      <c:pt idx="7547">
                        <c:v>7.75</c:v>
                      </c:pt>
                      <c:pt idx="7548">
                        <c:v>7.75</c:v>
                      </c:pt>
                      <c:pt idx="7549">
                        <c:v>7.75</c:v>
                      </c:pt>
                      <c:pt idx="7550">
                        <c:v>7.75</c:v>
                      </c:pt>
                      <c:pt idx="7551">
                        <c:v>7.75</c:v>
                      </c:pt>
                      <c:pt idx="7552">
                        <c:v>7.75</c:v>
                      </c:pt>
                      <c:pt idx="7553">
                        <c:v>7.75</c:v>
                      </c:pt>
                      <c:pt idx="7554">
                        <c:v>7.75</c:v>
                      </c:pt>
                      <c:pt idx="7555">
                        <c:v>7.75</c:v>
                      </c:pt>
                      <c:pt idx="7556">
                        <c:v>7.75</c:v>
                      </c:pt>
                      <c:pt idx="7557">
                        <c:v>7.75</c:v>
                      </c:pt>
                      <c:pt idx="7558">
                        <c:v>7.75</c:v>
                      </c:pt>
                      <c:pt idx="7559">
                        <c:v>7.75</c:v>
                      </c:pt>
                      <c:pt idx="7560">
                        <c:v>7.75</c:v>
                      </c:pt>
                      <c:pt idx="7561">
                        <c:v>7.75</c:v>
                      </c:pt>
                      <c:pt idx="7562">
                        <c:v>7.75</c:v>
                      </c:pt>
                      <c:pt idx="7563">
                        <c:v>7.75</c:v>
                      </c:pt>
                      <c:pt idx="7564">
                        <c:v>7.75</c:v>
                      </c:pt>
                      <c:pt idx="7565">
                        <c:v>7.75</c:v>
                      </c:pt>
                      <c:pt idx="7566">
                        <c:v>7.75</c:v>
                      </c:pt>
                      <c:pt idx="7567">
                        <c:v>7.75</c:v>
                      </c:pt>
                      <c:pt idx="7568">
                        <c:v>7.75</c:v>
                      </c:pt>
                      <c:pt idx="7569">
                        <c:v>7.75</c:v>
                      </c:pt>
                      <c:pt idx="7570">
                        <c:v>7.75</c:v>
                      </c:pt>
                      <c:pt idx="7571">
                        <c:v>7.75</c:v>
                      </c:pt>
                      <c:pt idx="7572">
                        <c:v>7.75</c:v>
                      </c:pt>
                      <c:pt idx="7573">
                        <c:v>7.75</c:v>
                      </c:pt>
                      <c:pt idx="7574">
                        <c:v>7.75</c:v>
                      </c:pt>
                      <c:pt idx="7575">
                        <c:v>7.75</c:v>
                      </c:pt>
                      <c:pt idx="7576">
                        <c:v>7.75</c:v>
                      </c:pt>
                      <c:pt idx="7577">
                        <c:v>7.75</c:v>
                      </c:pt>
                      <c:pt idx="7578">
                        <c:v>7.75</c:v>
                      </c:pt>
                      <c:pt idx="7579">
                        <c:v>7.75</c:v>
                      </c:pt>
                      <c:pt idx="7580">
                        <c:v>7.75</c:v>
                      </c:pt>
                      <c:pt idx="7581">
                        <c:v>7.75</c:v>
                      </c:pt>
                      <c:pt idx="7582">
                        <c:v>7.75</c:v>
                      </c:pt>
                      <c:pt idx="7583">
                        <c:v>7.75</c:v>
                      </c:pt>
                      <c:pt idx="7584">
                        <c:v>7.75</c:v>
                      </c:pt>
                      <c:pt idx="7585">
                        <c:v>7.75</c:v>
                      </c:pt>
                      <c:pt idx="7586">
                        <c:v>7.75</c:v>
                      </c:pt>
                      <c:pt idx="7587">
                        <c:v>7.75</c:v>
                      </c:pt>
                      <c:pt idx="7588">
                        <c:v>7.5</c:v>
                      </c:pt>
                      <c:pt idx="7589">
                        <c:v>7.5</c:v>
                      </c:pt>
                      <c:pt idx="7590">
                        <c:v>7.5</c:v>
                      </c:pt>
                      <c:pt idx="7591">
                        <c:v>7.5</c:v>
                      </c:pt>
                      <c:pt idx="7592">
                        <c:v>7.5</c:v>
                      </c:pt>
                      <c:pt idx="7593">
                        <c:v>7.5</c:v>
                      </c:pt>
                      <c:pt idx="7594">
                        <c:v>7.5</c:v>
                      </c:pt>
                      <c:pt idx="7595">
                        <c:v>7.5</c:v>
                      </c:pt>
                      <c:pt idx="7596">
                        <c:v>7.5</c:v>
                      </c:pt>
                      <c:pt idx="7597">
                        <c:v>7.5</c:v>
                      </c:pt>
                      <c:pt idx="7598">
                        <c:v>7.5</c:v>
                      </c:pt>
                      <c:pt idx="7599">
                        <c:v>7.5</c:v>
                      </c:pt>
                      <c:pt idx="7600">
                        <c:v>7.5</c:v>
                      </c:pt>
                      <c:pt idx="7601">
                        <c:v>7.5</c:v>
                      </c:pt>
                      <c:pt idx="7602">
                        <c:v>7.5</c:v>
                      </c:pt>
                      <c:pt idx="7603">
                        <c:v>7.5</c:v>
                      </c:pt>
                      <c:pt idx="7604">
                        <c:v>7.5</c:v>
                      </c:pt>
                      <c:pt idx="7605">
                        <c:v>7.5</c:v>
                      </c:pt>
                      <c:pt idx="7606">
                        <c:v>7.5</c:v>
                      </c:pt>
                      <c:pt idx="7607">
                        <c:v>7.5</c:v>
                      </c:pt>
                      <c:pt idx="7608">
                        <c:v>7.5</c:v>
                      </c:pt>
                      <c:pt idx="7609">
                        <c:v>7.5</c:v>
                      </c:pt>
                      <c:pt idx="7610">
                        <c:v>7.5</c:v>
                      </c:pt>
                      <c:pt idx="7611">
                        <c:v>7.5</c:v>
                      </c:pt>
                      <c:pt idx="7612">
                        <c:v>7.5</c:v>
                      </c:pt>
                      <c:pt idx="7613">
                        <c:v>7.5</c:v>
                      </c:pt>
                      <c:pt idx="7614">
                        <c:v>7.5</c:v>
                      </c:pt>
                      <c:pt idx="7615">
                        <c:v>7.5</c:v>
                      </c:pt>
                      <c:pt idx="7616">
                        <c:v>7.5</c:v>
                      </c:pt>
                      <c:pt idx="7617">
                        <c:v>7.5</c:v>
                      </c:pt>
                      <c:pt idx="7618">
                        <c:v>7.5</c:v>
                      </c:pt>
                      <c:pt idx="7619">
                        <c:v>7.5</c:v>
                      </c:pt>
                      <c:pt idx="7620">
                        <c:v>7.5</c:v>
                      </c:pt>
                      <c:pt idx="7621">
                        <c:v>7.5</c:v>
                      </c:pt>
                      <c:pt idx="7622">
                        <c:v>7.5</c:v>
                      </c:pt>
                      <c:pt idx="7623">
                        <c:v>7.5</c:v>
                      </c:pt>
                      <c:pt idx="7624">
                        <c:v>7.5</c:v>
                      </c:pt>
                      <c:pt idx="7625">
                        <c:v>7.5</c:v>
                      </c:pt>
                      <c:pt idx="7626">
                        <c:v>7.5</c:v>
                      </c:pt>
                      <c:pt idx="7627">
                        <c:v>7.5</c:v>
                      </c:pt>
                      <c:pt idx="7628">
                        <c:v>7.5</c:v>
                      </c:pt>
                      <c:pt idx="7629">
                        <c:v>7.5</c:v>
                      </c:pt>
                      <c:pt idx="7630">
                        <c:v>7.5</c:v>
                      </c:pt>
                      <c:pt idx="7631">
                        <c:v>7.5</c:v>
                      </c:pt>
                      <c:pt idx="7632">
                        <c:v>7.5</c:v>
                      </c:pt>
                      <c:pt idx="7633">
                        <c:v>7.5</c:v>
                      </c:pt>
                      <c:pt idx="7634">
                        <c:v>7.5</c:v>
                      </c:pt>
                      <c:pt idx="7635">
                        <c:v>7.5</c:v>
                      </c:pt>
                      <c:pt idx="7636">
                        <c:v>7.5</c:v>
                      </c:pt>
                      <c:pt idx="7637">
                        <c:v>7.5</c:v>
                      </c:pt>
                      <c:pt idx="7638">
                        <c:v>7.5</c:v>
                      </c:pt>
                      <c:pt idx="7639">
                        <c:v>7.5</c:v>
                      </c:pt>
                      <c:pt idx="7640">
                        <c:v>7.5</c:v>
                      </c:pt>
                      <c:pt idx="7641">
                        <c:v>7.5</c:v>
                      </c:pt>
                      <c:pt idx="7642">
                        <c:v>7.5</c:v>
                      </c:pt>
                      <c:pt idx="7643">
                        <c:v>7.5</c:v>
                      </c:pt>
                      <c:pt idx="7644">
                        <c:v>7.5</c:v>
                      </c:pt>
                      <c:pt idx="7645">
                        <c:v>7.5</c:v>
                      </c:pt>
                      <c:pt idx="7646">
                        <c:v>7.5</c:v>
                      </c:pt>
                      <c:pt idx="7647">
                        <c:v>7.5</c:v>
                      </c:pt>
                      <c:pt idx="7648">
                        <c:v>7.5</c:v>
                      </c:pt>
                      <c:pt idx="7649">
                        <c:v>7.5</c:v>
                      </c:pt>
                      <c:pt idx="7650">
                        <c:v>7.5</c:v>
                      </c:pt>
                      <c:pt idx="7651">
                        <c:v>7.5</c:v>
                      </c:pt>
                      <c:pt idx="7652">
                        <c:v>7.5</c:v>
                      </c:pt>
                      <c:pt idx="7653">
                        <c:v>7.5</c:v>
                      </c:pt>
                      <c:pt idx="7654">
                        <c:v>7.5</c:v>
                      </c:pt>
                      <c:pt idx="7655">
                        <c:v>7.5</c:v>
                      </c:pt>
                      <c:pt idx="7656">
                        <c:v>7.5</c:v>
                      </c:pt>
                      <c:pt idx="7657">
                        <c:v>7.5</c:v>
                      </c:pt>
                      <c:pt idx="7658">
                        <c:v>7.5</c:v>
                      </c:pt>
                      <c:pt idx="7659">
                        <c:v>7.5</c:v>
                      </c:pt>
                      <c:pt idx="7660">
                        <c:v>7.5</c:v>
                      </c:pt>
                      <c:pt idx="7661">
                        <c:v>7.5</c:v>
                      </c:pt>
                      <c:pt idx="7662">
                        <c:v>7.5</c:v>
                      </c:pt>
                      <c:pt idx="7663">
                        <c:v>7.5</c:v>
                      </c:pt>
                      <c:pt idx="7664">
                        <c:v>7.5</c:v>
                      </c:pt>
                      <c:pt idx="7665">
                        <c:v>7.5</c:v>
                      </c:pt>
                      <c:pt idx="7666">
                        <c:v>7.5</c:v>
                      </c:pt>
                      <c:pt idx="7667">
                        <c:v>7.5</c:v>
                      </c:pt>
                      <c:pt idx="7668">
                        <c:v>7.5</c:v>
                      </c:pt>
                      <c:pt idx="7669">
                        <c:v>7.5</c:v>
                      </c:pt>
                      <c:pt idx="7670">
                        <c:v>7.5</c:v>
                      </c:pt>
                      <c:pt idx="7671">
                        <c:v>7.5</c:v>
                      </c:pt>
                      <c:pt idx="7672">
                        <c:v>7.5</c:v>
                      </c:pt>
                      <c:pt idx="7673">
                        <c:v>7.25</c:v>
                      </c:pt>
                      <c:pt idx="7674">
                        <c:v>7.25</c:v>
                      </c:pt>
                      <c:pt idx="7675">
                        <c:v>7.25</c:v>
                      </c:pt>
                      <c:pt idx="7676">
                        <c:v>7.25</c:v>
                      </c:pt>
                      <c:pt idx="7677">
                        <c:v>7.25</c:v>
                      </c:pt>
                      <c:pt idx="7678">
                        <c:v>7.25</c:v>
                      </c:pt>
                      <c:pt idx="7679">
                        <c:v>7.25</c:v>
                      </c:pt>
                      <c:pt idx="7680">
                        <c:v>7.25</c:v>
                      </c:pt>
                      <c:pt idx="7681">
                        <c:v>7.25</c:v>
                      </c:pt>
                      <c:pt idx="7682">
                        <c:v>7.25</c:v>
                      </c:pt>
                      <c:pt idx="7683">
                        <c:v>7.25</c:v>
                      </c:pt>
                      <c:pt idx="7684">
                        <c:v>7.25</c:v>
                      </c:pt>
                      <c:pt idx="7685">
                        <c:v>7.25</c:v>
                      </c:pt>
                      <c:pt idx="7686">
                        <c:v>7.25</c:v>
                      </c:pt>
                      <c:pt idx="7687">
                        <c:v>7.25</c:v>
                      </c:pt>
                      <c:pt idx="7688">
                        <c:v>7.25</c:v>
                      </c:pt>
                      <c:pt idx="7689">
                        <c:v>7.25</c:v>
                      </c:pt>
                      <c:pt idx="7690">
                        <c:v>7.25</c:v>
                      </c:pt>
                      <c:pt idx="7691">
                        <c:v>7.25</c:v>
                      </c:pt>
                      <c:pt idx="7692">
                        <c:v>7.25</c:v>
                      </c:pt>
                      <c:pt idx="7693">
                        <c:v>7.25</c:v>
                      </c:pt>
                      <c:pt idx="7694">
                        <c:v>7.25</c:v>
                      </c:pt>
                      <c:pt idx="7695">
                        <c:v>7.25</c:v>
                      </c:pt>
                      <c:pt idx="7696">
                        <c:v>7.25</c:v>
                      </c:pt>
                      <c:pt idx="7697">
                        <c:v>7.25</c:v>
                      </c:pt>
                      <c:pt idx="7698">
                        <c:v>7.25</c:v>
                      </c:pt>
                      <c:pt idx="7699">
                        <c:v>7.25</c:v>
                      </c:pt>
                      <c:pt idx="7700">
                        <c:v>7.25</c:v>
                      </c:pt>
                      <c:pt idx="7701">
                        <c:v>7.25</c:v>
                      </c:pt>
                      <c:pt idx="7702">
                        <c:v>7.25</c:v>
                      </c:pt>
                      <c:pt idx="7703">
                        <c:v>7.25</c:v>
                      </c:pt>
                      <c:pt idx="7704">
                        <c:v>7.25</c:v>
                      </c:pt>
                      <c:pt idx="7705">
                        <c:v>7.25</c:v>
                      </c:pt>
                      <c:pt idx="7706">
                        <c:v>7.25</c:v>
                      </c:pt>
                      <c:pt idx="7707">
                        <c:v>7.25</c:v>
                      </c:pt>
                      <c:pt idx="7708">
                        <c:v>7.25</c:v>
                      </c:pt>
                      <c:pt idx="7709">
                        <c:v>7.25</c:v>
                      </c:pt>
                      <c:pt idx="7710">
                        <c:v>7.25</c:v>
                      </c:pt>
                      <c:pt idx="7711">
                        <c:v>7.25</c:v>
                      </c:pt>
                      <c:pt idx="7712">
                        <c:v>7.25</c:v>
                      </c:pt>
                      <c:pt idx="7713">
                        <c:v>7.25</c:v>
                      </c:pt>
                      <c:pt idx="7714">
                        <c:v>7.25</c:v>
                      </c:pt>
                      <c:pt idx="7715">
                        <c:v>7.25</c:v>
                      </c:pt>
                      <c:pt idx="7716">
                        <c:v>7.25</c:v>
                      </c:pt>
                      <c:pt idx="7717">
                        <c:v>7.25</c:v>
                      </c:pt>
                      <c:pt idx="7718">
                        <c:v>7</c:v>
                      </c:pt>
                      <c:pt idx="7719">
                        <c:v>7</c:v>
                      </c:pt>
                      <c:pt idx="7720">
                        <c:v>7</c:v>
                      </c:pt>
                      <c:pt idx="7721">
                        <c:v>7</c:v>
                      </c:pt>
                      <c:pt idx="7722">
                        <c:v>7</c:v>
                      </c:pt>
                      <c:pt idx="7723">
                        <c:v>7</c:v>
                      </c:pt>
                      <c:pt idx="7724">
                        <c:v>7</c:v>
                      </c:pt>
                      <c:pt idx="7725">
                        <c:v>7</c:v>
                      </c:pt>
                      <c:pt idx="7726">
                        <c:v>7</c:v>
                      </c:pt>
                      <c:pt idx="7727">
                        <c:v>7</c:v>
                      </c:pt>
                      <c:pt idx="7728">
                        <c:v>7</c:v>
                      </c:pt>
                      <c:pt idx="7729">
                        <c:v>7</c:v>
                      </c:pt>
                      <c:pt idx="7730">
                        <c:v>7</c:v>
                      </c:pt>
                      <c:pt idx="7731">
                        <c:v>7</c:v>
                      </c:pt>
                      <c:pt idx="7732">
                        <c:v>7</c:v>
                      </c:pt>
                      <c:pt idx="7733">
                        <c:v>7</c:v>
                      </c:pt>
                      <c:pt idx="7734">
                        <c:v>7</c:v>
                      </c:pt>
                      <c:pt idx="7735">
                        <c:v>7</c:v>
                      </c:pt>
                      <c:pt idx="7736">
                        <c:v>7</c:v>
                      </c:pt>
                      <c:pt idx="7737">
                        <c:v>7</c:v>
                      </c:pt>
                      <c:pt idx="7738">
                        <c:v>7</c:v>
                      </c:pt>
                      <c:pt idx="7739">
                        <c:v>7</c:v>
                      </c:pt>
                      <c:pt idx="7740">
                        <c:v>7</c:v>
                      </c:pt>
                      <c:pt idx="7741">
                        <c:v>7</c:v>
                      </c:pt>
                      <c:pt idx="7742">
                        <c:v>7</c:v>
                      </c:pt>
                      <c:pt idx="7743">
                        <c:v>7</c:v>
                      </c:pt>
                      <c:pt idx="7744">
                        <c:v>7</c:v>
                      </c:pt>
                      <c:pt idx="7745">
                        <c:v>7</c:v>
                      </c:pt>
                      <c:pt idx="7746">
                        <c:v>7</c:v>
                      </c:pt>
                      <c:pt idx="7747">
                        <c:v>7</c:v>
                      </c:pt>
                      <c:pt idx="7748">
                        <c:v>7</c:v>
                      </c:pt>
                      <c:pt idx="7749">
                        <c:v>7</c:v>
                      </c:pt>
                      <c:pt idx="7750">
                        <c:v>7</c:v>
                      </c:pt>
                      <c:pt idx="7751">
                        <c:v>7</c:v>
                      </c:pt>
                      <c:pt idx="7752">
                        <c:v>7</c:v>
                      </c:pt>
                      <c:pt idx="7753">
                        <c:v>7</c:v>
                      </c:pt>
                      <c:pt idx="7754">
                        <c:v>7</c:v>
                      </c:pt>
                      <c:pt idx="7755">
                        <c:v>7</c:v>
                      </c:pt>
                      <c:pt idx="7756">
                        <c:v>7</c:v>
                      </c:pt>
                      <c:pt idx="7757">
                        <c:v>7</c:v>
                      </c:pt>
                      <c:pt idx="7758">
                        <c:v>7</c:v>
                      </c:pt>
                      <c:pt idx="7759">
                        <c:v>7</c:v>
                      </c:pt>
                      <c:pt idx="7760">
                        <c:v>7</c:v>
                      </c:pt>
                      <c:pt idx="7761">
                        <c:v>7</c:v>
                      </c:pt>
                      <c:pt idx="7762">
                        <c:v>7</c:v>
                      </c:pt>
                      <c:pt idx="7763">
                        <c:v>7</c:v>
                      </c:pt>
                      <c:pt idx="7764">
                        <c:v>7</c:v>
                      </c:pt>
                      <c:pt idx="7765">
                        <c:v>7</c:v>
                      </c:pt>
                      <c:pt idx="7766">
                        <c:v>7</c:v>
                      </c:pt>
                      <c:pt idx="7767">
                        <c:v>7</c:v>
                      </c:pt>
                      <c:pt idx="7768">
                        <c:v>7</c:v>
                      </c:pt>
                      <c:pt idx="7769">
                        <c:v>7</c:v>
                      </c:pt>
                      <c:pt idx="7770">
                        <c:v>7</c:v>
                      </c:pt>
                      <c:pt idx="7771">
                        <c:v>7</c:v>
                      </c:pt>
                      <c:pt idx="7772">
                        <c:v>7</c:v>
                      </c:pt>
                      <c:pt idx="7773">
                        <c:v>7</c:v>
                      </c:pt>
                      <c:pt idx="7774">
                        <c:v>7</c:v>
                      </c:pt>
                      <c:pt idx="7775">
                        <c:v>7</c:v>
                      </c:pt>
                      <c:pt idx="7776">
                        <c:v>7</c:v>
                      </c:pt>
                      <c:pt idx="7777">
                        <c:v>7</c:v>
                      </c:pt>
                      <c:pt idx="7778">
                        <c:v>7</c:v>
                      </c:pt>
                      <c:pt idx="7779">
                        <c:v>7</c:v>
                      </c:pt>
                      <c:pt idx="7780">
                        <c:v>7</c:v>
                      </c:pt>
                      <c:pt idx="7781">
                        <c:v>7</c:v>
                      </c:pt>
                      <c:pt idx="7782">
                        <c:v>7</c:v>
                      </c:pt>
                      <c:pt idx="7783">
                        <c:v>7</c:v>
                      </c:pt>
                      <c:pt idx="7784">
                        <c:v>7</c:v>
                      </c:pt>
                      <c:pt idx="7785">
                        <c:v>7</c:v>
                      </c:pt>
                      <c:pt idx="7786">
                        <c:v>7</c:v>
                      </c:pt>
                      <c:pt idx="7787">
                        <c:v>7</c:v>
                      </c:pt>
                      <c:pt idx="7788">
                        <c:v>7</c:v>
                      </c:pt>
                      <c:pt idx="7789">
                        <c:v>7</c:v>
                      </c:pt>
                      <c:pt idx="7790">
                        <c:v>7</c:v>
                      </c:pt>
                      <c:pt idx="7791">
                        <c:v>7</c:v>
                      </c:pt>
                      <c:pt idx="7792">
                        <c:v>7</c:v>
                      </c:pt>
                      <c:pt idx="7793">
                        <c:v>7</c:v>
                      </c:pt>
                      <c:pt idx="7794">
                        <c:v>7</c:v>
                      </c:pt>
                      <c:pt idx="7795">
                        <c:v>7</c:v>
                      </c:pt>
                      <c:pt idx="7796">
                        <c:v>7</c:v>
                      </c:pt>
                      <c:pt idx="7797">
                        <c:v>7</c:v>
                      </c:pt>
                      <c:pt idx="7798">
                        <c:v>6.75</c:v>
                      </c:pt>
                      <c:pt idx="7799">
                        <c:v>6.75</c:v>
                      </c:pt>
                      <c:pt idx="7800">
                        <c:v>6.75</c:v>
                      </c:pt>
                      <c:pt idx="7801">
                        <c:v>6.75</c:v>
                      </c:pt>
                      <c:pt idx="7802">
                        <c:v>6.75</c:v>
                      </c:pt>
                      <c:pt idx="7803">
                        <c:v>6.75</c:v>
                      </c:pt>
                      <c:pt idx="7804">
                        <c:v>6.75</c:v>
                      </c:pt>
                      <c:pt idx="7805">
                        <c:v>6.75</c:v>
                      </c:pt>
                      <c:pt idx="7806">
                        <c:v>6.75</c:v>
                      </c:pt>
                      <c:pt idx="7807">
                        <c:v>6.75</c:v>
                      </c:pt>
                      <c:pt idx="7808">
                        <c:v>6.75</c:v>
                      </c:pt>
                      <c:pt idx="7809">
                        <c:v>6.75</c:v>
                      </c:pt>
                      <c:pt idx="7810">
                        <c:v>6.75</c:v>
                      </c:pt>
                      <c:pt idx="7811">
                        <c:v>6.75</c:v>
                      </c:pt>
                      <c:pt idx="7812">
                        <c:v>6.75</c:v>
                      </c:pt>
                      <c:pt idx="7813">
                        <c:v>6.75</c:v>
                      </c:pt>
                      <c:pt idx="7814">
                        <c:v>6.75</c:v>
                      </c:pt>
                      <c:pt idx="7815">
                        <c:v>6.75</c:v>
                      </c:pt>
                      <c:pt idx="7816">
                        <c:v>6.75</c:v>
                      </c:pt>
                      <c:pt idx="7817">
                        <c:v>6.75</c:v>
                      </c:pt>
                      <c:pt idx="7818">
                        <c:v>6.75</c:v>
                      </c:pt>
                      <c:pt idx="7819">
                        <c:v>6.75</c:v>
                      </c:pt>
                      <c:pt idx="7820">
                        <c:v>6.75</c:v>
                      </c:pt>
                      <c:pt idx="7821">
                        <c:v>6.75</c:v>
                      </c:pt>
                      <c:pt idx="7822">
                        <c:v>6.75</c:v>
                      </c:pt>
                      <c:pt idx="7823">
                        <c:v>6.75</c:v>
                      </c:pt>
                      <c:pt idx="7824">
                        <c:v>6.75</c:v>
                      </c:pt>
                      <c:pt idx="7825">
                        <c:v>6.75</c:v>
                      </c:pt>
                      <c:pt idx="7826">
                        <c:v>6.75</c:v>
                      </c:pt>
                      <c:pt idx="7827">
                        <c:v>6.75</c:v>
                      </c:pt>
                      <c:pt idx="7828">
                        <c:v>6.75</c:v>
                      </c:pt>
                      <c:pt idx="7829">
                        <c:v>6.75</c:v>
                      </c:pt>
                      <c:pt idx="7830">
                        <c:v>6.75</c:v>
                      </c:pt>
                      <c:pt idx="7831">
                        <c:v>6.75</c:v>
                      </c:pt>
                      <c:pt idx="7832">
                        <c:v>6.75</c:v>
                      </c:pt>
                      <c:pt idx="7833">
                        <c:v>6.75</c:v>
                      </c:pt>
                      <c:pt idx="7834">
                        <c:v>6.75</c:v>
                      </c:pt>
                      <c:pt idx="7835">
                        <c:v>6.75</c:v>
                      </c:pt>
                      <c:pt idx="7836">
                        <c:v>6.75</c:v>
                      </c:pt>
                      <c:pt idx="7837">
                        <c:v>6.75</c:v>
                      </c:pt>
                      <c:pt idx="7838">
                        <c:v>6.75</c:v>
                      </c:pt>
                      <c:pt idx="7839">
                        <c:v>6.75</c:v>
                      </c:pt>
                      <c:pt idx="7840">
                        <c:v>6.75</c:v>
                      </c:pt>
                      <c:pt idx="7841">
                        <c:v>6.75</c:v>
                      </c:pt>
                      <c:pt idx="7842">
                        <c:v>6.75</c:v>
                      </c:pt>
                      <c:pt idx="7843">
                        <c:v>6.75</c:v>
                      </c:pt>
                      <c:pt idx="7844">
                        <c:v>6.75</c:v>
                      </c:pt>
                      <c:pt idx="7845">
                        <c:v>6.75</c:v>
                      </c:pt>
                      <c:pt idx="7846">
                        <c:v>6.75</c:v>
                      </c:pt>
                      <c:pt idx="7847">
                        <c:v>6.75</c:v>
                      </c:pt>
                      <c:pt idx="7848">
                        <c:v>6.75</c:v>
                      </c:pt>
                      <c:pt idx="7849">
                        <c:v>6.75</c:v>
                      </c:pt>
                      <c:pt idx="7850">
                        <c:v>6.75</c:v>
                      </c:pt>
                      <c:pt idx="7851">
                        <c:v>6.75</c:v>
                      </c:pt>
                      <c:pt idx="7852">
                        <c:v>6.75</c:v>
                      </c:pt>
                      <c:pt idx="7853">
                        <c:v>6.75</c:v>
                      </c:pt>
                      <c:pt idx="7854">
                        <c:v>6.75</c:v>
                      </c:pt>
                      <c:pt idx="7855">
                        <c:v>6.75</c:v>
                      </c:pt>
                      <c:pt idx="7856">
                        <c:v>6.75</c:v>
                      </c:pt>
                      <c:pt idx="7857">
                        <c:v>6.75</c:v>
                      </c:pt>
                      <c:pt idx="7858">
                        <c:v>6.75</c:v>
                      </c:pt>
                      <c:pt idx="7859">
                        <c:v>6.75</c:v>
                      </c:pt>
                      <c:pt idx="7860">
                        <c:v>6.75</c:v>
                      </c:pt>
                      <c:pt idx="7861">
                        <c:v>6.75</c:v>
                      </c:pt>
                      <c:pt idx="7862">
                        <c:v>6.75</c:v>
                      </c:pt>
                      <c:pt idx="7863">
                        <c:v>6.75</c:v>
                      </c:pt>
                      <c:pt idx="7864">
                        <c:v>6.75</c:v>
                      </c:pt>
                      <c:pt idx="7865">
                        <c:v>6.75</c:v>
                      </c:pt>
                      <c:pt idx="7866">
                        <c:v>6.75</c:v>
                      </c:pt>
                      <c:pt idx="7867">
                        <c:v>6.75</c:v>
                      </c:pt>
                      <c:pt idx="7868">
                        <c:v>6.75</c:v>
                      </c:pt>
                      <c:pt idx="7869">
                        <c:v>6.75</c:v>
                      </c:pt>
                      <c:pt idx="7870">
                        <c:v>6.75</c:v>
                      </c:pt>
                      <c:pt idx="7871">
                        <c:v>6.75</c:v>
                      </c:pt>
                      <c:pt idx="7872">
                        <c:v>6.75</c:v>
                      </c:pt>
                      <c:pt idx="7873">
                        <c:v>6.75</c:v>
                      </c:pt>
                      <c:pt idx="7874">
                        <c:v>6.75</c:v>
                      </c:pt>
                      <c:pt idx="7875">
                        <c:v>6.75</c:v>
                      </c:pt>
                      <c:pt idx="7876">
                        <c:v>6.75</c:v>
                      </c:pt>
                      <c:pt idx="7877">
                        <c:v>6.75</c:v>
                      </c:pt>
                      <c:pt idx="7878">
                        <c:v>6.75</c:v>
                      </c:pt>
                      <c:pt idx="7879">
                        <c:v>6.75</c:v>
                      </c:pt>
                      <c:pt idx="7880">
                        <c:v>6.75</c:v>
                      </c:pt>
                      <c:pt idx="7881">
                        <c:v>6.75</c:v>
                      </c:pt>
                      <c:pt idx="7882">
                        <c:v>6.75</c:v>
                      </c:pt>
                      <c:pt idx="7883">
                        <c:v>6.75</c:v>
                      </c:pt>
                      <c:pt idx="7884">
                        <c:v>6.75</c:v>
                      </c:pt>
                      <c:pt idx="7885">
                        <c:v>6.75</c:v>
                      </c:pt>
                      <c:pt idx="7886">
                        <c:v>6.75</c:v>
                      </c:pt>
                      <c:pt idx="7887">
                        <c:v>6.75</c:v>
                      </c:pt>
                      <c:pt idx="7888">
                        <c:v>6.75</c:v>
                      </c:pt>
                      <c:pt idx="7889">
                        <c:v>6.75</c:v>
                      </c:pt>
                      <c:pt idx="7890">
                        <c:v>6.75</c:v>
                      </c:pt>
                      <c:pt idx="7891">
                        <c:v>6.75</c:v>
                      </c:pt>
                      <c:pt idx="7892">
                        <c:v>6.75</c:v>
                      </c:pt>
                      <c:pt idx="7893">
                        <c:v>6.75</c:v>
                      </c:pt>
                      <c:pt idx="7894">
                        <c:v>6.75</c:v>
                      </c:pt>
                      <c:pt idx="7895">
                        <c:v>6.75</c:v>
                      </c:pt>
                      <c:pt idx="7896">
                        <c:v>6.75</c:v>
                      </c:pt>
                      <c:pt idx="7897">
                        <c:v>6.75</c:v>
                      </c:pt>
                      <c:pt idx="7898">
                        <c:v>6.75</c:v>
                      </c:pt>
                      <c:pt idx="7899">
                        <c:v>6.75</c:v>
                      </c:pt>
                      <c:pt idx="7900">
                        <c:v>6.75</c:v>
                      </c:pt>
                      <c:pt idx="7901">
                        <c:v>6.75</c:v>
                      </c:pt>
                      <c:pt idx="7902">
                        <c:v>6.75</c:v>
                      </c:pt>
                      <c:pt idx="7903">
                        <c:v>6.75</c:v>
                      </c:pt>
                      <c:pt idx="7904">
                        <c:v>6.75</c:v>
                      </c:pt>
                      <c:pt idx="7905">
                        <c:v>6.75</c:v>
                      </c:pt>
                      <c:pt idx="7906">
                        <c:v>6.75</c:v>
                      </c:pt>
                      <c:pt idx="7907">
                        <c:v>6.75</c:v>
                      </c:pt>
                      <c:pt idx="7908">
                        <c:v>6.75</c:v>
                      </c:pt>
                      <c:pt idx="7909">
                        <c:v>6.75</c:v>
                      </c:pt>
                      <c:pt idx="7910">
                        <c:v>6.75</c:v>
                      </c:pt>
                      <c:pt idx="7911">
                        <c:v>6.75</c:v>
                      </c:pt>
                      <c:pt idx="7912">
                        <c:v>6.75</c:v>
                      </c:pt>
                      <c:pt idx="7913">
                        <c:v>6.75</c:v>
                      </c:pt>
                      <c:pt idx="7914">
                        <c:v>6.75</c:v>
                      </c:pt>
                      <c:pt idx="7915">
                        <c:v>6.75</c:v>
                      </c:pt>
                      <c:pt idx="7916">
                        <c:v>6.75</c:v>
                      </c:pt>
                      <c:pt idx="7917">
                        <c:v>6.75</c:v>
                      </c:pt>
                      <c:pt idx="7918">
                        <c:v>6.75</c:v>
                      </c:pt>
                      <c:pt idx="7919">
                        <c:v>6.75</c:v>
                      </c:pt>
                      <c:pt idx="7920">
                        <c:v>6.75</c:v>
                      </c:pt>
                      <c:pt idx="7921">
                        <c:v>6.75</c:v>
                      </c:pt>
                      <c:pt idx="7922">
                        <c:v>6.75</c:v>
                      </c:pt>
                      <c:pt idx="7923">
                        <c:v>6.75</c:v>
                      </c:pt>
                      <c:pt idx="7924">
                        <c:v>6.75</c:v>
                      </c:pt>
                      <c:pt idx="7925">
                        <c:v>6.75</c:v>
                      </c:pt>
                      <c:pt idx="7926">
                        <c:v>6.75</c:v>
                      </c:pt>
                      <c:pt idx="7927">
                        <c:v>6.75</c:v>
                      </c:pt>
                      <c:pt idx="7928">
                        <c:v>6.75</c:v>
                      </c:pt>
                      <c:pt idx="7929">
                        <c:v>6.75</c:v>
                      </c:pt>
                      <c:pt idx="7930">
                        <c:v>6.75</c:v>
                      </c:pt>
                      <c:pt idx="7931">
                        <c:v>6.75</c:v>
                      </c:pt>
                      <c:pt idx="7932">
                        <c:v>6.75</c:v>
                      </c:pt>
                      <c:pt idx="7933">
                        <c:v>7</c:v>
                      </c:pt>
                      <c:pt idx="7934">
                        <c:v>7</c:v>
                      </c:pt>
                      <c:pt idx="7935">
                        <c:v>7</c:v>
                      </c:pt>
                      <c:pt idx="7936">
                        <c:v>7</c:v>
                      </c:pt>
                      <c:pt idx="7937">
                        <c:v>7</c:v>
                      </c:pt>
                      <c:pt idx="7938">
                        <c:v>7</c:v>
                      </c:pt>
                      <c:pt idx="7939">
                        <c:v>7</c:v>
                      </c:pt>
                      <c:pt idx="7940">
                        <c:v>7</c:v>
                      </c:pt>
                      <c:pt idx="7941">
                        <c:v>7</c:v>
                      </c:pt>
                      <c:pt idx="7942">
                        <c:v>7</c:v>
                      </c:pt>
                      <c:pt idx="7943">
                        <c:v>7</c:v>
                      </c:pt>
                      <c:pt idx="7944">
                        <c:v>7</c:v>
                      </c:pt>
                      <c:pt idx="7945">
                        <c:v>7</c:v>
                      </c:pt>
                      <c:pt idx="7946">
                        <c:v>7</c:v>
                      </c:pt>
                      <c:pt idx="7947">
                        <c:v>7</c:v>
                      </c:pt>
                      <c:pt idx="7948">
                        <c:v>7</c:v>
                      </c:pt>
                    </c:numCache>
                  </c:numRef>
                </c:val>
                <c:smooth val="0"/>
                <c:extLst>
                  <c:ext xmlns:c16="http://schemas.microsoft.com/office/drawing/2014/chart" uri="{C3380CC4-5D6E-409C-BE32-E72D297353CC}">
                    <c16:uniqueId val="{00000005-F50C-428A-8B6D-6C9BC544911F}"/>
                  </c:ext>
                </c:extLst>
              </c15:ser>
            </c15:filteredLineSeries>
          </c:ext>
        </c:extLst>
      </c:lineChart>
      <c:dateAx>
        <c:axId val="-266031584"/>
        <c:scaling>
          <c:orientation val="minMax"/>
        </c:scaling>
        <c:delete val="0"/>
        <c:axPos val="b"/>
        <c:numFmt formatCode="m/d/yy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040"/>
        <c:crosses val="autoZero"/>
        <c:auto val="1"/>
        <c:lblOffset val="100"/>
        <c:baseTimeUnit val="days"/>
      </c:dateAx>
      <c:valAx>
        <c:axId val="-266031040"/>
        <c:scaling>
          <c:orientation val="minMax"/>
          <c:max val="10"/>
          <c:min val="-1"/>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266031584"/>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1"/>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2"/>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3"/>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egendEntry>
        <c:idx val="4"/>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ayout>
        <c:manualLayout>
          <c:xMode val="edge"/>
          <c:yMode val="edge"/>
          <c:x val="0.10172449980360408"/>
          <c:y val="2.3494871365579272E-2"/>
          <c:w val="0.89445112334609589"/>
          <c:h val="0.16852390233163472"/>
        </c:manualLayout>
      </c:layout>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012646532004398E-2"/>
          <c:y val="8.2031552105808841E-2"/>
          <c:w val="0.84544721195564843"/>
          <c:h val="0.75610334295401682"/>
        </c:manualLayout>
      </c:layout>
      <c:lineChart>
        <c:grouping val="standard"/>
        <c:varyColors val="0"/>
        <c:ser>
          <c:idx val="0"/>
          <c:order val="0"/>
          <c:tx>
            <c:v>IT设备投资占GDP, %</c:v>
          </c:tx>
          <c:spPr>
            <a:ln w="22225" cap="rnd" cmpd="sng">
              <a:solidFill>
                <a:srgbClr val="8064A2"/>
              </a:solidFill>
              <a:prstDash val="solid"/>
              <a:round/>
            </a:ln>
            <a:effectLst/>
          </c:spPr>
          <c:marker>
            <c:symbol val="none"/>
          </c:marker>
          <c:cat>
            <c:numRef>
              <c:f>实体产业扩张!$A$195:$A$339</c:f>
              <c:numCache>
                <c:formatCode>m/d/yyyy</c:formatCode>
                <c:ptCount val="145"/>
                <c:pt idx="0">
                  <c:v>32933</c:v>
                </c:pt>
                <c:pt idx="1">
                  <c:v>33025</c:v>
                </c:pt>
                <c:pt idx="2">
                  <c:v>33117</c:v>
                </c:pt>
                <c:pt idx="3">
                  <c:v>33208</c:v>
                </c:pt>
                <c:pt idx="4">
                  <c:v>33298</c:v>
                </c:pt>
                <c:pt idx="5">
                  <c:v>33390</c:v>
                </c:pt>
                <c:pt idx="6">
                  <c:v>33482</c:v>
                </c:pt>
                <c:pt idx="7">
                  <c:v>33573</c:v>
                </c:pt>
                <c:pt idx="8">
                  <c:v>33664</c:v>
                </c:pt>
                <c:pt idx="9">
                  <c:v>33756</c:v>
                </c:pt>
                <c:pt idx="10">
                  <c:v>33848</c:v>
                </c:pt>
                <c:pt idx="11">
                  <c:v>33939</c:v>
                </c:pt>
                <c:pt idx="12">
                  <c:v>34029</c:v>
                </c:pt>
                <c:pt idx="13">
                  <c:v>34121</c:v>
                </c:pt>
                <c:pt idx="14">
                  <c:v>34213</c:v>
                </c:pt>
                <c:pt idx="15">
                  <c:v>34304</c:v>
                </c:pt>
                <c:pt idx="16">
                  <c:v>34394</c:v>
                </c:pt>
                <c:pt idx="17">
                  <c:v>34486</c:v>
                </c:pt>
                <c:pt idx="18">
                  <c:v>34578</c:v>
                </c:pt>
                <c:pt idx="19">
                  <c:v>34669</c:v>
                </c:pt>
                <c:pt idx="20">
                  <c:v>34759</c:v>
                </c:pt>
                <c:pt idx="21">
                  <c:v>34851</c:v>
                </c:pt>
                <c:pt idx="22">
                  <c:v>34943</c:v>
                </c:pt>
                <c:pt idx="23">
                  <c:v>35034</c:v>
                </c:pt>
                <c:pt idx="24">
                  <c:v>35125</c:v>
                </c:pt>
                <c:pt idx="25">
                  <c:v>35217</c:v>
                </c:pt>
                <c:pt idx="26">
                  <c:v>35309</c:v>
                </c:pt>
                <c:pt idx="27">
                  <c:v>35400</c:v>
                </c:pt>
                <c:pt idx="28">
                  <c:v>35490</c:v>
                </c:pt>
                <c:pt idx="29">
                  <c:v>35582</c:v>
                </c:pt>
                <c:pt idx="30">
                  <c:v>35674</c:v>
                </c:pt>
                <c:pt idx="31">
                  <c:v>35765</c:v>
                </c:pt>
                <c:pt idx="32">
                  <c:v>35855</c:v>
                </c:pt>
                <c:pt idx="33">
                  <c:v>35947</c:v>
                </c:pt>
                <c:pt idx="34">
                  <c:v>36039</c:v>
                </c:pt>
                <c:pt idx="35">
                  <c:v>36130</c:v>
                </c:pt>
                <c:pt idx="36">
                  <c:v>36220</c:v>
                </c:pt>
                <c:pt idx="37">
                  <c:v>36312</c:v>
                </c:pt>
                <c:pt idx="38">
                  <c:v>36404</c:v>
                </c:pt>
                <c:pt idx="39">
                  <c:v>36495</c:v>
                </c:pt>
                <c:pt idx="40">
                  <c:v>36586</c:v>
                </c:pt>
                <c:pt idx="41">
                  <c:v>36678</c:v>
                </c:pt>
                <c:pt idx="42">
                  <c:v>36770</c:v>
                </c:pt>
                <c:pt idx="43">
                  <c:v>36861</c:v>
                </c:pt>
                <c:pt idx="44">
                  <c:v>36951</c:v>
                </c:pt>
                <c:pt idx="45">
                  <c:v>37043</c:v>
                </c:pt>
                <c:pt idx="46">
                  <c:v>37135</c:v>
                </c:pt>
                <c:pt idx="47">
                  <c:v>37226</c:v>
                </c:pt>
                <c:pt idx="48">
                  <c:v>37316</c:v>
                </c:pt>
                <c:pt idx="49">
                  <c:v>37408</c:v>
                </c:pt>
                <c:pt idx="50">
                  <c:v>37500</c:v>
                </c:pt>
                <c:pt idx="51">
                  <c:v>37591</c:v>
                </c:pt>
                <c:pt idx="52">
                  <c:v>37681</c:v>
                </c:pt>
                <c:pt idx="53">
                  <c:v>37773</c:v>
                </c:pt>
                <c:pt idx="54">
                  <c:v>37865</c:v>
                </c:pt>
                <c:pt idx="55">
                  <c:v>37956</c:v>
                </c:pt>
                <c:pt idx="56">
                  <c:v>38047</c:v>
                </c:pt>
                <c:pt idx="57">
                  <c:v>38139</c:v>
                </c:pt>
                <c:pt idx="58">
                  <c:v>38231</c:v>
                </c:pt>
                <c:pt idx="59">
                  <c:v>38322</c:v>
                </c:pt>
                <c:pt idx="60">
                  <c:v>38412</c:v>
                </c:pt>
                <c:pt idx="61">
                  <c:v>38504</c:v>
                </c:pt>
                <c:pt idx="62">
                  <c:v>38596</c:v>
                </c:pt>
                <c:pt idx="63">
                  <c:v>38687</c:v>
                </c:pt>
                <c:pt idx="64">
                  <c:v>38777</c:v>
                </c:pt>
                <c:pt idx="65">
                  <c:v>38869</c:v>
                </c:pt>
                <c:pt idx="66">
                  <c:v>38961</c:v>
                </c:pt>
                <c:pt idx="67">
                  <c:v>39052</c:v>
                </c:pt>
                <c:pt idx="68">
                  <c:v>39142</c:v>
                </c:pt>
                <c:pt idx="69">
                  <c:v>39234</c:v>
                </c:pt>
                <c:pt idx="70">
                  <c:v>39326</c:v>
                </c:pt>
                <c:pt idx="71">
                  <c:v>39417</c:v>
                </c:pt>
                <c:pt idx="72">
                  <c:v>39508</c:v>
                </c:pt>
                <c:pt idx="73">
                  <c:v>39600</c:v>
                </c:pt>
                <c:pt idx="74">
                  <c:v>39692</c:v>
                </c:pt>
                <c:pt idx="75">
                  <c:v>39783</c:v>
                </c:pt>
                <c:pt idx="76">
                  <c:v>39873</c:v>
                </c:pt>
                <c:pt idx="77">
                  <c:v>39965</c:v>
                </c:pt>
                <c:pt idx="78">
                  <c:v>40057</c:v>
                </c:pt>
                <c:pt idx="79">
                  <c:v>40148</c:v>
                </c:pt>
                <c:pt idx="80">
                  <c:v>40238</c:v>
                </c:pt>
                <c:pt idx="81">
                  <c:v>40330</c:v>
                </c:pt>
                <c:pt idx="82">
                  <c:v>40422</c:v>
                </c:pt>
                <c:pt idx="83">
                  <c:v>40513</c:v>
                </c:pt>
                <c:pt idx="84">
                  <c:v>40603</c:v>
                </c:pt>
                <c:pt idx="85">
                  <c:v>40695</c:v>
                </c:pt>
                <c:pt idx="86">
                  <c:v>40787</c:v>
                </c:pt>
                <c:pt idx="87">
                  <c:v>40878</c:v>
                </c:pt>
                <c:pt idx="88">
                  <c:v>40969</c:v>
                </c:pt>
                <c:pt idx="89">
                  <c:v>41061</c:v>
                </c:pt>
                <c:pt idx="90">
                  <c:v>41153</c:v>
                </c:pt>
                <c:pt idx="91">
                  <c:v>41244</c:v>
                </c:pt>
                <c:pt idx="92">
                  <c:v>41334</c:v>
                </c:pt>
                <c:pt idx="93">
                  <c:v>41426</c:v>
                </c:pt>
                <c:pt idx="94">
                  <c:v>41518</c:v>
                </c:pt>
                <c:pt idx="95">
                  <c:v>41609</c:v>
                </c:pt>
                <c:pt idx="96">
                  <c:v>41699</c:v>
                </c:pt>
                <c:pt idx="97">
                  <c:v>41791</c:v>
                </c:pt>
                <c:pt idx="98">
                  <c:v>41883</c:v>
                </c:pt>
                <c:pt idx="99">
                  <c:v>41974</c:v>
                </c:pt>
                <c:pt idx="100">
                  <c:v>42064</c:v>
                </c:pt>
                <c:pt idx="101">
                  <c:v>42156</c:v>
                </c:pt>
                <c:pt idx="102">
                  <c:v>42248</c:v>
                </c:pt>
                <c:pt idx="103">
                  <c:v>42339</c:v>
                </c:pt>
                <c:pt idx="104">
                  <c:v>42430</c:v>
                </c:pt>
                <c:pt idx="105">
                  <c:v>42522</c:v>
                </c:pt>
                <c:pt idx="106">
                  <c:v>42614</c:v>
                </c:pt>
                <c:pt idx="107">
                  <c:v>42705</c:v>
                </c:pt>
                <c:pt idx="108">
                  <c:v>42795</c:v>
                </c:pt>
                <c:pt idx="109">
                  <c:v>42887</c:v>
                </c:pt>
                <c:pt idx="110">
                  <c:v>42979</c:v>
                </c:pt>
                <c:pt idx="111">
                  <c:v>43070</c:v>
                </c:pt>
                <c:pt idx="112">
                  <c:v>43160</c:v>
                </c:pt>
                <c:pt idx="113">
                  <c:v>43252</c:v>
                </c:pt>
                <c:pt idx="114">
                  <c:v>43344</c:v>
                </c:pt>
                <c:pt idx="115">
                  <c:v>43435</c:v>
                </c:pt>
                <c:pt idx="116">
                  <c:v>43525</c:v>
                </c:pt>
                <c:pt idx="117">
                  <c:v>43617</c:v>
                </c:pt>
                <c:pt idx="118">
                  <c:v>43709</c:v>
                </c:pt>
                <c:pt idx="119">
                  <c:v>43800</c:v>
                </c:pt>
                <c:pt idx="120">
                  <c:v>43891</c:v>
                </c:pt>
                <c:pt idx="121">
                  <c:v>43983</c:v>
                </c:pt>
                <c:pt idx="122">
                  <c:v>44075</c:v>
                </c:pt>
                <c:pt idx="123">
                  <c:v>44166</c:v>
                </c:pt>
                <c:pt idx="124">
                  <c:v>44256</c:v>
                </c:pt>
                <c:pt idx="125">
                  <c:v>44348</c:v>
                </c:pt>
                <c:pt idx="126">
                  <c:v>44440</c:v>
                </c:pt>
                <c:pt idx="127">
                  <c:v>44531</c:v>
                </c:pt>
                <c:pt idx="128">
                  <c:v>44621</c:v>
                </c:pt>
                <c:pt idx="129">
                  <c:v>44713</c:v>
                </c:pt>
                <c:pt idx="130">
                  <c:v>44805</c:v>
                </c:pt>
                <c:pt idx="131">
                  <c:v>44896</c:v>
                </c:pt>
                <c:pt idx="132">
                  <c:v>44986</c:v>
                </c:pt>
                <c:pt idx="133">
                  <c:v>45078</c:v>
                </c:pt>
                <c:pt idx="134">
                  <c:v>45170</c:v>
                </c:pt>
                <c:pt idx="135">
                  <c:v>45261</c:v>
                </c:pt>
                <c:pt idx="136">
                  <c:v>45352</c:v>
                </c:pt>
                <c:pt idx="137">
                  <c:v>45444</c:v>
                </c:pt>
                <c:pt idx="138">
                  <c:v>45536</c:v>
                </c:pt>
                <c:pt idx="139">
                  <c:v>45627</c:v>
                </c:pt>
                <c:pt idx="140">
                  <c:v>45717</c:v>
                </c:pt>
                <c:pt idx="141">
                  <c:v>45809</c:v>
                </c:pt>
                <c:pt idx="142">
                  <c:v>45901</c:v>
                </c:pt>
                <c:pt idx="143">
                  <c:v>45992</c:v>
                </c:pt>
                <c:pt idx="144">
                  <c:v>46082</c:v>
                </c:pt>
              </c:numCache>
            </c:numRef>
          </c:cat>
          <c:val>
            <c:numRef>
              <c:f>实体产业扩张!$B$195:$B$339</c:f>
              <c:numCache>
                <c:formatCode>General</c:formatCode>
                <c:ptCount val="145"/>
                <c:pt idx="0">
                  <c:v>2.2490000000000001</c:v>
                </c:pt>
                <c:pt idx="1">
                  <c:v>2.1680000000000001</c:v>
                </c:pt>
                <c:pt idx="2">
                  <c:v>2.121</c:v>
                </c:pt>
                <c:pt idx="3">
                  <c:v>2.153</c:v>
                </c:pt>
                <c:pt idx="4">
                  <c:v>2.081</c:v>
                </c:pt>
                <c:pt idx="5">
                  <c:v>2.0859999999999999</c:v>
                </c:pt>
                <c:pt idx="6">
                  <c:v>2.1030000000000002</c:v>
                </c:pt>
                <c:pt idx="7">
                  <c:v>2.121</c:v>
                </c:pt>
                <c:pt idx="8">
                  <c:v>2.1139999999999999</c:v>
                </c:pt>
                <c:pt idx="9">
                  <c:v>2.17</c:v>
                </c:pt>
                <c:pt idx="10">
                  <c:v>2.2429999999999999</c:v>
                </c:pt>
                <c:pt idx="11">
                  <c:v>2.1869999999999998</c:v>
                </c:pt>
                <c:pt idx="12">
                  <c:v>2.2109999999999999</c:v>
                </c:pt>
                <c:pt idx="13">
                  <c:v>2.1989999999999998</c:v>
                </c:pt>
                <c:pt idx="14">
                  <c:v>2.2829999999999999</c:v>
                </c:pt>
                <c:pt idx="15">
                  <c:v>2.2480000000000002</c:v>
                </c:pt>
                <c:pt idx="16">
                  <c:v>2.2770000000000001</c:v>
                </c:pt>
                <c:pt idx="17">
                  <c:v>2.2730000000000001</c:v>
                </c:pt>
                <c:pt idx="18">
                  <c:v>2.286</c:v>
                </c:pt>
                <c:pt idx="19">
                  <c:v>2.3290000000000002</c:v>
                </c:pt>
                <c:pt idx="20">
                  <c:v>2.41</c:v>
                </c:pt>
                <c:pt idx="21">
                  <c:v>2.4940000000000002</c:v>
                </c:pt>
                <c:pt idx="22">
                  <c:v>2.4460000000000002</c:v>
                </c:pt>
                <c:pt idx="23">
                  <c:v>2.5099999999999998</c:v>
                </c:pt>
                <c:pt idx="24">
                  <c:v>2.548</c:v>
                </c:pt>
                <c:pt idx="25">
                  <c:v>2.5169999999999999</c:v>
                </c:pt>
                <c:pt idx="26">
                  <c:v>2.5539999999999998</c:v>
                </c:pt>
                <c:pt idx="27">
                  <c:v>2.5219999999999998</c:v>
                </c:pt>
                <c:pt idx="28">
                  <c:v>2.5339999999999998</c:v>
                </c:pt>
                <c:pt idx="29">
                  <c:v>2.5670000000000002</c:v>
                </c:pt>
                <c:pt idx="30">
                  <c:v>2.661</c:v>
                </c:pt>
                <c:pt idx="31">
                  <c:v>2.625</c:v>
                </c:pt>
                <c:pt idx="32">
                  <c:v>2.6909999999999998</c:v>
                </c:pt>
                <c:pt idx="33">
                  <c:v>2.6789999999999998</c:v>
                </c:pt>
                <c:pt idx="34">
                  <c:v>2.605</c:v>
                </c:pt>
                <c:pt idx="35">
                  <c:v>2.625</c:v>
                </c:pt>
                <c:pt idx="36">
                  <c:v>2.665</c:v>
                </c:pt>
                <c:pt idx="37">
                  <c:v>2.7509999999999999</c:v>
                </c:pt>
                <c:pt idx="38">
                  <c:v>2.7469999999999999</c:v>
                </c:pt>
                <c:pt idx="39">
                  <c:v>2.6259999999999999</c:v>
                </c:pt>
                <c:pt idx="40">
                  <c:v>2.794</c:v>
                </c:pt>
                <c:pt idx="41">
                  <c:v>2.8639999999999999</c:v>
                </c:pt>
                <c:pt idx="42">
                  <c:v>2.8919999999999999</c:v>
                </c:pt>
                <c:pt idx="43">
                  <c:v>2.911</c:v>
                </c:pt>
                <c:pt idx="44">
                  <c:v>2.782</c:v>
                </c:pt>
                <c:pt idx="45">
                  <c:v>2.5449999999999999</c:v>
                </c:pt>
                <c:pt idx="46">
                  <c:v>2.3940000000000001</c:v>
                </c:pt>
                <c:pt idx="47">
                  <c:v>2.335</c:v>
                </c:pt>
                <c:pt idx="48">
                  <c:v>2.242</c:v>
                </c:pt>
                <c:pt idx="49">
                  <c:v>2.1829999999999998</c:v>
                </c:pt>
                <c:pt idx="50">
                  <c:v>2.165</c:v>
                </c:pt>
                <c:pt idx="51">
                  <c:v>2.0760000000000001</c:v>
                </c:pt>
                <c:pt idx="52">
                  <c:v>2.0910000000000002</c:v>
                </c:pt>
                <c:pt idx="53">
                  <c:v>2.085</c:v>
                </c:pt>
                <c:pt idx="54">
                  <c:v>2.1269999999999998</c:v>
                </c:pt>
                <c:pt idx="55">
                  <c:v>2.1669999999999998</c:v>
                </c:pt>
                <c:pt idx="56">
                  <c:v>2.11</c:v>
                </c:pt>
                <c:pt idx="57">
                  <c:v>2.1179999999999999</c:v>
                </c:pt>
                <c:pt idx="58">
                  <c:v>2.0859999999999999</c:v>
                </c:pt>
                <c:pt idx="59">
                  <c:v>2.0630000000000002</c:v>
                </c:pt>
                <c:pt idx="60">
                  <c:v>2.0529999999999999</c:v>
                </c:pt>
                <c:pt idx="61">
                  <c:v>2.0390000000000001</c:v>
                </c:pt>
                <c:pt idx="62">
                  <c:v>2.056</c:v>
                </c:pt>
                <c:pt idx="63">
                  <c:v>2.0409999999999999</c:v>
                </c:pt>
                <c:pt idx="64">
                  <c:v>2.1080000000000001</c:v>
                </c:pt>
                <c:pt idx="65">
                  <c:v>2.0710000000000002</c:v>
                </c:pt>
                <c:pt idx="66">
                  <c:v>2.1019999999999999</c:v>
                </c:pt>
                <c:pt idx="67">
                  <c:v>2.0710000000000002</c:v>
                </c:pt>
                <c:pt idx="68">
                  <c:v>2.161</c:v>
                </c:pt>
                <c:pt idx="69">
                  <c:v>2.14</c:v>
                </c:pt>
                <c:pt idx="70">
                  <c:v>2.1240000000000001</c:v>
                </c:pt>
                <c:pt idx="71">
                  <c:v>2.1680000000000001</c:v>
                </c:pt>
                <c:pt idx="72">
                  <c:v>2.153</c:v>
                </c:pt>
                <c:pt idx="73">
                  <c:v>2.1280000000000001</c:v>
                </c:pt>
                <c:pt idx="74">
                  <c:v>2.0659999999999998</c:v>
                </c:pt>
                <c:pt idx="75">
                  <c:v>1.946</c:v>
                </c:pt>
                <c:pt idx="76">
                  <c:v>1.875</c:v>
                </c:pt>
                <c:pt idx="77">
                  <c:v>1.851</c:v>
                </c:pt>
                <c:pt idx="78">
                  <c:v>1.9179999999999999</c:v>
                </c:pt>
                <c:pt idx="79">
                  <c:v>1.9690000000000001</c:v>
                </c:pt>
                <c:pt idx="80">
                  <c:v>2.02</c:v>
                </c:pt>
                <c:pt idx="81">
                  <c:v>2.0379999999999998</c:v>
                </c:pt>
                <c:pt idx="82">
                  <c:v>2.0619999999999998</c:v>
                </c:pt>
                <c:pt idx="83">
                  <c:v>2.0529999999999999</c:v>
                </c:pt>
                <c:pt idx="84">
                  <c:v>2.004</c:v>
                </c:pt>
                <c:pt idx="85">
                  <c:v>2.0190000000000001</c:v>
                </c:pt>
                <c:pt idx="86">
                  <c:v>2.0230000000000001</c:v>
                </c:pt>
                <c:pt idx="87">
                  <c:v>1.988</c:v>
                </c:pt>
                <c:pt idx="88">
                  <c:v>2.06</c:v>
                </c:pt>
                <c:pt idx="89">
                  <c:v>2.0579999999999998</c:v>
                </c:pt>
                <c:pt idx="90">
                  <c:v>1.9970000000000001</c:v>
                </c:pt>
                <c:pt idx="91">
                  <c:v>2.0369999999999999</c:v>
                </c:pt>
                <c:pt idx="92">
                  <c:v>2.081</c:v>
                </c:pt>
                <c:pt idx="93">
                  <c:v>2.0459999999999998</c:v>
                </c:pt>
                <c:pt idx="94">
                  <c:v>2.0329999999999999</c:v>
                </c:pt>
                <c:pt idx="95">
                  <c:v>2.0110000000000001</c:v>
                </c:pt>
                <c:pt idx="96">
                  <c:v>2.0059999999999998</c:v>
                </c:pt>
                <c:pt idx="97">
                  <c:v>2.028</c:v>
                </c:pt>
                <c:pt idx="98">
                  <c:v>1.974</c:v>
                </c:pt>
                <c:pt idx="99">
                  <c:v>1.994</c:v>
                </c:pt>
                <c:pt idx="100">
                  <c:v>1.976</c:v>
                </c:pt>
                <c:pt idx="101">
                  <c:v>1.974</c:v>
                </c:pt>
                <c:pt idx="102">
                  <c:v>1.988</c:v>
                </c:pt>
                <c:pt idx="103">
                  <c:v>1.982</c:v>
                </c:pt>
                <c:pt idx="104">
                  <c:v>1.968</c:v>
                </c:pt>
                <c:pt idx="105">
                  <c:v>1.946</c:v>
                </c:pt>
                <c:pt idx="106">
                  <c:v>1.93</c:v>
                </c:pt>
                <c:pt idx="107">
                  <c:v>1.925</c:v>
                </c:pt>
                <c:pt idx="108">
                  <c:v>1.929</c:v>
                </c:pt>
                <c:pt idx="109">
                  <c:v>1.978</c:v>
                </c:pt>
                <c:pt idx="110">
                  <c:v>1.97</c:v>
                </c:pt>
                <c:pt idx="111">
                  <c:v>1.994</c:v>
                </c:pt>
                <c:pt idx="112">
                  <c:v>2.0049999999999999</c:v>
                </c:pt>
                <c:pt idx="113">
                  <c:v>1.97</c:v>
                </c:pt>
                <c:pt idx="114">
                  <c:v>1.966</c:v>
                </c:pt>
                <c:pt idx="115">
                  <c:v>1.9339999999999999</c:v>
                </c:pt>
                <c:pt idx="116">
                  <c:v>1.9379999999999999</c:v>
                </c:pt>
                <c:pt idx="117">
                  <c:v>1.931</c:v>
                </c:pt>
                <c:pt idx="118">
                  <c:v>1.8580000000000001</c:v>
                </c:pt>
                <c:pt idx="119">
                  <c:v>1.804</c:v>
                </c:pt>
                <c:pt idx="120">
                  <c:v>1.736</c:v>
                </c:pt>
                <c:pt idx="121">
                  <c:v>1.94</c:v>
                </c:pt>
                <c:pt idx="122">
                  <c:v>1.9039999999999999</c:v>
                </c:pt>
                <c:pt idx="123">
                  <c:v>1.915</c:v>
                </c:pt>
                <c:pt idx="124">
                  <c:v>1.911</c:v>
                </c:pt>
                <c:pt idx="125">
                  <c:v>1.8720000000000001</c:v>
                </c:pt>
                <c:pt idx="126">
                  <c:v>1.8149999999999999</c:v>
                </c:pt>
                <c:pt idx="127">
                  <c:v>1.855</c:v>
                </c:pt>
                <c:pt idx="128">
                  <c:v>1.907</c:v>
                </c:pt>
                <c:pt idx="129">
                  <c:v>1.855</c:v>
                </c:pt>
                <c:pt idx="130">
                  <c:v>1.837</c:v>
                </c:pt>
                <c:pt idx="131">
                  <c:v>1.7490000000000001</c:v>
                </c:pt>
                <c:pt idx="132">
                  <c:v>1.7190000000000001</c:v>
                </c:pt>
                <c:pt idx="133">
                  <c:v>1.6830000000000001</c:v>
                </c:pt>
                <c:pt idx="134">
                  <c:v>1.643</c:v>
                </c:pt>
                <c:pt idx="135">
                  <c:v>1.675</c:v>
                </c:pt>
                <c:pt idx="136">
                  <c:v>1.671</c:v>
                </c:pt>
                <c:pt idx="137">
                  <c:v>1.696</c:v>
                </c:pt>
                <c:pt idx="138">
                  <c:v>1.7410000000000001</c:v>
                </c:pt>
                <c:pt idx="139">
                  <c:v>1.7330000000000001</c:v>
                </c:pt>
                <c:pt idx="140">
                  <c:v>1.948</c:v>
                </c:pt>
                <c:pt idx="141">
                  <c:v>1.9890000000000001</c:v>
                </c:pt>
                <c:pt idx="142">
                  <c:v>2.0259999999999998</c:v>
                </c:pt>
                <c:pt idx="143">
                  <c:v>2.1789999999999998</c:v>
                </c:pt>
                <c:pt idx="144">
                  <c:v>2.411</c:v>
                </c:pt>
              </c:numCache>
            </c:numRef>
          </c:val>
          <c:smooth val="0"/>
          <c:extLst>
            <c:ext xmlns:c16="http://schemas.microsoft.com/office/drawing/2014/chart" uri="{C3380CC4-5D6E-409C-BE32-E72D297353CC}">
              <c16:uniqueId val="{00000000-5D5B-4F78-A6A9-B1408485070B}"/>
            </c:ext>
          </c:extLst>
        </c:ser>
        <c:dLbls>
          <c:showLegendKey val="0"/>
          <c:showVal val="0"/>
          <c:showCatName val="0"/>
          <c:showSerName val="0"/>
          <c:showPercent val="0"/>
          <c:showBubbleSize val="0"/>
        </c:dLbls>
        <c:smooth val="0"/>
        <c:axId val="316317840"/>
        <c:axId val="316319472"/>
      </c:lineChart>
      <c:dateAx>
        <c:axId val="316317840"/>
        <c:scaling>
          <c:orientation val="minMax"/>
        </c:scaling>
        <c:delete val="0"/>
        <c:axPos val="b"/>
        <c:numFmt formatCode="m/d/yy" sourceLinked="0"/>
        <c:majorTickMark val="none"/>
        <c:minorTickMark val="none"/>
        <c:tickLblPos val="nextTo"/>
        <c:spPr>
          <a:noFill/>
          <a:ln w="6350" cap="flat" cmpd="sng" algn="ctr">
            <a:solidFill>
              <a:sysClr val="windowText" lastClr="000000"/>
            </a:solidFill>
            <a:round/>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316319472"/>
        <c:crosses val="autoZero"/>
        <c:auto val="1"/>
        <c:lblOffset val="100"/>
        <c:baseTimeUnit val="months"/>
      </c:dateAx>
      <c:valAx>
        <c:axId val="316319472"/>
        <c:scaling>
          <c:orientation val="minMax"/>
          <c:max val="3"/>
          <c:min val="1.5"/>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crossAx val="316317840"/>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Entry>
      <c:layout>
        <c:manualLayout>
          <c:xMode val="edge"/>
          <c:yMode val="edge"/>
          <c:x val="0.36044279031569026"/>
          <c:y val="3.5369792038563247E-2"/>
          <c:w val="0.27988482970772927"/>
          <c:h val="6.3638194812564899E-2"/>
        </c:manualLayout>
      </c:layout>
      <c:overlay val="0"/>
      <c:spPr>
        <a:noFill/>
        <a:ln>
          <a:noFill/>
        </a:ln>
        <a:effectLst/>
      </c:spPr>
      <c:txPr>
        <a:bodyPr rot="0" spcFirstLastPara="1" vertOverflow="ellipsis" vert="horz" wrap="square" anchor="ctr" anchorCtr="1"/>
        <a:lstStyle/>
        <a:p>
          <a:pPr>
            <a:defRPr lang="zh-CN" sz="1100" b="0" i="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cs typeface="+mn-cs"/>
            </a:defRPr>
          </a:pPr>
          <a:endParaRPr lang="zh-CN"/>
        </a:p>
      </c:txPr>
    </c:legend>
    <c:plotVisOnly val="1"/>
    <c:dispBlanksAs val="gap"/>
    <c:showDLblsOverMax val="0"/>
    <c:extLst>
      <c:ext uri="{0b15fc19-7d7d-44ad-8c2d-2c3a37ce22c3}">
        <chartProps xmlns="https://web.wps.cn/et/2018/main" chartId="{d83da37d-f682-4ec4-8ea3-53dfa4504089}"/>
      </c:ext>
    </c:extLst>
  </c:chart>
  <c:spPr>
    <a:noFill/>
    <a:ln w="9525" cap="flat" cmpd="sng" algn="ctr">
      <a:noFill/>
      <a:round/>
    </a:ln>
    <a:effectLst/>
  </c:spPr>
  <c:txPr>
    <a:bodyPr/>
    <a:lstStyle/>
    <a:p>
      <a:pPr>
        <a:defRPr lang="zh-CN" sz="1100" u="none" strike="noStrike" kern="1200" cap="none" spc="0" normalizeH="0" baseline="0">
          <a:solidFill>
            <a:schemeClr val="tx1"/>
          </a:solidFill>
          <a:uFill>
            <a:solidFill>
              <a:schemeClr val="tx1"/>
            </a:solidFill>
          </a:uFill>
          <a:latin typeface="Arial" panose="020B0704020202090204" pitchFamily="7" charset="0"/>
          <a:ea typeface="思源黑体 CN Light" panose="020B0800000000000000" charset="-122"/>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0.87065</cdr:x>
      <cdr:y>0.38413</cdr:y>
    </cdr:from>
    <cdr:to>
      <cdr:x>0.91642</cdr:x>
      <cdr:y>0.44762</cdr:y>
    </cdr:to>
    <cdr:cxnSp macro="">
      <cdr:nvCxnSpPr>
        <cdr:cNvPr id="3" name="直线箭头连接符 2">
          <a:extLst xmlns:a="http://schemas.openxmlformats.org/drawingml/2006/main">
            <a:ext uri="{FF2B5EF4-FFF2-40B4-BE49-F238E27FC236}">
              <a16:creationId xmlns:a16="http://schemas.microsoft.com/office/drawing/2014/main" id="{FCF8CB3F-47DD-4A23-5F61-E819007C5820}"/>
            </a:ext>
          </a:extLst>
        </cdr:cNvPr>
        <cdr:cNvCxnSpPr/>
      </cdr:nvCxnSpPr>
      <cdr:spPr>
        <a:xfrm xmlns:a="http://schemas.openxmlformats.org/drawingml/2006/main">
          <a:off x="4445000" y="1229360"/>
          <a:ext cx="233680" cy="203200"/>
        </a:xfrm>
        <a:prstGeom xmlns:a="http://schemas.openxmlformats.org/drawingml/2006/main" prst="straightConnector1">
          <a:avLst/>
        </a:prstGeom>
        <a:ln xmlns:a="http://schemas.openxmlformats.org/drawingml/2006/main">
          <a:solidFill>
            <a:srgbClr val="00206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0.88358</cdr:x>
      <cdr:y>0.53333</cdr:y>
    </cdr:from>
    <cdr:to>
      <cdr:x>0.91642</cdr:x>
      <cdr:y>0.57143</cdr:y>
    </cdr:to>
    <cdr:cxnSp macro="">
      <cdr:nvCxnSpPr>
        <cdr:cNvPr id="4" name="直线箭头连接符 3">
          <a:extLst xmlns:a="http://schemas.openxmlformats.org/drawingml/2006/main">
            <a:ext uri="{FF2B5EF4-FFF2-40B4-BE49-F238E27FC236}">
              <a16:creationId xmlns:a16="http://schemas.microsoft.com/office/drawing/2014/main" id="{66EC83D4-9057-DF5A-1603-746C4B2D9DAB}"/>
            </a:ext>
          </a:extLst>
        </cdr:cNvPr>
        <cdr:cNvCxnSpPr/>
      </cdr:nvCxnSpPr>
      <cdr:spPr>
        <a:xfrm xmlns:a="http://schemas.openxmlformats.org/drawingml/2006/main" flipV="1">
          <a:off x="4511040" y="1706880"/>
          <a:ext cx="167640" cy="121920"/>
        </a:xfrm>
        <a:prstGeom xmlns:a="http://schemas.openxmlformats.org/drawingml/2006/main" prst="straightConnector1">
          <a:avLst/>
        </a:prstGeom>
        <a:ln xmlns:a="http://schemas.openxmlformats.org/drawingml/2006/main">
          <a:solidFill>
            <a:srgbClr val="7030A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cdr:x>
      <cdr:y>0.92344</cdr:y>
    </cdr:from>
    <cdr:to>
      <cdr:x>0.53103</cdr:x>
      <cdr:y>1</cdr:y>
    </cdr:to>
    <cdr:sp macro="" textlink="">
      <cdr:nvSpPr>
        <cdr:cNvPr id="2" name="文本框 4">
          <a:extLst xmlns:a="http://schemas.openxmlformats.org/drawingml/2006/main">
            <a:ext uri="{FF2B5EF4-FFF2-40B4-BE49-F238E27FC236}">
              <a16:creationId xmlns:a16="http://schemas.microsoft.com/office/drawing/2014/main" id="{A06D6534-8462-C99A-BCFF-21707E71C1E9}"/>
            </a:ext>
          </a:extLst>
        </cdr:cNvPr>
        <cdr:cNvSpPr txBox="1"/>
      </cdr:nvSpPr>
      <cdr:spPr>
        <a:xfrm xmlns:a="http://schemas.openxmlformats.org/drawingml/2006/main">
          <a:off x="-1422400" y="3344721"/>
          <a:ext cx="5203736" cy="27732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Wind</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AC2DEA-CA8E-4A22-9740-4A16BBE5577D}" type="datetimeFigureOut">
              <a:rPr lang="zh-CN" altLang="en-US" smtClean="0"/>
              <a:t>2026/6/21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4073C1-C63B-4B26-B0C8-F19FC8C9E6B0}" type="slidenum">
              <a:rPr lang="zh-CN" altLang="en-US" smtClean="0"/>
              <a:t>‹#›</a:t>
            </a:fld>
            <a:endParaRPr lang="zh-CN" altLang="en-US"/>
          </a:p>
        </p:txBody>
      </p:sp>
    </p:spTree>
    <p:extLst>
      <p:ext uri="{BB962C8B-B14F-4D97-AF65-F5344CB8AC3E}">
        <p14:creationId xmlns:p14="http://schemas.microsoft.com/office/powerpoint/2010/main" val="20596412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579963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封面">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5355E76-BFE8-E545-9D3E-FD5F635502AB}" type="datetimeFigureOut">
              <a:rPr kumimoji="1" lang="zh-CN" altLang="en-US" smtClean="0"/>
              <a:t>2026/6/21</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CF8E9B99-A7A3-BA46-8A72-109BAC10AE12}" type="slidenum">
              <a:rPr kumimoji="1" lang="zh-CN" altLang="en-US" smtClean="0"/>
              <a:t>‹#›</a:t>
            </a:fld>
            <a:endParaRPr kumimoji="1" lang="zh-CN" altLang="en-US"/>
          </a:p>
        </p:txBody>
      </p:sp>
      <p:pic>
        <p:nvPicPr>
          <p:cNvPr id="8" name="图片 7"/>
          <p:cNvPicPr>
            <a:picLocks noChangeAspect="1"/>
          </p:cNvPicPr>
          <p:nvPr userDrawn="1"/>
        </p:nvPicPr>
        <p:blipFill>
          <a:blip r:embed="rId2"/>
          <a:stretch>
            <a:fillRect/>
          </a:stretch>
        </p:blipFill>
        <p:spPr>
          <a:xfrm>
            <a:off x="1050472" y="5396863"/>
            <a:ext cx="2438218" cy="508635"/>
          </a:xfrm>
          <a:prstGeom prst="rect">
            <a:avLst/>
          </a:prstGeom>
        </p:spPr>
      </p:pic>
      <p:pic>
        <p:nvPicPr>
          <p:cNvPr id="9" name="图片 8" descr="d0616134d66ac0f0576075dd41ed089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cstate="email">
            <a:extLst>
              <a:ext uri="{BEBA8EAE-BF5A-486C-A8C5-ECC9F3942E4B}">
                <a14:imgProps xmlns:a14="http://schemas.microsoft.com/office/drawing/2010/main">
                  <a14:imgLayer r:embed="rId3">
                    <a14:imgEffect>
                      <a14:sharpenSoften amount="2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文本占位符 2"/>
          <p:cNvSpPr>
            <a:spLocks noGrp="1"/>
          </p:cNvSpPr>
          <p:nvPr>
            <p:ph type="body" idx="1" hasCustomPrompt="1"/>
          </p:nvPr>
        </p:nvSpPr>
        <p:spPr>
          <a:xfrm>
            <a:off x="5856715" y="3041138"/>
            <a:ext cx="5254628" cy="2874753"/>
          </a:xfrm>
        </p:spPr>
        <p:txBody>
          <a:bodyPr>
            <a:normAutofit/>
          </a:bodyPr>
          <a:lstStyle>
            <a:lvl1pPr marL="0" marR="0" indent="0" algn="l" defTabSz="914400" rtl="0" eaLnBrk="1" fontAlgn="auto" latinLnBrk="0" hangingPunct="1">
              <a:lnSpc>
                <a:spcPts val="3300"/>
              </a:lnSpc>
              <a:spcBef>
                <a:spcPts val="600"/>
              </a:spcBef>
              <a:spcAft>
                <a:spcPts val="0"/>
              </a:spcAft>
              <a:buClrTx/>
              <a:buSzTx/>
              <a:buFont typeface="Arial" panose="020B0704020202090204" pitchFamily="34" charset="0"/>
              <a:buNone/>
              <a:defRPr sz="1600" b="0" i="0">
                <a:solidFill>
                  <a:schemeClr val="bg1">
                    <a:lumMod val="75000"/>
                  </a:schemeClr>
                </a:solidFill>
                <a:latin typeface="Source Han Sans CN Light" panose="020B0800000000000000" pitchFamily="34" charset="-128"/>
                <a:ea typeface="Source Han Sans CN Light" panose="020B0800000000000000" pitchFamily="34" charset="-128"/>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dirty="0"/>
              <a:t>｜单击此处编辑母版文本样式</a:t>
            </a:r>
            <a:endParaRPr kumimoji="1"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zh-CN" altLang="en-US" dirty="0"/>
              <a:t>｜单击此处编辑母版文本样式</a:t>
            </a:r>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zh-CN" altLang="en-US" dirty="0"/>
              <a:t>｜单击此处编辑母版文本样式</a:t>
            </a:r>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zh-CN" altLang="en-US" dirty="0"/>
              <a:t>｜单击此处编辑母版文本样式</a:t>
            </a:r>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zh-CN" altLang="en-US" dirty="0"/>
              <a:t>｜单击此处编辑母版文本样式</a:t>
            </a:r>
          </a:p>
        </p:txBody>
      </p:sp>
      <p:sp>
        <p:nvSpPr>
          <p:cNvPr id="9" name="标题 1"/>
          <p:cNvSpPr txBox="1"/>
          <p:nvPr userDrawn="1"/>
        </p:nvSpPr>
        <p:spPr>
          <a:xfrm>
            <a:off x="901125" y="2662961"/>
            <a:ext cx="2008332" cy="9226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500" b="0" i="0" kern="1200">
                <a:solidFill>
                  <a:srgbClr val="353160"/>
                </a:solidFill>
                <a:latin typeface="Source Han Sans CN Medium" panose="020B0800000000000000" pitchFamily="34" charset="-128"/>
                <a:ea typeface="Source Han Sans CN Medium" panose="020B0800000000000000" pitchFamily="34" charset="-128"/>
                <a:cs typeface="+mj-cs"/>
              </a:defRPr>
            </a:lvl1pPr>
          </a:lstStyle>
          <a:p>
            <a:r>
              <a:rPr kumimoji="1" lang="en-US" altLang="zh-CN" sz="2800" dirty="0">
                <a:solidFill>
                  <a:schemeClr val="bg1">
                    <a:lumMod val="75000"/>
                  </a:schemeClr>
                </a:solidFill>
              </a:rPr>
              <a:t>Contents</a:t>
            </a:r>
            <a:endParaRPr kumimoji="1" lang="zh-CN" altLang="en-US" sz="2800" dirty="0">
              <a:solidFill>
                <a:schemeClr val="bg1">
                  <a:lumMod val="75000"/>
                </a:schemeClr>
              </a:solidFill>
            </a:endParaRPr>
          </a:p>
        </p:txBody>
      </p:sp>
      <p:sp>
        <p:nvSpPr>
          <p:cNvPr id="10" name="文本占位符 2"/>
          <p:cNvSpPr>
            <a:spLocks noGrp="1"/>
          </p:cNvSpPr>
          <p:nvPr>
            <p:ph type="body" idx="13" hasCustomPrompt="1"/>
          </p:nvPr>
        </p:nvSpPr>
        <p:spPr>
          <a:xfrm>
            <a:off x="5593483" y="3041138"/>
            <a:ext cx="429779" cy="2874753"/>
          </a:xfrm>
        </p:spPr>
        <p:txBody>
          <a:bodyPr>
            <a:normAutofit/>
          </a:bodyPr>
          <a:lstStyle>
            <a:lvl1pPr marL="0" marR="0" indent="0" algn="r" defTabSz="914400" rtl="0" eaLnBrk="1" fontAlgn="auto" latinLnBrk="0" hangingPunct="1">
              <a:lnSpc>
                <a:spcPts val="3300"/>
              </a:lnSpc>
              <a:spcBef>
                <a:spcPts val="600"/>
              </a:spcBef>
              <a:spcAft>
                <a:spcPts val="0"/>
              </a:spcAft>
              <a:buClrTx/>
              <a:buSzTx/>
              <a:buFont typeface="Arial" panose="020B0704020202090204" pitchFamily="34" charset="0"/>
              <a:buNone/>
              <a:defRPr sz="1600" b="0" i="0">
                <a:solidFill>
                  <a:schemeClr val="bg1"/>
                </a:solidFill>
                <a:latin typeface="Source Han Sans CN Medium" panose="020B0800000000000000" pitchFamily="34" charset="-128"/>
                <a:ea typeface="Source Han Sans CN Medium" panose="020B0800000000000000" pitchFamily="34" charset="-128"/>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en-US" altLang="zh-CN" dirty="0"/>
              <a:t>03</a:t>
            </a:r>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en-US" altLang="zh-CN" dirty="0"/>
              <a:t>06</a:t>
            </a:r>
            <a:endParaRPr kumimoji="1"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en-US" altLang="zh-CN" dirty="0"/>
              <a:t>12</a:t>
            </a:r>
            <a:endParaRPr kumimoji="1"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en-US" altLang="zh-CN" dirty="0"/>
              <a:t>16</a:t>
            </a:r>
            <a:endParaRPr kumimoji="1"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en-US" altLang="zh-CN" dirty="0"/>
              <a:t>20</a:t>
            </a:r>
            <a:endParaRPr kumimoji="1" lang="zh-CN" altLang="en-US" dirty="0"/>
          </a:p>
        </p:txBody>
      </p:sp>
      <p:sp>
        <p:nvSpPr>
          <p:cNvPr id="13" name="标题 1"/>
          <p:cNvSpPr txBox="1"/>
          <p:nvPr userDrawn="1"/>
        </p:nvSpPr>
        <p:spPr>
          <a:xfrm>
            <a:off x="831850" y="1779014"/>
            <a:ext cx="2008332" cy="92262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500" b="0" i="0" kern="1200">
                <a:solidFill>
                  <a:srgbClr val="353160"/>
                </a:solidFill>
                <a:latin typeface="Source Han Sans CN Medium" panose="020B0800000000000000" pitchFamily="34" charset="-128"/>
                <a:ea typeface="Source Han Sans CN Medium" panose="020B0800000000000000" pitchFamily="34" charset="-128"/>
                <a:cs typeface="+mj-cs"/>
              </a:defRPr>
            </a:lvl1pPr>
          </a:lstStyle>
          <a:p>
            <a:r>
              <a:rPr kumimoji="1" lang="zh-CN" altLang="en-US" sz="4500" b="0" i="0" kern="1200" dirty="0">
                <a:solidFill>
                  <a:srgbClr val="353160"/>
                </a:solidFill>
                <a:latin typeface="Source Han Sans CN Medium" panose="020B0800000000000000" pitchFamily="34" charset="-128"/>
                <a:ea typeface="Source Han Sans CN Medium" panose="020B0800000000000000" pitchFamily="34" charset="-128"/>
                <a:cs typeface="+mj-cs"/>
              </a:rPr>
              <a:t>目录</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章节页">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标题 1"/>
          <p:cNvSpPr>
            <a:spLocks noGrp="1"/>
          </p:cNvSpPr>
          <p:nvPr>
            <p:ph type="title"/>
          </p:nvPr>
        </p:nvSpPr>
        <p:spPr>
          <a:xfrm>
            <a:off x="1306286" y="1736726"/>
            <a:ext cx="10047514" cy="799645"/>
          </a:xfrm>
        </p:spPr>
        <p:txBody>
          <a:bodyPr anchor="t"/>
          <a:lstStyle>
            <a:lvl1pPr>
              <a:defRPr b="0" i="0">
                <a:solidFill>
                  <a:srgbClr val="353160"/>
                </a:solidFill>
                <a:latin typeface="Source Han Sans CN Regular" panose="020B0800000000000000" pitchFamily="34" charset="-128"/>
                <a:ea typeface="Source Han Sans CN Regular" panose="020B0800000000000000" pitchFamily="34" charset="-128"/>
              </a:defRPr>
            </a:lvl1pPr>
          </a:lstStyle>
          <a:p>
            <a:r>
              <a:rPr kumimoji="1" lang="zh-CN" altLang="en-US" dirty="0"/>
              <a:t>单击此处编辑母版标题样式</a:t>
            </a:r>
          </a:p>
        </p:txBody>
      </p:sp>
      <p:sp>
        <p:nvSpPr>
          <p:cNvPr id="3" name="日期占位符 2"/>
          <p:cNvSpPr>
            <a:spLocks noGrp="1"/>
          </p:cNvSpPr>
          <p:nvPr>
            <p:ph type="dt" sz="half" idx="10"/>
          </p:nvPr>
        </p:nvSpPr>
        <p:spPr/>
        <p:txBody>
          <a:bodyPr/>
          <a:lstStyle/>
          <a:p>
            <a:fld id="{35355E76-BFE8-E545-9D3E-FD5F635502AB}" type="datetimeFigureOut">
              <a:rPr kumimoji="1" lang="zh-CN" altLang="en-US" smtClean="0"/>
              <a:t>2026/6/21</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CF8E9B99-A7A3-BA46-8A72-109BAC10AE12}"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
        <p:nvSpPr>
          <p:cNvPr id="2" name="标题 1"/>
          <p:cNvSpPr>
            <a:spLocks noGrp="1"/>
          </p:cNvSpPr>
          <p:nvPr>
            <p:ph type="title"/>
          </p:nvPr>
        </p:nvSpPr>
        <p:spPr>
          <a:xfrm>
            <a:off x="648000" y="576000"/>
            <a:ext cx="10831195" cy="608330"/>
          </a:xfrm>
        </p:spPr>
        <p:txBody>
          <a:bodyPr anchor="t">
            <a:noAutofit/>
          </a:bodyPr>
          <a:lstStyle>
            <a:lvl1pPr>
              <a:lnSpc>
                <a:spcPct val="100000"/>
              </a:lnSpc>
              <a:defRPr sz="3200" b="0" i="0">
                <a:solidFill>
                  <a:srgbClr val="353160"/>
                </a:solidFill>
                <a:latin typeface="思源黑体 CN Bold" panose="020B0800000000000000" pitchFamily="34" charset="-122"/>
                <a:ea typeface="思源黑体 CN Bold" panose="020B0800000000000000" pitchFamily="34" charset="-122"/>
              </a:defRPr>
            </a:lvl1pPr>
          </a:lstStyle>
          <a:p>
            <a:r>
              <a:rPr kumimoji="1" lang="zh-CN" altLang="en-US" dirty="0"/>
              <a:t>单击此处编辑母版标题样式</a:t>
            </a:r>
          </a:p>
        </p:txBody>
      </p:sp>
      <p:sp>
        <p:nvSpPr>
          <p:cNvPr id="4" name="日期占位符 3"/>
          <p:cNvSpPr>
            <a:spLocks noGrp="1"/>
          </p:cNvSpPr>
          <p:nvPr>
            <p:ph type="dt" sz="half" idx="10"/>
          </p:nvPr>
        </p:nvSpPr>
        <p:spPr>
          <a:xfrm>
            <a:off x="647700" y="6280150"/>
            <a:ext cx="2743200" cy="365125"/>
          </a:xfrm>
        </p:spPr>
        <p:txBody>
          <a:bodyPr/>
          <a:lstStyle>
            <a:lvl1pPr>
              <a:defRPr sz="9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35355E76-BFE8-E545-9D3E-FD5F635502AB}" type="datetimeFigureOut">
              <a:rPr kumimoji="1" lang="zh-CN" altLang="en-US" smtClean="0"/>
              <a:t>2026/6/21</a:t>
            </a:fld>
            <a:endParaRPr kumimoji="1" lang="zh-CN" altLang="en-US" dirty="0"/>
          </a:p>
        </p:txBody>
      </p:sp>
      <p:sp>
        <p:nvSpPr>
          <p:cNvPr id="5" name="页脚占位符 4"/>
          <p:cNvSpPr>
            <a:spLocks noGrp="1"/>
          </p:cNvSpPr>
          <p:nvPr>
            <p:ph type="ftr" sz="quarter" idx="11"/>
          </p:nvPr>
        </p:nvSpPr>
        <p:spPr>
          <a:xfrm>
            <a:off x="4038600" y="6280150"/>
            <a:ext cx="4114800" cy="365125"/>
          </a:xfrm>
        </p:spPr>
        <p:txBody>
          <a:bodyPr/>
          <a:lstStyle/>
          <a:p>
            <a:endParaRPr kumimoji="1" lang="zh-CN" altLang="en-US"/>
          </a:p>
        </p:txBody>
      </p:sp>
      <p:sp>
        <p:nvSpPr>
          <p:cNvPr id="6" name="灯片编号占位符 5"/>
          <p:cNvSpPr>
            <a:spLocks noGrp="1"/>
          </p:cNvSpPr>
          <p:nvPr>
            <p:ph type="sldNum" sz="quarter" idx="12"/>
          </p:nvPr>
        </p:nvSpPr>
        <p:spPr>
          <a:xfrm>
            <a:off x="8801100" y="6280150"/>
            <a:ext cx="2743200" cy="365125"/>
          </a:xfrm>
        </p:spPr>
        <p:txBody>
          <a:bodyPr/>
          <a:lstStyle>
            <a:lvl1pPr>
              <a:defRPr sz="9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CF8E9B99-A7A3-BA46-8A72-109BAC10AE12}" type="slidenum">
              <a:rPr kumimoji="1" lang="zh-CN" altLang="en-US" smtClean="0"/>
              <a:t>‹#›</a:t>
            </a:fld>
            <a:endParaRPr kumimoji="1" lang="zh-CN" altLang="en-US" dirty="0"/>
          </a:p>
        </p:txBody>
      </p:sp>
      <p:pic>
        <p:nvPicPr>
          <p:cNvPr id="11" name="图片 10" descr="04c1efb6a06821c7f925a30a889a5b9e"/>
          <p:cNvPicPr>
            <a:picLocks noChangeAspect="1"/>
          </p:cNvPicPr>
          <p:nvPr userDrawn="1"/>
        </p:nvPicPr>
        <p:blipFill>
          <a:blip r:embed="rId3"/>
          <a:stretch>
            <a:fillRect/>
          </a:stretch>
        </p:blipFill>
        <p:spPr>
          <a:xfrm>
            <a:off x="9584055" y="302260"/>
            <a:ext cx="1960245" cy="23431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
        <p:nvSpPr>
          <p:cNvPr id="2" name="标题 1"/>
          <p:cNvSpPr>
            <a:spLocks noGrp="1"/>
          </p:cNvSpPr>
          <p:nvPr>
            <p:ph type="title"/>
          </p:nvPr>
        </p:nvSpPr>
        <p:spPr>
          <a:xfrm>
            <a:off x="648000" y="576000"/>
            <a:ext cx="10831195" cy="608330"/>
          </a:xfrm>
        </p:spPr>
        <p:txBody>
          <a:bodyPr anchor="t">
            <a:noAutofit/>
          </a:bodyPr>
          <a:lstStyle>
            <a:lvl1pPr>
              <a:lnSpc>
                <a:spcPct val="100000"/>
              </a:lnSpc>
              <a:defRPr sz="3200" b="0" i="0">
                <a:solidFill>
                  <a:srgbClr val="353160"/>
                </a:solidFill>
                <a:latin typeface="思源黑体 CN Bold" panose="020B0800000000000000" pitchFamily="34" charset="-122"/>
                <a:ea typeface="思源黑体 CN Bold" panose="020B0800000000000000" pitchFamily="34" charset="-122"/>
              </a:defRPr>
            </a:lvl1pPr>
          </a:lstStyle>
          <a:p>
            <a:r>
              <a:rPr kumimoji="1" lang="zh-CN" altLang="en-US" dirty="0"/>
              <a:t>单击此处编辑母版标题样式</a:t>
            </a:r>
          </a:p>
        </p:txBody>
      </p:sp>
      <p:pic>
        <p:nvPicPr>
          <p:cNvPr id="11" name="图片 10" descr="04c1efb6a06821c7f925a30a889a5b9e"/>
          <p:cNvPicPr>
            <a:picLocks noChangeAspect="1"/>
          </p:cNvPicPr>
          <p:nvPr userDrawn="1"/>
        </p:nvPicPr>
        <p:blipFill>
          <a:blip r:embed="rId3"/>
          <a:stretch>
            <a:fillRect/>
          </a:stretch>
        </p:blipFill>
        <p:spPr>
          <a:xfrm>
            <a:off x="9584055" y="302260"/>
            <a:ext cx="1960245" cy="234315"/>
          </a:xfrm>
          <a:prstGeom prst="rect">
            <a:avLst/>
          </a:prstGeom>
        </p:spPr>
      </p:pic>
    </p:spTree>
    <p:extLst>
      <p:ext uri="{BB962C8B-B14F-4D97-AF65-F5344CB8AC3E}">
        <p14:creationId xmlns:p14="http://schemas.microsoft.com/office/powerpoint/2010/main" val="1348653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内页-2">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
        <p:nvSpPr>
          <p:cNvPr id="3" name="内容占位符 2"/>
          <p:cNvSpPr>
            <a:spLocks noGrp="1"/>
          </p:cNvSpPr>
          <p:nvPr>
            <p:ph idx="1"/>
          </p:nvPr>
        </p:nvSpPr>
        <p:spPr>
          <a:xfrm>
            <a:off x="685799" y="1651454"/>
            <a:ext cx="5080001" cy="4351338"/>
          </a:xfrm>
        </p:spPr>
        <p:txBody>
          <a:bodyPr lIns="90000"/>
          <a:lstStyle>
            <a:lvl1pPr marL="0" indent="0">
              <a:buNone/>
              <a:defRPr sz="1600" b="0" i="0">
                <a:solidFill>
                  <a:srgbClr val="353160"/>
                </a:solidFill>
                <a:latin typeface="Source Han Sans CN Medium" panose="020B0800000000000000" pitchFamily="34" charset="-128"/>
                <a:ea typeface="Source Han Sans CN Medium" panose="020B0800000000000000" pitchFamily="34" charset="-128"/>
              </a:defRPr>
            </a:lvl1pPr>
            <a:lvl2pPr marL="685800" indent="-228600">
              <a:buClr>
                <a:srgbClr val="B9BEE5"/>
              </a:buClr>
              <a:buFont typeface="Wingdings" panose="05000000000000000000" pitchFamily="2" charset="2"/>
              <a:buChar char="n"/>
              <a:defRPr sz="1200" b="0" i="0">
                <a:solidFill>
                  <a:schemeClr val="tx1">
                    <a:lumMod val="85000"/>
                    <a:lumOff val="15000"/>
                  </a:schemeClr>
                </a:solidFill>
                <a:latin typeface="Source Han Sans CN Normal" panose="020B0800000000000000" pitchFamily="34" charset="-128"/>
                <a:ea typeface="Source Han Sans CN Normal" panose="020B0800000000000000" pitchFamily="34" charset="-128"/>
              </a:defRPr>
            </a:lvl2pPr>
            <a:lvl3pPr marL="914400" indent="0">
              <a:buNone/>
              <a:defRPr sz="1200" b="0" i="0">
                <a:solidFill>
                  <a:schemeClr val="tx1">
                    <a:lumMod val="85000"/>
                    <a:lumOff val="15000"/>
                  </a:schemeClr>
                </a:solidFill>
                <a:latin typeface="Source Han Sans CN Normal" panose="020B0800000000000000" pitchFamily="34" charset="-128"/>
                <a:ea typeface="Source Han Sans CN Normal" panose="020B0800000000000000" pitchFamily="34" charset="-128"/>
              </a:defRPr>
            </a:lvl3pPr>
            <a:lvl4pPr>
              <a:defRPr b="0" i="0">
                <a:solidFill>
                  <a:schemeClr val="tx1">
                    <a:lumMod val="65000"/>
                    <a:lumOff val="35000"/>
                  </a:schemeClr>
                </a:solidFill>
                <a:latin typeface="Source Han Sans CN Normal" panose="020B0800000000000000" pitchFamily="34" charset="-128"/>
                <a:ea typeface="Source Han Sans CN Normal" panose="020B0800000000000000" pitchFamily="34" charset="-128"/>
              </a:defRPr>
            </a:lvl4pPr>
            <a:lvl5pPr>
              <a:defRPr b="0" i="0">
                <a:solidFill>
                  <a:schemeClr val="tx1">
                    <a:lumMod val="65000"/>
                    <a:lumOff val="35000"/>
                  </a:schemeClr>
                </a:solidFill>
                <a:latin typeface="Source Han Sans CN Normal" panose="020B0800000000000000" pitchFamily="34" charset="-128"/>
                <a:ea typeface="Source Han Sans CN Normal" panose="020B0800000000000000" pitchFamily="34" charset="-128"/>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p:txBody>
      </p:sp>
      <p:sp>
        <p:nvSpPr>
          <p:cNvPr id="4" name="日期占位符 3"/>
          <p:cNvSpPr>
            <a:spLocks noGrp="1"/>
          </p:cNvSpPr>
          <p:nvPr>
            <p:ph type="dt" sz="half" idx="10"/>
          </p:nvPr>
        </p:nvSpPr>
        <p:spPr>
          <a:xfrm>
            <a:off x="647700" y="6280150"/>
            <a:ext cx="2743200" cy="365125"/>
          </a:xfrm>
        </p:spPr>
        <p:txBody>
          <a:bodyPr/>
          <a:lstStyle>
            <a:lvl1pPr>
              <a:defRPr sz="9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35355E76-BFE8-E545-9D3E-FD5F635502AB}" type="datetimeFigureOut">
              <a:rPr kumimoji="1" lang="zh-CN" altLang="en-US" smtClean="0"/>
              <a:t>2026/6/21</a:t>
            </a:fld>
            <a:endParaRPr kumimoji="1" lang="zh-CN" altLang="en-US" dirty="0"/>
          </a:p>
        </p:txBody>
      </p:sp>
      <p:sp>
        <p:nvSpPr>
          <p:cNvPr id="5" name="页脚占位符 4"/>
          <p:cNvSpPr>
            <a:spLocks noGrp="1"/>
          </p:cNvSpPr>
          <p:nvPr>
            <p:ph type="ftr" sz="quarter" idx="11"/>
          </p:nvPr>
        </p:nvSpPr>
        <p:spPr>
          <a:xfrm>
            <a:off x="4038600" y="6280150"/>
            <a:ext cx="4114800" cy="365125"/>
          </a:xfrm>
        </p:spPr>
        <p:txBody>
          <a:bodyPr/>
          <a:lstStyle/>
          <a:p>
            <a:endParaRPr kumimoji="1" lang="zh-CN" altLang="en-US"/>
          </a:p>
        </p:txBody>
      </p:sp>
      <p:sp>
        <p:nvSpPr>
          <p:cNvPr id="6" name="灯片编号占位符 5"/>
          <p:cNvSpPr>
            <a:spLocks noGrp="1"/>
          </p:cNvSpPr>
          <p:nvPr>
            <p:ph type="sldNum" sz="quarter" idx="12"/>
          </p:nvPr>
        </p:nvSpPr>
        <p:spPr>
          <a:xfrm>
            <a:off x="8801100" y="6280150"/>
            <a:ext cx="2743200" cy="365125"/>
          </a:xfrm>
        </p:spPr>
        <p:txBody>
          <a:bodyPr/>
          <a:lstStyle>
            <a:lvl1pPr>
              <a:defRPr sz="9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CF8E9B99-A7A3-BA46-8A72-109BAC10AE12}" type="slidenum">
              <a:rPr kumimoji="1" lang="zh-CN" altLang="en-US" smtClean="0"/>
              <a:t>‹#›</a:t>
            </a:fld>
            <a:endParaRPr kumimoji="1" lang="zh-CN" altLang="en-US" dirty="0"/>
          </a:p>
        </p:txBody>
      </p:sp>
      <p:sp>
        <p:nvSpPr>
          <p:cNvPr id="8" name="内容占位符 2"/>
          <p:cNvSpPr>
            <a:spLocks noGrp="1"/>
          </p:cNvSpPr>
          <p:nvPr>
            <p:ph idx="13"/>
          </p:nvPr>
        </p:nvSpPr>
        <p:spPr>
          <a:xfrm>
            <a:off x="6315167" y="1651454"/>
            <a:ext cx="5229133" cy="4351338"/>
          </a:xfrm>
        </p:spPr>
        <p:txBody>
          <a:bodyPr lIns="90000"/>
          <a:lstStyle>
            <a:lvl1pPr marL="0" indent="0">
              <a:buNone/>
              <a:defRPr sz="1600" b="0" i="0">
                <a:solidFill>
                  <a:srgbClr val="353160"/>
                </a:solidFill>
                <a:latin typeface="Source Han Sans CN Medium" panose="020B0800000000000000" pitchFamily="34" charset="-128"/>
                <a:ea typeface="Source Han Sans CN Medium" panose="020B0800000000000000" pitchFamily="34" charset="-128"/>
              </a:defRPr>
            </a:lvl1pPr>
            <a:lvl2pPr marL="685800" indent="-228600">
              <a:buClr>
                <a:srgbClr val="B9BEE5"/>
              </a:buClr>
              <a:buFont typeface="Wingdings" panose="05000000000000000000" pitchFamily="2" charset="2"/>
              <a:buChar char="n"/>
              <a:defRPr sz="1200" b="0" i="0">
                <a:solidFill>
                  <a:schemeClr val="tx1">
                    <a:lumMod val="85000"/>
                    <a:lumOff val="15000"/>
                  </a:schemeClr>
                </a:solidFill>
                <a:latin typeface="Source Han Sans CN Normal" panose="020B0800000000000000" pitchFamily="34" charset="-128"/>
                <a:ea typeface="Source Han Sans CN Normal" panose="020B0800000000000000" pitchFamily="34" charset="-128"/>
              </a:defRPr>
            </a:lvl2pPr>
            <a:lvl3pPr marL="914400" indent="0">
              <a:buNone/>
              <a:defRPr sz="1200" b="0" i="0">
                <a:solidFill>
                  <a:schemeClr val="tx1">
                    <a:lumMod val="85000"/>
                    <a:lumOff val="15000"/>
                  </a:schemeClr>
                </a:solidFill>
                <a:latin typeface="Source Han Sans CN Normal" panose="020B0800000000000000" pitchFamily="34" charset="-128"/>
                <a:ea typeface="Source Han Sans CN Normal" panose="020B0800000000000000" pitchFamily="34" charset="-128"/>
              </a:defRPr>
            </a:lvl3pPr>
            <a:lvl4pPr>
              <a:defRPr b="0" i="0">
                <a:solidFill>
                  <a:schemeClr val="tx1">
                    <a:lumMod val="65000"/>
                    <a:lumOff val="35000"/>
                  </a:schemeClr>
                </a:solidFill>
                <a:latin typeface="Source Han Sans CN Normal" panose="020B0800000000000000" pitchFamily="34" charset="-128"/>
                <a:ea typeface="Source Han Sans CN Normal" panose="020B0800000000000000" pitchFamily="34" charset="-128"/>
              </a:defRPr>
            </a:lvl4pPr>
            <a:lvl5pPr>
              <a:defRPr b="0" i="0">
                <a:solidFill>
                  <a:schemeClr val="tx1">
                    <a:lumMod val="65000"/>
                    <a:lumOff val="35000"/>
                  </a:schemeClr>
                </a:solidFill>
                <a:latin typeface="Source Han Sans CN Normal" panose="020B0800000000000000" pitchFamily="34" charset="-128"/>
                <a:ea typeface="Source Han Sans CN Normal" panose="020B0800000000000000" pitchFamily="34" charset="-128"/>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p:txBody>
      </p:sp>
      <p:pic>
        <p:nvPicPr>
          <p:cNvPr id="11" name="图片 10" descr="04c1efb6a06821c7f925a30a889a5b9e"/>
          <p:cNvPicPr>
            <a:picLocks noChangeAspect="1"/>
          </p:cNvPicPr>
          <p:nvPr userDrawn="1"/>
        </p:nvPicPr>
        <p:blipFill>
          <a:blip r:embed="rId3"/>
          <a:stretch>
            <a:fillRect/>
          </a:stretch>
        </p:blipFill>
        <p:spPr>
          <a:xfrm>
            <a:off x="9584055" y="302260"/>
            <a:ext cx="1960245" cy="234315"/>
          </a:xfrm>
          <a:prstGeom prst="rect">
            <a:avLst/>
          </a:prstGeom>
        </p:spPr>
      </p:pic>
      <p:sp>
        <p:nvSpPr>
          <p:cNvPr id="7" name="标题 6"/>
          <p:cNvSpPr>
            <a:spLocks noGrp="1"/>
          </p:cNvSpPr>
          <p:nvPr>
            <p:ph type="title"/>
          </p:nvPr>
        </p:nvSpPr>
        <p:spPr>
          <a:xfrm>
            <a:off x="685800" y="537210"/>
            <a:ext cx="10831195" cy="607695"/>
          </a:xfrm>
        </p:spPr>
        <p:txBody>
          <a:bodyPr anchor="t">
            <a:noAutofit/>
          </a:bodyPr>
          <a:lstStyle>
            <a:lvl1pPr>
              <a:defRPr sz="3200" b="0" i="0">
                <a:solidFill>
                  <a:srgbClr val="353160"/>
                </a:solidFill>
                <a:latin typeface="Source Han Sans CN Normal" panose="020B0800000000000000" charset="-122"/>
                <a:ea typeface="Source Han Sans CN Normal" panose="020B0800000000000000" charset="-122"/>
              </a:defRPr>
            </a:lvl1pPr>
          </a:lstStyle>
          <a:p>
            <a:r>
              <a:rPr kumimoji="1" lang="zh-CN" altLang="en-US" dirty="0"/>
              <a:t>单击此处编辑母版标题样式</a:t>
            </a:r>
          </a:p>
        </p:txBody>
      </p:sp>
    </p:spTree>
    <p:extLst>
      <p:ext uri="{BB962C8B-B14F-4D97-AF65-F5344CB8AC3E}">
        <p14:creationId xmlns:p14="http://schemas.microsoft.com/office/powerpoint/2010/main" val="267948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35355E76-BFE8-E545-9D3E-FD5F635502AB}" type="datetimeFigureOut">
              <a:rPr kumimoji="1" lang="zh-CN" altLang="en-US" smtClean="0"/>
              <a:t>2026/6/21</a:t>
            </a:fld>
            <a:endParaRPr kumimoji="1"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CF8E9B99-A7A3-BA46-8A72-109BAC10AE12}"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61" r:id="rId5"/>
    <p:sldLayoutId id="2147483660" r:id="rId6"/>
    <p:sldLayoutId id="2147483663" r:id="rId7"/>
  </p:sldLayoutIdLst>
  <p:txStyles>
    <p:titleStyle>
      <a:lvl1pPr algn="l" defTabSz="914400" rtl="0" eaLnBrk="1" latinLnBrk="0" hangingPunct="1">
        <a:lnSpc>
          <a:spcPct val="90000"/>
        </a:lnSpc>
        <a:spcBef>
          <a:spcPct val="0"/>
        </a:spcBef>
        <a:buNone/>
        <a:defRPr sz="4400" kern="1200">
          <a:solidFill>
            <a:schemeClr val="tx1"/>
          </a:solidFill>
          <a:latin typeface="Source Han Sans CN Regular" panose="020B0800000000000000" pitchFamily="34" charset="-128"/>
          <a:ea typeface="Source Han Sans CN Regular" panose="020B08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704020202090204" pitchFamily="34" charset="0"/>
        <a:buChar char="•"/>
        <a:defRPr sz="28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1pPr>
      <a:lvl2pPr marL="685800" indent="-228600" algn="l" defTabSz="914400" rtl="0" eaLnBrk="1" latinLnBrk="0" hangingPunct="1">
        <a:lnSpc>
          <a:spcPct val="90000"/>
        </a:lnSpc>
        <a:spcBef>
          <a:spcPts val="500"/>
        </a:spcBef>
        <a:buFont typeface="Arial" panose="020B0704020202090204" pitchFamily="34" charset="0"/>
        <a:buChar char="•"/>
        <a:defRPr sz="24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2pPr>
      <a:lvl3pPr marL="1143000" indent="-228600" algn="l" defTabSz="914400" rtl="0" eaLnBrk="1" latinLnBrk="0" hangingPunct="1">
        <a:lnSpc>
          <a:spcPct val="90000"/>
        </a:lnSpc>
        <a:spcBef>
          <a:spcPts val="500"/>
        </a:spcBef>
        <a:buFont typeface="Arial" panose="020B0704020202090204" pitchFamily="34" charset="0"/>
        <a:buChar char="•"/>
        <a:defRPr sz="20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50472" y="5396863"/>
            <a:ext cx="2438218" cy="508635"/>
          </a:xfrm>
          <a:prstGeom prst="rect">
            <a:avLst/>
          </a:prstGeom>
        </p:spPr>
      </p:pic>
      <p:sp>
        <p:nvSpPr>
          <p:cNvPr id="7" name="副标题 2"/>
          <p:cNvSpPr>
            <a:spLocks noGrp="1"/>
          </p:cNvSpPr>
          <p:nvPr userDrawn="1"/>
        </p:nvSpPr>
        <p:spPr>
          <a:xfrm>
            <a:off x="885190" y="3002915"/>
            <a:ext cx="3813810" cy="596265"/>
          </a:xfrm>
          <a:prstGeom prst="rect">
            <a:avLst/>
          </a:prstGeom>
        </p:spPr>
        <p:txBody>
          <a:bodyPr vert="horz" lIns="91440" tIns="45720" rIns="91440" bIns="45720" rtlCol="0">
            <a:normAutofit/>
          </a:bodyPr>
          <a:lstStyle>
            <a:lvl1pPr marL="0" indent="0" algn="l" defTabSz="914400" rtl="0" eaLnBrk="1" latinLnBrk="0" hangingPunct="1">
              <a:lnSpc>
                <a:spcPts val="3400"/>
              </a:lnSpc>
              <a:spcBef>
                <a:spcPts val="0"/>
              </a:spcBef>
              <a:buFont typeface="Arial" panose="020B0704020202090204" pitchFamily="34" charset="0"/>
              <a:buNone/>
              <a:defRPr sz="2800" kern="1200">
                <a:solidFill>
                  <a:srgbClr val="CDCDCD"/>
                </a:solidFill>
                <a:latin typeface="Source Han Sans CN Regular" panose="020B0800000000000000" pitchFamily="34" charset="-128"/>
                <a:ea typeface="Source Han Sans CN Regular" panose="020B0800000000000000" pitchFamily="34" charset="-128"/>
                <a:cs typeface="+mn-cs"/>
              </a:defRPr>
            </a:lvl1pPr>
            <a:lvl2pPr marL="457200" indent="0" algn="ctr" defTabSz="914400" rtl="0" eaLnBrk="1" latinLnBrk="0" hangingPunct="1">
              <a:lnSpc>
                <a:spcPct val="90000"/>
              </a:lnSpc>
              <a:spcBef>
                <a:spcPts val="500"/>
              </a:spcBef>
              <a:buFont typeface="Arial" panose="020B0704020202090204" pitchFamily="34" charset="0"/>
              <a:buNone/>
              <a:defRPr sz="20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2pPr>
            <a:lvl3pPr marL="914400" indent="0" algn="ctr" defTabSz="914400" rtl="0" eaLnBrk="1" latinLnBrk="0" hangingPunct="1">
              <a:lnSpc>
                <a:spcPct val="90000"/>
              </a:lnSpc>
              <a:spcBef>
                <a:spcPts val="500"/>
              </a:spcBef>
              <a:buFont typeface="Arial" panose="020B0704020202090204" pitchFamily="34" charset="0"/>
              <a:buNone/>
              <a:defRPr sz="18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3pPr>
            <a:lvl4pPr marL="1371600" indent="0" algn="ctr" defTabSz="914400" rtl="0" eaLnBrk="1" latinLnBrk="0" hangingPunct="1">
              <a:lnSpc>
                <a:spcPct val="90000"/>
              </a:lnSpc>
              <a:spcBef>
                <a:spcPts val="500"/>
              </a:spcBef>
              <a:buFont typeface="Arial" panose="020B0704020202090204" pitchFamily="34" charset="0"/>
              <a:buNone/>
              <a:defRPr sz="16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4pPr>
            <a:lvl5pPr marL="1828800" indent="0" algn="ctr" defTabSz="914400" rtl="0" eaLnBrk="1" latinLnBrk="0" hangingPunct="1">
              <a:lnSpc>
                <a:spcPct val="90000"/>
              </a:lnSpc>
              <a:spcBef>
                <a:spcPts val="500"/>
              </a:spcBef>
              <a:buFont typeface="Arial" panose="020B0704020202090204" pitchFamily="34" charset="0"/>
              <a:buNone/>
              <a:defRPr sz="16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5pPr>
            <a:lvl6pPr marL="22860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9pPr>
          </a:lstStyle>
          <a:p>
            <a:r>
              <a:rPr kumimoji="1" lang="zh-CN" altLang="en-GB" dirty="0"/>
              <a:t>广发</a:t>
            </a:r>
            <a:r>
              <a:rPr kumimoji="1" lang="zh-CN" altLang="en-US" dirty="0"/>
              <a:t>策略</a:t>
            </a:r>
          </a:p>
        </p:txBody>
      </p:sp>
      <p:sp>
        <p:nvSpPr>
          <p:cNvPr id="10" name="副标题 2"/>
          <p:cNvSpPr>
            <a:spLocks noGrp="1"/>
          </p:cNvSpPr>
          <p:nvPr userDrawn="1"/>
        </p:nvSpPr>
        <p:spPr>
          <a:xfrm>
            <a:off x="945303" y="5985597"/>
            <a:ext cx="3693583" cy="349673"/>
          </a:xfrm>
          <a:prstGeom prst="rect">
            <a:avLst/>
          </a:prstGeom>
        </p:spPr>
        <p:txBody>
          <a:bodyPr vert="horz" lIns="91440" tIns="45720" rIns="91440" bIns="45720" rtlCol="0"/>
          <a:lstStyle>
            <a:lvl1pPr marL="0" indent="0" algn="l" defTabSz="914400" rtl="0" eaLnBrk="1" latinLnBrk="0" hangingPunct="1">
              <a:lnSpc>
                <a:spcPts val="3400"/>
              </a:lnSpc>
              <a:spcBef>
                <a:spcPts val="0"/>
              </a:spcBef>
              <a:buFont typeface="Arial" panose="020B0704020202090204" pitchFamily="34" charset="0"/>
              <a:buNone/>
              <a:defRPr sz="2800" kern="1200">
                <a:solidFill>
                  <a:srgbClr val="CDCDCD"/>
                </a:solidFill>
                <a:latin typeface="Source Han Sans CN Regular" panose="020B0800000000000000" pitchFamily="34" charset="-128"/>
                <a:ea typeface="Source Han Sans CN Regular" panose="020B0800000000000000" pitchFamily="34" charset="-128"/>
                <a:cs typeface="+mn-cs"/>
              </a:defRPr>
            </a:lvl1pPr>
            <a:lvl2pPr marL="457200" indent="0" algn="ctr" defTabSz="914400" rtl="0" eaLnBrk="1" latinLnBrk="0" hangingPunct="1">
              <a:lnSpc>
                <a:spcPct val="90000"/>
              </a:lnSpc>
              <a:spcBef>
                <a:spcPts val="500"/>
              </a:spcBef>
              <a:buFont typeface="Arial" panose="020B0704020202090204" pitchFamily="34" charset="0"/>
              <a:buNone/>
              <a:defRPr sz="20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2pPr>
            <a:lvl3pPr marL="914400" indent="0" algn="ctr" defTabSz="914400" rtl="0" eaLnBrk="1" latinLnBrk="0" hangingPunct="1">
              <a:lnSpc>
                <a:spcPct val="90000"/>
              </a:lnSpc>
              <a:spcBef>
                <a:spcPts val="500"/>
              </a:spcBef>
              <a:buFont typeface="Arial" panose="020B0704020202090204" pitchFamily="34" charset="0"/>
              <a:buNone/>
              <a:defRPr sz="18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3pPr>
            <a:lvl4pPr marL="1371600" indent="0" algn="ctr" defTabSz="914400" rtl="0" eaLnBrk="1" latinLnBrk="0" hangingPunct="1">
              <a:lnSpc>
                <a:spcPct val="90000"/>
              </a:lnSpc>
              <a:spcBef>
                <a:spcPts val="500"/>
              </a:spcBef>
              <a:buFont typeface="Arial" panose="020B0704020202090204" pitchFamily="34" charset="0"/>
              <a:buNone/>
              <a:defRPr sz="16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4pPr>
            <a:lvl5pPr marL="1828800" indent="0" algn="ctr" defTabSz="914400" rtl="0" eaLnBrk="1" latinLnBrk="0" hangingPunct="1">
              <a:lnSpc>
                <a:spcPct val="90000"/>
              </a:lnSpc>
              <a:spcBef>
                <a:spcPts val="500"/>
              </a:spcBef>
              <a:buFont typeface="Arial" panose="020B0704020202090204" pitchFamily="34" charset="0"/>
              <a:buNone/>
              <a:defRPr sz="16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5pPr>
            <a:lvl6pPr marL="22860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9pPr>
          </a:lstStyle>
          <a:p>
            <a:pPr>
              <a:lnSpc>
                <a:spcPct val="100000"/>
              </a:lnSpc>
            </a:pPr>
            <a:r>
              <a:rPr kumimoji="1" lang="en-US" altLang="zh-CN" sz="1400" dirty="0"/>
              <a:t>2026</a:t>
            </a:r>
            <a:r>
              <a:rPr kumimoji="1" lang="zh-CN" altLang="en-US" sz="1400" dirty="0"/>
              <a:t>年</a:t>
            </a:r>
            <a:r>
              <a:rPr kumimoji="1" lang="en-US" altLang="zh-CN" sz="1400" dirty="0"/>
              <a:t>6</a:t>
            </a:r>
            <a:r>
              <a:rPr kumimoji="1" lang="zh-CN" altLang="en-US" sz="1400" dirty="0"/>
              <a:t>月</a:t>
            </a:r>
            <a:endParaRPr kumimoji="1" lang="en-US" altLang="zh-CN" sz="1400" dirty="0"/>
          </a:p>
        </p:txBody>
      </p:sp>
      <p:sp>
        <p:nvSpPr>
          <p:cNvPr id="11" name="标题 1"/>
          <p:cNvSpPr>
            <a:spLocks noGrp="1"/>
          </p:cNvSpPr>
          <p:nvPr userDrawn="1"/>
        </p:nvSpPr>
        <p:spPr>
          <a:xfrm>
            <a:off x="851534" y="1156335"/>
            <a:ext cx="7093586" cy="1555115"/>
          </a:xfrm>
          <a:prstGeom prst="rect">
            <a:avLst/>
          </a:prstGeom>
        </p:spPr>
        <p:txBody>
          <a:bodyPr vert="horz" lIns="91440" tIns="45720" rIns="91440" bIns="45720" rtlCol="0" anchor="t">
            <a:noAutofit/>
          </a:bodyPr>
          <a:lstStyle>
            <a:lvl1pPr algn="l" defTabSz="914400" rtl="0" eaLnBrk="1" latinLnBrk="0" hangingPunct="1">
              <a:lnSpc>
                <a:spcPts val="5500"/>
              </a:lnSpc>
              <a:spcBef>
                <a:spcPct val="0"/>
              </a:spcBef>
              <a:buNone/>
              <a:defRPr sz="4300" b="0" i="0" kern="1200">
                <a:solidFill>
                  <a:srgbClr val="353160"/>
                </a:solidFill>
                <a:latin typeface="Source Han Sans CN Medium" panose="020B0800000000000000" pitchFamily="34" charset="-128"/>
                <a:ea typeface="Source Han Sans CN Medium" panose="020B0800000000000000" pitchFamily="34" charset="-128"/>
                <a:cs typeface="+mj-cs"/>
              </a:defRPr>
            </a:lvl1pPr>
          </a:lstStyle>
          <a:p>
            <a:r>
              <a:rPr kumimoji="1" lang="zh-CN" altLang="en-US" sz="3800" dirty="0">
                <a:latin typeface="思源黑体 CN Bold" panose="020B0800000000000000" pitchFamily="34" charset="-122"/>
                <a:ea typeface="思源黑体 CN Bold" panose="020B0800000000000000" pitchFamily="34" charset="-122"/>
                <a:cs typeface="Source Han Sans CN Regular" panose="020B0800000000000000" charset="-122"/>
                <a:sym typeface="+mn-ea"/>
              </a:rPr>
              <a:t>全球流动性走到哪里了？</a:t>
            </a:r>
            <a:endParaRPr kumimoji="1" lang="en-US" altLang="zh-CN" sz="3800" dirty="0">
              <a:latin typeface="思源黑体 CN Bold" panose="020B0800000000000000" pitchFamily="34" charset="-122"/>
              <a:ea typeface="思源黑体 CN Bold" panose="020B0800000000000000" pitchFamily="34" charset="-122"/>
              <a:cs typeface="Source Han Sans CN Regular" panose="020B0800000000000000" charset="-122"/>
              <a:sym typeface="+mn-ea"/>
            </a:endParaRPr>
          </a:p>
          <a:p>
            <a:r>
              <a:rPr kumimoji="1" lang="en-US" altLang="zh-CN" sz="3800" dirty="0">
                <a:latin typeface="思源黑体 CN Bold" panose="020B0800000000000000" pitchFamily="34" charset="-122"/>
                <a:ea typeface="思源黑体 CN Bold" panose="020B0800000000000000" pitchFamily="34" charset="-122"/>
                <a:cs typeface="Source Han Sans CN Regular" panose="020B0800000000000000" charset="-122"/>
                <a:sym typeface="+mn-ea"/>
              </a:rPr>
              <a:t>——</a:t>
            </a:r>
            <a:r>
              <a:rPr kumimoji="1" lang="zh-CN" altLang="en-US" sz="3800" dirty="0">
                <a:latin typeface="思源黑体 CN Bold" panose="020B0800000000000000" pitchFamily="34" charset="-122"/>
                <a:ea typeface="思源黑体 CN Bold" panose="020B0800000000000000" pitchFamily="34" charset="-122"/>
                <a:cs typeface="Source Han Sans CN Regular" panose="020B0800000000000000" charset="-122"/>
                <a:sym typeface="+mn-ea"/>
              </a:rPr>
              <a:t>央行加息步伐与资产定价</a:t>
            </a:r>
            <a:endParaRPr kumimoji="1" lang="zh-CN" altLang="en-US" sz="3800" dirty="0">
              <a:latin typeface="思源黑体 CN Bold" panose="020B0800000000000000" pitchFamily="34" charset="-122"/>
              <a:ea typeface="思源黑体 CN Bold" panose="020B0800000000000000" pitchFamily="34" charset="-122"/>
              <a:cs typeface="Source Han Sans CN Regular" panose="020B0800000000000000" charset="-122"/>
            </a:endParaRPr>
          </a:p>
        </p:txBody>
      </p:sp>
      <p:sp>
        <p:nvSpPr>
          <p:cNvPr id="5" name="副标题 2">
            <a:extLst>
              <a:ext uri="{FF2B5EF4-FFF2-40B4-BE49-F238E27FC236}">
                <a16:creationId xmlns:a16="http://schemas.microsoft.com/office/drawing/2014/main" id="{25DEBC2A-71C5-BE36-6298-D40055B1234F}"/>
              </a:ext>
            </a:extLst>
          </p:cNvPr>
          <p:cNvSpPr>
            <a:spLocks noGrp="1"/>
          </p:cNvSpPr>
          <p:nvPr/>
        </p:nvSpPr>
        <p:spPr>
          <a:xfrm>
            <a:off x="885190" y="3599180"/>
            <a:ext cx="7157085" cy="1555115"/>
          </a:xfrm>
          <a:prstGeom prst="rect">
            <a:avLst/>
          </a:prstGeom>
        </p:spPr>
        <p:txBody>
          <a:bodyPr vert="horz" lIns="91440" tIns="45720" rIns="91440" bIns="45720" rtlCol="0"/>
          <a:lstStyle>
            <a:lvl1pPr marL="0" indent="0" algn="l" defTabSz="914400" rtl="0" eaLnBrk="1" latinLnBrk="0" hangingPunct="1">
              <a:lnSpc>
                <a:spcPts val="3400"/>
              </a:lnSpc>
              <a:spcBef>
                <a:spcPts val="0"/>
              </a:spcBef>
              <a:buFont typeface="Arial" panose="020B0704020202090204" pitchFamily="34" charset="0"/>
              <a:buNone/>
              <a:defRPr sz="2800" kern="1200">
                <a:solidFill>
                  <a:srgbClr val="CDCDCD"/>
                </a:solidFill>
                <a:latin typeface="Source Han Sans CN Regular" panose="020B0800000000000000" pitchFamily="34" charset="-128"/>
                <a:ea typeface="Source Han Sans CN Regular" panose="020B0800000000000000" pitchFamily="34" charset="-128"/>
                <a:cs typeface="+mn-cs"/>
              </a:defRPr>
            </a:lvl1pPr>
            <a:lvl2pPr marL="457200" indent="0" algn="ctr" defTabSz="914400" rtl="0" eaLnBrk="1" latinLnBrk="0" hangingPunct="1">
              <a:lnSpc>
                <a:spcPct val="90000"/>
              </a:lnSpc>
              <a:spcBef>
                <a:spcPts val="500"/>
              </a:spcBef>
              <a:buFont typeface="Arial" panose="020B0704020202090204" pitchFamily="34" charset="0"/>
              <a:buNone/>
              <a:defRPr sz="20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2pPr>
            <a:lvl3pPr marL="914400" indent="0" algn="ctr" defTabSz="914400" rtl="0" eaLnBrk="1" latinLnBrk="0" hangingPunct="1">
              <a:lnSpc>
                <a:spcPct val="90000"/>
              </a:lnSpc>
              <a:spcBef>
                <a:spcPts val="500"/>
              </a:spcBef>
              <a:buFont typeface="Arial" panose="020B0704020202090204" pitchFamily="34" charset="0"/>
              <a:buNone/>
              <a:defRPr sz="18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3pPr>
            <a:lvl4pPr marL="1371600" indent="0" algn="ctr" defTabSz="914400" rtl="0" eaLnBrk="1" latinLnBrk="0" hangingPunct="1">
              <a:lnSpc>
                <a:spcPct val="90000"/>
              </a:lnSpc>
              <a:spcBef>
                <a:spcPts val="500"/>
              </a:spcBef>
              <a:buFont typeface="Arial" panose="020B0704020202090204" pitchFamily="34" charset="0"/>
              <a:buNone/>
              <a:defRPr sz="16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4pPr>
            <a:lvl5pPr marL="1828800" indent="0" algn="ctr" defTabSz="914400" rtl="0" eaLnBrk="1" latinLnBrk="0" hangingPunct="1">
              <a:lnSpc>
                <a:spcPct val="90000"/>
              </a:lnSpc>
              <a:spcBef>
                <a:spcPts val="500"/>
              </a:spcBef>
              <a:buFont typeface="Arial" panose="020B0704020202090204" pitchFamily="34" charset="0"/>
              <a:buNone/>
              <a:defRPr sz="1600" kern="1200">
                <a:solidFill>
                  <a:schemeClr val="tx1">
                    <a:lumMod val="65000"/>
                    <a:lumOff val="35000"/>
                  </a:schemeClr>
                </a:solidFill>
                <a:latin typeface="Source Han Sans CN Regular" panose="020B0800000000000000" pitchFamily="34" charset="-128"/>
                <a:ea typeface="Source Han Sans CN Regular" panose="020B0800000000000000" pitchFamily="34" charset="-128"/>
                <a:cs typeface="+mn-cs"/>
              </a:defRPr>
            </a:lvl5pPr>
            <a:lvl6pPr marL="22860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9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2600"/>
              </a:lnSpc>
              <a:spcBef>
                <a:spcPts val="0"/>
              </a:spcBef>
              <a:spcAft>
                <a:spcPts val="0"/>
              </a:spcAft>
              <a:buClrTx/>
              <a:buSzTx/>
              <a:buFont typeface="Arial" panose="020B0704020202090204" pitchFamily="34" charset="0"/>
              <a:buNone/>
              <a:tabLst/>
              <a:defRPr/>
            </a:pPr>
            <a:r>
              <a:rPr kumimoji="1" lang="zh-CN" altLang="en-US" sz="1400" b="0" i="0" u="none" strike="noStrike" kern="1200" cap="none" spc="0" normalizeH="0" baseline="0" noProof="0" dirty="0">
                <a:ln>
                  <a:noFill/>
                </a:ln>
                <a:solidFill>
                  <a:srgbClr val="CDCDCD"/>
                </a:solidFill>
                <a:effectLst/>
                <a:uLnTx/>
                <a:uFillTx/>
                <a:latin typeface="Source Han Sans CN Regular" panose="020B0800000000000000" pitchFamily="34" charset="-128"/>
                <a:ea typeface="Source Han Sans CN Regular" panose="020B0800000000000000" pitchFamily="34" charset="-128"/>
                <a:cs typeface="+mn-cs"/>
              </a:rPr>
              <a:t>刘晨明</a:t>
            </a:r>
            <a:r>
              <a:rPr kumimoji="1" lang="en-US" altLang="zh-CN" sz="1400" b="0" i="0" u="none" strike="noStrike" kern="1200" cap="none" spc="0" normalizeH="0" baseline="0" noProof="0" dirty="0">
                <a:ln>
                  <a:noFill/>
                </a:ln>
                <a:solidFill>
                  <a:srgbClr val="CDCDCD"/>
                </a:solidFill>
                <a:effectLst/>
                <a:uLnTx/>
                <a:uFillTx/>
                <a:latin typeface="Source Han Sans CN Regular" panose="020B0800000000000000" pitchFamily="34" charset="-128"/>
                <a:ea typeface="Source Han Sans CN Regular" panose="020B0800000000000000" pitchFamily="34" charset="-128"/>
                <a:cs typeface="+mn-cs"/>
              </a:rPr>
              <a:t>：</a:t>
            </a:r>
            <a:r>
              <a:rPr kumimoji="1" lang="zh-CN" altLang="en-US" sz="1400" b="0" i="0" u="none" strike="noStrike" kern="1200" cap="none" spc="0" normalizeH="0" baseline="0" noProof="0" dirty="0">
                <a:ln>
                  <a:noFill/>
                </a:ln>
                <a:solidFill>
                  <a:srgbClr val="CDCDCD"/>
                </a:solidFill>
                <a:effectLst/>
                <a:uLnTx/>
                <a:uFillTx/>
                <a:latin typeface="Source Han Sans CN Regular" panose="020B0800000000000000" pitchFamily="34" charset="-128"/>
                <a:ea typeface="Source Han Sans CN Regular" panose="020B0800000000000000" pitchFamily="34" charset="-128"/>
                <a:cs typeface="+mn-cs"/>
              </a:rPr>
              <a:t>首席策略分析师</a:t>
            </a:r>
            <a:endParaRPr kumimoji="1" lang="en-US" altLang="zh-CN" sz="1400" b="0" i="0" u="none" strike="noStrike" kern="1200" cap="none" spc="0" normalizeH="0" baseline="0" noProof="0" dirty="0">
              <a:ln>
                <a:noFill/>
              </a:ln>
              <a:solidFill>
                <a:srgbClr val="CDCDCD"/>
              </a:solidFill>
              <a:effectLst/>
              <a:uLnTx/>
              <a:uFillTx/>
              <a:latin typeface="Source Han Sans CN Regular" panose="020B0800000000000000" pitchFamily="34" charset="-128"/>
              <a:ea typeface="Source Han Sans CN Regular" panose="020B0800000000000000" pitchFamily="34" charset="-128"/>
              <a:cs typeface="+mn-cs"/>
            </a:endParaRPr>
          </a:p>
          <a:p>
            <a:pPr marL="0" marR="0" lvl="0" indent="0" algn="l" defTabSz="914400" rtl="0" eaLnBrk="1" fontAlgn="auto" latinLnBrk="0" hangingPunct="1">
              <a:lnSpc>
                <a:spcPts val="2600"/>
              </a:lnSpc>
              <a:spcBef>
                <a:spcPts val="0"/>
              </a:spcBef>
              <a:spcAft>
                <a:spcPts val="0"/>
              </a:spcAft>
              <a:buClrTx/>
              <a:buSzTx/>
              <a:buFont typeface="Arial" panose="020B0704020202090204" pitchFamily="34" charset="0"/>
              <a:buNone/>
              <a:tabLst/>
              <a:defRPr/>
            </a:pPr>
            <a:r>
              <a:rPr kumimoji="1" lang="zh-CN" altLang="en-US" sz="1400" b="0" i="0" u="none" strike="noStrike" kern="1200" cap="none" spc="0" normalizeH="0" baseline="0" noProof="0" dirty="0">
                <a:ln>
                  <a:noFill/>
                </a:ln>
                <a:solidFill>
                  <a:srgbClr val="CDCDCD"/>
                </a:solidFill>
                <a:effectLst/>
                <a:uLnTx/>
                <a:uFillTx/>
                <a:latin typeface="Source Han Sans CN Regular" panose="020B0800000000000000" pitchFamily="34" charset="-128"/>
                <a:ea typeface="Source Han Sans CN Regular" panose="020B0800000000000000" pitchFamily="34" charset="-128"/>
                <a:cs typeface="+mn-cs"/>
              </a:rPr>
              <a:t>陈振威：策略资深分析师</a:t>
            </a:r>
            <a:endParaRPr kumimoji="1" lang="en-US" altLang="zh-CN" sz="1400" b="0" i="0" u="none" strike="noStrike" kern="1200" cap="none" spc="0" normalizeH="0" baseline="0" noProof="0" dirty="0">
              <a:ln>
                <a:noFill/>
              </a:ln>
              <a:solidFill>
                <a:srgbClr val="CDCDCD"/>
              </a:solidFill>
              <a:effectLst/>
              <a:uLnTx/>
              <a:uFillTx/>
              <a:latin typeface="Source Han Sans CN Regular" panose="020B0800000000000000" pitchFamily="34" charset="-128"/>
              <a:ea typeface="Source Han Sans CN Regular" panose="020B0800000000000000" pitchFamily="34" charset="-128"/>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8B28-5A70-2F95-F23C-93EE4D591D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CFF874-B410-F175-9562-0AE884D746B4}"/>
              </a:ext>
            </a:extLst>
          </p:cNvPr>
          <p:cNvSpPr>
            <a:spLocks noGrp="1"/>
          </p:cNvSpPr>
          <p:nvPr>
            <p:ph type="title"/>
          </p:nvPr>
        </p:nvSpPr>
        <p:spPr>
          <a:xfrm>
            <a:off x="648000" y="576000"/>
            <a:ext cx="10980000" cy="607695"/>
          </a:xfrm>
        </p:spPr>
        <p:txBody>
          <a:bodyPr/>
          <a:lstStyle/>
          <a:p>
            <a:pPr>
              <a:lnSpc>
                <a:spcPct val="100000"/>
              </a:lnSpc>
            </a:pPr>
            <a:r>
              <a:rPr kumimoji="1" lang="zh-CN" altLang="en-US">
                <a:latin typeface="思源黑体 CN Medium" panose="020B0600000000000000" pitchFamily="34" charset="-122"/>
                <a:ea typeface="思源黑体 CN Medium" panose="020B0600000000000000" pitchFamily="34" charset="-122"/>
              </a:rPr>
              <a:t>核心结论</a:t>
            </a:r>
          </a:p>
        </p:txBody>
      </p:sp>
      <p:sp>
        <p:nvSpPr>
          <p:cNvPr id="3" name="内容占位符 2">
            <a:extLst>
              <a:ext uri="{FF2B5EF4-FFF2-40B4-BE49-F238E27FC236}">
                <a16:creationId xmlns:a16="http://schemas.microsoft.com/office/drawing/2014/main" id="{8BAF2761-1240-7A9E-8EE0-498B7490D6F4}"/>
              </a:ext>
            </a:extLst>
          </p:cNvPr>
          <p:cNvSpPr>
            <a:spLocks noGrp="1"/>
          </p:cNvSpPr>
          <p:nvPr>
            <p:ph idx="4294967295"/>
          </p:nvPr>
        </p:nvSpPr>
        <p:spPr>
          <a:xfrm>
            <a:off x="576000" y="1296001"/>
            <a:ext cx="10980000" cy="5409600"/>
          </a:xfrm>
        </p:spPr>
        <p:txBody>
          <a:bodyPr>
            <a:normAutofit/>
          </a:bodyPr>
          <a:lstStyle/>
          <a:p>
            <a:pPr marL="288290" indent="-288290">
              <a:lnSpc>
                <a:spcPct val="150000"/>
              </a:lnSpc>
              <a:spcBef>
                <a:spcPts val="0"/>
              </a:spcBef>
              <a:buClr>
                <a:srgbClr val="B9BEE5"/>
              </a:buClr>
              <a:buFont typeface="Wingdings" panose="05000000000000000000" pitchFamily="2" charset="2"/>
              <a:buChar char="n"/>
            </a:pPr>
            <a:r>
              <a:rPr kumimoji="1" lang="zh-CN" altLang="en-US" sz="1200" dirty="0">
                <a:solidFill>
                  <a:srgbClr val="C00000"/>
                </a:solidFill>
                <a:latin typeface="思源黑体 CN Bold" panose="020B0800000000000000" pitchFamily="34" charset="-122"/>
                <a:ea typeface="思源黑体 CN Bold" panose="020B0800000000000000" pitchFamily="34" charset="-122"/>
              </a:rPr>
              <a:t>除了少数由于</a:t>
            </a:r>
            <a:r>
              <a:rPr kumimoji="1" lang="en-US" altLang="zh-CN" sz="1200" dirty="0">
                <a:solidFill>
                  <a:srgbClr val="C00000"/>
                </a:solidFill>
                <a:latin typeface="思源黑体 CN Bold" panose="020B0800000000000000" pitchFamily="34" charset="-122"/>
                <a:ea typeface="思源黑体 CN Bold" panose="020B0800000000000000" pitchFamily="34" charset="-122"/>
              </a:rPr>
              <a:t>AI</a:t>
            </a:r>
            <a:r>
              <a:rPr kumimoji="1" lang="zh-CN" altLang="en-US" sz="1200" dirty="0">
                <a:solidFill>
                  <a:srgbClr val="C00000"/>
                </a:solidFill>
                <a:latin typeface="思源黑体 CN Bold" panose="020B0800000000000000" pitchFamily="34" charset="-122"/>
                <a:ea typeface="思源黑体 CN Bold" panose="020B0800000000000000" pitchFamily="34" charset="-122"/>
              </a:rPr>
              <a:t>需求导致景气度爆发的资产，当前全球主要大类资产的核心矛盾之一，仍然聚焦在全球流动性的拐点预期。</a:t>
            </a:r>
            <a:endParaRPr kumimoji="1" lang="en-US" altLang="zh-CN" sz="1200" dirty="0">
              <a:solidFill>
                <a:srgbClr val="C00000"/>
              </a:solidFill>
              <a:latin typeface="思源黑体 CN Bold" panose="020B0800000000000000" pitchFamily="34" charset="-122"/>
              <a:ea typeface="思源黑体 CN Bold" panose="020B0800000000000000" pitchFamily="34" charset="-122"/>
            </a:endParaRPr>
          </a:p>
          <a:p>
            <a:pPr marL="0" indent="0">
              <a:lnSpc>
                <a:spcPct val="150000"/>
              </a:lnSpc>
              <a:spcBef>
                <a:spcPts val="0"/>
              </a:spcBef>
              <a:buClr>
                <a:srgbClr val="B9BEE5"/>
              </a:buClr>
              <a:buNone/>
            </a:pPr>
            <a:endParaRPr kumimoji="1" lang="en-US" altLang="zh-CN" sz="1200" dirty="0">
              <a:solidFill>
                <a:schemeClr val="tx1">
                  <a:lumMod val="85000"/>
                  <a:lumOff val="15000"/>
                </a:schemeClr>
              </a:solidFill>
            </a:endParaRPr>
          </a:p>
          <a:p>
            <a:pPr marL="288290" indent="-288290">
              <a:lnSpc>
                <a:spcPct val="150000"/>
              </a:lnSpc>
              <a:spcBef>
                <a:spcPts val="0"/>
              </a:spcBef>
              <a:buClr>
                <a:srgbClr val="B9BEE5"/>
              </a:buClr>
              <a:buFont typeface="Wingdings" panose="05000000000000000000" pitchFamily="2" charset="2"/>
              <a:buChar char="n"/>
            </a:pPr>
            <a:r>
              <a:rPr kumimoji="1" lang="zh-CN" altLang="en-US" sz="1200" dirty="0">
                <a:solidFill>
                  <a:srgbClr val="C00000"/>
                </a:solidFill>
                <a:latin typeface="思源黑体 CN Bold" panose="020B0800000000000000" pitchFamily="34" charset="-122"/>
                <a:ea typeface="思源黑体 CN Bold" panose="020B0800000000000000" pitchFamily="34" charset="-122"/>
              </a:rPr>
              <a:t>美国宏观：</a:t>
            </a:r>
            <a:r>
              <a:rPr kumimoji="1" lang="en-US" altLang="zh-CN"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rPr>
              <a:t>5</a:t>
            </a:r>
            <a:r>
              <a:rPr kumimoji="1" lang="zh-CN" altLang="en-US"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rPr>
              <a:t>月美国非农显著超预期，</a:t>
            </a:r>
            <a:r>
              <a:rPr kumimoji="1" lang="en-US" altLang="zh-CN"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rPr>
              <a:t>CPI</a:t>
            </a:r>
            <a:r>
              <a:rPr kumimoji="1" lang="zh-CN" altLang="en-US"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rPr>
              <a:t>绝对水平仍高，但就业结构偏防御、核心通胀暂未失控，说明宏观并非全面过热；隐忧在于职位空缺</a:t>
            </a:r>
            <a:r>
              <a:rPr kumimoji="1" lang="en-US" altLang="zh-CN"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rPr>
              <a:t>/</a:t>
            </a:r>
            <a:r>
              <a:rPr kumimoji="1" lang="zh-CN" altLang="en-US"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rPr>
              <a:t>失业人数比值回升，若后续工资重新加速，外部通胀冲击可能转向更顽固的内生性通胀。</a:t>
            </a:r>
            <a:endParaRPr kumimoji="1" lang="en-US" altLang="zh-CN" sz="1200" dirty="0">
              <a:solidFill>
                <a:schemeClr val="tx1">
                  <a:lumMod val="85000"/>
                  <a:lumOff val="15000"/>
                </a:schemeClr>
              </a:solidFill>
              <a:latin typeface="Source Han Sans CN Regular" panose="020B0800000000000000" pitchFamily="34" charset="-128"/>
              <a:ea typeface="Source Han Sans CN Regular" panose="020B0800000000000000" pitchFamily="34" charset="-128"/>
            </a:endParaRPr>
          </a:p>
          <a:p>
            <a:pPr marL="0" indent="0">
              <a:lnSpc>
                <a:spcPct val="150000"/>
              </a:lnSpc>
              <a:spcBef>
                <a:spcPts val="0"/>
              </a:spcBef>
              <a:buClr>
                <a:srgbClr val="B9BEE5"/>
              </a:buClr>
              <a:buNone/>
            </a:pPr>
            <a:endParaRPr kumimoji="1" lang="en-US" altLang="zh-CN" sz="1200" dirty="0">
              <a:solidFill>
                <a:schemeClr val="tx1">
                  <a:lumMod val="85000"/>
                  <a:lumOff val="15000"/>
                </a:schemeClr>
              </a:solidFill>
            </a:endParaRPr>
          </a:p>
          <a:p>
            <a:pPr marL="288290" marR="0" lvl="0" indent="-288290" algn="l" defTabSz="914400" rtl="0" eaLnBrk="1" fontAlgn="auto" latinLnBrk="0" hangingPunct="1">
              <a:lnSpc>
                <a:spcPct val="150000"/>
              </a:lnSpc>
              <a:spcBef>
                <a:spcPts val="0"/>
              </a:spcBef>
              <a:spcAft>
                <a:spcPts val="0"/>
              </a:spcAft>
              <a:buClr>
                <a:srgbClr val="B9BEE5"/>
              </a:buClr>
              <a:buSzTx/>
              <a:buFont typeface="Wingdings" panose="05000000000000000000" pitchFamily="2" charset="2"/>
              <a:buChar char="n"/>
              <a:tabLst/>
              <a:defRPr/>
            </a:pPr>
            <a:r>
              <a:rPr kumimoji="1" lang="en-US" altLang="zh-CN" sz="1200" dirty="0">
                <a:solidFill>
                  <a:srgbClr val="C00000"/>
                </a:solidFill>
                <a:latin typeface="思源黑体 CN Bold" panose="020B0800000000000000" pitchFamily="34" charset="-122"/>
                <a:ea typeface="思源黑体 CN Bold" panose="020B0800000000000000" pitchFamily="34" charset="-122"/>
              </a:rPr>
              <a:t>FOMC</a:t>
            </a:r>
            <a:r>
              <a:rPr kumimoji="1" lang="zh-CN" altLang="en-US" sz="1200" dirty="0">
                <a:solidFill>
                  <a:srgbClr val="C00000"/>
                </a:solidFill>
                <a:latin typeface="思源黑体 CN Bold" panose="020B0800000000000000" pitchFamily="34" charset="-122"/>
                <a:ea typeface="思源黑体 CN Bold" panose="020B0800000000000000" pitchFamily="34" charset="-122"/>
              </a:rPr>
              <a:t>信号</a:t>
            </a:r>
            <a:r>
              <a:rPr kumimoji="1" lang="zh-CN" altLang="en-US" sz="12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mn-cs"/>
              </a:rPr>
              <a:t>：</a:t>
            </a:r>
            <a:r>
              <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6</a:t>
            </a:r>
            <a:r>
              <a:rPr kumimoji="1" lang="zh-CN" altLang="en-US"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月</a:t>
            </a:r>
            <a:r>
              <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FOMC</a:t>
            </a:r>
            <a:r>
              <a:rPr kumimoji="1" lang="zh-CN" altLang="en-US"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的关键信号是“没加息，但更鹰了”。美联储维持利率不变，但点阵图显示年内加息风险上升，声明大幅压缩、前瞻指引弱化，</a:t>
            </a:r>
            <a:r>
              <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Warsh</a:t>
            </a:r>
            <a:r>
              <a:rPr kumimoji="1" lang="zh-CN" altLang="en-US"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不提交预测也在降低主席观点对市场定价的锚定。政策框架正在从强预期管理，转向更依赖实时数据、更少提前承诺的模式。</a:t>
            </a:r>
            <a:endParaRPr kumimoji="1" lang="en-US" altLang="zh-CN" sz="1200" b="0" i="0" u="none" strike="noStrike" kern="1200" cap="none" spc="0" normalizeH="0" baseline="0" noProof="0" dirty="0">
              <a:ln>
                <a:noFill/>
              </a:ln>
              <a:solidFill>
                <a:prstClr val="black">
                  <a:lumMod val="85000"/>
                  <a:lumOff val="15000"/>
                </a:prstClr>
              </a:solidFill>
              <a:effectLst/>
              <a:uLnTx/>
              <a:uFillTx/>
              <a:cs typeface="+mn-cs"/>
            </a:endParaRPr>
          </a:p>
          <a:p>
            <a:pPr marL="288290" marR="0" lvl="0" indent="-288290" algn="l" defTabSz="914400" rtl="0" eaLnBrk="1" fontAlgn="auto" latinLnBrk="0" hangingPunct="1">
              <a:lnSpc>
                <a:spcPct val="150000"/>
              </a:lnSpc>
              <a:spcBef>
                <a:spcPts val="0"/>
              </a:spcBef>
              <a:spcAft>
                <a:spcPts val="0"/>
              </a:spcAft>
              <a:buClr>
                <a:srgbClr val="B9BEE5"/>
              </a:buClr>
              <a:buSzTx/>
              <a:buFont typeface="Wingdings" panose="05000000000000000000" pitchFamily="2" charset="2"/>
              <a:buChar char="n"/>
              <a:tabLst/>
              <a:defRPr/>
            </a:pPr>
            <a:endParaRPr kumimoji="1" lang="en-US" altLang="zh-CN" sz="1200" dirty="0">
              <a:solidFill>
                <a:prstClr val="black">
                  <a:lumMod val="85000"/>
                  <a:lumOff val="15000"/>
                </a:prstClr>
              </a:solidFill>
              <a:latin typeface="思源黑体 CN Bold" panose="020B0800000000000000" pitchFamily="34" charset="-122"/>
              <a:ea typeface="思源黑体 CN Bold" panose="020B0800000000000000" pitchFamily="34" charset="-122"/>
            </a:endParaRPr>
          </a:p>
          <a:p>
            <a:pPr marL="288290" marR="0" lvl="0" indent="-288290" algn="l" defTabSz="914400" rtl="0" eaLnBrk="1" fontAlgn="auto" latinLnBrk="0" hangingPunct="1">
              <a:lnSpc>
                <a:spcPct val="150000"/>
              </a:lnSpc>
              <a:spcBef>
                <a:spcPts val="0"/>
              </a:spcBef>
              <a:spcAft>
                <a:spcPts val="0"/>
              </a:spcAft>
              <a:buClr>
                <a:srgbClr val="B9BEE5"/>
              </a:buClr>
              <a:buSzTx/>
              <a:buFont typeface="Wingdings" panose="05000000000000000000" pitchFamily="2" charset="2"/>
              <a:buChar char="n"/>
              <a:tabLst/>
              <a:defRPr/>
            </a:pPr>
            <a:r>
              <a:rPr kumimoji="1" lang="en-US" altLang="zh-CN" sz="12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mn-cs"/>
              </a:rPr>
              <a:t>Warsh</a:t>
            </a:r>
            <a:r>
              <a:rPr kumimoji="1" lang="zh-CN" altLang="en-US" sz="12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mn-cs"/>
              </a:rPr>
              <a:t>新政信号与全球央行信号：</a:t>
            </a:r>
            <a:r>
              <a:rPr kumimoji="1" lang="en-US" altLang="zh-CN" sz="1200" i="0" u="none" strike="noStrike" kern="1200" cap="none" spc="0" normalizeH="0" baseline="0" noProof="0" dirty="0">
                <a:ln>
                  <a:noFill/>
                </a:ln>
                <a:solidFill>
                  <a:schemeClr val="tx1"/>
                </a:solidFill>
                <a:effectLst/>
                <a:uLnTx/>
                <a:uFillTx/>
                <a:latin typeface="思源黑体 CN Regular" panose="020B0500000000000000" pitchFamily="34" charset="-122"/>
                <a:ea typeface="思源黑体 CN Regular" panose="020B0500000000000000" pitchFamily="34" charset="-122"/>
              </a:rPr>
              <a:t>1</a:t>
            </a:r>
            <a:r>
              <a:rPr kumimoji="1" lang="zh-CN" altLang="en-US" sz="1200" i="0" u="none" strike="noStrike" kern="1200" cap="none" spc="0" normalizeH="0" baseline="0" noProof="0" dirty="0">
                <a:ln>
                  <a:noFill/>
                </a:ln>
                <a:solidFill>
                  <a:schemeClr val="tx1"/>
                </a:solidFill>
                <a:effectLst/>
                <a:uLnTx/>
                <a:uFillTx/>
                <a:latin typeface="思源黑体 CN Regular" panose="020B0500000000000000" pitchFamily="34" charset="-122"/>
                <a:ea typeface="思源黑体 CN Regular" panose="020B0500000000000000" pitchFamily="34" charset="-122"/>
              </a:rPr>
              <a:t>）</a:t>
            </a:r>
            <a:r>
              <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Warsh</a:t>
            </a:r>
            <a:r>
              <a:rPr kumimoji="1" lang="zh-CN" altLang="en-US" sz="1200" b="0" i="0" u="none" strike="noStrike" kern="1200" cap="none" spc="0" normalizeH="0" baseline="0" noProof="0" dirty="0">
                <a:ln>
                  <a:noFill/>
                </a:ln>
                <a:solidFill>
                  <a:schemeClr val="tx1"/>
                </a:solidFill>
                <a:effectLst/>
                <a:uLnTx/>
                <a:uFillTx/>
                <a:latin typeface="Source Han Sans CN Regular" panose="020B0800000000000000" pitchFamily="34" charset="-128"/>
                <a:ea typeface="Source Han Sans CN Regular" panose="020B0800000000000000" pitchFamily="34" charset="-128"/>
                <a:cs typeface="+mn-cs"/>
              </a:rPr>
              <a:t>新政进一步抬升</a:t>
            </a:r>
            <a:r>
              <a:rPr kumimoji="1" lang="zh-CN" altLang="en-US"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政策不确定性。五个专项工作组聚焦沟通、资产负债表、数据来源、生产率就业与通胀框架，意味着美联储可能进入政策框架重估阶段。短期规则不会立刻改变，但市场需要重新适应更低透明度、更高波动率的政策环境，风险资产和贵金属的风险偏好受到边际扰动。</a:t>
            </a:r>
            <a:r>
              <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2</a:t>
            </a:r>
            <a:r>
              <a:rPr kumimoji="1" lang="zh-CN" altLang="en-US"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）海外其他央行也在同步释放再紧缩信号。日本加息至</a:t>
            </a:r>
            <a:r>
              <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1%</a:t>
            </a:r>
            <a:r>
              <a:rPr kumimoji="1" lang="zh-CN" altLang="en-US"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rPr>
              <a:t>，欧央行重启加息并推进缩表，澳大利亚、挪威及部分新兴市场央行亦偏紧，全球流动性宽松周期或已进入尾声。</a:t>
            </a:r>
            <a:endPar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endParaRPr>
          </a:p>
          <a:p>
            <a:pPr marL="288290" marR="0" lvl="0" indent="-288290" algn="l" defTabSz="914400" rtl="0" eaLnBrk="1" fontAlgn="auto" latinLnBrk="0" hangingPunct="1">
              <a:lnSpc>
                <a:spcPct val="150000"/>
              </a:lnSpc>
              <a:spcBef>
                <a:spcPts val="0"/>
              </a:spcBef>
              <a:spcAft>
                <a:spcPts val="0"/>
              </a:spcAft>
              <a:buClr>
                <a:srgbClr val="B9BEE5"/>
              </a:buClr>
              <a:buSzTx/>
              <a:buFont typeface="Wingdings" panose="05000000000000000000" pitchFamily="2" charset="2"/>
              <a:buChar char="n"/>
              <a:tabLst/>
              <a:defRPr/>
            </a:pPr>
            <a:endParaRPr kumimoji="1" lang="en-US" altLang="zh-CN" sz="1200" dirty="0">
              <a:solidFill>
                <a:prstClr val="black">
                  <a:lumMod val="85000"/>
                  <a:lumOff val="15000"/>
                </a:prstClr>
              </a:solidFill>
            </a:endParaRPr>
          </a:p>
          <a:p>
            <a:pPr marL="288290" marR="0" lvl="0" indent="-288290" algn="l" defTabSz="914400" rtl="0" eaLnBrk="1" fontAlgn="auto" latinLnBrk="0" hangingPunct="1">
              <a:lnSpc>
                <a:spcPct val="150000"/>
              </a:lnSpc>
              <a:spcBef>
                <a:spcPts val="0"/>
              </a:spcBef>
              <a:spcAft>
                <a:spcPts val="0"/>
              </a:spcAft>
              <a:buClr>
                <a:srgbClr val="B9BEE5"/>
              </a:buClr>
              <a:buSzTx/>
              <a:buFont typeface="Wingdings" panose="05000000000000000000" pitchFamily="2" charset="2"/>
              <a:buChar char="n"/>
              <a:tabLst/>
              <a:defRPr/>
            </a:pPr>
            <a:r>
              <a:rPr kumimoji="1" lang="zh-CN" altLang="en-US" sz="12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mn-cs"/>
              </a:rPr>
              <a:t>全球流动性走势及影响：</a:t>
            </a:r>
            <a:r>
              <a:rPr kumimoji="1" lang="zh-CN" altLang="en-US" sz="1200" b="0" i="0" u="none" strike="noStrike" kern="1200" cap="none" spc="0" normalizeH="0" baseline="0" noProof="0" dirty="0">
                <a:ln>
                  <a:noFill/>
                </a:ln>
                <a:solidFill>
                  <a:prstClr val="black"/>
                </a:solidFill>
                <a:effectLst/>
                <a:uLnTx/>
                <a:uFillTx/>
                <a:latin typeface="思源黑体 CN Regular" panose="020B0500000000000000" pitchFamily="34" charset="-122"/>
                <a:ea typeface="思源黑体 CN Regular" panose="020B0500000000000000" pitchFamily="34" charset="-122"/>
                <a:cs typeface="+mn-cs"/>
              </a:rPr>
              <a:t>若后续全球流动性收紧超预期，资产定价的核心逻辑将转向更高利率、更强美元和收缩的风险偏好。债券、顺周期商品大概率承压，黄金短期也可能因实际利率上行和流动性冲击而走弱。但资产的反应并非线性：后续</a:t>
            </a:r>
            <a:r>
              <a:rPr kumimoji="1" lang="en-US" altLang="zh-CN" sz="1200" b="0" i="0" u="none" strike="noStrike" kern="1200" cap="none" spc="0" normalizeH="0" baseline="0" noProof="0" dirty="0">
                <a:ln>
                  <a:noFill/>
                </a:ln>
                <a:solidFill>
                  <a:prstClr val="black"/>
                </a:solidFill>
                <a:effectLst/>
                <a:uLnTx/>
                <a:uFillTx/>
                <a:latin typeface="思源黑体 CN Regular" panose="020B0500000000000000" pitchFamily="34" charset="-122"/>
                <a:ea typeface="思源黑体 CN Regular" panose="020B0500000000000000" pitchFamily="34" charset="-122"/>
                <a:cs typeface="+mn-cs"/>
              </a:rPr>
              <a:t>AI</a:t>
            </a:r>
            <a:r>
              <a:rPr kumimoji="1" lang="zh-CN" altLang="en-US" sz="1200" b="0" i="0" u="none" strike="noStrike" kern="1200" cap="none" spc="0" normalizeH="0" baseline="0" noProof="0" dirty="0">
                <a:ln>
                  <a:noFill/>
                </a:ln>
                <a:solidFill>
                  <a:prstClr val="black"/>
                </a:solidFill>
                <a:effectLst/>
                <a:uLnTx/>
                <a:uFillTx/>
                <a:latin typeface="思源黑体 CN Regular" panose="020B0500000000000000" pitchFamily="34" charset="-122"/>
                <a:ea typeface="思源黑体 CN Regular" panose="020B0500000000000000" pitchFamily="34" charset="-122"/>
                <a:cs typeface="+mn-cs"/>
              </a:rPr>
              <a:t>、半导体等强产业资产仍有基本面支撑，但在利率上行和政策不确定性抬升下，行情可能从单边趋势切换为更高波动、更依赖业绩确认的结构性行情；黄金也取决于紧缩是否触发全球去杠杆和避险交易，同时考虑到已计价较多加息预期，存在反向修复的可能。</a:t>
            </a:r>
            <a:endParaRPr kumimoji="1" lang="en-US" altLang="zh-CN" sz="1200" b="0" i="0" u="none" strike="noStrike" kern="1200" cap="none" spc="0" normalizeH="0" baseline="0" noProof="0" dirty="0">
              <a:ln>
                <a:noFill/>
              </a:ln>
              <a:solidFill>
                <a:prstClr val="black">
                  <a:lumMod val="85000"/>
                  <a:lumOff val="1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7" name="灯片编号占位符 5">
            <a:extLst>
              <a:ext uri="{FF2B5EF4-FFF2-40B4-BE49-F238E27FC236}">
                <a16:creationId xmlns:a16="http://schemas.microsoft.com/office/drawing/2014/main" id="{C3B9DF92-111A-ACA0-F050-9585F3CF20EF}"/>
              </a:ext>
            </a:extLst>
          </p:cNvPr>
          <p:cNvSpPr>
            <a:spLocks noGrp="1"/>
          </p:cNvSpPr>
          <p:nvPr>
            <p:ph type="sldNum" sz="quarter" idx="12"/>
          </p:nvPr>
        </p:nvSpPr>
        <p:spPr>
          <a:xfrm>
            <a:off x="8801100" y="6552000"/>
            <a:ext cx="2743200" cy="288000"/>
          </a:xfrm>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fld id="{CF8E9B99-A7A3-BA46-8A72-109BAC10AE12}" type="slidenum">
              <a:rPr kumimoji="1" lang="zh-CN" altLang="en-US" sz="900" smtClean="0"/>
              <a:pPr/>
              <a:t>2</a:t>
            </a:fld>
            <a:endParaRPr kumimoji="1" lang="zh-CN" altLang="en-US" sz="900" dirty="0"/>
          </a:p>
        </p:txBody>
      </p:sp>
    </p:spTree>
    <p:extLst>
      <p:ext uri="{BB962C8B-B14F-4D97-AF65-F5344CB8AC3E}">
        <p14:creationId xmlns:p14="http://schemas.microsoft.com/office/powerpoint/2010/main" val="1342530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665029" y="3733800"/>
            <a:ext cx="2830285" cy="286232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8000" b="0" i="0" u="none" strike="noStrike" kern="1200" cap="none" spc="0" normalizeH="0" baseline="0" noProof="0" dirty="0">
                <a:ln>
                  <a:noFill/>
                </a:ln>
                <a:solidFill>
                  <a:srgbClr val="353160"/>
                </a:solidFill>
                <a:effectLst/>
                <a:uLnTx/>
                <a:uFillTx/>
                <a:latin typeface="Source Han Sans CN Light" panose="020B0800000000000000" pitchFamily="34" charset="-128"/>
                <a:ea typeface="Source Han Sans CN Light" panose="020B0800000000000000" pitchFamily="34" charset="-128"/>
                <a:cs typeface="+mn-cs"/>
              </a:rPr>
              <a:t>01</a:t>
            </a:r>
            <a:endParaRPr kumimoji="1" lang="zh-CN" altLang="en-US" sz="18000" b="0" i="0" u="none" strike="noStrike" kern="1200" cap="none" spc="0" normalizeH="0" baseline="0" noProof="0" dirty="0">
              <a:ln>
                <a:noFill/>
              </a:ln>
              <a:solidFill>
                <a:srgbClr val="353160"/>
              </a:solidFill>
              <a:effectLst/>
              <a:uLnTx/>
              <a:uFillTx/>
              <a:latin typeface="Source Han Sans CN Light" panose="020B0800000000000000" pitchFamily="34" charset="-128"/>
              <a:ea typeface="Source Han Sans CN Light" panose="020B0800000000000000" pitchFamily="34" charset="-128"/>
              <a:cs typeface="+mn-cs"/>
            </a:endParaRPr>
          </a:p>
        </p:txBody>
      </p:sp>
      <p:sp>
        <p:nvSpPr>
          <p:cNvPr id="6" name="标题 3">
            <a:extLst>
              <a:ext uri="{FF2B5EF4-FFF2-40B4-BE49-F238E27FC236}">
                <a16:creationId xmlns:a16="http://schemas.microsoft.com/office/drawing/2014/main" id="{B38FF7AA-0D07-0ED2-57AA-648E288B4047}"/>
              </a:ext>
            </a:extLst>
          </p:cNvPr>
          <p:cNvSpPr>
            <a:spLocks noGrp="1"/>
          </p:cNvSpPr>
          <p:nvPr>
            <p:ph type="title"/>
          </p:nvPr>
        </p:nvSpPr>
        <p:spPr>
          <a:xfrm>
            <a:off x="1260566" y="1218566"/>
            <a:ext cx="10047514" cy="799645"/>
          </a:xfrm>
        </p:spPr>
        <p:txBody>
          <a:bodyPr>
            <a:normAutofit fontScale="90000"/>
          </a:bodyPr>
          <a:lstStyle/>
          <a:p>
            <a:pPr>
              <a:lnSpc>
                <a:spcPct val="100000"/>
              </a:lnSpc>
            </a:pPr>
            <a:r>
              <a:rPr lang="en-US" altLang="zh-CN" dirty="0"/>
              <a:t>FOMC</a:t>
            </a:r>
            <a:r>
              <a:rPr lang="zh-CN" altLang="en-US" dirty="0"/>
              <a:t>会议受瞩目的数据背景</a:t>
            </a:r>
            <a:br>
              <a:rPr lang="en-US" altLang="zh-CN" dirty="0"/>
            </a:br>
            <a:r>
              <a:rPr lang="en-US" altLang="zh-CN" dirty="0"/>
              <a:t>——5</a:t>
            </a:r>
            <a:r>
              <a:rPr lang="zh-CN" altLang="en-US" dirty="0"/>
              <a:t>月美国非农与</a:t>
            </a:r>
            <a:r>
              <a:rPr lang="en-US" altLang="zh-CN" dirty="0"/>
              <a:t>CPI</a:t>
            </a:r>
            <a:r>
              <a:rPr lang="zh-CN" altLang="en-US" dirty="0"/>
              <a:t>回顾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2C6A-F6C9-E314-18EB-ECAE467D59A7}"/>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DCD36BD-B8B9-E698-0F93-1AB8F14E4B96}"/>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3" name="文本框 2">
            <a:extLst>
              <a:ext uri="{FF2B5EF4-FFF2-40B4-BE49-F238E27FC236}">
                <a16:creationId xmlns:a16="http://schemas.microsoft.com/office/drawing/2014/main" id="{48FED571-EBD9-968C-B0B7-3DAB8C527CE5}"/>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Bureau of Labor Statistics</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sp>
        <p:nvSpPr>
          <p:cNvPr id="4" name="内容占位符 2">
            <a:extLst>
              <a:ext uri="{FF2B5EF4-FFF2-40B4-BE49-F238E27FC236}">
                <a16:creationId xmlns:a16="http://schemas.microsoft.com/office/drawing/2014/main" id="{4E54EEB5-2507-CFC3-1A5A-EA3B602B6242}"/>
              </a:ext>
            </a:extLst>
          </p:cNvPr>
          <p:cNvSpPr txBox="1"/>
          <p:nvPr/>
        </p:nvSpPr>
        <p:spPr>
          <a:xfrm>
            <a:off x="424070" y="1363925"/>
            <a:ext cx="10947402" cy="494563"/>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5</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月的非农数据显示出就业市场明显回暖的迹象，且先前广泛担忧的</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AI</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对就业市场的负向扰动尚未发生。但结构并非全面过热，更偏“防御性就业支撑”。</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D565486B-6F10-3891-44EE-EECFD8E33048}"/>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非农超预期，就业尚未全面升温</a:t>
            </a:r>
          </a:p>
        </p:txBody>
      </p:sp>
      <p:graphicFrame>
        <p:nvGraphicFramePr>
          <p:cNvPr id="2" name="表格 1">
            <a:extLst>
              <a:ext uri="{FF2B5EF4-FFF2-40B4-BE49-F238E27FC236}">
                <a16:creationId xmlns:a16="http://schemas.microsoft.com/office/drawing/2014/main" id="{A7C2D96A-3A5F-F86E-D7F2-1C64E8AC595B}"/>
              </a:ext>
            </a:extLst>
          </p:cNvPr>
          <p:cNvGraphicFramePr>
            <a:graphicFrameLocks noGrp="1"/>
          </p:cNvGraphicFramePr>
          <p:nvPr>
            <p:extLst>
              <p:ext uri="{D42A27DB-BD31-4B8C-83A1-F6EECF244321}">
                <p14:modId xmlns:p14="http://schemas.microsoft.com/office/powerpoint/2010/main" val="1915790760"/>
              </p:ext>
            </p:extLst>
          </p:nvPr>
        </p:nvGraphicFramePr>
        <p:xfrm>
          <a:off x="685800" y="2000790"/>
          <a:ext cx="10603989" cy="4320000"/>
        </p:xfrm>
        <a:graphic>
          <a:graphicData uri="http://schemas.openxmlformats.org/drawingml/2006/table">
            <a:tbl>
              <a:tblPr firstRow="1" firstCol="1" bandRow="1"/>
              <a:tblGrid>
                <a:gridCol w="2700337">
                  <a:extLst>
                    <a:ext uri="{9D8B030D-6E8A-4147-A177-3AD203B41FA5}">
                      <a16:colId xmlns:a16="http://schemas.microsoft.com/office/drawing/2014/main" val="1758274688"/>
                    </a:ext>
                  </a:extLst>
                </a:gridCol>
                <a:gridCol w="2632328">
                  <a:extLst>
                    <a:ext uri="{9D8B030D-6E8A-4147-A177-3AD203B41FA5}">
                      <a16:colId xmlns:a16="http://schemas.microsoft.com/office/drawing/2014/main" val="3133897864"/>
                    </a:ext>
                  </a:extLst>
                </a:gridCol>
                <a:gridCol w="5271324">
                  <a:extLst>
                    <a:ext uri="{9D8B030D-6E8A-4147-A177-3AD203B41FA5}">
                      <a16:colId xmlns:a16="http://schemas.microsoft.com/office/drawing/2014/main" val="4229867880"/>
                    </a:ext>
                  </a:extLst>
                </a:gridCol>
              </a:tblGrid>
              <a:tr h="540000">
                <a:tc>
                  <a:txBody>
                    <a:bodyPr/>
                    <a:lstStyle/>
                    <a:p>
                      <a:pPr algn="ctr">
                        <a:buNone/>
                      </a:pPr>
                      <a:r>
                        <a:rPr lang="zh-CN" sz="110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行业</a:t>
                      </a:r>
                      <a:r>
                        <a:rPr lang="en-US" sz="110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r>
                        <a:rPr lang="zh-CN" sz="110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部门</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160"/>
                    </a:solidFill>
                  </a:tcPr>
                </a:tc>
                <a:tc>
                  <a:txBody>
                    <a:bodyPr/>
                    <a:lstStyle/>
                    <a:p>
                      <a:pPr algn="ctr">
                        <a:buNone/>
                      </a:pPr>
                      <a:r>
                        <a:rPr lang="en-US" sz="110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5</a:t>
                      </a:r>
                      <a:r>
                        <a:rPr lang="zh-CN" sz="110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月就业变化</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160"/>
                    </a:solidFill>
                  </a:tcPr>
                </a:tc>
                <a:tc>
                  <a:txBody>
                    <a:bodyPr/>
                    <a:lstStyle/>
                    <a:p>
                      <a:pPr algn="ctr">
                        <a:buNone/>
                      </a:pPr>
                      <a:r>
                        <a:rPr lang="zh-CN" sz="110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解读</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160"/>
                    </a:solidFill>
                  </a:tcPr>
                </a:tc>
                <a:extLst>
                  <a:ext uri="{0D108BD9-81ED-4DB2-BD59-A6C34878D82A}">
                    <a16:rowId xmlns:a16="http://schemas.microsoft.com/office/drawing/2014/main" val="3262473144"/>
                  </a:ext>
                </a:extLst>
              </a:tr>
              <a:tr h="540000">
                <a:tc>
                  <a:txBody>
                    <a:bodyPr/>
                    <a:lstStyle/>
                    <a:p>
                      <a:pPr algn="ct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休闲和酒店业</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70,000</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显著高于过去</a:t>
                      </a: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12</a:t>
                      </a: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个月平均每月</a:t>
                      </a: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+14,000</a:t>
                      </a: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；其中餐饮服务和饮酒场所</a:t>
                      </a: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+48,000</a:t>
                      </a: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180942"/>
                  </a:ext>
                </a:extLst>
              </a:tr>
              <a:tr h="540000">
                <a:tc>
                  <a:txBody>
                    <a:bodyPr/>
                    <a:lstStyle/>
                    <a:p>
                      <a:pPr algn="ct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地方政府</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55,000</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主要自地方政府（不含教育）</a:t>
                      </a: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+44,000</a:t>
                      </a: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194282"/>
                  </a:ext>
                </a:extLst>
              </a:tr>
              <a:tr h="540000">
                <a:tc>
                  <a:txBody>
                    <a:bodyPr/>
                    <a:lstStyle/>
                    <a:p>
                      <a:pPr algn="ct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医疗保健</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35,000</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与过去</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12</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个月平均每月</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+38,000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基本一致；门诊医疗服务</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+26,000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，医院</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+6,000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7839134"/>
                  </a:ext>
                </a:extLst>
              </a:tr>
              <a:tr h="540000">
                <a:tc>
                  <a:txBody>
                    <a:bodyPr/>
                    <a:lstStyle/>
                    <a:p>
                      <a:pPr algn="ct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社会救助</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12,000</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继续趋势性增加。主要自个人及家庭服务</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+10,000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5486404"/>
                  </a:ext>
                </a:extLst>
              </a:tr>
              <a:tr h="540000">
                <a:tc>
                  <a:txBody>
                    <a:bodyPr/>
                    <a:lstStyle/>
                    <a:p>
                      <a:pPr algn="ct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采矿、采石和油气开采</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5,000</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自</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月以来累计增加</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+10,000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5623957"/>
                  </a:ext>
                </a:extLst>
              </a:tr>
              <a:tr h="540000">
                <a:tc>
                  <a:txBody>
                    <a:bodyPr/>
                    <a:lstStyle/>
                    <a:p>
                      <a:pPr algn="ct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金融活动</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-22,000</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保险及相关活动</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-11,000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，商业银行</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-3,000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；自</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2025</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年</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5</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月高点以来累计</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-107,000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0963538"/>
                  </a:ext>
                </a:extLst>
              </a:tr>
              <a:tr h="540000">
                <a:tc>
                  <a:txBody>
                    <a:bodyPr/>
                    <a:lstStyle/>
                    <a:p>
                      <a:pPr algn="ctr">
                        <a:buNone/>
                      </a:pPr>
                      <a:r>
                        <a:rPr lang="zh-CN"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运输仓储</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buNone/>
                      </a:pPr>
                      <a:r>
                        <a:rPr lang="en-US" sz="11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1,000</a:t>
                      </a:r>
                      <a:endParaRPr lang="zh-CN" sz="105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基本持平；其中航空运输</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-9,000</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，主要由于</a:t>
                      </a:r>
                      <a:r>
                        <a:rPr lang="en-US"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Spirit Airlines</a:t>
                      </a:r>
                      <a:r>
                        <a:rPr lang="zh-CN" sz="11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公司的关闭。</a:t>
                      </a:r>
                      <a:endParaRPr lang="zh-CN" sz="105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839045"/>
                  </a:ext>
                </a:extLst>
              </a:tr>
            </a:tbl>
          </a:graphicData>
        </a:graphic>
      </p:graphicFrame>
    </p:spTree>
    <p:extLst>
      <p:ext uri="{BB962C8B-B14F-4D97-AF65-F5344CB8AC3E}">
        <p14:creationId xmlns:p14="http://schemas.microsoft.com/office/powerpoint/2010/main" val="3065306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2C6A-F6C9-E314-18EB-ECAE467D59A7}"/>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DCD36BD-B8B9-E698-0F93-1AB8F14E4B96}"/>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4E54EEB5-2507-CFC3-1A5A-EA3B602B6242}"/>
              </a:ext>
            </a:extLst>
          </p:cNvPr>
          <p:cNvSpPr txBox="1"/>
          <p:nvPr/>
        </p:nvSpPr>
        <p:spPr>
          <a:xfrm>
            <a:off x="424070" y="1363926"/>
            <a:ext cx="10947402" cy="702380"/>
          </a:xfrm>
          <a:prstGeom prst="rect">
            <a:avLst/>
          </a:prstGeom>
        </p:spPr>
        <p:txBody>
          <a:bodyPr vert="horz" lIns="9000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spcAft>
                <a:spcPts val="1300"/>
              </a:spcAft>
              <a:buFont typeface="Wingdings" panose="05000000000000000000" pitchFamily="2" charset="2"/>
              <a:buChar char="n"/>
              <a:defRPr/>
            </a:pPr>
            <a:r>
              <a:rPr kumimoji="1" lang="zh-CN" altLang="en-US"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美国</a:t>
            </a:r>
            <a:r>
              <a:rPr kumimoji="1" lang="en-US" altLang="zh-CN"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5</a:t>
            </a:r>
            <a:r>
              <a:rPr kumimoji="1" lang="zh-CN" altLang="en-US"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a:t>
            </a:r>
            <a:r>
              <a:rPr kumimoji="1" lang="en-US" altLang="zh-CN"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CPI</a:t>
            </a:r>
            <a:r>
              <a:rPr kumimoji="1" lang="zh-CN" altLang="en-US"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表面高位通胀，但实际上持平预期，已进入定价。</a:t>
            </a:r>
            <a:endParaRPr kumimoji="1" lang="en-US" altLang="zh-CN"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a:p>
            <a:pPr marL="285750" lvl="0" indent="-285750">
              <a:spcAft>
                <a:spcPts val="1300"/>
              </a:spcAft>
              <a:buFont typeface="Wingdings" panose="05000000000000000000" pitchFamily="2" charset="2"/>
              <a:buChar char="n"/>
              <a:defRPr/>
            </a:pPr>
            <a:r>
              <a:rPr kumimoji="1" lang="zh-CN" altLang="en-US"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能源项推升</a:t>
            </a:r>
            <a:r>
              <a:rPr kumimoji="1" lang="en-US" altLang="zh-CN"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headline CPI</a:t>
            </a:r>
            <a:r>
              <a:rPr kumimoji="1" lang="zh-CN" altLang="en-US"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，但核心</a:t>
            </a:r>
            <a:r>
              <a:rPr kumimoji="1" lang="en-US" altLang="zh-CN"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CPI</a:t>
            </a:r>
            <a:r>
              <a:rPr kumimoji="1" lang="zh-CN" altLang="en-US"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相对温和。</a:t>
            </a:r>
            <a:endParaRPr kumimoji="1" lang="en-US" altLang="zh-CN" sz="16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D565486B-6F10-3891-44EE-EECFD8E33048}"/>
              </a:ext>
            </a:extLst>
          </p:cNvPr>
          <p:cNvSpPr>
            <a:spLocks noGrp="1"/>
          </p:cNvSpPr>
          <p:nvPr>
            <p:ph type="title"/>
          </p:nvPr>
        </p:nvSpPr>
        <p:spPr/>
        <p:txBody>
          <a:bodyPr/>
          <a:lstStyle/>
          <a:p>
            <a:r>
              <a:rPr kumimoji="1" lang="en-US" altLang="zh-CN" dirty="0">
                <a:latin typeface="Arial" panose="020B0604020202020204" pitchFamily="34" charset="0"/>
                <a:cs typeface="Arial" panose="020B0604020202020204" pitchFamily="34" charset="0"/>
              </a:rPr>
              <a:t>CPI</a:t>
            </a:r>
            <a:r>
              <a:rPr kumimoji="1" lang="zh-CN" altLang="en-US" dirty="0">
                <a:latin typeface="Arial" panose="020B0604020202020204" pitchFamily="34" charset="0"/>
                <a:cs typeface="Arial" panose="020B0604020202020204" pitchFamily="34" charset="0"/>
              </a:rPr>
              <a:t>绝对数值高涨，内部结构相对温和</a:t>
            </a:r>
          </a:p>
        </p:txBody>
      </p:sp>
      <p:sp>
        <p:nvSpPr>
          <p:cNvPr id="5" name="文本框 4">
            <a:extLst>
              <a:ext uri="{FF2B5EF4-FFF2-40B4-BE49-F238E27FC236}">
                <a16:creationId xmlns:a16="http://schemas.microsoft.com/office/drawing/2014/main" id="{FAF047B0-9203-6018-C95B-320566838CBC}"/>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Wind</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Bureau of Labor Statistics</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3" name="图表 2">
            <a:extLst>
              <a:ext uri="{FF2B5EF4-FFF2-40B4-BE49-F238E27FC236}">
                <a16:creationId xmlns:a16="http://schemas.microsoft.com/office/drawing/2014/main" id="{30781049-2E09-C6F6-AE14-8D75FEF2E32C}"/>
              </a:ext>
            </a:extLst>
          </p:cNvPr>
          <p:cNvGraphicFramePr/>
          <p:nvPr>
            <p:extLst>
              <p:ext uri="{D42A27DB-BD31-4B8C-83A1-F6EECF244321}">
                <p14:modId xmlns:p14="http://schemas.microsoft.com/office/powerpoint/2010/main" val="4024296773"/>
              </p:ext>
            </p:extLst>
          </p:nvPr>
        </p:nvGraphicFramePr>
        <p:xfrm>
          <a:off x="759453" y="2285327"/>
          <a:ext cx="4833826" cy="38720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表格 5">
            <a:extLst>
              <a:ext uri="{FF2B5EF4-FFF2-40B4-BE49-F238E27FC236}">
                <a16:creationId xmlns:a16="http://schemas.microsoft.com/office/drawing/2014/main" id="{FC52DC50-ADCB-AB3E-3049-81521683AB50}"/>
              </a:ext>
            </a:extLst>
          </p:cNvPr>
          <p:cNvGraphicFramePr>
            <a:graphicFrameLocks noGrp="1"/>
          </p:cNvGraphicFramePr>
          <p:nvPr>
            <p:extLst>
              <p:ext uri="{D42A27DB-BD31-4B8C-83A1-F6EECF244321}">
                <p14:modId xmlns:p14="http://schemas.microsoft.com/office/powerpoint/2010/main" val="3752525038"/>
              </p:ext>
            </p:extLst>
          </p:nvPr>
        </p:nvGraphicFramePr>
        <p:xfrm>
          <a:off x="6483926" y="2285326"/>
          <a:ext cx="5260767" cy="3994822"/>
        </p:xfrm>
        <a:graphic>
          <a:graphicData uri="http://schemas.openxmlformats.org/drawingml/2006/table">
            <a:tbl>
              <a:tblPr firstRow="1" firstCol="1" bandRow="1"/>
              <a:tblGrid>
                <a:gridCol w="1649154">
                  <a:extLst>
                    <a:ext uri="{9D8B030D-6E8A-4147-A177-3AD203B41FA5}">
                      <a16:colId xmlns:a16="http://schemas.microsoft.com/office/drawing/2014/main" val="3720022086"/>
                    </a:ext>
                  </a:extLst>
                </a:gridCol>
                <a:gridCol w="721934">
                  <a:extLst>
                    <a:ext uri="{9D8B030D-6E8A-4147-A177-3AD203B41FA5}">
                      <a16:colId xmlns:a16="http://schemas.microsoft.com/office/drawing/2014/main" val="3370225509"/>
                    </a:ext>
                  </a:extLst>
                </a:gridCol>
                <a:gridCol w="695020">
                  <a:extLst>
                    <a:ext uri="{9D8B030D-6E8A-4147-A177-3AD203B41FA5}">
                      <a16:colId xmlns:a16="http://schemas.microsoft.com/office/drawing/2014/main" val="1570199021"/>
                    </a:ext>
                  </a:extLst>
                </a:gridCol>
                <a:gridCol w="2194659">
                  <a:extLst>
                    <a:ext uri="{9D8B030D-6E8A-4147-A177-3AD203B41FA5}">
                      <a16:colId xmlns:a16="http://schemas.microsoft.com/office/drawing/2014/main" val="3208351116"/>
                    </a:ext>
                  </a:extLst>
                </a:gridCol>
              </a:tblGrid>
              <a:tr h="343504">
                <a:tc>
                  <a:txBody>
                    <a:bodyPr/>
                    <a:lstStyle/>
                    <a:p>
                      <a:pPr algn="ctr">
                        <a:buNone/>
                      </a:pPr>
                      <a:r>
                        <a:rPr lang="zh-CN" sz="1050" b="1" dirty="0">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指标</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95B3D7"/>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95B3D7"/>
                      </a:solidFill>
                      <a:prstDash val="solid"/>
                      <a:round/>
                      <a:headEnd type="none" w="med" len="med"/>
                      <a:tailEnd type="none" w="med" len="med"/>
                    </a:lnB>
                    <a:solidFill>
                      <a:srgbClr val="2E3160"/>
                    </a:solidFill>
                  </a:tcPr>
                </a:tc>
                <a:tc>
                  <a:txBody>
                    <a:bodyPr/>
                    <a:lstStyle/>
                    <a:p>
                      <a:pPr algn="ctr">
                        <a:buNone/>
                      </a:pPr>
                      <a:r>
                        <a:rPr lang="en-US" sz="1050" b="1">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5</a:t>
                      </a:r>
                      <a:r>
                        <a:rPr lang="zh-CN" sz="1050" b="1">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月季调后环比</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5B3D7"/>
                      </a:solidFill>
                      <a:prstDash val="solid"/>
                      <a:round/>
                      <a:headEnd type="none" w="med" len="med"/>
                      <a:tailEnd type="none" w="med" len="med"/>
                    </a:lnB>
                    <a:solidFill>
                      <a:srgbClr val="2E3160"/>
                    </a:solidFill>
                  </a:tcPr>
                </a:tc>
                <a:tc>
                  <a:txBody>
                    <a:bodyPr/>
                    <a:lstStyle/>
                    <a:p>
                      <a:pPr algn="ctr">
                        <a:buNone/>
                      </a:pPr>
                      <a:r>
                        <a:rPr lang="en-US" sz="1050" b="1">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5</a:t>
                      </a:r>
                      <a:r>
                        <a:rPr lang="zh-CN" sz="1050" b="1">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月同比</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5B3D7"/>
                      </a:solidFill>
                      <a:prstDash val="solid"/>
                      <a:round/>
                      <a:headEnd type="none" w="med" len="med"/>
                      <a:tailEnd type="none" w="med" len="med"/>
                    </a:lnB>
                    <a:solidFill>
                      <a:srgbClr val="2E3160"/>
                    </a:solidFill>
                  </a:tcPr>
                </a:tc>
                <a:tc>
                  <a:txBody>
                    <a:bodyPr/>
                    <a:lstStyle/>
                    <a:p>
                      <a:pPr algn="ctr">
                        <a:buNone/>
                      </a:pPr>
                      <a:r>
                        <a:rPr lang="zh-CN" sz="1050" b="1">
                          <a:solidFill>
                            <a:srgbClr val="FFFFFF"/>
                          </a:solidFill>
                          <a:effectLst/>
                          <a:latin typeface="思源黑体 CN Medium" panose="020B0600000000000000" pitchFamily="34" charset="-122"/>
                          <a:ea typeface="思源黑体 CN Medium" panose="020B0600000000000000" pitchFamily="34" charset="-122"/>
                          <a:cs typeface="宋体" panose="02010600030101010101" pitchFamily="2" charset="-122"/>
                        </a:rPr>
                        <a:t>相比预期</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5B3D7"/>
                      </a:solidFill>
                      <a:prstDash val="solid"/>
                      <a:round/>
                      <a:headEnd type="none" w="med" len="med"/>
                      <a:tailEnd type="none" w="med" len="med"/>
                    </a:lnB>
                    <a:solidFill>
                      <a:srgbClr val="2E3160"/>
                    </a:solidFill>
                  </a:tcPr>
                </a:tc>
                <a:extLst>
                  <a:ext uri="{0D108BD9-81ED-4DB2-BD59-A6C34878D82A}">
                    <a16:rowId xmlns:a16="http://schemas.microsoft.com/office/drawing/2014/main" val="3447655601"/>
                  </a:ext>
                </a:extLst>
              </a:tr>
              <a:tr h="756981">
                <a:tc>
                  <a:txBody>
                    <a:bodyPr/>
                    <a:lstStyle/>
                    <a:p>
                      <a:pPr algn="ctr">
                        <a:buNone/>
                      </a:pPr>
                      <a:r>
                        <a:rPr lang="en-US"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Headline CPI</a:t>
                      </a:r>
                      <a:r>
                        <a:rPr lang="zh-CN"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（包括所有项目）</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5B3D7"/>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0.5%</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95B3D7"/>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4.2%</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95B3D7"/>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环比预期：</a:t>
                      </a: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+0.5%</a:t>
                      </a: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；同比预期：</a:t>
                      </a: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+4.2%</a:t>
                      </a: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。实际环比符合预期；实际同比符合预期。</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95B3D7"/>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11848288"/>
                  </a:ext>
                </a:extLst>
              </a:tr>
              <a:tr h="756981">
                <a:tc>
                  <a:txBody>
                    <a:bodyPr/>
                    <a:lstStyle/>
                    <a:p>
                      <a:pPr algn="ctr">
                        <a:buNone/>
                      </a:pPr>
                      <a:r>
                        <a:rPr lang="zh-CN" sz="105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核心</a:t>
                      </a:r>
                      <a:r>
                        <a:rPr lang="en-US" sz="105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CPI</a:t>
                      </a:r>
                      <a:r>
                        <a:rPr lang="zh-CN" sz="105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（去除食品和能源项）</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0.2%</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2.9%</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环比预期：</a:t>
                      </a: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+0.3%</a:t>
                      </a: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；同比预期：</a:t>
                      </a: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+2.9%</a:t>
                      </a: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。实际环比低于预期</a:t>
                      </a: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0.1pct</a:t>
                      </a:r>
                      <a:r>
                        <a:rPr lang="zh-CN"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；实际同比符合预期。</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45383496"/>
                  </a:ext>
                </a:extLst>
              </a:tr>
              <a:tr h="534339">
                <a:tc>
                  <a:txBody>
                    <a:bodyPr/>
                    <a:lstStyle/>
                    <a:p>
                      <a:pPr algn="ctr">
                        <a:buNone/>
                      </a:pPr>
                      <a:r>
                        <a:rPr lang="zh-CN" sz="105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能源项</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3.9%</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23.5%</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zh-CN"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市场一致预期通常不覆盖该分项</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1216719"/>
                  </a:ext>
                </a:extLst>
              </a:tr>
              <a:tr h="534339">
                <a:tc>
                  <a:txBody>
                    <a:bodyPr/>
                    <a:lstStyle/>
                    <a:p>
                      <a:pPr algn="ctr">
                        <a:buNone/>
                      </a:pPr>
                      <a:r>
                        <a:rPr lang="zh-CN" sz="105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食品项</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0.2%</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3.1%</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zh-CN"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市场一致预期通常不覆盖该分项</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8325255"/>
                  </a:ext>
                </a:extLst>
              </a:tr>
              <a:tr h="534339">
                <a:tc>
                  <a:txBody>
                    <a:bodyPr/>
                    <a:lstStyle/>
                    <a:p>
                      <a:pPr algn="ctr">
                        <a:buNone/>
                      </a:pPr>
                      <a:r>
                        <a:rPr lang="zh-CN"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核心</a:t>
                      </a:r>
                      <a:r>
                        <a:rPr lang="en-US"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CPI</a:t>
                      </a:r>
                      <a:r>
                        <a:rPr lang="zh-CN"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中的核心商品项</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-0.1%</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1.1%</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zh-CN"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市场一致预期通常不覆盖该分项</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0322891"/>
                  </a:ext>
                </a:extLst>
              </a:tr>
              <a:tr h="534339">
                <a:tc>
                  <a:txBody>
                    <a:bodyPr/>
                    <a:lstStyle/>
                    <a:p>
                      <a:pPr algn="ctr">
                        <a:buNone/>
                      </a:pPr>
                      <a:r>
                        <a:rPr lang="zh-CN"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核心</a:t>
                      </a:r>
                      <a:r>
                        <a:rPr lang="en-US"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CPI</a:t>
                      </a:r>
                      <a:r>
                        <a:rPr lang="zh-CN" sz="105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中的核心服务项</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0.3%</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05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3.4%</a:t>
                      </a:r>
                      <a:endParaRPr lang="zh-CN" sz="10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zh-CN" sz="105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市场一致预期通常不覆盖该分项</a:t>
                      </a:r>
                      <a:endParaRPr lang="zh-CN" sz="10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95B3D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4613619"/>
                  </a:ext>
                </a:extLst>
              </a:tr>
            </a:tbl>
          </a:graphicData>
        </a:graphic>
      </p:graphicFrame>
    </p:spTree>
    <p:extLst>
      <p:ext uri="{BB962C8B-B14F-4D97-AF65-F5344CB8AC3E}">
        <p14:creationId xmlns:p14="http://schemas.microsoft.com/office/powerpoint/2010/main" val="2266633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A5F7C-A752-61EB-62FC-9B27D05ABCE7}"/>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D3AF5659-808E-72D3-8943-BD8C282751D2}"/>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342158DE-0C9E-A1AF-12BE-3E16616682DB}"/>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虽然本次最新</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CPI</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主要受到能源驱使，属于外部冲击，但仍有风险转为更顽固的内生性通胀。</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a:p>
            <a:pPr marL="285750" lvl="0" indent="-285750">
              <a:lnSpc>
                <a:spcPts val="2200"/>
              </a:lnSpc>
              <a:spcBef>
                <a:spcPts val="600"/>
              </a:spcBef>
              <a:spcAft>
                <a:spcPts val="600"/>
              </a:spcAft>
              <a:buFont typeface="Wingdings" panose="05000000000000000000" pitchFamily="2" charset="2"/>
              <a:buChar char="n"/>
              <a:defRPr/>
            </a:pP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Q4</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公布的</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2026Q3 ECI</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数据有一定可能转而上行。一旦这一数据拐点出现，工资重新加速，便会坐实通胀压力从外部冲击转向更顽固的内生性通胀，从而迫使美联储考虑加速加息的节奏。</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31B02E94-11E8-5650-CC25-59958FF181B5}"/>
              </a:ext>
            </a:extLst>
          </p:cNvPr>
          <p:cNvSpPr>
            <a:spLocks noGrp="1"/>
          </p:cNvSpPr>
          <p:nvPr>
            <p:ph type="title"/>
          </p:nvPr>
        </p:nvSpPr>
        <p:spPr/>
        <p:txBody>
          <a:bodyPr/>
          <a:lstStyle/>
          <a:p>
            <a:r>
              <a:rPr kumimoji="1" lang="en-US" altLang="zh-CN" dirty="0">
                <a:latin typeface="Arial" panose="020B0604020202020204" pitchFamily="34" charset="0"/>
                <a:cs typeface="Arial" panose="020B0604020202020204" pitchFamily="34" charset="0"/>
              </a:rPr>
              <a:t>CPI</a:t>
            </a:r>
            <a:r>
              <a:rPr kumimoji="1" lang="zh-CN" altLang="en-US" dirty="0">
                <a:latin typeface="Arial" panose="020B0604020202020204" pitchFamily="34" charset="0"/>
                <a:cs typeface="Arial" panose="020B0604020202020204" pitchFamily="34" charset="0"/>
              </a:rPr>
              <a:t>的隐忧</a:t>
            </a:r>
          </a:p>
        </p:txBody>
      </p:sp>
      <p:sp>
        <p:nvSpPr>
          <p:cNvPr id="5" name="文本框 4">
            <a:extLst>
              <a:ext uri="{FF2B5EF4-FFF2-40B4-BE49-F238E27FC236}">
                <a16:creationId xmlns:a16="http://schemas.microsoft.com/office/drawing/2014/main" id="{B727615F-9880-57A8-DAB4-D0AC2C51D7C9}"/>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FRED</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8" name="图表 7">
            <a:extLst>
              <a:ext uri="{FF2B5EF4-FFF2-40B4-BE49-F238E27FC236}">
                <a16:creationId xmlns:a16="http://schemas.microsoft.com/office/drawing/2014/main" id="{4544066B-25DA-8140-AECE-8D5947C3F682}"/>
              </a:ext>
            </a:extLst>
          </p:cNvPr>
          <p:cNvGraphicFramePr/>
          <p:nvPr>
            <p:extLst>
              <p:ext uri="{D42A27DB-BD31-4B8C-83A1-F6EECF244321}">
                <p14:modId xmlns:p14="http://schemas.microsoft.com/office/powerpoint/2010/main" val="1116254586"/>
              </p:ext>
            </p:extLst>
          </p:nvPr>
        </p:nvGraphicFramePr>
        <p:xfrm>
          <a:off x="685800" y="2447541"/>
          <a:ext cx="11064833" cy="38326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3305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6C6B-6719-7393-5B7A-9F0DB522ABF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E18D188-DD2F-5235-2EFD-6379F4F4EB01}"/>
              </a:ext>
            </a:extLst>
          </p:cNvPr>
          <p:cNvSpPr>
            <a:spLocks noGrp="1"/>
          </p:cNvSpPr>
          <p:nvPr>
            <p:ph type="title"/>
          </p:nvPr>
        </p:nvSpPr>
        <p:spPr>
          <a:xfrm>
            <a:off x="1260566" y="1218566"/>
            <a:ext cx="10047514" cy="799645"/>
          </a:xfrm>
        </p:spPr>
        <p:txBody>
          <a:bodyPr>
            <a:normAutofit fontScale="90000"/>
          </a:bodyPr>
          <a:lstStyle/>
          <a:p>
            <a:pPr>
              <a:lnSpc>
                <a:spcPct val="100000"/>
              </a:lnSpc>
            </a:pPr>
            <a:r>
              <a:rPr lang="en-US" altLang="zh-CN" dirty="0"/>
              <a:t>6</a:t>
            </a:r>
            <a:r>
              <a:rPr lang="zh-CN" altLang="en-US" dirty="0"/>
              <a:t>月</a:t>
            </a:r>
            <a:r>
              <a:rPr lang="en-US" altLang="zh-CN" dirty="0"/>
              <a:t>17</a:t>
            </a:r>
            <a:r>
              <a:rPr lang="zh-CN" altLang="en-US" dirty="0"/>
              <a:t>日美联储</a:t>
            </a:r>
            <a:r>
              <a:rPr lang="en-US" altLang="zh-CN" dirty="0"/>
              <a:t>FOMC</a:t>
            </a:r>
            <a:r>
              <a:rPr lang="zh-CN" altLang="en-US" dirty="0"/>
              <a:t>：</a:t>
            </a:r>
            <a:br>
              <a:rPr lang="en-US" altLang="zh-CN" dirty="0"/>
            </a:br>
            <a:r>
              <a:rPr lang="zh-CN" altLang="en-US" dirty="0"/>
              <a:t>“没加息，但更鹰了”</a:t>
            </a:r>
          </a:p>
        </p:txBody>
      </p:sp>
      <p:sp>
        <p:nvSpPr>
          <p:cNvPr id="8" name="文本框 7">
            <a:extLst>
              <a:ext uri="{FF2B5EF4-FFF2-40B4-BE49-F238E27FC236}">
                <a16:creationId xmlns:a16="http://schemas.microsoft.com/office/drawing/2014/main" id="{1C128825-C976-7666-4286-FEB74FB69C13}"/>
              </a:ext>
            </a:extLst>
          </p:cNvPr>
          <p:cNvSpPr txBox="1"/>
          <p:nvPr/>
        </p:nvSpPr>
        <p:spPr>
          <a:xfrm>
            <a:off x="8665029" y="3733800"/>
            <a:ext cx="2830285" cy="286232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8000" b="0" i="0" u="none" strike="noStrike" kern="1200" cap="none" spc="0" normalizeH="0" baseline="0" noProof="0" dirty="0">
                <a:ln>
                  <a:noFill/>
                </a:ln>
                <a:solidFill>
                  <a:srgbClr val="353160"/>
                </a:solidFill>
                <a:effectLst/>
                <a:uLnTx/>
                <a:uFillTx/>
                <a:latin typeface="Source Han Sans CN Light" panose="020B0800000000000000" pitchFamily="34" charset="-128"/>
                <a:ea typeface="Source Han Sans CN Light" panose="020B0800000000000000" pitchFamily="34" charset="-128"/>
                <a:cs typeface="+mn-cs"/>
              </a:rPr>
              <a:t>02</a:t>
            </a:r>
            <a:endParaRPr kumimoji="1" lang="zh-CN" altLang="en-US" sz="18000" b="0" i="0" u="none" strike="noStrike" kern="1200" cap="none" spc="0" normalizeH="0" baseline="0" noProof="0" dirty="0">
              <a:ln>
                <a:noFill/>
              </a:ln>
              <a:solidFill>
                <a:srgbClr val="353160"/>
              </a:solidFill>
              <a:effectLst/>
              <a:uLnTx/>
              <a:uFillTx/>
              <a:latin typeface="Source Han Sans CN Light" panose="020B0800000000000000" pitchFamily="34" charset="-128"/>
              <a:ea typeface="Source Han Sans CN Light" panose="020B0800000000000000" pitchFamily="34" charset="-128"/>
              <a:cs typeface="+mn-cs"/>
            </a:endParaRPr>
          </a:p>
        </p:txBody>
      </p:sp>
    </p:spTree>
    <p:extLst>
      <p:ext uri="{BB962C8B-B14F-4D97-AF65-F5344CB8AC3E}">
        <p14:creationId xmlns:p14="http://schemas.microsoft.com/office/powerpoint/2010/main" val="3336142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5D0C3-B579-3B6B-BD38-294239EA0040}"/>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AE20C9CA-75CE-F0FA-FA3C-5F47F9722CFF}"/>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8EB902FE-6212-2230-89FA-A97472EE1420}"/>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6</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FOMC</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会议的利率决议本身并不意外，美联储以</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12-0</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全票通过，维持联邦基金目标利率区间在</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3.50%–3.75%</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不变。</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7307DFF6-3B96-EDE2-3737-EB34A32C2E75}"/>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利率决议</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按兵不动</a:t>
            </a:r>
          </a:p>
        </p:txBody>
      </p:sp>
      <p:sp>
        <p:nvSpPr>
          <p:cNvPr id="5" name="文本框 4">
            <a:extLst>
              <a:ext uri="{FF2B5EF4-FFF2-40B4-BE49-F238E27FC236}">
                <a16:creationId xmlns:a16="http://schemas.microsoft.com/office/drawing/2014/main" id="{A06D6534-8462-C99A-BCFF-21707E71C1E9}"/>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Wind</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2" name="图表 1">
            <a:extLst>
              <a:ext uri="{FF2B5EF4-FFF2-40B4-BE49-F238E27FC236}">
                <a16:creationId xmlns:a16="http://schemas.microsoft.com/office/drawing/2014/main" id="{DEB5AD60-B001-7E74-05FE-D568C12D9115}"/>
              </a:ext>
            </a:extLst>
          </p:cNvPr>
          <p:cNvGraphicFramePr/>
          <p:nvPr>
            <p:extLst>
              <p:ext uri="{D42A27DB-BD31-4B8C-83A1-F6EECF244321}">
                <p14:modId xmlns:p14="http://schemas.microsoft.com/office/powerpoint/2010/main" val="2525417352"/>
              </p:ext>
            </p:extLst>
          </p:nvPr>
        </p:nvGraphicFramePr>
        <p:xfrm>
          <a:off x="596471" y="2080544"/>
          <a:ext cx="5265378" cy="41996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图表 2">
            <a:extLst>
              <a:ext uri="{FF2B5EF4-FFF2-40B4-BE49-F238E27FC236}">
                <a16:creationId xmlns:a16="http://schemas.microsoft.com/office/drawing/2014/main" id="{81855173-A917-40B0-BFB2-D530CC14F11D}"/>
              </a:ext>
            </a:extLst>
          </p:cNvPr>
          <p:cNvGraphicFramePr/>
          <p:nvPr>
            <p:extLst>
              <p:ext uri="{D42A27DB-BD31-4B8C-83A1-F6EECF244321}">
                <p14:modId xmlns:p14="http://schemas.microsoft.com/office/powerpoint/2010/main" val="4194214448"/>
              </p:ext>
            </p:extLst>
          </p:nvPr>
        </p:nvGraphicFramePr>
        <p:xfrm>
          <a:off x="6401580" y="2080544"/>
          <a:ext cx="4969892" cy="41996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42593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94D82-4AEF-A282-535D-4F5C1A44DC86}"/>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C034AEC-E580-E7ED-2919-7B0255035CD9}"/>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0BCCC7DD-A3B2-4D46-E22E-1067503EC41F}"/>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更值得关注的是，美联储的沟通方式出现明显变化。此次议息声明篇幅被大幅压缩，接近缩减三分之二，整体表述更加克制，减少了对未来路径的暗示。</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FF126402-2331-55E2-9965-DCB0CCE49A0B}"/>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利率决议</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按兵不动</a:t>
            </a:r>
          </a:p>
        </p:txBody>
      </p:sp>
      <p:sp>
        <p:nvSpPr>
          <p:cNvPr id="5" name="文本框 4">
            <a:extLst>
              <a:ext uri="{FF2B5EF4-FFF2-40B4-BE49-F238E27FC236}">
                <a16:creationId xmlns:a16="http://schemas.microsoft.com/office/drawing/2014/main" id="{E9574289-438B-4FFA-9257-3348F0A396E5}"/>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Summary of Economic Projections</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pic>
        <p:nvPicPr>
          <p:cNvPr id="6" name="Picture 1860552750">
            <a:extLst>
              <a:ext uri="{FF2B5EF4-FFF2-40B4-BE49-F238E27FC236}">
                <a16:creationId xmlns:a16="http://schemas.microsoft.com/office/drawing/2014/main" id="{9C203A9F-36B0-AE75-7208-16D496BC0E6F}"/>
              </a:ext>
            </a:extLst>
          </p:cNvPr>
          <p:cNvPicPr>
            <a:picLocks noChangeAspect="1"/>
          </p:cNvPicPr>
          <p:nvPr/>
        </p:nvPicPr>
        <p:blipFill>
          <a:blip r:embed="rId2"/>
          <a:stretch>
            <a:fillRect/>
          </a:stretch>
        </p:blipFill>
        <p:spPr>
          <a:xfrm>
            <a:off x="3286512" y="1727200"/>
            <a:ext cx="5275206" cy="4593590"/>
          </a:xfrm>
          <a:prstGeom prst="rect">
            <a:avLst/>
          </a:prstGeom>
        </p:spPr>
      </p:pic>
    </p:spTree>
    <p:extLst>
      <p:ext uri="{BB962C8B-B14F-4D97-AF65-F5344CB8AC3E}">
        <p14:creationId xmlns:p14="http://schemas.microsoft.com/office/powerpoint/2010/main" val="3723179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731F2-BBC8-618B-2DF8-AB0B6407A554}"/>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183DA9E-5E0C-E9E1-9B89-D149B54E4E58}"/>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DA074236-6C1B-EE2A-8A80-E604C230DB62}"/>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记者会上的“</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Warsh</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新政”是本次会议后记者会上最关键的增量信息。</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Warsh</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在开场声明中宣布成立五个专项工作组。</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0F9578A2-742D-68BA-FA2A-5B31D5D03084}"/>
              </a:ext>
            </a:extLst>
          </p:cNvPr>
          <p:cNvSpPr>
            <a:spLocks noGrp="1"/>
          </p:cNvSpPr>
          <p:nvPr>
            <p:ph type="title"/>
          </p:nvPr>
        </p:nvSpPr>
        <p:spPr/>
        <p:txBody>
          <a:bodyPr/>
          <a:lstStyle/>
          <a:p>
            <a:r>
              <a:rPr kumimoji="1" lang="en-US" altLang="zh-CN" dirty="0">
                <a:latin typeface="Arial" panose="020B0604020202020204" pitchFamily="34" charset="0"/>
                <a:cs typeface="Arial" panose="020B0604020202020204" pitchFamily="34" charset="0"/>
              </a:rPr>
              <a:t>FOMC</a:t>
            </a:r>
            <a:r>
              <a:rPr kumimoji="1" lang="zh-CN" altLang="en-US" dirty="0">
                <a:latin typeface="Arial" panose="020B0604020202020204" pitchFamily="34" charset="0"/>
                <a:cs typeface="Arial" panose="020B0604020202020204" pitchFamily="34" charset="0"/>
              </a:rPr>
              <a:t>后记者会</a:t>
            </a:r>
            <a:r>
              <a:rPr kumimoji="1" lang="en-US" altLang="zh-CN" dirty="0">
                <a:latin typeface="Arial" panose="020B0604020202020204" pitchFamily="34" charset="0"/>
                <a:cs typeface="Arial" panose="020B0604020202020204" pitchFamily="34" charset="0"/>
              </a:rPr>
              <a:t>——Warsh</a:t>
            </a:r>
            <a:r>
              <a:rPr kumimoji="1" lang="zh-CN" altLang="en-US" dirty="0">
                <a:latin typeface="Arial" panose="020B0604020202020204" pitchFamily="34" charset="0"/>
                <a:cs typeface="Arial" panose="020B0604020202020204" pitchFamily="34" charset="0"/>
              </a:rPr>
              <a:t>新政</a:t>
            </a:r>
          </a:p>
        </p:txBody>
      </p:sp>
      <p:sp>
        <p:nvSpPr>
          <p:cNvPr id="5" name="文本框 4">
            <a:extLst>
              <a:ext uri="{FF2B5EF4-FFF2-40B4-BE49-F238E27FC236}">
                <a16:creationId xmlns:a16="http://schemas.microsoft.com/office/drawing/2014/main" id="{FF9F5190-ACCA-9695-D6D6-3FF1A62358FE}"/>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数据来源：美联储官网</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Warsh</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记者会开场发言稿，广发证券发展研究中心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2" name="表格 1">
            <a:extLst>
              <a:ext uri="{FF2B5EF4-FFF2-40B4-BE49-F238E27FC236}">
                <a16:creationId xmlns:a16="http://schemas.microsoft.com/office/drawing/2014/main" id="{7E62264A-A59D-5BEB-C8F3-67D04E7D70D3}"/>
              </a:ext>
            </a:extLst>
          </p:cNvPr>
          <p:cNvGraphicFramePr>
            <a:graphicFrameLocks noGrp="1"/>
          </p:cNvGraphicFramePr>
          <p:nvPr>
            <p:extLst>
              <p:ext uri="{D42A27DB-BD31-4B8C-83A1-F6EECF244321}">
                <p14:modId xmlns:p14="http://schemas.microsoft.com/office/powerpoint/2010/main" val="3347830007"/>
              </p:ext>
            </p:extLst>
          </p:nvPr>
        </p:nvGraphicFramePr>
        <p:xfrm>
          <a:off x="1278430" y="1944146"/>
          <a:ext cx="9464256" cy="4262872"/>
        </p:xfrm>
        <a:graphic>
          <a:graphicData uri="http://schemas.openxmlformats.org/drawingml/2006/table">
            <a:tbl>
              <a:tblPr firstRow="1" firstCol="1" bandRow="1"/>
              <a:tblGrid>
                <a:gridCol w="1059160">
                  <a:extLst>
                    <a:ext uri="{9D8B030D-6E8A-4147-A177-3AD203B41FA5}">
                      <a16:colId xmlns:a16="http://schemas.microsoft.com/office/drawing/2014/main" val="3456369253"/>
                    </a:ext>
                  </a:extLst>
                </a:gridCol>
                <a:gridCol w="2382816">
                  <a:extLst>
                    <a:ext uri="{9D8B030D-6E8A-4147-A177-3AD203B41FA5}">
                      <a16:colId xmlns:a16="http://schemas.microsoft.com/office/drawing/2014/main" val="2961874823"/>
                    </a:ext>
                  </a:extLst>
                </a:gridCol>
                <a:gridCol w="6022280">
                  <a:extLst>
                    <a:ext uri="{9D8B030D-6E8A-4147-A177-3AD203B41FA5}">
                      <a16:colId xmlns:a16="http://schemas.microsoft.com/office/drawing/2014/main" val="3709143822"/>
                    </a:ext>
                  </a:extLst>
                </a:gridCol>
              </a:tblGrid>
              <a:tr h="556027">
                <a:tc>
                  <a:txBody>
                    <a:bodyPr/>
                    <a:lstStyle/>
                    <a:p>
                      <a:pPr algn="ctr">
                        <a:lnSpc>
                          <a:spcPts val="880"/>
                        </a:lnSpc>
                        <a:buNone/>
                      </a:pPr>
                      <a:r>
                        <a:rPr lang="zh-CN" sz="1400" b="1" dirty="0">
                          <a:solidFill>
                            <a:srgbClr val="FFFFFF"/>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序号</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30325F"/>
                    </a:solidFill>
                  </a:tcPr>
                </a:tc>
                <a:tc>
                  <a:txBody>
                    <a:bodyPr/>
                    <a:lstStyle/>
                    <a:p>
                      <a:pPr algn="ctr">
                        <a:lnSpc>
                          <a:spcPts val="880"/>
                        </a:lnSpc>
                        <a:buNone/>
                      </a:pPr>
                      <a:r>
                        <a:rPr lang="zh-CN" sz="1400" b="1">
                          <a:solidFill>
                            <a:srgbClr val="FFFFFF"/>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工作组名称</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30325F"/>
                    </a:solidFill>
                  </a:tcPr>
                </a:tc>
                <a:tc>
                  <a:txBody>
                    <a:bodyPr/>
                    <a:lstStyle/>
                    <a:p>
                      <a:pPr algn="ctr">
                        <a:lnSpc>
                          <a:spcPts val="880"/>
                        </a:lnSpc>
                        <a:buNone/>
                      </a:pPr>
                      <a:r>
                        <a:rPr lang="zh-CN" sz="1400" b="1">
                          <a:solidFill>
                            <a:srgbClr val="FFFFFF"/>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核心职能</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30325F"/>
                    </a:solidFill>
                  </a:tcPr>
                </a:tc>
                <a:extLst>
                  <a:ext uri="{0D108BD9-81ED-4DB2-BD59-A6C34878D82A}">
                    <a16:rowId xmlns:a16="http://schemas.microsoft.com/office/drawing/2014/main" val="719774852"/>
                  </a:ext>
                </a:extLst>
              </a:tr>
              <a:tr h="741369">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工作组</a:t>
                      </a:r>
                      <a:r>
                        <a:rPr lang="en-US"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1</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美联储沟通工作组</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减少前瞻指引，重事实，轻预期</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285480742"/>
                  </a:ext>
                </a:extLst>
              </a:tr>
              <a:tr h="741369">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工作组</a:t>
                      </a:r>
                      <a:r>
                        <a:rPr lang="en-US"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2</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资产负债表工作组</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审查充裕流动性框架，考虑其他方案（暗示缩表）</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3017577732"/>
                  </a:ext>
                </a:extLst>
              </a:tr>
              <a:tr h="741369">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工作组</a:t>
                      </a:r>
                      <a:r>
                        <a:rPr lang="en-US"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3</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数据来源工作组</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研究新的调查方法和更实时的信息</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185131233"/>
                  </a:ext>
                </a:extLst>
              </a:tr>
              <a:tr h="741369">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工作组</a:t>
                      </a:r>
                      <a:r>
                        <a:rPr lang="en-US"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4</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生产率与就业工作组</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调查</a:t>
                      </a:r>
                      <a:r>
                        <a:rPr lang="en-US"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AI</a:t>
                      </a: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工具对生产率和就业的影响</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882915148"/>
                  </a:ext>
                </a:extLst>
              </a:tr>
              <a:tr h="741369">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工作组</a:t>
                      </a:r>
                      <a:r>
                        <a:rPr lang="en-US"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5</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通胀框架工作组</a:t>
                      </a:r>
                      <a:endParaRPr lang="zh-CN" sz="12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tc>
                  <a:txBody>
                    <a:bodyPr/>
                    <a:lstStyle/>
                    <a:p>
                      <a:pPr algn="ctr">
                        <a:lnSpc>
                          <a:spcPts val="880"/>
                        </a:lnSpc>
                        <a:buNone/>
                      </a:pPr>
                      <a:r>
                        <a:rPr lang="zh-CN" sz="14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rPr>
                        <a:t>研究通胀的驱动和判定通胀的指标</a:t>
                      </a:r>
                      <a:endParaRPr lang="zh-CN" sz="12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28575" marR="28575" marT="25400" marB="254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662038112"/>
                  </a:ext>
                </a:extLst>
              </a:tr>
            </a:tbl>
          </a:graphicData>
        </a:graphic>
      </p:graphicFrame>
    </p:spTree>
    <p:extLst>
      <p:ext uri="{BB962C8B-B14F-4D97-AF65-F5344CB8AC3E}">
        <p14:creationId xmlns:p14="http://schemas.microsoft.com/office/powerpoint/2010/main" val="384978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B36B8-4D13-6470-BA19-0E5EA9458843}"/>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B995BAFB-A6B3-9780-758F-47852B3508BB}"/>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7A6322F5-F989-BF8E-4E8D-99118DEA711A}"/>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短期看，这不会立刻改变政策规则，但会显著提高政策的不确定性；而在通胀本就高于目标的背景下，不确定性本身对风险资产并不友好。</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B6B824D4-D65D-38D4-84F6-A289D1B7FA67}"/>
              </a:ext>
            </a:extLst>
          </p:cNvPr>
          <p:cNvSpPr>
            <a:spLocks noGrp="1"/>
          </p:cNvSpPr>
          <p:nvPr>
            <p:ph type="title"/>
          </p:nvPr>
        </p:nvSpPr>
        <p:spPr/>
        <p:txBody>
          <a:bodyPr/>
          <a:lstStyle/>
          <a:p>
            <a:r>
              <a:rPr kumimoji="1" lang="en-US" altLang="zh-CN" dirty="0">
                <a:latin typeface="Arial" panose="020B0604020202020204" pitchFamily="34" charset="0"/>
                <a:cs typeface="Arial" panose="020B0604020202020204" pitchFamily="34" charset="0"/>
              </a:rPr>
              <a:t>FOMC</a:t>
            </a:r>
            <a:r>
              <a:rPr kumimoji="1" lang="zh-CN" altLang="en-US" dirty="0">
                <a:latin typeface="Arial" panose="020B0604020202020204" pitchFamily="34" charset="0"/>
                <a:cs typeface="Arial" panose="020B0604020202020204" pitchFamily="34" charset="0"/>
              </a:rPr>
              <a:t>后记者会</a:t>
            </a:r>
            <a:r>
              <a:rPr kumimoji="1" lang="en-US" altLang="zh-CN" dirty="0">
                <a:latin typeface="Arial" panose="020B0604020202020204" pitchFamily="34" charset="0"/>
                <a:cs typeface="Arial" panose="020B0604020202020204" pitchFamily="34" charset="0"/>
              </a:rPr>
              <a:t>——Warsh</a:t>
            </a:r>
            <a:r>
              <a:rPr kumimoji="1" lang="zh-CN" altLang="en-US" dirty="0">
                <a:latin typeface="Arial" panose="020B0604020202020204" pitchFamily="34" charset="0"/>
                <a:cs typeface="Arial" panose="020B0604020202020204" pitchFamily="34" charset="0"/>
              </a:rPr>
              <a:t>新政</a:t>
            </a:r>
          </a:p>
        </p:txBody>
      </p:sp>
      <p:sp>
        <p:nvSpPr>
          <p:cNvPr id="5" name="文本框 4">
            <a:extLst>
              <a:ext uri="{FF2B5EF4-FFF2-40B4-BE49-F238E27FC236}">
                <a16:creationId xmlns:a16="http://schemas.microsoft.com/office/drawing/2014/main" id="{6C1E9E26-08F8-1DCD-7A5D-56B116912921}"/>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Bloomberg</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pSp>
        <p:nvGrpSpPr>
          <p:cNvPr id="3" name="组合 2">
            <a:extLst>
              <a:ext uri="{FF2B5EF4-FFF2-40B4-BE49-F238E27FC236}">
                <a16:creationId xmlns:a16="http://schemas.microsoft.com/office/drawing/2014/main" id="{A0697EFA-BBEF-A5F0-9923-F72DDA4C34ED}"/>
              </a:ext>
            </a:extLst>
          </p:cNvPr>
          <p:cNvGrpSpPr/>
          <p:nvPr/>
        </p:nvGrpSpPr>
        <p:grpSpPr>
          <a:xfrm>
            <a:off x="685800" y="2205037"/>
            <a:ext cx="5203736" cy="4075113"/>
            <a:chOff x="0" y="0"/>
            <a:chExt cx="4629150" cy="2933700"/>
          </a:xfrm>
        </p:grpSpPr>
        <p:graphicFrame>
          <p:nvGraphicFramePr>
            <p:cNvPr id="6" name="图表 5">
              <a:extLst>
                <a:ext uri="{FF2B5EF4-FFF2-40B4-BE49-F238E27FC236}">
                  <a16:creationId xmlns:a16="http://schemas.microsoft.com/office/drawing/2014/main" id="{6F32E25C-0BAE-41CC-B36E-76112A2B14AD}"/>
                </a:ext>
              </a:extLst>
            </p:cNvPr>
            <p:cNvGraphicFramePr>
              <a:graphicFrameLocks/>
            </p:cNvGraphicFramePr>
            <p:nvPr>
              <p:extLst>
                <p:ext uri="{D42A27DB-BD31-4B8C-83A1-F6EECF244321}">
                  <p14:modId xmlns:p14="http://schemas.microsoft.com/office/powerpoint/2010/main" val="2354128898"/>
                </p:ext>
              </p:extLst>
            </p:nvPr>
          </p:nvGraphicFramePr>
          <p:xfrm>
            <a:off x="0" y="0"/>
            <a:ext cx="4629150" cy="2933700"/>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7">
              <a:extLst>
                <a:ext uri="{FF2B5EF4-FFF2-40B4-BE49-F238E27FC236}">
                  <a16:creationId xmlns:a16="http://schemas.microsoft.com/office/drawing/2014/main" id="{4BCFFD75-CBEB-4FB8-B18C-1B3E08E8C789}"/>
                </a:ext>
              </a:extLst>
            </p:cNvPr>
            <p:cNvSpPr/>
            <p:nvPr/>
          </p:nvSpPr>
          <p:spPr>
            <a:xfrm>
              <a:off x="890588" y="485774"/>
              <a:ext cx="85725" cy="1828799"/>
            </a:xfrm>
            <a:prstGeom prst="rect">
              <a:avLst/>
            </a:prstGeom>
            <a:solidFill>
              <a:srgbClr val="FFFFFF">
                <a:lumMod val="75000"/>
                <a:alpha val="42000"/>
              </a:srgbClr>
            </a:solidFill>
            <a:ln w="25400" cap="flat" cmpd="sng" algn="ctr">
              <a:noFill/>
              <a:prstDash val="solid"/>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10" name="文本框 6">
              <a:extLst>
                <a:ext uri="{FF2B5EF4-FFF2-40B4-BE49-F238E27FC236}">
                  <a16:creationId xmlns:a16="http://schemas.microsoft.com/office/drawing/2014/main" id="{D606377A-0701-40A0-A931-A565D5C85A53}"/>
                </a:ext>
              </a:extLst>
            </p:cNvPr>
            <p:cNvSpPr txBox="1"/>
            <p:nvPr/>
          </p:nvSpPr>
          <p:spPr>
            <a:xfrm>
              <a:off x="495301" y="357186"/>
              <a:ext cx="1645110" cy="455045"/>
            </a:xfrm>
            <a:prstGeom prst="rect">
              <a:avLst/>
            </a:prstGeom>
            <a:noFill/>
            <a:ln w="9525" cmpd="sng">
              <a:noFill/>
            </a:ln>
            <a:effectLst/>
          </p:spPr>
          <p:txBody>
            <a:bodyPr wrap="square" rtlCol="0" anchor="ctr"/>
            <a:lstStyle/>
            <a:p>
              <a:pPr marL="0" marR="0" lvl="0" indent="0" algn="ctr" defTabSz="914400" eaLnBrk="1" fontAlgn="auto" latinLnBrk="0" hangingPunct="1">
                <a:lnSpc>
                  <a:spcPts val="12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美东时间</a:t>
              </a:r>
              <a:r>
                <a:rPr kumimoji="0" 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6</a:t>
              </a: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月</a:t>
              </a:r>
              <a:r>
                <a:rPr kumimoji="0" 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17</a:t>
              </a: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日 </a:t>
              </a:r>
              <a:r>
                <a:rPr kumimoji="0" 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14</a:t>
              </a: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a:t>
              </a:r>
              <a:r>
                <a:rPr kumimoji="0" 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00</a:t>
              </a: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a:t>
              </a:r>
              <a:endParaRPr kumimoji="0" lang="zh-CN" altLang="en-US" sz="10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a:p>
              <a:pPr marL="0" marR="0" lvl="0" indent="0" algn="ctr" defTabSz="914400" eaLnBrk="1" fontAlgn="auto" latinLnBrk="0" hangingPunct="1">
                <a:lnSpc>
                  <a:spcPts val="12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利率决议发布</a:t>
              </a:r>
              <a:endParaRPr kumimoji="0" lang="zh-CN" altLang="en-US" sz="10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p:txBody>
        </p:sp>
      </p:grpSp>
      <p:grpSp>
        <p:nvGrpSpPr>
          <p:cNvPr id="11" name="组合 10">
            <a:extLst>
              <a:ext uri="{FF2B5EF4-FFF2-40B4-BE49-F238E27FC236}">
                <a16:creationId xmlns:a16="http://schemas.microsoft.com/office/drawing/2014/main" id="{8E56C332-6F1D-3B1F-F59B-BA2E5E1CBED9}"/>
              </a:ext>
            </a:extLst>
          </p:cNvPr>
          <p:cNvGrpSpPr/>
          <p:nvPr/>
        </p:nvGrpSpPr>
        <p:grpSpPr>
          <a:xfrm>
            <a:off x="6336198" y="2205037"/>
            <a:ext cx="5360136" cy="4075113"/>
            <a:chOff x="0" y="0"/>
            <a:chExt cx="4714876" cy="2881313"/>
          </a:xfrm>
        </p:grpSpPr>
        <p:graphicFrame>
          <p:nvGraphicFramePr>
            <p:cNvPr id="12" name="图表 11">
              <a:extLst>
                <a:ext uri="{FF2B5EF4-FFF2-40B4-BE49-F238E27FC236}">
                  <a16:creationId xmlns:a16="http://schemas.microsoft.com/office/drawing/2014/main" id="{89590106-C760-4911-8093-DEB01D694659}"/>
                </a:ext>
              </a:extLst>
            </p:cNvPr>
            <p:cNvGraphicFramePr>
              <a:graphicFrameLocks/>
            </p:cNvGraphicFramePr>
            <p:nvPr>
              <p:extLst>
                <p:ext uri="{D42A27DB-BD31-4B8C-83A1-F6EECF244321}">
                  <p14:modId xmlns:p14="http://schemas.microsoft.com/office/powerpoint/2010/main" val="666410851"/>
                </p:ext>
              </p:extLst>
            </p:nvPr>
          </p:nvGraphicFramePr>
          <p:xfrm>
            <a:off x="0" y="0"/>
            <a:ext cx="4714876" cy="2881313"/>
          </p:xfrm>
          <a:graphic>
            <a:graphicData uri="http://schemas.openxmlformats.org/drawingml/2006/chart">
              <c:chart xmlns:c="http://schemas.openxmlformats.org/drawingml/2006/chart" xmlns:r="http://schemas.openxmlformats.org/officeDocument/2006/relationships" r:id="rId3"/>
            </a:graphicData>
          </a:graphic>
        </p:graphicFrame>
        <p:sp>
          <p:nvSpPr>
            <p:cNvPr id="13" name="矩形 12">
              <a:extLst>
                <a:ext uri="{FF2B5EF4-FFF2-40B4-BE49-F238E27FC236}">
                  <a16:creationId xmlns:a16="http://schemas.microsoft.com/office/drawing/2014/main" id="{58E25E1A-406F-44B5-BDC5-271509DE1948}"/>
                </a:ext>
              </a:extLst>
            </p:cNvPr>
            <p:cNvSpPr/>
            <p:nvPr/>
          </p:nvSpPr>
          <p:spPr>
            <a:xfrm>
              <a:off x="881063" y="485775"/>
              <a:ext cx="90488" cy="1757361"/>
            </a:xfrm>
            <a:prstGeom prst="rect">
              <a:avLst/>
            </a:prstGeom>
            <a:solidFill>
              <a:srgbClr val="FFFFFF">
                <a:lumMod val="75000"/>
                <a:alpha val="42000"/>
              </a:srgbClr>
            </a:solidFill>
            <a:ln w="25400" cap="flat" cmpd="sng" algn="ctr">
              <a:noFill/>
              <a:prstDash val="solid"/>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14" name="文本框 9">
              <a:extLst>
                <a:ext uri="{FF2B5EF4-FFF2-40B4-BE49-F238E27FC236}">
                  <a16:creationId xmlns:a16="http://schemas.microsoft.com/office/drawing/2014/main" id="{44AC4C47-CC4C-4CE6-92EE-8C9C92E3B7E1}"/>
                </a:ext>
              </a:extLst>
            </p:cNvPr>
            <p:cNvSpPr txBox="1"/>
            <p:nvPr/>
          </p:nvSpPr>
          <p:spPr>
            <a:xfrm>
              <a:off x="504825" y="390482"/>
              <a:ext cx="1635586" cy="437075"/>
            </a:xfrm>
            <a:prstGeom prst="rect">
              <a:avLst/>
            </a:prstGeom>
            <a:noFill/>
            <a:ln w="9525" cmpd="sng">
              <a:noFill/>
            </a:ln>
            <a:effectLst/>
          </p:spPr>
          <p:txBody>
            <a:bodyPr wrap="square" rtlCol="0" anchor="ctr"/>
            <a:lstStyle/>
            <a:p>
              <a:pPr marL="0" marR="0" lvl="0" indent="0" algn="ctr" defTabSz="914400" eaLnBrk="1" fontAlgn="auto" latinLnBrk="0" hangingPunct="1">
                <a:lnSpc>
                  <a:spcPts val="12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美东时间</a:t>
              </a: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6</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月</a:t>
              </a: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17</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日 </a:t>
              </a: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14</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a:t>
              </a: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00</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a:t>
              </a:r>
              <a:endParaRPr kumimoji="0" lang="zh-CN" altLang="en-US" sz="9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a:p>
              <a:pPr marL="0" marR="0" lvl="0" indent="0" algn="ctr" defTabSz="914400" eaLnBrk="1" fontAlgn="auto" latinLnBrk="0" hangingPunct="1">
                <a:lnSpc>
                  <a:spcPts val="12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利率决议发布</a:t>
              </a:r>
              <a:endParaRPr kumimoji="0" lang="zh-CN" altLang="en-US" sz="9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p:txBody>
        </p:sp>
      </p:grpSp>
    </p:spTree>
    <p:extLst>
      <p:ext uri="{BB962C8B-B14F-4D97-AF65-F5344CB8AC3E}">
        <p14:creationId xmlns:p14="http://schemas.microsoft.com/office/powerpoint/2010/main" val="2986073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D0E1-1013-6344-84E0-CCAAF3B55B70}"/>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C36CB19C-7BE3-D2C5-8F33-98D8D84ED297}"/>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C9D8B640-C00E-A836-FE7E-695C9BDB207C}"/>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记者会后续</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Q&amp;A</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环节进一步确认了这一鹰派方向。市场同样预期，年末加息（</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12</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9</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日）概率略大于按兵不动；明年</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FOMC</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，加息概率进一步升温。</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2CEEDC73-C8AA-3602-3770-242488A801D7}"/>
              </a:ext>
            </a:extLst>
          </p:cNvPr>
          <p:cNvSpPr>
            <a:spLocks noGrp="1"/>
          </p:cNvSpPr>
          <p:nvPr>
            <p:ph type="title"/>
          </p:nvPr>
        </p:nvSpPr>
        <p:spPr/>
        <p:txBody>
          <a:bodyPr/>
          <a:lstStyle/>
          <a:p>
            <a:r>
              <a:rPr kumimoji="1" lang="en-US" altLang="zh-CN" dirty="0">
                <a:latin typeface="Arial" panose="020B0604020202020204" pitchFamily="34" charset="0"/>
                <a:cs typeface="Arial" panose="020B0604020202020204" pitchFamily="34" charset="0"/>
              </a:rPr>
              <a:t>FOMC</a:t>
            </a:r>
            <a:r>
              <a:rPr kumimoji="1" lang="zh-CN" altLang="en-US" dirty="0">
                <a:latin typeface="Arial" panose="020B0604020202020204" pitchFamily="34" charset="0"/>
                <a:cs typeface="Arial" panose="020B0604020202020204" pitchFamily="34" charset="0"/>
              </a:rPr>
              <a:t>后记者会</a:t>
            </a:r>
            <a:r>
              <a:rPr kumimoji="1" lang="en-US" altLang="zh-CN" dirty="0">
                <a:latin typeface="Arial" panose="020B0604020202020204" pitchFamily="34" charset="0"/>
                <a:cs typeface="Arial" panose="020B0604020202020204" pitchFamily="34" charset="0"/>
              </a:rPr>
              <a:t>——Warsh</a:t>
            </a:r>
            <a:r>
              <a:rPr kumimoji="1" lang="zh-CN" altLang="en-US" dirty="0">
                <a:latin typeface="Arial" panose="020B0604020202020204" pitchFamily="34" charset="0"/>
                <a:cs typeface="Arial" panose="020B0604020202020204" pitchFamily="34" charset="0"/>
              </a:rPr>
              <a:t>新政</a:t>
            </a:r>
          </a:p>
        </p:txBody>
      </p:sp>
      <p:sp>
        <p:nvSpPr>
          <p:cNvPr id="5" name="文本框 4">
            <a:extLst>
              <a:ext uri="{FF2B5EF4-FFF2-40B4-BE49-F238E27FC236}">
                <a16:creationId xmlns:a16="http://schemas.microsoft.com/office/drawing/2014/main" id="{D37701C4-4D7E-1A8C-E1B5-4D002E163892}"/>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CME </a:t>
            </a:r>
            <a:r>
              <a:rPr kumimoji="1" lang="en-US" altLang="zh-CN" sz="900" b="0" i="0" u="none" strike="noStrike" kern="1200" cap="none" spc="0" normalizeH="0" baseline="0" noProof="0" dirty="0" err="1">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FedWatch</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pic>
        <p:nvPicPr>
          <p:cNvPr id="2" name="Picture 1860552739">
            <a:extLst>
              <a:ext uri="{FF2B5EF4-FFF2-40B4-BE49-F238E27FC236}">
                <a16:creationId xmlns:a16="http://schemas.microsoft.com/office/drawing/2014/main" id="{7993A83D-42D6-088D-A87E-E04594EB0C57}"/>
              </a:ext>
            </a:extLst>
          </p:cNvPr>
          <p:cNvPicPr>
            <a:picLocks noChangeAspect="1"/>
          </p:cNvPicPr>
          <p:nvPr/>
        </p:nvPicPr>
        <p:blipFill>
          <a:blip r:embed="rId2"/>
          <a:stretch>
            <a:fillRect/>
          </a:stretch>
        </p:blipFill>
        <p:spPr>
          <a:xfrm>
            <a:off x="554389" y="2540647"/>
            <a:ext cx="5343382" cy="3280472"/>
          </a:xfrm>
          <a:prstGeom prst="rect">
            <a:avLst/>
          </a:prstGeom>
        </p:spPr>
      </p:pic>
      <p:pic>
        <p:nvPicPr>
          <p:cNvPr id="15" name="Picture 1860552740">
            <a:extLst>
              <a:ext uri="{FF2B5EF4-FFF2-40B4-BE49-F238E27FC236}">
                <a16:creationId xmlns:a16="http://schemas.microsoft.com/office/drawing/2014/main" id="{339597E1-7CE6-6B95-511E-661A0304503E}"/>
              </a:ext>
            </a:extLst>
          </p:cNvPr>
          <p:cNvPicPr>
            <a:picLocks noChangeAspect="1"/>
          </p:cNvPicPr>
          <p:nvPr/>
        </p:nvPicPr>
        <p:blipFill>
          <a:blip r:embed="rId3"/>
          <a:stretch>
            <a:fillRect/>
          </a:stretch>
        </p:blipFill>
        <p:spPr>
          <a:xfrm>
            <a:off x="6248613" y="2540646"/>
            <a:ext cx="5395137" cy="3280471"/>
          </a:xfrm>
          <a:prstGeom prst="rect">
            <a:avLst/>
          </a:prstGeom>
        </p:spPr>
      </p:pic>
    </p:spTree>
    <p:extLst>
      <p:ext uri="{BB962C8B-B14F-4D97-AF65-F5344CB8AC3E}">
        <p14:creationId xmlns:p14="http://schemas.microsoft.com/office/powerpoint/2010/main" val="14409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2C3B-DA0E-D829-07DA-DE50FE0CF711}"/>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9879DA4-3D67-1D1B-7910-ACE369C86C47}"/>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B747FD8A-B765-108E-C2F0-7543622788A8}"/>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整体来看，本次</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FOMC</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可概括为“利率不动，框架转鹰”。</a:t>
            </a:r>
          </a:p>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思源黑体 CN Normal" panose="020B0400000000000000" pitchFamily="34" charset="-122"/>
                <a:ea typeface="思源黑体 CN Normal" panose="020B0400000000000000" pitchFamily="34" charset="-122"/>
                <a:cs typeface="Arial" panose="020B0604020202020204" pitchFamily="34" charset="0"/>
              </a:rPr>
              <a:t>短期内，美联储并未通过加息或缩表直接收紧金融条件，声明中关于充裕准备金的表述也说明资产负债表收缩暂时不是重点。但中长期看，美联储正在弱化过去几年高度透明、强预期管理的政策模式，转向更依赖实时数据、更少提前承诺、并可能重写部分政策框架的新阶段。</a:t>
            </a:r>
            <a:endParaRPr kumimoji="1" lang="en-US" altLang="zh-CN" sz="1400" b="0" i="0" u="none" strike="noStrike" kern="1200" cap="none" spc="0" normalizeH="0" baseline="0" noProof="0" dirty="0">
              <a:ln>
                <a:noFill/>
              </a:ln>
              <a:solidFill>
                <a:srgbClr val="353160"/>
              </a:solidFill>
              <a:effectLst/>
              <a:uLnTx/>
              <a:uFillTx/>
              <a:latin typeface="思源黑体 CN Normal" panose="020B0400000000000000" pitchFamily="34" charset="-122"/>
              <a:ea typeface="思源黑体 CN Normal" panose="020B0400000000000000" pitchFamily="34" charset="-122"/>
              <a:cs typeface="Arial" panose="020B0604020202020204" pitchFamily="34" charset="0"/>
            </a:endParaRPr>
          </a:p>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思源黑体 CN Normal" panose="020B0400000000000000" pitchFamily="34" charset="-122"/>
                <a:ea typeface="思源黑体 CN Normal" panose="020B0400000000000000" pitchFamily="34" charset="-122"/>
                <a:cs typeface="Arial" panose="020B0604020202020204" pitchFamily="34" charset="0"/>
              </a:rPr>
              <a:t>对市场而言，这意味着未来</a:t>
            </a:r>
            <a:r>
              <a:rPr kumimoji="1" lang="en-US" altLang="zh-CN" sz="1400" b="0" i="0" u="none" strike="noStrike" kern="1200" cap="none" spc="0" normalizeH="0" baseline="0" noProof="0" dirty="0">
                <a:ln>
                  <a:noFill/>
                </a:ln>
                <a:solidFill>
                  <a:srgbClr val="353160"/>
                </a:solidFill>
                <a:effectLst/>
                <a:uLnTx/>
                <a:uFillTx/>
                <a:latin typeface="思源黑体 CN Normal" panose="020B0400000000000000" pitchFamily="34" charset="-122"/>
                <a:ea typeface="思源黑体 CN Normal" panose="020B0400000000000000" pitchFamily="34" charset="-122"/>
                <a:cs typeface="Arial" panose="020B0604020202020204" pitchFamily="34" charset="0"/>
              </a:rPr>
              <a:t>Fed put</a:t>
            </a:r>
            <a:r>
              <a:rPr kumimoji="1" lang="zh-CN" altLang="en-US" sz="1400" b="0" i="0" u="none" strike="noStrike" kern="1200" cap="none" spc="0" normalizeH="0" baseline="0" noProof="0" dirty="0">
                <a:ln>
                  <a:noFill/>
                </a:ln>
                <a:solidFill>
                  <a:srgbClr val="353160"/>
                </a:solidFill>
                <a:effectLst/>
                <a:uLnTx/>
                <a:uFillTx/>
                <a:latin typeface="思源黑体 CN Normal" panose="020B0400000000000000" pitchFamily="34" charset="-122"/>
                <a:ea typeface="思源黑体 CN Normal" panose="020B0400000000000000" pitchFamily="34" charset="-122"/>
                <a:cs typeface="Arial" panose="020B0604020202020204" pitchFamily="34" charset="0"/>
              </a:rPr>
              <a:t>更不清晰，政策路径更难被提前交易；在通胀仍偏高、年内加息概率上升的背景下，本次会议释放的信号整体偏鹰。</a:t>
            </a:r>
          </a:p>
        </p:txBody>
      </p:sp>
      <p:sp>
        <p:nvSpPr>
          <p:cNvPr id="9" name="标题 8">
            <a:extLst>
              <a:ext uri="{FF2B5EF4-FFF2-40B4-BE49-F238E27FC236}">
                <a16:creationId xmlns:a16="http://schemas.microsoft.com/office/drawing/2014/main" id="{13C8FEEF-0974-1908-46BF-E32C99013C85}"/>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更鹰的信号</a:t>
            </a:r>
          </a:p>
        </p:txBody>
      </p:sp>
      <p:graphicFrame>
        <p:nvGraphicFramePr>
          <p:cNvPr id="2" name="图表 1">
            <a:extLst>
              <a:ext uri="{FF2B5EF4-FFF2-40B4-BE49-F238E27FC236}">
                <a16:creationId xmlns:a16="http://schemas.microsoft.com/office/drawing/2014/main" id="{81855173-A917-40B0-BFB2-D530CC14F11D}"/>
              </a:ext>
            </a:extLst>
          </p:cNvPr>
          <p:cNvGraphicFramePr/>
          <p:nvPr>
            <p:extLst>
              <p:ext uri="{D42A27DB-BD31-4B8C-83A1-F6EECF244321}">
                <p14:modId xmlns:p14="http://schemas.microsoft.com/office/powerpoint/2010/main" val="886409643"/>
              </p:ext>
            </p:extLst>
          </p:nvPr>
        </p:nvGraphicFramePr>
        <p:xfrm>
          <a:off x="1422400" y="3235959"/>
          <a:ext cx="9799320" cy="36220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33635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F168-4589-BAB1-4450-FC0426629AD8}"/>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7BDA70CA-C206-2A10-970E-6841013B7B2F}"/>
              </a:ext>
            </a:extLst>
          </p:cNvPr>
          <p:cNvSpPr txBox="1"/>
          <p:nvPr/>
        </p:nvSpPr>
        <p:spPr>
          <a:xfrm>
            <a:off x="8665029" y="3733800"/>
            <a:ext cx="2830285" cy="286232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8000" b="0" i="0" u="none" strike="noStrike" kern="1200" cap="none" spc="0" normalizeH="0" baseline="0" noProof="0" dirty="0">
                <a:ln>
                  <a:noFill/>
                </a:ln>
                <a:solidFill>
                  <a:srgbClr val="353160"/>
                </a:solidFill>
                <a:effectLst/>
                <a:uLnTx/>
                <a:uFillTx/>
                <a:latin typeface="Source Han Sans CN Light" panose="020B0800000000000000" pitchFamily="34" charset="-128"/>
                <a:ea typeface="Source Han Sans CN Light" panose="020B0800000000000000" pitchFamily="34" charset="-128"/>
                <a:cs typeface="+mn-cs"/>
              </a:rPr>
              <a:t>03</a:t>
            </a:r>
            <a:endParaRPr kumimoji="1" lang="zh-CN" altLang="en-US" sz="18000" b="0" i="0" u="none" strike="noStrike" kern="1200" cap="none" spc="0" normalizeH="0" baseline="0" noProof="0" dirty="0">
              <a:ln>
                <a:noFill/>
              </a:ln>
              <a:solidFill>
                <a:srgbClr val="353160"/>
              </a:solidFill>
              <a:effectLst/>
              <a:uLnTx/>
              <a:uFillTx/>
              <a:latin typeface="Source Han Sans CN Light" panose="020B0800000000000000" pitchFamily="34" charset="-128"/>
              <a:ea typeface="Source Han Sans CN Light" panose="020B0800000000000000" pitchFamily="34" charset="-128"/>
              <a:cs typeface="+mn-cs"/>
            </a:endParaRPr>
          </a:p>
        </p:txBody>
      </p:sp>
      <p:sp>
        <p:nvSpPr>
          <p:cNvPr id="5" name="标题 3">
            <a:extLst>
              <a:ext uri="{FF2B5EF4-FFF2-40B4-BE49-F238E27FC236}">
                <a16:creationId xmlns:a16="http://schemas.microsoft.com/office/drawing/2014/main" id="{B9F3192A-7ADA-08A3-113F-C81EECD93A0C}"/>
              </a:ext>
            </a:extLst>
          </p:cNvPr>
          <p:cNvSpPr>
            <a:spLocks noGrp="1"/>
          </p:cNvSpPr>
          <p:nvPr>
            <p:ph type="title"/>
          </p:nvPr>
        </p:nvSpPr>
        <p:spPr>
          <a:xfrm>
            <a:off x="1260566" y="1218566"/>
            <a:ext cx="10047514" cy="799645"/>
          </a:xfrm>
        </p:spPr>
        <p:txBody>
          <a:bodyPr>
            <a:normAutofit fontScale="90000"/>
          </a:bodyPr>
          <a:lstStyle/>
          <a:p>
            <a:pPr>
              <a:lnSpc>
                <a:spcPct val="100000"/>
              </a:lnSpc>
            </a:pPr>
            <a:r>
              <a:rPr lang="zh-CN" altLang="en-US" dirty="0"/>
              <a:t>世界其他央行加息步伐，</a:t>
            </a:r>
            <a:br>
              <a:rPr lang="en-US" altLang="zh-CN" dirty="0"/>
            </a:br>
            <a:r>
              <a:rPr lang="zh-CN" altLang="en-US" dirty="0"/>
              <a:t>或带来全球流动性收紧</a:t>
            </a:r>
          </a:p>
        </p:txBody>
      </p:sp>
    </p:spTree>
    <p:extLst>
      <p:ext uri="{BB962C8B-B14F-4D97-AF65-F5344CB8AC3E}">
        <p14:creationId xmlns:p14="http://schemas.microsoft.com/office/powerpoint/2010/main" val="2221703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5835-2F7E-108A-CAAB-84422EC0F10F}"/>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ECCE1BD-6100-3282-1194-69743583B8BB}"/>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B1759781-4ED8-1376-FD52-0B5753380A97}"/>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6</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16</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日的利率决议中，日本央行将政策利率从</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0.75%</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上调至</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，创下日本时隔三十一年来最高利率水平。自</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1995</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年以来，该行首次重返</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利率时代。</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D65EEE8E-E0FE-D46D-4B47-8405595A8C7E}"/>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日本：“加息了，但没能救日元”</a:t>
            </a:r>
          </a:p>
        </p:txBody>
      </p:sp>
      <p:sp>
        <p:nvSpPr>
          <p:cNvPr id="5" name="文本框 4">
            <a:extLst>
              <a:ext uri="{FF2B5EF4-FFF2-40B4-BE49-F238E27FC236}">
                <a16:creationId xmlns:a16="http://schemas.microsoft.com/office/drawing/2014/main" id="{B8FC3479-484A-B2CD-A886-FB364A44F52C}"/>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Haver Analytics</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8" name="图表 7">
            <a:extLst>
              <a:ext uri="{FF2B5EF4-FFF2-40B4-BE49-F238E27FC236}">
                <a16:creationId xmlns:a16="http://schemas.microsoft.com/office/drawing/2014/main" id="{816E7719-4C51-44F8-B128-FBC0F42B928B}"/>
              </a:ext>
            </a:extLst>
          </p:cNvPr>
          <p:cNvGraphicFramePr/>
          <p:nvPr>
            <p:extLst>
              <p:ext uri="{D42A27DB-BD31-4B8C-83A1-F6EECF244321}">
                <p14:modId xmlns:p14="http://schemas.microsoft.com/office/powerpoint/2010/main" val="3022126131"/>
              </p:ext>
            </p:extLst>
          </p:nvPr>
        </p:nvGraphicFramePr>
        <p:xfrm>
          <a:off x="685799" y="2222852"/>
          <a:ext cx="11025787" cy="405729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74949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D6152-F81C-A6A1-235E-213508F80236}"/>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C0B835A6-FE1A-DE7B-127C-5BF83D47C05A}"/>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0F453E01-59E1-7017-CDBB-38BC423E3664}"/>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日本央行本次加息，核心是应对日元贬值与通胀内生化的双重压力。日本通胀有所下落，但仍在</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左右；日本春斗加薪率高企。</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9C245034-ED59-4E11-4C87-8C87597EFE4B}"/>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日本：“加息了，但没能救日元”</a:t>
            </a:r>
          </a:p>
        </p:txBody>
      </p:sp>
      <p:sp>
        <p:nvSpPr>
          <p:cNvPr id="5" name="文本框 4">
            <a:extLst>
              <a:ext uri="{FF2B5EF4-FFF2-40B4-BE49-F238E27FC236}">
                <a16:creationId xmlns:a16="http://schemas.microsoft.com/office/drawing/2014/main" id="{E9E48647-C184-264A-A139-B021B01D4142}"/>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Wind</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，日本劳动组合总联合会，广发证券发展研究中心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2" name="图表 1">
            <a:extLst>
              <a:ext uri="{FF2B5EF4-FFF2-40B4-BE49-F238E27FC236}">
                <a16:creationId xmlns:a16="http://schemas.microsoft.com/office/drawing/2014/main" id="{2F3B681D-F29C-4A3C-934B-30D39822AF7A}"/>
              </a:ext>
            </a:extLst>
          </p:cNvPr>
          <p:cNvGraphicFramePr/>
          <p:nvPr>
            <p:extLst>
              <p:ext uri="{D42A27DB-BD31-4B8C-83A1-F6EECF244321}">
                <p14:modId xmlns:p14="http://schemas.microsoft.com/office/powerpoint/2010/main" val="3937885595"/>
              </p:ext>
            </p:extLst>
          </p:nvPr>
        </p:nvGraphicFramePr>
        <p:xfrm>
          <a:off x="535659" y="1999012"/>
          <a:ext cx="5360440" cy="4321777"/>
        </p:xfrm>
        <a:graphic>
          <a:graphicData uri="http://schemas.openxmlformats.org/drawingml/2006/chart">
            <c:chart xmlns:c="http://schemas.openxmlformats.org/drawingml/2006/chart" xmlns:r="http://schemas.openxmlformats.org/officeDocument/2006/relationships" r:id="rId2"/>
          </a:graphicData>
        </a:graphic>
      </p:graphicFrame>
      <p:grpSp>
        <p:nvGrpSpPr>
          <p:cNvPr id="11" name="组合 10">
            <a:extLst>
              <a:ext uri="{FF2B5EF4-FFF2-40B4-BE49-F238E27FC236}">
                <a16:creationId xmlns:a16="http://schemas.microsoft.com/office/drawing/2014/main" id="{B32C81E9-4F97-1629-8B53-A65D4AE92A70}"/>
              </a:ext>
            </a:extLst>
          </p:cNvPr>
          <p:cNvGrpSpPr/>
          <p:nvPr/>
        </p:nvGrpSpPr>
        <p:grpSpPr>
          <a:xfrm>
            <a:off x="6295903" y="1999012"/>
            <a:ext cx="5472027" cy="4321777"/>
            <a:chOff x="0" y="0"/>
            <a:chExt cx="4572000" cy="2743200"/>
          </a:xfrm>
        </p:grpSpPr>
        <p:graphicFrame>
          <p:nvGraphicFramePr>
            <p:cNvPr id="12" name="图表 11">
              <a:extLst>
                <a:ext uri="{FF2B5EF4-FFF2-40B4-BE49-F238E27FC236}">
                  <a16:creationId xmlns:a16="http://schemas.microsoft.com/office/drawing/2014/main" id="{EBD99E5E-3CFB-3303-1A1E-DB3F9F0D7DB2}"/>
                </a:ext>
              </a:extLst>
            </p:cNvPr>
            <p:cNvGraphicFramePr/>
            <p:nvPr>
              <p:extLst>
                <p:ext uri="{D42A27DB-BD31-4B8C-83A1-F6EECF244321}">
                  <p14:modId xmlns:p14="http://schemas.microsoft.com/office/powerpoint/2010/main" val="4258040980"/>
                </p:ext>
              </p:extLst>
            </p:nvPr>
          </p:nvGraphicFramePr>
          <p:xfrm>
            <a:off x="0" y="0"/>
            <a:ext cx="4572000" cy="2743200"/>
          </p:xfrm>
          <a:graphic>
            <a:graphicData uri="http://schemas.openxmlformats.org/drawingml/2006/chart">
              <c:chart xmlns:c="http://schemas.openxmlformats.org/drawingml/2006/chart" xmlns:r="http://schemas.openxmlformats.org/officeDocument/2006/relationships" r:id="rId3"/>
            </a:graphicData>
          </a:graphic>
        </p:graphicFrame>
        <p:cxnSp>
          <p:nvCxnSpPr>
            <p:cNvPr id="13" name="直接箭头连接符 12">
              <a:extLst>
                <a:ext uri="{FF2B5EF4-FFF2-40B4-BE49-F238E27FC236}">
                  <a16:creationId xmlns:a16="http://schemas.microsoft.com/office/drawing/2014/main" id="{1E3A5872-5B90-2533-8BAD-282C9E01645E}"/>
                </a:ext>
              </a:extLst>
            </p:cNvPr>
            <p:cNvCxnSpPr>
              <a:cxnSpLocks/>
            </p:cNvCxnSpPr>
            <p:nvPr/>
          </p:nvCxnSpPr>
          <p:spPr>
            <a:xfrm flipV="1">
              <a:off x="1814904" y="660808"/>
              <a:ext cx="1424246" cy="893365"/>
            </a:xfrm>
            <a:prstGeom prst="straightConnector1">
              <a:avLst/>
            </a:prstGeom>
            <a:noFill/>
            <a:ln w="15875" cap="flat" cmpd="sng" algn="ctr">
              <a:solidFill>
                <a:srgbClr val="8064A2">
                  <a:shade val="95000"/>
                  <a:satMod val="105000"/>
                </a:srgbClr>
              </a:solidFill>
              <a:prstDash val="solid"/>
              <a:tailEnd type="triangle"/>
            </a:ln>
            <a:effectLst/>
          </p:spPr>
        </p:cxnSp>
      </p:grpSp>
    </p:spTree>
    <p:extLst>
      <p:ext uri="{BB962C8B-B14F-4D97-AF65-F5344CB8AC3E}">
        <p14:creationId xmlns:p14="http://schemas.microsoft.com/office/powerpoint/2010/main" val="3230891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5BCE-DA01-2D1B-FCA9-7328A0E97BDA}"/>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A14C8EB-BAFD-7184-6DBD-004B8348B362}"/>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F47FC06B-20FA-5E1D-8E30-B37E80862DA0}"/>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针对加息，市场反应较为清淡，日央行加息对日元汇率和美元指数影响都不大。本次</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BOJ</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市场的关注点并不在加息与否，而集中在年内是否会进行新一轮加息、以及记者会上释放的后续加息步伐信号。</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1B01B4CE-6555-5DCD-A09F-9AF624706374}"/>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日本：“加息了，但没能救日元”</a:t>
            </a:r>
          </a:p>
        </p:txBody>
      </p:sp>
      <p:sp>
        <p:nvSpPr>
          <p:cNvPr id="5" name="文本框 4">
            <a:extLst>
              <a:ext uri="{FF2B5EF4-FFF2-40B4-BE49-F238E27FC236}">
                <a16:creationId xmlns:a16="http://schemas.microsoft.com/office/drawing/2014/main" id="{4D269461-953A-341D-1785-F8EF3A7DB835}"/>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Bloomberg</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pSp>
        <p:nvGrpSpPr>
          <p:cNvPr id="3" name="组合 2">
            <a:extLst>
              <a:ext uri="{FF2B5EF4-FFF2-40B4-BE49-F238E27FC236}">
                <a16:creationId xmlns:a16="http://schemas.microsoft.com/office/drawing/2014/main" id="{34D80D3C-D37F-8E2B-893B-A8D21BA01308}"/>
              </a:ext>
            </a:extLst>
          </p:cNvPr>
          <p:cNvGrpSpPr/>
          <p:nvPr/>
        </p:nvGrpSpPr>
        <p:grpSpPr>
          <a:xfrm>
            <a:off x="685800" y="2131698"/>
            <a:ext cx="10831195" cy="4148452"/>
            <a:chOff x="0" y="0"/>
            <a:chExt cx="4572000" cy="2743200"/>
          </a:xfrm>
        </p:grpSpPr>
        <p:graphicFrame>
          <p:nvGraphicFramePr>
            <p:cNvPr id="6" name="图表 5">
              <a:extLst>
                <a:ext uri="{FF2B5EF4-FFF2-40B4-BE49-F238E27FC236}">
                  <a16:creationId xmlns:a16="http://schemas.microsoft.com/office/drawing/2014/main" id="{FA3CDD50-53F8-B591-534A-E34F85A9D6DC}"/>
                </a:ext>
              </a:extLst>
            </p:cNvPr>
            <p:cNvGraphicFramePr/>
            <p:nvPr>
              <p:extLst>
                <p:ext uri="{D42A27DB-BD31-4B8C-83A1-F6EECF244321}">
                  <p14:modId xmlns:p14="http://schemas.microsoft.com/office/powerpoint/2010/main" val="1039022235"/>
                </p:ext>
              </p:extLst>
            </p:nvPr>
          </p:nvGraphicFramePr>
          <p:xfrm>
            <a:off x="0" y="0"/>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7">
              <a:extLst>
                <a:ext uri="{FF2B5EF4-FFF2-40B4-BE49-F238E27FC236}">
                  <a16:creationId xmlns:a16="http://schemas.microsoft.com/office/drawing/2014/main" id="{2F34D5C6-8B12-FE25-9C22-1F890A238B2C}"/>
                </a:ext>
              </a:extLst>
            </p:cNvPr>
            <p:cNvSpPr/>
            <p:nvPr/>
          </p:nvSpPr>
          <p:spPr>
            <a:xfrm>
              <a:off x="4005263" y="535781"/>
              <a:ext cx="55245" cy="2000250"/>
            </a:xfrm>
            <a:prstGeom prst="rect">
              <a:avLst/>
            </a:prstGeom>
            <a:solidFill>
              <a:srgbClr val="FFFFFF">
                <a:lumMod val="75000"/>
                <a:alpha val="42000"/>
              </a:srgbClr>
            </a:solidFill>
            <a:ln w="25400" cap="flat" cmpd="sng" algn="ctr">
              <a:noFill/>
              <a:prstDash val="solid"/>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10" name="文本框 3">
              <a:extLst>
                <a:ext uri="{FF2B5EF4-FFF2-40B4-BE49-F238E27FC236}">
                  <a16:creationId xmlns:a16="http://schemas.microsoft.com/office/drawing/2014/main" id="{7B6FDC0F-AF05-4157-B57A-4BDFA799F543}"/>
                </a:ext>
              </a:extLst>
            </p:cNvPr>
            <p:cNvSpPr txBox="1"/>
            <p:nvPr/>
          </p:nvSpPr>
          <p:spPr>
            <a:xfrm>
              <a:off x="3595845" y="158315"/>
              <a:ext cx="817418" cy="348891"/>
            </a:xfrm>
            <a:prstGeom prst="rect">
              <a:avLst/>
            </a:prstGeom>
            <a:noFill/>
            <a:ln w="9525" cmpd="sng">
              <a:noFill/>
            </a:ln>
            <a:effectLst/>
          </p:spPr>
          <p:txBody>
            <a:bodyPr wrap="square" rtlCol="0" anchor="ctr"/>
            <a:lstStyle/>
            <a:p>
              <a:pPr marL="0" marR="0" lvl="0" indent="0" algn="ctr" defTabSz="914400" eaLnBrk="1" fontAlgn="auto" latinLnBrk="0" hangingPunct="1">
                <a:lnSpc>
                  <a:spcPts val="9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6</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月</a:t>
              </a: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16</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日，</a:t>
              </a:r>
              <a:r>
                <a:rPr kumimoji="0" 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BOJ</a:t>
              </a:r>
              <a:r>
                <a:rPr kumimoji="0" lang="zh-CN" altLang="en-US" sz="105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加息</a:t>
              </a:r>
              <a:endParaRPr kumimoji="0" lang="zh-CN" altLang="en-US" sz="9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p:txBody>
        </p:sp>
      </p:grpSp>
    </p:spTree>
    <p:extLst>
      <p:ext uri="{BB962C8B-B14F-4D97-AF65-F5344CB8AC3E}">
        <p14:creationId xmlns:p14="http://schemas.microsoft.com/office/powerpoint/2010/main" val="2830563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58290-BE8F-8F2C-6703-E4EF216944B6}"/>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1C134DC3-3148-A6A6-D8B6-7EEE4ED65A11}"/>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423526C8-3273-8527-04CB-96BFD5DE23BE}"/>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另外，日央行宣布从</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2027</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年</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4</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月起暂停缩减购债，将日本国债每月购买规模维持在约</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万亿日元，边际削弱了加息对日元的利好。</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会议过后，</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OIS</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定价显示市场倾向于将下一次</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25bp</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加息放在年末附近。这个结果对日元并不算强支撑，因此单次</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25bp</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并不足以改变汇率趋势。</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230561B6-462D-0E88-91E7-4E2B96A384D0}"/>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日本：“加息了，但没能救日元”</a:t>
            </a:r>
          </a:p>
        </p:txBody>
      </p:sp>
      <p:sp>
        <p:nvSpPr>
          <p:cNvPr id="5" name="文本框 4">
            <a:extLst>
              <a:ext uri="{FF2B5EF4-FFF2-40B4-BE49-F238E27FC236}">
                <a16:creationId xmlns:a16="http://schemas.microsoft.com/office/drawing/2014/main" id="{1603E084-A4A5-FD8E-9546-99963D2BEE6D}"/>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Bank of Japan</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Bloomberg WIRP</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pSp>
        <p:nvGrpSpPr>
          <p:cNvPr id="2" name="组合 1">
            <a:extLst>
              <a:ext uri="{FF2B5EF4-FFF2-40B4-BE49-F238E27FC236}">
                <a16:creationId xmlns:a16="http://schemas.microsoft.com/office/drawing/2014/main" id="{71D30190-B04B-46A0-7394-61EFBAAF6D0D}"/>
              </a:ext>
            </a:extLst>
          </p:cNvPr>
          <p:cNvGrpSpPr/>
          <p:nvPr/>
        </p:nvGrpSpPr>
        <p:grpSpPr>
          <a:xfrm>
            <a:off x="535659" y="2540647"/>
            <a:ext cx="5360440" cy="3780143"/>
            <a:chOff x="0" y="0"/>
            <a:chExt cx="4572000" cy="2743200"/>
          </a:xfrm>
        </p:grpSpPr>
        <p:graphicFrame>
          <p:nvGraphicFramePr>
            <p:cNvPr id="11" name="图表 10">
              <a:extLst>
                <a:ext uri="{FF2B5EF4-FFF2-40B4-BE49-F238E27FC236}">
                  <a16:creationId xmlns:a16="http://schemas.microsoft.com/office/drawing/2014/main" id="{38FA8A8B-6122-3D03-DBC0-1B085FC9D7F0}"/>
                </a:ext>
              </a:extLst>
            </p:cNvPr>
            <p:cNvGraphicFramePr/>
            <p:nvPr>
              <p:extLst>
                <p:ext uri="{D42A27DB-BD31-4B8C-83A1-F6EECF244321}">
                  <p14:modId xmlns:p14="http://schemas.microsoft.com/office/powerpoint/2010/main" val="79199662"/>
                </p:ext>
              </p:extLst>
            </p:nvPr>
          </p:nvGraphicFramePr>
          <p:xfrm>
            <a:off x="0" y="0"/>
            <a:ext cx="4572000" cy="2743200"/>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直接箭头连接符 11">
              <a:extLst>
                <a:ext uri="{FF2B5EF4-FFF2-40B4-BE49-F238E27FC236}">
                  <a16:creationId xmlns:a16="http://schemas.microsoft.com/office/drawing/2014/main" id="{54EDEA31-2B28-E48C-7B67-20D8BA4E230A}"/>
                </a:ext>
              </a:extLst>
            </p:cNvPr>
            <p:cNvCxnSpPr/>
            <p:nvPr/>
          </p:nvCxnSpPr>
          <p:spPr>
            <a:xfrm flipV="1">
              <a:off x="3040063" y="1103313"/>
              <a:ext cx="1360487" cy="7938"/>
            </a:xfrm>
            <a:prstGeom prst="straightConnector1">
              <a:avLst/>
            </a:prstGeom>
            <a:noFill/>
            <a:ln w="9525" cap="flat" cmpd="sng" algn="ctr">
              <a:solidFill>
                <a:srgbClr val="8064A2">
                  <a:shade val="95000"/>
                  <a:satMod val="105000"/>
                </a:srgbClr>
              </a:solidFill>
              <a:prstDash val="solid"/>
              <a:tailEnd type="triangle"/>
            </a:ln>
            <a:effectLst/>
          </p:spPr>
        </p:cxnSp>
        <p:sp>
          <p:nvSpPr>
            <p:cNvPr id="13" name="文本框 4">
              <a:extLst>
                <a:ext uri="{FF2B5EF4-FFF2-40B4-BE49-F238E27FC236}">
                  <a16:creationId xmlns:a16="http://schemas.microsoft.com/office/drawing/2014/main" id="{BB7F1AD0-F57F-1032-ABC3-E463DFF0DA7C}"/>
                </a:ext>
              </a:extLst>
            </p:cNvPr>
            <p:cNvSpPr txBox="1"/>
            <p:nvPr/>
          </p:nvSpPr>
          <p:spPr>
            <a:xfrm>
              <a:off x="3000374" y="566739"/>
              <a:ext cx="1366838" cy="442912"/>
            </a:xfrm>
            <a:prstGeom prst="rect">
              <a:avLst/>
            </a:prstGeom>
            <a:noFill/>
            <a:ln w="9525" cmpd="sng">
              <a:solidFill>
                <a:srgbClr val="FFFFFF">
                  <a:lumMod val="65000"/>
                </a:srgbClr>
              </a:solidFill>
            </a:ln>
            <a:effectLst/>
          </p:spPr>
          <p:txBody>
            <a:bodyPr wrap="square" rtlCol="0" anchor="ctr"/>
            <a:lstStyle/>
            <a:p>
              <a:pPr marL="0" marR="0" lvl="0" indent="0" algn="ctr" defTabSz="914400" eaLnBrk="1" fontAlgn="auto" latinLnBrk="0" hangingPunct="1">
                <a:lnSpc>
                  <a:spcPts val="12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日本央行计划从明年</a:t>
              </a:r>
              <a:r>
                <a:rPr kumimoji="0" 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4</a:t>
              </a:r>
              <a:r>
                <a:rPr kumimoji="0" lang="zh-CN" altLang="en-US" sz="1100" b="0" i="0"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月开始不再减少购债规模</a:t>
              </a:r>
              <a:endParaRPr kumimoji="0" lang="zh-CN" altLang="en-US" sz="10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p:txBody>
        </p:sp>
      </p:grpSp>
      <p:graphicFrame>
        <p:nvGraphicFramePr>
          <p:cNvPr id="14" name="图表 13">
            <a:extLst>
              <a:ext uri="{FF2B5EF4-FFF2-40B4-BE49-F238E27FC236}">
                <a16:creationId xmlns:a16="http://schemas.microsoft.com/office/drawing/2014/main" id="{C2F737A8-91D4-44EA-9185-4F55D8D85449}"/>
              </a:ext>
            </a:extLst>
          </p:cNvPr>
          <p:cNvGraphicFramePr/>
          <p:nvPr>
            <p:extLst>
              <p:ext uri="{D42A27DB-BD31-4B8C-83A1-F6EECF244321}">
                <p14:modId xmlns:p14="http://schemas.microsoft.com/office/powerpoint/2010/main" val="857870194"/>
              </p:ext>
            </p:extLst>
          </p:nvPr>
        </p:nvGraphicFramePr>
        <p:xfrm>
          <a:off x="6295902" y="2540647"/>
          <a:ext cx="5248397" cy="37395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045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79BF-5B2C-F3C5-E95E-4EFC0E953D31}"/>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25078CB1-FEA1-7A20-20ED-849D9E63CC4F}"/>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5423151F-E25E-E1CE-ACBA-A3C366988C1D}"/>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欧洲央行在</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6</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月</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11</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日会议上率先加息</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25bp</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，同步上调三大关键利率，是</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G7</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中首个重启加息的央行。</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然而会后，欧洲主要股指与成长股指并无下跌，甚至次日有所反弹，体现出预期内加息的“</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Sell rumors, buy facts”</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特征。</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2517F913-2626-5164-D1EE-30EBD535A85C}"/>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欧元区：“</a:t>
            </a:r>
            <a:r>
              <a:rPr kumimoji="1" lang="en-US" altLang="zh-CN" dirty="0">
                <a:latin typeface="Arial" panose="020B0604020202020204" pitchFamily="34" charset="0"/>
                <a:cs typeface="Arial" panose="020B0604020202020204" pitchFamily="34" charset="0"/>
              </a:rPr>
              <a:t>G7</a:t>
            </a:r>
            <a:r>
              <a:rPr kumimoji="1" lang="zh-CN" altLang="en-US" dirty="0">
                <a:latin typeface="Arial" panose="020B0604020202020204" pitchFamily="34" charset="0"/>
                <a:cs typeface="Arial" panose="020B0604020202020204" pitchFamily="34" charset="0"/>
              </a:rPr>
              <a:t>加息的第一枪”</a:t>
            </a:r>
          </a:p>
        </p:txBody>
      </p:sp>
      <p:sp>
        <p:nvSpPr>
          <p:cNvPr id="5" name="文本框 4">
            <a:extLst>
              <a:ext uri="{FF2B5EF4-FFF2-40B4-BE49-F238E27FC236}">
                <a16:creationId xmlns:a16="http://schemas.microsoft.com/office/drawing/2014/main" id="{194F5C16-157A-9A65-A891-1C9E68250627}"/>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Bloomberg</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3" name="图表 2">
            <a:extLst>
              <a:ext uri="{FF2B5EF4-FFF2-40B4-BE49-F238E27FC236}">
                <a16:creationId xmlns:a16="http://schemas.microsoft.com/office/drawing/2014/main" id="{E3D3B8BA-4C5B-3643-A6BD-8FDFE36425D9}"/>
              </a:ext>
            </a:extLst>
          </p:cNvPr>
          <p:cNvGraphicFramePr/>
          <p:nvPr>
            <p:extLst>
              <p:ext uri="{D42A27DB-BD31-4B8C-83A1-F6EECF244321}">
                <p14:modId xmlns:p14="http://schemas.microsoft.com/office/powerpoint/2010/main" val="1877894219"/>
              </p:ext>
            </p:extLst>
          </p:nvPr>
        </p:nvGraphicFramePr>
        <p:xfrm>
          <a:off x="424070" y="2280062"/>
          <a:ext cx="11120230" cy="4000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96167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46170-5053-9A82-B9F1-C7D8166A9252}"/>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59263FA1-D775-132C-5881-E19DC5B3526F}"/>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5C30C7DA-9612-4F2E-C788-AB3BE044D5A1}"/>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在滞胀约束下，欧央行选择优先稳住通胀预期，意味着短期政策重心仍将更多放在压制价格压力，而非托底增长。这也是当前全球央行政策优先级的普遍转向。</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C2C4B9E3-00FD-AC3C-237B-75454FDDC584}"/>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欧元区：“</a:t>
            </a:r>
            <a:r>
              <a:rPr kumimoji="1" lang="en-US" altLang="zh-CN" dirty="0">
                <a:latin typeface="Arial" panose="020B0604020202020204" pitchFamily="34" charset="0"/>
                <a:cs typeface="Arial" panose="020B0604020202020204" pitchFamily="34" charset="0"/>
              </a:rPr>
              <a:t>G7</a:t>
            </a:r>
            <a:r>
              <a:rPr kumimoji="1" lang="zh-CN" altLang="en-US" dirty="0">
                <a:latin typeface="Arial" panose="020B0604020202020204" pitchFamily="34" charset="0"/>
                <a:cs typeface="Arial" panose="020B0604020202020204" pitchFamily="34" charset="0"/>
              </a:rPr>
              <a:t>加息的第一枪”</a:t>
            </a:r>
          </a:p>
        </p:txBody>
      </p:sp>
      <p:sp>
        <p:nvSpPr>
          <p:cNvPr id="5" name="文本框 4">
            <a:extLst>
              <a:ext uri="{FF2B5EF4-FFF2-40B4-BE49-F238E27FC236}">
                <a16:creationId xmlns:a16="http://schemas.microsoft.com/office/drawing/2014/main" id="{C8304EBD-4B4C-4AC0-295E-010ECFE86F80}"/>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Haver Analytics</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pSp>
        <p:nvGrpSpPr>
          <p:cNvPr id="2" name="组合 1">
            <a:extLst>
              <a:ext uri="{FF2B5EF4-FFF2-40B4-BE49-F238E27FC236}">
                <a16:creationId xmlns:a16="http://schemas.microsoft.com/office/drawing/2014/main" id="{82D71875-87E3-F9C5-F056-509CC1AA1881}"/>
              </a:ext>
            </a:extLst>
          </p:cNvPr>
          <p:cNvGrpSpPr/>
          <p:nvPr/>
        </p:nvGrpSpPr>
        <p:grpSpPr>
          <a:xfrm>
            <a:off x="685800" y="2211779"/>
            <a:ext cx="10685672" cy="4109011"/>
            <a:chOff x="0" y="0"/>
            <a:chExt cx="4572000" cy="2743200"/>
          </a:xfrm>
        </p:grpSpPr>
        <p:graphicFrame>
          <p:nvGraphicFramePr>
            <p:cNvPr id="6" name="图表 5">
              <a:extLst>
                <a:ext uri="{FF2B5EF4-FFF2-40B4-BE49-F238E27FC236}">
                  <a16:creationId xmlns:a16="http://schemas.microsoft.com/office/drawing/2014/main" id="{D05D9723-37C6-613D-7691-1C435E3D72F8}"/>
                </a:ext>
              </a:extLst>
            </p:cNvPr>
            <p:cNvGraphicFramePr/>
            <p:nvPr>
              <p:extLst>
                <p:ext uri="{D42A27DB-BD31-4B8C-83A1-F6EECF244321}">
                  <p14:modId xmlns:p14="http://schemas.microsoft.com/office/powerpoint/2010/main" val="940797947"/>
                </p:ext>
              </p:extLst>
            </p:nvPr>
          </p:nvGraphicFramePr>
          <p:xfrm>
            <a:off x="0" y="0"/>
            <a:ext cx="4572000" cy="2743200"/>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直接箭头连接符 7">
              <a:extLst>
                <a:ext uri="{FF2B5EF4-FFF2-40B4-BE49-F238E27FC236}">
                  <a16:creationId xmlns:a16="http://schemas.microsoft.com/office/drawing/2014/main" id="{8DB3277D-F7A3-DA64-9139-4A7772098441}"/>
                </a:ext>
              </a:extLst>
            </p:cNvPr>
            <p:cNvCxnSpPr>
              <a:cxnSpLocks/>
            </p:cNvCxnSpPr>
            <p:nvPr/>
          </p:nvCxnSpPr>
          <p:spPr>
            <a:xfrm flipV="1">
              <a:off x="3760184" y="406312"/>
              <a:ext cx="448161" cy="287439"/>
            </a:xfrm>
            <a:prstGeom prst="straightConnector1">
              <a:avLst/>
            </a:prstGeom>
            <a:noFill/>
            <a:ln w="12700" cap="flat" cmpd="sng" algn="ctr">
              <a:solidFill>
                <a:srgbClr val="FFFFFF">
                  <a:lumMod val="65000"/>
                </a:srgbClr>
              </a:solidFill>
              <a:prstDash val="solid"/>
              <a:tailEnd type="triangle"/>
            </a:ln>
            <a:effectLst/>
          </p:spPr>
        </p:cxnSp>
      </p:grpSp>
    </p:spTree>
    <p:extLst>
      <p:ext uri="{BB962C8B-B14F-4D97-AF65-F5344CB8AC3E}">
        <p14:creationId xmlns:p14="http://schemas.microsoft.com/office/powerpoint/2010/main" val="2925226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592A7-C9FE-CFD8-9707-D25F41656CC2}"/>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72DBC2C3-87E3-5A78-604F-847B7AABCB76}"/>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982E19CD-A43B-C38A-D879-4F1815F0AEFE}"/>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全球央行正在从先前的降息周期切向再紧缩，全球流动性的宽松周期或已进入尾声。</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EB2264EC-3B29-5DB8-A91A-3EAB755AAB71}"/>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全球流动性风向：央行再紧缩信号升温</a:t>
            </a:r>
          </a:p>
        </p:txBody>
      </p:sp>
      <p:sp>
        <p:nvSpPr>
          <p:cNvPr id="5" name="文本框 4">
            <a:extLst>
              <a:ext uri="{FF2B5EF4-FFF2-40B4-BE49-F238E27FC236}">
                <a16:creationId xmlns:a16="http://schemas.microsoft.com/office/drawing/2014/main" id="{EECB8AB3-E97A-4865-0A92-2430E6797458}"/>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数据来源：国际清算银行，广发证券发展研究中心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3" name="表格 2">
            <a:extLst>
              <a:ext uri="{FF2B5EF4-FFF2-40B4-BE49-F238E27FC236}">
                <a16:creationId xmlns:a16="http://schemas.microsoft.com/office/drawing/2014/main" id="{74EA104F-B2EF-B69A-9612-68949D9CE259}"/>
              </a:ext>
            </a:extLst>
          </p:cNvPr>
          <p:cNvGraphicFramePr>
            <a:graphicFrameLocks noGrp="1"/>
          </p:cNvGraphicFramePr>
          <p:nvPr>
            <p:extLst>
              <p:ext uri="{D42A27DB-BD31-4B8C-83A1-F6EECF244321}">
                <p14:modId xmlns:p14="http://schemas.microsoft.com/office/powerpoint/2010/main" val="3500506383"/>
              </p:ext>
            </p:extLst>
          </p:nvPr>
        </p:nvGraphicFramePr>
        <p:xfrm>
          <a:off x="489938" y="2092960"/>
          <a:ext cx="5946421" cy="3935349"/>
        </p:xfrm>
        <a:graphic>
          <a:graphicData uri="http://schemas.openxmlformats.org/drawingml/2006/table">
            <a:tbl>
              <a:tblPr firstRow="1" firstCol="1" bandRow="1"/>
              <a:tblGrid>
                <a:gridCol w="2362916">
                  <a:extLst>
                    <a:ext uri="{9D8B030D-6E8A-4147-A177-3AD203B41FA5}">
                      <a16:colId xmlns:a16="http://schemas.microsoft.com/office/drawing/2014/main" val="601007285"/>
                    </a:ext>
                  </a:extLst>
                </a:gridCol>
                <a:gridCol w="794087">
                  <a:extLst>
                    <a:ext uri="{9D8B030D-6E8A-4147-A177-3AD203B41FA5}">
                      <a16:colId xmlns:a16="http://schemas.microsoft.com/office/drawing/2014/main" val="1279217512"/>
                    </a:ext>
                  </a:extLst>
                </a:gridCol>
                <a:gridCol w="793207">
                  <a:extLst>
                    <a:ext uri="{9D8B030D-6E8A-4147-A177-3AD203B41FA5}">
                      <a16:colId xmlns:a16="http://schemas.microsoft.com/office/drawing/2014/main" val="1384831670"/>
                    </a:ext>
                  </a:extLst>
                </a:gridCol>
                <a:gridCol w="1996211">
                  <a:extLst>
                    <a:ext uri="{9D8B030D-6E8A-4147-A177-3AD203B41FA5}">
                      <a16:colId xmlns:a16="http://schemas.microsoft.com/office/drawing/2014/main" val="644898078"/>
                    </a:ext>
                  </a:extLst>
                </a:gridCol>
              </a:tblGrid>
              <a:tr h="220146">
                <a:tc gridSpan="4">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加息央行：</a:t>
                      </a:r>
                      <a:r>
                        <a:rPr lang="en-US"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2026</a:t>
                      </a: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年</a:t>
                      </a:r>
                      <a:r>
                        <a:rPr lang="en-US"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Q2</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0497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91367336"/>
                  </a:ext>
                </a:extLst>
              </a:tr>
              <a:tr h="220146">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央行</a:t>
                      </a:r>
                      <a:r>
                        <a:rPr lang="en-US"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货币区</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时间</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累计幅度</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政策利率</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extLst>
                  <a:ext uri="{0D108BD9-81ED-4DB2-BD59-A6C34878D82A}">
                    <a16:rowId xmlns:a16="http://schemas.microsoft.com/office/drawing/2014/main" val="4225839197"/>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澳大利亚</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RBA</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现金利率目标升至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4.35%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04487230"/>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哥伦比亚</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t>
                      </a:r>
                      <a:r>
                        <a:rPr lang="en-US" sz="700" dirty="0" err="1">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BanRep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+100bp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政策利率升至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11.25%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38015647"/>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捷克</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CNB</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18</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两周回购利率升至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3.75%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329517274"/>
                  </a:ext>
                </a:extLst>
              </a:tr>
              <a:tr h="388125">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丹麦</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t>
                      </a:r>
                      <a:r>
                        <a:rPr lang="en-US" sz="700" dirty="0" err="1">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Danmarks</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t>
                      </a:r>
                      <a:r>
                        <a:rPr lang="en-US" sz="700" dirty="0" err="1">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Nationalbank</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11</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跟随欧央行上调关键政策利率；主要政策利率上调</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01146631"/>
                  </a:ext>
                </a:extLst>
              </a:tr>
              <a:tr h="388125">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欧元区</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ECB</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11</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存款便利利率升至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2.25%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，主要再融资利率升至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2.40%</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64797512"/>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冰岛</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Central Bank of Iceland</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关键政策利率升至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7.75%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4314223"/>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印尼</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Bank Indonesia</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20</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+50bp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BI-Rate</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升至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5.25%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5636740"/>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印尼</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Bank Indonesia</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9</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非常规会议加息，</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BI-Rate</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5.50%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22536901"/>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印尼</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Bank Indonesia</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18</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BI-Rate</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5.75%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130860434"/>
                  </a:ext>
                </a:extLst>
              </a:tr>
              <a:tr h="209139">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日本</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BOJ</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短期政策利率由</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0.75%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1.00%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20959310"/>
                  </a:ext>
                </a:extLst>
              </a:tr>
              <a:tr h="209139">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北马其顿</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National Bank</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16</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关键利率升至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4.25%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29110853"/>
                  </a:ext>
                </a:extLst>
              </a:tr>
              <a:tr h="209139">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挪威</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Norges Bank</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政策利率由</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4.00%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4.25%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2680928"/>
                  </a:ext>
                </a:extLst>
              </a:tr>
              <a:tr h="209139">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菲律宾</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BSP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23</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目标逆回购利率升至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4.50%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113485039"/>
                  </a:ext>
                </a:extLst>
              </a:tr>
              <a:tr h="209139">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菲律宾</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BSP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18</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关键政策利率升至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4.75%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7696350"/>
                  </a:ext>
                </a:extLst>
              </a:tr>
              <a:tr h="209139">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南非</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SARB</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28</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回购利率升至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7.00%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9015650"/>
                  </a:ext>
                </a:extLst>
              </a:tr>
            </a:tbl>
          </a:graphicData>
        </a:graphic>
      </p:graphicFrame>
      <p:graphicFrame>
        <p:nvGraphicFramePr>
          <p:cNvPr id="10" name="表格 9">
            <a:extLst>
              <a:ext uri="{FF2B5EF4-FFF2-40B4-BE49-F238E27FC236}">
                <a16:creationId xmlns:a16="http://schemas.microsoft.com/office/drawing/2014/main" id="{E3601883-EBB6-3275-77D8-EA811F957816}"/>
              </a:ext>
            </a:extLst>
          </p:cNvPr>
          <p:cNvGraphicFramePr>
            <a:graphicFrameLocks noGrp="1"/>
          </p:cNvGraphicFramePr>
          <p:nvPr>
            <p:extLst>
              <p:ext uri="{D42A27DB-BD31-4B8C-83A1-F6EECF244321}">
                <p14:modId xmlns:p14="http://schemas.microsoft.com/office/powerpoint/2010/main" val="3680545853"/>
              </p:ext>
            </p:extLst>
          </p:nvPr>
        </p:nvGraphicFramePr>
        <p:xfrm>
          <a:off x="6731000" y="2949400"/>
          <a:ext cx="4872190" cy="2028998"/>
        </p:xfrm>
        <a:graphic>
          <a:graphicData uri="http://schemas.openxmlformats.org/drawingml/2006/table">
            <a:tbl>
              <a:tblPr firstRow="1" firstCol="1" bandRow="1"/>
              <a:tblGrid>
                <a:gridCol w="1441784">
                  <a:extLst>
                    <a:ext uri="{9D8B030D-6E8A-4147-A177-3AD203B41FA5}">
                      <a16:colId xmlns:a16="http://schemas.microsoft.com/office/drawing/2014/main" val="853933410"/>
                    </a:ext>
                  </a:extLst>
                </a:gridCol>
                <a:gridCol w="667195">
                  <a:extLst>
                    <a:ext uri="{9D8B030D-6E8A-4147-A177-3AD203B41FA5}">
                      <a16:colId xmlns:a16="http://schemas.microsoft.com/office/drawing/2014/main" val="780688707"/>
                    </a:ext>
                  </a:extLst>
                </a:gridCol>
                <a:gridCol w="670898">
                  <a:extLst>
                    <a:ext uri="{9D8B030D-6E8A-4147-A177-3AD203B41FA5}">
                      <a16:colId xmlns:a16="http://schemas.microsoft.com/office/drawing/2014/main" val="1495127577"/>
                    </a:ext>
                  </a:extLst>
                </a:gridCol>
                <a:gridCol w="2092313">
                  <a:extLst>
                    <a:ext uri="{9D8B030D-6E8A-4147-A177-3AD203B41FA5}">
                      <a16:colId xmlns:a16="http://schemas.microsoft.com/office/drawing/2014/main" val="1757414237"/>
                    </a:ext>
                  </a:extLst>
                </a:gridCol>
              </a:tblGrid>
              <a:tr h="263506">
                <a:tc gridSpan="4">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降息央行：</a:t>
                      </a:r>
                      <a:r>
                        <a:rPr lang="en-US"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2026</a:t>
                      </a: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年</a:t>
                      </a:r>
                      <a:r>
                        <a:rPr lang="en-US"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Q2</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70380239"/>
                  </a:ext>
                </a:extLst>
              </a:tr>
              <a:tr h="263506">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央行</a:t>
                      </a:r>
                      <a:r>
                        <a:rPr lang="en-US"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货币区</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时间</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累计幅度</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tc>
                  <a:txBody>
                    <a:bodyPr/>
                    <a:lstStyle/>
                    <a:p>
                      <a:pPr algn="ctr">
                        <a:buNone/>
                      </a:pPr>
                      <a:r>
                        <a:rPr lang="zh-CN" sz="7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政策利率</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6365C"/>
                    </a:solidFill>
                  </a:tcPr>
                </a:tc>
                <a:extLst>
                  <a:ext uri="{0D108BD9-81ED-4DB2-BD59-A6C34878D82A}">
                    <a16:rowId xmlns:a16="http://schemas.microsoft.com/office/drawing/2014/main" val="355830656"/>
                  </a:ext>
                </a:extLst>
              </a:tr>
              <a:tr h="250331">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巴西</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BCB</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29</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巴西隔夜基准利率降至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14.50%</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584318388"/>
                  </a:ext>
                </a:extLst>
              </a:tr>
              <a:tr h="250331">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巴西</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BCB</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17</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巴西隔夜基准利率降至</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14.25%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；连续第三次降息。</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26668509"/>
                  </a:ext>
                </a:extLst>
              </a:tr>
              <a:tr h="250331">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以色列</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Bank of Israel</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政策利率由</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4.00%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降至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3.75%</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85097156"/>
                  </a:ext>
                </a:extLst>
              </a:tr>
              <a:tr h="250331">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哈萨克斯坦</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NBK</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-100bp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基准利率降至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17.00%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14239597"/>
                  </a:ext>
                </a:extLst>
              </a:tr>
              <a:tr h="250331">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墨西哥</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Banxico</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7</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-25bp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a:noFill/>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基准利率降至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6.50%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12766832"/>
                  </a:ext>
                </a:extLst>
              </a:tr>
              <a:tr h="250331">
                <a:tc>
                  <a:txBody>
                    <a:bodyPr/>
                    <a:lstStyle/>
                    <a:p>
                      <a:pPr algn="ctr">
                        <a:buNone/>
                      </a:pP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俄罗斯</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CBR</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2F2F2"/>
                    </a:solidFill>
                  </a:tcPr>
                </a:tc>
                <a:tc>
                  <a:txBody>
                    <a:bodyPr/>
                    <a:lstStyle/>
                    <a:p>
                      <a:pPr algn="ctr">
                        <a:buNone/>
                      </a:pP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4</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月</a:t>
                      </a:r>
                      <a:r>
                        <a:rPr lang="en-US"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24</a:t>
                      </a:r>
                      <a:r>
                        <a:rPr lang="zh-CN" sz="7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a:t>
                      </a:r>
                      <a:endParaRPr lang="zh-CN" sz="6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-50bp</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政策利率降至</a:t>
                      </a:r>
                      <a:r>
                        <a:rPr lang="en-US"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14.50%</a:t>
                      </a:r>
                      <a:r>
                        <a:rPr lang="zh-CN" sz="7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6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0641985"/>
                  </a:ext>
                </a:extLst>
              </a:tr>
            </a:tbl>
          </a:graphicData>
        </a:graphic>
      </p:graphicFrame>
    </p:spTree>
    <p:extLst>
      <p:ext uri="{BB962C8B-B14F-4D97-AF65-F5344CB8AC3E}">
        <p14:creationId xmlns:p14="http://schemas.microsoft.com/office/powerpoint/2010/main" val="318423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7D97-2EDF-E2BD-07EC-EC1E3E853AC0}"/>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215C49FF-82F2-9668-F79E-9A6114027C20}"/>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44995611-82B7-6D01-12FE-50B8D86D39C3}"/>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在加息周期迫近的背景下，贵金属、工业金属等利率敏感型资产后续可能承压；</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AI</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、半导体赛道的权益资产在产业趋势驱动下或仍能保持上行，但在流动性收紧和政策不确定性上升的背景下，行情或从单边趋势交易切换为更慢斜率、更高波动、更依赖业绩确认的结构性行情。</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2FA3765C-85A6-5E09-3B8F-C5639255292F}"/>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全球流动性风向：央行再紧缩信号升温</a:t>
            </a:r>
          </a:p>
        </p:txBody>
      </p:sp>
      <p:sp>
        <p:nvSpPr>
          <p:cNvPr id="5" name="文本框 4">
            <a:extLst>
              <a:ext uri="{FF2B5EF4-FFF2-40B4-BE49-F238E27FC236}">
                <a16:creationId xmlns:a16="http://schemas.microsoft.com/office/drawing/2014/main" id="{115140ED-E7B8-F65D-C625-7E69566B5ADC}"/>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Bloomberg</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2" name="图表 1">
            <a:extLst>
              <a:ext uri="{FF2B5EF4-FFF2-40B4-BE49-F238E27FC236}">
                <a16:creationId xmlns:a16="http://schemas.microsoft.com/office/drawing/2014/main" id="{69AEF6E5-6FE9-427C-BE6F-3635E8BEF847}"/>
              </a:ext>
            </a:extLst>
          </p:cNvPr>
          <p:cNvGraphicFramePr/>
          <p:nvPr>
            <p:extLst>
              <p:ext uri="{D42A27DB-BD31-4B8C-83A1-F6EECF244321}">
                <p14:modId xmlns:p14="http://schemas.microsoft.com/office/powerpoint/2010/main" val="1041681462"/>
              </p:ext>
            </p:extLst>
          </p:nvPr>
        </p:nvGraphicFramePr>
        <p:xfrm>
          <a:off x="685799" y="2321626"/>
          <a:ext cx="10831195" cy="39585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07717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689C4-6088-C603-BF91-89CAB2C8F09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DA65860-807A-4F0E-DE8C-00323D56A795}"/>
              </a:ext>
            </a:extLst>
          </p:cNvPr>
          <p:cNvSpPr>
            <a:spLocks noGrp="1"/>
          </p:cNvSpPr>
          <p:nvPr>
            <p:ph type="title"/>
          </p:nvPr>
        </p:nvSpPr>
        <p:spPr/>
        <p:txBody>
          <a:bodyPr>
            <a:normAutofit/>
          </a:bodyPr>
          <a:lstStyle/>
          <a:p>
            <a:r>
              <a:rPr lang="zh-CN" altLang="en-US" dirty="0">
                <a:sym typeface="+mn-ea"/>
              </a:rPr>
              <a:t>流动性拐点之际，如何定价大类资产</a:t>
            </a:r>
          </a:p>
        </p:txBody>
      </p:sp>
      <p:sp>
        <p:nvSpPr>
          <p:cNvPr id="8" name="文本框 7">
            <a:extLst>
              <a:ext uri="{FF2B5EF4-FFF2-40B4-BE49-F238E27FC236}">
                <a16:creationId xmlns:a16="http://schemas.microsoft.com/office/drawing/2014/main" id="{6AEEA480-602C-4B8A-C1F3-5D3BC1EEE05D}"/>
              </a:ext>
            </a:extLst>
          </p:cNvPr>
          <p:cNvSpPr txBox="1"/>
          <p:nvPr/>
        </p:nvSpPr>
        <p:spPr>
          <a:xfrm>
            <a:off x="8665029" y="3733800"/>
            <a:ext cx="2830285" cy="2862322"/>
          </a:xfrm>
          <a:prstGeom prst="rect">
            <a:avLst/>
          </a:prstGeom>
          <a:noFill/>
        </p:spPr>
        <p:txBody>
          <a:bodyPr wrap="square" rtlCol="0">
            <a:spAutoFit/>
          </a:bodyPr>
          <a:lstStyle/>
          <a:p>
            <a:pPr algn="r"/>
            <a:r>
              <a:rPr kumimoji="1" lang="en-US" altLang="zh-CN" sz="18000" dirty="0">
                <a:solidFill>
                  <a:srgbClr val="353160"/>
                </a:solidFill>
                <a:latin typeface="Source Han Sans CN Light" panose="020B0800000000000000" pitchFamily="34" charset="-128"/>
                <a:ea typeface="Source Han Sans CN Light" panose="020B0800000000000000" pitchFamily="34" charset="-128"/>
              </a:rPr>
              <a:t>04</a:t>
            </a:r>
            <a:endParaRPr kumimoji="1" lang="zh-CN" altLang="en-US" sz="18000" dirty="0">
              <a:solidFill>
                <a:srgbClr val="353160"/>
              </a:solidFill>
              <a:latin typeface="Source Han Sans CN Light" panose="020B0800000000000000" pitchFamily="34" charset="-128"/>
              <a:ea typeface="Source Han Sans CN Light" panose="020B0800000000000000" pitchFamily="34" charset="-128"/>
            </a:endParaRPr>
          </a:p>
        </p:txBody>
      </p:sp>
    </p:spTree>
    <p:extLst>
      <p:ext uri="{BB962C8B-B14F-4D97-AF65-F5344CB8AC3E}">
        <p14:creationId xmlns:p14="http://schemas.microsoft.com/office/powerpoint/2010/main" val="3395848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EF4B-744B-32AE-6250-04A38F182BC1}"/>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3B583A00-8D32-9495-4292-790BA2643770}"/>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361FA409-62BE-8918-FCF9-DFC63455C427}"/>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如果后续全球流动性收紧超预期，会推动美债收益率上行，债券价格相应下跌，长端利率也会重新定价更高的政策利率路径。</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黄金短期通常承压。</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C53623B9-83F0-9DC5-AF02-39E96BEF05B7}"/>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资产边际价格变化</a:t>
            </a:r>
          </a:p>
        </p:txBody>
      </p:sp>
      <p:sp>
        <p:nvSpPr>
          <p:cNvPr id="5" name="文本框 4">
            <a:extLst>
              <a:ext uri="{FF2B5EF4-FFF2-40B4-BE49-F238E27FC236}">
                <a16:creationId xmlns:a16="http://schemas.microsoft.com/office/drawing/2014/main" id="{513F0736-F25C-F815-BBF4-12FC08452A29}"/>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aphicFrame>
        <p:nvGraphicFramePr>
          <p:cNvPr id="3" name="表格 2">
            <a:extLst>
              <a:ext uri="{FF2B5EF4-FFF2-40B4-BE49-F238E27FC236}">
                <a16:creationId xmlns:a16="http://schemas.microsoft.com/office/drawing/2014/main" id="{E6A31501-3DFD-A467-75E3-ED097D6EAAC4}"/>
              </a:ext>
            </a:extLst>
          </p:cNvPr>
          <p:cNvGraphicFramePr>
            <a:graphicFrameLocks noGrp="1"/>
          </p:cNvGraphicFramePr>
          <p:nvPr>
            <p:extLst>
              <p:ext uri="{D42A27DB-BD31-4B8C-83A1-F6EECF244321}">
                <p14:modId xmlns:p14="http://schemas.microsoft.com/office/powerpoint/2010/main" val="983401563"/>
              </p:ext>
            </p:extLst>
          </p:nvPr>
        </p:nvGraphicFramePr>
        <p:xfrm>
          <a:off x="685800" y="2154362"/>
          <a:ext cx="10947403" cy="4089753"/>
        </p:xfrm>
        <a:graphic>
          <a:graphicData uri="http://schemas.openxmlformats.org/drawingml/2006/table">
            <a:tbl>
              <a:tblPr firstRow="1" firstCol="1" bandRow="1"/>
              <a:tblGrid>
                <a:gridCol w="2595297">
                  <a:extLst>
                    <a:ext uri="{9D8B030D-6E8A-4147-A177-3AD203B41FA5}">
                      <a16:colId xmlns:a16="http://schemas.microsoft.com/office/drawing/2014/main" val="1147174019"/>
                    </a:ext>
                  </a:extLst>
                </a:gridCol>
                <a:gridCol w="2279146">
                  <a:extLst>
                    <a:ext uri="{9D8B030D-6E8A-4147-A177-3AD203B41FA5}">
                      <a16:colId xmlns:a16="http://schemas.microsoft.com/office/drawing/2014/main" val="347795278"/>
                    </a:ext>
                  </a:extLst>
                </a:gridCol>
                <a:gridCol w="6072960">
                  <a:extLst>
                    <a:ext uri="{9D8B030D-6E8A-4147-A177-3AD203B41FA5}">
                      <a16:colId xmlns:a16="http://schemas.microsoft.com/office/drawing/2014/main" val="4106134911"/>
                    </a:ext>
                  </a:extLst>
                </a:gridCol>
              </a:tblGrid>
              <a:tr h="326688">
                <a:tc>
                  <a:txBody>
                    <a:bodyPr/>
                    <a:lstStyle/>
                    <a:p>
                      <a:pPr algn="ctr">
                        <a:buNone/>
                      </a:pPr>
                      <a:r>
                        <a:rPr lang="zh-CN" sz="1000" b="1" dirty="0">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资产类别</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967"/>
                    </a:solidFill>
                  </a:tcPr>
                </a:tc>
                <a:tc>
                  <a:txBody>
                    <a:bodyPr/>
                    <a:lstStyle/>
                    <a:p>
                      <a:pPr algn="ctr">
                        <a:buNone/>
                      </a:pPr>
                      <a:r>
                        <a:rPr lang="zh-CN" sz="1000" b="1">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价格边际变化</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967"/>
                    </a:solidFill>
                  </a:tcPr>
                </a:tc>
                <a:tc>
                  <a:txBody>
                    <a:bodyPr/>
                    <a:lstStyle/>
                    <a:p>
                      <a:pPr algn="ctr">
                        <a:buNone/>
                      </a:pPr>
                      <a:r>
                        <a:rPr lang="zh-CN" sz="1000" b="1">
                          <a:solidFill>
                            <a:srgbClr val="FFFFFF"/>
                          </a:solidFill>
                          <a:effectLst/>
                          <a:latin typeface="思源黑体 CN Medium" panose="020B0600000000000000" pitchFamily="34" charset="-122"/>
                          <a:ea typeface="思源黑体 CN Medium" panose="020B0600000000000000" pitchFamily="34" charset="-122"/>
                          <a:cs typeface="Arial" panose="020B0604020202020204" pitchFamily="34" charset="0"/>
                        </a:rPr>
                        <a:t>推演</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15967"/>
                    </a:solidFill>
                  </a:tcPr>
                </a:tc>
                <a:extLst>
                  <a:ext uri="{0D108BD9-81ED-4DB2-BD59-A6C34878D82A}">
                    <a16:rowId xmlns:a16="http://schemas.microsoft.com/office/drawing/2014/main" val="1682659418"/>
                  </a:ext>
                </a:extLst>
              </a:tr>
              <a:tr h="259200">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美股</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对现金流稳健的长久期公司而言，定价模型上，企业融资成本上升压制分子，贴现率提高放大分母</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9350963"/>
                  </a:ext>
                </a:extLst>
              </a:tr>
              <a:tr h="259200">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美科技股</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更多定价自身产业趋势。半导体与</a:t>
                      </a:r>
                      <a:r>
                        <a:rPr lang="en-US"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AI</a:t>
                      </a: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产业趋势仍强，分子端</a:t>
                      </a:r>
                      <a:r>
                        <a:rPr lang="en-US"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EPS</a:t>
                      </a: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的上行可能快于分母端</a:t>
                      </a:r>
                      <a:r>
                        <a:rPr lang="en-US"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r</a:t>
                      </a: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的上移</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5286741"/>
                  </a:ext>
                </a:extLst>
              </a:tr>
              <a:tr h="259200">
                <a:tc>
                  <a:txBody>
                    <a:bodyPr/>
                    <a:lstStyle/>
                    <a:p>
                      <a:pPr algn="ct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美债</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利率抬升，债券价格下降</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9400758"/>
                  </a:ext>
                </a:extLst>
              </a:tr>
              <a:tr h="259200">
                <a:tc>
                  <a:txBody>
                    <a:bodyPr/>
                    <a:lstStyle/>
                    <a:p>
                      <a:pPr algn="ct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美元</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美元持有回报提升，增加吸引力</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8420991"/>
                  </a:ext>
                </a:extLst>
              </a:tr>
              <a:tr h="259200">
                <a:tc>
                  <a:txBody>
                    <a:bodyPr/>
                    <a:lstStyle/>
                    <a:p>
                      <a:pPr algn="ct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中国股市科技板块</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对美股科技存在映射</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4733694"/>
                  </a:ext>
                </a:extLst>
              </a:tr>
              <a:tr h="259200">
                <a:tc>
                  <a:txBody>
                    <a:bodyPr/>
                    <a:lstStyle/>
                    <a:p>
                      <a:pPr algn="ct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人民币</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人民币兑美元长期升值趋势不改，但升值速度边际放缓</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1363439"/>
                  </a:ext>
                </a:extLst>
              </a:tr>
              <a:tr h="259200">
                <a:tc>
                  <a:txBody>
                    <a:bodyPr/>
                    <a:lstStyle/>
                    <a:p>
                      <a:pPr algn="ctr">
                        <a:buNone/>
                      </a:pPr>
                      <a:r>
                        <a:rPr lang="zh-CN" sz="100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日债</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a:solidFill>
                            <a:srgbClr val="000000"/>
                          </a:solidFill>
                          <a:effectLst/>
                          <a:latin typeface="思源黑体 CN Medium" panose="020B0600000000000000" pitchFamily="34" charset="-122"/>
                          <a:ea typeface="思源黑体 CN Medium" panose="020B0600000000000000" pitchFamily="34" charset="-122"/>
                          <a:cs typeface="宋体" panose="02010600030101010101" pitchFamily="2" charset="-122"/>
                        </a:rPr>
                        <a:t>↓</a:t>
                      </a:r>
                      <a:endParaRPr lang="zh-CN" sz="90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为避免日元进一步下落，市场为增强后续日央行加息预期，利率上升，债券价格下降</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3183496"/>
                  </a:ext>
                </a:extLst>
              </a:tr>
              <a:tr h="486000">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日元</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若温和加息，加强</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carry trade,</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日元贬值。</a:t>
                      </a:r>
                      <a:b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b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若超预期过快加息</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美股大跌，全球风险偏好崩塌</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投资者减杠杆避险</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→carry trade unwind →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卖美元资产，买回日元还债 </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日元升值。</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4150205"/>
                  </a:ext>
                </a:extLst>
              </a:tr>
              <a:tr h="406800">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油</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若超预期加息，引发全球需求降温 </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石油是顺周期资产</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&amp;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石油以美元计价 </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价格降低</a:t>
                      </a:r>
                      <a:b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b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（但是决定石油价格的主导性因素，仍是美伊局势）</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1108219"/>
                  </a:ext>
                </a:extLst>
              </a:tr>
              <a:tr h="648000">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黄金</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短期</a:t>
                      </a:r>
                      <a:r>
                        <a:rPr lang="en-US" altLang="zh-CN" sz="9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r>
                        <a:rPr lang="zh-CN" altLang="en-US" sz="9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，后续</a:t>
                      </a:r>
                      <a:r>
                        <a:rPr lang="zh-CN" altLang="zh-CN" sz="9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altLang="zh-CN" sz="8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黄金与美元争夺避险资产地位</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提高黄金持有成本</a:t>
                      </a:r>
                      <a:b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b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且若流动性紧张引发抛售黄金</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会导致黄金价格初期下跌；</a:t>
                      </a:r>
                      <a:b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b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但当下黄金与美股相关性增强，若美股在超预期紧缩下 下跌</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波动性放大，增量资金可能重新青睐黄金</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黄金反弹</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1448104"/>
                  </a:ext>
                </a:extLst>
              </a:tr>
              <a:tr h="407865">
                <a:tc>
                  <a:txBody>
                    <a:bodyPr/>
                    <a:lstStyle/>
                    <a:p>
                      <a:pPr algn="ct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铜</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顺周期资产，且对铜的需求与</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AI</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算力中心建设中的电力配电</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&amp;</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互联传输模块强关联</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超预期紧缩带来需求降温</a:t>
                      </a:r>
                      <a:r>
                        <a:rPr lang="en-US"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 → </a:t>
                      </a:r>
                      <a:r>
                        <a:rPr lang="zh-CN" sz="1000" dirty="0">
                          <a:solidFill>
                            <a:srgbClr val="000000"/>
                          </a:solidFill>
                          <a:effectLst/>
                          <a:latin typeface="思源黑体 CN Medium" panose="020B0600000000000000" pitchFamily="34" charset="-122"/>
                          <a:ea typeface="思源黑体 CN Medium" panose="020B0600000000000000" pitchFamily="34" charset="-122"/>
                          <a:cs typeface="Arial" panose="020B0604020202020204" pitchFamily="34" charset="0"/>
                        </a:rPr>
                        <a:t>铜价下跌</a:t>
                      </a:r>
                      <a:endParaRPr lang="zh-CN" sz="900" dirty="0">
                        <a:solidFill>
                          <a:srgbClr val="000000"/>
                        </a:solidFill>
                        <a:effectLst/>
                        <a:latin typeface="思源黑体 CN Medium" panose="020B0600000000000000" pitchFamily="34" charset="-122"/>
                        <a:ea typeface="思源黑体 CN Medium" panose="020B0600000000000000"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3873746"/>
                  </a:ext>
                </a:extLst>
              </a:tr>
            </a:tbl>
          </a:graphicData>
        </a:graphic>
      </p:graphicFrame>
    </p:spTree>
    <p:extLst>
      <p:ext uri="{BB962C8B-B14F-4D97-AF65-F5344CB8AC3E}">
        <p14:creationId xmlns:p14="http://schemas.microsoft.com/office/powerpoint/2010/main" val="180686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AC65B-40B0-D725-CBBE-9991A51EF055}"/>
            </a:ext>
          </a:extLst>
        </p:cNvPr>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9C545E74-9C1B-AD88-224C-FA2F0982A832}"/>
              </a:ext>
            </a:extLst>
          </p:cNvPr>
          <p:cNvSpPr>
            <a:spLocks noGrp="1"/>
          </p:cNvSpPr>
          <p:nvPr>
            <p:ph type="sldNum" sz="quarter" idx="12"/>
          </p:nvPr>
        </p:nvSpPr>
        <p:spPr/>
        <p:txBody>
          <a:bodyPr/>
          <a:lstStyle>
            <a:lvl1pPr>
              <a:defRPr sz="1000" b="0" i="0">
                <a:solidFill>
                  <a:schemeClr val="tx1">
                    <a:lumMod val="65000"/>
                    <a:lumOff val="35000"/>
                  </a:schemeClr>
                </a:solidFill>
                <a:latin typeface="Source Han Sans CN Regular" panose="020B0800000000000000" pitchFamily="34" charset="-128"/>
                <a:ea typeface="Source Han Sans CN Regular" panose="020B0800000000000000" pitchFamily="34" charset="-128"/>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F8E9B99-A7A3-BA46-8A72-109BAC10AE12}" type="slidenum">
              <a:rPr kumimoji="1" lang="zh-CN" altLang="en-US" sz="900" b="0" i="0" u="none" strike="noStrike" kern="1200" cap="none" spc="0" normalizeH="0" baseline="0" noProof="0" smtClean="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zh-CN" altLang="en-US" sz="900" b="0" i="0" u="none" strike="noStrike" kern="1200" cap="none" spc="0" normalizeH="0" baseline="0" noProof="0" dirty="0">
              <a:ln>
                <a:noFill/>
              </a:ln>
              <a:solidFill>
                <a:prstClr val="black">
                  <a:lumMod val="65000"/>
                  <a:lumOff val="35000"/>
                </a:prstClr>
              </a:solidFill>
              <a:effectLst/>
              <a:uLnTx/>
              <a:uFillTx/>
              <a:latin typeface="Source Han Sans CN Regular" panose="020B0800000000000000" pitchFamily="34" charset="-128"/>
              <a:ea typeface="Source Han Sans CN Regular" panose="020B0800000000000000" pitchFamily="34" charset="-128"/>
              <a:cs typeface="+mn-cs"/>
            </a:endParaRPr>
          </a:p>
        </p:txBody>
      </p:sp>
      <p:sp>
        <p:nvSpPr>
          <p:cNvPr id="4" name="内容占位符 2">
            <a:extLst>
              <a:ext uri="{FF2B5EF4-FFF2-40B4-BE49-F238E27FC236}">
                <a16:creationId xmlns:a16="http://schemas.microsoft.com/office/drawing/2014/main" id="{9FA749D7-CE33-0AA9-6353-D098306C4FDA}"/>
              </a:ext>
            </a:extLst>
          </p:cNvPr>
          <p:cNvSpPr txBox="1"/>
          <p:nvPr/>
        </p:nvSpPr>
        <p:spPr>
          <a:xfrm>
            <a:off x="424070" y="1363926"/>
            <a:ext cx="10947402" cy="957700"/>
          </a:xfrm>
          <a:prstGeom prst="rect">
            <a:avLst/>
          </a:prstGeom>
        </p:spPr>
        <p:txBody>
          <a:bodyPr vert="horz" lIns="90000" tIns="45720" rIns="91440" bIns="45720" rtlCol="0">
            <a:noAutofit/>
          </a:bodyPr>
          <a:lstStyle>
            <a:lvl1pPr marL="0" indent="0" algn="l" defTabSz="914400" rtl="0" eaLnBrk="1" latinLnBrk="0" hangingPunct="1">
              <a:lnSpc>
                <a:spcPct val="90000"/>
              </a:lnSpc>
              <a:spcBef>
                <a:spcPts val="1000"/>
              </a:spcBef>
              <a:buFont typeface="Arial" panose="020B0704020202090204" pitchFamily="34" charset="0"/>
              <a:buNone/>
              <a:defRPr sz="1500" b="0" i="0" kern="1200">
                <a:solidFill>
                  <a:srgbClr val="353160"/>
                </a:solidFill>
                <a:latin typeface="Source Han Sans CN Medium" panose="020B0800000000000000" pitchFamily="34" charset="-128"/>
                <a:ea typeface="Source Han Sans CN Medium" panose="020B0800000000000000" pitchFamily="34" charset="-128"/>
                <a:cs typeface="+mn-cs"/>
              </a:defRPr>
            </a:lvl1pPr>
            <a:lvl2pPr marL="685800" indent="-228600" algn="l" defTabSz="914400" rtl="0" eaLnBrk="1" latinLnBrk="0" hangingPunct="1">
              <a:lnSpc>
                <a:spcPct val="90000"/>
              </a:lnSpc>
              <a:spcBef>
                <a:spcPts val="500"/>
              </a:spcBef>
              <a:buClr>
                <a:srgbClr val="B9BEE5"/>
              </a:buClr>
              <a:buFont typeface="Wingdings" panose="05000000000000000000" pitchFamily="2" charset="2"/>
              <a:buChar char="n"/>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2pPr>
            <a:lvl3pPr marL="914400" indent="0" algn="l" defTabSz="914400" rtl="0" eaLnBrk="1" latinLnBrk="0" hangingPunct="1">
              <a:lnSpc>
                <a:spcPct val="90000"/>
              </a:lnSpc>
              <a:spcBef>
                <a:spcPts val="500"/>
              </a:spcBef>
              <a:buFont typeface="Arial" panose="020B0704020202090204" pitchFamily="34" charset="0"/>
              <a:buNone/>
              <a:defRPr sz="12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b="0" i="0" kern="1200">
                <a:solidFill>
                  <a:schemeClr val="tx1">
                    <a:lumMod val="65000"/>
                    <a:lumOff val="35000"/>
                  </a:schemeClr>
                </a:solidFill>
                <a:latin typeface="Source Han Sans CN Normal" panose="020B0800000000000000" pitchFamily="34" charset="-128"/>
                <a:ea typeface="Source Han Sans CN Normal" panose="020B0800000000000000" pitchFamily="34" charset="-128"/>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权益资产理论上会在短期受到负向冲击，但半导体与</a:t>
            </a:r>
            <a:r>
              <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AI</a:t>
            </a: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产业基本面仍支撑下，短暂下跌可能带来布局机会。</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a:p>
            <a:pPr marL="285750" lvl="0" indent="-285750">
              <a:lnSpc>
                <a:spcPts val="2200"/>
              </a:lnSpc>
              <a:spcBef>
                <a:spcPts val="600"/>
              </a:spcBef>
              <a:spcAft>
                <a:spcPts val="600"/>
              </a:spcAft>
              <a:buFont typeface="Wingdings" panose="05000000000000000000" pitchFamily="2" charset="2"/>
              <a:buChar char="n"/>
              <a:defRPr/>
            </a:pPr>
            <a:r>
              <a:rPr kumimoji="1" lang="zh-CN" altLang="en-US"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rPr>
              <a:t>考虑到美股、尤其是美股科技当下估值已处较高位，后续可能从单边上涨行情切换为更高波、更依赖盈利确认的震荡上行市。</a:t>
            </a:r>
            <a:endParaRPr kumimoji="1" lang="en-US" altLang="zh-CN" sz="1400" b="0" i="0" u="none" strike="noStrike" kern="1200" cap="none" spc="0" normalizeH="0" baseline="0" noProof="0" dirty="0">
              <a:ln>
                <a:noFill/>
              </a:ln>
              <a:solidFill>
                <a:srgbClr val="353160"/>
              </a:solidFill>
              <a:effectLst/>
              <a:uLnTx/>
              <a:uFillTx/>
              <a:latin typeface="Arial" panose="020B0604020202020204" pitchFamily="34" charset="0"/>
              <a:ea typeface="Source Han Sans CN Medium" panose="020B0800000000000000" pitchFamily="34" charset="-128"/>
              <a:cs typeface="Arial" panose="020B0604020202020204" pitchFamily="34" charset="0"/>
            </a:endParaRPr>
          </a:p>
        </p:txBody>
      </p:sp>
      <p:sp>
        <p:nvSpPr>
          <p:cNvPr id="9" name="标题 8">
            <a:extLst>
              <a:ext uri="{FF2B5EF4-FFF2-40B4-BE49-F238E27FC236}">
                <a16:creationId xmlns:a16="http://schemas.microsoft.com/office/drawing/2014/main" id="{8D8840AC-2681-B93E-EF59-0D13C2275D19}"/>
              </a:ext>
            </a:extLst>
          </p:cNvPr>
          <p:cNvSpPr>
            <a:spLocks noGrp="1"/>
          </p:cNvSpPr>
          <p:nvPr>
            <p:ph type="title"/>
          </p:nvPr>
        </p:nvSpPr>
        <p:spPr/>
        <p:txBody>
          <a:bodyPr/>
          <a:lstStyle/>
          <a:p>
            <a:r>
              <a:rPr kumimoji="1" lang="zh-CN" altLang="en-US" dirty="0">
                <a:latin typeface="Arial" panose="020B0604020202020204" pitchFamily="34" charset="0"/>
                <a:cs typeface="Arial" panose="020B0604020202020204" pitchFamily="34" charset="0"/>
              </a:rPr>
              <a:t>权益市场可能切换为震荡上行市</a:t>
            </a:r>
          </a:p>
        </p:txBody>
      </p:sp>
      <p:sp>
        <p:nvSpPr>
          <p:cNvPr id="5" name="文本框 4">
            <a:extLst>
              <a:ext uri="{FF2B5EF4-FFF2-40B4-BE49-F238E27FC236}">
                <a16:creationId xmlns:a16="http://schemas.microsoft.com/office/drawing/2014/main" id="{E992F64E-7D43-3A9E-FD56-A992740FFFDA}"/>
              </a:ext>
            </a:extLst>
          </p:cNvPr>
          <p:cNvSpPr txBox="1"/>
          <p:nvPr/>
        </p:nvSpPr>
        <p:spPr>
          <a:xfrm>
            <a:off x="535659" y="6280150"/>
            <a:ext cx="5203736" cy="2773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数据来源：</a:t>
            </a:r>
            <a:r>
              <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Haver</a:t>
            </a:r>
            <a:r>
              <a:rPr kumimoji="1" lang="zh-CN" altLang="en-US"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rPr>
              <a:t>，广发证券发展研究中心</a:t>
            </a:r>
            <a:endParaRPr kumimoji="1" lang="en-US" altLang="zh-CN" sz="900" b="0" i="0" u="none" strike="noStrike" kern="1200" cap="none" spc="0" normalizeH="0" baseline="0" noProof="0" dirty="0">
              <a:ln>
                <a:noFill/>
              </a:ln>
              <a:solidFill>
                <a:prstClr val="black"/>
              </a:solidFill>
              <a:effectLst/>
              <a:uLnTx/>
              <a:uFillTx/>
              <a:latin typeface="Arial" panose="020B0604020202020204" pitchFamily="34" charset="0"/>
              <a:ea typeface="Source Han Sans CN Regular" panose="020B0800000000000000" pitchFamily="34" charset="-128"/>
              <a:cs typeface="Arial" panose="020B0604020202020204" pitchFamily="34" charset="0"/>
            </a:endParaRPr>
          </a:p>
        </p:txBody>
      </p:sp>
      <p:grpSp>
        <p:nvGrpSpPr>
          <p:cNvPr id="2" name="组合 1">
            <a:extLst>
              <a:ext uri="{FF2B5EF4-FFF2-40B4-BE49-F238E27FC236}">
                <a16:creationId xmlns:a16="http://schemas.microsoft.com/office/drawing/2014/main" id="{4F51C9A7-C9C5-BC95-4FFC-6332D413DA02}"/>
              </a:ext>
            </a:extLst>
          </p:cNvPr>
          <p:cNvGrpSpPr/>
          <p:nvPr/>
        </p:nvGrpSpPr>
        <p:grpSpPr>
          <a:xfrm>
            <a:off x="685800" y="2230434"/>
            <a:ext cx="10685672" cy="4090356"/>
            <a:chOff x="0" y="0"/>
            <a:chExt cx="5250431" cy="3193092"/>
          </a:xfrm>
        </p:grpSpPr>
        <p:grpSp>
          <p:nvGrpSpPr>
            <p:cNvPr id="6" name="组合 5">
              <a:extLst>
                <a:ext uri="{FF2B5EF4-FFF2-40B4-BE49-F238E27FC236}">
                  <a16:creationId xmlns:a16="http://schemas.microsoft.com/office/drawing/2014/main" id="{71B76B9A-14CD-474D-94F8-21B60E05082C}"/>
                </a:ext>
              </a:extLst>
            </p:cNvPr>
            <p:cNvGrpSpPr/>
            <p:nvPr/>
          </p:nvGrpSpPr>
          <p:grpSpPr>
            <a:xfrm>
              <a:off x="0" y="0"/>
              <a:ext cx="5250431" cy="3193092"/>
              <a:chOff x="0" y="0"/>
              <a:chExt cx="6223000" cy="3568700"/>
            </a:xfrm>
          </p:grpSpPr>
          <p:graphicFrame>
            <p:nvGraphicFramePr>
              <p:cNvPr id="10" name="图表 9">
                <a:extLst>
                  <a:ext uri="{FF2B5EF4-FFF2-40B4-BE49-F238E27FC236}">
                    <a16:creationId xmlns:a16="http://schemas.microsoft.com/office/drawing/2014/main" id="{E1E2CD3C-418B-1935-9B27-5D1B9B0718A1}"/>
                  </a:ext>
                </a:extLst>
              </p:cNvPr>
              <p:cNvGraphicFramePr>
                <a:graphicFrameLocks/>
              </p:cNvGraphicFramePr>
              <p:nvPr>
                <p:extLst>
                  <p:ext uri="{D42A27DB-BD31-4B8C-83A1-F6EECF244321}">
                    <p14:modId xmlns:p14="http://schemas.microsoft.com/office/powerpoint/2010/main" val="2229903935"/>
                  </p:ext>
                </p:extLst>
              </p:nvPr>
            </p:nvGraphicFramePr>
            <p:xfrm>
              <a:off x="0" y="0"/>
              <a:ext cx="6223000" cy="3568700"/>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直线连接符 6">
                <a:extLst>
                  <a:ext uri="{FF2B5EF4-FFF2-40B4-BE49-F238E27FC236}">
                    <a16:creationId xmlns:a16="http://schemas.microsoft.com/office/drawing/2014/main" id="{829E1D10-650A-E32B-75E4-9578F780855B}"/>
                  </a:ext>
                </a:extLst>
              </p:cNvPr>
              <p:cNvCxnSpPr/>
              <p:nvPr/>
            </p:nvCxnSpPr>
            <p:spPr>
              <a:xfrm flipH="1">
                <a:off x="1054100" y="1336773"/>
                <a:ext cx="4505035" cy="34827"/>
              </a:xfrm>
              <a:prstGeom prst="line">
                <a:avLst/>
              </a:prstGeom>
              <a:noFill/>
              <a:ln w="19050" cap="flat" cmpd="sng" algn="ctr">
                <a:solidFill>
                  <a:srgbClr val="8064A2">
                    <a:lumMod val="75000"/>
                  </a:srgbClr>
                </a:solidFill>
                <a:prstDash val="dash"/>
              </a:ln>
              <a:effectLst/>
            </p:spPr>
          </p:cxnSp>
          <p:sp>
            <p:nvSpPr>
              <p:cNvPr id="12" name="矩形 11">
                <a:extLst>
                  <a:ext uri="{FF2B5EF4-FFF2-40B4-BE49-F238E27FC236}">
                    <a16:creationId xmlns:a16="http://schemas.microsoft.com/office/drawing/2014/main" id="{B8CEEDB3-BB1C-0E67-F1FC-2D437665C870}"/>
                  </a:ext>
                </a:extLst>
              </p:cNvPr>
              <p:cNvSpPr/>
              <p:nvPr/>
            </p:nvSpPr>
            <p:spPr>
              <a:xfrm>
                <a:off x="990600" y="457200"/>
                <a:ext cx="203200" cy="2489200"/>
              </a:xfrm>
              <a:prstGeom prst="rect">
                <a:avLst/>
              </a:prstGeom>
              <a:solidFill>
                <a:srgbClr val="FFFFFF">
                  <a:lumMod val="75000"/>
                  <a:alpha val="29000"/>
                </a:srgbClr>
              </a:solidFill>
              <a:ln w="25400" cap="flat" cmpd="sng" algn="ctr">
                <a:noFill/>
                <a:prstDash val="solid"/>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grpSp>
        <p:sp>
          <p:nvSpPr>
            <p:cNvPr id="8" name="文本框 7">
              <a:extLst>
                <a:ext uri="{FF2B5EF4-FFF2-40B4-BE49-F238E27FC236}">
                  <a16:creationId xmlns:a16="http://schemas.microsoft.com/office/drawing/2014/main" id="{D5C50494-0DEA-4F14-9794-A821281BCA7C}"/>
                </a:ext>
              </a:extLst>
            </p:cNvPr>
            <p:cNvSpPr txBox="1"/>
            <p:nvPr/>
          </p:nvSpPr>
          <p:spPr>
            <a:xfrm>
              <a:off x="686579" y="443572"/>
              <a:ext cx="933810" cy="295425"/>
            </a:xfrm>
            <a:prstGeom prst="rect">
              <a:avLst/>
            </a:prstGeom>
            <a:noFill/>
            <a:ln w="9525" cmpd="sng">
              <a:noFill/>
            </a:ln>
            <a:effectLst/>
          </p:spPr>
          <p:txBody>
            <a:bodyPr wrap="square"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1994-1996</a:t>
              </a:r>
              <a:r>
                <a:rPr kumimoji="0" lang="zh-CN" altLang="en-US" sz="1050" b="1" i="1" u="none" strike="noStrike" kern="0" cap="none" spc="0" normalizeH="0" baseline="0" noProof="0" dirty="0">
                  <a:ln>
                    <a:noFill/>
                  </a:ln>
                  <a:solidFill>
                    <a:srgbClr val="000000"/>
                  </a:solidFill>
                  <a:effectLst/>
                  <a:uLnTx/>
                  <a:uFillTx/>
                  <a:latin typeface="Arial" panose="020B0604020202020204" pitchFamily="34" charset="0"/>
                  <a:ea typeface="思源黑体 CN Normal" panose="020B0400000000000000" pitchFamily="34" charset="-122"/>
                  <a:cs typeface="Arial" panose="020B0604020202020204" pitchFamily="34" charset="0"/>
                </a:rPr>
                <a:t>年</a:t>
              </a:r>
              <a:endParaRPr kumimoji="0" lang="zh-CN" altLang="en-US" sz="900" b="0" i="0" u="none" strike="noStrike" kern="0" cap="none" spc="0" normalizeH="0" baseline="0" noProof="0" dirty="0">
                <a:ln>
                  <a:noFill/>
                </a:ln>
                <a:solidFill>
                  <a:srgbClr val="000000"/>
                </a:solidFill>
                <a:effectLst/>
                <a:uLnTx/>
                <a:uFillTx/>
                <a:latin typeface="Arial" panose="020B0604020202020204" pitchFamily="34" charset="0"/>
                <a:ea typeface="思源黑体 CN Light" panose="020B0300000000000000" pitchFamily="34" charset="-122"/>
                <a:cs typeface="Times New Roman" panose="02020603050405020304" pitchFamily="18" charset="0"/>
              </a:endParaRPr>
            </a:p>
          </p:txBody>
        </p:sp>
      </p:grpSp>
    </p:spTree>
    <p:extLst>
      <p:ext uri="{BB962C8B-B14F-4D97-AF65-F5344CB8AC3E}">
        <p14:creationId xmlns:p14="http://schemas.microsoft.com/office/powerpoint/2010/main" val="2276392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kumimoji="1" lang="zh-CN" altLang="en-US">
                <a:latin typeface="思源黑体 CN Medium" panose="020B0600000000000000" pitchFamily="34" charset="-122"/>
                <a:ea typeface="思源黑体 CN Medium" panose="020B0600000000000000" pitchFamily="34" charset="-122"/>
              </a:rPr>
              <a:t>风险提示及免责声明</a:t>
            </a:r>
          </a:p>
        </p:txBody>
      </p:sp>
      <p:sp>
        <p:nvSpPr>
          <p:cNvPr id="3" name="内容占位符 2"/>
          <p:cNvSpPr>
            <a:spLocks noGrp="1"/>
          </p:cNvSpPr>
          <p:nvPr>
            <p:ph idx="4294967295"/>
          </p:nvPr>
        </p:nvSpPr>
        <p:spPr>
          <a:xfrm>
            <a:off x="685798" y="1651453"/>
            <a:ext cx="10947402" cy="4901747"/>
          </a:xfrm>
        </p:spPr>
        <p:txBody>
          <a:bodyPr>
            <a:normAutofit/>
          </a:bodyPr>
          <a:lstStyle/>
          <a:p>
            <a:pPr>
              <a:lnSpc>
                <a:spcPct val="150000"/>
              </a:lnSpc>
              <a:spcBef>
                <a:spcPts val="0"/>
              </a:spcBef>
              <a:spcAft>
                <a:spcPts val="1300"/>
              </a:spcAft>
            </a:pPr>
            <a:r>
              <a:rPr kumimoji="1" lang="zh-CN" altLang="en-US" dirty="0"/>
              <a:t>风险提示</a:t>
            </a:r>
            <a:endParaRPr kumimoji="1" lang="en-US" altLang="zh-CN" dirty="0"/>
          </a:p>
          <a:p>
            <a:pPr>
              <a:lnSpc>
                <a:spcPct val="150000"/>
              </a:lnSpc>
              <a:spcBef>
                <a:spcPts val="0"/>
              </a:spcBef>
              <a:spcAft>
                <a:spcPts val="1000"/>
              </a:spcAft>
            </a:pPr>
            <a:r>
              <a:rPr kumimoji="1" lang="zh-CN" altLang="en-US" sz="1000" dirty="0"/>
              <a:t>海外通胀及工资压力超预期，美联储加息节奏快于预期；全球央行再紧缩幅度超预期，流动性收缩压制高估值资产；</a:t>
            </a:r>
            <a:r>
              <a:rPr kumimoji="1" lang="en-US" altLang="zh-CN" sz="1000" dirty="0"/>
              <a:t>AI</a:t>
            </a:r>
            <a:r>
              <a:rPr kumimoji="1" lang="zh-CN" altLang="en-US" sz="1000" dirty="0"/>
              <a:t>产业链资本开支和盈利兑现不及预期；地缘冲突推升能源价格，加剧通胀与增长压力。 </a:t>
            </a:r>
          </a:p>
          <a:p>
            <a:pPr>
              <a:lnSpc>
                <a:spcPct val="150000"/>
              </a:lnSpc>
              <a:spcBef>
                <a:spcPts val="0"/>
              </a:spcBef>
            </a:pPr>
            <a:endParaRPr kumimoji="1" lang="en-US" altLang="zh-CN" sz="1200" dirty="0">
              <a:solidFill>
                <a:schemeClr val="tx1">
                  <a:lumMod val="65000"/>
                  <a:lumOff val="35000"/>
                </a:schemeClr>
              </a:solidFill>
              <a:latin typeface="Source Han Sans CN Regular" panose="020B0800000000000000" pitchFamily="34" charset="-128"/>
              <a:ea typeface="Source Han Sans CN Regular" panose="020B0800000000000000" pitchFamily="34" charset="-128"/>
            </a:endParaRPr>
          </a:p>
          <a:p>
            <a:pPr>
              <a:spcAft>
                <a:spcPts val="1300"/>
              </a:spcAft>
            </a:pPr>
            <a:r>
              <a:rPr kumimoji="1" lang="zh-CN" altLang="en-US" dirty="0"/>
              <a:t>免责声明</a:t>
            </a:r>
            <a:endParaRPr kumimoji="1" lang="en-US" altLang="zh-CN" dirty="0"/>
          </a:p>
          <a:p>
            <a:pPr>
              <a:lnSpc>
                <a:spcPct val="150000"/>
              </a:lnSpc>
              <a:spcBef>
                <a:spcPts val="0"/>
              </a:spcBef>
              <a:buClr>
                <a:srgbClr val="B9BEE5"/>
              </a:buClr>
            </a:pPr>
            <a:r>
              <a:rPr kumimoji="1" lang="zh-CN" altLang="en-US" sz="800" dirty="0">
                <a:solidFill>
                  <a:schemeClr val="tx1">
                    <a:lumMod val="65000"/>
                    <a:lumOff val="35000"/>
                  </a:schemeClr>
                </a:solidFill>
                <a:latin typeface="Source Han Sans CN Normal" panose="020B0800000000000000" pitchFamily="34" charset="-128"/>
                <a:ea typeface="Source Han Sans CN Normal" panose="020B0800000000000000" pitchFamily="34" charset="-128"/>
              </a:rPr>
              <a:t>广发证券股份有限公司（以下简称“广发证券”）具备证券投资咨询业务资格。本报告只发送给广发证券重点客户，不对外公开发布，只有接收客户才可以使用，且对于接收客户而言具有相关保密义务。广发证券并不因相关人员通过其他途径收到或阅读本报告而视其为广发证券的客户。本报告的内容、观点或建议并未考虑个别客户的特定状况，不应被视为对特定客户关于特定证券或金融工具的投资建议。本报告发送给某客户是基于该客户被认为有能力独立评估投资风险、独立行使投资决策并独立承担相应风险。</a:t>
            </a:r>
          </a:p>
          <a:p>
            <a:pPr>
              <a:lnSpc>
                <a:spcPct val="150000"/>
              </a:lnSpc>
              <a:spcBef>
                <a:spcPts val="0"/>
              </a:spcBef>
              <a:buClr>
                <a:srgbClr val="B9BEE5"/>
              </a:buClr>
            </a:pPr>
            <a:r>
              <a:rPr kumimoji="1" lang="zh-CN" altLang="en-US" sz="800" dirty="0">
                <a:solidFill>
                  <a:schemeClr val="tx1">
                    <a:lumMod val="65000"/>
                    <a:lumOff val="35000"/>
                  </a:schemeClr>
                </a:solidFill>
                <a:latin typeface="Source Han Sans CN Normal" panose="020B0800000000000000" pitchFamily="34" charset="-128"/>
                <a:ea typeface="Source Han Sans CN Normal" panose="020B0800000000000000" pitchFamily="34" charset="-128"/>
              </a:rPr>
              <a:t>本报告所载资料的来源及观点的出处皆被广发证券股份有限公司认为可靠，但广发证券不对其准确性或完整性做出任何保证。报告内容仅供参考，报告中的信息或所表达观点不构成所涉证券买卖的出价或询价。广发证券不对因使用本报告的内容而引致的损失承担任何责任，除非法律法规有明确规定。客户不应以本报告取代其独立判断或仅根据本报告做出决策。</a:t>
            </a:r>
          </a:p>
          <a:p>
            <a:pPr>
              <a:lnSpc>
                <a:spcPct val="150000"/>
              </a:lnSpc>
              <a:spcBef>
                <a:spcPts val="0"/>
              </a:spcBef>
              <a:buClr>
                <a:srgbClr val="B9BEE5"/>
              </a:buClr>
            </a:pPr>
            <a:r>
              <a:rPr kumimoji="1" lang="zh-CN" altLang="en-US" sz="800" dirty="0">
                <a:solidFill>
                  <a:schemeClr val="tx1">
                    <a:lumMod val="65000"/>
                    <a:lumOff val="35000"/>
                  </a:schemeClr>
                </a:solidFill>
                <a:latin typeface="Source Han Sans CN Normal" panose="020B0800000000000000" pitchFamily="34" charset="-128"/>
                <a:ea typeface="Source Han Sans CN Normal" panose="020B0800000000000000" pitchFamily="34" charset="-128"/>
              </a:rPr>
              <a:t>广发证券可发出其它与本报告所载信息不一致及有不同结论的报告。本报告反映研究人员的不同观点、见解及分析方法，并不代表广发证券或其附属机构的立场。报告所载资料、意见及推测仅反映研究人员于发出本报告当日的判断，可随时更改且不予通告。</a:t>
            </a:r>
          </a:p>
          <a:p>
            <a:pPr>
              <a:lnSpc>
                <a:spcPct val="150000"/>
              </a:lnSpc>
              <a:spcBef>
                <a:spcPts val="0"/>
              </a:spcBef>
              <a:buClr>
                <a:srgbClr val="B9BEE5"/>
              </a:buClr>
            </a:pPr>
            <a:r>
              <a:rPr kumimoji="1" lang="zh-CN" altLang="en-US" sz="800" dirty="0">
                <a:solidFill>
                  <a:schemeClr val="tx1">
                    <a:lumMod val="65000"/>
                    <a:lumOff val="35000"/>
                  </a:schemeClr>
                </a:solidFill>
                <a:latin typeface="Source Han Sans CN Normal" panose="020B0800000000000000" pitchFamily="34" charset="-128"/>
                <a:ea typeface="Source Han Sans CN Normal" panose="020B0800000000000000" pitchFamily="34" charset="-128"/>
              </a:rPr>
              <a:t>本报告旨在发送给广发证券的特定客户及其它专业人士。未经广发证券事先书面许可，任何机构或个人不得以任何形式翻版、复制、刊登、转载和引用，否则由此造成的一切不良后果及法律责任由私自翻版、复制、刊登、转载和引用者承担。</a:t>
            </a:r>
            <a:endParaRPr kumimoji="1" lang="en-US" altLang="zh-CN" sz="800" dirty="0">
              <a:solidFill>
                <a:schemeClr val="tx1">
                  <a:lumMod val="65000"/>
                  <a:lumOff val="35000"/>
                </a:schemeClr>
              </a:solidFill>
              <a:latin typeface="Source Han Sans CN Normal" panose="020B0800000000000000" pitchFamily="34" charset="-128"/>
              <a:ea typeface="Source Han Sans CN Normal" panose="020B0800000000000000" pitchFamily="34"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53EF0EB0-EDA6-FDB8-3D39-ED98C9FEEA59}"/>
              </a:ext>
            </a:extLst>
          </p:cNvPr>
          <p:cNvGraphicFramePr>
            <a:graphicFrameLocks noGrp="1"/>
          </p:cNvGraphicFramePr>
          <p:nvPr>
            <p:extLst>
              <p:ext uri="{D42A27DB-BD31-4B8C-83A1-F6EECF244321}">
                <p14:modId xmlns:p14="http://schemas.microsoft.com/office/powerpoint/2010/main" val="2471924218"/>
              </p:ext>
            </p:extLst>
          </p:nvPr>
        </p:nvGraphicFramePr>
        <p:xfrm>
          <a:off x="-863600" y="0"/>
          <a:ext cx="660400" cy="6858005"/>
        </p:xfrm>
        <a:graphic>
          <a:graphicData uri="http://schemas.openxmlformats.org/drawingml/2006/table">
            <a:tbl>
              <a:tblPr/>
              <a:tblGrid>
                <a:gridCol w="660400">
                  <a:extLst>
                    <a:ext uri="{9D8B030D-6E8A-4147-A177-3AD203B41FA5}">
                      <a16:colId xmlns:a16="http://schemas.microsoft.com/office/drawing/2014/main" val="677099791"/>
                    </a:ext>
                  </a:extLst>
                </a:gridCol>
              </a:tblGrid>
              <a:tr h="391141">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3160"/>
                    </a:solidFill>
                  </a:tcPr>
                </a:tc>
                <a:extLst>
                  <a:ext uri="{0D108BD9-81ED-4DB2-BD59-A6C34878D82A}">
                    <a16:rowId xmlns:a16="http://schemas.microsoft.com/office/drawing/2014/main" val="947137704"/>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5FA2"/>
                    </a:solidFill>
                  </a:tcPr>
                </a:tc>
                <a:extLst>
                  <a:ext uri="{0D108BD9-81ED-4DB2-BD59-A6C34878D82A}">
                    <a16:rowId xmlns:a16="http://schemas.microsoft.com/office/drawing/2014/main" val="1053150019"/>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C80C8"/>
                    </a:solidFill>
                  </a:tcPr>
                </a:tc>
                <a:extLst>
                  <a:ext uri="{0D108BD9-81ED-4DB2-BD59-A6C34878D82A}">
                    <a16:rowId xmlns:a16="http://schemas.microsoft.com/office/drawing/2014/main" val="3422422158"/>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8BFE4"/>
                    </a:solidFill>
                  </a:tcPr>
                </a:tc>
                <a:extLst>
                  <a:ext uri="{0D108BD9-81ED-4DB2-BD59-A6C34878D82A}">
                    <a16:rowId xmlns:a16="http://schemas.microsoft.com/office/drawing/2014/main" val="1976827642"/>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63E64"/>
                    </a:solidFill>
                  </a:tcPr>
                </a:tc>
                <a:extLst>
                  <a:ext uri="{0D108BD9-81ED-4DB2-BD59-A6C34878D82A}">
                    <a16:rowId xmlns:a16="http://schemas.microsoft.com/office/drawing/2014/main" val="1372935515"/>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2366434791"/>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1683428953"/>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ED9FF"/>
                    </a:solidFill>
                  </a:tcPr>
                </a:tc>
                <a:extLst>
                  <a:ext uri="{0D108BD9-81ED-4DB2-BD59-A6C34878D82A}">
                    <a16:rowId xmlns:a16="http://schemas.microsoft.com/office/drawing/2014/main" val="3457288696"/>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2626"/>
                    </a:solidFill>
                  </a:tcPr>
                </a:tc>
                <a:extLst>
                  <a:ext uri="{0D108BD9-81ED-4DB2-BD59-A6C34878D82A}">
                    <a16:rowId xmlns:a16="http://schemas.microsoft.com/office/drawing/2014/main" val="1650666625"/>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08080"/>
                    </a:solidFill>
                  </a:tcPr>
                </a:tc>
                <a:extLst>
                  <a:ext uri="{0D108BD9-81ED-4DB2-BD59-A6C34878D82A}">
                    <a16:rowId xmlns:a16="http://schemas.microsoft.com/office/drawing/2014/main" val="1664683671"/>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B2B2"/>
                    </a:solidFill>
                  </a:tcPr>
                </a:tc>
                <a:extLst>
                  <a:ext uri="{0D108BD9-81ED-4DB2-BD59-A6C34878D82A}">
                    <a16:rowId xmlns:a16="http://schemas.microsoft.com/office/drawing/2014/main" val="1889290809"/>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510331329"/>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44D55"/>
                    </a:solidFill>
                  </a:tcPr>
                </a:tc>
                <a:extLst>
                  <a:ext uri="{0D108BD9-81ED-4DB2-BD59-A6C34878D82A}">
                    <a16:rowId xmlns:a16="http://schemas.microsoft.com/office/drawing/2014/main" val="639144555"/>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26655"/>
                    </a:solidFill>
                  </a:tcPr>
                </a:tc>
                <a:extLst>
                  <a:ext uri="{0D108BD9-81ED-4DB2-BD59-A6C34878D82A}">
                    <a16:rowId xmlns:a16="http://schemas.microsoft.com/office/drawing/2014/main" val="710355653"/>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87266"/>
                    </a:solidFill>
                  </a:tcPr>
                </a:tc>
                <a:extLst>
                  <a:ext uri="{0D108BD9-81ED-4DB2-BD59-A6C34878D82A}">
                    <a16:rowId xmlns:a16="http://schemas.microsoft.com/office/drawing/2014/main" val="2695153107"/>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39B64"/>
                    </a:solidFill>
                  </a:tcPr>
                </a:tc>
                <a:extLst>
                  <a:ext uri="{0D108BD9-81ED-4DB2-BD59-A6C34878D82A}">
                    <a16:rowId xmlns:a16="http://schemas.microsoft.com/office/drawing/2014/main" val="3126690441"/>
                  </a:ext>
                </a:extLst>
              </a:tr>
              <a:tr h="404179">
                <a:tc>
                  <a:txBody>
                    <a:bodyPr/>
                    <a:lstStyle/>
                    <a:p>
                      <a:pPr algn="ctr" fontAlgn="t">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1C7"/>
                    </a:solidFill>
                  </a:tcPr>
                </a:tc>
                <a:extLst>
                  <a:ext uri="{0D108BD9-81ED-4DB2-BD59-A6C34878D82A}">
                    <a16:rowId xmlns:a16="http://schemas.microsoft.com/office/drawing/2014/main" val="1476419492"/>
                  </a:ext>
                </a:extLst>
              </a:tr>
            </a:tbl>
          </a:graphicData>
        </a:graphic>
      </p:graphicFrame>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mtClean="0">
            <a:latin typeface="思源黑体 CN Regular" panose="020B0500000000000000" pitchFamily="34" charset="-122"/>
            <a:ea typeface="思源黑体 CN Regular" panose="020B05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Word新版式颜色">
    <a:dk1>
      <a:srgbClr val="000000"/>
    </a:dk1>
    <a:lt1>
      <a:srgbClr val="FFFFFF"/>
    </a:lt1>
    <a:dk2>
      <a:srgbClr val="3F3F3F"/>
    </a:dk2>
    <a:lt2>
      <a:srgbClr val="FFFFFF"/>
    </a:lt2>
    <a:accent1>
      <a:srgbClr val="2E3160"/>
    </a:accent1>
    <a:accent2>
      <a:srgbClr val="7C80C8"/>
    </a:accent2>
    <a:accent3>
      <a:srgbClr val="B8BEE4"/>
    </a:accent3>
    <a:accent4>
      <a:srgbClr val="8064A2"/>
    </a:accent4>
    <a:accent5>
      <a:srgbClr val="D9D9D9"/>
    </a:accent5>
    <a:accent6>
      <a:srgbClr val="B2B2B2"/>
    </a:accent6>
    <a:hlink>
      <a:srgbClr val="808080"/>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2597</TotalTime>
  <Words>3564</Words>
  <Application>Microsoft Office PowerPoint</Application>
  <PresentationFormat>宽屏</PresentationFormat>
  <Paragraphs>348</Paragraphs>
  <Slides>27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27</vt:i4>
      </vt:variant>
    </vt:vector>
  </HeadingPairs>
  <TitlesOfParts>
    <vt:vector size="41" baseType="lpstr">
      <vt:lpstr>等线</vt:lpstr>
      <vt:lpstr>思源黑体 CN Bold</vt:lpstr>
      <vt:lpstr>Source Han Sans CN Light</vt:lpstr>
      <vt:lpstr>思源黑体 CN Medium</vt:lpstr>
      <vt:lpstr>思源黑体 CN Medium</vt:lpstr>
      <vt:lpstr>Source Han Sans CN Normal</vt:lpstr>
      <vt:lpstr>Source Han Sans CN Normal</vt:lpstr>
      <vt:lpstr>思源黑体 CN Regular</vt:lpstr>
      <vt:lpstr>思源黑体 CN Regular</vt:lpstr>
      <vt:lpstr>微软雅黑</vt:lpstr>
      <vt:lpstr>Arial</vt:lpstr>
      <vt:lpstr>Calibri</vt:lpstr>
      <vt:lpstr>Wingdings</vt:lpstr>
      <vt:lpstr>Office 主题​​</vt:lpstr>
      <vt:lpstr>PowerPoint 演示文稿</vt:lpstr>
      <vt:lpstr>核心结论</vt:lpstr>
      <vt:lpstr>FOMC会议受瞩目的数据背景 ——5月美国非农与CPI回顾</vt:lpstr>
      <vt:lpstr>非农超预期，就业尚未全面升温</vt:lpstr>
      <vt:lpstr>CPI绝对数值高涨，内部结构相对温和</vt:lpstr>
      <vt:lpstr>CPI的隐忧</vt:lpstr>
      <vt:lpstr>6月17日美联储FOMC： “没加息，但更鹰了”</vt:lpstr>
      <vt:lpstr>利率决议——按兵不动</vt:lpstr>
      <vt:lpstr>利率决议——按兵不动</vt:lpstr>
      <vt:lpstr>FOMC后记者会——Warsh新政</vt:lpstr>
      <vt:lpstr>FOMC后记者会——Warsh新政</vt:lpstr>
      <vt:lpstr>FOMC后记者会——Warsh新政</vt:lpstr>
      <vt:lpstr>更鹰的信号</vt:lpstr>
      <vt:lpstr>世界其他央行加息步伐， 或带来全球流动性收紧</vt:lpstr>
      <vt:lpstr>日本：“加息了，但没能救日元”</vt:lpstr>
      <vt:lpstr>日本：“加息了，但没能救日元”</vt:lpstr>
      <vt:lpstr>日本：“加息了，但没能救日元”</vt:lpstr>
      <vt:lpstr>日本：“加息了，但没能救日元”</vt:lpstr>
      <vt:lpstr>欧元区：“G7加息的第一枪”</vt:lpstr>
      <vt:lpstr>欧元区：“G7加息的第一枪”</vt:lpstr>
      <vt:lpstr>全球流动性风向：央行再紧缩信号升温</vt:lpstr>
      <vt:lpstr>全球流动性风向：央行再紧缩信号升温</vt:lpstr>
      <vt:lpstr>流动性拐点之际，如何定价大类资产</vt:lpstr>
      <vt:lpstr>资产边际价格变化</vt:lpstr>
      <vt:lpstr>权益市场可能切换为震荡上行市</vt:lpstr>
      <vt:lpstr>风险提示及免责声明</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21</dc:creator>
  <cp:lastModifiedBy>Athena ZHOU</cp:lastModifiedBy>
  <cp:revision>146</cp:revision>
  <dcterms:created xsi:type="dcterms:W3CDTF">2026-05-22T10:19:24Z</dcterms:created>
  <dcterms:modified xsi:type="dcterms:W3CDTF">2026-06-21T10:01:37Z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DB8C84B86316726B0EE9066AADD3C62A_43</vt:lpwstr>
  </property>
  <property fmtid="{D5CDD505-2E9C-101B-9397-08002B2CF9AE}" pid="3" name="KSOProductBuildVer">
    <vt:lpwstr>2052-7.2.2.8955</vt:lpwstr>
  </property>
</Properties>
</file>